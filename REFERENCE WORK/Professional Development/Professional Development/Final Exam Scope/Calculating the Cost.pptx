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48:25.7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3505,'0'0'11838,"0"3"-10321,0 9-369,0-9 2867,0 4-3253,0 1207 1614,17-894-2308,-3-93-53,-5-190 158,-8-36-274,-1 1-1,0-1 1,1 0-1,-1 1 1,1-1-1,0 0 1,-1 1 0,1-1-1,0 0 1,0 0-1,0 0 1,0 0-1,0 0 1,0 0-1,0 0 1,0 0-1,0 0 1,1 0-1,-1 0 1,2 0-1,4-13-1337,22-113-5219,-12 54 759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48:27.7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170 258 1016,'0'0'5613,"-8"1"-4642,-31 4 1175,31 2 2008,-14 11-3375,4-6-709,13-10-117,0 1 0,1 0 0,-1 1 0,1-1 0,-1 1 1,1 0-1,0 0 0,1 0 0,-4 5 0,6-8 77,0 0 0,1 1 0,-1-1 0,1 0 0,-1 0 0,1 0 0,0 1 0,-1-1 1,1 0-1,0 0 0,0 1 0,0-1 0,0 0 0,0 1 0,0-1 0,0 0 0,0 1 0,1-1 0,-1 0 0,1 0 0,-1 1 0,1-1 0,-1 0 0,1 0 0,-1 0 0,1 0 0,0 0 0,0 0 0,0 0 0,-1 0 0,1 0 0,0 0 0,0 0 0,0 0 0,0-1 0,1 1 0,-1 0 0,0-1 0,0 1 0,0-1 0,0 1 0,2-1 0,7 4 258,-1-2-1,1 1 1,0-1-1,14 1 0,-15-2-217,80 5 1161,115-5 0,-93-3-828,433-20 480,-30-27-723,257-28-84,-498 43-74,913-91 11,-536 116 190,-395 11-142,203-1 84,521-3-25,-216-46-121,-331 13 33,162 28 130,-361 8-163,-141-1 37,-91 0 1648,-10 4-1324,-2 7-326,1-1 0,0 1-1,0 0 1,2 1-1,-1 0 1,-12 26 0,4-3 40,-20 55 1,23-44-18,2 0 0,2 1 0,-7 85 0,10 145 46,7-257-98,2 30 22,2-1 0,2 0 0,19 75 1,56 143 296,-3-9 3,-53-130-272,-17-77-19,23 78-1,-29-122-34,0 0-1,-1 1 0,0-1 0,0 1 0,-1 13 1,0-20-1,0 0 132,-4-1-115,-33-2-93,-55-10 0,-25-3-201,-299 12-362,219 5 380,-464 23-1149,-607 112-62,908-100 875,-267 26-361,220-26 868,-634 50 754,402-63 479,-1731-24-169,2323-4-965,45 4-7,1-1-1,-1 1 1,0-1-1,1 1 1,-1-1-1,1 0 1,-1 0-1,1 0 1,-1 0-1,1 0 1,0 0-1,0 0 1,-1 0-1,1 0 1,0 0-1,0-1 1,0 1 0,0-1-1,0 1 1,0 0-1,0-4 1,-4-6 55,-1-7 346,2 6 59,3 11-349,1 1 0,-1-1 0,1 1 0,0-1 0,-1 0 0,1 1 0,-1-1 0,1 1 0,0-1 0,0 0 0,0 1 0,-1-1 0,1 0 0,0 1 0,0-1-1,0 0 1,0 0 0,0 1 0,0-1 0,0 0 0,0 1 0,0-1 0,1 0 0,-1 1 0,0-1 0,0 0 0,1 0 0,132 4-2503,8 0-5502,-64-3-2606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48:28.9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0 120 8426,'0'0'12032,"41"0"-10976,3 1-795,25 0 319,116-14 1,-93 2-133,258-43 68,-316 47-513,-20 4 8,1 0-1,-1-1 1,0 0-1,21-10 1,-35 14 12,0 0 0,0 0 0,0 0 1,0 0-1,-1 0 0,1 0 0,0 0 0,0 0 1,0 0-1,0 0 0,0 0 0,-1 0 0,1 0 1,0-1-1,0 1 0,0 0 0,0 0 0,0 0 1,-1 0-1,1 0 0,0 0 0,0 0 0,0 0 1,0 0-1,0-1 0,0 1 0,-1 0 1,1 0-1,0 0 0,0 0 0,0 0 0,0 0 1,0-1-1,0 1 0,0 0 0,0 0 0,0 0 1,0 0-1,0-1 0,0 1 0,0 0 0,0 0 1,0 0-1,0 0 0,0 0 0,0-1 0,0 1 1,0 0-1,0 0 0,0 0 0,0 0 0,0-1 1,0 1-1,0 0 0,0 0 0,1 0 0,-1 0 1,0 0-1,0 0 0,0-1 0,0 1 0,0 0 1,0 0-1,0 0 0,1 0 0,-1 0 0,0 0 1,0 0-1,0 0 0,-15-1 89,-31 1-70,43 0-43,1 1 0,-1-1 0,1 1 0,-1-1 0,1 1 0,-1 0 0,1 0 0,0 0 0,0 0 0,-1 0 0,1 1 0,0-1 0,0 1 0,0-1 0,0 1 0,-2 2 0,1 2 0,-1 0 0,1 1 0,0-1-1,0 1 1,1-1 0,0 1-1,-2 9 1,-8 57-9,12-68 9,-10 125-4,7 145-1,4-151 5,9 231-336,-10-350 327,3 29-57,-2 0 0,-4 49 0,3-82 68,0 0-1,-1-1 1,1 1-1,0 0 1,0 0-1,0 0 1,-1 0-1,1 0 1,-1-1-1,1 1 1,-1 0-1,1 0 1,-1-1-1,1 1 1,-1 0-1,1-1 1,-1 1-1,0 0 1,1-1-1,-1 1 1,0-1-1,0 1 1,1-1-1,-1 0 1,0 1-1,0-1 1,-1 1-1,-26 0 29,17-1-20,-23 0 2,9 1 24,0-1-1,1 0 1,-1-2 0,0-1-1,1-1 1,-1-1 0,-33-12-1,-18-14 157,-137-62 669,210 89-837,11 1-163,50 0-1026,0-3 0,69-17 1,-73 10-766,0-3 0,53-24 0,-96 35 1601,106-43-3745,-9 0-382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48:29.7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173 1083 5329,'0'0'15872,"5"-5"-14304,9-10-626,-20 22-178,-36 41 210,18-16-764,1 0 0,-29 54 0,44-71-171,2 0 1,0 0 0,0 1 0,1-1 0,1 1 0,1 0 0,0 1 0,0 28 0,2-42-41,1-1 0,0 1 1,0-1-1,1 1 0,-1-1 1,0 0-1,1 1 0,0-1 1,-1 1-1,1-1 0,0 0 1,0 0-1,0 1 0,1-1 1,-1 0-1,3 3 0,-2-3-2,1 0 0,-1-1 0,1 1 0,0-1 0,0 1 0,0-1 0,0 0 0,0 0 0,0 0 0,0-1 0,0 1 0,6 0 0,28 2-73,59-1 0,-81-2 35,1-1 0,0-1-1,-1-1 1,0 0 0,1-1 0,20-8 0,-25 7-6,-1-1 0,0 0 0,0-1 0,-1 0 0,1 0 0,-2-1-1,16-16 1,-19 18 15,0-1-1,0 1 1,-1-1-1,0 0 1,0 0-1,-1 0 1,1 0-1,-2-1 1,1 1 0,-1-1-1,0 0 1,1-12-1,-2 7 26,0 1-1,-2-1 1,1 1 0,-4-18-1,3 25 8,-1-1 0,0 1 0,0 0 0,0 0 0,0 0-1,-1 0 1,0 0 0,0 1 0,0-1 0,-1 1 0,0 0 0,-5-5-1,-19-15-83,-2 2-1,-1 1 0,0 1 1,-2 2-1,-58-24 0,86 40-152,-11-5 57,16 7 133,0 0-1,0 0 0,0 0 1,0 0-1,1 0 0,-1 0 1,0 0-1,0 0 1,0 0-1,0 0 0,1 0 1,-1 0-1,0 0 1,0 0-1,0-1 0,0 1 1,1 0-1,-1 0 1,0 0-1,0 0 0,0 0 1,0 0-1,0 0 0,0-1 1,0 1-1,1 0 1,-1 0-1,0 0 0,0 0 1,0 0-1,0-1 1,0 1-1,0 0 0,0 0 1,0 0-1,0 0 0,0-1 1,0 1-1,0 0 1,0 0-1,0 0 0,0 0 1,0-1-1,0 1 1,0 0-1,0 0 0,0 0 1,0 0-1,0-1 0,0 1 1,0 0-1,-1 0 1,1 0-1,0 0 0,0 0 1,0-1-1,0 1 1,0 0-1,0 0 0,0 0 1,-1 0-1,1 0 1,101-27-1096,-2-3 1,0-5-1,150-78 1,-202 88 1065,-1-2-1,-1-2 1,-2-2-1,0-2 1,-3-2-1,-1-2 1,-1-1 0,-3-2-1,32-46 1,-52 64 411,-1-2 0,-2 0 0,0 0 0,-2-1 0,0-1 0,-2 1 1,-1-2-1,-1 1 0,-1-1 0,-1 0 0,-2 0 0,-1-37 0,0 63-241,-1-1 0,0 0 0,0 1 0,0-1 0,0 0 0,0 1 0,0-1 0,-1 1-1,1-1 1,-1 1 0,1-1 0,-1 0 0,1 1 0,-1 0 0,0-1 0,1 1 0,-1-1 0,0 1-1,-2-2 1,0 2 6,1 0 0,0 0 0,-1 0 0,0 1-1,1-1 1,-1 1 0,1 0 0,-1 0 0,1 0-1,-6 0 1,-4 1-102,5-1 42,1 0 0,0 1 0,0 0-1,0 1 1,0-1 0,0 1 0,0 0-1,0 1 1,0 0 0,1-1 0,-1 2 0,-9 6-1,-2 4 111,1 1 0,-20 23 0,26-28-57,-25 32 119,1 1-1,1 2 0,3 0 1,2 2-1,2 2 1,2 0-1,-18 56 0,18-31-161,3 1-1,3 0 0,4 1 0,-7 110 1,21-185-49,-12 266 25,10-256 65,2-2-518,17-13-21,1-6 238,-1 0-1,0-2 1,0 1-1,27-27 1,-27 22 74,1 1 1,0 1-1,39-22 1,-57 36 151,0 0 1,0 0-1,0 0 0,1 0 0,-1 0 1,0 0-1,0 0 0,0 0 0,0 0 0,1 0 1,-1 0-1,0 0 0,0 0 0,0 0 1,1 0-1,-1 0 0,0 0 0,0 0 1,0 0-1,0 1 0,1-1 0,-1 0 1,0 0-1,0 0 0,0 0 0,0 0 1,0 0-1,0 1 0,1-1 0,-1 0 1,0 0-1,0 0 0,0 0 0,0 1 0,0-1 1,0 0-1,0 0 0,0 0 0,0 0 1,0 1-1,0-1 0,0 0 0,0 0 1,0 0-1,0 1 0,0-1 0,1 14 85,0-7 43,2 70 472,-2-46-606,1-1 1,1 1-1,10 45 0,-12-74-110,-1-1 0,1 1-1,-1-1 1,1 0 0,0 1-1,-1-1 1,1 0 0,0 0 0,0 1-1,0-1 1,0 0 0,0 0-1,0 0 1,0 0 0,1 0 0,-1 0-1,0-1 1,0 1 0,1 0-1,-1-1 1,3 2 0,20 3-4552,-6-4-1379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48:30.1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10986,'0'0'11295,"10"16"-10350,32 56-334,-38-64-535,1 0-1,-1 0 1,-1 1 0,1 0 0,-1-1-1,-1 1 1,0 0 0,0 0-1,-1 1 1,0-1 0,0 0-1,-2 14 1,1-14-77,0-8-8,0-1 1,0 1-1,1 0 1,-1-1-1,0 1 1,0-1-1,0 1 1,0-1-1,1 1 0,-1-1 1,0 1-1,0-1 1,1 0-1,-1 1 1,0-1-1,1 1 1,-1-1-1,1 0 0,-1 1 1,0-1-1,1 0 1,-1 1-1,1-1 1,-1 0-1,1 0 1,-1 1-1,1-1 0,-1 0 1,1 0-1,-1 0 1,2 0-1,24 0-452,-18-1 333,0-1 0,0 0 0,-1 0 0,15-8 0,21-16-287,41-35 0,-49 34 262,2 1 0,46-24 1,-75 46 423,1-1 1,0 1-1,0 1 1,0-1-1,1 2 0,-1-1 1,1 1-1,-1 1 1,1 0-1,12 0 1,-21 1-198,0 0 1,0 1-1,0-1 1,0 1-1,0 0 1,0-1-1,0 1 1,0 0-1,-1 0 1,1-1-1,0 1 1,0 0-1,0 0 1,-1 0-1,1 0 1,0 0-1,-1 0 1,1 0-1,0 2 1,10 24 494,-10-24-416,3 9-19,-2 0 0,1 0 0,-1 0 1,-1 0-1,0 0 0,-2 24 0,3 33-991,5-52-2684,9-9-4696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48:31.4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1 6465,'0'0'11183,"-1"0"-11048,1 1 0,-1-1 0,1 0 0,0 1 0,-1-1 0,1 0 0,-1 1-1,1-1 1,0 1 0,-1-1 0,1 0 0,0 1 0,0-1 0,-1 1 0,1-1 0,0 1 0,0-1 0,0 1 0,0-1 0,-1 1 0,1 0 0,0-1 0,0 1 0,0-1 0,0 1 0,0-1 0,0 1 0,1-1 0,-1 2 0,-1 73 700,11 218 902,26 8-906,14 122-459,-45-370-361,37 263 38,-40-311-187,5 19 428,-7-23-397,0-1-1,1 1 1,-1 0-1,1-1 1,-1 1-1,1-1 1,-1 1 0,1-1-1,-1 1 1,1-1-1,0 1 1,-1-1-1,1 1 1,0-1 0,-1 0-1,1 1 1,0-1-1,-1 0 1,1 0-1,0 1 1,0-1 0,-1 0-1,1 0 1,1 0-1,3-11-1401,-1-28-1689,-2-41 0,-2 20-2677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48:33.7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120 389 1144,'0'0'9812,"4"1"-9080,44 7 31,1-2 1,-1-2-1,92-4 0,-59-1-543,184 2 310,544-15-216,1121-199 1806,-1039 118-721,-545 81-1376,34-2-7,-79-6-6,152-8 5,58 27-19,-268 5 1,-184-2 3,327 11 0,-367-12 5,-17 1 0,1 0-1,-1-1 1,1 1-1,0 0 1,-1 0-1,1 0 1,-1 1-1,1-1 1,0 1-1,-1-1 1,1 1-1,-1 0 0,1 0 1,2 2-1,-4-2 75,-1 0-54,0 0-1,1 0 0,-1 0 1,1 0-1,-1-1 0,1 1 1,0 0-1,-1 0 0,1 0 1,0 0-1,0 0 1,0-1-1,-1 1 0,1 0 1,0-1-1,0 1 0,0-1 1,0 1-1,0-1 1,0 1-1,2-1 0,3 3-21,1-1 0,0 0 0,-1-1 0,1 0 0,0 0 0,0 0 0,9-1 0,11 1-3,25 3 1,70-5-1,-43-1 6,82 2 117,-161 1-89,1-1-1,0 1 1,-1-1 0,1 1 0,-1-1 0,1 1 0,-1 0 0,1-1 0,-1 1 0,1 0 0,-1-1 0,1 1 0,-1 0 0,0 0-1,1-1 1,-1 1 0,0 0 0,0 0 0,0 0 0,1-1 0,-1 1 0,0 0 0,0 0 0,0 0 0,0-1 0,-1 1 0,1 0-1,0 0 1,0 0 0,0 0 0,-1 0 0,0 6 142,2 50 490,-3-1 0,-14 85 0,-54 411 607,49 3-1049,16-366-170,0 333 212,5-463-159,0-58-99,0-1-5,0 0 0,0 1-1,-1-1 1,1 0-1,0 0 1,0 1 0,0-1-1,0 0 1,0 0-1,0 1 1,0-1 0,-1 0-1,1 0 1,0 1-1,0-1 1,0 0 0,-1 0-1,1 0 1,0 1-1,0-1 1,-1 0 0,1 0-1,0 0 1,0 0-1,-1 0 1,1 0 0,0 1-1,0-1 1,-1 0-1,1 0 1,0 0-1,-1 0 1,1 0 0,0 0-1,0 0 1,-1 0-1,-18 0 5,8 0-7,1 1 0,-1-2 0,0 0 0,0 0 0,-18-5 0,-23-8-73,-1 2-1,0 3 0,-72-4 1,-169 9-260,200 4 199,-160-1-253,-248 2-261,2 29-136,-61 46-207,228-28 916,-318-14 117,576-33-12,-1321 2 1044,736-5-949,462 14-128,-2 0-34,-1120-12-34,1305 0 74,1-1 1,-1 0-1,0-1 0,-15-5 0,16 3 1496,22 5 1397,14 1-2482,42-2-360,-63 0-61,-9-4-10895,-7-16 1936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48:37.1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215 826 5209,'0'0'10158,"0"3"-5117,-2 25-4267,-3-12-536,0 0 1,-1 0-1,-10 18 1,-10 27 174,8-4-325,2 0 0,2 1 1,3 0-1,3 1 0,-2 78 0,10-137-87,0 1 0,0-1 0,0 0 0,0 1 1,0-1-1,0 0 0,0 0 0,0 1 0,-1-1 0,1 0 0,0 1 0,0-1 0,0 0 0,0 0 0,0 0 0,-1 1 0,1-1 0,0 0 0,0 0 0,0 1 0,-1-1 0,1 0 0,0 0 0,0 0 1,-1 0-1,1 0 0,0 1 0,0-1 0,-1 0 0,1 0 0,0 0 0,0 0 0,-1 0 0,1 0 0,0 0 0,-1 0 0,1 0 0,0 0 0,0 0 0,-1 0 0,1 0 0,0 0 0,-1 0 1,1 0-1,0 0 0,0 0 0,-1-1 0,1 1 0,0 0 0,0 0 0,-1 0 0,1 0 0,0-1 0,0 1 0,0 0 0,-1 0 0,1 0 0,0-1 0,0 1 0,0 0 0,0 0 0,-1-1 0,1 1 1,0 0-1,0-1 0,-3-4-8,0 0 1,1 0-1,0-1 1,-1 1 0,2-1-1,-1 1 1,1-1 0,-1-9-1,-3-8-31,-10-55-118,3-1 1,-2-88-1,17-161-110,-1 286 236,3-1-1,1 1 0,2 0 1,2 0-1,2 1 0,1 0 1,3 1-1,1 1 0,2 0 1,1 1-1,2 2 0,39-50 1,-49 72 28,0 0 0,2 0 0,-1 2 0,24-17 0,-29 23 14,0 1 0,0 1 1,1 0-1,-1 0 0,1 0 0,0 1 0,0 0 0,0 1 0,1 0 1,11-1-1,68 2 260,-85 2-250,0-1 0,0 0 0,0 1 0,1 0 1,-1 0-1,0 0 0,0 1 0,0-1 0,-1 1 0,1 0 1,0 0-1,-1 0 0,7 5 0,-3 0 32,-1-1 0,1 1 0,-1 0 0,0 0 0,9 16 0,-2 1 107,-1 2-1,-1-1 1,10 36 0,-4 1 187,-3 0 0,10 100-1,-7 132 368,-15 96-104,-3-233-2213,1-295-4392,0 62 118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48:37.3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3897,'0'0'17436,"344"54"-17436,-237-24-88,-23-1-2161,-13-5-6545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48:38.5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56 470 7001,'0'0'11959,"-4"-3"-10655,3 3-1270,1 0-1,0-1 0,-1 1 1,1-1-1,-1 1 0,1 0 0,-1 0 1,1-1-1,0 1 0,-1 0 1,1 0-1,-1-1 0,1 1 1,-1 0-1,0 0 0,1 0 1,-1 0-1,1 0 0,-1 0 1,1 0-1,-1 0 0,1 0 0,-1 0 1,1 0-1,-1 0 0,1 0 1,-1 1-1,1-1 0,-1 0 1,1 0-1,-1 0 0,1 1 1,-1-1-1,0 1 0,0 0 39,0 1 0,1-1 0,-1 1 0,0-1 0,0 1 0,1-1 0,-1 1 0,1 0 0,-1 0 0,1-1 0,-1 4 0,0 67 1023,2-48-796,-7 314 777,0-256-1185,6-81-54,0-7-1124,-12-391-33,12 336 1351,-2 7-54,3 0 0,2 0-1,13-68 1,-13 107 58,1-1 0,1 1 0,0 0 0,1 0 0,1 0 0,0 1 0,1 0-1,1 0 1,0 1 0,1 0 0,0 1 0,0 0 0,2 0 0,-1 1 0,22-14 0,-28 21 65,0 1 0,1 0 0,0 0-1,0 1 1,0 0 0,0 0 0,0 0 0,0 0 0,1 1-1,-1 0 1,0 1 0,1 0 0,10 0 0,-16 0-83,0 0 1,1 1-1,-1-1 1,1 1 0,-1-1-1,0 1 1,1-1-1,-1 1 1,0 0-1,1 0 1,-1 0 0,0-1-1,0 1 1,0 0-1,0 0 1,0 1-1,0-1 1,0 0-1,0 0 1,-1 0 0,1 1-1,0-1 1,-1 0-1,1 1 1,-1-1-1,1 3 1,10 43 210,-10-38-171,4 30 100,-3 0 1,-1 45 0,-2-39-55,1-38-86,-1-1 1,1 1-1,-1-1 1,-1 1-1,1-1 1,-1 0-1,0 0 0,-1 0 1,1 0-1,-5 7 1,-3 2 49,0 0 1,-16 17-1,-1 1-20,26-31-49,0-1 0,0 0 0,0 1 0,0-1 0,0 1 0,0-1-1,1 1 1,-1 0 0,1-1 0,-1 1 0,1 0 0,-1-1 0,1 1 0,0 0 0,0-1 0,0 1 0,0 0-1,0-1 1,0 1 0,0 0 0,1 0 0,-1-1 0,1 1 0,-1 0 0,1-1 0,-1 1 0,1-1 0,0 1-1,0-1 1,0 1 0,0-1 0,0 0 0,2 2 0,3 3-7,0-1 1,1 1 0,-1-2-1,1 1 1,11 5-1,-16-9 12,65 35-34,-21-12-66,0 2 1,-2 2-1,46 38 0,-79-58 56,-1 2-1,0-1 1,-1 1-1,0 1 1,0 0-1,-1 0 1,0 0-1,-1 1 1,-1 1 0,0-1-1,0 1 1,-2 0-1,1 0 1,-1 0-1,-1 1 1,2 24 0,-4-32 37,0 7 2,-1 1 0,0-1 1,-2 17-1,1-25 10,0 0 1,0-1-1,-1 1 1,0 0-1,1-1 0,-1 0 1,-1 1-1,1-1 1,-1 0-1,0 0 0,1 0 1,-7 5-1,-8 6 99,0-1 0,-1-1 0,0 0 0,-1-2 0,0 0 0,-1-1 0,-22 7 0,-151 44 947,169-54-941,-8 3 12,0-2 0,-1-2 0,-66 6 0,98-25-1161,1-14-931,1-1-1,2 1 1,8-40 0,21-26-7446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48:39.2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113 49 4745,'0'0'10700,"-6"-8"-9624,-19-24 93,12 24 428,6 13 935,5 19 13,2-20-3269,2 144 1017,-6 186-229,-1-292-150,-20 81 0,10-58-1901,4 2-3642,10-47-962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48:39.9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167 129 3529,'0'0'11790,"3"-8"-10364,1 1-915,4-10-137,-5 1 3161,-11 16-2079,4 1-1424,0 0-1,1 0 1,-1 0 0,0 0 0,1 0 0,-1 0-1,1 1 1,0 0 0,-1 0 0,1 0 0,0 0-1,0 0 1,0 1 0,1-1 0,-1 1 0,0 0-1,1 0 1,-4 6 0,-6 7-44,2 1 0,-11 23 0,18-34 28,-8 18-44,1 0 0,1 1 0,1 0 0,2 0 0,-6 39 0,6-3-504,2 73 0,3-119 337,2 0-1,0 0 1,1-1 0,0 1 0,8 24 0,-8-34 120,-1 0 0,1-1 0,1 1-1,-1 0 1,1-1 0,0 0 0,0 0 0,0 0 0,0 0 0,1 0 0,-1 0 0,1-1 0,0 0 0,0 0 0,1 0-1,-1 0 1,1-1 0,-1 1 0,9 2 0,-5-3 30,0 1 0,0-1 0,0 0 0,0 0 0,0-1 1,1-1-1,-1 1 0,1-1 0,-1 0 0,0-1 0,1 0 0,-1-1 0,0 1 0,0-2 0,0 1 0,0-1 0,0 0 0,0-1 0,-1 1 0,0-2 1,0 1-1,0-1 0,0 0 0,0 0 0,8-10 0,7-14 177,0 0 1,-2-2 0,-2 0-1,0-1 1,-3-1-1,0-1 1,-2 0-1,-2-1 1,-1 0 0,-2 0-1,-1-1 1,-1-1-1,-3 1 1,0-43-1,-3-94 3344,-1 168-3725,3 5-2099,-2 0 2251,0 0-1,0 0 0,0 0 0,0 0 0,0 0 0,0 0 0,16 5-6118,26 11-6162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48:40.8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36 0 6057,'0'0'9506,"0"21"-9000,0 122 867,-18 109 1416,2-46-2468,14-43-985,3-95-2246,-1-23-3330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48:41.4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 0 2377,'0'0'8507,"6"13"2455,-18 341-9186,6-176-1782,6-164-1,0-13 3,0 0 0,1 0-1,-1 0 1,0 0 0,1 0 0,-1-1-1,1 1 1,-1 0 0,1 0 0,-1 0-1,1-1 1,0 1 0,-1 0 0,1 0-1,0-1 1,0 1 0,-1-1 0,1 1-1,0 0 1,0-1 0,0 0 0,0 1-1,0-1 1,0 0 0,0 1 0,-1-1-1,1 0 1,0 0 0,2 0 0,34 4-48,-30-3 39,165 0-46,-96-1 45,42-9 11,3 0 3,-107 9-21,-4 0-27,0 0 0,0 0 0,0-1 0,-1 0 0,16-4 0,-24 4-99,0 0 1,-1 0 0,1 0 0,0-1-1,0 1 1,-1 0 0,1 0 0,0 0-1,-1-1 1,1 1 0,-1 0 0,0-1-1,0 1 1,1-1 0,-1 1 0,0 0-1,0-1 1,0 1 0,0 0 0,-1-3-1,-1-33-5575,-3 9-138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48:41.6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 0 9434,'0'0'11891,"-18"386"-11019,18-303-408,18-5-288,-6-7-128,0-6-48,6 7-304,-12-13-1505,-1-17-3568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48:42.7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4793,'0'0'11452,"0"30"-7033,0-20-4181,1-1 0,1 1 0,0-1-1,0 1 1,1-1 0,4 10 0,-2-5-92,-1 0 1,4 22 0,17 230 586,-1-9-682,-18-208-390,10 56-290,4-41-6375,-9-49-1976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48:44.1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178 42 1272,'0'0'11581,"1"-7"-10444,3-20-106,-3 20 5000,-3 22-5781,-2 1-1,-6 19 1,-3 13-172,-10 50 5,-60 164 0,79-252-97,0 1 1,1 0-1,1-1 1,-1 1-1,2 0 1,-1 19-1,2-28-67,3-2-34,32 0-38,27 1-11,92-12 1,-86 6 114,-63 5 48,-1 0-1,0 0 1,0 0 0,0 1-1,0-1 1,0 1 0,0 0-1,0 0 1,0 1-1,0-1 1,-1 1 0,1 0-1,0 0 1,3 3 0,37 56 1,-41-56-1,11 11-6,-2 1-1,12 19 0,-20-30 5,-1 1 0,0-1 0,0 1-1,-1 0 1,0-1 0,0 1-1,-1 0 1,0 1 0,1 13 0,-2-19 5,0 0 0,-1 0-1,1 1 1,-1-1 0,1 0 0,-1 0 0,1 0 0,-1 0 0,0 0 0,0 0 0,0 0 0,0 0 0,-1 0 0,1-1 0,0 1 0,-1 0 0,1-1 0,-1 1 0,0-1 0,-1 2 0,-5 2 21,0 0 0,0-1 0,-14 6-1,6-3 11,-33 14 141,0-2 0,-89 21 1,118-36-193,-1-1 0,0-2 0,-39 0 0,27-2-509,31 1 415,1 0 0,-1 0 0,1 0 0,-1-1 0,1 1-1,-1-1 1,1 1 0,0-1 0,-1 1 0,1-1 0,0 0 0,-1 0 0,1 0 0,0 1 0,0-1 0,0 0 0,0 0 0,0-1-1,0 1 1,0 0 0,0 0 0,-1-3 0,-13-33-3879,12 28 2477,-9-27-4768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48:44.5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61 1360,'0'0'16812,"9"1"-15572,245 5 1544,-165-7-2406,-22 1-170,0-3 0,0-2 0,0-4 0,87-22 0,-132 22-91,7 0 427,-28 9-338,-2 0-408,-25 0-1847,12-1 342,-1 1-1,1 1 1,-16 2 0,-13 12-6284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48:47.4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66 46 8146,'0'0'8887,"-10"-8"-7957,-29-23 59,27 25 718,7 9-922,5 14-459,1-12-149,-1 35 170,4 341 1144,28-1-2075,-32-378 457,0 1 0,1 0 0,-1 0 0,1 0 0,0-1 0,0 1 0,0 0 0,0-1 0,2 4 0,-2-5-248,0-1 0,-1 1-1,1 0 1,0 0 0,1 0-1,-1-1 1,0 1 0,0 0-1,0-1 1,0 1 0,0-1-1,1 0 1,-1 1 0,0-1 0,0 0-1,1 0 1,-1 0 0,0 0-1,0 0 1,2 0 0,4 0-7306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48:47.9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128 36 10098,'0'0'9514,"52"-6"-8919,164-17-156,-189 19-311,0 2 0,55 2-1,-71 1-96,-7-1-24,0 0 0,0 1-1,0 0 1,-1 0-1,1 0 1,0 1-1,0-1 1,-1 1-1,1 0 1,-1 0-1,0 0 1,1 0-1,-1 1 1,0-1-1,0 1 1,-1 0-1,1 0 1,0 0-1,-1 0 1,0 0-1,0 0 1,0 1-1,0-1 1,0 1-1,-1 0 1,1-1-1,0 6 1,2 7 3,0 1 1,-2 0-1,0 0 1,0 0-1,-2 19 1,0-29-1,0 1 1,-1-1-1,0 0 1,0 1-1,-1-1 0,0 0 1,0 0-1,0 0 1,-1 0-1,0 0 0,-8 11 1,4-7-5,-2-1 0,1-1 1,-1 1-1,-1-1 1,0-1-1,-11 8 0,-21 14 5,0-3 0,-3-1-1,0-2 1,-63 23 0,107-46-31,0-1 0,0 0 0,0 0 0,0 0 1,0 1-1,0-1 0,0 0 0,0 1 1,0-1-1,1 1 0,-1-1 0,0 1 0,0-1 1,0 1-1,1 0 0,-1-1 0,0 1 0,1 0 1,-1 0-1,0 0 0,1-1 0,-1 1 1,1 0-1,0 0 0,-1 0 0,1 0 0,0 0 1,-1 0-1,1 0 0,0 0 0,0 0 0,0 0 1,0 0-1,0 0 0,0 0 0,0 0 1,0 0-1,0 0 0,0 0 0,1 0 0,-1 0 1,0 0-1,1-1 0,-1 1 0,0 0 0,1 0 1,-1 0-1,2 1 0,48 70-23,-31-35-134,-1 0-1,-2 1 1,-2 1-1,-1 0 1,-3 1-1,0 0 1,-3 1-1,-1 0 1,-2 0-1,-4 79 1,0-116 168,0 0-1,-1-1 1,0 1 0,0 0 0,0-1-1,0 1 1,0-1 0,-1 0-1,1 1 1,-1-1 0,0 0-1,0 0 1,0 0 0,-1 0 0,1 0-1,-4 3 1,0-2 68,0 1 0,0-1-1,0-1 1,0 1 0,0-1 0,-1 0 0,1-1-1,-9 3 1,-7 0 240,-1-1-1,1-1 0,-1 0 1,-30-2-1,35-1-151,2 1 40,-1-2 0,-28-3 0,41 3-177,-1 0 0,1 0 1,0-1-1,-1 1 1,1-1-1,0 0 1,0 0-1,0 0 1,0-1-1,0 1 0,1-1 1,-1 0-1,1 0 1,-5-5-1,7 6-55,0 1-1,0-1 0,0 1 0,0-1 1,0 1-1,1-1 0,-1 1 1,0-1-1,1 0 0,-1 1 0,1-1 1,0 0-1,-1 0 0,1 1 1,0-1-1,0 0 0,0 0 1,0 1-1,0-1 0,1 0 0,-1 0 1,0 1-1,1-1 0,0 0 1,-1 1-1,1-1 0,0 1 0,0-1 1,0 1-1,0-1 0,0 1 1,2-3-1,2-2-323,1 1-1,0-1 1,0 1 0,1 0-1,8-4 1,-10 6 155,55-35-4502,5-3-4120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48:48.3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0 221 9418,'0'0'12159,"17"34"-11635,52 112-130,-63-135-318,0 0-1,-2 1 0,1 0 0,-1 0 0,-1 0 1,0 0-1,2 19 0,-3-11 28,0 11 285,-10-52 198,-4-12-536,1 9-17,2 1 1,0-2-1,1 1 0,2-1 1,1 0-1,0-1 0,0-38 1,4 43-6,1 2 3,0 1 0,4-23 0,-3 36-30,0 0 0,0 0-1,1 0 1,-1 0-1,1 0 1,1 0-1,-1 0 1,0 1 0,1-1-1,0 1 1,0 0-1,5-5 1,4-2-217,-1 0 1,2 1-1,0 0 0,0 1 0,0 1 1,1 0-1,17-7 0,-14 9-2123,-1 0-1,1 2 1,26-5-1,-6 7-5979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48:48.5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0 464,'0'0'22461,"0"238"-22365,0-232-96,0 0-40,0-42-4865,0-11-464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48:48.7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7842,'0'0'13755,"6"36"-13755,12-1-128,17 25-977,-5-13-1959,0-11-2978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48:49.1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565 0 10722,'0'0'11503,"-54"5"-10244,-173 20-382,211-23-761,0 1-1,0 1 1,-28 10-1,38-11-75,0 1 0,0-1 0,1 1 0,-1 0-1,-6 6 1,-6 5 14,8-7-45,0 1-1,0 0 1,1 1-1,0 0 1,0 1-1,1 0 1,1 0-1,0 0 1,0 1-1,1 0 1,-7 21-1,6-11-298,1 1 0,1 0 0,1 0 0,1 0 0,1 41 0,2-63 267,0 0 0,0 0-1,1 0 1,-1 0-1,0 0 1,1 0 0,-1-1-1,1 1 1,-1 0-1,1 0 1,-1-1-1,1 1 1,0 0 0,-1 0-1,1-1 1,0 1-1,0-1 1,-1 1 0,1-1-1,0 1 1,0-1-1,0 1 1,0-1 0,0 0-1,-1 0 1,1 1-1,0-1 1,0 0 0,0 0-1,0 0 1,1 0-1,38 1-223,-30-1 150,3 0 16,14 0-64,39-4 1,-56 2 135,-1 0 0,1 0 0,0-1 0,-1 0 0,0-1 0,0 0 0,13-8 0,86-52 1807,-108 64-1759,1 0-1,-1-1 1,1 1-1,-1 0 1,1 0-1,-1 0 1,1 0 0,-1 0-1,1 0 1,-1 0-1,1 0 1,-1 0-1,1 0 1,-1 0 0,1 0-1,-1 0 1,1 0-1,-1 0 1,1 0-1,-1 1 1,1-1-1,-1 0 1,1 0 0,-1 1-1,1-1 1,-1 0-1,0 0 1,1 1-1,-1-1 1,0 1 0,1-1-1,-1 0 1,0 1-1,1-1 1,-1 1-1,0-1 1,0 1-1,1-1 1,-1 1 0,0-1-1,0 1 1,6 25-274,-4-18 369,2 9-206,1 0 1,0 0-1,2 0 0,12 25 0,-18-40-30,1-1 0,-1 1-1,0 0 1,1 0-1,-1-1 1,1 1 0,0-1-1,0 1 1,-1-1 0,1 1-1,0-1 1,0 0 0,0 0-1,0 0 1,0 0-1,0-1 1,4 2 0,39-1-3516,-24-2 795,21 1-3801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48:49.5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90 6369,'0'0'15844,"9"6"-14927,-4-4-825,0 1-14,0 0-1,0 0 1,0 1 0,0-1-1,-1 1 1,1 0 0,-1 0-1,0 1 1,0-1 0,-1 1-1,1 0 1,-1 0 0,4 8-1,13 32 355,-6-15-342,-1 1 1,-1 0-1,13 60 1,-21-79-67,-3-10 28,2-3-35,-3 1-19,1 0 0,-1 0 0,0 0 0,1 0 0,-1 0 0,1 0 0,-1 0 0,0 0 0,1 0 0,-1 0 0,1 0 0,-1 0 0,0 0 0,1-1 0,-1 1 0,1 0 0,-1 0 0,0 0 0,1-1 0,-1 1 0,0 0 0,1 0-1,-1-1 1,0 1 0,0 0 0,1-1 0,-1 1 0,0 0 0,0-1 0,1 1 0,30-58-218,-21 38 159,0 1-1,16-22 1,-6 16 51,1 1-1,1 2 0,1 0 1,0 1-1,2 1 0,1 1 1,0 2-1,1 0 0,1 2 1,0 1-1,1 1 0,37-11 1,-56 22 29,0 0 1,0 1-1,0-1 0,16 2 1,-26 0-14,1 0 0,-1 1 0,1-1 0,-1 1 0,1-1 0,-1 1 1,1-1-1,-1 1 0,0-1 0,1 1 0,-1-1 0,0 1 0,0-1 0,1 1 0,-1 0 0,0-1 0,0 1 0,0-1 0,0 1 1,1 0-1,-1-1 0,0 1 0,0 0 0,-1 0 0,2 0 14,1 37 298,-2 50 0,-1-28-343,-1-60-253,1 1 1,0 0 0,0-1-1,-1 1 1,1 0 0,-1-1-1,1 0 1,0 1 0,-1-1-1,1 0 1,-4 0 0,5 0-7,-28 1-5532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0:50.5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0 509 1568,'0'0'7894,"35"-38"-5728,106-116 41,-98 101-545,-35 33 215,-2 0 860,-3 18-289,-2 10-2033,0 16-596,-12 326 717,-2 75-581,13-415 15,3 23-160,-3-32 176,0 0 0,1 0-1,-1 0 1,1 0-1,-1 0 1,1 0 0,-1 0-1,1 0 1,0 0-1,0-1 1,-1 1 0,1 0-1,0 0 1,0-1-1,0 1 1,0 0 0,0-1-1,0 1 1,0-1-1,0 1 1,0-1 0,0 0-1,0 1 1,0-1-1,0 0 1,2 0 0,3 1-33,0-1 0,1 0 0,-1 0 0,0 0 0,1-1 1,-1 0-1,0 0 0,0-1 0,0 1 0,0-2 1,0 1-1,-1 0 0,11-7 0,1-2 66,-1-2 0,-1 1-1,15-17 1,-7 7-31,436-425 162,-435 423-124,-21 21-21,0 0-1,0 1 0,0-1 1,0 1-1,1 0 1,-1 0-1,1 0 0,-1 0 1,8-2-1,-8 3-8,-1 1 1,0 0-1,0-1 0,0 1 1,1 0-1,-1 0 0,0 1 1,0-1-1,1 0 0,-1 1 1,0-1-1,0 1 0,0 0 1,0-1-1,1 1 0,-1 0 1,-1 0-1,1 1 0,0-1 1,2 2-1,13 13 22,-1 0 0,0 1-1,12 20 1,25 26 19,-28-37-34,1-2-1,46 35 1,-58-49-4,0-1-1,1-1 1,0 0 0,0-1 0,0-1 0,1 0 0,30 6 0,-9-7-23,0-2 0,41-2 0,-71-1 18,3 0 7,1-1 1,0 0-1,-1 0 0,1-1 0,-1 0 0,0-1 0,0 0 0,0-1 0,0 0 0,0 0 0,-1-1 0,0-1 0,0 1 0,0-1 0,0-1 0,-1 0 0,0 0 0,13-16 0,-6 5 31,-1 0-1,-1 0 0,0-2 1,-1 1-1,-1-2 0,-1 0 0,-1 0 1,8-30-1,-8 15 74,-1 1 1,-2-1-1,-2 0 0,-1-58 1,-1 42 89,-1-41 217,-2 83-320,0 1-1,0-1 1,-1 1-1,0-1 1,-1 1-1,-7-18 1,1 8 68,7 13-124,-1 0 1,0 1-1,0-1 1,0 1 0,0 0-1,-5-5 1,8 10-65,0 0-1,0 0 1,0-1 0,-1 1-1,1 0 1,0 0 0,0 0 0,0-1-1,0 1 1,0 0 0,0 0-1,-1 0 1,1 0 0,0 0 0,0-1-1,0 1 1,-1 0 0,1 0-1,0 0 1,0 0 0,0 0 0,-1 0-1,1 0 1,0 0 0,0 0-1,-1 0 1,1 0 0,0 0-1,0 0 1,0 0 0,-1 0 0,1 0-1,0 0 1,0 0 0,-1 0-1,1 0 1,0 0 0,0 0 0,0 0-1,-1 0 1,1 0 0,0 1-1,0-1 1,0 0 0,0 0 0,-1 0-1,1 0 1,0 1 0,0-1-1,0 0 1,0 0 0,0 0-1,0 0 1,-1 1 0,1-1 0,0 0-1,0 0 1,0 1 0,0-1-1,0 0 1,-3 21-1174,3-15 1080,-2 19-916,1 0 0,0 0 0,2 0 0,1 0 0,2 0 0,0-1 0,8 27 0,16 17-4698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0:51.0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1 340 728,'0'0'18381,"9"-2"-17168,24-4-458,40-1 1,-47 6-706,0-1-1,-1-2 1,1 0-1,-1-2 1,34-11-1,-57 16-50,0 0-1,0-1 1,0 1 0,-1-1-1,1 0 1,0 1 0,-1-1 0,1 0-1,-1 0 1,1 0 0,-1 0-1,0 0 1,0 0 0,0 0-1,0-1 1,0 1 0,0 0-1,-1 0 1,1-1 0,-1 1-1,0-1 1,1 1 0,-1 0 0,0-1-1,-1-3 1,1-2-35,-1 1-1,0 0 1,0 0 0,-1 0 0,0 1-1,0-1 1,-6-13 0,-2 5 31,1-1-1,-2 1 1,0 1 0,0 0-1,-2 1 1,1 0 0,-2 0-1,0 2 1,0 0 0,-19-11-1,28 20 94,-1 0 0,0 1 0,0 0-1,1 0 1,-1 0 0,0 0 0,0 1-1,-9 1 1,5-1-87,8 0 1,0 1 0,1-1 0,-1 1-1,0 0 1,1-1 0,-1 1 0,1 0 0,-1 0 0,1 0-1,-1 0 1,1 0 0,0 1 0,0-1 0,-1 0 0,1 1-1,0-1 1,0 1 0,0-1 0,0 1 0,1-1-1,-1 1 1,0-1 0,1 1 0,-1 0 0,1 0 0,-1-1-1,1 1 1,0 2 0,-8 60-6,7-58 6,-2 46-122,7 103 0,-3-148-64,1 0 1,-1 0 0,1 0-1,1-1 1,-1 1-1,1-1 1,0 1 0,1-1-1,0 0 1,0 0-1,0 0 1,0-1 0,1 1-1,0-1 1,0 0-1,0-1 1,1 1-1,0-1 1,10 6 0,3 0-566,0-1 1,1-1 0,0 0 0,0-2-1,27 6 1,68 8-3070,-16-7 895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0:51.5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554 1155 1176,'0'0'18887,"-5"-14"-17323,-18-42-403,22 55-1117,0 0 1,0-1-1,0 1 1,0 0 0,0 0-1,0 0 1,0 0-1,-1 0 1,1 0 0,0 0-1,0 1 1,-1-1 0,1 0-1,-1 1 1,1-1-1,-1 1 1,1-1 0,-1 1-1,1 0 1,-1 0-1,1-1 1,-1 1 0,1 0-1,-1 0 1,1 1-1,-1-1 1,1 0 0,-1 0-1,-1 1 1,-7 0 105,-36-2 123,14 0-202,-40 4 0,62-2-71,0 1 0,0 0 1,0 0-1,0 1 0,1 1 0,-1-1 0,1 1 0,-11 7 0,-18 13 3,-36 31-1,59-43-12,1 1 0,1 0 0,0 1 0,1 0 0,-14 21 0,23-29-41,0-1 0,0 1 0,1 0 0,0 0 0,0 0 0,0 0 0,1 1 0,0-1-1,0 0 1,0 0 0,1 1 0,1 9 0,-1-14 26,0-1 1,1 1-1,-1-1 0,0 0 0,1 1 0,-1-1 1,1 1-1,0-1 0,-1 0 0,1 0 0,0 1 1,0-1-1,0 0 0,0 0 0,0 0 0,0 0 1,0 0-1,0 0 0,0 0 0,0 0 0,1-1 1,-1 1-1,0 0 0,0-1 0,1 1 1,-1-1-1,1 1 0,-1-1 0,0 0 0,1 1 1,-1-1-1,3 0 0,9 1-141,0 0 0,26-2 1,-17 0-64,-12 1 151,0-1 0,0 0-1,0-1 1,0 0 0,0-1 0,0 0 0,0 0 0,-1-1 0,0 0 0,12-7 0,8-8-159,47-41 0,-56 43 107,57-50-329,-3-3 0,-3-4 1,-4-3-1,-3-2 0,-4-4 0,-3-1 0,-4-4 1,-4-1-1,68-171 0,-106 226 540,0 0 1,-3-1-1,6-36 0,-10 33 1675,-1-41 0,-3 78-1693,0 1 0,-1-1 0,1 0-1,0 1 1,-1-1 0,1 0 0,0 1 0,-1-1 0,1 1-1,-1-1 1,1 1 0,-1-1 0,1 1 0,-1-1 0,0 1-1,1 0 1,-1-1 0,1 1 0,-1 0 0,0-1 0,1 1-1,-1 0 1,0 0 0,1 0 0,-1-1 0,0 1 0,1 0-1,-1 0 1,0 0 0,0 0 0,1 0 0,-1 0 0,0 1-1,0-1 1,-27 3 262,28-3-302,-5 2 11,0-1 0,0 1 0,1 0 0,0 1-1,-1-1 1,1 1 0,0 0 0,0 0 0,0 0 0,1 1-1,-1-1 1,1 1 0,0 0 0,0 0 0,0 0 0,0 0 0,-3 9-1,1-6 10,-14 26 173,1 1 0,2 0 0,1 1 1,1 1-1,3 0 0,0 0 0,-8 63 0,8 6 218,3 157 0,7-227-424,1-1-1,2 0 1,2 1 0,1-1-1,2 0 1,12 39 0,-9-45-91,21 54-297,-29-77 84,0 0 1,1 1-1,0-1 0,0 0 1,1-1-1,-1 1 1,1-1-1,0 1 0,0-1 1,0 0-1,6 4 1,-8-7-258,1-1 0,-1 1 1,0 0-1,0-1 0,0 1 1,0-1-1,0 0 1,1 0-1,-1 1 0,0-2 1,3 1-1,2 0-2223,6 0-5708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0:51.9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38 2569,'0'0'18490,"5"1"-17360,-1 2-1042,0-1 0,-1 1 1,1 0-1,-1 0 0,1 0 0,-1 1 1,0-1-1,0 1 0,-1 0 1,1-1-1,-1 1 0,0 0 0,0 1 1,0-1-1,0 0 0,-1 0 1,1 1-1,-1-1 0,0 6 1,4 17 101,4 54 1,-9-74-174,1 105-35,5-114-483,0-9 268,0 0-1,-1-1 0,0 0 0,5-23 0,0 1-64,-8 28 271,8-27-206,28-55 1,-34 79 300,1 1 1,-1 1 0,1-1-1,1 1 1,0 0 0,0 0-1,0 0 1,1 1 0,-1 0-1,2 0 1,-1 1 0,9-5 0,-15 9-28,0 0 0,0 1 1,0-1-1,0 0 1,0 1-1,0-1 1,1 1-1,-1-1 0,0 1 1,0 0-1,0-1 1,0 1-1,0 0 1,1 0-1,-1 0 1,0 0-1,0 0 0,0 0 1,1 0-1,-1 0 1,0 0-1,0 1 1,0-1-1,0 1 0,0-1 1,1 0-1,-1 1 1,0 0-1,0-1 1,0 1-1,0 0 1,0-1-1,-1 1 0,1 0 1,0 0-1,1 2 1,0 2 18,0 0 1,0 0 0,-1 0 0,1 0-1,-1 0 1,-1 0 0,1 6-1,1 3 10,28 139 310,-30-151-469,1 1 1,0 0-1,1-1 0,-1 1 0,0-1 1,1 1-1,-1-1 0,1 0 0,0 1 0,0-1 1,0 0-1,0 0 0,0 0 0,0 0 1,0-1-1,1 1 0,-1-1 0,1 1 1,-1-1-1,1 0 0,0 0 0,-1 0 1,1 0-1,0-1 0,3 2 0,8-1-1356,0 1 0,0-1 0,28-3 0,-15 1-2024,26 1-4921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0:52.4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250 144 1296,'0'0'16162,"-1"-10"-15469,1 2-659,-3-20 801,2 26-250,0 21-54,1-14-465,0 1-1,0-1 1,1 0-1,0 1 1,0-1-1,0 0 1,0 1-1,1-1 1,0 0 0,0 0-1,4 7 1,-4-10-59,0 1 1,0-1-1,1 0 1,-1 0 0,0 1-1,1-1 1,-1-1-1,1 1 1,0 0 0,0-1-1,0 1 1,0-1-1,0 0 1,0 0 0,0 0-1,0 0 1,0-1-1,0 1 1,0-1 0,0 0-1,5 0 1,-7 0-5,0 0 0,-1 0 0,1-1 0,0 1 0,-1 0 0,1 0 0,-1 0 0,1-1 0,0 1 0,-1 0 0,1-1 0,-1 1 1,1 0-1,-1-1 0,1 1 0,-1-1 0,1 1 0,-1-1 0,0 1 0,1-1 0,-1 1 0,0-1 0,1 1 0,-1-1 0,0 0 0,0 1 0,1-1 0,-1 0 0,0 1 0,0-1 0,0 1 0,0-1 1,0-1-1,0-29-42,-1 17 13,1 5-4,0-1 1,-1 0 0,0 0-1,0 0 1,-1 0 0,-1 1-1,1-1 1,-8-14 0,8 20 32,0 1 0,0-1 0,0 1 0,-1 0 0,1 0 0,-1 0 1,0 0-1,0 0 0,0 1 0,0 0 0,0-1 0,0 1 0,-1 0 1,1 0-1,-1 1 0,0-1 0,1 1 0,-1-1 0,0 1 0,0 1 1,0-1-1,0 0 0,0 1 0,-7 0 0,3 0 61,-1 0 0,0 0 0,1 1-1,-1 0 1,-11 4 0,15-4-47,0 2 0,1-1 0,0 0 0,-1 1 0,1 0 0,0 0 0,1 0 0,-1 1 0,0-1 0,-4 6 0,-5 7 22,0 1 0,1-1 1,1 2-1,1 0 0,0 0 1,1 1-1,1 0 0,1 0 1,1 1-1,1 0 0,0 0 1,1 0-1,2 1 0,0-1 1,1 24-1,1 67 29,0-109-86,-1 0 0,2 1 0,-1-1 0,0 0 0,0 0 0,1 0 0,-1 0 1,1 0-1,0 0 0,-1 0 0,1 0 0,0 0 0,0 0 0,1 0 0,-1-1 0,0 1 0,0 0 0,1-1 0,-1 1 0,3 1 0,0-1-104,0 1-1,0-1 0,0-1 0,0 1 1,1 0-1,-1-1 0,0 0 0,1 0 0,7 1 1,44 1-3843,63-4 0,-30-4-2622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0:52.7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680 10 1640,'0'0'21474,"-49"-3"-20915,-154-4-126,192 8-382,0-1 0,0 2-1,0-1 1,0 1-1,-12 4 1,17-3-10,1-1 1,-1 1 0,1 0 0,-1 1-1,-5 4 1,-3 2 30,11-8-69,0 0-1,0 0 1,1 0 0,-1 0-1,1 0 1,0 1-1,0-1 1,0 1 0,0-1-1,0 1 1,0 0 0,1 0-1,-2 4 1,2-5-17,1 0 1,-1 0-1,1 0 0,0-1 0,0 1 1,0 0-1,0 0 0,0 0 0,0 0 1,0-1-1,1 1 0,-1 0 1,1 0-1,-1 0 0,1-1 0,0 1 1,-1 0-1,1-1 0,0 1 1,0-1-1,0 1 0,0-1 0,1 1 1,-1-1-1,0 0 0,3 2 1,49 32-233,-39-27 147,-1-1 0,-1 2-1,15 12 1,-24-18 40,1 0 1,-1 1-1,0-1 0,0 1 0,0 0 0,-1 0 1,1 0-1,-1 0 0,0 0 0,-1 1 0,1-1 1,0 1-1,-1-1 0,1 10 0,-1-10 60,-1 0 0,1 0 0,-1 1 0,0-1 0,0 0 1,0 0-1,-1 1 0,0-1 0,0 0 0,0 0 0,0 0 0,0 0 0,-1 0 0,0 0 0,0 0 0,0 0 0,0-1 0,-1 1 0,1-1 0,-1 1 0,0-1 0,0 0 0,0 0 0,0-1 0,-1 1 0,1 0 1,-5 2-1,-60 39 530,-2-4 0,-142 61 0,193-92-503,3-1-221,20-6-863,39-11-1220,53-27-2218,6-11-1130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0:53.3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553 1023 1512,'0'0'19255,"-17"-10"-17684,5 2-1304,4 3-132,0-1 0,-1 2 0,1-1 0,-1 1 1,0 1-1,0-1 0,-1 2 0,1-1 0,-1 1 0,1 0 0,-20 0 1,-19 2 305,16-2-159,0 3 1,0 0 0,-41 8-1,63-7-246,0 1 0,1 0 0,-1 0 0,1 1 0,-1 0 0,1 1 0,0 0 0,1 0 0,-1 1 0,1 0 0,0 1 0,1-1 0,-1 2 0,-10 12 0,14-14-30,0 1 1,0-1-1,0 1 1,1 0-1,0 0 1,0 0 0,1 1-1,0-1 1,-2 12-1,1 4-61,2 42 0,1-47-3,0-17 50,0 0 0,0 0 1,0 0-1,0 1 0,0-1 1,0 0-1,1-1 0,-1 1 0,0 0 1,1 0-1,-1 0 0,1 0 0,-1 0 1,1 0-1,-1 0 0,1 0 0,0-1 1,-1 1-1,1 0 0,0-1 0,0 1 1,0 0-1,-1-1 0,1 1 0,0-1 1,0 1-1,0-1 0,0 1 1,0-1-1,0 0 0,2 1 0,37 1-74,-25-3 52,2 0 8,0-1 1,-1 0 0,1-1-1,0-1 1,-1-1 0,0 0-1,0-1 1,-1-1 0,1 0-1,18-13 1,19-15-333,70-61 0,-100 77 195,66-56-455,-4-4 0,-3-3 1,-4-4-1,-4-4 0,100-156 0,-151 208 463,-3-1 0,30-76 0,-41 88 608,9-47 1,-14 48 994,-1-1-1,-1-27 1,-2 53-372,-2 5-843,-36 73-70,3 1-1,-38 127 0,49-107-178,3 1-1,5 1 1,4 0-1,1 115 1,11-213 22,0 4-188,0-1 0,0 1 1,0 0-1,1-1 0,-1 1 0,1-1 1,4 11-1,-4-15 50,0 1-1,1 0 1,-1 0 0,1-1 0,-1 1-1,1-1 1,0 0 0,0 1 0,-1-1-1,1 0 1,0 0 0,0 0 0,0 0 0,0 0-1,1-1 1,-1 1 0,0-1 0,0 1-1,0-1 1,0 0 0,5 0 0,22 3-1609,1-2-1,-1-2 1,1 0 0,-1-2 0,1-1 0,-1-2 0,0 0-1,-1-2 1,0-2 0,0 0 0,27-15 0,42-27-517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0:53.8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613 161 1280,'0'0'16600,"3"-27"-14809,9-79-347,-9 79 899,-29 27-1009,15 1-1263,0 1 0,0 1 0,1-1 0,-1 2-1,1 0 1,0 0 0,0 0 0,0 2 0,0-1 0,-16 14 0,-4-1 9,-14 9-3,-133 83 94,146-87-161,0 1 0,2 1 0,-36 38 0,58-54-22,0 0 0,0 0 0,1 0 1,0 1-1,1 0 0,0 0 0,0 0 0,1 1 0,1-1 0,-1 1 0,2 0 0,0 0 0,0 0 0,1 1 0,0 19 1,1-29 3,0 0 1,0 1 0,0-1 0,0 0 0,1 0 0,-1 1 0,1-1 0,0 0 0,-1 0-1,1 1 1,0-1 0,0 0 0,1 0 0,-1 0 0,0 0 0,1-1 0,-1 1 0,1 0-1,-1 0 1,1-1 0,0 1 0,0-1 0,0 0 0,0 1 0,0-1 0,0 0 0,0 0 0,0 0-1,0 0 1,5 0 0,4 2-21,1-2 0,-1 1 0,1-2 0,23 0 0,-13-1-26,-14 1 54,-1 0 0,1 0 0,-1-1 0,1 0 1,-1 0-1,1-1 0,-1 0 0,0 0 0,0-1 1,10-4-1,-14 4 10,1 1 1,-1-1-1,0 0 0,0 0 1,0 0-1,0 0 0,-1 0 1,1-1-1,-1 1 0,0-1 1,0 0-1,0 0 1,-1 1-1,1-1 0,-1 0 1,0 0-1,0 0 0,0-1 1,0-5-1,4-54 1310,-5 63-469,7 20-831,-2-6-37,-1 0-7,1 1-1,1-1 0,0-1 1,12 18-1,-15-25-171,1-1 0,0 0 0,-1 0 0,1 0 0,1 0 0,-1-1 0,1 0 0,-1 0 0,1 0 0,0 0 0,0-1 0,0 0 0,0 0 0,1 0 0,10 2 0,27 2-3048,76 0 1,-41-6-3463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0:54.0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40 1856,'0'0'19698,"0"-7"-18240,0-20-597,0 26-851,0 1-1,0 0 1,0 0-1,0 0 1,0 0-1,0 0 1,0 0-1,0 0 1,0 0-1,0 0 1,0 0-1,0-1 1,0 1-1,0 0 1,-1 0-1,1 0 1,0 0-1,0 0 1,0 0-1,0 0 1,0-1-1,0 1 1,0 0-1,0 0 1,0 0-1,0 0 1,0 0-1,1 0 1,-1 0 0,0-1-1,0 1 1,0 0-1,0 0 1,0 0-1,0 0 1,0 0-1,0 0 1,0 0-1,0 0 1,0 0-1,0-1 1,0 1-1,0 0 1,1 0-1,-1 0 1,0 0-1,0 0 1,0 0-1,0 0 1,0 0-1,0 0 1,0 0-1,0 0 1,1 0-1,-1 0 1,0 0-1,0 0 1,0 0-1,0 0 1,0 0-1,0 0 1,0 0-1,1 0 1,-1 0-1,0 0 1,0 0-1,4 6-17,-4-6 54,10 16 106,2 5-566,1 0-1,26 30 1,-34-45-100,0-1 1,0 0-1,0 0 1,1 0-1,0-1 1,0 0-1,0 0 1,0-1-1,1 1 1,-1-1-1,1-1 1,0 1-1,14 2 0,1-3-1911,0 0 0,1-2 0,-1 0-1,31-5 1,19-15-1244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0:54.3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1135 0 1592,'0'0'20379,"-3"23"-19241,-22 268 631,18-205-1582,-4 70-38,-11 121-95,14-210-54,-4-1 0,-20 68 0,27-119-2,0-1 0,0 0 0,-1 0-1,-1 0 1,-1-1 0,0 0 0,0-1 0,-17 20 0,16-24-9,1 0 0,-1-1 0,0 0 0,-1 0 1,0-1-1,0 0 0,0-1 0,0 0 0,-1 0 0,0-1 1,-19 4-1,-10-1-207,0-3 0,0-1 0,-57-3 0,47 0-73,27 0 60,0 0-1,1-2 1,-1-1 0,0-1 0,1 0-1,-1-2 1,-24-10 0,-183-87-6596,133 51-1018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0:58.0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180 57 2304,'0'0'11807,"0"-6"-10779,0-28-20,0 17 1010,0 23 2473,0 59-3454,18 621 1709,-7-502-2480,-8-89-75,4-1 0,32 152 0,-22-141-143,-6-21-15,1 10 12,-6-28-28,-3-50 46,-1-1 174,-1 0 0,0 23 0,0-39 106,-1 1-334,0-1-1,1 1 0,-1 0 0,0 0 1,0-1-1,0 1 0,0 0 0,0-1 1,1 1-1,-1 0 0,0 0 0,0-1 1,0 1-1,0 0 0,0-1 0,0 1 1,0 0-1,0-1 0,0 1 0,0 0 1,0-1-1,-1 1 0,1 0 0,0-1 1,0 1-1,0 0 0,0 0 0,0-1 1,-1 1-1,1 0 0,0-1 0,0 1 1,0 0-1,-1 0 0,1 0 0,0-1 1,0 1-1,-1 0 0,1 0 0,0 0 1,-1-1-1,-26-28-7,-1 0 0,-52-40 0,34 31-4,35 27-2,0 0 0,-12-17 0,-9-10 12,0-12 9,15 30 113,17 20-126,0 0 1,0 0-1,0 0 0,0 0 0,0 0 1,0-1-1,0 1 0,-1 0 0,1 0 1,0 0-1,0 0 0,0 0 0,0-1 0,0 1 1,0 0-1,0 0 0,0 0 0,0 0 1,0 0-1,0-1 0,0 1 0,0 0 1,0 0-1,0 0 0,0 0 0,0-1 0,0 1 1,0 0-1,0 0 0,0 0 0,0 0 1,0 0-1,0-1 0,0 1 0,1 0 1,-1 0-1,0 0 0,0 0 0,0 0 0,0 0 1,0-1-1,0 1 0,0 0 0,1 0 1,-1 0-1,0 0 0,0 0 0,0 0 1,0 0-1,0 0 0,1 0 0,-1 0 0,0 0 1,0 0-1,4 0 4,-1 1 0,1 0 0,-1 1 1,0-1-1,1 1 0,-1-1 0,0 1 0,0 0 0,3 2 1,21 16-11,-1 1 0,0 1 0,-2 1 0,0 2 0,31 42 0,41 75 27,-84-122-17,0 0-1,1 0 0,27 32 1,-29-51 65,-11-10-10,0-285-183,1 288 105,-1 0 1,1 0-1,0-1 0,0 1 1,1 0-1,0 0 0,0 1 1,0-1-1,1 0 0,-1 1 0,2-1 1,-1 1-1,0 0 0,1 0 1,0 0-1,0 0 0,9-7 1,6-3 13,1 1 1,0 0 0,30-14-1,9-7 11,-43 28-1,-2 0 31,-14 4 220,-8 3 283,-613 5-590,620-5 22,26 0-217,46 2 193,-19-1-454,90-8-1,-105 6 681,-40 4-100,-22 27 60,-33 29-1,33-35-106,23-21-21,2 1-9,0-3-46,21-1-82,83 9 36,9 0 11,-113-9 83,1 1 0,-1-1 0,1 1 1,-1-1-1,1 0 0,-1 1 0,1-1 0,-1 1 0,1-1 0,-1 1 0,1 0 0,-1-1 1,0 1-1,1-1 0,-1 1 0,0 0 0,0-1 0,1 1 0,-1 0 0,0-1 0,0 1 1,0 0-1,0-1 0,0 1 0,0 0 0,0-1 0,0 1 0,0 0 0,0-1 0,0 1 1,0 0-1,-1-1 0,1 1 0,0 0 0,0-1 0,-1 1 0,0 0 0,1 2 8,-1 0 1,0 0-1,0 0 0,0-1 0,0 1 0,-1 0 0,1-1 0,-1 1 0,-3 4 0,-44 32 53,-34 32 39,82-70-83,1-2-33,1-1 1,0 0 0,-1 0 0,1 0 0,0 0 0,0 1 0,0-1 0,0 0-1,1 1 1,-1-1 0,0 1 0,1-1 0,-1 1 0,1 0 0,-1 0 0,1-1-1,-1 1 1,1 0 0,0 1 0,2-2 0,4-3 9,8-7 21,36-23 56,-48 32-69,1 1 0,0 0-1,-1 0 1,1 0 0,0 0-1,0 1 1,0 0 0,0 0-1,6-1 1,-9 2 38,-28 15 173,-16 12-104,-149 85 422,189-111-525,7-5-192,81-59-134,-46 36 355,71-63 0,-110 88-21,1 0 1,0 0-1,0 0 0,-1 0 0,1 0 1,-1 0-1,0 0 0,0 0 1,0 0-1,0-1 0,0 1 1,0-1-1,0 1 0,-1 0 0,1-1 1,-1 1-1,0-1 0,0-4 1,0 7 3,0-1 1,-1 0 0,1 1-1,-1-1 1,1 1 0,-1-1 0,1 1-1,-1-1 1,1 1 0,-1 0-1,0-1 1,1 1 0,-1 0-1,0-1 1,1 1 0,-1 0 0,0 0-1,1 0 1,-1-1 0,0 1-1,0 0 1,1 0 0,-1 0 0,0 0-1,1 0 1,-2 1 0,-28-1 49,23 0-21,-45-1 32,32-1-75,0 1 0,-1 2 1,1 0-1,0 1 0,-21 4 0,34-4-4,6-2-1,-1 1 1,1-1-1,-1 1 0,1-1 0,-1 1 1,1 0-1,-1 0 0,1-1 0,-1 1 1,1 0-1,0 1 0,0-1 0,0 0 1,-1 0-1,0 2 0,1-2-51,1-14-439,0 10 453,1 0 0,-1 0 0,1 1 0,0-1 1,0 0-1,0 0 0,0 0 0,0 1 0,1-1 0,-1 1 0,1-1 1,-1 1-1,1-1 0,0 1 0,0 0 0,0 0 0,0 0 1,1 0-1,-1 0 0,0 1 0,1-1 0,-1 1 0,5-2 1,-2 2 18,-4 1 168,-15 0 146,0 0-265,1 1 0,0 0 1,-1 1-1,1 0 0,-24 9 1,37-11-35,0 0 1,0 0-1,0 0 1,0 0 0,0 0-1,0 0 1,0 0-1,0 0 1,0 0-1,1 0 1,-1 0 0,0 0-1,0 0 1,0 0-1,0 0 1,0 0 0,0 1-1,0-1 1,0 0-1,0 0 1,0 0 0,0 0-1,0 0 1,0 0-1,0 0 1,0 0-1,0 0 1,0 0 0,0 0-1,0 0 1,0 1-1,0-1 1,0 0 0,0 0-1,0 0 1,0 0-1,0 0 1,0 0-1,0 0 1,0 0 0,0 0-1,0 0 1,0 0-1,0 0 1,-1 0 0,1 1-1,0-1 1,16 2-259,21 0-169,-19-3 386,46 4-360,-59-3 360,0 1 0,0 0 0,0 0 1,0 1-1,-1-1 0,1 1 0,-1 0 1,1 0-1,-1 1 0,6 3 0,-8-3 36,-1 0-1,1 0 1,-1 0-1,0 0 1,0 0-1,0 0 1,0 0-1,0 0 1,-1 0 0,0 1-1,1-1 1,-1 0-1,0 0 1,0 1-1,-1-1 1,0 5-1,0 5 80,1-9-19,-1 1 0,1-1-1,-1 1 1,0-1 0,-1 0 0,1 1-1,-1-1 1,1 0 0,-1 0 0,-1 0 0,1 0-1,0 0 1,-1 0 0,0-1 0,0 1 0,0-1-1,0 0 1,-1 0 0,1 0 0,-1 0-1,-5 3 1,-1 0 75,-1-1-1,0 1 0,1-2 0,-2 0 1,1 0-1,0-1 0,-15 2 1,26-4-152,-1-1 1,0 0-1,0 1 1,0-1-1,0 0 1,0 0-1,0 0 0,0 0 1,0 0-1,0 0 1,0 0-1,0 0 1,0 0-1,0 0 1,0 0-1,0-1 1,1 1-1,-1 0 1,0-1-1,0 1 1,0-1-1,0 1 1,1-1-1,-1 1 0,0-1 1,0 0-1,1 1 1,-1-1-1,0 0 1,1 1-1,-1-1 1,0-1-1,0-1-448,1-1 0,-1 0-1,1 1 1,0-1 0,0 1-1,0-1 1,1-6-1,0 8 235,4-28-5417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1:00.3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1022 1168,'0'0'12143,"4"-17"-9921,12-53-337,-12 53-460,13 1 3394,68-138-3420,9-20-1533,-72 130 88,-3 8 35,-2-1 1,-2-1-1,17-60 1,-30 56 248,-2 27 215,0 24 819,0 13-1269,-1 60 62,3-1-1,22 129 1,24-20-38,-37-156-16,2 0 0,0-1 0,24 40 0,-35-70-18,0 0-1,0 0 1,0 0 0,0 0 0,0 0-1,1 0 1,-1-1 0,1 1 0,-1-1 0,1 0-1,0 1 1,0-1 0,0-1 0,1 1-1,-1 0 1,0-1 0,1 0 0,-1 1 0,0-1-1,1-1 1,0 1 0,-1 0 0,1-1-1,-1 0 1,1 0 0,0 0 0,-1 0 0,1 0-1,-1-1 1,1 0 0,-1 0 0,1 0 0,-1 0-1,1 0 1,-1-1 0,0 1 0,0-1-1,0 0 1,0 0 0,3-2 0,21-20 4,-1 0 0,-2-2 0,39-52 0,-28 34-23,46-64-160,15-18 98,-96 125 85,0 0-1,1 0 1,-1 1 0,1-1 0,-1 0 0,1 1 0,-1-1 0,1 0 0,0 1 0,-1-1 0,1 1 0,0-1-1,0 1 1,-1-1 0,1 1 0,0-1 0,0 1 0,0 0 0,-1-1 0,1 1 0,0 0 0,0 0 0,0 0-1,0-1 1,0 1 0,-1 0 0,1 0 0,0 0 0,2 1 0,-1 1-17,-1-1 0,1 1 0,0 0 0,-1 0 0,0 0 0,1 0 0,-1 0 1,0 0-1,2 4 0,-3-4 21,16 27 27,0-1-1,2 0 1,40 48 0,-45-62-25,1 0-1,0-1 1,0 0 0,1-1 0,1-1 0,0 0-1,0-2 1,23 11 0,-29-17-15,0 1-1,0-2 1,0 0-1,1 0 1,-1-1 0,1 0-1,-1 0 1,12-2-1,-6 1 2,-11-1 12,-1 1-1,0-1 0,0 0 0,0 0 1,0 0-1,0-1 0,0 1 1,0-1-1,0 0 0,-1 0 0,1 0 1,-1-1-1,1 1 0,-1-1 0,0 0 1,0 0-1,0 0 0,-1 0 1,1-1-1,-1 1 0,4-7 0,5-8 32,-2-2-1,0 0 1,7-21-1,-11 25-20,7-19 6,-2 0 1,-1-1-1,-2-1 0,3-43 0,-4-148 23,-6 182-33,0 13 31,-2 0-1,-5-34 1,5 55-18,-1 0 0,0 1 0,0-1 0,-1 1 0,-1 0-1,0 0 1,0 1 0,-14-19 0,18 27-5,-1 0 0,0 1 0,0-1 0,1 0 0,-1 1 0,0-1 0,0 1 0,-1 0 0,-2-1 0,5 1-62,-1 1-1,0 0 1,1-1-1,-1 1 0,1 0 1,-1 0-1,0 0 1,1-1-1,-1 1 1,0 0-1,1 0 0,-1 0 1,0 0-1,0 0 1,1 0-1,-1 1 1,0-1-1,1 0 1,-1 0-1,1 0 0,-1 1 1,0-1-1,1 0 1,-1 1-1,0-1 1,1 0-1,-1 1 0,1-1 1,-1 1-1,1-1 1,-1 1-1,1-1 1,0 1-1,-1-1 0,1 1 1,-1-1-1,1 2 1,-4 12-1327,1 0 0,1 0 0,0 1 1,1-1-1,0 1 0,2 19 0,0-4-1215,-1 45-5379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1:00.7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0 184 72,'0'0'14634,"5"2"-13007,12 5-1021,-1-1 0,1-1 1,1 0-1,-1-1 0,0-1 1,1-1-1,19 0 0,67-2-203,-103 0-396,0 0 0,0 0 1,0 0-1,0-1 0,0 1 0,0 0 0,0 0 1,0-1-1,0 1 0,-1-1 0,1 1 0,0-1 1,0 1-1,0-1 0,0 1 0,-1-1 0,1 0 1,0 0-1,0 1 0,-1-1 0,1 0 0,-1 0 1,1 0-1,-1 0 0,1-1 0,1-1 12,-1 0 1,0-1-1,0 1 0,0-1 0,-1 1 0,1-1 0,-1-6 0,0 1 16,-1 0-1,1 1 1,-2-1-1,1 0 0,-1 1 1,-4-10-1,3 11 8,0 1 0,-1-1 0,0 1 0,-1 0 0,0 0 0,1 0-1,-2 1 1,1-1 0,-1 1 0,1 0 0,-2 1 0,1 0 0,0 0-1,-1 0 1,0 1 0,1 0 0,-1 0 0,-1 0 0,1 1 0,0 0 0,-1 1-1,-10-2 1,17 3-40,0 0 0,0 0-1,0 1 1,1-1 0,-1 0 0,0 0-1,0 1 1,0-1 0,1 0 0,-1 1-1,0-1 1,0 1 0,1-1 0,-1 1-1,0-1 1,1 1 0,-1-1 0,1 1-1,-1 0 1,1-1 0,-1 1-1,1 0 1,-1 0 0,1-1 0,0 1-1,-1 1 1,-5 22 3,5-19-1,-4 35-10,2 0 0,4 67-1,0-40-79,-2-32 17,0-15-154,1-1 0,3 23-1,-2-36 60,0 0-1,0 0 0,1 0 1,0 0-1,0 0 1,0-1-1,1 1 0,0-1 1,0 1-1,0-1 1,5 5-1,3 2-606,0-1-1,1-1 1,0 0-1,0-1 1,1 0-1,1-1 1,0-1 0,16 7-1,-20-10-69,1-2 0,0 0-1,0 0 1,11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1:01.1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252 50 1608,'0'0'14780,"-1"0"-14706,0 0 0,1 0 0,-1 1 0,1-1 1,-1 0-1,1 0 0,-1 0 0,1 1 0,0-1 1,-1 0-1,1 1 0,-1-1 0,1 0 1,-1 1-1,1-1 0,0 0 0,-1 1 0,1-1 1,0 1-1,-1-1 0,1 1 0,0 0 1,-2 3 115,1 0 1,0 0-1,0 1 0,1-1 1,-1 0-1,1 0 1,0 1-1,1 6 1,-1-8-162,0-1 0,1 1-1,-1 0 1,1 0 0,-1-1 0,1 1 0,0 0 0,0-1 0,0 1-1,0-1 1,1 1 0,-1-1 0,0 0 0,4 5 0,0-4-22,0 0 0,0-1 1,0 1-1,0-1 0,0 0 1,1 0-1,-1 0 0,1-1 0,-1 0 1,7 1-1,61-1-111,-40-2 70,-32 1 37,0-1-1,-1 1 0,1 0 0,0-1 0,0 1 1,0-1-1,-1 1 0,1-1 0,0 0 0,0 1 1,-1-1-1,1 0 0,-1 1 0,1-1 0,0 0 1,-1 0-1,1 1 0,-1-1 0,0 0 0,1 0 1,-1 0-1,0 0 0,1 0 0,-1 0 1,0 1-1,0-1 0,0 0 0,0 0 0,0 0 1,0 0-1,0 0 0,0 0 0,-1-1 0,-2-38-46,1 35 48,1 1-1,-1 0 1,0 0-1,0 1 1,0-1-1,0 0 1,-1 1-1,1-1 1,-1 1-1,0 0 1,0 0-1,-1 0 1,1 0-1,0 0 1,-1 1-1,0-1 1,1 1-1,-1 0 1,0 1-1,-6-3 1,-6-2 39,-1 0 0,0 1 1,-32-4-1,12 4 187,-1 2 1,1 1 0,-52 6 0,86-4-204,0 1 0,0 0 0,0-1 0,0 2 0,0-1 0,0 0 0,0 0 0,1 1 1,-1 0-1,0 0 0,1-1 0,-1 1 0,1 1 0,0-1 0,0 0 0,-1 1 0,2-1 1,-1 1-1,0-1 0,0 1 0,1 0 0,-1 0 0,1 0 0,0 0 0,0 0 0,0 0 1,1 0-1,-1 0 0,0 4 0,-2 13 74,1 0 0,1 0 0,2 31-1,0-22 9,-1-8-68,-1 0 6,1 1 1,1-1 0,1 1 0,1-1 0,7 27 0,-8-42-103,1 1-1,-1-1 1,1 0 0,1 0 0,-1 0-1,1 0 1,0-1 0,1 1-1,-1-1 1,1 0 0,0 0-1,0-1 1,1 1 0,-1-1 0,1 0-1,0-1 1,0 1 0,0-1-1,0 0 1,14 3 0,-7-2-266,0-1 0,1-1 0,-1 0 0,1 0 0,-1-2 1,1 1-1,20-4 0,-9 0-445,0-2 0,-1 0 0,25-10 0,-18 4-567,-2-2-1,0-2 0,29-17 1,84-60-7339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1:01.7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375 1 576,'0'0'22504,"-27"24"-21510,2-2-606,1 1 0,-40 50-1,55-59-252,1 0 0,0 1 0,1 1 1,1-1-1,0 1 0,1 0 0,-2 18 0,-50 209 532,11 2 0,-23 408 0,62-465-687,7-186-42,0-8-340,2-22 185,1 0 1,1 0-1,1 1 0,2 0 0,0 0 0,2 1 0,18-37 1,3 1-382,73-110 0,-71 130 457,1 1-1,2 1 0,1 3 0,2 1 0,47-34 0,-82 66 157,1 1-1,0 0 1,0 0-1,0 0 0,1 0 1,-1 1-1,0 0 1,1 0-1,0 0 1,-1 1-1,1-1 0,0 1 1,0 0-1,6 0 1,-10 11 429,1 20-225,-1-19-171,0-1 0,-1 1 0,0-1 0,0 1 0,-1-1 0,-1 0-1,-4 18 1,0-18-21,-1 0 0,0-1 0,-1-1 0,0 1-1,0-1 1,-1 0 0,0-1 0,0 0 0,-1-1-1,-13 7 1,-32 14 274,-2-2-1,0-3 0,-78 18 1,134-40-288,0 1 1,0-1 0,0 0-1,1 0 1,-1 1 0,0-1-1,0 0 1,0 1 0,0-1-1,1 1 1,-1-1-1,0 1 1,0-1 0,1 1-1,-1 0 1,0-1 0,1 1-1,-1 0 1,1 0 0,-1-1-1,0 2 1,1-1-3,0 0 0,0 0 0,0 0 1,0-1-1,0 1 0,0 0 0,0 0 0,1 0 0,-1-1 1,0 1-1,0 0 0,1 0 0,-1-1 0,1 1 1,-1 0-1,0-1 0,1 1 0,-1 0 0,2 0 0,4 4 37,-1 0 0,1 0-1,1 0 1,6 3-1,-6-3-25,3 2-36,0 1-1,0-2 1,1 1 0,0-1 0,0-1 0,0 0 0,1-1 0,0 0 0,0-1 0,0 0 0,0 0 0,22 0 0,107-3-2344,-90-1 647,53-7-1,-74 3-903,51-14-1,45-25-8977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1:02.1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202 15 1304,'0'0'18250,"-4"-5"-16519,4 5-1694,0-1 0,-1 1 0,1-1 0,0 0 0,-1 1 1,1-1-1,0 1 0,-1-1 0,1 1 0,-1-1 0,1 1 1,-1-1-1,1 1 0,-1 0 0,0-1 0,1 1 1,-1 0-1,1-1 0,-1 1 0,0 0 0,1 0 0,-1 0 1,0 0-1,1-1 0,-1 1 0,0 0 0,1 0 0,-1 0 1,0 0-1,1 0 0,-1 1 0,0-1 0,1 0 1,-1 0-1,0 0 0,1 1 0,-1-1 0,1 0 0,-1 0 1,0 1-1,1-1 0,-1 1 0,1-1 0,-1 0 0,1 1 1,-1-1-1,1 1 0,-1-1 0,1 1 0,0 0 1,-1-1-1,1 1 0,0-1 0,-1 1 0,1 0 0,0-1 1,0 2-1,-5 9 294,1 0-1,0 1 1,-2 12 0,-2 5 201,5-21-389,-34 113 1545,-34 193 0,56-195-1957,-1 168 0,16-283-123,0 1 1,1-1-1,-1 0 1,1 0-1,0 0 0,0 0 1,3 7-1,10 12-6360,-6-10-3830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1:03.1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0 922 1280,'0'0'19116,"12"-39"-18231,36-113-157,-36 114-138,-12 41-188,-1 80 615,4 136 453,0-174-1390,2 1 1,19 78-1,-24-122-82,1 0-1,-1 0 1,1 0-1,0 0 1,-1 0-1,1-1 1,0 1-1,0 0 1,0 0-1,0 0 1,0-1-1,1 1 1,-1-1-1,0 1 1,1-1-1,0 1 1,-1-1-1,1 0 1,-1 0-1,5 2 1,-2-2-29,0 0 0,1-1 0,-1 1 1,1-1-1,-1 0 0,0 0 1,1-1-1,7-1 0,-3 0 6,0 0 1,0-1-1,-1-1 0,1 0 0,-1 0 1,0 0-1,0-1 0,0 0 0,-1 0 1,0-1-1,10-9 0,-10 8 19,68-61-146,-4-3-1,-3-3 1,-3-2-1,85-132 1,-145 201 227,-4 6-44,0 0 1,0 0-1,-1 0 1,1-1-1,0 1 1,0 0-1,-1-1 1,1 1-1,-1 0 1,1-1-1,-1 1 1,0-1-1,1-2 1,-1 3 142,1 1-176,-1 0 0,1 0 0,0-1 0,-1 1-1,1 0 1,0 0 0,-1 0 0,1 0-1,0 0 1,-1 0 0,1 0 0,0 0 0,-1 0-1,1 1 1,0-1 0,0 0 0,-1 0 0,1 0-1,-1 1 1,1-1 0,0 0 0,-1 1 0,1-1-1,-1 1 1,1-1 0,-1 1 0,1-1 0,0 1-1,32 35 58,-15-17-20,0-1 0,27 22-1,-38-35-34,0 0 0,0 0 0,1-1 0,0 0 0,0-1 0,0 1-1,0-1 1,1-1 0,-1 0 0,1 0 0,9 1 0,5-1-20,0-1 0,42-3 0,-58 1 26,0 0-1,0-1 0,0 1 0,-1-1 0,1 0 1,-1-1-1,1 0 0,-1 0 0,0 0 0,0-1 0,0 0 1,0 0-1,7-7 0,-1-2 9,0-1 0,0-1 0,-2 0 0,0 0 0,0-1 0,-2 0 0,0-1 0,0 0 0,-2 0 0,0-1 0,6-34 0,-4-5 185,-2 0-1,-4-85 1,-2 116-108,0 9 29,-1 1-1,-1-1 1,0 0-1,-2 1 1,-6-22 0,-36-71 541,35 84-581,4 14-724,3 14-1914,2 23-794,2-26 3414,1 12-1294,0-1 0,1 1 0,0-1 0,1 0 0,1 0 0,-1 0 0,2 0 0,-1 0 0,1-1 0,1 0 0,0 0 0,1-1 0,9 13 0,20 21-2346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1:03.5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0 247 128,'0'0'19787,"21"0"-18648,161 0 1231,-144 1-1875,-14 0-161,43-4 0,-64 2-317,-1 0 1,1 0-1,-1 0 1,1 0-1,-1-1 1,0 1-1,1-1 1,-1 1 0,0-1-1,0 0 1,0 0-1,0 0 1,-1 0-1,1 0 1,0-1-1,-1 1 1,1 0-1,-1-1 1,0 1 0,1-4-1,3-5 35,-2 1-1,0-1 1,4-21-1,-3 0 120,-2-43 0,-2 74-153,0-1-1,0 1 1,0-1 0,-1 1 0,1 0 0,-1-1-1,1 1 1,-1 0 0,1-1 0,-1 1 0,0 0-1,0 0 1,1 0 0,-1 0 0,0 0 0,0 0-1,0 0 1,0 0 0,0 0 0,-1 0 0,1 0-1,0 0 1,0 1 0,0-1 0,-1 1 0,1-1-1,0 1 1,-1-1 0,1 1 0,0 0 0,-1-1 0,1 1-1,-2 0 1,-9-1 80,0 0 1,0 1-1,-15 1 1,3 0-59,7-1-20,1 0 0,0 1 0,0 0 0,-1 2 0,-22 5 0,35-6-18,-1-1 0,1 1 1,0 0-1,0 1 0,0-1 0,0 1 0,0 0 1,0 0-1,1 0 0,-1 0 0,1 0 1,0 1-1,0 0 0,0-1 0,1 1 1,-1 0-1,1 1 0,0-1 0,0 0 1,0 1-1,1-1 0,-1 1 0,1-1 0,0 6 1,-4 28-56,2 1 0,2-1 1,5 53-1,-4-88-7,0-1 0,1 0 0,0 1 0,-1-1 0,1 0 0,0 0 0,0 1 0,1-1 0,-1 0 0,0 0-1,1 0 1,-1 0 0,1-1 0,-1 1 0,1 0 0,0 0 0,0-1 0,0 0 0,0 1 0,0-1 0,0 0 0,0 0 0,0 0 0,1 0 0,2 1 0,6 1-622,1 0 0,0 0 1,20 1-1,-32-4 664,121 3-7307,-77-3 4250,50 0-4973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1:03.9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79 322 1200,'0'0'15134,"6"-18"-13608,22-55-413,-27 71-1036,0 0 0,0 0 0,0 0 0,1 0 0,-1 0-1,1 1 1,0-1 0,-1 0 0,1 1 0,0-1 0,0 1 0,0-1-1,0 1 1,0 0 0,0 0 0,0 0 0,0 0 0,1 0 0,-1 0-1,3 0 1,5-2 259,16-5 231,-15 4-424,0 1 0,-1-1 0,19-10 0,-26 12-116,-1 1 0,0 0 1,0-1-1,0 0 1,0 1-1,0-1 0,-1 0 1,1 0-1,0 0 1,-1 0-1,0 0 0,1 0 1,-1 0-1,0-1 0,0 1 1,0 0-1,0-1 1,-1 1-1,1-1 0,-1 1 1,1-1-1,-1-3 1,0 3 10,1 0 1,-1 0-1,0 0 1,0 0 0,-1 0-1,1 0 1,-1 0 0,1 0-1,-1 0 1,0 0-1,0 0 1,0 0 0,-1 0-1,1 1 1,-1-1 0,1 1-1,-1-1 1,0 1 0,0-1-1,0 1 1,0 0-1,-1 0 1,1 0 0,0 0-1,-1 0 1,0 1 0,1-1-1,-1 1 1,0 0-1,-2-2 1,-10-3 35,1 0 0,-1 1-1,1 0 1,-1 1 0,-1 1 0,1 0-1,0 1 1,-1 1 0,-16 1 0,30 0-73,-1 0 0,0 1 0,1-1 0,-1 1 0,1-1 0,-1 1 0,1 0 0,-1 0 0,1 0 0,-1 1 0,1-1 0,0 0 0,0 1 0,0-1 0,0 1 0,0 0-1,0 0 1,0 0 0,1 0 0,-1 0 0,0 0 0,1 0 0,0 1 0,0-1 0,0 1 0,0-1 0,0 0 0,0 1 0,0 0 0,0 4 0,-2 10-8,1 0-1,0 0 1,2 29-1,0-31-8,-1 4-11,1-13 27,-1 1-1,1-1 0,1 0 1,1 11-1,-1-14-19,-1-1 0,1 0 0,0 0 1,0 0-1,0 0 0,0 0 0,0-1 0,0 1 0,1 0 1,-1 0-1,0-1 0,1 1 0,0-1 0,-1 1 0,1-1 0,0 0 1,0 0-1,2 2 0,5 1-275,1 1 1,0-1 0,1-1-1,-1 1 1,1-2 0,-1 0-1,15 2 1,86-3-3472,-106-1 3527,21-1-1328,0 0 0,0-2 0,0 0 0,-1-2 1,0-1-1,0-1 0,47-21 0,37-36-3742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1:04.5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393 0 808,'0'0'23512,"-46"35"-22447,46-35-1065,-193 155 1018,184-148-939,1 2-1,0-1 1,0 1 0,1 0-1,0 1 1,0-1 0,2 1-1,-1 1 1,1-1 0,-5 14-1,-6 27 247,2 1-1,2 1 0,2 0 0,-4 75 0,11 218 36,5-190-323,-8 168-135,6-323 2,0-23-199,0-27-15,9-61 1,-5 86 189,0 2 1,2-1 0,0 0-1,2 1 1,12-25 0,1 5-28,2 1 1,1 2-1,3 0 1,1 2-1,1 1 0,2 1 1,2 1-1,1 2 1,2 2-1,0 1 0,81-47 1,-94 62 146,-18 11 2,-1-1 1,2 1-1,-1 1 1,0-1 0,0 1-1,1-1 1,0 2-1,-1-1 1,9-1-1,-12 3 241,-2 9-203,-2 0 1,1 0-1,-1 0 1,-1 0-1,1 0 1,-2 0-1,1-1 1,-1 0-1,0 1 0,-1-2 1,0 1-1,0 0 1,-1-1-1,-12 13 1,4-6 44,0-1 0,0-1 1,-1-1-1,0 0 0,-1 0 1,-23 10-1,-151 54 603,68-29-98,114-43-515,-1 1 0,1 1 0,0-1 0,-10 8 0,16-10-58,-1 0 1,1-1 0,0 1 0,0 0-1,0 0 1,1 0 0,-1 0 0,0 1-1,1-1 1,0 0 0,-1 1-1,1-1 1,0 1 0,0-1 0,0 1-1,1 0 1,-1-1 0,1 1 0,-1 3-1,1-1-11,0 1 0,0 0 0,0-1 0,1 1 0,0 0 0,0-1 0,3 10 0,-2-12-7,0-1 1,0 1-1,0 0 1,0-1-1,0 1 0,0-1 1,1 0-1,-1 0 1,1 0-1,0 0 1,0 0-1,0 0 1,0-1-1,0 1 0,4 0 1,20 9-12,0-2 0,1-1 0,0-2-1,0 0 1,46 2 0,155-5-1396,-118-5-378,172 2-7208,-171 0 244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1:05.1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422 149 864,'0'0'21054,"-6"-15"-19907,3 7-960,0 3-118,1 0 0,0 0 1,0 0-1,0-1 0,1 1 0,-2-7 1,3 11-49,0-1 1,0 0 0,0 1 0,0-1 0,0 1 0,0-1 0,1 1 0,-1 0 0,1-1 0,-1 1-1,1-1 1,-1 1 0,1 0 0,0-1 0,-1 1 0,1 0 0,0-1 0,0 1 0,0 0-1,0 0 1,0 0 0,0 0 0,1 0 0,-1 0 0,0 0 0,0 1 0,1-1 0,-1 0 0,0 1-1,1-1 1,1 0 0,29-9 136,0 0-1,0 3 1,1 0-1,0 2 1,0 2 0,35 0-1,-68 4-157,1-1 0,-1 0 0,1 0 0,-1 0 0,0 0 0,1 0 0,-1 1 1,1-1-1,-1 0 0,1 0 0,-1 1 0,0-1 0,1 0 0,-1 0 0,0 1 0,1-1 0,-1 1 0,0-1 0,0 0 0,1 1 0,-1-1 0,0 0 0,0 1 0,0-1 0,1 1 0,-1-1 0,0 1 1,0-1-1,0 1 0,0-1 0,0 1 0,0-1 0,0 0 0,0 1 0,-1 21 4,1-17-1,-1 3 4,-1 0 0,1-1 0,-1 1 0,-1-1 0,1 1 0,-1-1 0,0 0 0,-1 0 0,0 0 0,0 0 0,-1-1 0,-8 10-1,-8 7 14,0-2-1,-26 19 0,31-27-15,-123 100 10,58-51 23,3 3 1,-91 101 0,157-152-26,1 0 0,1 0 0,-11 20 0,17-28-9,1 1-1,0 1 1,1-1-1,-1 0 1,1 1-1,1-1 1,-1 1-1,1 0 1,1 9 0,0-15-3,0-1-1,0 1 1,0-1 0,0 1 0,0-1 0,1 1 0,-1-1 0,1 1 0,-1-1 0,1 0 0,-1 1 0,1-1 0,0 0 0,0 1 0,0-1 0,0 0 0,0 0 0,0 0 0,0 0 0,0 0 0,0 0 0,0 0 0,0 0 0,1-1 0,2 2 0,2 1 12,0-1 1,0 0-1,0-1 1,12 2-1,-7-1 19,39 3 348,1-1 1,54-4-1,-52 0-82,-8-1-81,-1-3 1,1-1-1,74-19 1,124-55 1194,-262 77-3238,-19 5-553,-4 4-3732,1 0-5889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1:06.0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 66 1256,'0'0'13011,"3"-11"-10444,13-32-408,-12 32 2250,-11 51-2723,0 349-312,9-234-1422,-1-151-974,-1 4 2548,-3-7-4922,-36-37-15757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1:06.3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1 390 1432,'0'0'18270,"37"-26"-17012,-12 7-997,-4 2-49,1 1 0,1 1-1,0 1 1,1 1 0,0 2-1,1 0 1,0 1 0,1 1 0,47-9-1,641-118 1824,-426 78-2323,-257 52-657,1 1 0,38 0 0,-56 8-2767,-13 6 943,-2-3 831,1 24-5684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1:06.7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90 173 2809,'0'0'17221,"-5"0"-16216,3 0-939,-1 0 1,1 1-1,0-1 0,-1 1 0,1-1 1,0 1-1,0 0 0,0-1 0,0 1 0,0 1 1,0-1-1,0 0 0,0 0 0,0 1 1,0-1-1,1 1 0,-4 3 0,1 0 43,1 0 1,-1 0-1,1 1 0,0-1 0,0 1 0,-3 9 0,1 0 3,2 0 1,-1 1-1,2-1 0,0 1 0,0 17 0,2-32-106,0 0-1,0 0 1,1 0 0,-1 0 0,0 0 0,1 0 0,-1 0 0,1 0 0,-1 0-1,1 0 1,-1-1 0,1 1 0,0 0 0,-1 0 0,1-1 0,0 1 0,0 0-1,0-1 1,-1 1 0,1-1 0,0 1 0,0-1 0,0 1 0,0-1 0,0 0-1,0 0 1,0 1 0,0-1 0,0 0 0,0 0 0,1 0 0,39 2 111,-33-2-82,26 0 176,60-8-1,-79 5-181,0 0 0,0-1 0,0-1-1,0 0 1,-1-1 0,16-9 0,-9 3 16,-1 0 0,0-1 1,31-28-1,-46 36 14,0 0 0,0 0 0,0-1 0,-1 1-1,0-1 1,0 0 0,0 0 0,-1-1 0,0 1-1,0-1 1,-1 1 0,0-1 0,0 0 0,0 0 0,-1 0-1,1-13 1,-2 15 3,0 0 1,0 0-1,0 0 0,-1 0 1,0 0-1,1 0 0,-2 1 1,1-1-1,-1 0 0,1 1 1,-1-1-1,-3-4 0,1 4-32,0 1-1,0 0 1,0 0-1,-1 1 1,1-1-1,-1 1 1,0 0 0,0 0-1,0 1 1,-6-3-1,-32-7 1171,8 6-5336,28 5-400,27 1-39,-3 0 2993,31 0-3506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1:07.0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155 0 1320,'0'0'23891,"-13"31"-22482,6-14-1186,-7 13 118,2 2 0,1-1-1,2 1 1,1 1 0,-6 50 0,2 218 674,6-81-1310,6-191-101,-1 22-1035,1-49 1054,0 1-1,-1-1 0,1 1 0,-1 0 1,0-1-1,0 0 0,1 1 0,-2-1 1,1 1-1,0-1 0,0 0 1,-1 0-1,1 0 0,-4 4 0,-5-2-5324,-11-4-1517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1:07.7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1 704 3713,'0'0'17146,"56"-17"-15495,188-57-519,2 14 356,-123 33-923,-68 14-389,102-31 96,-139 36-103,-20 8 303,-29 10-160,3 5-295,0 1 0,1 2-1,0 0 1,2 2 0,-28 27-1,48-43-41,0 1 0,0 0-1,0 0 1,0 0-1,1 0 1,0 1 0,0 0-1,0 0 1,1 0 0,0 0-1,0 0 1,1 1-1,0-1 1,0 1 0,0 0-1,1 0 1,0 0-1,0-1 1,1 1 0,0 0-1,0 0 1,2 12-1,-2-17 6,1-1-1,0 1 1,-1-1-1,1 1 0,0-1 1,0 0-1,0 1 1,0-1-1,0 0 0,1 1 1,-1-1-1,0 0 1,0 0-1,1 0 0,-1 0 1,1 0-1,-1-1 1,1 1-1,-1 0 1,1-1-1,-1 1 0,1-1 1,0 1-1,-1-1 1,1 0-1,3 0 0,53 2-357,-41-3 268,-3 1 62,1 0-1,-1-1 1,0 0-1,18-5 1,-25 4 31,0-1 1,-1 0-1,1 0 1,-1 0 0,1-1-1,-1 0 1,0 0 0,0 0-1,-1-1 1,7-6-1,-3 1 106,0 0-1,0-1 0,-1 0 0,0 0 1,9-21-1,-17 35 113,-1 0 0,1 0 0,-1 0 0,1 0 0,0 0 0,0 1 0,1-1 0,0 4 0,-1-3-340,1 1 0,0-1 0,0 1 0,0-1 0,1 0-1,-1 1 1,1-1 0,0 0 0,0 0 0,1 0 0,-1 0-1,1-1 1,3 5 0,0-4-214,0-1-1,0 1 1,0-2-1,0 1 1,0 0-1,1-1 1,-1 0 0,1-1-1,-1 0 1,1 0-1,0 0 1,8 0-1,18-2-2623,42-4 0,-73 4 2839,16-2-841,1-1 0,-2 0 0,1-2 0,0 0 0,-1-1 0,0-1 0,-1 0 0,0-2 0,0 0 1,25-20-1,4-9-202,-2-1 0,39-47-1,-69 72 1344,-1 0-1,-1 0 0,0-1 0,-1-1 0,-1 0 0,-1 0 0,0-1 0,-1 1 1,-1-2-1,6-28 0,-7 16 2062,3-49 0,-7-34 6457,-1 82-5345,0 31-3185,0 0 0,1 0 0,-1 0 1,0 0-1,0 0 0,0 0 0,0 0 1,-1 0-1,1 0 0,0 0 1,0 0-1,-1 0 0,1 1 0,0-1 1,-1 0-1,1 0 0,-1 0 0,1 0 1,-1 1-1,1-1 0,-1 0 0,0 0 1,1 1-1,-1-1 0,0 1 0,0-1 1,1 0-1,-1 1 0,0-1 0,0 1 1,0 0-1,0-1 0,0 1 0,1 0 1,-1 0-1,0-1 0,0 1 1,0 0-1,0 0 0,0 0 0,0 0 1,0 0-1,0 0 0,0 0 0,-1 1 1,-2 0-10,1 0 1,-1 0 0,1 1 0,-1-1 0,1 1 0,0 0 0,-1 0-1,1 0 1,0 1 0,0-1 0,1 1 0,-1 0 0,-2 3 0,-24 36 406,2 2 1,2 1 0,-28 69 0,42-90-364,-6 15-30,1 0-1,2 0 1,1 2-1,3-1 1,1 2-1,2-1 1,-3 66-1,10-82-151,-1-18-9,1 0-1,0 0 1,0 0-1,1 0 1,0 0-1,0 0 1,4 11-1,-4-15-11,1 0 0,0 0 0,0-1-1,0 1 1,0-1 0,0 0 0,0 0-1,1 0 1,-1 0 0,1 0 0,0 0-1,-1-1 1,1 1 0,0-1 0,0 1-1,0-1 1,0 0 0,0-1 0,0 1-1,6 0 1,18 4-466,1-2 0,-1-1 0,1-2 0,0 0 0,-1-2 0,1-1 0,51-13-1,-29 5-2891,81-33 0,52-30-10627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1:09.2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1 827 1344,'0'0'1341,"0"13"-316,0 41 305,0-41 3713,13-13-3006,172-1-437,208-27 1,-140-7-796,111-22-115,135-19 114,1861-271 3203,-1884 278-3051,-106 9-25,560-151 3924,-859 190-2967,-68 20 57,-5 1-1944,0 0 1,0 0 0,0 0-1,0 1 1,0-1 0,0 0-1,0 1 1,0 0 0,0-1-1,0 1 1,0 0 0,0 0-1,1 0 1,-1 0 0,0 0-1,-2 3 1,-25 23-363,26-23 135,0 0-1,-1-1 0,1 1 0,-1-1 0,0 0 0,0 0 0,0 0 0,0 0 0,-1-1 0,1 1 1,-1-1-1,1 0 0,-1-1 0,0 1 0,1-1 0,-1 0 0,0 0 0,0 0 0,0-1 0,-6 0 0,0 0-895,1 0 0,0 0 0,-1-1 0,1-1 0,0 0 0,0 0 0,0-1 0,-15-6 0,-29-25-8298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1:10.1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1 525 1072,'0'0'10425,"32"5"-8954,105 14-340,-112-16-857,0-1 0,-1-2 0,1 0 0,0-2 0,0-1 0,35-8 1,12-2 148,259-25 1325,-52 4-721,116-15-141,243-26 202,863-114 1839,-1075 105-1720,-347 67-739,-41 9 385,63-20 0,-94 26-177,-6 4-418,-14 8-653,7-6 58,0-1 0,0 1 0,-1-1 0,1-1 0,-9 4 0,-5-4-1378,-1-1 1,-25-1-1,15-1-1926,-34 1-6259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1:10.9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1 582 1272,'0'0'6106,"6"0"-4326,4-1-1232,0-1 1,0-1-1,0 0 1,-1 0-1,1-1 1,10-5-1,35-13 713,33-1-358,2 4 0,109-8 0,-151 21-612,1081-102 3124,-892 88-2947,355-27 430,598-58 200,-1161 102-1099,709-103 1944,-656 88-1593,83-16 1712,-160 33-1374,-12 1-1051,-19 0-2711,1-3-3360,-3-12-2232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5:26.0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425 85 312,'0'0'4138,"10"7"-2907,30 25-60,-39-31-1029,0 0-1,0 0 0,0 0 1,0 0-1,0 0 1,0-1-1,0 1 1,1 0-1,-1-1 0,0 1 1,1-1-1,-1 1 1,0-1-1,1 0 1,-1 0-1,0 1 1,1-1-1,-1 0 0,1 0 1,-1 0-1,0-1 1,1 1-1,-1 0 1,2-1-1,3 0 1039,5 1-356,-8 1-512,0-1 1,0 0-1,0 0 1,1 0 0,-1 0-1,0 0 1,0-1-1,0 1 1,0-1-1,0 0 1,0 0-1,0 0 1,-1-1-1,1 1 1,0 0-1,0-1 1,-1 0 0,1 0-1,2-2 1,5-5 218,-9 8-499,0 0-1,0 0 1,0 0 0,0 0 0,0 0 0,0 0 0,0 0 0,0 0 0,0 0 0,-1 0-1,1-1 1,-1 1 0,1 0 0,-1-1 0,1 1 0,-1 0 0,0-1 0,1 1 0,-1 0 0,0-1-1,0 1 1,0-1 0,0 1 0,0 0 0,-1-2 0,2 0 5,-1 1 0,0-1 1,0 0-1,0 1 0,0-1 0,-1 1 0,1-1 1,-1 1-1,1-1 0,-1 1 0,0-1 0,0 1 0,0 0 1,0-1-1,0 1 0,-1 0 0,1 0 0,-3-2 1,0 1-8,0 1 0,0 0 0,0 0 1,-1 0-1,1 1 0,0 0 1,-1 0-1,0 0 0,-8-1 0,-44-3 351,-111 3-1,86 3-56,70 0-288,0 0 1,0 1-1,0 0 1,1 1-1,-1 0 1,1 0-1,0 2 1,0-1-1,0 1 1,0 1-1,1 0 1,0 1-1,0 0 1,0 0-1,-12 14 1,17-16-3,1 0 1,-1 1-1,1 0 0,1 0 1,-1 0-1,1 0 0,0 1 1,0-1-1,1 1 0,0 0 1,0-1-1,-2 14 0,2 5 54,1 0 1,2 33-1,0-14-12,-1 156 140,1-188-211,0-1 0,0 0 0,1 0 0,1 1 1,0-1-1,8 20 0,-9-25 2,1 0 1,0-1-1,0 1 1,0-1-1,1 1 0,-1-1 1,1 0-1,1-1 1,-1 1-1,1-1 0,0 1 1,0-1-1,8 4 1,2-1 11,1 0 0,0-2 0,1 0 0,0-1 1,-1-1-1,31 3 0,108-5 86,-79-3-100,14 3 25,-7 1 66,0-4 0,104-16 1,-121 10 151,-49 6 119,1 0 0,-1 0-1,0-2 1,0 0 0,-1-1 0,25-10 0,5-14 1063,-45 28-1488,0-1 0,0 1 1,-1 0-1,1-1 0,0 1 0,-1 0 1,1-1-1,0 1 0,-1-1 0,0 1 1,1-1-1,-1 1 0,0-1 0,0 0 1,0 1-1,0-4 0,0-27-3826,0 6-2121,0-14-7940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5:27.7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12 1272,'0'0'11437,"16"-2"-10040,4-1-988,-7 0 51,1 2 0,-1-1-1,17 1 1,-29 2-389,-1-1 1,1 0-1,-1 1 0,0-1 0,1 0 0,-1 1 0,1-1 1,-1 0-1,0 1 0,1-1 0,-1 1 0,0-1 1,1 1-1,-1-1 0,0 1 0,1-1 0,-1 1 1,0-1-1,0 1 0,0-1 0,0 1 0,0-1 0,1 1 1,-1-1-1,0 1 0,0-1 0,0 1 0,0 0 1,-1 0-1,1 24 649,0-16-299,1 81 1220,-8 187-155,-1 134-1218,10-252-246,10 55 241,0 0 456,-7-193-677,2-15 8,-6-6-48,0-1 0,0 1 0,0 0 0,-1-1 0,1 1 0,0-1 0,0 1 0,-1-1 0,1 0 0,-1 1 0,1-1 0,0 1 0,-1-1 0,1 0 0,-1 0 0,1 1 0,0-3 1,2-3-299,0 0 0,-1 0 0,1 0 1,-1-1-1,0 1 0,-1-1 0,0 1 1,0-1-1,0 0 0,-1 0 1,0 1-1,0-1 0,0 0 0,-3-8 1,1 4-929,0 1 0,-2-1 0,1 1 0,-1 0 0,0 0 0,-1 0 0,0 1 0,-7-10 0,-24-33-7483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5:29.2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103 0 1408,'0'0'1946,"-3"3"-440,-20 18 1695,14-13-2779,1-1 0,0 1 0,0 0 1,0 0-1,1 1 0,0 0 1,1 1-1,-7 11 0,13-20-309,-1 1-1,1-1 0,-1 0 1,1 0-1,0 0 0,0 1 1,-1-1-1,1 0 0,0 0 1,0 1-1,0-1 1,0 0-1,1 0 0,-1 1 1,0-1-1,0 0 0,1 0 1,-1 0-1,1 1 1,-1-1-1,1 0 0,-1 0 1,1 0-1,0 0 0,-1 0 1,1 0-1,0 0 0,0 0 1,0 0-1,0-1 1,0 1-1,0 0 0,0 0 1,0-1-1,0 1 0,0-1 1,0 1-1,1-1 0,-1 1 1,2-1-1,6 2 103,0 0 0,0-1 0,1 0-1,14-1 1,-5 1 153,354-1 1309,-296-7-1260,139-31 0,-5 1 547,15 2 852,-197 33-1088,57 2 0,-63 1-506,-22 1-174,0 0 1,0 0 0,-1 0 0,1 0 0,0 0 0,-1 0-1,1 0 1,-1 1 0,0-1 0,0 0 0,0 0 0,0 3-1,0 50 318,-2 83 49,0-118-395,-1 0 0,0 0 1,-2 0-1,-12 34 0,-48 100 54,-24 62-53,70-164-14,3 1-1,-12 65 1,7 44 13,0 317 0,15-389-14,6-37 5,0-52 66,-1-6-58,0 1 0,0-1 0,1 1 0,0-1 0,0 0 0,0 1-1,2-8 1,-1-3 5,-1 13-20,-1 0-1,1 1 1,0-1 0,-1 0-1,1 0 1,-1 0 0,1 0 0,-1 0-1,0 1 1,0-1 0,0 0-1,0 1 1,0-1 0,0 1-1,-1-1 1,1 1 0,0-1-1,-1 1 1,1 0 0,-1 0-1,0 0 1,1 0 0,-1 0-1,0 0 1,1 0 0,-1 0 0,0 1-1,0-1 1,0 1 0,-4-1-1,-7-2-8,0 1 1,0 1-1,-22 1 0,27 0 9,-38 0-12,-170 4-13,174 0 18,-1 1 1,2 2 0,-47 14-1,59-12 3,-28 7-4,2 3 1,-82 38-1,101-34-10,34-22 6,15-1 1,-8 0-11,1-1 1,-1 0-1,1 0 0,-1 0 0,0-1 0,1 0 1,-1 0-1,0 0 0,0-1 0,0 1 1,6-6-1,-8 6-216,-1 0 0,0 0 0,0 0 0,0 0-1,0 0 1,0 0 0,0-1 0,-1 1 0,1-1 0,1-3 0,-2 4-171,-1 0 0,1 0 0,-1 1 0,1-1 0,-1 0 0,0 0 0,0 0 0,0 0 0,0 0 0,0 0 0,-1 1 0,1-1 0,0 0 0,-1 0 0,1 0 0,-1 1 0,-1-4 0,-18-19-7946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5:30.6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0 143 1560,'0'0'6962,"5"0"-5006,108 2 6871,155-6-7594,-246 2-1208,1-2 0,-1-1 0,0-1 0,25-10 0,-32 11 149,-2-1-1,1-1 0,-1 0 1,0-1-1,0-1 0,-1 0 1,14-13-1,-24 21-54,0-1-1,-1 1 1,1-1-1,-1 0 1,1 0-1,-1 0 1,0 0-1,0 0 1,0 0-1,0 0 1,0 0-1,0 0 1,0 0-1,-1-1 1,1-1-1,-1 3 1592,-2 4-1682,-8 15-20,1 1 0,1 0-1,0 1 1,2 0 0,-7 33-1,3-13-5,-17 81-5,-16 187 0,41-295 3,1 3 0,-2 13 4,0 1 0,-2 0 0,-1-1 0,-1 0 0,-16 39-1,21-64 2,0 0 0,-1-1-1,1 1 1,-1 0-1,0-1 1,0 0-1,0 0 1,0 0-1,0 0 1,-1 0-1,0-1 1,1 0-1,-1 1 1,0-1-1,0 0 1,0-1-1,0 1 1,0-1-1,-1 0 1,-4 1-1,-7 0 40,0-1-1,-1 0 0,1-2 0,-18-1 0,22 1-16,6 0 1,1 0 0,0 0 1,0-1-1,0 1 0,0-1 0,0 0 0,1 0 1,-1-1-1,0 1 0,1-1 0,0 0 1,0 0-1,0-1 0,0 1 0,0-1 0,0 0 1,1 0-1,0 0 0,0-1 0,0 1 0,0-1 1,-2-6-1,0-1 73,0 0 1,1 0-1,0 0 1,1 0-1,1-1 0,0 1 1,0-1-1,1-14 1,1 21-704,0 17-319,-3 21-2902,-12-12-3149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6:36.0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606 209 2577,'0'0'3584,"-59"-196"-3696,11 184 104,-17 12 8,-12 0 0,-54 0-1536,18 0 824,0 0 512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6:37.0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541 790 1504,'0'0'13726,"10"0"-13086,30 0-307,-30 0-43,-9 0 106,1 0-1,-1-1 1,1 1 0,-1 0 0,0 0 0,1 0 0,-1 0-1,1 1 1,-1-1 0,1 0 0,-1 0 0,1 1-1,-1-1 1,3 2 0,-5 22-312,-1-1 0,0 1-1,-2 0 1,0-1 0,-2 0-1,-1 0 1,0-1 0,-15 30 0,-379 786 24,234-523-1115,166-313 655,1-17-494,2-1 639,-1 1 1,2 0-1,0 0 0,1 0 0,9-21 1,44-84 158,-20 48-71,14-35 88,183-394-162,-165 349 164,7 3 0,119-175-1,-154 265 29,3 2 0,2 2-1,2 2 1,3 2 0,2 3-1,2 2 1,114-73-1,-122 91 2,1 3 0,87-32 0,-109 48-1,0 2-1,0 1 1,1 0 0,-1 3 0,1 0 0,0 1 0,39 3 0,-65-1 1,1 0 1,0 0-1,0 1 0,0-1 0,-1 1 0,1-1 1,0 1-1,-1 0 0,1-1 0,0 1 0,-1 0 1,1 0-1,-1 0 0,1 0 0,-1 1 1,0-1-1,1 0 0,-1 0 0,0 1 0,0-1 1,0 1-1,0-1 0,0 1 0,0 0 0,0-1 1,-1 1-1,1 0 0,0 2 0,1 4 14,-1 1 1,0-1-1,0 1 0,-2 16 0,1-9 26,0-1-5,0 0 0,-1 0 0,-1 0-1,0-1 1,-1 1 0,-1 0-1,0-1 1,-1 0 0,-1 0-1,0 0 1,0-1 0,-2 0-1,0 0 1,-10 13 0,-274 312 489,129-159-243,64-63-155,-234 247-5,276-309 21,-64 79 0,104-112 32,1 1 1,1 1-1,1 0 0,1 1 1,1 1-1,1 0 0,-10 35 1,17-46-41,1 0 1,1 0-1,-1 23 0,3-32-97,0 0 0,0 0-1,1 0 1,-1 0 0,1-1 0,0 1-1,0 0 1,0 0 0,1-1-1,0 1 1,0-1 0,0 0 0,0 1-1,4 4 1,1-3 33,1 0-1,-1 0 1,1 0 0,0-1-1,0-1 1,0 1 0,15 4-1,66 20 364,77 5-137,-78-18-231,-76-14-139,54 8-1027,-64-10-1185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6:37.5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209 109 1800,'0'0'14117,"11"15"-13580,36 48 99,-42-58-549,0 0-1,0 0 1,0 0-1,1-1 1,-1 1-1,1-1 1,0-1-1,0 1 1,1-1-1,-1 0 1,1 0-1,0-1 0,-1 0 1,9 1-1,3 0-20,1-1 0,-1-1-1,31-3 1,-12 1 27,-26 0-81,-1 0 1,1 0 0,-1-1-1,1-1 1,-1 0 0,0 0-1,0-1 1,0 0 0,0-1-1,-1 0 1,0-1 0,0 0-1,0 0 1,-1-1 0,0 0-1,0 0 1,0-1 0,-1 0-1,0 0 1,-1-1 0,10-17-1,-14 22-4,0-1-1,1 0 0,-2 1 0,1-1 0,-1 0 0,1 0 1,-1 0-1,-1-1 0,1-6 0,-1 10-5,0 0-1,0 0 1,0 0 0,-1 0 0,1 0-1,0 0 1,-1 1 0,0-1 0,1 0-1,-1 0 1,0 0 0,0 1-1,0-1 1,0 0 0,0 1 0,0-1-1,-1 1 1,1-1 0,-1 1 0,1 0-1,-1-1 1,1 1 0,-1 0 0,1 0-1,-1 0 1,0 0 0,-3-1-1,-16-3 37,0 1 0,0 1 0,-1 1 0,1 1 0,-40 3 0,13-1 53,19-2 83,0 2 0,-1 2 0,1 0 1,0 2-1,1 1 0,-1 1 0,1 2 0,1 1 0,0 1 0,0 1 0,1 1 0,-48 33 0,69-41-97,-1-1-1,1 1 0,0 0 1,1 0-1,-1 0 0,1 0 1,0 1-1,0 0 0,1 0 1,0 0-1,-4 10 0,3-5 30,2 0-1,-1 1 0,1-1 1,1 1-1,0-1 1,1 13-1,1-18-75,0 1 0,0-1 0,0 1-1,1-1 1,0 0 0,1 1 0,0-1 0,0 0 0,0-1 0,0 1-1,1-1 1,0 1 0,0-1 0,0 0 0,1 0 0,0-1 0,7 6-1,10 8 9,1-1 0,43 23 0,-55-35-65,-1 0 0,1 0 0,0-1 0,0 0 0,1-1 0,20 3 1,-1-3-1470,38-2 1,-55-1 601,30 0-4778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6:37.9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600 1 12219,'0'0'11998,"-56"17"-11446,-178 54-129,146-41-174,84-27-220,-1-1-1,1 1 1,-1 0-1,1 0 1,-8 6-1,11-8-24,0 0-13,-1 0 0,1 0 0,0 0 0,0 0 0,-1 0 0,1 1 0,0-1 0,0 0 0,0 0 0,0 1 0,1-1 0,-1 1 0,0-1 1,0 1-1,1-1 0,-1 1 0,1-1 0,0 1 0,-1-1 0,1 1 0,0 0 0,0-1 0,0 1 0,0 0 0,0-1 0,0 1 0,0 0 0,1-1 0,-1 1 0,1-1 0,-1 1 0,1-1 0,-1 1 0,1-1 0,0 1 0,0-1 0,0 0 0,0 1 0,0-1 0,1 2 0,5 4-103,1-1 0,-1 0-1,1 0 1,0-1 0,12 6-1,-18-10 108,66 29-583,-57-27 377,1 1-1,-1 0 0,0 1 0,0 1 0,-1 0 0,1 0 0,-1 1 0,-1 0 0,16 14 0,-23-17 195,0 0-1,-1-1 1,1 1-1,-1 0 1,0 0-1,0 0 1,0 0-1,0 0 1,-1 0-1,1 0 1,-1 0-1,0 0 1,0 1-1,-1-1 1,1 0-1,-1 0 1,0 0-1,0 0 1,0 0-1,-1-1 1,0 1-1,1 0 1,-1 0-1,-3 3 1,-8 6 68,0-2 0,-1 1 0,0-2 0,-30 18 0,19-13 39,-37 26 159,-176 102 458,236-142-880,67-68-5787,-23 21 585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6:38.7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351 55 5569,'0'0'19203,"-49"54"-18518,-155 170-152,183-199-378,-32 45 1,50-64-127,0 0 0,0 1-1,0-1 1,1 0 0,0 1 0,-1 10-1,2-13-20,-1 5-1,1 1 0,1 0 0,0 13 0,0-10-21,0-12 11,0 1-1,1-1 0,-1 0 0,1 0 1,-1 1-1,1-1 0,-1 0 0,1 0 1,-1 0-1,1 0 0,0 0 0,0 0 1,0 0-1,0 0 0,0 0 1,0 0-1,0-1 0,0 1 0,0 0 1,0 0-1,0-1 0,0 1 0,0-1 1,1 1-1,-1-1 0,0 0 0,0 1 1,1-1-1,-1 0 0,0 0 0,0 0 1,2 0-1,53 1-17,-40-1 4,-2 0 2,15 1-166,1-1 1,-1-2 0,1 0-1,-1-2 1,56-16-1,-54 9-220,-2-2 0,0-1 0,36-24 0,-51 30 164,0-2-1,-1 0 1,-1 0-1,0-1 1,0-1 0,-1 0-1,0-1 1,12-19 0,-19 24 129,-1 1 1,0-1 0,0 0-1,0-1 1,-1 1 0,0 0-1,-1-1 1,1-10-1,-3-68-605,0 70 550,1 10 101,0 1 0,-1-1 0,0 0 0,-1 1 0,1-1 1,-1 1-1,-1-1 0,1 1 0,-1 0 0,0 0 0,0 0 1,-1 0-1,0 1 0,0 0 0,0-1 0,0 1 0,-1 1 1,0-1-1,0 1 0,0-1 0,-7-3 0,1 2-6,-1 1 0,1 0 1,-1 0-1,0 1 0,0 1 0,0 0 0,-1 1 0,1 0 0,-1 0 0,-19 2 0,9-1-2,8 1 57,1-1 0,-1 2 1,1 0-1,-1 1 0,1 0 0,-24 8 0,16 1 39,0 1 0,1 2 0,0 0 0,1 1 0,1 1 0,0 1 0,-23 28 0,36-39-19,1 1 0,0 0 0,0 0 0,1 0 0,0 1 0,-4 10 0,7-17-6,0 0 0,1 1 0,0-1 1,-1 0-1,1 1 0,-1-1 0,1 1 0,0-1 0,0 1 0,0-1 0,0 0 0,0 1 0,0-1 0,1 1 0,-1-1 0,0 1 1,1-1-1,-1 0 0,1 1 0,-1-1 0,1 0 0,-1 1 0,1-1 0,0 0 0,0 0 0,0 0 0,0 0 0,0 0 1,0 0-1,0 0 0,0 0 0,0 0 0,0 0 0,1 0 0,-1-1 0,0 1 0,0 0 0,1-1 0,-1 1 0,1-1 0,-1 0 1,0 1-1,1-1 0,2 0 0,53 6 177,1-2-1,88-5 1,-45-1-107,-3 3-28,1-4 0,187-31 0,-140-5-36,-61 15-6,-52 19-204,-13 3 2767,-29 5-2435,0 1 0,1 0 0,-1 0 0,1 1 0,0 0 0,0 1-1,-8 7 1,-19 12 149,2-5-53,7-4 48,-40 31 0,61-43-238,0 0-1,0 1 1,0 0-1,0 0 1,1 0-1,0 1 1,0-1-1,0 1 1,1 0-1,0 0 1,0 0-1,0 0 1,-1 9-1,4-14-35,-1 0-1,1 0 1,0 0 0,0 0-1,0 0 1,0 0 0,0 1-1,1-1 1,-1 0 0,0 0-1,0 0 1,1 0 0,-1 0-1,0 0 1,1 0-1,-1 0 1,1 0 0,0 0-1,-1 0 1,1 0 0,0-1-1,-1 1 1,1 0 0,0 0-1,0-1 1,0 1 0,0 0-1,0-1 1,0 1 0,0-1-1,0 1 1,0-1 0,0 1-1,0-1 1,0 0 0,0 0-1,0 1 1,0-1 0,2 0-1,8 1 3,0 0 1,0-1-1,17-2 0,-6 1-4,-7 2-5,1 0 0,-1-2 0,0 0-1,1 0 1,-1-2 0,0 0 0,0 0 0,0-2 0,-1 0 0,23-10 0,188-122 121,-229 140 271,1 0 1,0 0-1,1 1 1,-1-1-1,0 0 1,-3 8-1,0 0-396,0 1-1,0-1 1,2 1-1,-1 0 0,1 1 1,1-1-1,0 1 0,-1 16 1,4-25 214,0-1-508,0-1 1,0 1-1,0-1 0,0 1 0,0-1 0,1 1 0,-1-1 1,1 0-1,1 4 0,-1-5-43,0 0 0,-1 0 0,1 0 0,0-1-1,0 1 1,0 0 0,0-1 0,0 1 0,0-1 0,1 1 0,-1-1 0,0 1 0,0-1 0,0 0 0,0 0 0,1 0-1,-1 1 1,0-1 0,0 0 0,0 0 0,1-1 0,0 1 0,22 0-7772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6:39.0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49 398 2561,'0'0'20655,"-6"28"-19942,-28 127 313,30-148-778,2-7-75,1-6 318,1-20-477,-2 3 9,2 0 0,1 0 0,1 0 0,1 0 0,1 1 0,12-41 0,-6 38-119,4-11 171,1 0 1,24-41-1,-33 67-249,1 0 0,0 0-1,1 1 1,-1 0-1,2 0 1,-1 1 0,1 0-1,1 0 1,-1 1 0,1 0-1,18-8 1,31-9-2905,10-6-5697,-37 12-1905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6:39.4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500 1 1304,'0'0'20317,"12"0"-19052,28 0-291,-35 0 3091,-15 1-4059,0 0 1,-1 0 0,1 1-1,0 1 1,0 0 0,0 0 0,-14 7-1,-68 40 20,67-35-24,-30 16-9,2 2 1,1 2-1,-87 79 0,134-110-11,1 0-1,0 1 0,0-1 0,1 1 0,-1 0 0,1 0 1,0 0-1,1 1 0,-1-1 0,1 1 0,0-1 1,0 1-1,1 0 0,0 0 0,0 0 0,0 0 1,1 0-1,-1 0 0,2 7 0,-1-11 6,0 0-1,1 0 1,-1 0-1,1 0 1,-1 0-1,1 0 1,0 0 0,-1 0-1,1-1 1,0 1-1,0 0 1,0 0-1,1-1 1,-1 1-1,0-1 1,3 3-1,1 0-16,0 0-1,0 0 0,0 0 0,1-1 0,7 4 0,4 0-166,1-1 0,-1 0 1,20 3-1,-10-4-865,2-2 1,52 0 0,9-7-5067,-57-1 552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6:39.8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73 3745,'0'0'15619,"8"11"-14532,10 15-251,17 31-1,-32-52-789,0-1 0,0 0 0,1 0 0,-1 0 0,1 0-1,0-1 1,0 1 0,0-1 0,1 0 0,-1 0 0,1-1 0,-1 1 0,1-1 0,0 0-1,0-1 1,0 1 0,0-1 0,9 1 0,9 2-16,0-2 0,46-2 0,-36-1 42,-19 2-73,0-1 1,1-1 0,-1 0 0,0 0-1,0-2 1,1 1 0,-2-2-1,1 0 1,24-11 0,-23 7-20,-3 3-3,-1-1 0,20-15-1,-29 19 21,1 1-1,-1-1 1,0 0 0,0 0-1,-1 0 1,1 0-1,0-1 1,-1 1-1,1 0 1,-1-1 0,0 1-1,0-1 1,0 1-1,0-1 1,0 0 0,0 1-1,-1-1 1,1-5-1,-1 3 4,0-2 0,0 1 0,0-1 0,0 1 0,-1-1-1,0 1 1,-3-11 0,3 14 1,-1 1-1,1 0 0,-1 0 1,1 0-1,-1-1 1,0 1-1,0 1 0,0-1 1,0 0-1,0 0 1,0 1-1,0-1 0,-1 1 1,1 0-1,-1 0 1,1 0-1,-1 0 1,-4-1-1,-10-2 54,0 0 0,-1 1 0,1 1 0,-1 1 0,-33 2 0,18-1 135,20 0-72,0 1 0,-1 0-1,1 1 1,0 1 0,0 0 0,0 1-1,1 0 1,-1 0 0,1 2-1,0 0 1,1 0 0,-1 1-1,1 0 1,0 1 0,1 0-1,0 1 1,-13 13 0,20-18-92,-1 1 0,1-1 0,0 1-1,0-1 1,1 1 0,-1 0 0,1 0 0,0 0 0,1 1 0,-1-1 0,-1 10 0,2-2-40,0 1 0,1 0 0,2 20 0,-1-28-55,0-1 0,0 1 0,1 0 1,0-1-1,0 1 0,1-1 0,0 0 1,0 1-1,0-1 0,0-1 0,1 1 1,0 0-1,0-1 0,0 0 1,0 0-1,7 5 0,7 4-1040,0 0 1,37 18-1,8-3-3825,6-13-3103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6:40.8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566 921 2657,'0'0'13314,"11"-8"-11357,34-24-50,-26 19-453,-15 11 1043,-9 3-211,-11 3-1508,-7 4-528,-1 0 1,1 2-1,1 1 1,0 1-1,-36 25 1,10-6-31,-38 22 4,-132 105 0,211-153-223,1 2-1,-1-1 1,1 1 0,-10 13 0,15-17-16,-1-1 1,1 1 0,0 0 0,0-1 0,0 1 0,0 0-1,0-1 1,1 1 0,-1 0 0,1 0 0,0 0 0,-1-1-1,1 1 1,1 0 0,-1 0 0,0 0 0,1 0 0,1 4-1,-1-4-12,1-1-1,0 1 1,0-1-1,0 0 1,0 0-1,0 0 1,0 0-1,1 0 0,-1 0 1,0-1-1,1 1 1,0-1-1,-1 0 1,1 0-1,0 0 1,0 0-1,-1 0 1,1 0-1,0-1 0,0 1 1,5-1-1,2 2-63,184 26-1274,-123-21-406,75 19-1,-144-26 1725,0 0 0,0 1 0,0-1 0,0 1 0,0 0 0,0-1 0,0 1 0,0 0 1,-1 0-1,1 0 0,0 1 0,0-1 0,-1 0 0,1 1 0,-1-1 0,0 1 0,1-1 0,-1 1 0,0 0 0,0-1 0,0 1 0,0 0 0,0 0 0,0 0 0,0 0 0,0 3 0,-1-3 48,0 1 0,0 0 0,-1-1-1,1 1 1,-1 0 0,1-1 0,-1 1 0,0 0 0,0-1 0,0 1 0,0-1-1,0 1 1,-1-1 0,1 0 0,-1 0 0,0 0 0,1 1 0,-1-2-1,-4 5 1,-7 4 80,0 1-1,-1-2 0,0 0 1,-24 11-1,-68 25 525,85-36-466,-63 27 319,46-19-230,0 0-1,-2-3 0,0-1 1,-42 7-1,76-19-375,9-2 38,11-7-68,194-147-1138,-118 84 566,1022-837-13852,-812 657 13973,0 4 4974,-288 238-3816,2-2 1075,-1-1 1,22-23-1,-35 35-1599,4-7 3149,-19 5-22,15 2-3128,-11 1 135,-1 0-1,1 1 1,0 0 0,1 1 0,-1 0-1,0 0 1,1 1 0,-1 0-1,-9 7 1,-93 62 609,106-69-683,-128 96 491,4 6 0,5 5 0,-146 168 0,217-216-533,3 3 0,4 1 1,-57 102-1,87-134-23,1 1 0,2 1 0,1 0-1,2 1 1,2 0 0,1 1 0,2 0 0,2 0 0,-1 46 0,5-63-3,2 40-53,-2-61 49,1 1 0,1 0-1,-1-1 1,0 1 0,0-1 0,1 1-1,-1-1 1,1 1 0,-1-1 0,1 1 0,-1-1-1,1 1 1,0-1 0,0 0 0,0 0-1,0 1 1,0-1 0,0 0 0,0 0-1,0 0 1,0 0 0,0 0 0,1 0 0,-1 0-1,0 0 1,1-1 0,-1 1 0,3 0-1,4 1-23,0-2-1,0 1 1,0-1-1,0 0 1,0-1-1,0 0 0,0 0 1,0 0-1,0-1 1,-1-1-1,1 1 0,-1-1 1,1 0-1,-1-1 1,0 0-1,0 0 1,-1 0-1,1-1 0,-1 0 1,0-1-1,8-8 1,3-3 2,16-19-22,47-62-1,-73 87 93,-6 9 692,-1 8-490,-2 25 3,-10 57 0,6-56-283,-4 64 1,10-94-23,0-1-1,0 1 1,0 0 0,0-1-1,0 1 1,0 0 0,0-1-1,0 1 1,1 0 0,-1-1-1,1 1 1,-1-1-1,1 1 1,0-1 0,0 1-1,-1-1 1,1 1 0,0-1-1,2 2 1,-1-2-114,0 0 1,1 0-1,-1-1 1,0 1-1,1-1 0,-1 1 1,0-1-1,1 0 0,-1 0 1,1 0-1,2 0 0,2 0-89,40-2-3687,1-8-2404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6:41.2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50 196 5097,'0'0'17104,"3"16"-16627,13 51-175,-15-65-286,0 1 1,0 0 0,1-1 0,-1 1 0,1-1 0,0 1 0,0-1 0,0 0 0,0 1 0,0-1 0,0 0-1,1-1 1,-1 1 0,0 0 0,1-1 0,0 1 0,-1-1 0,1 0 0,0 0 0,5 2 0,1-1 12,1-1 0,-1 0 1,1 0-1,14-1 1,-16 0-12,18 1 21,-11-1-19,0 0 1,22-3 0,-32 2-22,-1 1 0,1-2 0,-1 1 0,0 0 0,1-1 0,-1 0 0,0 0 0,0 0 0,0-1 0,0 1 0,-1-1 0,6-5 0,-3 3-17,-1-2 1,0 1-1,0 0 1,0-1-1,-1 0 1,0 0-1,0-1 1,-1 1 0,1-1-1,2-11 1,-3 2 3,0 0 1,-1 0 0,-1-33-1,0 46 15,-1 0 0,0 0 0,-1 0 1,1-1-1,-1 1 0,0 0 0,0 0 0,0 0 0,0 0 0,-1 0 0,0 0 0,1 0 0,-1 1 0,-1-1 0,1 1 0,-1-1 0,1 1 0,-1 0 0,0 0 0,0 0 0,-3-2 1,-1 1 25,1 1 0,0 0 0,-1 0 1,1 1-1,-1 0 0,0 0 1,0 0-1,0 1 0,0 0 0,0 0 1,-13 1-1,10 0 41,-8 0 178,1 1 0,-19 2 0,30-2-165,0 1 1,0-1-1,0 1 1,1 0 0,-1 1-1,1-1 1,0 1 0,-1 0-1,-8 7 1,1 1 117,0 0 0,1 1 0,1 0 0,0 1 0,-13 20 0,19-25-144,0 1 0,0-1-1,1 1 1,1 0 0,0 0-1,0 0 1,0 1 0,1-1 0,1 1-1,-1-1 1,1 11 0,1-7-44,-1-10-13,1 0 1,-1 0-1,1 0 0,0 1 0,0-1 0,1 0 1,-1 0-1,0 0 0,1 0 0,0 0 0,0 0 1,0 0-1,0 0 0,0 0 0,2 2 0,3 0-26,-1-1-1,1 0 1,0 0-1,0 0 1,0-1-1,0 0 1,1 0-1,-1-1 1,10 3-1,69 16-958,-75-19 783,42 9-1074,29 7-2380,-27-12-1605,-16-5-1544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6:41.6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0 149 2817,'0'0'17791,"8"7"-17540,-4-4-229,-1 1 0,1-1 1,0 0-1,1 0 0,-1-1 0,0 1 0,1-1 0,0 0 1,-1 0-1,1 0 0,0-1 0,0 0 0,0 0 1,0 0-1,10 0 0,41 1 34,-20-1-35,46-4 0,-72 2-127,1 0 0,-1-1-1,0-1 1,0 1 0,-1-2 0,1 1 0,0-1 0,-1-1 0,9-5 0,-15 7 50,0 1 0,0-1-1,0 1 1,-1-1 0,1 0 0,-1 0 0,0 0 0,0-1-1,0 1 1,0 0 0,0-1 0,-1 0 0,2-6 0,-2 7 67,0 1 0,-1 0 0,1-1 0,-1 1 1,0-1-1,0 1 0,0-1 0,0 1 0,0-1 1,0 1-1,-1-1 0,1 1 0,-1-1 0,0 1 1,0 0-1,0-1 0,0 1 0,0 0 0,0 0 0,0 0 1,-4-4-1,1 2 41,0 1-1,-1 0 1,0 0 0,1 1 0,-1-1-1,0 1 1,0 0 0,0 0-1,-7-1 1,-53-10 551,52 11-488,-25-2 850,-70 1 0,79 3-223,27 0-688,0 0 0,1 1 0,-1-1 0,0 0 0,0 1 0,0-1 0,1 1 0,-1 0 0,0-1 0,1 1 0,-1 0 0,0 0 0,1 0 0,-1 0 0,1 1 0,0-1 0,-1 0 0,1 1-1,0-1 1,0 0 0,0 1 0,0-1 0,0 1 0,0 0 0,0-1 0,0 1 0,1 0 0,-1 0 0,1-1 0,-1 1 0,0 4 0,-1 6 72,1 0 0,0 1 0,2 22 0,0-15 20,-2-15-141,1 1 1,0-1-1,0 0 0,1 1 1,0-1-1,0 0 0,0 0 1,0 1-1,1-1 0,0 0 1,0 0-1,0-1 0,1 1 1,-1 0-1,1-1 0,0 1 1,1-1-1,-1 0 0,8 7 1,0-2-2,53 46-245,-57-50 34,0 0-1,0-1 1,1 0 0,-1 0 0,1-1-1,0 0 1,0 0 0,9 1 0,2-2-865,1-1 0,19-1 1,-13 0-902,21 0-3852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6:42.0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434 13 992,'0'0'20110,"7"-4"-18467,-6 3-1552,1 0 0,-1 0 0,1 0 1,-1 0-1,1 0 0,-1 1 0,1-1 0,-1 1 0,1-1 1,0 1-1,-1 0 0,1 0 0,1-1 0,-3 2-51,1-1-1,-1 0 0,0 1 1,0-1-1,1 0 0,-1 1 1,0-1-1,0 0 0,0 1 1,0-1-1,0 0 1,0 1-1,1-1 0,-1 1 1,0-1-1,0 0 0,0 1 1,0-1-1,0 1 0,0-1 1,-1 0-1,1 1 0,0-1 1,0 0-1,0 1 0,0-1 1,0 1-1,0-1 0,-1 0 1,1 1-1,0-1 0,0 0 1,-1 1-1,-37 55 1405,-33 45-745,4 3 0,4 2 0,-90 215-1,139-286-742,1 1 0,2 0 0,1 1 0,2 0-1,2 0 1,-3 76 0,9-111-3,0-1 1,0 0-1,0 0 1,0 0-1,0 1 1,1-1-1,-1 0 1,0 0-1,1 0 1,-1 0-1,1 0 1,0 0-1,-1 0 0,1 0 1,0 0-1,-1 0 1,1 0-1,0 0 1,0 0-1,0-1 1,0 1-1,0 0 1,2 0-1,0 1-82,0-1 0,1 1 1,-1-1-1,1 0 0,0 0 0,-1-1 0,8 1 0,0 0-379,0-1-1,-1-1 1,1 0-1,20-5 1,-23 3-75,-1 0 0,0 0 1,0-1-1,0 0 1,-1 0-1,1 0 0,-1-1 1,0 0-1,0-1 1,-1 1-1,0-1 0,0 0 1,5-8-1,17-34-6401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6:42.2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72 2537,'0'0'20660,"380"-12"-19676,-243 12-408,-6-12-376,-12-6-200,-30 7-528,-30 5-1896,-29-6-4130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6:44.0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2657,'0'0'8833,"18"6"-4144,165-5-286,-1 1-3479,184 1-1064,126-6 673,-286 1-1529,-30 1-3852,-221 1-177,-13 0-3092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6:44.4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849 1 11002,'0'0'5675,"-12"51"-4708,-1 0-800,0 1-54,1 0-1,3 0 1,3 1-1,-1 79 0,7 698 679,0-824-791,1 14 13,-1 0 0,-1 0-1,-1 0 1,-9 38-1,9-54-9,1 1 0,-1 0 0,0-1 0,0 1 0,0-1 0,-1 0 0,0 0 0,0 0 0,0 0-1,0 0 1,0-1 0,-1 1 0,0-1 0,0 0 0,0 0 0,0 0 0,0 0 0,0-1 0,-1 0-1,1 0 1,-1 0 0,1 0 0,-1-1 0,0 0 0,-6 1 0,-21 2 24,0-2-1,-55-3 1,19-1 11,39 1 96,1-1 0,0-2 0,0-1 0,0-1 0,1-1 0,0-1-1,0-2 1,1 0 0,0-2 0,-40-25 0,58 32-75,0 0 1,0-1-1,1 0 1,-1-1-1,1 1 0,1-1 1,0-1-1,0 1 1,0-1-1,1 0 1,0 0-1,0-1 0,1 1 1,0-1-1,1 0 1,0 0-1,0-1 1,1 1-1,0 0 0,1-1 1,0 0-1,0-12 1,1-143 194,1 156-247,0 1-1,0 0 1,1 1-1,0-1 0,1 0 1,-1 0-1,1 1 1,1-1-1,7-11 0,-10 18-10,0 0-1,0 0 0,0 0 1,0 0-1,0 0 0,1 0 1,-1 0-1,0 0 0,1 0 1,-1 0-1,1 1 0,-1-1 0,1 1 1,-1-1-1,1 1 0,-1 0 1,1-1-1,0 1 0,1 0 0,37 1-1793,-20 0-2052,3-1-2073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6:44.8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341 16 2481,'0'0'18986,"-26"22"-18339,-160 133 324,173-144-932,0 0-1,1 1 1,0 0 0,1 1 0,1 0-1,0 1 1,-13 23 0,19-27-49,0 0 1,0 0 0,1 0-1,0 0 1,1 1-1,0-1 1,1 0-1,0 1 1,0 0-1,1-1 1,1 1-1,0-1 1,2 13-1,-2-18 1,1 0-1,-1 1 0,1-1 0,0-1 1,0 1-1,1 0 0,-1 0 0,1-1 1,0 0-1,1 1 0,-1-1 0,7 6 1,-2-4-2,-1 1 1,1-2 0,0 1 0,1-2-1,-1 1 1,14 5 0,0-3-12,-1 0-1,1-2 1,0 0 0,0-2 0,30 2-1,-29-4 14,-6 0-8,-1 0 1,24-3 0,-35 2 13,0-1 0,0 0 0,0 0 0,0-1 0,-1 1 0,1-1 0,-1 0 1,1 0-1,-1-1 0,0 1 0,0-1 0,6-5 0,-2 0 5,0-1 0,-1 0 1,0 0-1,-1-1 0,0 0 0,0 0 0,-1-1 0,0 1 0,-1-1 0,0 0 0,-1 0 0,0 0 1,1-15-1,1-18 41,-2 0 0,-2-52 1,-2 48-28,1 31-3,0 1-1,-1-1 1,-1 0-1,-1 1 1,-6-21-1,8 33-52,0-1-1,-1 1 1,0 0-1,1 0 1,-1 1-1,-1-1 1,1 0-1,-1 1 0,1-1 1,-1 1-1,0 0 1,0 0-1,0 0 1,-1 0-1,1 0 1,-1 1-1,1-1 1,-1 1-1,0 0 1,0 0-1,0 1 0,0-1 1,0 1-1,0 0 1,-8-1-1,1 0-1003,-1 1-1,0 0 1,1 1-1,-1 0 0,0 1 1,-19 4-1,0 10-4288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6:45.4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932 366 3593,'0'0'16893,"8"-52"-15773,18-157-424,-25 203-664,-1 1-1,0-1 1,0 1 0,-1 0-1,0-1 1,0 1 0,0 0-1,-2-6 1,3 10-16,-1 0-1,0-1 1,0 1-1,0 0 1,1 0 0,-1 0-1,0 0 1,0 0 0,0 0-1,-1 0 1,1 0-1,0 0 1,0 0 0,0 1-1,-3-2 1,-12-4 88,0 0 0,0 0 0,-1 2 0,0 0 0,0 1 0,0 1 1,-23-1-1,-120 9 511,149-5-577,1 0 1,-1 1-1,1 0 0,0 1 0,0 0 0,0 1 1,1 0-1,-1 0 0,1 1 0,0 1 1,0-1-1,-10 10 0,7-5-20,1 1 0,1 1 0,0 0 0,0 0 0,1 1 0,1 0 1,-10 21-1,-2 13-18,2 0 0,3 2 0,2 0 0,-7 51 0,-33 241 18,-7 38 1,24-230-22,-87 229-1,81-257-106,60-154-206,1 1 0,34-44 1,-48 70 265,18-28 11,2 2 0,1 0 0,58-52 0,-84 83 38,1 1 0,-1 0 0,0 0 0,0 0 0,0-1 0,1 1 0,-1 0 0,0 0 0,0 0 0,0 0 0,1 0 0,-1-1 0,0 1 0,0 0 0,1 0 0,-1 0 0,0 0 0,1 0 0,-1 0 0,0 0 0,0 0 0,1 0 0,-1 0 0,0 0 0,0 0 0,1 0 0,-1 0 0,0 0 0,1 0 0,-1 0 0,0 1 0,0-1 0,1 0 0,-1 0 0,0 0 0,4 12-88,-4 25-97,0-26 160,0 7-234,0 0-1,1 0 1,1 0-1,0-1 1,2 1-1,6 20 1,-9-37-13,-1 0 1,1 1-1,0-1 1,0 0-1,0 1 1,0-1-1,0 0 1,0 0-1,0 0 1,0 0-1,0 0 1,1 0-1,-1 0 1,0 0-1,1-1 1,-1 1-1,3 0 1,3 0-4242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6:45.9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66 3385,'0'0'16343,"29"2"-15252,95 10-205,-120-11-832,-1-1 1,1 1-1,0 0 0,-1 0 1,1 0-1,-1 0 1,1 1-1,-1-1 1,0 1-1,0 0 1,1 0-1,-1 0 1,-1 1-1,1-1 1,0 1-1,0-1 0,-1 1 1,0 0-1,1 0 1,-1 0-1,0 0 1,-1 0-1,4 6 1,-1 1 117,5 7 50,-2 1 1,0 0 0,-1 0 0,0 1-1,3 26 1,-4-8-12,1 69 1,8-117-354,81-122-399,-65 99 530,1 1 0,2 2 0,64-48 0,-79 66 12,1 0 0,0 2 0,1 0 1,0 1-1,1 1 0,0 1 0,0 1 0,1 1 1,35-6-1,-15 11 252,-42 1-241,1 0 0,-1 1 0,1-1 0,-1 0 1,1 0-1,-1 0 0,0 1 0,1-1 0,-1 0 0,0 0 0,1 1 0,-1-1 0,0 0 0,1 1 0,-1-1 0,0 0 0,1 1 0,-1-1 0,0 0 1,0 1-1,0-1 0,1 1 0,-1-1 0,0 1 0,0-1 0,0 0 0,0 1 0,0-1 0,0 1 0,0-1 0,0 1 0,0 0 0,0 18 179,0-13-68,1 46 662,1-30-540,-2 0 1,0 1-1,-1-1 0,-2 0 1,-8 38-1,6-47-205,4-9-36,-1 0 0,1 0-1,0 0 1,0 0 0,0 0-1,1 0 1,0 1 0,0-1 0,0 6-1,0-10-24,0 1-1,0-1 1,0 1-1,-1-1 1,1 0-1,0 1 1,0-1-1,-1 1 1,1-1 0,0 0-1,0 0 1,-1 1-1,1-1 1,0 0-1,-1 1 1,1-1-1,-1 0 1,1 0-1,0 0 1,-1 1-1,1-1 1,-1 0 0,1 0-1,0 0 1,-1 0-1,1 0 1,-1 0-1,1 0 1,-1 0-1,1 0 1,-1 0-1,-22 0-1626,13 0-251,-23 0-4038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6:52.0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161 1 1344,'0'0'5489,"-131"0"-5625,113 0-936,6 0-1608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6:52.8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547 215 4321,'-248'-26'2048,"199"18"-680,49 8-1351,0 0 1,0 0-1,0 0 1,0 0-1,0-1 0,0 1 1,0 0-1,1 0 1,-1 0-1,0 0 1,0 0-1,0 0 0,0 0 1,0 0-1,0-1 1,0 1-1,0 0 1,0 0-1,0 0 0,0 0 1,0 0-1,0 0 1,0 0-1,0-1 0,1 1 1,-1 0-1,0 0 1,0 0-1,-1 0 1,1 0-1,0-1 0,0 1 1,0 0-1,0 0 1,0 0-1,0 0 1,0 0-1,0 0 0,0 0 1,0-1-1,0 1 1,0 0-1,0 0 0,0 0 1,0 0-1,0 0 1,-1 0-1,1 0 1,0 0-1,0 0 0,0-1 1,0 1-1,0 0 1,0 0-1,0 0 1,-1 0-1,1 0 0,0 0 1,0 0-1,0 0 1,0 0-1,0 0 0,-1 0 1,1 0-1,0 0 1,0 0-1,0 0 1,0 0-1,0 0 0,2-3 625,-2 0-289,0 0 0,1 0 0,-1-1 0,1 1 0,0 0 0,0 0 0,0 0 0,1 0 0,-1 0-1,1 1 1,-1-1 0,1 0 0,0 1 0,0-1 0,0 1 0,0-1 0,1 1 0,-1 0 0,5-3 0,0 0 107,0 1 1,1-1-1,-1 2 1,1-1-1,0 1 1,15-4-1,-19 6-293,1-1 0,-1 0 0,1 0 0,-1 0-1,0 0 1,0-1 0,0 0 0,0 0 0,4-5 0,-7 7 22,1 1 194,-2 0-349,0 0-1,0 0 0,0 0 1,0 0-1,0 0 0,1 0 1,-1 0-1,0 0 0,0 0 1,0 0-1,0 0 0,0 0 1,0 0-1,1 0 0,-1 0 1,0 0-1,0 0 0,0 0 1,0 0-1,0 0 0,0 0 0,1 0 1,-1 0-1,0 0 0,0 0 1,0 0-1,0 0 0,0 1 1,0-1-1,0 0 0,0 0 1,1 0-1,-1 0 0,0 0 1,0 0-1,0 0 0,0 0 1,0 1-1,0-1 0,0 0 1,0 0-1,0 0 0,0 0 1,0 0-1,0 0 0,0 1 1,0-1-1,0 0 0,0 0 1,0 0-1,0 0 0,0 0 1,0 2-22,0 24 93,1 0-1,0 0 0,8 34 0,-8-58-100,5 13 778,-6-14-779,1-1 0,-1 0 0,1 0 0,-1 1 1,1-1-1,-1 0 0,1 0 0,-1 1 0,1-1 0,-1 0 0,1 0 0,0 0 0,-1 0 0,1 0 0,-1 0 0,1 0 0,-1 0 0,1 0 1,-1 0-1,1 0 0,-1-1 0,1 1 0,-1 0 0,1 0 0,-1 0 0,1-1 0,-1 1 0,1 0 0,-1-1 0,1 1 0,-1 0 1,1-1-1,-1 1 0,1-1 0,4-4-40,-1 1 1,0-1-1,1 0 1,-2 0-1,1-1 1,4-7-1,13-19-77,12-10-60,45-51 30,-72 92 664,-5 15 457,-2-1-875,0 1-1,-1 0 0,0-1 1,-1 0-1,-6 17 0,-31 69 493,25-63-477,-59 138 367,-213 517-46,229-552-427,-50 136-138,105-267-266,-4 16 548,5-10-4773,2-76-4684,0 14-268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6:53.1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262 63 1432,'0'0'14527,"18"-15"-12561,-7 5-1661,-6 5-156,0 0 0,1 0-1,0 1 1,0 0 0,1 0 0,9-5 0,-15 8-123,0 1 1,-1 0-1,1 0 0,0 0 0,-1 0 1,1 0-1,0-1 0,-1 1 0,1 0 1,0 0-1,-1 1 0,1-1 0,0 0 1,0 0-1,-1 0 0,1 0 1,-1 1-1,1-1 0,0 0 0,-1 0 1,1 1-1,0-1 0,-1 1 0,1-1 1,-1 0-1,1 1 0,-1-1 0,1 1 1,-1-1-1,1 2 0,0 0 79,0 1 1,0 0-1,0 0 0,0 0 1,-1 0-1,1 0 0,-1 0 1,0 0-1,0 0 0,0 0 1,-1 6-1,-7 46 777,-2 0-1,-3-1 1,-35 96 0,4-18-168,-61 249 72,32 3-2118,72-370 765,0-7 278,1 0-1,-1 0 0,-1 0 1,1 0-1,-4 7 1,5-12-30,-1-1 0,0 1 0,0-1 1,0 0-1,0 1 0,0-1 1,0 0-1,0 0 0,0 0 0,0 0 1,0 0-1,-1 0 0,1 0 0,0 0 1,-1 0-1,1-1 0,0 1 1,-1 0-1,1-1 0,-1 1 0,0-1 1,1 0-1,-1 1 0,1-1 0,-1 0 1,-2 0-1,-14 0-6454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6:53.4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648 1 3993,'0'0'17181,"-14"58"-15529,-50 198-500,-10-26 13,47-156-857,-144 523 444,161-549-790,6-22-160,-2-1-1,0 0 1,-2 0 0,0-1 0,-2 0 0,-22 41-1,29-61 5,0 0 0,0 0 0,-1-1 0,1 1 0,-1-1 0,0 0 0,0 0 0,0-1 0,0 1 0,-1-1 0,1 0 0,-1 0 0,1 0 0,-1 0 0,0-1 0,-7 1 0,0 2-435,-50 11-4239,-2-12-1984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6:54.4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0 260 11811,'0'0'10019,"51"0"-8720,6 1-999,41 0 381,145-17 1,-26-16-267,335-93-1,-491 106-402,77-33 0,-132 50-4,14-4 87,-19 6 312,-3 2-191,-24 26-182,2 0-1,1 2 1,2 0-1,0 1 1,3 2 0,0 0-1,2 0 1,2 2-1,-17 58 1,25-72-72,1 0 0,1 1 1,1 0-1,2 0 0,0 0 0,0 0 0,6 36 0,-5-57 26,1 0 0,-1 1-1,1-1 1,-1 0 0,1 1-1,0-1 1,-1 0 0,1 0-1,0 0 1,0 0 0,0 0-1,0 1 1,0-2 0,0 1 0,0 0-1,0 0 1,0 0 0,1 0-1,-1-1 1,0 1 0,3 0-1,28 6-120,-27-7 108,90 3-155,-60-4 148,-20 1 26,-1-2 0,1 1 0,-1-2 0,0 0 0,0-1 0,0 0 0,0-1 0,-1 0 0,0-1 0,21-13 0,-26 14-1,0 0 0,-1-1 0,0 0 0,0 0 0,0 0 0,-1-1 0,0 0 0,0 0 0,-1 0 0,0-1 0,0 0 0,-1 0 0,0 0 0,0-1 0,-1 1 0,0-1 0,0 0 0,1-13 0,-2 9-16,0 0 0,-1-1 0,-1 1 0,0 0 0,-1-1-1,0 1 1,-1 0 0,0 0 0,-2 0 0,1 0 0,-1 0 0,-1 1 0,0 0-1,-1 0 1,-1 0 0,1 0 0,-11-11 0,0 3-26,0 1 1,-1 0-1,-1 2 0,-38-28 1,45 37 28,0 1 0,-1 0 0,0 1 0,0 0 0,0 1 0,0 0 0,-1 1 0,0 0 0,0 1 0,-16-1 0,12 3 22,10 0-17,1 0 0,0 0 0,-1 1-1,1 0 1,-1 0 0,1 1 0,-1 0 0,-8 2 0,15-1 12,0-1 1,0 0 0,0 0-1,0 1 1,0-1 0,1 0-1,-1 1 1,0-1 0,1 1 0,0-1-1,-1 1 1,1-1 0,0 1-1,-1-1 1,1 1 0,0-1-1,0 1 1,0 0 0,1-1 0,-1 1-1,1 1 1,-1 3-6,0-1 6,0-1 0,1 1 1,-1-1-1,1 1 0,1 0 0,-1-1 0,0 0 1,1 1-1,0-1 0,0 0 0,0 0 1,1 0-1,4 6 0,-2-4-3,1 1 1,1-1 0,-1 0-1,1-1 1,0 1-1,13 6 1,5 1-6,0-2 0,1-1 1,41 11-1,-32-13 1,1-2 1,1-2-1,-1-1 0,66-3 0,-44-1 4,-41 0-5,1-2 0,-1 0 0,1-1 0,-1 0 0,0-2 0,-1 0 0,1 0 0,-1-2 0,-1 0 0,1-1 0,-1 0 0,-1-1 0,0-1 0,25-25 1,-38 35 473,-4 1-461,1 0 1,-1 1 0,1-1-1,0 0 1,-1 1 0,1 0-1,-1-1 1,1 1 0,0 0-1,-1 0 1,1 0-1,0 1 1,0-1 0,0 0-1,0 1 1,0-1 0,0 1-1,-2 3 1,1-1 4,0 1 0,0-1 1,0 1-1,1 0 0,0-1 0,0 1 0,0 0 1,-1 8-1,-1 9 15,1 0 1,1 0-1,2 30 1,0-41-23,0-7 0,0-1-1,0 0 0,1 1 0,-1-1 0,1 0 1,0 0-1,0 0 0,0 0 0,0 1 0,1-1 1,-1-1-1,1 1 0,0 0 0,0 0 0,0-1 1,0 1-1,0-1 0,0 1 0,1-1 1,-1 0-1,1 0 0,0 0 0,-1 0 0,1-1 1,0 1-1,0-1 0,0 1 0,0-1 0,1 0 1,4 1-1,10 1 4,0 0 0,1-1 0,-1-1 0,26-1 0,-23 0 1,-17-1 0,1 0-1,0 0 1,-1-1-1,1 1 1,-1-1-1,0 0 1,1 0-1,-1 0 1,0-1-1,0 1 1,0-1-1,-1 0 1,1 0-1,-1 0 1,1-1-1,-1 1 1,0-1-1,3-6 1,-1 4 73,-1 0 0,0 0 0,-1 0 0,1-1 0,-1 0 0,-1 0 0,1 1 0,-1-2 0,0 1 0,-1 0 0,2-9 0,-3 14 658,0 12-567,0 96-902,0-33-4136,1-57 497,4-13-2312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6:54.7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19 268 856,'0'0'21138,"4"22"-20534,-3-14-537,6 32 359,-1 0 0,0 45-1,-6-82-404,0 1 0,0-1-1,0 0 1,-1 0-1,1 1 1,-1-1-1,0 0 1,0 0-1,-1 4 1,1-6-8,0 0 0,0 0 0,1 0 0,-1 0 0,0 0 0,0 0 0,-1-1 0,1 1 0,0 0 0,0 0 0,0-1 0,0 1 1,-1-1-1,1 1 0,0-1 0,-1 0 0,1 1 0,0-1 0,-1 0 0,1 0 0,0 0 0,-1 0 0,-1 0 0,2 0-11,1-1 0,0 1 0,-1 0 0,1 0 0,0-1 0,-1 1 0,1 0 0,0-1 0,-1 1 0,1 0 0,0-1 0,-1 1 0,1 0 0,0-1 0,0 1 0,0-1 0,-1 1 0,1 0 0,0-1 0,0 1 0,0-1 0,0 1 0,0-1-1,0 1 1,0 0 0,0-1 0,0 1 0,0-2 0,0-18 20,0 13-21,0-23 11,1-1 0,7-41 1,-5 58-7,1 1 0,0-1 0,0 1 1,1 0-1,1 1 0,0-1 1,14-19-1,-1 7 0,0 0 0,2 2 0,0 0 0,2 2 0,0 0 0,2 2 0,29-19 0,-49 35-65,-1 0 0,1 1 0,0 0 0,-1 0 0,1 0 0,0 0 0,0 1 0,0 0 0,1 0 0,-1 0 0,0 1 0,8 0 0,-12 6-7895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6:56.0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1664,'0'0'1497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6:56.4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1 1 2681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6:57.0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1 405 2681,'219'-89'1352,"-171"72"2901,-25 33 3669,-10 3-5004,-12-12-2663,1 0 0,-1 0-1,0 0 1,0 0 0,-1 0 0,0 7 0,0 29 738,1 1-458,-1 0 0,-3 0 0,-1-1-1,-16 70 1,-3-33-317,-75 294 8,95-357-222,1-9-64,3-12-31,2-37 5,1 5 37,1-1 0,1 1-1,2 0 1,2 1 0,14-35 0,8-7-160,47-84-1,-49 110 162,2 1-1,2 2 0,3 1 0,62-62 0,-28 41 44,150-110 1,-199 162-1,8-6 3,43-23-1,-64 40-1,1 0-1,-1 1 1,1 0 0,0 1-1,1 0 1,-1 0 0,1 1-1,-1 1 1,13-1 0,-22 2 2,0 0 0,-1 0-1,1 0 1,0 0 0,0 0 0,0 1 0,0-1 0,-1 0 0,1 0 0,0 1 0,0-1 0,-1 1 0,1-1-1,0 1 1,-1-1 0,1 1 0,0-1 0,-1 1 0,1-1 0,-1 1 0,1 0 0,-1-1 0,1 1 0,-1 0-1,1-1 1,-1 1 0,0 0 0,1 0 0,-1 0 0,0-1 0,0 1 0,0 1 0,1 31 58,-1-23-38,0 10 34,1-10-32,-1 0 0,0 1 0,0-1 0,-1 0 0,0 1 0,-1-1 0,0 0 0,-1 0 0,0 0 0,0 0 0,-10 17 0,3-14 3,-1 0 0,0 0-1,0-1 1,-2-1 0,1 0-1,-1-1 1,-1 0 0,0-1 0,0 0-1,-1-1 1,-29 11 0,-9 0 76,-1-2 0,-65 11 0,-44 1 161,-80 20 366,238-48-610,0 0 0,1 1 0,-1 0 0,0 0-1,1 0 1,-1 0 0,1 1 0,-5 3-1,8-5-12,0 0-1,0 0 1,0 0-1,0 1 0,0-1 1,0 0-1,0 0 1,1 1-1,-1-1 0,0 1 1,1-1-1,-1 0 1,1 1-1,-1-1 0,1 1 1,0-1-1,0 1 1,0-1-1,0 1 0,0 0 1,0-1-1,0 1 1,0-1-1,1 1 0,-1-1 1,0 1-1,1-1 1,-1 0-1,1 1 0,0-1 1,1 2-1,1 2 25,1 0 0,0 0 0,1 0 0,-1-1 0,1 0-1,0 0 1,0 0 0,0 0 0,1-1 0,-1 0 0,1 0 0,11 4 0,2 2 59,189 90 727,138 73-149,-213-107-551,-133-65-226,0 0-1,1 0 1,-1 0-1,0 0 1,1 0 0,-1 0-1,0 0 1,0 0 0,1-1-1,-1 1 1,0 0-1,1 0 1,-1 0 0,0 0-1,0-1 1,0 1 0,1 0-1,-1 0 1,0-1-1,0 1 1,0 0 0,0 0-1,1-1 1,-1 1 0,0 0-1,0 0 1,0-1-1,0 1 1,0 0 0,0-1-1,0 1 1,0 0 0,0 0-1,0-1 1,0 1-1,0 0 1,0-1 0,0 1-1,0 0 1,0-1 0,0 1-1,0 0 1,0-22-3920,0 17 2023,0-29-7941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6:57.4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150 74 3593,'0'0'20399,"31"-12"-19606,102-36-146,-122 45-561,0 0 1,1 0-1,-1 1 0,1 1 1,0 0-1,0 1 0,14 0 1,-2 1 58,-19-1-126,-1 0-1,0 0 1,0 0-1,0 1 1,1-1-1,-1 1 1,0 0-1,0 0 1,0 1 0,0-1-1,0 1 1,5 3-1,-6-3-15,-1 1 0,0-1 0,0 0 0,0 1 0,0-1 0,-1 1 0,1 0-1,-1 0 1,1-1 0,-1 1 0,0 0 0,0 0 0,0 0 0,-1 0 0,1 0 0,-1 0 0,1 4 0,1 4 6,-1 1 1,0 0 0,-1-1 0,0 1 0,0 0-1,-1 0 1,-1-1 0,0 1 0,-1-1-1,0 1 1,0-1 0,-2 0 0,1 0 0,-7 11-1,-4-3 13,0 0-1,-1-1 1,-1-1-1,-27 22 0,-84 57 12,122-92-34,-86 57 8,-33 25 15,119-81-16,1 0-1,-1 0 1,1 0-1,-7 9 0,11-13-6,1-1 0,-1 1 0,1 0 0,-1-1 0,1 1 0,-1 0 0,1-1 0,-1 1 0,1 0 0,0 0 0,0 0 0,-1-1 0,1 1-1,0 0 1,0 0 0,0 0 0,0 0 0,0-1 0,0 1 0,0 0 0,0 0 0,0 0 0,0 0 0,0-1 0,1 1 0,-1 0 0,0 0 0,1 0-1,-1-1 1,0 1 0,1 0 0,-1 0 0,1-1 0,-1 1 0,1-1 0,0 1 0,-1 0 0,1-1 0,-1 1 0,1-1 0,0 1 0,0-1-1,-1 1 1,1-1 0,0 0 0,0 1 0,-1-1 0,1 0 0,0 0 0,0 0 0,0 0 0,0 1 0,1-1 0,36 6 5,0-1 1,0-2 0,1-1-1,44-4 1,-9 0-74,-37 2-352,0-2-1,-1-2 0,1-2 1,37-10-1,-34 5-2031,61-28 1,-8-7-3676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6:57.7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256 167 4977,'0'0'19167,"-16"7"-18298,-1 1-716,1 0 0,0 1 0,0 1 0,1 1 0,0 0 0,1 1 0,0 1 0,1 0 0,-18 23 0,21-22-128,1 0 0,1 1 0,0 0 0,2 0 0,-1 1 0,2-1 0,0 1 0,1 1 0,0-1 0,1 0 0,1 1 0,0 31 0,2-46-25,0 0 0,0-1 0,0 1-1,1 0 1,-1-1 0,0 1 0,1 0 0,-1-1-1,1 1 1,-1 0 0,1-1 0,0 1-1,0-1 1,0 1 0,0-1 0,0 1 0,0-1-1,0 0 1,0 0 0,0 1 0,1-1-1,-1 0 1,1 0 0,-1 0 0,0 0-1,1-1 1,0 1 0,-1 0 0,1-1 0,-1 1-1,4 0 1,4 1-2,0-1 1,0-1-1,1 1 0,17-2 1,-4 0 2,-12 1 4,-1 0 1,1 0 0,-1-1-1,1-1 1,-1 0 0,0 0-1,0-1 1,0 0-1,0 0 1,0-2 0,-1 1-1,0-1 1,1 0 0,-2-1-1,1 0 1,-1 0-1,8-9 1,1-1 12,0-1 1,-2-1-1,0 0 0,-1-1 0,15-28 1,-22 34-3,0-1 0,-2 0 0,0 0 0,0 0 0,-1-1 0,-1 1 0,0-1 1,-1 0-1,0-22 0,-2 30-5,0-9 22,0-1 1,-1 1-1,-5-25 1,5 35-32,-1 0 0,0 0 0,-1 0 0,0 1 0,0-1 0,0 1 0,0-1 0,-1 1 0,0 0 1,0 0-1,0 1 0,-7-6 0,4 4-8,-1 0 0,0 0 0,-12-7 0,17 11-157,0 1 1,0-1 0,0 1-1,0 0 1,0 0 0,0 0 0,0 0-1,0 1 1,0-1 0,-1 1-1,1 0 1,0 0 0,-7 1-1,10-1 65,-1 0-1,1 0 0,0 0 0,-1 0 0,1 1 1,-1-1-1,1 0 0,0 0 0,-1 1 1,1-1-1,0 0 0,-1 1 0,1-1 0,0 0 1,-1 1-1,1-1 0,0 1 0,0-1 0,-1 0 1,1 1-1,0-1 0,0 1 0,0-1 0,0 1 1,0-1-1,-1 1 0,-4 30-4342,-1 5-1333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6:58.1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449 54 3137,'0'0'18177,"-55"25"-16337,-176 82-677,213-99-1032,1 1-1,0 2 1,-25 18 0,37-24-90,0 0 1,1 0 0,-1 1 0,1 0 0,0-1 0,-4 11-1,4-9-16,-2 6-7,1 0-1,1 1 0,0 0 0,0 0 0,2 0 0,0 0 0,0 1 0,1-1 1,1 1-1,1-1 0,0 0 0,3 20 0,-2-28-20,-1 0-1,1 1 0,0-1 1,0 0-1,1 0 1,0 0-1,0 0 1,0 0-1,1-1 0,0 1 1,0-1-1,6 6 1,-2-4 0,0 0 0,1 0 0,-1-1 1,2 0-1,-1 0 0,19 8 1,-4-5 4,0-2 1,1 0 0,0-1-1,0-1 1,43 2 0,-28-5-4,0-1 0,45-5 0,-70 2-7,0-1 0,0 0-1,0-1 1,-1 0 0,1-2-1,-1 1 1,0-2 0,20-12-1,-15 7 6,0-2 0,-1 0-1,-1-1 1,0 0-1,-1-2 1,-1 0 0,0-1-1,-2 0 1,17-28-1,-23 32 57,0-1 0,-1 1 0,0-1 0,-1-1 0,-1 1 0,0-1 0,-1 0 0,-1 0 0,-1 0 1,0 0-1,-1 0 0,0 0 0,-6-31 0,4 39 18,0 0 1,-1 1 0,0 0-1,0 0 1,-1-1 0,0 2-1,0-1 1,-1 0 0,0 1-1,0 0 1,0 0 0,-1 1-1,0-1 1,-11-7 0,1 2 16,0 0 0,0 2 0,-1 0 1,-36-13-1,39 18-130,0 0 1,0 0-1,0 2 1,0 0-1,-1 0 1,1 1-1,-17 2 1,-27-1-2834,-112 14 1,53 13-6248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6:59.2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0 133 1640,'0'0'9736,"21"-17"-8197,9-8-956,74-57 2916,-83 74-1152,-13 10 2066,-8 4-3491,0 9-589,1 73 1005,-14 101 1,-34 212-861,41-349-456,1-13-13,-2 25-497,7-63-623,-2-8-1251,-8-28-2093,-2-6-2540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6:59.8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 1 2761,'0'0'13093,"13"0"-11027,51 0 576,-64 16-610,-2 2-1712,0 0-1,-2-1 1,0 0 0,0 1-1,-2-2 1,0 1-1,-16 29 1,-10 30-80,28-64-235,0 0 0,1 0 1,1 0-1,-1 14 0,2-23-10,1-1 0,0 1 0,-1-1-1,1 1 1,0 0 0,1-1 0,-1 1 0,0-1 0,1 1-1,-1-1 1,1 1 0,0-1 0,0 1 0,0-1 0,0 0-1,0 1 1,0-1 0,1 0 0,-1 0 0,1 0-1,0 0 1,-1 0 0,1 0 0,0-1 0,0 1 0,4 2-1,29 7-22,1 0 0,0-3 0,40 5-1,19 4-58,-53-8 6,-16-4-29,0 1 1,0 1 0,30 13 0,-54-20 103,0 1 0,-1 0 1,1 0-1,0 0 1,-1 0-1,1 0 1,-1 0-1,0 1 0,1-1 1,-1 0-1,0 1 1,1-1-1,-1 1 1,0-1-1,0 1 0,-1 0 1,1-1-1,0 1 1,0 0-1,-1 0 0,1 2 1,0 2 9,-1 0 0,0 0-1,0 0 1,0 0 0,-2 8 0,2-12 1,-1 1 3,0 0 0,0 1 0,0-1 0,0 0 0,-1 0 0,1 0 0,-1 0 0,0 0 0,0 0 0,0-1 1,0 1-1,0 0 0,-4 2 0,-38 29 103,31-24-66,-201 122 540,176-111-594,37-20-133,-1 0 0,0 0-1,1 0 1,-1 0 0,0 0 0,1-1-1,-1 1 1,0-1 0,0 1-1,0-1 1,1 0 0,-1 0-1,0 0 1,0 0 0,0 0-1,0 0 1,1 0 0,-1 0-1,0-1 1,0 1 0,0-1 0,1 0-1,-1 1 1,0-1 0,1 0-1,-1 0 1,-1-1 0,-2-3-576,0 1 0,1-1 0,0 0 0,0 0 0,0 0 0,-3-8 0,-3-2-1541,-25-33-6492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7:00.0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60 3369,'0'0'17619,"380"-54"-16626,-303 48-201,1 6-376,-13 0-264,-6 0-128,-5 0-24,5 0-536,-17 0-1929,-6 0-3976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7:00.4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595 1 1144,'0'0'20910,"-2"34"-19732,-12 111-210,11-132-857,0 0-1,0 0 1,-1 0 0,-1-1-1,0 0 1,-1 0 0,-12 19 0,-2 4 111,10-14-164,2 1 1,0 0-1,1 0 0,1 1 0,1 0 1,1 0-1,1 0 0,1 0 1,1 30-1,1-49-61,0 0 0,0 1 0,1-1 0,0 0-1,0 0 1,0 0 0,0 0 0,1 0 0,-1 0 0,1-1 0,0 1 0,0 0 0,0-1 0,1 1 0,3 3-1,-1-2 4,0 0 0,0-1 0,1 0 0,-1 1 0,1-2 0,0 1-1,1-1 1,9 4 0,4 0 11,2-1 0,-1-1 0,1-1 0,0-1 0,24 1 0,-1-1-37,1-2 1,68-7-1,-100 4 1,1 0 0,-1-2 0,0 1 0,-1-2 0,1 0 0,-1 0-1,0-1 1,0-1 0,0 0 0,-1-1 0,0 0 0,12-11 0,-14 9 21,1 0 1,-2-1-1,1 0 0,-2 0 1,1-1-1,-2 0 1,1 0-1,-2-1 0,1 0 1,-2 0-1,0-1 0,-1 1 1,0-1-1,-1 0 1,0 0-1,1-20 0,-2 3 41,-1 0 0,-4-38 0,1 58-22,1 0 1,-2 0-1,1 0 0,-1 1 0,-1 0 0,0-1 1,0 1-1,-1 0 0,-11-16 0,6 14 11,0 0 0,-1 1 0,0 0 0,-1 0 0,0 1-1,0 1 1,-1 0 0,0 1 0,-1 0 0,0 1 0,0 1 0,-1 0 0,0 1-1,-26-6 1,-4 3-45,1 2-1,-1 1 0,0 3 0,-62 5 1,-16 7-2176,-192 42 1,101-4-6120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7:01.6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1 554 2457,'0'0'12249,"6"-11"-10470,19-33-104,-25 44-1620,0-1 0,0 0 1,0 1-1,0-1 0,1 1 0,-1-1 1,0 1-1,0-1 0,1 1 0,-1-1 0,0 1 1,1-1-1,-1 1 0,1-1 0,-1 1 1,1-1-1,-1 1 0,1 0 0,-1-1 1,1 1-1,-1 0 0,1 0 0,-1-1 0,1 1 1,-1 0-1,1 0 0,0 0 0,-1 0 1,1-1-1,-1 1 0,1 0 0,0 0 1,-1 0-1,1 0 0,-1 1 0,1-1 0,0 0 1,-1 0-1,1 0 0,-1 0 0,1 1 1,0-1-1,-1 0 0,1 0 0,-1 1 1,1-1-1,-1 0 0,1 1 0,-1-1 1,0 1-1,1-1 0,-1 1 0,1-1 0,-1 1 1,0-1-1,1 1 0,-1-1 0,0 1 1,0-1-1,1 1 0,-1-1 0,0 1 1,0 0-1,0 0 0,7 27 313,-1 0 0,-2 0 1,0 0-1,-2 1 0,-2 30 0,1-9-214,1 221 72,-3-151-190,1-119-35,-1 0 0,1-1 1,0 1-1,-1 0 1,1 0-1,-1 0 0,1-1 1,-1 1-1,1 0 1,-1-1-1,0 1 0,1 0 1,-1-1-1,0 1 1,1-1-1,-1 1 1,0-1-1,0 1 0,0-1 1,1 0-1,-1 1 1,0-1-1,0 0 0,0 0 1,0 1-1,0-1 1,0 0-1,1 0 0,-1 0 1,0 0-1,0 0 1,0 0-1,0 0 1,0-1-1,0 1 0,0 0 1,-1-1-1,-4 1-44,6 0 36,-1-1 0,1 1-1,-1 0 1,1 0 0,-1-1 0,1 1 0,-1 0-1,1 0 1,0-1 0,-1 1 0,1 0-1,-1-1 1,1 1 0,0-1 0,-1 1-1,1-1 1,0 1 0,-1-1 0,1 1-1,0 0 1,0-1 0,-1 0 0,1 1-1,0-1 1,0 1 0,0-1 0,0 1-1,0-2 1,-2-19-77,1 16 45,0-133-120,1 74 160,2 28 3,1 1-1,2-1 1,1 1 0,1 0-1,23-60 1,84-163 54,-93 217-52,2 1 0,2 0 0,36-44 0,-45 65-4,1 0 0,1 1-1,1 1 1,0 1 0,2 1-1,-1 0 1,35-17 0,-41 26 0,0 1 0,0 1 0,1 1 0,-1 0-1,1 0 1,0 1 0,0 1 0,29 2 0,-39-1-2,-2 0-1,-1 0 1,1 0-1,-1 1 0,1-1 0,-1 1 0,1-1 0,-1 1 1,1 0-1,-1 0 0,0 0 0,0 0 0,1 0 1,-1 1-1,0-1 0,0 0 0,0 1 0,0 0 1,0 0-1,-1-1 0,1 1 0,0 0 0,-1 0 1,0 1-1,1-1 0,-1 0 0,0 0 0,0 1 0,0-1 1,0 0-1,0 5 0,2 6-6,-1 1 0,0 0 0,-1 0 0,-1 21 0,-1-18 16,1-10 4,-1 0 0,0 0 0,0-1 0,-1 1 0,0 0 0,0 0 0,-1-1-1,0 1 1,0-1 0,0 0 0,-1 0 0,0 0 0,0 0 0,-1-1 0,1 0-1,-1 0 1,0 0 0,-1 0 0,1-1 0,-1 0 0,-7 5 0,-11 4 7,1 0 1,-2-1-1,1-2 0,-36 11 1,6-5 22,1 3-1,1 3 1,-70 39 0,116-57-6,1 0 0,0-1 0,0 2 1,1-1-1,-1 0 0,1 1 1,0 0-1,0 0 0,1 0 0,-1 1 1,1-1-1,0 1 0,1 0 0,0-1 1,-1 1-1,2 0 0,-1 1 1,-1 6-1,1 9 74,1 0 0,0 0 1,5 40-1,0-43-90,0-1 0,1 0 0,0 0 0,2 0 0,0-1 0,1 0 0,1 0 0,0-1 0,22 28 0,-16-27 86,-1-1 1,2-1-1,0 0 1,1-1-1,1-1 1,0-1-1,22 12 1,145 59 980,-104-49-561,-75-32-474,-5-2-26,0 0 0,0 0 0,0 1 0,-1-1 0,1 0 0,0 1 0,0-1 0,0 1 0,0-1 0,-1 0 0,1 1 0,0 0 0,0-1 0,-1 1 0,1-1 0,0 1 0,-1 0-1,1 0 1,-1-1 0,1 1 0,-1 0 0,1 0 0,-1 0 0,1 0 0,-1-1 0,0 1 0,0 0 0,1 0 0,-1 0 0,0 0 0,0 1 0,0-1 472,0-9-2532,0 6 1749,0 1-1,0-1 1,0 1-1,0-1 0,-1 1 1,1 0-1,0-1 1,-1 1-1,1 0 1,-1-1-1,1 1 0,-2-2 1,-23-16-5656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7:03.2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131 1 2473,'0'0'15320,"10"0"-14049,44 0 938,-53 8-1167,-19 488 2139,12-433-3175,0 10-68,-17 76-1,22-146-69,1 0-1,-1 0 0,0 1 0,0-1 0,-1 0 0,1 0 0,-1-1 1,1 1-1,-3 3 0,3-5-45,0-1 0,0 1 1,0 0-1,1-1 0,-1 1 0,0-1 1,0 1-1,0-1 0,0 1 1,-1-1-1,1 0 0,0 1 0,0-1 1,0 0-1,0 0 0,0 0 1,0 0-1,0 0 0,0 0 0,0 0 1,-1 0-1,1-1 0,0 1 0,0 0 1,0-1-1,0 1 0,0 0 1,0-1-1,0 0 0,0 1 0,0-1 1,0 1-1,1-1 0,-1 0 0,0 0 1,-1 0-1,-7-8-1077,1-1 1,0 1-1,0-1 0,0-1 0,2 1 1,-8-15-1,-16-28-3226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7:03.5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1 267 4385,'0'0'8195,"55"-43"-5910,-55 43-2285,234-172 2053,-219 162-1708,0 1 0,29-13-1,-39 20-171,1 0-1,0 0 1,-1 1 0,1 0-1,8 0 1,126 0 3434,-134 1-3525,-1 0 0,1 1 0,-1-1 0,0 1 0,0 1 0,0-1 0,0 1 0,0 0-1,0 0 1,0 0 0,0 1 0,-1 0 0,1 0 0,-1 0 0,0 0 0,0 1 0,0-1-1,0 1 1,0 0 0,-1 0 0,5 8 0,-3-2-23,0 0-1,-1 1 1,0 0-1,-1-1 1,0 1-1,-1 1 1,0-1 0,0 0-1,-1 16 1,0-9-19,-1-1 0,0 1 1,-6 32-1,5-44-28,-1 1-1,0-1 0,0 0 1,-1 0-1,0 0 0,0 0 0,0 0 1,-1 0-1,0-1 0,0 1 1,0-1-1,-1 0 0,-4 4 1,-5 2 5,1-1 0,-1 0 0,-1-1 0,0-1 0,0 0 1,-1-1-1,0-1 0,-19 6 0,-18 1-1,-67 7 1,-20 6-203,136-26 45,0 2 0,0-1 0,-1 0-1,1 1 1,0 0 0,1 0 0,-1 0 0,0 0 0,-5 5-1,-3 11-3198,8 5-4272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7:03.9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50 3481,'0'0'15955,"35"31"-15331,110 93-240,-136-118-341,-1 0-1,1 0 1,0 0 0,14 5-1,-20-10-22,0 0 1,1 0-1,-1 0 0,0-1 1,1 1-1,-1-1 0,6 0 1,5 0 34,-7 1-37,0 0 0,-1-1 0,1 0-1,-1 0 1,1 0 0,0-1 0,7-2 0,-12 3-9,0-1 1,-1 0 0,1 0-1,0 0 1,0-1 0,-1 1-1,1 0 1,-1-1 0,0 1 0,1-1-1,-1 1 1,0-1 0,0 1-1,0-1 1,0 0 0,0 0-1,0 0 1,0 1 0,-1-1-1,1 0 1,0 0 0,-1 0-1,0 0 1,0 0 0,1 0 0,-1-3-1,1-6 2,-1 0-1,1 0 0,-2 0 1,1 0-1,-4-17 1,3 24-15,-1 0 0,1 0 0,-1-1 0,0 1 0,0 0 0,0 0 0,0 1 0,-1-1 0,1 0 0,-1 1 0,0 0 0,0-1 0,-1 1 0,1 0 0,-7-4 0,-4-1 44,0 1 1,-1 0-1,1 1 1,-1 1-1,-1 0 1,1 1-1,-1 1 0,1 0 1,-1 1-1,0 1 1,0 0-1,0 1 1,0 1-1,-17 3 1,31-4-1,-1 1 0,0 0-1,1 0 1,-1 0 0,1 0 0,-1 1 0,1-1 0,0 1 0,0-1 0,-1 1 0,1 0 0,0 0 0,0 0 0,1 0 0,-1 0 0,0 0-1,1 0 1,-1 1 0,1-1 0,0 1 0,-1-1 0,1 1 0,1-1 0,-1 1 0,0 0 0,0 3 0,-2 9 99,1 0 0,1 0 0,1 25 1,0-27-95,0-1-49,0 0-1,0-1 1,1 1 0,1-1-1,0 1 1,0-1 0,1 1-1,1-1 1,0 0 0,0 0-1,1-1 1,1 0 0,0 1-1,0-2 1,1 1 0,0-1-1,0 0 1,1 0 0,9 7-1,8 6-685,0-1 0,33 21-1,21 2-4278,-24-23-795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7:04.2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1 422 2296,'0'0'20410,"10"24"-19967,34 74-102,-41-94-283,-1 1-1,0 0 1,0-1-1,0 1 1,-1 0-1,1 0 1,-1 0-1,1 10 1,-2-13-22,0-1 221,0-3 15,-1-127 335,3-159-382,-1 270-210,0 1 0,2 0-1,8-31 1,-10 42-74,1 0 0,0 0 1,1 1-1,0-1 0,-1 0 1,2 1-1,-1 0 0,1 0 1,-1 0-1,1 0 1,1 0-1,-1 1 0,7-6 1,-8 8-1383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7:04.8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97 144 2497,'0'0'9354,"-4"-13"-7679,-1-3-1096,-3-7 74,1-3 3094,10 60 291,-4-16-3569,-1 0 1,-7 25 0,-10 38 346,7-37-585,1 1 0,3 0 0,-4 84 0,12-106-229,-1-13-4,1 0 0,0 0 1,1 1-1,0-1 1,4 19-1,-3-25-4,-1-1 0,1 0 0,-1 0 0,1 0 0,0-1-1,0 1 1,0 0 0,0-1 0,0 1 0,1-1 0,-1 1 0,1-1 0,0 0 0,-1 0 0,1-1 0,0 1 0,0 0 0,0-1-1,1 0 1,-1 0 0,0 0 0,5 1 0,10 1-124,0 0 1,1-2-1,33-1 0,-23 0-132,-21 0 188,-1-1 1,1-1-1,0 1 1,0-1-1,-1 0 0,0-1 1,1 0-1,-1 0 1,0-1-1,0 1 1,-1-2-1,1 1 1,7-7-1,11-11-291,42-48 0,-53 56 240,83-97 94,-4-3-1,87-144 1,-155 211 1017,-24 44 764,-7 26-294,-30 37-745,14-26-467,-20 46 0,27-41-334,1 0 0,3 0 0,1 2 0,2-1 0,2 1 0,1 0 0,2 67 0,3-106-34,0 0-1,0 0 1,1 0-1,-1 0 1,1 0-1,0 0 1,-1-1-1,1 1 1,0 0-1,0 0 1,0-1-1,0 1 1,1 0-1,-1-1 1,0 1-1,1-1 1,-1 0-1,1 1 1,-1-1-1,1 0 1,0 0-1,-1 0 1,4 1-1,1 1-768,1 0-1,-1-1 0,1 0 1,0 0-1,10 2 0,23-2-5008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7:05.1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357 1 5473,'0'0'18445,"-31"5"-17452,-94 16-235,120-20-687,0 0-1,0 1 0,0-1 0,0 1 0,0 0 0,-6 3 0,10-4-57,1-1-1,-1 1 0,1-1 0,-1 1 0,1-1 0,-1 1 0,1 0 0,-1-1 0,1 1 0,-1-1 0,1 1 0,0 0 0,-1-1 1,1 1-1,0 0 0,0 0 0,-1-1 0,1 2 0,-1 3 30,0-3-42,0 0 0,1 0 0,-1 0 0,1 0 0,0 0 0,-1 0 0,1 0 0,0 0 0,0 0 0,0 0 0,0 0 0,1 0 0,-1 0 0,1 0 0,-1 0 0,1 0 0,-1 0 0,1 0 0,0 0 0,0-1 0,0 1 0,0 0-1,0-1 1,1 1 0,1 1 0,3 4-2,1-1-1,0 0 0,1-1 0,11 8 0,10 7-12,-25-16-22,1 1 1,-1 0-1,-1 0 1,1 0-1,-1 0 1,0 1 0,0-1-1,0 1 1,-1 0-1,0 0 1,0 0-1,0 0 1,-1 0 0,0 0-1,0 0 1,-1 0-1,0 1 1,0 10-1,-1-14 37,1 0-1,-1 0 1,0 0-1,0 0 1,0 0-1,0 0 1,0 0-1,-1 0 1,1 0-1,-1-1 1,0 1-1,0 0 1,0-1-1,0 0 0,0 1 1,0-1-1,-1 0 1,1 0-1,-1 0 1,1-1-1,-1 1 1,0 0-1,0-1 1,-4 2-1,-12 4 23,1 0 1,-37 7-1,31-8-11,2 0-79,7-1-166,0-1 1,0-1 0,-30 3 0,43-6-1336,2-11-2905,0-10 366,0-19-3392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7:05.2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1 1 3625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7:05.7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1 114 3625,'288'-5'1488,"-223"2"2480,-61 6-288,10 2-1923,0 1-1,19 12 0,-23-12-1467,0 0-1,0-1 1,1 0-1,-1-1 1,1 0-1,14 2 1,-1-3 62,42-1 0,-62-2-331,-3 0-14,-1 0-1,1-1 0,0 1 1,-1 0-1,1 0 0,0-1 1,-1 1-1,1-1 0,-1 1 1,1 0-1,0-1 0,-1 1 1,1-1-1,-1 1 0,1-1 1,-1 0-1,0 1 0,1-1 1,-1 1-1,0-1 0,1 0 1,-1 1-1,0-1 0,0 0 1,1 0-1,-1 1 0,0-1 1,0 0-1,0 1 0,0-1 0,0-1 1,0-31 401,0 24-175,-1 3-163,0 1 0,0-1 1,0 1-1,0-1 0,-1 1 0,0 0 1,0-1-1,-1 1 0,1 0 1,-1 1-1,0-1 0,-1 0 0,1 1 1,-1 0-1,0 0 0,0 0 0,0 0 1,0 0-1,-1 1 0,1 0 0,-1 0 1,0 0-1,0 1 0,0-1 0,0 1 1,0 0-1,-1 1 0,1-1 0,-9 0 1,-1 2 168,-1 0 0,1 1 0,-19 4-1,27-3-176,0 0-1,0 1 1,0-1-1,0 2 0,0-1 1,1 1-1,0 0 0,-10 7 1,16-10-57,-29 21 183,1 2 0,-28 32 1,49-48-152,1 0 1,0 0 0,0 0-1,0 1 1,1 0 0,0 0-1,1 0 1,0 0 0,1 1 0,0 0-1,0 0 1,-2 19 0,4-11 23,-2 76 245,3-85-273,1-1 0,-1 1 0,2-1 0,-1 0-1,1 0 1,1 1 0,0-1 0,6 13 0,-2-11-8,0-1 1,1 0-1,0 0 1,0 0 0,1-1-1,0-1 1,1 1-1,0-1 1,13 6-1,-5-2 10,1-2-1,0-1 0,1 0 1,30 8-1,-22-12 80,1 0 0,0-2 0,50-3 0,-30 1 118,-48 0-425,-7 0-755,-79 0-7625,27 0-1660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7:18.7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1 149 600,'0'0'5757,"30"0"-2188,-23 0-3090,-4 1-185,-1-1 0,1 0 1,-1 0-1,1 0 0,-1 0 1,1-1-1,0 1 0,-1-1 0,1 1 1,-1-1-1,5-2 0,0 2 602,1 1 718,-6-6 4034,16 0-5572,60-21-21,113-24 1,-75 22-43,-79 21 194,1 2-1,-1 1 0,2 2 1,48 2-1,-87 6-82,1 2-94,-1 1 0,0 0 0,-1 0 0,0 0 0,0 0 0,-1-1 0,0 1 0,0 0 0,-1-1 0,0 0 0,0 1 0,-6 8 0,-20 22-11,-2-1-1,-1-2 1,-1-1 0,-54 41 0,17-14-7,20-16 5,2 2-1,-57 72 1,96-109-16,6-7-2,1-1 0,0 1 1,-1-1-1,1 1 0,1 0 0,-1 0 0,-2 5 0,3-7 5,1-1-1,0 0 0,0 1 0,0-1 0,-1 0 0,1 1 0,0-1 0,0 1 0,0-1 0,0 1 1,0-1-1,0 0 0,0 1 0,0-1 0,0 1 0,0-1 0,0 1 0,0-1 0,0 1 0,0-1 0,0 0 1,0 1-1,0-1 0,1 1 0,-1-1 0,0 0 0,0 1 0,0-1 0,1 0 0,-1 1 0,0-1 1,1 0-1,-1 1 0,0-1 0,1 0 0,-1 1 0,0-1 0,1 0 0,-1 0 0,0 0 0,1 1 0,-1-1 1,1 0-1,-1 0 0,0 0 0,1 0 0,0 0 0,24 2 78,-21-2-74,58 1 154,-9 0 26,0-2 0,94-14 0,264-89 751,-326 80-319,-89 25-1245,1-1 0,-1 0 1,0 0-1,0 0 1,1-1-1,-1 1 0,-5-3 1,6 3-66,1-1 1,-1 0-1,1 0 1,0 0-1,-1 0 1,1-1-1,0 1 1,0 0-1,0-1 1,0 0-1,-2-1 1,-14-20-10941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7:19.3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197 12 6777,'0'0'14424,"6"-2"-13610,15-6 1057,-26 9-1810,1 1 0,-1 0-1,1 0 1,0 0-1,-1 0 1,1 1 0,0 0-1,1-1 1,-1 2-1,0-1 1,1 0 0,-5 6-1,-38 55 150,32-43-143,-8 11-19,-28 57-1,44-76-56,0-1-1,2 1 1,-1 0-1,2 0 0,-1 1 1,2-1-1,0 1 1,0 14-1,1-12-44,3 19-204,-2-33 240,0 0 1,1-1-1,0 1 1,-1-1-1,1 1 1,0-1-1,0 1 1,-1-1-1,1 0 1,0 1-1,0-1 0,1 0 1,-1 0-1,0 0 1,0 0-1,1 0 1,-1 0-1,0 0 1,3 1-1,3 1-21,0 0 0,1-1 1,-1 0-1,1 0 0,0-1 0,-1 0 0,10 0 0,61-2-106,-34 0 125,-23 1 17,-13 1 3,1-1 0,0 0-1,-1 0 1,1 0-1,0-1 1,-1-1 0,1 0-1,-1 0 1,0 0-1,1-1 1,-1 0 0,12-8-1,-10 5 12,-1-1 1,0 0-1,0-1 0,-1 0 1,0 0-1,0-1 0,-1 0 0,0 0 1,-1-1-1,0 0 0,0 0 1,-1 0-1,-1-1 0,1 0 1,-2 0-1,4-14 0,-1-13 313,-1 0 0,-2 0-1,-3-60 1,0 52 322,-3 39-922,0 0 1251,14 4-18322,20 3 9249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7:19.7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315 73 2761,'0'0'19825,"-22"5"-18678,-71 19-257,84-20-775,0 0 0,0 0 1,1 1-1,-1 0 1,1 0-1,0 1 1,1 0-1,-1 1 1,1-1-1,0 2 1,1-1-1,-9 12 0,3-4 29,3-4-99,1 0 1,1 0-1,0 0 0,0 1 1,2 0-1,-1 1 0,1-1 1,1 1-1,-4 16 1,3 1-45,2 0 0,-1 60 0,4-87-10,0 0-1,0 0 0,1 0 0,-1 0 0,1 0 0,-1 0 1,1 0-1,0 0 0,0 0 0,1 0 0,-1 0 0,0 0 1,1 0-1,0-1 0,-1 1 0,1-1 0,0 1 1,1-1-1,-1 0 0,0 0 0,1 0 0,-1 0 0,1 0 1,-1 0-1,1-1 0,0 1 0,0-1 0,0 0 0,5 2 1,7 0-106,-1 0 0,1-1 1,0-1-1,0 0 1,15-1-1,-17 0 48,-8-1 60,0 0 0,1 0 1,-1 0-1,0-1 0,0 1 1,0-1-1,0-1 0,0 1 1,-1-1-1,1 0 0,-1 0 0,1 0 1,-1 0-1,0-1 0,-1 1 1,1-1-1,5-8 0,5-5 6,-1-2 0,19-37 0,-23 38 5,-1 0 1,-1-1-1,-1 0 0,-1-1 1,0 1-1,3-32 1,-5 10 34,-2-1 1,-4-46-1,3 84-32,-1 0 0,1 0 0,-1 1 1,0-1-1,0 0 0,0 1 0,0-1 0,-1 1 0,1-1 0,-1 1 0,0 0 0,0 0 1,0-1-1,0 1 0,-1 1 0,1-1 0,-1 0 0,0 1 0,0-1 0,0 1 0,0 0 1,0 0-1,0 0 0,0 0 0,-1 1 0,1-1 0,-1 1 0,-4-2 0,-9 0-187,0 0 1,-1 1-1,1 1 0,-34 1 0,25 0-713,25 0 801,1 0 0,-1 0 0,0 0-1,1 0 1,-1 0 0,1 0-1,-1 0 1,0 0 0,1 0-1,-1 0 1,0 0 0,1 0-1,-1 0 1,1 1 0,-1-1 0,1 0-1,-1 0 1,0 1 0,1-1-1,-1 0 1,1 1 0,-1-1-1,1 1 1,-1-1 0,1 0-1,0 1 1,-1-1 0,1 1 0,-1 0-1,0 5-3542,1 3-3774,0-8 5847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7:20.1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500 158 1504,'0'0'20011,"-17"26"-19035,-58 85-231,51-81-366,-35 34 1,44-49-272,0 1 1,2 1 0,-14 19 0,23-29-103,0 1-1,0 0 1,1-1 0,0 2 0,0-1 0,1 0 0,0 0 0,1 1-1,0-1 1,0 1 0,0 8 0,1 10 1,-1-16-16,1 0 1,0-1 0,1 1 0,3 19 0,-3-28 4,0 1-1,0 0 1,0-1-1,0 1 1,0-1-1,0 1 1,1-1-1,0 0 1,-1 1-1,1-1 1,0 0-1,0 0 1,0 0-1,0 0 1,0-1-1,1 1 1,-1-1-1,0 1 1,1-1-1,-1 0 1,1 0-1,4 2 1,15 1-69,1 0 0,0-2 1,0 0-1,0-2 1,0-1-1,27-3 0,-35 1 61,-1 0 0,0 0-1,0-1 1,0-1 0,-1-1 0,0 0-1,1 0 1,-2-1 0,1-1-1,-1 0 1,-1-1 0,17-15-1,-13 10 40,-2 0 0,0 0 0,0-1 0,-2 0-1,0-1 1,0-1 0,-2 0 0,15-35 0,-19 34 131,-1 0-1,-1-1 1,-1 0 0,0 0 0,-1 0 0,-3-20 0,2 6 97,1 22-194,-1-1-1,0 1 0,-1 0 1,-1-1-1,1 1 1,-2 0-1,1 0 1,-2 0-1,1 0 0,-2 1 1,1-1-1,-1 1 1,-1 0-1,0 0 1,-8-9-1,7 10-43,-1 0 0,-1 1 0,1 0-1,-1 0 1,-1 1 0,0 0 0,0 1 0,0 0 0,0 0 0,-1 1 0,-16-5-1,14 7-71,0 0 0,0 1-1,-1 0 1,1 1-1,0 1 1,-1 0-1,1 1 1,0 0-1,-1 1 1,1 0 0,-17 6-1,-27 13-1157,0 3-1,1 3 0,-61 38 1,-20 19-5538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7:21.5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1 408 1560,'0'0'12663,"17"0"-11116,53 0-152,-67 0-1251,1-1 0,-1 2 0,0-1 0,0 0 0,0 1 0,1-1 0,-1 1-1,0 0 1,0 0 0,0 0 0,0 1 0,0-1 0,0 1 0,-1 0 0,1-1 0,0 1 0,-1 0 0,0 1 0,1-1 0,-1 0 0,0 1 0,0-1 0,0 1-1,0 0 1,-1-1 0,1 1 0,-1 0 0,1 0 0,-1 0 0,1 3 0,1 8 104,-1-1 1,0 1-1,-1-1 0,0 1 1,-2 20-1,0-12-15,2 12 1,0-19-190,-1 0 0,0 1 0,-1-1 0,-1 0 0,0 1 0,-1-1 0,-9 27 0,1-16-28,-1-1 1,-1 0 0,-2-1-1,0-1 1,-2 0-1,-35 38 1,49-58-16,3-2-1,0-1 1,-1 1-1,1 0 0,-1-1 1,1 1-1,-1-1 0,1 1 1,-1 0-1,1-1 1,-1 0-1,0 1 0,1-1 1,-1 1-1,0-1 0,1 0 1,-1 1-1,0-1 0,0 0 1,1 0-1,-1 1 0,0-1 1,-1 0-1,1 0 77,1-3-26,2-29-2,2 0 0,1 1 0,2-1 0,20-58-1,-7 25-49,19-59 15,83-178 0,-105 264-18,46-69 0,-54 94-11,1 0 0,0 0 0,1 1 0,1 0 1,0 1-1,0 1 0,26-17 0,-30 23 1,0 0 0,1 1 0,0 0 0,-1 1 0,1 0 0,0 0 0,0 1-1,0 0 1,0 1 0,0 0 0,1 0 0,-1 1 0,9 2 0,-13-2 12,0 0 1,0 1 0,-1 0-1,1 0 1,-1 0-1,0 1 1,1-1-1,-1 1 1,0 0 0,0 0-1,-1 1 1,1-1-1,-1 1 1,0-1-1,0 1 1,0 0 0,0 0-1,-1 1 1,5 8-1,0 1 1,-1 0 0,0 0 0,-1 1 0,-1 0 0,4 21 0,-6-16 1,-1 1 0,-1 21 0,-1-12 8,1-28-5,0 0-1,-1 0 1,1 0-1,-1 0 1,0 0-1,0 0 1,1 0-1,-1 0 1,0 0-1,-1 0 1,1-1-1,0 1 0,0 0 1,-1-1-1,1 1 1,-1-1-1,0 1 1,1-1-1,-1 0 1,0 0-1,0 0 1,1 0-1,-3 1 1,-7 3 17,0 0 1,-22 5 0,-34 8 59,21-7-94,-88 35 1,121-41 62,1 1 1,0 1-1,0 0 0,1 0 1,0 1-1,0 0 1,1 1-1,0 1 1,1-1-1,0 1 1,-13 19-1,17-19 9,1 0-1,0 1 0,1-1 0,0 1 1,0 0-1,1-1 0,1 1 0,0 0 0,0 0 1,1 0-1,2 17 0,-2 1 44,1-24-68,0 0 0,0 1-1,0-1 1,1 0 0,0 0-1,0 0 1,0 0-1,0 0 1,1 0 0,0 0-1,0-1 1,0 0 0,1 1-1,-1-1 1,1 0-1,0-1 1,7 6 0,12 9 206,1-2 0,28 16 1,-26-16 5,11 6 50,-2 2-1,0 1 1,43 42-1,-72-61-102,-1 1-1,1 0 1,-1 1-1,-1 0 1,1-1-1,-1 2 1,3 8-1,-7-16 227,-21-1-5782,-11 0-260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7:36.9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567 13 616,'0'0'1512,"11"7"21,34 21-6,-43-27-1116,0 0 0,0 0 0,0 0 0,0-1 0,1 1 0,-1-1 0,0 1 0,0-1 1,5 1-1,-7-1-216,0-1 0,0 1 0,1 0 0,-1 0 0,0 0 0,0 0 0,0 0 0,1 0 0,-1 0 0,0 0 0,0 0 0,1 0 0,-1 0 0,0 0 0,0 0 0,0 0 0,1 0 0,-1 1 0,0-1 0,0 0 0,0 0 0,1 0 0,-1 0 0,2 6 9716,-18 3-9719,0 1 0,-15 12 0,18-12-96,0-1 0,0 0 0,-23 10 1,-7 1 319,-55 33 0,74-37-262,1 2 0,1 0 0,-34 36 0,-50 71 49,88-101-132,1 1 0,2 1 0,0 0 0,2 1 0,0 1-1,2 0 1,2 0 0,0 1 0,2 0 0,1 1 0,1-1 0,2 1 0,0 45 0,2-58 31,0 23-37,1-38-61,0 0-1,0 1 1,1-1-1,-1 0 0,0 0 1,1 0-1,0 0 1,-1 0-1,1 0 0,0 0 1,0 0-1,0 0 1,2 3-1,2-1-1,0 1-1,0-1 1,1 1 0,-1-1-1,1-1 1,0 1 0,0-1-1,0 0 1,1-1 0,-1 0-1,1 0 1,-1 0 0,1 0 0,0-1-1,-1 0 1,1-1 0,0 1-1,7-2 1,31 2 7,-29 1 0,0-1 0,0-1 0,1-1-1,-1 0 1,0-1 0,0-1-1,0-1 1,24-8 0,123-74 20,-82 42-19,-55 28-7,-1 0-1,0-1 1,31-30 0,63-71 53,-57 53-43,-49 53-5,-2-2 1,1 0-1,-2 0 1,0-1-1,-1 0 1,0-1-1,-2 0 1,1 0 0,-2-1-1,0 0 1,-1 0-1,-1 0 1,-1-1-1,0 0 1,-1 1-1,-1-21 1,0-21 7,1 18 13,-6-48-1,3 84-17,0 0-1,0 1 1,-1-1-1,0 0 1,0 0-1,0 1 1,0-1-1,-1 1 1,0 0 0,0 0-1,0 0 1,0 0-1,-1 0 1,0 1-1,1 0 1,-1-1-1,0 2 1,0-1-1,-1 0 1,-6-3-1,1 2 13,1-1-1,-1 1 1,0 1 0,-1 0-1,1 0 1,-1 1-1,1 1 1,-19-2-1,-41 2 38,-80 3 40,138 1-76,-1 0-1,1 1 1,0 0 0,0 1-1,1 0 1,-1 0-1,1 2 1,-14 9-1,-27 15 144,39-25-44,-1 1-1,2 1 1,-1 0-1,-19 18 1,28-22-84,0-1 0,1 1 0,-1 0 0,1 0 1,0 1-1,0-1 0,1 0 0,-1 1 0,1 0 1,0-1-1,0 1 0,1 0 0,0 0 1,-1 0-1,2 0 0,-2 10 0,2-14 52,-8-1-7009,-8 0 380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7:55.5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340 679 2593,'0'0'13923,"-7"3"-13155,-5 7-176,0 0 0,1 0 0,0 1 0,1 1 0,0-1 0,-13 24 1,-12 26 59,3 2 0,-34 92 0,40-91-335,12-29-67,1 1 0,-13 63 0,20-81 760,5-19-958,1 0 0,-1 0 0,0 0 1,1 0-1,-1 0 0,0 0 0,1 0 1,0-1-1,-1 1 0,1 0 0,0 0 0,-1 0 1,1 0-1,0-1 0,0 1 0,0-2 1,-11-85 43,5 0 0,4-110 1,3 108-100,1 43-2,2 0-1,2 0 1,2 0-1,3 1 1,1 1-1,2 0 1,2 0-1,2 2 1,2 0-1,2 1 1,1 1-1,3 1 1,1 1-1,2 2 1,35-37-1,-49 60 6,0 0-1,0 0 1,21-12-1,-29 22-4,0 0 1,0 0-1,0 1 0,0 0 0,1 0 0,-1 1 0,1 0 0,0 0 0,0 1 0,0 0 0,8 0 0,0 1-7,24 2-12,-38-1 24,1 0-1,-1 0 0,0 0 0,0 0 0,0 0 0,0 0 0,0 0 1,0 1-1,0-1 0,-1 0 0,1 1 0,0 0 0,-1-1 0,1 1 0,1 4 1,3 4-1,-1 0 0,-1 0 1,0 0-1,0 1 0,-1 0 1,0 0-1,1 15 0,4 83 67,-7-93-45,-2 314 131,-8-253-74,-4 0 0,-23 74 0,18-75 69,2-17-66,8-32-25,1 2 0,1-1 0,2 1 1,-2 30-1,6-58-48,0-3-1526,0-35-849,-1 16 438,1 0 0,5-40 0,15-5-3482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7:55.8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36 0 4385,'0'0'17076,"-36"30"-15764,54-18-464,6 0-368,0-7-272,-1 1-160,7 0-48,35-6-536,-11 0-3321,5 0-5297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7:57.3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131 529 4865,'0'0'12061,"-6"0"-11043,-18 0-150,24 0-786,-1 0 1,1 0-1,-1 0 1,1 0-1,-1 0 1,1 0-1,-1 1 1,1-1-1,-1 0 0,1 0 1,0 1-1,-1-1 1,1 0-1,-1 1 1,1-1-1,0 0 1,-1 1-1,1-1 0,0 0 1,-1 1-1,1-1 1,0 1-1,0-1 1,-1 1-1,1-1 1,0 1-1,0-1 0,0 1 1,0-1-1,0 1 1,-1 0-1,0 16 963,1-15-815,0 0-203,1 127 1356,-31 255 1,12-217-1258,11-85-70,1-53-45,6-28-7,0 0 1,0 1 0,-1-1-1,1 0 1,0 0-1,-1 0 1,1 0 0,-1 0-1,1 0 1,-1 0 0,1 0-1,-1 0 1,0 0-1,1 0 1,-1-1 0,0 1-1,0 0 1,0 0 0,-1 0-1,2-1 2,0 0 0,-1 0 0,1 0 0,0 0 0,-1 0 0,1-1 0,0 1 0,-1 0 0,1 0 0,0 0 0,0-1 0,-1 1 0,1 0 0,0 0 0,0 0 0,0-1 0,-1 1 0,1 0 0,0-1 0,0 1 0,0 0 0,0-1 0,-1 1 0,1 0 0,0 0 0,0-1 0,0 1 0,0 0 0,0-1 0,0 1 0,0-1 0,0 1 0,0 0 0,0-1 0,0 1 0,0 0 0,0 0 0,0-1 0,1 0 0,-2-6 56,-10-364 337,11 301-369,2-4-29,3 0 1,3 0-1,4 1 1,2 0-1,4 1 1,3 1-1,3 1 1,45-92-1,-60 142-8,2 1 0,0 0 0,1 0 0,20-22 1,-28 36 4,0 1 0,1-1 0,-1 1 1,1 0-1,0 1 0,0-1 1,0 1-1,0 0 0,1 0 0,-1 1 1,1-1-1,0 1 0,0 0 1,0 1-1,0 0 0,0 0 0,0 0 1,0 1-1,0-1 0,9 2 1,-13 0 0,1-1 1,0 1 0,-1 0 0,1 0 0,0 1-1,-1-1 1,0 0 0,1 1 0,-1 0-1,0-1 1,0 1 0,0 0 0,0 0 0,0 0-1,0 0 1,0 1 0,-1-1 0,1 0-1,-1 1 1,2 5 0,4 7 11,-1 0-1,6 25 1,-8-25 2,8 38 23,-2 0 1,-3 1-1,-2 0 1,-2 78-1,-3-129-31,0 1 1,1-1-1,-1 0 0,0 0 0,-1 1 0,1-1 0,-1 0 0,1 0 0,-1 0 0,0 0 0,0 1 0,0-1 0,-1 0 1,1-1-1,-1 1 0,1 0 0,-1 0 0,0-1 0,0 1 0,0-1 0,-1 1 0,1-1 0,0 0 0,-1 0 0,0 0 1,1 0-1,-1-1 0,0 1 0,0-1 0,0 0 0,-6 2 0,-6 2 4,0 0 0,0-2 0,-1 0 0,1 0 0,-18-1 0,-81-2 49,48-2-58,65 2-41,25 0-315,-20 0 352,25 0-22,1 1 0,30 5 0,-49-4 16,0 1 0,0 0 0,-1 0 1,1 1-1,-1 0 0,0 1 0,0 0 0,-1 1 0,12 9 1,0 1-49,-1 1 0,-1 1 0,-1 1 0,-1 0 0,25 38 0,-33-43 39,0 0 0,-2 1-1,1 0 1,-2 0 0,0 1-1,-1 0 1,-1 0 0,0 0-1,-1 0 1,0 19 0,-1-16 18,-2 50-3,0-65 12,-1 1-1,1-1 1,-1 1-1,0-1 1,-1 0 0,1 0-1,-1 1 1,0-1 0,0 0-1,0 0 1,0-1 0,-5 7-1,0-4 25,0 0 0,0 0 0,0-1-1,-1 0 1,0 0 0,0 0 0,-17 6 0,-65 17 382,83-26-369,-10 3 54,-16 5 143,0-2 1,0-1-1,-1-2 0,-34 2 1,67-7-378,6 0-341,92 0-5081,-27 0-2373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7:58.0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1139 31 8786,'0'0'13604,"-8"11"-12472,-49 90 1968,52-94-2811,4-4-203,-1-1 0,1 1 0,-1-1 0,1 1 0,0 0 0,0-1 0,0 1 0,0 0 0,0 0 0,0 4 0,1-6 50,-14-2-2,11-1-137,-1 1 0,1-1 0,0-1 0,-1 1 0,1 0 0,0-1 0,0 0 0,1 1 0,-1-1 0,0 0 0,1-1 0,0 1 0,0 0 0,-2-5 0,-10-11-18,6 8-17,-1 2 1,1-1 0,-2 1 0,1 0-1,-2 1 1,1 0 0,-1 1-1,0 0 1,0 1 0,-1 0 0,0 1-1,0 0 1,0 0 0,0 2 0,-1-1-1,0 2 1,0 0 0,-17-1 0,12 2 13,0 1 1,-1 0 0,1 1 0,0 2-1,0-1 1,0 2 0,0 1 0,1 0-1,-1 1 1,1 1 0,1 0 0,-1 1-1,-25 18 1,-6 6 19,1 3 1,1 1-1,2 2 0,2 2 0,2 2 1,-39 52-1,62-70 4,1-1 1,1 2-1,1 0 1,1 1-1,1 0 0,1 1 1,2 0-1,1 1 1,1 0-1,1 0 0,1 0 1,2 1-1,1 0 1,2 38-1,0-59 9,1 0 1,0 1-1,1-1 0,0-1 1,0 1-1,1 0 0,0 0 0,0-1 1,1 0-1,0 1 0,0-1 0,10 11 1,-5-8 20,0-1 0,1 0 0,0-1-1,1 0 1,0-1 0,0 0 0,16 7 0,2-1 62,-1-2 0,1-1 0,1-1 0,0-1 0,0-2 0,46 4 0,188-6 708,-161-5-353,-81 0-279,-1 0 0,1-2 0,-1 0 0,28-9 0,-39 8-2118,-20 0-3659,-2-1-1423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7:59.6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78 1 2481,'0'0'12565,"0"0"-12523,-1 0-1,1 0 1,0 0 0,-1 0 0,1-1-1,0 1 1,0 0 0,-1 0-1,1 0 1,0 0 0,-1 0 0,1 0-1,0 0 1,-1 0 0,1 0 0,0 0-1,-1 0 1,1 1 0,0-1-1,-1 0 1,1 0 0,0 0 0,-1 0-1,1 0 1,0 1 0,0-1 0,-1 0-1,1 0 1,0 0 0,0 1-1,-1-1 1,1 0 0,0 0 0,0 1-1,0-1 1,-1 0 0,1 1 0,-3 5 213,1 0 0,0 0 0,0 0 0,1 0 0,-1 0 0,1 0 0,1 1 0,-1-1 0,1 0 0,1 12 0,-2 8 291,-6 616 2495,9-378-2709,-8-21 228,4-235-560,-2-10-9,3 2 6,-1-2-46,0-1 0,0 1 0,0 0 0,0-1 0,0 1 0,0-1 0,1 1 0,-1-1 0,1 0 0,0 0 0,0 0 0,0 0 0,-1-3 0,-7-47-1642,7-83-6018,2 76 516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8:01.9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81 571 3169,'0'0'7781,"-12"9"-6246,-3 1-1005,6-4-55,1 0 1,-1 0-1,-14 15 1,23-21-439,-1 1 1,1-1 0,0 0 0,-1 1 0,1-1 0,0 0 0,0 1 0,-1-1 0,1 0 0,0 1-1,0-1 1,0 1 0,-1-1 0,1 0 0,0 1 0,0-1 0,0 1 0,0-1 0,0 1-1,0-1 1,0 0 0,0 1 0,0-1 0,0 1 0,0-1 0,0 1 0,0-1 0,0 0 0,1 1-1,-1-1 1,0 1 0,0-1 0,0 0 0,1 1 0,-1-1 0,0 0 0,0 1 0,1-1 0,-1 0-1,0 1 1,1-1 0,-1 0 0,0 1 0,1-1 0,-1 0 0,1 0 0,-1 0 0,0 1 0,1-1-1,-1 0 1,1 0 0,-1 0 0,1 0 0,24 7 263,-24-7-239,49 5 323,0-2-1,62-4 0,-33 0-358,544-16-16,-416 4-13,225-22-1,294-68 44,-676 94-41,584-94-103,-439 80-93,411-60 12,-173 13 276,2 39 152,112 25-194,232-33-18,-757 37-30,347-13 88,130-12 22,574-51 144,-742 72 1116,107 6 2131,-439 3-3425,0 0-1,0 0 1,0 0 0,0 0 0,0-1 0,-1 1 0,1 0 0,-1-1-1,0 1 1,0-1 0,0 0 0,-3 3 0,-9 14 67,6-4-63,0 1-1,2 0 1,-1 0 0,2 0 0,0 1 0,-4 31 0,-3 108 242,12-136-275,-5 100 66,-18 322 260,5-259 198,-7 0-1,-70 252 0,85-408-491,8-21-63,-1 0 0,1 0 1,0 0-1,1 0 1,-1 1-1,0 7 0,2-13 7,-4-1 123,-1 1-113,0-1 0,0 0 0,-1-1 0,1 1 0,1-1 0,-1 0 0,0 0 0,0 0 0,0-1 0,-8-4-1,-1 1-50,0 1 0,-1 1 0,0-1 0,0 2 0,1 0 0,-1 1 0,0 1 1,-30 2-1,-2 0-21,-16-3-32,-302 15-364,-41 42-162,-442 40-853,293-81-99,-119 8-813,83 24 2004,-286 17 1197,-32-21 615,233 16-1175,195-12-180,156-38-96,12 0 2,223-3-3,-191 17 8,6-4-16,97-9 4,122-9 70,55-1 223,-18 0 676,-44 0-673,60 3-9,-9 6 540,12-9-820,0 0 1,0 0-1,0 0 0,0 0 0,0 0 1,1 0-1,-1 0 0,0-1 1,0 1-1,0 0 0,0 0 1,1 0-1,-1 0 0,0 0 0,0 0 1,0 0-1,0 0 0,1 0 1,-1 0-1,0 0 0,0 0 1,0 0-1,0 1 0,1-1 0,-1 0 1,0 0-1,0 0 0,0 0 1,0 0-1,1 0 0,-1 0 1,0 0-1,0 0 0,0 1 0,0-1 1,0 0-1,0 0 0,0 0 1,1 0-1,-1 0 0,0 1 1,0-1-1,0 0 0,0 0 0,0 0 1,0 0-1,0 1 0,0-1 1,0 0-1,0 0 0,0 0 0,0 0 1,0 1-1,0-1 0,0 0 1,0 0-1,0 0 0,0 1 1,0-1-1,0 0 0,0 0 0,0 0 1,0 0-1,-1 0 0,1 1 1,0-1-1,0 0 0,79 0-1101,-77-1-1532,3-4-2586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8:03.0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490 4 7210,'0'0'11085,"0"-4"-7758,-8 28-1964,7-20-1233,0 0-1,0 1 0,-1-1 1,1 0-1,-1 0 0,0 0 1,-4 6-1,-36 42 306,-52 48 1,16-19-374,38-37-26,-70 81 36,92-103-82,2 1-1,0 0 1,-21 45 0,36-66 0,-10 31 10,10-33-3,1 1-1,0 0 1,0-1 0,-1 1-1,1-1 1,0 1 0,0 0-1,0-1 1,0 1 0,0 0-1,0-1 1,0 1 0,0-1-1,0 1 1,0 0 0,0-1-1,0 1 1,1 0 0,-1-1 0,0 1-1,0-1 1,1 1 0,-1-1-1,0 1 1,1 0 0,-1-1-1,0 1 1,1-1 0,-1 0-1,1 1 1,-1-1 0,1 1-1,-1-1 1,1 0 0,-1 1-1,1-1 1,0 0 0,-1 1 0,1-1-1,-1 0 1,1 0 0,0 0-1,-1 0 1,1 0 0,0 1-1,48-1-11,4 1 48,-1-2-1,1-2 1,67-13-1,-67 3 18,168-35-55,-166 39 225,1 3 1,57 0 0,-112 6 543,4 4-275,-4-4-470,0 1-1,-1-1 1,1 0 0,0 1-1,-1-1 1,1 1 0,0-1-1,-1 1 1,1-1-1,0 1 1,-1-1 0,1 1-1,-1 0 1,1-1 0,-1 1-1,1 0 1,-1 0 0,0-1-1,1 1 1,-1 0-1,0 0 1,0-1 0,0 1-1,1 0 1,-1 0 0,0 1-1,0-1-96,0 0-17,0-1 0,0 1 0,-1 0 0,1-1 0,0 1 1,0-1-1,-1 1 0,1-1 0,0 1 0,0-1 1,-1 1-1,1-1 0,-1 1 0,1-1 0,0 1 1,-1-1-1,1 1 0,-1-1 0,1 0 0,-1 1 1,0-1-1,-27 1-6397,16-1 844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8:03.3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190 1 6385,'0'0'14153,"-18"28"-12710,-55 91 0,67-109-1181,1 1 1,0-1 0,1 1 0,0 0-1,1 0 1,-4 20 0,0 0 333,-12 33 271,10-39-720,1 1 0,2-1 0,0 1 0,2 0-1,-2 32 1,6 65-117,0-122-62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8:05.3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55 72 1272,'0'0'11417,"0"-8"-10363,0-34 113,0 21 6855,-1 21-8011,1 0 0,-1-1 1,0 1-1,1 0 1,-1 0-1,0 0 1,1 1-1,-1-1 1,0 0-1,1 0 1,-1 0-1,1 0 1,-1 1-1,0-1 1,1 0-1,-1 1 1,1-1-1,-1 0 0,1 1 1,-1-1-1,1 1 1,-1-1-1,1 1 1,-1-1-1,1 1 1,-1-1-1,1 1 1,0-1-1,-1 1 1,1-1-1,0 1 1,0 0-1,-1-1 0,1 2 1,-13 68 228,3 1 1,4 0-1,2 72 0,3-99-178,-1 318 137,3-205-189,-2-144-8,1-8-2,0 0-1,1 0 1,0 1 0,-1-1 0,1 0 0,1 0 0,-1 0-1,4 8 1,-4-13-28,-1-1-1,0 1 1,0 0 0,0 0-1,0 0 1,0-1 0,0 1-1,1 0 1,-1 0-1,0 0 1,0 0 0,0 0-1,0-1 1,1 1-1,-1 0 1,0 0 0,0 0-1,1 0 1,-1 0-1,0 0 1,0 0 0,0 0-1,1 0 1,-1 0-1,0 0 1,0 0 0,0 0-1,1 0 1,-1 0-1,0 0 1,0 0 0,1 0-1,-1 0 1,0 0 0,0 0-1,0 0 1,1 0-1,-1 1 1,0-1 0,0 0-1,0 0 1,1 0-1,-1 0 1,0 0 0,0 1-1,0-1 1,0 0-1,0 0 1,1 0 0,-1 1-1,4-29-1799,7-86-5330,-5 55 1533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8:06.4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482 339 1032,'0'0'13986,"3"0"-13657,521-24 2223,-253 8-2438,75 2-11,442-34-70,221-97 1002,-585 78-301,-349 56-325,109-2 3376,-202 298-2227,11-204-1377,-54 485 810,11-117-789,43-171-35,7-197 155,-10-81-206,-9-1-118,-38-6 0,-9-2-58,-433 1-553,302 10 217,75-3 131,-303 8-335,-468 69 432,526-41 169,126-11 40,-505 30 75,427-47 147,318-7 705,9-7-393,6 0-647,0 2 1,0 0-1,0 1 0,0 0 0,1 1 0,0 0 0,-1 1 1,1 1-1,26 1 0,-14 0-4575,40-7 1,-36 1-3432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8:08.7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31 4945,'0'0'9529,"0"-6"-8356,0-1-2379,0-7 5568,0 10 429,0 19-3310,6 235-222,53 348 0,-37-424-704,-2 256 0,-17-366-474,-1-40-122,-1-21-67,-1-8-84,0-326-6153,0 223 1745,0 11-1768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8:09.9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630 541 3929,'0'0'7204,"11"-2"-6188,182-8 6417,-93 10-6886,837-11 1264,6-70-1889,123-90 97,-339 51-17,-694 115 1,766-129 77,-751 128 56,-27 5 2511,-21 33-1541,-11 360 960,-24 20-1662,-37 638 904,71-703-1008,1-346 360,-42-11-625,19 1-94,0 1 0,0 1 0,-1 1 1,0 2-1,-42-4 0,-128 5-313,106 5 195,-330-4-616,-368 3-473,0 31 365,130 29 378,211-17 404,97-12 106,-469 36 21,318-61 122,374-7-39,124 0 369,15 0-153,9 0-342,0-2-1,0 0 1,0-2-1,42-12 1,-41 8-1715,-1-1-1,31-16 1,-18 2-4766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8:10.4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60 5209,'0'0'9674,"5"-10"-8224,15-29 209,-15 29 6791,-5 272-4998,0 332-2115,4-725-3574,4 44-3236,-2 43-1484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8:13.8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70 1088 3225,'0'0'10726,"-29"-6"-7172,-12 6 1006,105-3-4297,-1-2 1,1-3-1,77-20 1,183-71 19,50-36 1178,-348 128-625,-25 7 539,-3 5-1302,-37 84-16,-20 51 55,35-59-118,-23 136 0,35-145-46,-3-1 0,-49 138 0,57-194 50,-1 0-1,0 0 0,-1-1 0,-1 0 0,0-1 1,-1 0-1,-1 0 0,1-1 0,-2-1 0,0 0 0,0-1 1,-1 0-1,0-1 0,-27 13 0,15-11 22,1-1 1,-2-1-1,1-1 1,-1-2-1,0 0 0,0-2 1,-1-1-1,-32-1 0,56-2-11,1 0 0,-1 0-1,0-1 1,1 0 0,-1 1-1,0-1 1,1-1-1,-1 1 1,1 0 0,0-1-1,-1 0 1,1 0-1,0 0 1,0 0 0,-3-3-1,2 0 14,-1 0-1,1 0 1,-1 0-1,1-1 1,1 1-1,-1-1 1,-4-11-1,3 3-13,0 0 1,1-1-1,0 0 0,1 1 0,1-1 0,-1-28 1,3 42-13,1-1 0,-1 1 0,0-1 0,1 0 0,-1 1 1,1-1-1,0 1 0,-1-1 0,1 1 0,0 0 0,0-1 1,0 1-1,0 0 0,0 0 0,0-1 0,1 1 0,-1 0 1,0 0-1,0 0 0,1 0 0,-1 1 0,1-1 0,1-1 1,40-13-76,-32 12 32,137-43-787,290-98-5125,-309 95 4924,163-86 1,-176 61 1730,-77 47 1067,50-26 0,-87 52 1153,-6 2-2861,0 1 0,-1 0 0,1 0-1,0 0 1,1 0 0,-1 0 0,0 1-1,1 0 1,-1-1 0,1 1 0,-5 6-1,-2 1 39,-15 11-34,1 2 0,1 0 1,-27 38-1,41-50-60,2 1 0,-1 0 0,1 0 0,1 0 0,0 1 0,1 0 0,0 0 1,1 0-1,1 1 0,-4 22 0,6-24-5,0 29-43,1-40 40,0 0 0,1 0 0,-1 1 1,0-1-1,1 0 0,-1 0 1,0 0-1,1 0 0,-1 0 0,1 0 1,0 0-1,-1 0 0,1 0 1,0 0-1,0-1 0,-1 1 0,1 0 1,0 0-1,0-1 0,0 1 1,0 0-1,0-1 0,0 1 0,0-1 1,0 0-1,0 1 0,0-1 0,0 0 1,1 1-1,-1-1 0,1 0 1,12 2-22,-1-2 0,1 1 1,-1-2-1,1 1 1,-1-2-1,1 0 1,-1-1-1,0 0 1,0-1-1,0 0 0,12-7 1,-5 0 1,0-2 0,-1-1 1,-1 0-1,-1-1 0,0-1 0,-1-1 0,0 0 1,20-31-1,-25 32-14,-1 0 0,0-1 1,-2 0-1,0-1 0,0 0 0,-2 0 0,0-1 1,-2 0-1,0 0 0,3-34 0,-8-67-201,0 106 211,-1 1-1,0-1 1,-1 1-1,-1-1 1,0 1-1,-10-20 1,7 18-34,0 1 1,-2 1-1,0-1 1,0 1 0,-1 1-1,0 0 1,-1 0 0,-1 1-1,0 1 1,0 0-1,-1 0 1,-22-12 0,33 21-37,70 2-500,1-3 166,-1-3-1,100-20 1,259-94 252,-351 92 115,-1-3 1,-2-4-1,103-63 0,-154 83 57,-1-1 1,-1-1-1,0-1 1,-1-1-1,20-22 1,-32 31 68,0 0 0,-1 0 0,0-1 0,-1 1 0,0-1 0,0 0 0,-1-1 0,-1 1 0,1-1 0,-2 0 0,1 0 0,-2 0 0,2-22 0,-3 29 25,0 0 1,0 0-1,0-1 0,-1 1 0,0 0 0,1 0 0,-2 0 0,1 0 0,0 0 1,-1 0-1,0 0 0,1 0 0,-2 0 0,1 1 0,0-1 0,-6-5 0,4 5-13,-1 0 0,0 1 0,0 0 0,-1 0 0,1 0 0,-1 1 0,1-1 0,-1 1-1,0 0 1,0 1 0,-6-1 0,-18-3 151,1 2 0,-1 2 0,-40 2 0,56 0-183,0 1-1,-1 1 0,1 0 1,0 1-1,0 0 0,1 1 0,-1 1 1,1 0-1,1 1 0,-1 0 1,1 1-1,-18 15 0,-8 10 44,2 2 0,-41 49-1,43-41-38,2 0 0,3 2 0,1 2 0,2 0 0,3 2 0,1 0-1,3 2 1,-17 67 0,8 1-35,6 1 0,-12 191 0,33-249-208,5-62 183,4-1 33,-1 0-1,1-1 1,-1-1 0,0 1 0,0-1 0,0 0-1,0 0 1,7-5 0,17-8 40,-12 7-33,-3 4 5,-1-2 0,0 0 0,0-1 0,-1 0-1,22-18 1,-35 25 722,-1 4-491,2 35-272,2 0 0,12 44 0,-15-77-56,-1-5-27,0 1 0,0 0 0,0 0 0,0-1 0,0 1 0,1-1-1,-1 1 1,0 0 0,0-1 0,1 1 0,-1-1 0,1 1 0,-1 0 0,0-1 0,1 1 0,-1-1-1,1 1 1,-1-1 0,1 0 0,0 1 0,-1-1 0,1 1 0,-1-1 0,1 0 0,0 0 0,-1 1-1,1-1 1,0 0 0,-1 0 0,1 0 0,0 0 0,-1 0 0,1 0 0,0 0 0,-1 0 0,1 0-1,0 0 1,-1 0 0,1 0 0,0 0 0,-1 0 0,2-1 0,8 1-3127,12 0-3423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8:14.2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0 137 12107,'0'0'12498,"15"19"-11836,46 61-210,-57-76-414,-1 1 0,0 0 1,0 0-1,0 0 0,0 0 0,-1 1 1,0-1-1,0 0 0,-1 1 0,2 6 1,4 14 76,-5-25-138,0-1 1,-1 1-1,1-1 0,0 0 1,0 1-1,0-1 0,-1 0 1,1 0-1,0 0 0,0 0 1,0 0-1,-1-1 0,1 1 1,0-1-1,0 1 0,0-1 1,-1 1-1,1-1 0,0 0 1,1-1-1,16-15-77,0 0-1,17-22 1,14-13 25,-43 45 67,53-50-79,81-60 0,-139 116 143,0-1-1,0 1 0,0-1 0,0 1 0,0 0 0,0 0 1,1 0-1,-1 0 0,0 0 0,0 0 0,1 1 1,-1-1-1,0 1 0,1 0 0,3-1 0,-5 6 563,-1-2-597,4 82 1170,-3-77-1094,0 1 0,0 0-1,1-1 1,1 0 0,-1 1 0,1-1 0,1 0 0,5 10 0,21 23-2514,5-5-5599,-5-11-6380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8:15.4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48 1944,'0'0'4001,"125"-48"-3721,-113 48-168,0 0-112,0 18-1384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8:16.9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416 874 1464,'0'0'6474,"4"0"-5841,12 0 305,-12 0 4850,-8 0-4340,-125 0 1861,-178 0-1248,331 6-1342,100 8 955,227-4 0,-272-10-1545,-39-1-90,1-1 0,0-2 0,-1-1 0,0-3 0,0-1 0,39-15 0,-52 15 53,2-1-95,42-21 0,-65 27 118,1 1-1,-1-1 1,0 0-1,0 0 0,-1-1 1,0 1-1,1-1 1,-1-1-1,-1 1 0,1-1 1,7-11-1,-12 15 468,0 2-559,-1-1-17,1 1-1,-1 1 0,0-1 0,1 0 0,-1 0 0,0 0 0,0 0 0,1 0 0,-1 1 1,1-1-1,-1 0 0,0 0 0,1 1 0,-1-1 0,1 0 0,-1 1 0,0-1 1,1 1-1,-1-1 0,1 1 0,0-1 0,-1 1 0,-11 14-1,2-1 0,0 2-1,0-1 1,2 1 0,-12 28 0,-20 58-6,4 2 0,-30 139 1,-22 223-196,76-397 139,-18 114-81,-40 210-462,67-382 572,0 10-36,-2-1 0,0 0 0,-1 0 0,-2-1 0,-12 26 0,18-42 65,0 0-1,0 0 1,0-1-1,-1 1 1,1-1 0,-1 0-1,1 1 1,-1-1 0,0 0-1,0-1 1,0 1 0,0 0-1,0-1 1,-1 0 0,1 0-1,0 0 1,0 0 0,-1 0-1,1-1 1,-1 1 0,1-1-1,-1 0 1,1 0 0,-5-1-1,0 0 6,0 0-1,-1-1 1,1 0 0,0 0-1,0-1 1,1 0-1,-1 0 1,1-1 0,-9-5-1,-18-16 3,1-2-1,-55-59 1,54 52 3,14 15-2,3 3 66,0-1 1,1 0-1,1-1 0,0-1 0,2 0 0,-16-28 1,28 44-58,-1 1 1,1-1-1,0 0 0,0 1 1,0-1-1,0 0 1,0 0-1,1 0 1,-1 1-1,1-1 1,0 0-1,0 0 0,0 0 1,0 0-1,0 0 1,1 0-1,-1 0 1,1 1-1,0-1 1,0 0-1,0 0 1,0 1-1,0-1 0,0 1 1,1-1-1,0 1 1,-1-1-1,1 1 1,0 0-1,3-3 1,3-1-27,2 0 0,-1 1 0,0 0 0,1 0 0,0 1 0,17-5 0,-9 3-11,88-31-346,321-123-5190,-142 21 2755,-226 105 2645,-2-3 1,85-71-1,-116 86 267,-13 12 189,-1 0-1,0 0 0,0-1 1,-2-1-1,1 0 0,-1 0 0,-1-1 1,10-18-1,-19 31-236,0 0 1,1 0-1,-1-1 0,0 1 1,0 0-1,0 0 0,0 0 0,1 0 1,-1-1-1,0 1 0,0 0 1,0 0-1,0 0 0,0-1 0,0 1 1,1 0-1,-1 0 0,0 0 1,0-1-1,0 1 0,0 0 1,0 0-1,0-1 0,0 1 0,0 0 1,0 0-1,0-1 0,0 1 1,0 0-1,0 0 0,0 0 0,0-1 1,-1 1-1,1 0 0,0 0 1,0-1-1,0 1 0,0 0 1,0 0-1,0 0 0,-1-1 0,1 1 1,0 0-1,0 0 0,0 0 1,0 0-1,-1 0 0,1-1 0,0 1 1,0 0-1,0 0 0,-1 0 1,1 0-1,0 0 0,0 0 1,-1 0-1,1 0 0,-18 7 1020,8 0-1034,0 0-1,1 0 1,0 1-1,0 1 0,0-1 1,1 1-1,-12 18 0,2 0 2,-25 50-1,32-55-36,0 0 1,2 1 0,1 0-1,1 1 1,1-1-1,1 1 1,1 1 0,1-1-1,0 26 1,2-17-15,0-23-12,0 0 0,1 0 1,0 0-1,1 0 0,3 19 1,-3-27 3,0-1 1,0 0-1,0 1 1,0-1-1,0 0 1,1 0 0,-1 0-1,0 0 1,1 0-1,-1 0 1,0 0 0,1 0-1,-1-1 1,1 1-1,-1 0 1,1-1-1,0 1 1,-1-1 0,1 0-1,-1 0 1,1 1-1,0-1 1,-1 0 0,1 0-1,0-1 1,-1 1-1,1 0 1,2-1 0,4 1-21,-8 0 29,13 0-7,-1 0 0,1-1 0,18-3 0,-27 3 9,0-1 1,0 1-1,0-1 0,1 0 0,-1 0 0,-1 0 0,1-1 1,0 1-1,-1-1 0,1 0 0,-1 0 0,5-5 0,-1 0-1,0-1 0,-1 1 0,0-1-1,0 0 1,-1-1 0,0 1-1,0-1 1,-1 0 0,-1 0 0,1-1-1,-2 1 1,1-1 0,-2 1-1,1-1 1,-1 0 0,-1-12-1,0 8-30,1 4-24,-1-1 1,0 1-1,0-1 1,-1 0 0,-1 1-1,0 0 1,-1-1-1,0 1 1,0 0-1,-1 0 1,-1 0-1,-6-10 1,-52-75-894,33 53 221,2-1 1,2-1-1,-29-68 1,52 104 612,0-1 0,0 1 0,1-1 0,1 0 0,0 0 0,-1-17 0,2 25 93,0 0 1,0 0-1,0 1 0,1-1 0,-1 0 0,0 0 0,1 1 0,-1-1 0,1 0 0,-1 1 1,1-1-1,0 0 0,0 1 0,0-1 0,0 1 0,0-1 0,0 1 0,0 0 1,0-1-1,2 0 0,2-1 2,0 0 1,0 0-1,0 1 1,0 0-1,8-3 1,-7 3 7,98-28-10,153-25 0,-105 26 22,448-115-95,-440 96 19,261-117 0,-342 127 34,96-63-1,-138 76 45,-2-2 0,0-1 1,-2-2-1,40-45 0,-62 64 87,-1-1-1,-1 0 0,0-1 0,-1 0 0,-1 0 0,0-1 0,0 0 1,-1 0-1,-1-1 0,-1 1 0,0-1 0,-1 0 0,0-1 0,-1 1 1,-1 0-1,-1-22 0,0 33-27,0 0 1,-1 0-1,0 0 1,0 1-1,0-1 1,0 0-1,-1 1 1,1-1-1,-1 1 1,0-1-1,0 1 1,0 0-1,-1 0 1,1 0-1,-1 0 1,0 0 0,0 0-1,1 1 1,-2 0-1,1-1 1,0 1-1,0 0 1,-1 0-1,1 1 1,-1-1-1,0 1 1,1 0-1,-1 0 1,-5-1-1,-13-2 158,0 1 0,0 0 1,0 2-1,-24 2 0,25-1-46,2 0-124,1 1-1,-1 0 1,1 2 0,-1 0 0,1 1 0,0 1 0,0 1 0,1 0-1,0 1 1,0 1 0,1 1 0,-1 0 0,2 1 0,0 1-1,-19 17 1,-7 8-2,3 3-1,1 1 1,2 2-1,1 1 1,3 2-1,2 0 1,1 3-1,-39 95 1,9 15-45,-57 254 0,-26 73 10,95-362 1,44-110-26,2-11-49,14-21-28,38-44 181,72-66 0,-108 113-72,-6 10 333,-6 12 66,-4 21 99,-1-18-635,2 19 76,1 1 0,2-1 0,0 0-1,16 52 1,-19-77-173,0 0 0,1 0 0,-1 0 0,1 0 0,-1-1 0,1 1 0,0-1 0,0 1-1,0-1 1,0 1 0,1-1 0,-1 0 0,4 2 0,-3-2-776,0 0 0,0-1 0,0 1 0,0-1 0,0 0 1,0 0-1,7 1 0,18 0-10986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8:17.4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0 167 5641,'0'0'17764,"12"6"-16728,14 7-556,-1 1-1,0 2 1,27 21-1,-46-32-417,1 0 0,-1 1-1,0-1 1,0 1 0,-1 1-1,1-1 1,-2 1 0,1 0 0,-1 0-1,0 0 1,0 0 0,-1 1-1,0 0 1,0 0 0,-1 0-1,0 0 1,2 16 0,-4 41-82,0-64-40,12-14-189,0-1 73,15-23 1,14-18 51,-9 22 104,1 1 0,1 3 0,1 0 0,65-38 0,-47 36 20,2 3 0,107-40 0,-146 63 65,0 0 0,0 2 0,0 0 0,0 0 0,0 2-1,27 0 1,-42 1-42,0 1 0,0-1 0,-1 1 0,1-1 0,0 1 0,0-1 0,0 1 0,0 0 0,-1-1 0,1 1 0,0 0 0,-1 0 0,1-1 0,-1 1 0,1 0 0,-1 0 0,1 0-1,-1 0 1,1 0 0,-1 0 0,0 0 0,0 0 0,1 0 0,-1 0 0,0 0 0,0 0 0,0 0 0,0 0 0,0 0 0,0 1 0,-1 43 363,1-34-197,0 23 303,1-8-93,-4 37-1,2-56-378,0 0-1,0 0 1,-1 0-1,0 0 0,0 0 1,-1 0-1,0-1 1,0 1-1,-8 11 0,7-15-177,0 1 0,1-1-1,-1 0 1,-1-1-1,1 1 1,0-1-1,-1 0 1,1 0-1,-1 0 1,-5 1 0,-7 4-1031,-21 10-3679,-3-5-3336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8:18.5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193 0 6673,'0'0'17123,"-21"8"-16136,9-3-858,6-4-83,0 1 0,0 0 0,0 0 0,0 1 0,0 0 0,0 0 0,1 0 0,-1 1 0,1-1 0,0 1 0,0 0 0,1 1 0,-1-1 0,1 1 1,0 0-1,0 0 0,0 1 0,1-1 0,0 1 0,0-1 0,1 1 0,-4 9 0,-10 63 62,3 0-1,3 1 1,2 153 0,7-207-277,0-16-902,1 1 1,0-1-1,3 16 0,4-13-4211,8-5-1616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8:19.0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 8 8794,'0'0'11397,"15"0"-11018,11-2-258,16-2 158,0 3 1,52 4-1,-83-2-255,0 0 0,0 0 0,0 2 0,0-1 0,-1 1-1,1 1 1,-1 0 0,0 1 0,0 0 0,0 0 0,-1 1 0,1 0 0,-1 0-1,11 12 1,-16-12-21,1-1 0,-2 2-1,1-1 1,-1 0 0,0 1-1,0-1 1,0 1 0,-1 0-1,0 0 1,-1 0 0,1 0-1,-1 0 1,-1 1 0,1-1-1,-2 13 1,0-11 20,1 0 1,-2-1 0,1 1-1,-1-1 1,0 0 0,-1 0-1,0 0 1,0 0-1,-1 0 1,0 0 0,0-1-1,-9 11 1,-5 1 28,0-2 1,-2 0-1,-39 26 1,-70 34 65,127-76-126,1 0-1,-1 0 1,0 0 0,0 0 0,1 1 0,-1-1-1,0 0 1,1 1 0,-1 0 0,1-1 0,0 1-1,0 0 1,-1 0 0,1-1 0,0 1 0,1 0-1,-1 0 1,0 0 0,0 0 0,1 0 0,-1 1-1,1-1 1,0 0 0,0 0 0,0 0 0,0 0 0,0 0-1,1 4 1,0-2-10,0 1 0,0-1 0,1 0 0,0 0 0,0-1 0,0 1 0,0 0 0,0-1 0,1 1 0,0-1 0,0 0 0,0 1 0,3 2 0,38 30-35,-6-6-911,-2 2 1,-1 1-1,38 47 1,-70-76 739,0 1 1,0-1-1,-1 1 1,0 0-1,0 0 1,0 0-1,0 0 0,-1 0 1,0 0-1,1 7 1,-2-9 210,0 0 0,0 0 1,0 0-1,0 0 1,0 0-1,0 0 0,-1 0 1,0 0-1,1 0 0,-1 0 1,0-1-1,-1 1 0,1 0 1,0-1-1,-1 1 1,1-1-1,-1 1 0,0-1 1,0 0-1,-3 3 0,-20 11 489,-1-1-1,0-1 0,-1-2 1,-42 14-1,54-20-243,-38 14 1005,-81 19 1,132-39-1251,-3 1 88,9-7-429,87-84-4526,-22 26-2193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8:19.4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119 256 5281,'0'0'16545,"-11"54"-15333,-33 171-512,23-90 701,21-135-1382,0 0 1,0 0-1,0 1 0,0-1 1,0 0-1,0 1 1,0-1-1,0 0 1,0 0-1,0 1 0,0-1 1,0 0-1,0 1 1,0-1-1,-1 0 0,1 0 1,0 1-1,0-1 1,0 0-1,0 0 1,-1 0-1,1 1 0,0-1 1,0 0-1,0 0 1,-1 0-1,1 1 1,0-1-1,0 0 0,-1 0 1,1 0-1,0 0 1,0 0-1,-1 0 1,1 0-1,0 0 0,0 1 1,-1-1-1,1 0 1,0 0-1,-1 0 0,1 0 1,0 0-1,0-1 1,-1 1-1,1 0 1,0 0-1,-1 0 0,1 0 1,0 0-1,0 0 1,-1 0-1,1 0 1,0-1-1,0 1 0,-1 0 1,1 0-1,0 0 1,0-1-1,0 1 1,-1 0-1,1 0 0,0 0 1,0-1-1,0 1 1,0 0-1,0 0 0,-1-1 1,1 0-1,-11-22 602,2-34-354,3-1-1,2 0 0,4-65 1,0 68-155,1 40-84,-1-1 0,2 1 0,0-1 0,0 1 1,2 0-1,0 0 0,1 0 0,0 0 0,1 1 0,1 0 1,8-14-1,-9 20-116,-1 0 0,1 0 0,1 1 1,0 0-1,0 0 0,0 1 0,1 0 1,0 0-1,0 1 0,0 0 0,1 0 0,-1 1 1,1 0-1,0 0 0,1 1 0,-1 0 0,0 1 1,1 0-1,15-1 0,98 1-5321,-81 2 1851,35 0-4864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8:19.5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108 1 10058,'0'0'15259,"-66"309"-14834,54-280-249,1-11-176,-1-6-8,6-6-497,6-18-5696,0-23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8:19.7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11106,'0'0'9562,"53"274"-10826,-29-191-3297,-6-6-6681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8:20.1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399 0 8666,'0'0'14972,"-55"8"-14286,-168 31-165,215-38-485,0 1-1,0 1 0,1-1 1,-1 1-1,1 0 1,0 1-1,0 0 0,-8 5 1,13-7-14,-1 1 1,1-1-1,0 1 0,0-1 1,0 1-1,1 0 1,-1-1-1,1 1 1,-1 0-1,1 0 0,-1 4 1,-2 4 43,-1 4-27,1-1 1,0 1-1,2 0 1,-1 0 0,2 0-1,0 0 1,2 21-1,-1-22-44,0-13-3,0 0 1,0 1 0,0-1 0,1 1 0,-1-1-1,1 0 1,-1 1 0,1-1 0,-1 0-1,1 0 1,0 1 0,-1-1 0,1 0 0,0 0-1,0 0 1,0 0 0,0 0 0,0 0 0,0 0-1,0 0 1,1 0 0,-1-1 0,0 1 0,0 0-1,0-1 1,1 1 0,-1-1 0,0 1 0,1-1-1,-1 0 1,1 0 0,-1 1 0,2-1 0,8 1-25,0 0 0,0-1 1,16-2-1,-6 1 53,-7 1-3,0 0-1,0-1 1,20-4 0,-28 3-17,0 0 1,0 0-1,0-1 0,0 1 0,0-1 1,0 0-1,-1-1 0,0 0 1,6-4-1,-7 4 16,-2 3-2,-1 1 1,0-1-1,1 0 0,-1 0 0,0 0 0,0-1 0,0 1 0,0 0 0,0 0 0,0-1 0,0 1 0,-1 0 0,1-1 0,0 1 0,0-3 1,-1 3 1349,1 1-1368,-1 0 0,1 0 0,-1-1 0,1 1-1,-1 0 1,1 0 0,-1 0 0,1 0 0,-1 0 0,1 0 0,-1 0-1,1 1 1,-1-1 0,1 0 0,-1 0 0,1 0 0,-1 0 0,1 1-1,-1-1 1,1 0 0,-1 0 0,1 1 0,-1-1 0,1 1-1,25 45-856,-15-30-1129,2 0 1,19 20-1,-2-10-4062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8:20.2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1 0 7666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8:20.7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1 177 7666,'337'-40'5826,"-262"28"-2594,-63 10-2135,0 1 0,0 0 1,0 0-1,1 1 1,-1 1-1,0 0 0,20 5 1,-25-2-916,1 0-1,-1 1 1,0 0 0,0 0 0,0 1-1,-1 0 1,9 9 0,37 51 544,-45-58-603,0 1-1,-1 1 0,-1-1 1,0 1-1,0 0 0,0 0 1,-2 0-1,1 1 0,-1-1 1,3 22-1,12-35-55,-15 0-75,1 0 0,-1-1 1,0 0-1,0 0 1,0 0-1,3-6 0,6-10-32,22-26 36,1 1 0,2 1 0,3 3-1,0 1 1,72-54 0,-111 93 20,0 1-1,0-1 1,0 0 0,0 1-1,0-1 1,0 1 0,0-1 0,0 1-1,0-1 1,0 1 0,0 0-1,0-1 1,0 1 0,0 0-1,0 0 1,1 0 0,-1 0 0,0 0-1,2 0 1,-2 1-6,-1-1-1,1 0 1,0 1-1,-1-1 1,1 1 0,0 0-1,-1-1 1,1 1-1,-1 0 1,1-1-1,-1 1 1,1 0 0,-1-1-1,1 1 1,-1 0-1,0 0 1,0 0 0,1-1-1,-1 1 1,0 1-1,1 7 50,0-1-1,0 1 0,-1 0 0,-1 10 1,0-1 126,6 218 1832,-5-223-2020,0-12-123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8:42.6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191 1 360,'0'0'13602,"-6"0"-12463,-26 0 459,6 0 3572,25 4-4736,-5 167 1135,6 1371 180,0-1539-1741,-2-4-750,1 0 581,-1 0 0,1 0 0,0 0 0,-1 0 0,1 0 0,0 0 1,0-1-1,-1 1 0,1 0 0,0-1 0,0 1 0,1-1 0,-1 1 0,0-1 0,0 1 0,1-1 0,-1 1 0,1-1 0,-1 0 0,1-3 0,-3-2-544,1 3 477,-6-18-1940,0 0-1,-5-25 0,-27-147-9070,17 98 8890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8:43.5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72 309 1072,'0'0'1135,"9"-4"-743,26-14 1345,-34 18-1676,-1 0 1,1 0-1,0-1 1,-1 1 0,0 0-1,1-1 1,-1 1 0,1-1-1,-1 1 1,1-1-1,-1 1 1,0 0 0,1-1-1,-1 1 1,0-1 0,0 1-1,1-1 1,-1 0-1,0 1 1,0-1 0,0 1-1,0-1 1,1 1 0,-1-1-1,0 0 1,0 1-1,0-1 1,-1 0 0,4-8 2428,43-18-533,-35 21-1822,1-1-1,-1 0 1,20-16 0,-29 20 23,1 1 0,0-1-1,-1 0 1,1-1 0,-1 1 0,0 0 0,0-1 0,0 1 0,0-1 0,-1 1 0,0-1 0,1 0 0,-1 0 0,-1 0 0,1 0 0,-1 0 0,1-6 0,-2 6 126,1-1 0,0 0 0,0 0 0,1 0 0,-1 0 0,1 0 0,0 0-1,0 0 1,1 0 0,0 1 0,0-1 0,0 0 0,0 1 0,0 0 0,6-7 0,-8 11-203,0 0 0,0-1 0,0 1 0,0 0 0,0 0 1,0 0-1,0 0 0,0 0 0,0 0 0,1 0 0,-1 0 0,0 0 1,0-1-1,0 1 0,0 0 0,0 0 0,0 0 0,0 0 1,1 0-1,-1 0 0,0 0 0,0 0 0,0 0 0,0 0 0,0 0 1,0 0-1,1 0 0,-1 0 0,0 0 0,0 0 0,0 0 1,0 0-1,0 0 0,0 0 0,1 0 0,-1 0 0,0 0 0,0 1 1,0-1-1,0 0 0,0 0 0,0 0 0,0 0 0,1 0 1,-1 0-1,0 0 0,0 0 0,0 0 0,0 1 0,0-1 0,0 0 1,0 0-1,0 0 0,0 0 0,0 0 0,2 13 1098,-3 23-1616,1-31 828,-5 28-221,-2 0 0,-1 0 1,-1-1-1,-26 60 0,12-32-133,1 0-19,-39 96 9,53-140-18,0-1 1,-1 1-1,-1-2 1,0 1 0,-2-1-1,1-1 1,-16 14-1,-2 0 3,27-25-70,2-7-32,1 1 90,0-1 1,0 1-1,0 0 1,1-1-1,0 1 1,0 0-1,0 0 1,0 0-1,0 0 1,7-6-1,1-6 25,222-367 27,-102 199-41,-59 90-14,-70 92 14,0 1 1,0-1-1,0 1 1,0-1-1,0 1 0,0 0 1,0 0-1,1-1 1,-1 1-1,0 0 1,1 0-1,-1 0 1,1 0-1,0 0 1,-1 1-1,3-2 0,-3 2 245,-1 0-229,1 0-1,0 0 1,-1 0-1,1 1 1,-1-1-1,1 0 1,0 0-1,-1 0 0,1 0 1,-1 1-1,1-1 1,-1 0-1,1 1 1,-1-1-1,1 0 0,-1 1 1,1-1-1,-1 1 1,1-1-1,-1 1 1,1-1-1,-1 1 0,0-1 1,1 1-1,-1-1 1,0 1-1,1 0 1,38 63 564,-21-32-298,2-1 0,26 31 1,51 58 439,61 64 325,-154-180-1035,-1-1 0,1 0 1,0-1-1,1 1 1,-1 0-1,1-1 0,-1 0 1,1 0-1,-1-1 1,1 1-1,0-1 0,0 0 1,0 0-1,9 0 1,21 0-6047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8:44.7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0 609 1408,'0'0'15025,"0"-17"-13664,0-55-26,0 54 4041,1 19-5325,0-1 0,-1 0 1,1 0-1,-1 0 0,1 0 0,0 0 0,-1 1 0,1-1 0,-1 0 0,1 1 1,-1-1-1,1 0 0,-1 1 0,1-1 0,-1 0 0,1 1 0,-1-1 0,0 1 1,1-1-1,-1 1 0,0-1 0,1 1 0,-1-1 0,0 1 0,0-1 0,1 1 1,-1 0-1,0-1 0,0 1 0,0-1 0,0 1 0,0 0 0,31 90 119,20 48 143,-42-116-273,2 0 0,1-1 0,27 37 0,-38-57-48,0-1 0,0 1-1,0-1 1,1 0 0,-1 1 0,0-1 0,1 0 0,-1 0-1,1 0 1,-1 0 0,1 0 0,0 0 0,-1-1-1,1 1 1,0 0 0,-1-1 0,1 1 0,0-1-1,0 0 1,0 0 0,0 0 0,-1 0 0,1 0-1,0 0 1,2 0 0,0 0-10,-2-1 14,-1 0 0,0 0-1,0 1 1,0-1 0,0 0-1,0 0 1,0 0-1,0 0 1,0-1 0,0 1-1,0 0 1,-1 0 0,1 0-1,0-1 1,-1 1 0,1 0-1,-1-1 1,0 1-1,1 0 1,-1-1 0,0 1-1,0 0 1,1-3 0,0-2 2,16-83 55,-4 18-30,10-76-17,-15 95-4,-9 50-5,1 1 0,0 0 0,0 0 1,1 0-1,-1 0 0,0 0 0,0 0 1,0 0-1,1 0 0,-1 0 0,1 0 1,-1 0-1,1 0 0,-1 0 0,1 0 0,-1 0 1,1 0-1,0 0 0,0 0 0,-1 1 1,1-1-1,0 0 0,0 1 0,0-1 1,0 0-1,0 1 0,0-1 0,0 1 0,0-1 1,0 1-1,0 0 0,0 0 0,0-1 1,0 1-1,0 0 0,0 0 0,0 0 1,0 0-1,0 0 0,1 0 0,-1 0 1,0 0-1,1 1 0,2 0-7,0 1 0,0 0 0,0 0-1,0 0 1,-1 0 0,1 0 0,-1 1 0,1 0 0,-1-1-1,4 6 1,27 33 37,-19-20-17,26 25-1,-37-42-37,1 0-1,0 0 1,0 0-1,0 0 1,0-1-1,0 0 0,1 0 1,0 0-1,-1-1 1,13 4-1,-17-6 30,1 1 0,-1-1 0,0 0-1,1 0 1,-1 0 0,0 0 0,0 0-1,1 0 1,-1 0 0,0-1 0,1 1-1,-1 0 1,0-1 0,0 1 0,0-1 0,1 1-1,-1-1 1,0 0 0,0 1 0,0-1-1,0 0 1,0 0 0,0 0 0,0 0-1,0 0 1,-1 0 0,1 0 0,0 0-1,0 0 1,-1 0 0,2-2 0,0-4 18,0 1-1,0-1 1,0 1 0,0-14 0,0 11-11,10-107 241,-5-214 0,-7 203 721,0 126-1184,0 8-2930,-1 6 848,1 0 1,1 0-1,0-1 0,5 22 1,10 5-6503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8:45.1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167 126 1096,'0'0'18608,"16"0"-17918,127 0 339,-142 0-1019,0-1-1,-1 1 0,1-1 0,0 1 1,-1-1-1,1 0 0,-1 1 0,1-1 1,-1 0-1,1 1 0,-1-1 1,0 0-1,1 0 0,-1 1 0,0-1 1,1 0-1,-1 0 0,0 0 1,0 1-1,0-1 0,0 0 0,0 0 1,0 0-1,0 0 0,0 1 1,0-1-1,0 0 0,0 0 0,-1 0 1,1-1-1,-1-4 23,1 2 15,0-1-1,0 1 0,0-1 0,-1 1 1,1-1-1,-1 1 0,0 0 0,-1-1 1,1 1-1,-1 0 0,0 0 0,-3-5 1,3 6-34,0 1 1,-1-1-1,0 1 1,1 0 0,-1 0-1,0 0 1,0 0 0,0 0-1,0 1 1,0-1 0,0 1-1,0 0 1,-1 0 0,1 0-1,-1 0 1,1 1 0,-4-1-1,-20-2 23,0 1 1,0 2-1,0 0 0,-34 6 1,56-5-24,1 0 0,0 0 0,0 0 0,0 0 0,0 1-1,0-1 1,0 1 0,0 0 0,0 1 0,1-1 0,-1 1 0,1-1 0,0 1 0,0 0 0,0 0 0,0 1 0,0-1 0,-3 6 0,2-2 11,1-1 0,1 1-1,-1 0 1,1 0 0,1 0-1,-1 0 1,1 1-1,0-1 1,1 0 0,0 8-1,0-11-52,1 1 1,0-1-1,0 0 0,0 0 0,0 0 0,1 0 1,-1 0-1,1-1 0,0 1 0,1 0 0,-1-1 0,0 0 1,1 1-1,0-1 0,0 0 0,0 0 0,6 4 1,3 3-645,1-1 0,0-1 0,26 13 0,-12-10-1951,0-1 1,0-1-1,46 8 0,-6-5-5533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8:45.5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476 1219 2905,'0'0'18573,"-41"-20"-17508,-135-59-338,170 75-690,-1 2-1,0-1 1,0 1-1,0 0 1,-1 1-1,1-1 1,0 1 0,-1 1-1,-12 0 1,16 1-24,1 0 1,-1 0 0,0 0 0,1 1-1,-1-1 1,1 1 0,0 0 0,0 0-1,0 0 1,0 0 0,-3 3 0,-5 4 18,1-2-23,0 1-1,1 0 1,0 0-1,1 1 1,0 0-1,0 0 1,1 1 0,0 0-1,1 1 1,0-1-1,0 1 1,1 0-1,1 1 1,0-1 0,0 1-1,1 0 1,1 0-1,-2 21 1,3-19-49,3 13-70,-2-27 101,0 1 1,1 0 0,-1 0-1,0 0 1,1-1-1,-1 1 1,1 0 0,-1 0-1,1-1 1,0 1 0,-1-1-1,1 1 1,0 0-1,-1-1 1,1 1 0,0-1-1,0 0 1,-1 1 0,1-1-1,0 1 1,0-1 0,0 0-1,0 0 1,0 0-1,-1 1 1,3-1 0,4 0-24,0 1-1,0-1 1,0 0 0,1-1 0,-1 0-1,0 0 1,0 0 0,0-1 0,0 0 0,-1 0-1,1-1 1,0 0 0,-1 0 0,0-1-1,0 1 1,0-1 0,8-7 0,4-6-40,0-1-1,-1-1 1,23-34 0,-32 42-26,38-56-672,-2-1-1,-4-2 1,40-98 0,64-231-1940,-117 311 2118,15-95-1,-35 138 1747,2-89-1,-9 133-1066,0 0 1,1 1-1,-1-1 0,0 0 1,0 0-1,0 1 1,0-1-1,0 0 1,0 0-1,-1 0 0,1 1 1,0-1-1,0 0 1,0 0-1,-1 1 0,1-1 1,0 0-1,-1 1 1,1-1-1,-1 0 0,1 1 1,-1-1-1,1 1 1,-1-1-1,1 0 1,-1 1-1,0-1 0,1 1 1,-1 0-1,0-1 1,-1 1 12,0 0 0,0 0 0,1 0 0,-1 0 0,0 1 0,1-1 0,-1 1 0,0-1 0,1 1 0,-1 0 0,1-1 0,-3 2 0,-1 1 31,0 1 0,0-1 1,0 1-1,0 0 0,0 1 0,1-1 0,0 1 0,0 0 1,-7 10-1,-28 58 581,23-35-380,2 1 0,1 0-1,2 1 1,1 0-1,-6 71 1,8 209 831,11-269-1022,2-1 0,17 73 0,35 94-269,-27-114-434,-24-79-342,1-1-1,1-1 1,19 37-1,-26-56 449,1 0 0,0 0-1,0-1 1,0 1 0,0-1 0,1 1-1,-1-1 1,1 0 0,0 0-1,-1 0 1,1 0 0,0 0 0,0 0-1,5 1 1,-5-2-339,0 0 0,0-1 1,1 1-1,-1-1 0,0 0 1,0 1-1,0-1 0,0-1 0,0 1 1,0 0-1,0-1 0,0 0 0,0 0 1,0 0-1,4-1 0,-4 0 378,0 0-1,0 0 1,0-1 0,-1 1-1,1 0 1,0-1-1,2-4 1,-5 7 406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8:45.7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0 1 2913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8:46.0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0 103 2913,'271'-18'2160,"-267"18"-1832,0 0 1,-1-1-1,1 0 0,0 0 0,0 0 1,0 0-1,0 0 0,-1-1 1,8-3-1,-11 4-164,1 1 1,-1-1 0,0 1 0,1-1-1,-1 0 1,0 1 0,1-1-1,-1 1 1,0-1 0,0 0 0,0 1-1,0-1 1,1 0 0,-1 1-1,0-1 1,0 0 0,0 1-1,0-1 1,-1 1 0,1-1 0,0 0-1,0 1 1,0-1 0,0 0-1,-1 1 1,1-2 0,-3-10 2942,3 11-2874,0 0-1,0-1 1,0 1-1,0 0 1,0 0-1,0-1 1,0 1-1,0 0 1,0 0-1,1-1 1,-1 1-1,1 0 1,-1 0-1,1 0 1,-1 0-1,1-1 1,0 1-1,-1 0 1,1 0-1,0 0 1,0 0-1,1-1 1,1 1 22,-1 0 0,1 1 0,-1-1 0,1 1 0,0-1 0,-1 1 0,1 0 0,-1 0 0,5 0 0,1 0-487,-3 0 300,0 0 0,0 0 1,0 0-1,1 1 1,-1 0-1,0 0 0,0 0 1,0 0-1,0 1 0,0 0 1,-1 0-1,1 0 1,0 1-1,-1-1 0,0 1 1,1 0-1,-1 0 0,0 1 1,-1-1-1,1 1 0,-1 0 1,1 0-1,-1 0 1,0 0-1,-1 1 0,1-1 1,-1 1-1,0 0 0,2 6 1,2 5-24,-1-1 1,-1 1-1,-1 0 1,0 0-1,-1 1 1,-1-1-1,-1 30 1,0-46-59,1 1-1,-1-1 1,0 0 0,1 0 0,-1 0 0,0 0-1,1 1 1,-1-1 0,0 0 0,1 0-1,-1 0 1,1 0 0,-1 0 0,0 0-1,1 0 1,-1 0 0,0 0 0,1 0 0,-1 0-1,1 0 1,-1 0 0,0 0 0,1 0-1,-1 0 1,0 0 0,1-1 0,-1 1-1,0 0 1,1 0 0,-1 0 0,0-1 0,1 1-1,-1 0 1,0 0 0,0-1 0,1 1-1,4-7-112,-1 0-1,1 0 0,-1 0 0,-1-1 0,4-9 1,14-25-24,-6 18 130,1 2 1,1 0-1,2 1 1,24-22-1,-40 40 46,0 1 0,1 0 0,-1-1 0,0 1 1,1 1-1,-1-1 0,1 0 0,-1 1 0,1 0 0,0 0 0,-1 0 0,1 0 0,0 0 0,0 1 0,0 0 0,0 0 0,0 0 0,-1 0 0,1 0 0,0 1 0,0 0 1,0 0-1,-1 0 0,1 0 0,0 0 0,-1 1 0,1 0 0,-1 0 0,0 0 0,1 0 0,-1 0 0,0 0 0,0 1 0,0 0 0,-1 0 0,1-1 0,-1 2 0,3 3 0,8 8-227,-11-14-75,-1 1 0,1-1 1,-1 1-1,0-1 0,0 1 0,1-1 0,-1 1 0,0 0 1,0 0-1,-1 0 0,1-1 0,0 1 0,-1 0 1,1 0-1,-1 0 0,1 2 0,0 27-6694,-1-22 3159,0 3-3354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8:46.4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211 1 1776,'0'0'18814,"-5"16"-17941,1-1-631,0-1-1,-4 27 0,9-37-185,-1-1-1,0 1 1,1-1-1,0 0 0,0 1 1,0-1-1,0 0 1,0 1-1,1-1 0,-1 0 1,1 0-1,0 0 0,0-1 1,0 1-1,0 0 1,1-1-1,-1 1 0,1-1 1,2 3-1,0-2-4,-1 1 0,1-1 1,0 0-1,-1-1 0,1 1 0,0-1 0,1 0 0,-1 0 0,11 2 0,54-3-328,-69-1 259,1 0 0,-1-1-1,1 1 1,-1-1 0,1 1-1,-1-1 1,0 1 0,1-1 0,-1 0-1,0 1 1,0-1 0,1 0 0,-1 0-1,0 0 1,0 0 0,0 0 0,0 0-1,0 0 1,0-1 0,0 1 0,-1 0-1,1-1 1,0 1 0,-1 0 0,1-1-1,-1 1 1,1-1 0,-1 1 0,0 0-1,1-1 1,-1 1 0,0-3 0,1-4-11,-1 1 1,0-1 0,0 1 0,0-1 0,-2-10 0,1 17 37,0 0-1,1 0 0,-1-1 1,0 1-1,0 0 0,1 0 1,-1 0-1,0 0 0,0 0 1,0 0-1,-1 0 0,1 0 1,0 0-1,0 0 0,0 0 1,-1 1-1,1-1 0,0 1 1,-1-1-1,1 1 0,0-1 1,-1 1-1,1 0 1,-1 0-1,1-1 0,-1 1 1,-1 0-1,-6-1 64,-49-10 664,-1 3 0,-1 3 0,-91 2 1,144 3-542,5 26-25,1 21-172,0-15 1,4 47 1,-3-70-110,2 0 1,-1-1 0,1 1-1,1 0 1,0-1 0,0 0-1,0 0 1,1 0 0,0 0-1,7 9 1,-6-10-369,0 0 1,1-1-1,-1 0 0,1 0 0,1 0 1,-1 0-1,1-1 0,0 0 0,0-1 1,0 0-1,1 0 0,0 0 0,0-1 1,0 0-1,0-1 0,0 1 1,0-2-1,1 1 0,-1-1 0,1 0 1,11-1-1,63 1-6352,-4-1 506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8:46.7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348 5 2793,'0'0'23033,"-47"-2"-22188,-144-1-316,186 3-505,0 0 0,0 1-1,-1 0 1,1 0-1,0 0 1,0 0 0,0 1-1,0-1 1,0 2-1,-8 4 1,11-6-11,0 1-1,0 0 1,0 0 0,1 0 0,-1 0-1,1 0 1,-1 0 0,1 0-1,0 0 1,0 1 0,0-1 0,-1 4-1,-2 4 25,0 0-32,0 0 0,1 1 1,0-1-1,-3 19 0,5-25-16,1-1-1,-1 0 1,1 1-1,0-1 1,0 0-1,1 1 1,-1-1-1,0 0 1,1 1 0,0-1-1,0 0 1,0 0-1,0 1 1,0-1-1,1 0 1,0 0 0,-1-1-1,1 1 1,4 5-1,9 3-106,0-1 0,0 0 1,27 12-1,-28-16-103,0 1 0,-1 1 1,0 0-1,0 1 0,-1 0 0,16 15 1,-26-22 189,0 1 0,0-1-1,-1 0 1,1 0 0,-1 1 0,0-1 0,1 1 0,-1-1 0,0 1-1,-1 0 1,1-1 0,0 1 0,-1 0 0,1 0 0,-1-1 0,0 1 0,0 0-1,0 0 1,0-1 0,-1 1 0,1 0 0,-1 0 0,1-1 0,-1 1 0,-1 3-1,-1-2 47,1 1-1,-1-1 0,0 1 1,0-1-1,0 0 0,0 0 1,-1 0-1,0-1 0,1 1 1,-1-1-1,-6 4 0,-35 21 59,13-9-93,-39 32-1,67-48-118,-17 19-1004,15-3-4088,14-18-6516,-6-1 10194,24-5-2007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8:47.2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542 1089 1096,'0'0'23409,"-32"-5"-22433,-102-19-189,116 21-533,0 1 0,0 0-1,-23 2 1,16 1 76,13-1-231,1 1 1,-1 0-1,1 1 1,-1 1 0,1-1-1,0 2 1,0 0-1,0 0 1,0 1 0,1 0-1,0 0 1,0 2-1,0-1 1,-12 12 0,14-11-96,1 0 0,0 0 1,1 1-1,0 0 0,0 0 1,0 0-1,1 1 0,1 0 1,-1 0-1,2 0 0,-1 0 1,1 1-1,0 0 0,1-1 1,0 1-1,1 0 1,-1 15-1,2-14-9,1 10-368,-1-20 353,0 0-1,0-1 1,0 1 0,1 0 0,-1-1-1,0 1 1,1 0 0,-1-1-1,1 1 1,-1-1 0,0 1 0,1-1-1,-1 1 1,1-1 0,0 1 0,-1-1-1,1 1 1,-1-1 0,1 0 0,0 1-1,-1-1 1,1 0 0,0 0-1,-1 0 1,1 1 0,0-1 0,0 0-1,6 1-37,0 0-1,0-1 1,0 0-1,0 0 1,0-1-1,0 1 1,0-2-1,0 1 1,0-1-1,0 0 1,-1 0-1,1-1 1,-1 0-1,1 0 1,10-8-1,0-2 18,0-2 0,-1 0 0,25-32 0,-34 39-8,33-43-433,-2-1-1,-3-2 1,34-67 0,68-181-2009,-105 221 1943,25-99-1,-46 134 524,-2 0 0,-1 0 1,1-82-1,-8 93 193,-3-23 1056,2 58-1181,0-1-1,-1 1 0,1-1 1,0 0-1,0 1 0,0-1 1,-1 1-1,1-1 0,0 1 1,0-1-1,-1 1 1,1-1-1,-1 1 0,1 0 1,0-1-1,-1 1 0,1-1 1,-1 1-1,1 0 0,-1 0 1,1-1-1,-1 1 1,1 0-1,-1 0 0,1-1 1,-1 1-1,1 0 0,-1 0 1,1 0-1,-1 0 0,0 0 1,1 0-1,-1 0 1,1 0-1,-1 0 0,1 0 1,-1 0-1,0 0 0,1 0 1,-1 1-1,1-1 0,-1 0 1,1 0-1,-1 1 1,1-1-1,-1 0 0,0 1 1,-2 1 32,0-1 1,1 1-1,-1 0 0,0 0 1,1 0-1,0 0 1,-1 0-1,-2 4 1,-4 8 95,0 1 0,1 0 0,1 1 0,0-1 0,-4 19 1,-21 90 639,28-109-722,-13 74 366,3 1 0,-2 103 1,13 187-180,5-215-432,-3-144 17,0-10-3,1 1 0,1 0 0,0-1 0,2 15 0,-2-24-10,-1 1 0,1-1-1,0 1 1,0 0-1,0-1 1,0 0 0,1 1-1,-1-1 1,1 0 0,-1 0-1,1 1 1,0-1 0,-1-1-1,1 1 1,0 0-1,1 0 1,-1-1 0,0 1-1,0-1 1,1 1 0,-1-1-1,1 0 1,3 1 0,5 0-957,0 0 1,0 0 0,13-1 0,22 0-5016,12-1-4517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8:47.7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428 0 1560,'0'0'24758,"-47"18"-23765,-150 58-263,180-69-573,0 0 0,-22 15 0,36-19-105,-1-1-1,1 1 1,0-1 0,0 1-1,1 0 1,-6 7-1,-4 5 117,4-8-131,2 1 0,-1-1-1,1 1 1,0 0 0,1 0 0,0 1 0,0 0 0,1 0 0,0 0 0,0 0-1,1 1 1,0-1 0,1 1 0,0 0 0,1 0 0,-1 16 0,3-25-58,-1 0 1,1-1-1,-1 1 1,1 0-1,0-1 1,-1 1-1,1-1 1,0 1-1,-1-1 1,1 0-1,0 1 1,0-1-1,-1 1 1,1-1-1,0 0 1,0 0-1,0 0 1,-1 1 0,1-1-1,0 0 1,0 0-1,0 0 1,0 0-1,-1 0 1,2-1-1,30 1-347,-25 0 236,-2-1 98,1 0 0,0 0-1,-1 0 1,1 0 0,-1-1-1,1 0 1,-1 0 0,0-1-1,0 1 1,0-1 0,0 0-1,0-1 1,-1 1 0,1-1-1,7-8 1,-6 5 65,0 0-1,0-1 1,0 1-1,-1-1 1,0 0-1,-1-1 1,1 1-1,4-17 1,-9 24 1,1 1 0,-1 0 0,0 0 0,0 0 0,0 0 0,0 0 0,0 0-1,0 0 1,1 0 0,-1-1 0,0 1 0,0 0 0,0 0 0,0 0 0,1 0 0,-1 0 0,0 0 0,0 0 0,0 0 0,0 0 0,1 0 0,-1 0 0,0 0 0,0 0 0,0 0 0,0 0 0,1 0 0,-1 0 0,0 0 0,0 0 0,0 1 0,0-1 0,0 0 0,1 0 0,-1 0 0,0 0 0,0 0 0,0 0 0,0 0 0,0 0 0,0 1 0,1-1-1,-1 0 1,0 0 0,0 0 0,0 0 0,0 0 0,0 1 0,0-1 0,0 0 0,0 0 0,13 16 265,9 20-413,-20-33 113,11 23-25,2 0 0,1-1 0,1-1 1,1 0-1,25 24 0,-40-45-237,1 0-1,0 0 0,1-1 1,-1 0-1,0 0 0,1 0 0,-1 0 1,1-1-1,-1 0 0,1 0 1,0 0-1,-1 0 0,10-1 0,-9 1-368,0-1-1,-1 0 1,1-1-1,0 1 0,-1-1 1,1 0-1,-1 0 1,0-1-1,1 1 1,-1-1-1,0 0 0,0 0 1,0-1-1,6-3 1,-6 2-718,0-1-1,0 1 1,-1-1 0,0 0 0,5-9 0,16-34-6547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8:47.8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0 0 1088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8:48.2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606 68 1088,'40'28'1245,"9"8"-1369,-40-26 4542,-9-10-4188,0 0 1,0 0 0,0 1-1,-1-1 1,1 0 0,0 0-1,0 0 1,0 0 0,0 1-1,0-1 1,0 0 0,-1 0-1,1 0 1,0 0 0,0 0-1,0 0 1,0 1-1,-1-1 1,1 0 0,0 0-1,0 0 1,0 0 0,-1 0-1,1 0 1,0 0 0,0 0-1,0 0 1,-1 0 0,1 0-1,0 0 1,0 0 0,0 0-1,-1 0 1,1 0 0,0 0-1,0 0 1,0 0 0,-1-1-1,1 1 1,0 0 0,0 0-1,0 0 1,0 0 0,-1 0-1,1-1 1,0 1 16,-1 0 0,1 0 1,0 0-1,-1 0 0,1 0 0,-1 0 0,1 0 0,-1 0 1,1 1-1,0-1 0,-1 0 0,1 0 0,-1 0 1,1 0-1,0 0 0,-1 1 0,1-1 0,0 0 1,-1 0-1,1 1 0,0-1 0,-1 0 0,1 0 0,0 1 1,0-1-1,-1 0 0,1 1 0,0-1 0,0 1 1,-1 0-1,-2 17 1622,2-13-1819,2-1 0,-1 1 0,0 0 0,1-1-1,0 1 1,2 7 0,2-5-37,1 0 0,-1 0-1,1 0 1,0-1 0,1 0 0,-1 0 0,1 0 0,0-1 0,1 0 0,-1 0 0,1-1-1,0 0 1,0-1 0,1 1 0,-1-2 0,1 1 0,10 1 0,109 2-5736,-42-5-3793,-78-1 8210,-6 0 1035,0 1 0,0-1 0,0 0 0,0 0 0,0 0 0,1 0 0,-1 0 0,0 0 0,0-1 1,0 1-1,0-1 0,0 1 0,0-1 0,0 0 0,0 0 0,0 0 0,0 0 0,0 0 1,0 0-1,-1-1 0,1 1 0,0-1 0,-1 1 0,1-1 0,-1 1 0,0-1 0,1 0 1,0-2-1,2-9-146,0-1 0,-1 1 0,0 0 0,1-26 0,-3 19 243,2 1 1,7-30 0,-8 41 1118,0-1-1,-1 0 1,0 0-1,-1 0 1,0-15-1,0 7 4289,-5 7-255,5 10-4863,0-1 0,-1 1 0,1-1 0,-1 1 0,1-1 0,-1 1 0,0 0 0,1-1 0,-1 1 0,1 0 0,-1-1-1,0 1 1,1 0 0,-1 0 0,1 0 0,-1 0 0,0 0 0,1 0 0,-1 0 0,0 0 0,1 0 0,-1 0 0,0 0 0,1 0 0,-1 0 0,0 0 0,1 0-1,-1 1 1,0-1 0,1 0 0,-1 0 0,1 1 0,-1-1 0,1 1 0,-1-1 0,1 0 0,-1 1 0,1-1 0,-1 1 0,1-1 0,-1 1 0,1-1-1,0 1 1,-1 0 0,1-1 0,0 1 0,0-1 0,-1 2 0,-5 12 362,1 1 0,1 0-1,0 0 1,1 0 0,-1 21 0,0-11-184,-191 884 2064,182-859-2341,-3 0 0,-2-1 0,-2-2 0,-50 89 0,64-128-9,0 0 0,-1 1 1,0-2-1,0 1 1,0-1-1,-1 0 1,0-1-1,-1 0 1,1 0-1,-1-1 0,0 0 1,-13 5-1,6-5 7,0 0 0,-1-1 0,1-1 0,-1 0 0,0-1 0,-28-1 0,22-1-11,-99-4 108,106 2-75,0 0 1,0-1-1,0-1 0,1-1 1,-24-10-1,0-3 45,1-2-1,1-1 0,-62-47 1,98 67-103,0 0 1,0 0 0,0 0 0,0 1-1,0-1 1,0 0 0,0 0-1,0-1 1,0 1 0,0 0 0,1 0-1,-1 0 1,1 0 0,-1-1 0,1 1-1,-1-2 1,1 2-74,1 0 1,-1 1-1,1-1 0,0 0 0,-1 1 1,1-1-1,0 0 0,0 1 0,0-1 1,-1 1-1,1 0 0,0-1 1,0 1-1,0 0 0,0-1 0,0 1 1,0 0-1,0 0 0,0 0 1,-1 0-1,1 0 0,0 0 0,0 0 1,0 0-1,0 0 0,2 1 0,46 0-3832,-4 4-2380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8:49.4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529 1 8066,'0'0'18464,"-45"6"-17995,-148 29-118,182-33-309,-1 1-1,0 0 1,1 1 0,-1 0-1,1 1 1,1 0 0,-1 1 0,1 0-1,0 1 1,-10 8 0,4-3 24,8-6-47,-35 31 105,40-35-132,1 0 0,0 1 1,0-1-1,1 1 0,-1-1 0,0 1 1,1 0-1,0 0 0,-1-1 0,1 1 1,0 0-1,1 0 0,-1 1 0,0-1 1,1 3-1,0-4-5,1-1 0,-1 0 0,1 0 0,-1 0 0,1-1 0,0 1 0,0 0 0,0 0-1,-1 0 1,1 0 0,0-1 0,0 1 0,0 0 0,0-1 0,0 1 0,0-1 0,0 1 0,0-1 0,0 0 0,1 1 0,-1-1 0,0 0 0,0 0 0,0 0 0,0 0 0,1 0-1,-1 0 1,0 0 0,0 0 0,1 0 0,6 0-70,14 3-82,0 1 1,0 0 0,41 16-1,-57-18 147,0 1-1,0 0 0,0 0 1,0 0-1,0 1 1,-1 0-1,0 0 1,0 0-1,0 1 0,0 0 1,0 0-1,-1 0 1,0 0-1,0 1 0,-1 0 1,0 0-1,5 10 1,-4-6 28,-1-1 0,-1 1 0,1 0 0,-2 0 1,1 0-1,-1 0 0,-1 0 0,0 0 0,0 0 0,-1 0 1,0 0-1,-1 0 0,0 0 0,0 0 0,-1 0 1,-1-1-1,0 1 0,0-1 0,0 0 0,-1 0 0,-9 10 1,-7 6 119,-1-1 0,-1-1 0,-1-1 0,-1-1 0,-1-2 0,-1 0 0,-44 22 0,66-39-136,1 0 0,0-1-1,-1 0 1,1 0 0,-1 0 0,1 0 0,-1-1 0,1 0 0,-6 0-1,5 0-82,5 0 52,-1 0 0,1 0-1,0-1 1,-1 1 0,1 0 0,0 0-1,-1 0 1,1-1 0,0 1 0,-1 0-1,1 0 1,0-1 0,-1 1 0,1 0-1,0 0 1,0-1 0,0 1-1,-1 0 1,1-1 0,0 1 0,0-1-1,0 1 1,0 0 0,-1-1 0,1 1-1,0 0 1,0-1 0,0 1 0,0-1-1,0 1 1,0-1 0,0-18-712,0 12 252,1-19-1276,0 1 0,2 0 0,0 0 0,2 0 0,1 0 0,1 1 0,1 0-1,19-40 1,19-41-6158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8:49.6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530 0 3505,'0'0'20601,"-34"66"-18331,-102 221-755,129-271-1380,1 2-1,0-1 1,1 1-1,1 0 1,0 0-1,2 0 1,-1 29 0,4 159 1154,2-90-919,-14 124 0,10-234-398,1 1-1,-1 0 1,-1-1-1,1 1 1,-1-1-1,-5 11 1,6-15-79,0-1 1,0 1-1,-1 0 1,1-1-1,0 1 1,-1-1-1,1 1 0,-1-1 1,0 0-1,1 0 1,-1 0-1,0 0 1,0 0-1,0 0 1,0 0-1,0-1 0,0 1 1,0 0-1,0-1 1,0 0-1,0 1 1,0-1-1,0 0 1,-3-1-1,-23 2-3178,20 0 2155,0 0 0,0-1-1,0 0 1,0-1 0,0 0 0,0 0 0,0-1 0,-11-3 0,2-3-1252,1 0 1,-23-17 0,-33-25-3825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8:50.1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0 388 1816,'0'0'16528,"54"-39"-14104,176-124-646,-215 154-1587,1 0 0,-1 0-1,2 2 1,-1 0 0,1 1 0,25-7-1,-40 13-167,545-126 3908,-560 130-3747,0 1 0,0 0 0,0 1-1,1 1 1,0 0 0,0 0 0,1 1-1,-1 1 1,-18 18 0,-8 12-233,-47 58 1,80-90 37,-1 0 1,1 1-1,1-1 1,0 1-1,0 0 1,0 0-1,1 0 1,0 0-1,1 1 1,-1-1-1,2 1 1,-1 0-1,1-1 1,1 14-1,0-22 5,0 1 0,1-1 0,-1 1 0,1-1 0,-1 1 0,1-1 0,-1 1 0,1-1 0,-1 1 0,1-1 0,0 0 0,-1 1 0,1-1 0,-1 0 0,1 1 0,0-1 0,-1 0 0,1 0 0,0 0 0,-1 0 0,1 0 0,0 0 0,0 0 0,-1 0 0,1 0 0,1 0 0,27 0-75,-21 0 59,2-1 18,0 0 0,0 0 1,0-1-1,0 0 0,0-1 0,-1 0 0,1-1 1,-1 0-1,0 0 0,0-1 0,14-9 0,6-8 6,50-49-1,-39 34 31,-35 33-10,-4 4-10,-1-1-1,1 1 0,-1-1 0,1 1 1,-1 0-1,1-1 0,-1 1 1,1-1-1,-1 1 0,1-1 1,-1 0-1,0 1 0,1-1 0,-1 1 1,0-1-1,0 0 0,1 1 1,-1-1-1,0-1 0,0 1 516,0 4-440,0 235-1953,0-235 1638,0 0-1,1-1 1,-1 1-1,1 0 1,0 0 0,-1-1-1,1 1 1,0 0-1,1-1 1,-1 1-1,0-1 1,1 1 0,-1-1-1,1 0 1,0 0-1,0 0 1,0 0 0,0 0-1,0 0 1,0 0-1,0 0 1,1-1 0,-1 1-1,0-1 1,1 0-1,0 0 1,-1 0 0,1 0-1,0 0 1,3 0-1,9 2-1162,0 0-1,0-2 1,0 0 0,18-1-1,-22 0 376,54-1-6457,-10-4 1862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8:50.4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126 310 800,'0'0'23687,"-16"-5"-22375,-49-9-207,64 14-1064,1-1-1,-1 1 1,0 0-1,0 0 1,0 0-1,0 1 1,0-1-1,0 0 1,0 0-1,0 0 1,0 1-1,0-1 0,0 0 1,0 1-1,0-1 1,1 1-1,-1-1 1,0 1-1,0-1 1,0 1-1,1 0 1,-1-1-1,0 1 1,1 0-1,-1 0 0,1 0 1,-1-1-1,1 1 1,-1 0-1,0 1 1,1-1 23,0 0-1,-1 0 1,1-1 0,0 1 0,-1 0-1,1-1 1,-1 1 0,1 0-1,-1-1 1,1 1 0,-1 0 0,1-1-1,-1 1 1,0-1 0,1 1 0,-1-1-1,0 0 1,0 1 0,1-1 0,-1 0-1,0 1 1,0-1 0,1 0 0,-1 0-1,0 0 1,0 0 0,-1 0 0,1-24 141,1 23-207,0-45-44,6-49 0,-4 81-161,0 1 1,1-1-1,1 1 0,0-1 1,1 1-1,0 0 1,1 0-1,9-15 0,-14 27-102,0 0-1,1 0 0,-1 0 0,0 0 0,0 0 0,1 0 0,-1 0 0,0 0 1,1 1-1,-1-1 0,1 1 0,-1-1 0,1 1 0,-1-1 0,1 1 0,-1 0 1,3 0-1,34 0-5682,-13 1-864,5-6-1634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8:50.7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104 1 856,'0'0'25920,"-15"42"-23820,-50 145-476,59-164-1359,1-1 0,1 1 0,0 0 1,2 0-1,1 0 0,2 28 0,-1-10-9,-1 44-106,-1-30-148,3 1-1,8 61 1,-6-103-35,-1 0 1,2 0-1,0 0 0,1 0 1,0-1-1,1 1 0,13 21 1,-18-33-160,0-1 1,0 0 0,1 0 0,-1 0 0,0 0 0,1 0 0,-1 0 0,1 0-1,-1 0 1,1 0 0,-1-1 0,1 1 0,-1-1 0,1 1 0,0-1 0,-1 1-1,4-1 1,31 0-6994,-22 0 3533,-5 0-4582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8:50.8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96 13627,'0'0'14395,"327"-95"-14395,-268 95-312,24 18-1400,-12 35-2305,-17-8-4305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8:51.0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60 105 1632,'0'0'31135,"-59"0"-31135,59-12-368,6-15-1344,29 0-2937,1-11-5738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11:34.5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221 20 4929,'0'0'12003,"-18"-6"-10700,17 5-1272,0 0 0,1 0 0,-1 0 1,0 0-1,0 0 0,1 0 1,-1 1-1,0-1 0,0 0 0,0 1 1,0-1-1,0 0 0,0 1 0,0-1 1,-1 1-1,1-1 0,0 1 1,0 0-1,-2-1 0,2 3-1,0 0-1,-1-1 1,2 1-1,-1 0 1,0 0-1,0 0 1,1 0-1,-1 0 1,1 0-1,-1 0 1,1 0-1,0 0 1,0 3-1,-83 536 1192,51-393-1197,-3 19 5,25-113-20,10-52-33,0 0 0,0-1-1,-1 1 1,1 0-1,0 0 1,-1 0 0,1-1-1,-1 1 1,1 0-1,-1-1 1,0 1 0,0 0-1,0-1 1,0 1-1,0-1 1,-1 3 0,1-4-587,1-71-4852,0 23 365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6:47.2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1 103 3385,'0'0'11259,"20"-17"-10134,65-50-190,-57 49-182,-19 18-2,-4 1-354,-5-1-376,1 0-1,-1 0 1,0 0-1,1 0 1,-1 0-1,0 0 1,1 0-1,-1 0 1,0 0-1,1 0 1,-1 1-1,0-1 0,0 0 1,1 0-1,-1 0 1,0 0-1,1 1 1,-1-1-1,0 0 1,0 0-1,0 1 1,1-1-1,-1 0 1,0 0-1,0 1 1,0-1-1,0 0 1,1 1-1,-1-1 1,0 0-1,0 1 1,0-1-1,0 1 0,5 16 202,-1 1 0,0 0-1,-1 0 1,-1 0 0,-1 0-1,-1 0 1,-2 23 0,2 4 186,0 606 544,0-650-1015,0 0 0,0 0-1,0 0 1,0 0-1,0 0 1,-1-1-1,1 1 1,0 0-1,0 0 1,-1 0-1,1 0 1,0-1-1,-1 1 1,1 0-1,-1 0 1,1 0-1,-1-1 1,1 1-1,-1 0 1,0-1-1,1 1 1,-1-1-1,0 1 1,1-1-1,-1 1 1,0-1 0,0 1-1,0-1 1,1 0-1,-1 1 1,0-1-1,-1 1 1,-32-1-3633,18-1 1723,-30 1-4801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6:47.7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58 4545,'0'0'9218,"57"-9"-7263,184-27-401,-103 24-420,-117 12-907,-1 1 1,30 6-1,-36-4-202,-1 1 1,0 0-1,0 0 1,0 2-1,0-1 0,-1 2 1,0 0-1,0 0 1,0 1-1,-1 0 0,-1 1 1,1 1-1,-2-1 1,1 2-1,-1-1 0,-1 1 1,0 1-1,0-1 0,-1 1 1,-1 1-1,0-1 1,0 1-1,-1 0 0,-1 0 1,-1 1-1,5 24 1,-7-16 7,1-1 0,-2 0 0,-5 37 1,3-47 0,-1 0 1,0 0 0,0-1 0,-1 0-1,0 0 1,-1 0 0,0 0-1,-13 17 1,-7 4-10,-1-1 0,-1-2 0,-2-1-1,-1-1 1,-1-1 0,-1-2 0,-1-1 0,-1-1 0,0-2 0,-69 26-1,100-42-535,11-1 411,17-1 129,163 0-137,-177 0 76,-1 0 0,1 1 0,0 0 0,-1 1 0,0 0 0,0 1 0,0 0 1,0 0-1,0 1 0,-1 1 0,0-1 0,0 1 0,0 1 0,-1 0 0,0 0 1,0 1-1,9 11 0,-7-7-94,-2 1 0,1 0 0,-2 0 0,1 0 0,-2 1-1,0 0 1,0 0 0,-2 1 0,0 0 0,0 0 0,-1 0 0,0 16 0,-2-15 54,2 1 49,-2 0 0,-1-1-1,0 1 1,-1 0 0,0 0 0,-2 0 0,-5 19 0,3-23 42,-1-1 0,-1 0-1,0-1 1,-1 0 0,0 0 0,-1 0 0,-18 17 0,-3-1 155,-49 34 1,64-50-116,-1 0 0,-1 0 0,0-2 0,0 0 0,-1-1 0,0 0 0,-1-2 0,1 0 0,-1-1 0,0-1 0,0-1 0,-22 2 0,30-5-43,6 0-6,-1 0 0,1 0 0,-1 0 0,1-1 0,-1 1 0,1-1 0,-9-3 0,12 2-16,0 1-1,0 0 1,0-1-1,1 1 1,-1-1 0,1 1-1,-1-1 1,1 0-1,-1 0 1,1 0-1,0 0 1,0 0-1,0 0 1,0 0-1,0 0 1,1 0 0,-1 0-1,1-1 1,-1 1-1,1 0 1,0-3-1,-3-20-439,1 0 0,3-40 0,0 25-248,-1-45-2385,0 12-3297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6:48.0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58 542 4241,'0'0'14290,"0"50"-12629,0 159-546,0-167-816,1-35-144,-1 0 0,0 0 0,0 1-1,-1-1 1,0 0 0,0 0 0,-3 9 0,-12 10 512,15-25-656,1-1 1,0 1 0,-1-1-1,1 1 1,0-1 0,-1 1-1,1-1 1,0 0-1,-1 1 1,1-1 0,-1 0-1,1 1 1,-1-1-1,1 0 1,-1 0 0,1 1-1,-1-1 1,1 0-1,-1 0 1,1 0 0,-1 0-1,1 0 1,-1 1 0,1-1-1,-1 0 1,0 0-1,1 0 1,-1-1 0,1 1-1,-1 0 1,1 0-1,-1 0 1,1 0 0,-1 0-1,1-1 1,-1 1-1,1 0 1,-1 0 0,1-1-1,-1 1 1,1 0 0,-1-1-1,1 1 1,0-1-1,-1 1 1,1 0 0,0-1-1,-1 1 1,1-1-1,0 1 1,-1-1 0,1 1-1,0-1 1,0 0-1,-4-13 31,1 1-1,1-1 1,1 0 0,0 0-1,0 0 1,2 0-1,1-15 1,0-18 40,-3 20-59,2-1 0,1 1 0,1-1 0,1 1 0,2 0 0,1 0 0,0 0 0,19-40 0,5 2-19,64-97 1,-71 125-197,3 2-1,0 1 1,61-57 0,-80 84-63,0 1-1,0-1 1,1 1 0,16-9 0,-21 13-248,0 1 0,1-1-1,-1 1 1,0 0 0,1 0 0,-1 1 0,9-1 0,-4 1-4277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6:48.2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90 1 6673,'0'0'18068,"41"273"-17732,-41-243-224,0-12-112,-12-7-40,6-11-536,-6 0-1000,-23 0-1241,-1-41-3464,6-13-5554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6:48.4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3345,'0'0'17683,"71"78"-17675,-71-19-8,0 18-32,0 18-1848,0-12-3041,0-17-4785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6:48.8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613 1 1824,'0'0'21614,"-52"7"-20623,-167 31-129,203-35-769,0 0 1,0 2 0,1 0 0,-1 0-1,1 1 1,0 1 0,1 1 0,-15 9-1,6-3 20,4-2-44,1-1 0,0 2 0,1 1 1,-23 23-1,34-32-86,1 2 1,0-1 0,0 0 0,0 1-1,1 0 1,0 0 0,1 0-1,0 1 1,0-1 0,0 1 0,1 0-1,0-1 1,1 1 0,-1 0 0,1 12-1,1-19-5,0 0-1,0 0 0,0-1 0,0 1 1,1 0-1,-1 0 0,0 0 1,1-1-1,-1 1 0,0 0 0,1 0 1,-1-1-1,1 1 0,-1-1 1,1 1-1,-1 0 0,1-1 0,0 1 1,-1-1-1,1 1 0,0-1 1,-1 1-1,1-1 0,0 0 0,-1 1 1,1-1-1,0 0 0,0 1 1,0-1-1,-1 0 0,1 0 0,1 0 1,31 1-394,-24-1 313,-2 0 37,6 1 12,0-1-1,1 0 1,-1-1 0,0 0 0,0-1 0,0-1-1,0 0 1,0-1 0,21-9 0,12-14 115,51-39 0,-74 49-7,8 5 986,-31 37-584,0 185-339,0-141-3098,0-2-4224,0-46-596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6:56:49.3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0 126 4113,'0'0'16753,"25"-6"-15601,3-1-655,47-5 1,-72 12-443,-1 0 1,1 0-1,0 0 0,0 1 0,-1-1 1,1 1-1,0 0 0,-1 0 1,1 0-1,-1 0 0,1 0 1,-1 1-1,0-1 0,1 1 1,-1-1-1,0 1 0,0 0 1,0 0-1,0 0 0,0 0 1,-1 0-1,1 0 0,0 1 0,-1-1 1,0 1-1,0-1 0,1 1 1,-2-1-1,3 6 0,-1-2 80,8 24 196,-1 0 1,-1 1 0,-2 0-1,3 37 1,-1-11-230,-4-33-87,4 36 87,-7-60-96,0 0 0,0 0 0,0 0 0,0 0 0,0 0-1,0 0 1,0-1 0,0 1 0,0 0 0,0 0 0,0-1 0,0 1-1,0-1 1,0 1 0,-1-1 0,1 1 0,1-2 0,42-76-286,-20 43 277,2 1-1,1 1 1,55-50 0,-26 34 2,81-54 0,-103 81 0,44-20 1,-71 40-4,-6 11 12,-1-6-3,0 364 1623,0-366-1742,0 0-1,-1-1 1,1 1-1,-1 0 0,1 0 1,-1-1-1,1 1 1,-1 0-1,1 0 0,-1-1 1,1 1-1,-1-1 1,0 1-1,0-1 1,1 1-1,-1-1 0,0 1 1,0-1-1,1 0 1,-1 1-1,0-1 0,0 0 1,0 0-1,0 1 1,-1-1-1,-22 4-3535,24-4 3553,-35 1-6913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17:26.3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4489,'0'0'14208,"25"19"-13409,77 66-19,-96-79-684,-1 0 0,0 0 0,0 1-1,-1-1 1,0 1 0,0 0 0,-1 0-1,1 1 1,-2-1 0,1 1 0,-1 0-1,0-1 1,-1 1 0,2 12 0,1 4 182,7 66 328,-3 1 0,-7 159 0,-3-114-2590,-6-135-3112,-13-4-204,-3-12-2864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17:26.7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8970,'0'0'11622,"47"6"-10736,160 26-189,-188-27-634,0 0 0,0 1-1,0 1 1,-1 1-1,0 1 1,-1 0 0,0 1-1,-1 1 1,1 0-1,27 28 1,-22-21-10,69 66 74,-4 3 0,-4 5 0,127 181 0,-182-233-121,-1 2 0,-3 1 1,33 79-1,-45-90 68,-2-1 1,-2 1 0,-1 0 0,-1 1 0,-1 0-1,-1 48 1,-3-70 30,-1-1 0,-1 1 0,0-1-1,0 1 1,-1-1 0,0 0 0,0 1 0,-2-1-1,1-1 1,-1 1 0,0 0 0,-1-1 0,0 0-1,-1 0 1,0 0 0,-11 12 0,0-3 119,-1 0 0,0 0 0,-2-2 0,0-1 0,0 0 0,-25 12 0,11-9-9,0-2 0,-2-1-1,-53 15 1,16-13-75,-1-3 0,-1-3-1,-113 2 1,-18-12-250,205-1 89,0 0 1,0 1-1,0-1 0,0 0 0,0 0 0,0 0 0,1 0 0,-1-1 0,0 1 0,0 0 0,0 0 0,0 0 0,0-1 0,0 1 0,0-1 0,0 1 0,0-1 0,0 1 0,1-1 0,-3 0 0,3-1-63,0 0-1,-1 0 1,1 0-1,0 0 0,0 0 1,0 0-1,0 0 1,1 0-1,-1 0 1,0 0-1,2-3 0,1-6-521,0 0-1,1 0 1,1 0-1,0 1 1,0 0-1,1 0 1,0 0-1,1 0 0,0 1 1,17-16-1,40-41-5326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17:23.5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165 541 3345,'0'0'11778,"0"13"-9937,1 107 710,-5 233-971,-29-4-1712,26-303 308,-2 0-1,-3-1 0,-25 67 1,35-108-120,0 0 1,0 0-1,-1 0 0,0 0 1,1 0-1,-6 4 1,7-7-37,1-1 1,-1 1-1,1-1 0,-1 1 1,1-1-1,-1 0 0,0 1 1,1-1-1,-1 0 1,0 1-1,1-1 0,-1 0 1,1 0-1,-1 0 1,0 0-1,0 1 0,1-1 1,-1 0-1,0 0 0,1 0 1,-2-1-1,1 1 8,1-1-1,-1 1 1,0-1-1,0 1 1,0-1-1,1 0 0,-1 0 1,0 1-1,1-1 1,-1 0-1,1 0 1,-1 0-1,1 1 1,-1-1-1,1 0 1,0 0-1,-1 0 1,1 0-1,0 0 0,0-1 1,-7-36 174,2 0 1,2-1-1,2 1 0,4-48 1,-1 4-128,-3-10-49,-1-6-8,5 1 0,21-149 0,-3 150-22,56-167 0,-55 205-2,3 1 0,2 2 1,68-103-1,-88 148 2,1 0-1,1 0 1,0 0 0,0 1-1,1 1 1,15-11-1,-20 15-3,1 1 0,-1 0 0,1 0 0,0 0-1,0 1 1,0-1 0,0 2 0,1-1 0,-1 1 0,0 0-1,1 0 1,-1 0 0,1 1 0,10 1 0,-15 0 7,0-1 0,1 1-1,-1 0 1,0 0 0,0 0 0,0 0 0,0 0 0,-1 0-1,1 0 1,0 1 0,0-1 0,-1 1 0,1-1 0,-1 1 0,1 0-1,2 3 1,18 38-2,-14-26 2,6 14 0,-2 0 0,-1 0 0,-1 1 0,-2 1 1,-1-1-1,3 47 0,-3 204 28,-8-183 2,-33 321 50,8-19-69,24-362-14,1-29-61,0-1 1,1 1-1,0 0 0,1-1 0,2 12 0,-5-22-596,2 0 604,-1 0 1,1 0 0,0 0-1,-1 0 1,1 0 0,-1 0-1,1 0 1,0 0-1,-1 0 1,1 0 0,-1 0-1,1 0 1,0 0 0,-1 0-1,1-1 1,0 1 0,-1 0-1,1 0 1,0 0 0,-1-1-1,1 1 1,0 0 0,-1 0-1,1-1 1,0 1 0,0 0-1,-1-1 1,1 1 0,0 0-1,-1-1 1,-22-71-6772,6 31 980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17:23.7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60 6249,'0'0'14283,"12"-36"-13602,18 30-321,11 0-232,13 0-48,11 6-80,7 0-8,34 0-456,-22 0-1409,-13-6-3432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17:24.3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 24 4489,'0'0'11490,"-2"-4"-10615,-6-12-88,6 12 41,2 5 166,9 239 3320,0-6-3690,-9 281-279,0-324-7350,0-238 3000,0-12-745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17:24.7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107 240 6241,'0'0'11699,"22"-38"-11027,-22 38-672,95-153 433,-92 149-416,0-1 0,1 1 0,0 0 0,-1 0 0,1 0 0,1 0 0,-1 1 0,0 0 1,1 0-1,5-3 0,-7 5-4,1 0 0,-1 0 1,0 0-1,1 1 0,-1-1 1,0 1-1,1 0 0,-1 0 1,6 1-1,7 0 41,5-2 23,-12 1-29,0-1 0,0 2 1,16 1-1,-22-1-36,0-1 0,0 1 0,0 0 0,0 1 1,0-1-1,0 0 0,0 1 0,-1-1 0,1 1 0,-1 0 0,1 0 1,-1 0-1,1 0 0,-1 1 0,2 2 0,1 3 21,0 0-1,0 0 0,-1 1 1,0 0-1,-1 0 0,0 0 1,0 0-1,-1 0 0,0 1 1,1 11-1,0 17 147,-3 49 0,-1-41-39,1-29-62,-1 0 0,-1-1 1,0 1-1,-2 0 0,-9 28 0,-1-9 184,-26 47-1,-45 60 347,71-121-529,7-14-51,6-7-26,-1 1 0,1 0 1,0 0-1,0 0 0,-1 0 1,1 0-1,0 0 0,1 0 0,-1 0 1,0 0-1,1 0 0,-1 0 1,0 3-1,7-5-54,5 1 26,0 0 0,-1 1 0,1 0 1,-1 0-1,1 1 0,-1 0 0,0 1 0,0 0 1,-1 1-1,1 0 0,-1 1 0,11 8 0,-12-9 2,0 2-1,-1-1 0,0 1 1,0 0-1,-1 0 0,0 1 1,0 0-1,-1 0 0,0 0 1,0 1-1,-1 0 0,0 0 1,0 0-1,2 11 0,-3 0 22,0 1 0,-1 0-1,-2 24 1,0-35 6,0-1 11,-1-1 1,0 1 0,-1-1 0,0 1 0,0-1-1,0 0 1,-1 0 0,-1 0 0,1 0 0,-1-1-1,0 1 1,-1-1 0,0 0 0,0 0-1,-8 7 1,-9 8 214,-1-1-1,-49 33 1,60-45-119,-27 18 432,0-1 1,-2-3-1,-1-1 0,0-2 1,-67 21-1,101-37-471,6-3-56,0-1 1,-1 1 0,1 0-1,0-1 1,0 0-1,-1 1 1,1-1 0,0 0-1,0 0 1,-4-1 0,4 1-236,29-2-2990,13-7-1726,6-3-2742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17:25.5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560 173 1736,'0'0'11740,"23"-11"-10346,75-34-94,-92 42-890,0 1 0,0-1-1,-1 0 1,1-1 0,-1 1 0,0-1-1,0 0 1,0 0 0,-1-1-1,6-6 1,-8 8-178,-1 1-1,0-1 0,0 1 1,0-1-1,-1 1 0,1-1 1,0 0-1,-1 1 0,0-1 1,0 0-1,0 0 0,0 1 1,0-1-1,0 0 0,-1 0 1,1 1-1,-2-5 0,1 6-221,0-1-1,0 1 1,0 0-1,0 0 1,0 0-1,0 0 1,0 0-1,0 0 1,0 0-1,0 0 1,-1 0-1,1 0 1,0 1-1,-1-1 1,1 1-1,-1-1 1,1 1-1,-1-1 1,1 1-1,0 0 1,-1 0-1,1 0 1,-1 0-1,1 0 1,-1 0-1,1 0 1,-3 0-1,-2 0 23,-10-1-5,-1 1 0,1 0 1,-1 2-1,1 0 0,-1 0 0,1 2 1,-27 8-1,21-3-18,0 1 1,1 1-1,1 1 1,-38 28-1,14-6 32,2 1 0,2 3 0,1 1 0,-60 78 1,81-93-39,1 2 0,2 0 0,1 0 1,1 2-1,1-1 0,1 2 0,1-1 1,2 1-1,1 1 0,-4 41 0,8 62-64,3-93 42,0-32 20,0 1-1,0-1 0,1 0 0,0 0 0,0 0 0,1 0 0,0 0 0,1 0 0,0 0 1,0-1-1,0 1 0,1-1 0,0 0 0,0 0 0,1 0 0,0-1 0,0 1 0,1-1 1,0-1-1,0 1 0,0-1 0,1 0 0,13 8 0,-4-4 12,0 0 0,0-2 0,1 0 0,0-1-1,0-1 1,1 0 0,-1-1 0,25 1 0,19 0 185,67-4 0,-64-2 64,-35 1-141,-13 1-32,0-1 0,0-1-1,0 0 1,0-1 0,0 0 0,15-6-1,-30 8-125,-1 0 0,0 0 0,0-1 0,0 1 0,0 0 0,0 0-1,1 0 1,-1 0 0,0 0 0,0 0 0,0 0 0,1 0 0,-1 0-1,0 0 1,0 0 0,0 0 0,0 0 0,1 0 0,-1 0 0,0 0-1,0 0 1,0 0 0,1 0 0,-1 0 0,0 0 0,0 0 0,0 0-1,1 0 1,-1 0 0,0 0 0,0 0 0,0 0 0,0 0 0,0 1-1,1-1 1,-1 0 0,0 0 0,0 0 0,0 0 0,0 0 0,0 1-1,0-1 1,1 0 0,-1 0 0,0 0 0,0 0 0,0 1 0,0-1-1,0 0 1,0 0 0,0 0 0,0 1 0,0-1 0,0 0 0,0 0-1,0 0 1,0 0 0,0 1 0,-8 14-4545,-2-3-1277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18:26.5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315 173 824,'0'0'6276,"11"-8"-5745,-1 1-386,-5 4-68,0 0 0,0-1 0,-1 1 0,1-1 1,-1 0-1,1-1 0,-2 1 0,1-1 0,0 0 1,-1 0-1,0 0 0,4-7 0,22-41 1868,-4 10 2576,-23 48 319,-1 12-3790,-1 23-954,-3-24 31,-1 1 0,0-1 0,-1 0 0,-1 0 0,-8 16 0,-44 76 211,40-77-279,4-7-362,-1 0-1,-1-1 1,0-1-1,-2-1 1,-1 0-1,-35 29 1,-9-5-4220,-8-7-3852,19-14 2087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17:27.9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114 0 6369,'0'0'11091,"2"4"-9942,4 10-730,-1 0 0,0 0 0,-1 0 0,0 0 0,-2 1 0,3 20 0,-2 100 506,-4-89-503,1 1297 2413,-1-1308-3059,1-35 197,1 1-1,-1-1 0,0 0 1,-1 1-1,1-1 1,0 1-1,0-1 0,0 1 1,0-1-1,0 0 1,0 1-1,-1-1 0,1 1 1,0-1-1,0 0 1,0 1-1,-1-1 0,1 0 1,0 1-1,-1-1 1,1 0-1,0 1 0,-1-1 1,1 0-1,0 0 1,-1 1-1,1-1 0,-1 0 1,0 0-41,0 0 1,0-1 0,0 1 0,0 0-1,0-1 1,0 1 0,0-1-1,1 0 1,-1 1 0,0-1-1,0 0 1,1 1 0,-1-1 0,0 0-1,1 0 1,-1 0 0,1 1-1,-1-2 1,-18-32-2351,2-1 1,-15-39-1,20 45 100,-34-78-8859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17:29.1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292 327 3937,'0'0'9166,"9"3"-7867,32 10-367,2-3 1,0-1-1,44 4 1,283-2 692,-44-4-1358,667 10-177,-845-17-88,228-6-2,290-47-2,-7-30-2,-318 32 2,624-102 9,-698 109-6,-254 42 1,29-5 114,1 1 1,43 1-1,-85 10 359,-1 5-295,-1-1 0,0 1 1,-1-1-1,0 0 0,-1 0 0,1 0 1,-2 0-1,-4 11 0,-8 8 280,-20 31 1,-7 10 90,35-54-491,1 1 0,0 1 0,1-1 0,1 1 0,1 0 1,0 0-1,1 0 0,1 1 0,0-1 0,2 20 0,0 76 78,22 166-1,-3-129-61,-1 220 0,-19-233 265,31 249 0,-30-386-342,1 1 1,-1-1 0,0 1 0,0-1-1,1 1 1,-1 0 0,0-1-1,0 1 1,0 0 0,0-1 0,0 1-1,0 0 1,0-1 0,0 1 0,0 0-1,0-1 1,0 1 0,0-1 0,0 1-1,-1 0 1,1-1 0,0 1 0,0-1-1,-1 1 1,1 0 0,0-1 0,-1 1-1,1-1 1,-1 1 0,1-1 0,0 1-1,-1-1 1,1 1 0,-1-1 0,1 0-1,-1 1 1,0-1 0,1 0 0,-1 1-1,0-1 1,-27-8-78,20 4 54,-29-12-168,0 2-1,-1 1 1,-1 2-1,-73-12 1,-14 14-283,-130 8 1,116 2 221,-358 27-333,-2 33 452,225-26 131,-1247 92 11,784-67 9,44-2 70,528-47 38,-343 13 756,508-24-667,12 0 213,12 1-239,0 1-1,0 1 1,0 1-1,39 11 1,-53-13-353,0 0 1,0 0 0,0-1-1,0-1 1,0 1-1,0-1 1,10-2-1,7 1-1324,-21 1 842,0 0-1,0 0 0,-1-1 1,1 1-1,0-1 1,7-2-1,-7 0-584,0 0-1,1 0 1,-1 0-1,0-1 1,5-5-1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17:30.3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60 0 3833,'0'0'12128,"10"38"-11149,0 0-704,3 4 160,-3 1-1,-1 0 1,4 76-1,-5 489 2099,-10-376-2282,3-87-167,-3 164-38,2-305-144,0 6 146,-1 0-1,0 0 0,-1 0 1,-2 10-1,3-19-107,1 0-1,0 0 1,0 0-1,0 0 0,-1 0 1,1 0-1,0 0 1,-1 0-1,1-1 1,-1 1-1,0 0 1,1 0-1,-1 0 1,1 0-1,-1-1 1,0 1-1,0 0 1,1-1-1,-1 1 1,0 0-1,0-1 1,0 1-1,0-1 0,0 1 1,0-1-1,0 0 1,0 1-1,0-1 1,0 0-1,0 0 1,0 0-1,0 0 1,0 0-1,0 0 1,0 0-1,0 0 1,0 0-1,0 0 1,0 0-1,0-1 0,0 1 1,0 0-1,0-1 1,0 1-1,1-1 1,-1 1-1,0-1 1,0 1-1,0-1 1,0 0-1,0 0 1,-7-6-685,1-1-1,0 1 1,1-1 0,-1 0 0,2 0 0,-1-1 0,-4-10-1,-15-33-5486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17:31.7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702 476 1384,'0'0'6494,"65"1"-5111,215 3-480,-209-3-661,206-4 852,60-23-265,-51 3-555,1211-34 1044,-1148 47-545,-234 7-556,1918-72 2225,-1292 16-1545,-339 23-864,-219 21-26,1466-94 51,-667 63-227,-747 28-162,-201 17 199,-37 5 264,-17 25 37,1 1 0,2 1 0,1 0 0,2 1 1,1 1-1,1 0 0,-11 53 0,3 19 69,-7 128-1,-1 311 1153,26 5-454,2-361-927,18 288 11,0-7 346,-18-467-286,-2-2 36,-8 0-104,0-2 0,1 1 1,-1-1-1,1-1 0,0 1 0,-1-2 1,1 1-1,1-1 0,-1-1 0,0 1 1,1-1-1,-10-9 0,-28-14 1,-20-6-26,-1 3 1,-1 2-1,-116-30 0,64 30-97,-173-19 0,-218 15-332,-9 29 53,394 4 347,-1192 23-393,-82-4 111,1054-20 218,-1039-33-438,-972-49 1383,1801 81-222,303 3-306,243-1-307,0 2 0,0 0 1,-1 0-1,1 0 0,1 2 0,-1-1 0,0 1 0,1 0 0,-12 8 0,-15 6 11,-112 34 45,137-47-49,2-1 396,14-4 135,22-2-419,90 2 392,147 1-688,-245 1-668,1 0 0,-1 1 0,0 1 0,-1 0 0,1 2 0,18 7 0,24 12-6318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17:32.8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68 4425,'0'0'8440,"9"-11"-7173,27-32-78,-35 42-1114,0 0 0,-1 0 1,1 0-1,0 0 0,0 0 1,0 0-1,0 0 0,0 1 1,0-1-1,0 0 0,0 1 0,0-1 1,0 1-1,0-1 0,0 1 1,0-1-1,0 1 0,0 0 1,1 0-1,-1-1 0,0 1 1,0 0-1,0 0 0,1 0 1,-1 0-1,0 1 0,0-1 1,0 0-1,1 0 0,-1 1 1,0-1-1,0 1 0,0-1 1,0 1-1,0-1 0,0 1 1,0 0-1,0-1 0,0 1 0,0 0 1,0 0-1,0 0 0,-1 0 1,1 0-1,0 0 0,-1 0 1,1 0-1,0 0 0,0 2 1,14 34 231,-1 2 0,-2 0 1,-2 1-1,-1 0 0,3 42 1,0-9-120,23 142 318,12 426 0,-46-612-599,-2 40-413,1-65 249,-1 0-1,1 0 0,-1 0 1,0 0-1,-1-1 0,1 1 1,0 0-1,-1 0 0,0-1 1,0 1-1,0-1 0,0 0 1,-4 4-1,-6 1-3053,0-7-1709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17:34.1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1 351 1856,'0'0'7895,"55"0"-7140,360 0 458,244-28 523,-202 3-1179,587 0-383,-576 11-134,574-90 1,-63-25-16,-429 109 1,-461 17-228,5 0 4205,-94 8-3701,-2 362 2271,5 429-242,15-422-1898,-18-365-424,0-6 5,0 1-1,0-1 1,1 0-1,-1 1 1,1-1-1,0 1 1,0-1-1,0 0 1,0 1-1,2 2 1,-2-2 659,-1-7-668,-1-1 0,0 0 0,-1 0-1,1 1 1,0-1 0,-1 1 0,0-1-1,0 1 1,0 0 0,0 0 0,-1 0-1,1 0 1,-1 0 0,0 0 0,0 1-1,0-1 1,-4-2 0,-5-4-7,-2 0 0,1 0 0,-17-7 0,5 6-31,0 1 1,0 1-1,-1 1 1,1 2 0,-42-5-1,-140 1-328,171 8 302,24 1 38,-440-2-635,-10 36 254,-63 39 227,-294 37 123,1-37 55,228-64-1,414-10 3,12-2-1,-276-40 0,404 37 2,-435-67 86,445 70 19,0 1 0,0 1 0,0 1 0,0 1 0,0 1 0,0 2 0,0 0 0,0 2 0,1 1 0,-26 10-1,32-10-98,19-7-20,-1 0-1,1 0 0,-1 0 0,1 0 0,-1 0 0,0 0 0,1 0 1,-1 1-1,1-1 0,-1 0 0,1 0 0,-1 1 0,1-1 0,-1 0 0,1 1 1,-1-1-1,1 0 0,0 1 0,-1-1 0,1 0 0,0 1 0,-1-1 0,1 1 1,0-1-1,-1 1 0,1-1 0,0 1 0,0-1 0,-1 1 0,1-1 0,0 1 1,0-1-1,0 1 0,0 0 0,0-1 0,0 1 0,0-1 0,0 1 1,0-1-1,0 1 0,0-1 0,0 1 0,0 0 0,1 0 0,13 11-1013,-13-11 820,31 12-3550,4-10-2644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17:35.3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84 4297,'0'0'11152,"3"-10"-10616,-1 5-480,13-36 640,-14 39-610,0 0 0,0 0 0,0 1 0,0-1 0,0 0 0,1 1 0,-1-1 0,1 1 0,-1 0 0,1-1 0,0 1 0,-1 0 0,1 0 0,0 0 0,0 0 0,0 0 0,0 1 0,-1-1 0,1 0 0,0 1 0,0 0 0,1-1 0,1 1 0,-3 0-29,1 0 0,0-1-1,0 1 1,-1 0 0,1 1-1,0-1 1,-1 0 0,1 1 0,0-1-1,-1 1 1,1-1 0,0 1-1,-1-1 1,1 1 0,-1 0-1,1 0 1,-1 0 0,3 2-1,-2 0 7,0 1-1,-1-1 0,1 1 0,-1 0 0,1-1 0,-1 1 0,1 7 1,-1-5-29,15 85 557,-5-1 1,0 130-1,-8-150-432,3 575 571,-6-442-783,0-202-97,8-46-1693,25-232-6212,-15 130-1212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17:36.1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176 322 5369,'0'0'9482,"48"-3"-8506,337-19 941,61-13-490,-78 9-926,1565-107 167,-1597 108-637,-107 5 16,392-25 454,62 33 3099,-682 12-3267,-2 4-255,0 0-1,0 0 1,0 0 0,0 0-1,-1 0 1,1 0 0,-1-1-1,0 1 1,0 0 0,0-1-1,-1 0 1,1 1 0,-1-1-1,0 0 1,0 0 0,0-1-1,-6 5 1,-15 17 127,7-2-158,2 0 0,0 2 0,1-1 0,1 2 0,1 0 0,2 0 0,0 1 0,2 1 0,-7 32-1,-1 35 0,-7 126 0,19-165-20,-9 625 66,14-455-83,-2-105-2,8 205 23,7-255-23,-5-33 2,-8-29 3,-1-7 32,-18-18-20,-5-3-75,-1 1-1,0 0 1,-2 2-1,0 2 0,-1 0 1,0 1-1,-1 2 1,-1 1-1,-52-13 0,17 10-138,-1 3-1,-70-2 1,-140 8-256,219 5 383,-250 7-188,-315 66 69,-18 42 154,413-72 24,-166 22-420,-466 16 1,312-65-1415,127-5 1931,353-5 230,62-5-190,8-1-25,40-7-67,16-5-700,0-2 0,72-28 0,-8-10-4493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17:38.8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1599 149 720,'0'0'11891,"-29"0"-8320,476 0 144,223 0-3273,-144-35-433,-320 10-7,360-57 14,-557 79-11,18 0 86,-25 3 110,-14 12 290,9-9-432,0 0 0,0 0 1,0 0-1,0 0 0,1 1 1,-1-1-1,1 1 0,0 0 0,0-1 1,0 1-1,1 0 0,-2 6 0,-10 54 229,10-39-130,-9 80 129,5 1 0,7 114 1,2-92-218,-2 483 505,0-608-481,0 0-1,0 0 0,0 0 1,0 0-1,1 0 1,-1 0-1,1 0 1,0 0-1,0 0 1,0-1-1,0 1 0,1 0 1,1 2-1,-11-12-87,0 1-1,0 0 1,0 1-1,-1-1 0,1 2 1,-1-1-1,0 1 1,-1 1-1,-13-5 1,-12 0-45,-45-5 1,5 6-25,-115 5 0,91 4-22,22-2 1,-51-2-188,-222 28 0,-636 181-798,847-172 492,-1-7-1,-246 16 0,213-32 463,0 8-1,2 7 1,-174 51-1,201-27-204,4-1-11,138-50 337,1 0-1,0 1 1,0-1 0,-1 0 0,1 1-1,0-1 1,0 1 0,0-1 0,-1 1-1,1-1 1,0 1 0,0 0-1,0 0 1,0-1 0,0 1 0,0 0-1,1 0 1,-1 0 0,0 0-1,0 0 1,1 0 0,-1 0 0,0 2-1,10-3 590,-4 0-489,1 0 1,0 1 0,-1 0-1,1 0 1,-1 0-1,0 1 1,1-1 0,-1 2-1,0-1 1,0 0-1,0 1 1,0 0-1,6 4 1,-4 0-38,0-1 0,0 1 1,0 0-1,-1 1 0,0 0 0,-1 0 0,6 10 0,2 8 2,-2 1-1,0 0 0,-2 1 0,8 37 1,-1 32 60,-4 1 1,0 158 0,-10-157-43,0 163 169,-3-138-167,1-123-82,0-15 13,0 9-23,0 0 1,0 0-1,1 0 1,-1-1-1,1 1 1,0 0-1,0 0 1,1 1-1,0-1 1,-1 0-1,2 0 1,-1 1 0,0-1-1,1 1 1,0 0-1,0 0 1,0 0-1,1 0 1,-1 0-1,1 1 1,0-1-1,0 1 1,0 0-1,0 0 1,10-4-1,4-2-1,1 1 0,0 1 0,1 0 0,22-4 0,86-11 0,-73 14-1,55-4 8,154 2 0,-24 2 10,-44-21 10,-193 29 11,5-2 118,-11 2-82,-22-1-989,-38-32-4209,33 15-649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17:39.3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5417,'0'0'12277,"6"26"-11324,26 86-98,-30-104-736,1-1 0,-1 0 0,1 0 0,0-1 0,1 1 1,0-1-1,0 0 0,0 1 0,1-2 0,9 10 0,-3-4 104,45 49 685,3-4 1,120 90-1,-121-110-836,-39-25 21,0 1 1,-1 0-1,27 25 0,-44-36-41,1 0 1,-1 0-1,0 0 0,1 0 1,-1 1-1,0-1 0,0 0 0,0 1 1,0-1-1,-1 1 0,1-1 0,0 1 1,-1-1-1,1 1 0,-1 0 1,1-1-1,-1 1 0,1 0 0,-1-1 1,0 1-1,0 3 0,-1-2 1,-1-1-1,1 1 1,-1-1 0,1 0-1,-1 0 1,0 1 0,1-1-1,-1 0 1,0-1 0,0 1-1,-1 0 1,1 0 0,-4 1-1,-20 15 78,-5 2 1,1 2-1,1 0 0,1 2 1,1 1-1,-37 45 0,39-38 265,-36 65-1,54-82-921,0-1 0,2 0 0,-8 29 1,10-30-1187,1-1 0,1 1 0,0 12 1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17:42.1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 0 2833,'0'0'12889,"-1"0"-12861,-3 0 24,3 0 5,1 14-23,2 15 90,0 0 0,9 34 0,-5-29-79,2 44 0,-3 231 552,10 162 406,-11-421-958,50 892 618,-54-851-566,0 133 21,29 236 0,-2-269-43,25 258 186,-44-338-258,1 92 3,-3-167-6,-6-35 50,7-9 289,-3 1-177,1 0 1,-2-1-1,1 1 0,-1-1 1,3-10-1,-3 9-62,0-1-1,1 1 0,0 0 0,11-17 1,-10 19-98,1 0 0,1 1 1,0 0-1,-1 0 1,2 0-1,-1 1 0,1 0 1,0 0-1,0 1 1,0 0-1,16-5 1,7-1 0,60-10 1,-12 8 59,114-2 0,83 14 189,-111 2-121,173-2 1263,-337 0-964,-15 0-1096,9 1 206,0-1 1,0 0 0,0-1 0,0 1 0,0-1-1,0 0 1,0 0 0,0-1 0,0 1 0,0-1 0,1 0-1,-1-1 1,1 1 0,-1-1 0,1 0 0,0 0-1,0 0 1,-5-5 0,-26-22-6807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17:42.8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482 0 4257,'0'0'12228,"3"21"-11237,12 68-92,-11-74-624,0 0 0,1 0 0,1 0 0,1-1 0,0 0 0,17 24 0,2 4 396,34 59 416,-34-61-712,24 51 0,-43-78-259,0 0 1,1-1-1,0 0 1,0 0 0,2-1-1,-1 0 1,1-1 0,1 0-1,0 0 1,0-1 0,1-1-1,20 12 1,-32-20-113,7 3 32,-1 1 0,1 0 0,-1 1 0,0-1 0,-1 1 0,1 1 0,-1-1 0,0 1 0,0 0 0,6 10 0,-11-16-36,0 1 0,0-1 0,0 0 0,0 0 0,0 1 1,-1-1-1,1 0 0,0 1 0,0-1 0,0 0 0,-1 0 0,1 1 0,0-1 0,0 0 1,0 0-1,-1 0 0,1 1 0,0-1 0,-1 0 0,1 0 0,0 0 0,0 0 0,-1 0 0,1 0 1,0 1-1,-1-1 0,1 0 0,0 0 0,-1 0 0,1 0 0,0 0 0,-1 0 0,1 0 0,0 0 1,-1 0-1,1-1 0,-1 1 0,-22 1 4,10 0-3,4 1-1,0 2 0,0-1 0,1 1 0,0 0 0,0 0 0,0 1 0,0 0 0,-10 10 0,-18 10-1,-10 3-4,-474 315 75,492-322-66,1 1 0,0 2 0,2 0-1,2 1 1,-32 43 0,53-65 2,1 0-1,-1 0 1,0 0 0,1 0-1,-1 0 1,1 1-1,-1 4 1,1-1-4032,6-42-662,20-12-2869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17:44.5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1 166 3593,'0'0'6258,"4"0"-5811,11 1-371,-10-1 340,0 1 0,0-1 1,-1 0-1,1 0 0,0 0 1,0-1-1,-1 1 1,1-1-1,0 0 0,-1-1 1,1 1-1,-1-1 1,1 0-1,-1 0 0,7-4 1,-10 5-245,972-6 941,-8-41-70,-854 37-1003,211-48 0,-290 49 71,-30 10-24,-1-1-1,0 1 1,1-1-1,-1 1 0,0-1 1,1 1-1,-1-1 1,0 0-1,0 0 0,1 0 1,-1 0-1,0 1 1,0-2-1,0 1 0,1-1 1,-2 1 396,-9 1-930,3 1 154,0 0 1,0 0-1,0 0 0,1 1 1,-1 0-1,0 0 0,1 0 1,-1 1-1,1 0 1,0 0-1,0 0 0,0 1 1,1 0-1,-1 0 0,-5 5 1,2-1-475,-33 22-3876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17:45.7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1 939 408,'0'0'10042,"1"-15"-9336,7-46 113,-7 58-740,0 1 1,0 0-1,1 0 1,-1 0-1,1 0 1,-1 0-1,1 0 1,0 0-1,0 1 1,0-1-1,0 0 1,0 1-1,0 0 1,0-1 0,0 1-1,1 0 1,-1 0-1,0 0 1,1 0-1,-1 1 1,1-1-1,-1 1 1,1 0-1,-1-1 1,5 1-1,6-2 303,128-19 1552,-38 6-1294,-35 4-362,214-43 128,627-132 175,-886 182-563,909-131 1369,8 62-992,-323 7 236,-178-38-448,-138 26 538,-257 68-436,-2 0-5,1 1-1,-1 3 1,50-2-1,-4 2-86,-120 8-1195,-28-1-2357,24-9-2586,0-17-5047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17:47.6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3601 36 3929,'0'0'7761,"-18"0"-5021,12 0-2762,0-1 0,0 0 0,1-1 0,-1 1 0,0-1 0,1 0 0,-1-1 0,-5-2 0,4 1-153,1 2-1,0-1 1,0 1 0,-1 0-1,-10-2 1,-55 3-573,71 1 772,0 0-1,0 0 1,1 1 0,-1-1 0,0 0-1,0 1 1,1-1 0,-1 1 0,0-1-1,1 1 1,-1-1 0,0 1 0,1 0-1,-1-1 1,1 1 0,-1 0 0,1-1-1,-1 1 1,1 0 0,0 0-1,-1-1 1,1 1 0,0 0 0,0 0-1,-1 0 1,1 0 0,0-1 0,0 3-1,-3 30 816,2-24-566,-22 176 3013,9 399 1490,5-108-3224,2-89-886,-11 169 397,0 200-43,19-514-896,-1-240-31,2-44 76,2 7-160,-4-24 40,0 58-49,-1 1 0,1-1 0,0 1 0,-1-1 0,1 1 0,-1-1 0,1 1 0,-1 0 0,1-1 0,-1 1 0,1 0 0,-1-1 0,1 1 0,-1 0 0,1-1 0,-1 1 0,0 0 0,1 0 0,-1 0 0,1 0 0,-1 0 0,0 0 0,1 0 0,-1 0 0,1 0 0,-1 0 0,0 0 0,1 0 0,-1 0 0,1 0 0,-2 1 0,2-1 0,-32-1-19,-1 1 0,0 1-1,1 2 1,0 2 0,0 1 0,-37 11-1,-418 125-218,279-91 85,-299 68-157,-391 95-150,506-135 343,-5-35-590,295-34 376,72-5 259,29-5 209,3 13-127,13 23-6,-4-12 47,13 47-1,14 154 665,-21-106-388,16 91 167,11 356 0,-44 355-16,1-936-465,0 0 0,2 0-1,-1 0 1,2 0-1,0 0 1,1 1 0,0-1-1,12-20 1,-12 27-15,1 1 0,0 0 0,0 0 0,0 1 1,0-1-1,1 1 0,0 1 0,1-1 0,-1 1 0,1 1 0,0 0 1,0 0-1,0 0 0,1 1 0,-1 0 0,1 0 0,0 1 0,9-1 1,23-3-18,0 2-1,69 2 1,-87 2 8,2018-6-44,-1958 12 733,-82-6 214,-15 0-661,-79 0-2545,92-1 2153,1 1 0,-1 0 1,1-1-1,-1 1 0,1-1 0,0 1 1,-1-1-1,1 1 0,0-1 1,-1 1-1,1-1 0,0 1 0,-1-1 1,1 0-1,0 1 0,0-1 1,0 1-1,0-1 0,0 0 0,0 1 1,0-1-1,0 0 0,0 1 1,0-2-1,-1-24-3011,1 13 374,-5-17-3858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17:48.4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7162,'0'0'10670,"6"11"-9302,-3-5-1187,1 3 173,1-1-1,0 0 1,0 0 0,1 0 0,0-1 0,0 1-1,1-1 1,12 9 0,86 52 1913,152 73 0,-91-54-1805,76 32 814,-235-115-1222,-1-2 0,1 1 0,0-1-1,-1 0 1,1 0 0,14 1 0,-21-1-63,0-2 15,0 1-1,0-1 0,0 0 1,0 1-1,0-1 0,0 0 1,0 1-1,0-1 0,0 0 1,0 1-1,0-1 0,0 0 1,0 1-1,0-1 0,0 0 1,0 0-1,-1 1 0,1-1 1,0 0-1,0 1 0,0-1 0,0 0 1,-1 0-1,1 1 0,0-1 1,0 0-1,-1 0 0,1 1 1,0-1-1,0 0 0,-1 0 1,1 0-1,0 1 0,-1-1 1,1 0-1,0 0 0,0 0 1,-1 0-1,1 0 0,0 0 1,-1 0-1,1 0 0,0 0 1,-1 0-1,1 0 0,0 0 1,-1 0-1,-7 1-3,1 0 1,0 0-1,-1 0 1,1 1-1,0 0 0,0 1 1,0 0-1,0 0 1,0 0-1,-11 9 0,-9 7 9,-30 27 1,24-17 0,-401 354 376,425-374-392,0 0-1,0 1 0,1 0 1,0 0-1,1 1 0,0 0 1,0 0-1,1 1 0,1-1 1,0 1-1,1 1 0,0-1 1,1 1-1,0-1 0,1 1 1,1 0-1,-1 22 0,2-34-147,1-15-3244,-1 0 914,-1-22 0,0 28 1219,-4-33-6001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17:56.5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1056 2345,'0'0'11203,"3"-3"-10613,2-1-43,20-18-594,-16 9 5501,23 13-5068,-26 0-342,31 1 69,-1-2-1,1-1 1,0-2-1,36-10 1,298-88-66,54-13 111,-374 98 866,-45 14 505,-32 8-1037,20-3-489,1 0 0,-1 0 0,0 0 0,1 1 0,-1 0 0,1 0 0,0 1 1,0 0-1,0-1 0,-8 10 0,4-3 0,1 0 1,0 1-1,1 0 0,-11 20 1,4 1-4,1 0 0,-17 68 1,16-27-81,3 1 1,-2 126 0,2-5-249,9-182 316,1 0 0,-2 0-1,1-1 1,-6 15 0,7-23 12,-1-1 0,0 1 0,0-1 0,0 1 0,0-1 0,0 0 0,0 0 0,-1 0 0,0 0 0,1 0 0,-1-1 0,0 1 0,-1-1 0,1 1 0,0-1 0,-1 0 0,-6 2 0,-14 3 24,0-2 0,0-1 0,-1-1 0,1-1 1,-1-1-1,-39-3 0,10 1 97,15 2 182,1-2 0,-1-2 0,1-1-1,0-2 1,-42-12 0,62 13-106,-24-7 82,40 11-253,-1 0 0,1 0 0,0 0 1,0 0-1,0-1 0,0 1 0,0 0 0,0-1 1,0 1-1,1-1 0,-1 0 0,0 0 0,-2-3 1,4 4-27,0 1 0,0 0 0,0-1 0,-1 1 0,1-1 0,0 1-1,0-1 1,0 1 0,0-1 0,0 1 0,0 0 0,0-1 0,0 1 0,0-1 0,0 1 0,0-1 0,0 1 0,1-1 0,-1 1 0,0 0 0,0-1 0,0 1 0,1-1 0,-1 1 0,0 0 0,0-1 0,1 1 0,-1 0 0,0-1 0,1 1 0,-1 0 0,0-1 0,1 1 0,0 0 0,17-9-64,-13 7 57,43-13-236,94-17 0,-5 2-1209,41-29-3758,198-94 0,-307 123 4644,-11 4 19,58-34 1,-95 48 1114,0-2 0,-1-1 0,-1-1 1,0 0-1,29-34 0,-45 47-205,-2 2-221,-1 0 1,1 0 0,0 0-1,0 0 1,0 0 0,-1 0 0,1 0-1,-1 0 1,1 0 0,-1 0-1,1-1 1,-1 1 0,1 0 0,-1 0-1,0-3 3056,-2 4-2001,-6 1-1115,0 0 1,-1 1-1,1 0 0,0 0 1,0 1-1,0 0 1,0 0-1,0 1 1,1 0-1,0 1 1,0 0-1,0 0 1,0 0-1,1 1 1,0 0-1,0 0 1,0 0-1,-6 11 1,2-5-53,1 2 0,1-1 0,0 1 1,1 0-1,0 1 0,1 0 0,1 0 1,0 0-1,-3 21 0,5-18-24,1 0 1,0 0-1,2 0 0,2 21 0,-2-38-8,0 1 1,1-1-1,-1 1 0,1-1 0,0 1 1,-1-1-1,1 1 0,0-1 0,0 0 1,0 0-1,0 1 0,0-1 1,0 0-1,0 0 0,0 0 0,1 0 1,-1 0-1,0 0 0,1-1 0,-1 1 1,0 0-1,1-1 0,-1 1 1,1-1-1,-1 1 0,1-1 0,2 1 1,49 2-66,-42-3 58,1 0 14,0 1 0,0-2 0,0 1 0,1-2 0,-1 0 0,0 0 0,0-1 0,-1 0 0,1-1-1,-1-1 1,0 1 0,0-2 0,12-7 0,-5 1-3,-1-1 0,-1-1 0,0-1 0,17-20 0,-28 29-2,0-1-1,0 0 1,0 0 0,-1 0 0,0 0 0,0-1-1,-1 0 1,0 0 0,0 0 0,-1 0 0,0 0-1,-1-1 1,1-15 0,-1 8-92,-2-1 1,0 1 0,-4-23-1,3 33 52,0 0 0,0 0-1,0 0 1,-1 0 0,0 0 0,0 1 0,-1-1 0,1 1-1,-1 0 1,-1 0 0,-4-5 0,-41-32-176,38 33 170,0 0 0,0-1 0,-17-20 0,29 29 19,-1 0 1,1 0-1,-1 0 1,1 1-1,-1-1 1,1 0-1,0 0 1,0 0-1,-1 0 1,1 0-1,0 0 1,0 0-1,0 0 1,0 0 0,0 0-1,0 0 1,0 0-1,0 0 1,1 1-1,-1-1 1,0 0-1,1 0 1,-1 0-1,0 0 1,1 0-1,-1 0 1,1 1-1,-1-1 1,1 0-1,0 0 1,-1 1-1,1-1 1,0 0-1,-1 1 1,1-1-1,0 1 1,0-1 0,0 1-1,-1-1 1,3 0-1,30-16-185,1 1 0,43-14 0,7-2-141,-42 14 203,276-123-303,-245 105 471,-2-4-1,82-61 1,-128 83-5,-1-2 0,0-1-1,-2-1 1,-1-1 0,24-32 0,-36 42 49,-1 0 1,0-1-1,-1 0 0,0 0 1,-1-1-1,-1 0 1,0 0-1,-1 0 1,-1 0-1,0-1 0,-1 0 1,0-18-1,-2 27-10,0-2 59,0 0-1,0-1 0,-1 1 1,0 0-1,-4-14 0,4 21-88,0-1-1,0 1 1,-1-1 0,1 1-1,-1-1 1,1 1-1,-1 0 1,0 0-1,0 0 1,0 0-1,0 0 1,0 0 0,-1 0-1,1 1 1,0-1-1,-1 1 1,1 0-1,-1 0 1,0 0-1,1 0 1,-5-1 0,-4-1 11,-1 0 1,0 1-1,0 0 1,0 0 0,0 2-1,0-1 1,0 2-1,0-1 1,0 2 0,0-1-1,0 2 1,0 0-1,0 0 1,1 1 0,-1 0-1,1 1 1,1 1 0,-1-1-1,-17 14 1,-24 24 49,2 2 0,3 3 0,-48 59 0,-109 175 349,144-187-250,-53 114 1,89-157-144,2 1 1,3 1-1,2 0 0,-11 62 0,22-66-34,2-1 0,4 65 0,0-60-12,0-53 4,0 1-1,0 0 1,0 0-1,0-1 1,0 1 0,0 0-1,0 0 1,1 0-1,-1-1 1,1 1-1,-1 0 1,1-1-1,0 1 1,1 1-1,-1-2 1,0 0-1,1-1 1,-1 1 0,1 0-1,-1-1 1,1 1 0,-1-1-1,1 0 1,-1 1 0,1-1-1,-1 0 1,1 0-1,-1 0 1,4-1 0,1 1 6,-1 0 0,1-1 0,0 0 1,-1 0-1,1 0 0,-1-1 0,1 0 1,-1 0-1,0 0 0,0-1 0,0 1 1,0-1-1,0-1 0,0 1 0,-1-1 1,5-4-1,4-6 24,0-1 0,-1 0 0,14-25 0,5-7 70,-31 47-92,0-1 0,0 1 0,0 0 1,1 0-1,-1-1 0,0 1 1,0 0-1,0 0 0,0 0 0,1-1 1,-1 1-1,0 0 0,0 0 0,0 0 1,1 0-1,-1-1 0,0 1 0,0 0 1,1 0-1,-1 0 0,0 0 0,0 0 1,1 0-1,-1 0 0,0-1 0,0 1 1,1 0-1,-1 0 0,0 0 0,0 0 1,1 0-1,-1 0 0,0 1 0,0-1 1,1 0-1,3 11 386,-2 34 559,-1-11-501,3-21-1098,0 0 0,1-1 0,0 1 0,1-1 0,1 0 0,0-1 0,0 1 0,1-1 0,1-1 0,-1 0 0,2 0 0,-1-1 0,2 0 0,-1 0 0,14 7 0,12 5-5779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17:56.9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66 96,'0'0'18976,"8"2"-17474,-5-2-1409,1 1 0,-1 0 1,0 0-1,1 0 0,-1 1 1,0-1-1,0 1 1,0-1-1,0 1 0,0 0 1,0 0-1,-1 1 0,1-1 1,-1 1-1,1-1 0,-1 1 1,0 0-1,3 5 0,3 5 71,-1 0 0,0 0 0,-1 1 0,-1 0 0,0 0 0,-1 1 0,0-1 0,-1 1 0,-1 0 0,1 22-1,-3-29-150,0 0 0,-1 0 0,0-1 0,0 1 0,0 0 0,-1-1 0,0 1 0,-4 6 0,5-11-10,0-1 0,-1 1 1,1-1-1,-1 0 0,0 0 0,1 1 0,-1-1 1,0-1-1,0 1 0,0 0 0,-1 0 1,1-1-1,0 1 0,-1-1 0,1 0 0,-1 0 1,1 0-1,-1 0 0,0 0 0,1 0 0,-1-1 1,0 1-1,0-1 0,1 0 0,-6 0 1,6 0-2,3-6-26,0-1 0,0 0-1,0 1 1,1-1 0,0 1-1,0 0 1,1 0 0,-1 0 0,1 0-1,1 0 1,-1 0 0,7-7-1,8-8-6,33-33 1,-36 39 18,29-25 1,1 2 0,2 2 0,66-38 0,-107 70 44,-1 0 1,2 0 0,-1 1-1,0 0 1,1 0-1,-1 1 1,1-1-1,0 2 1,0-1 0,12-1-1,-18 3-17,-1 1 0,1-1 0,0 0 0,-1 0 0,1 1 1,0-1-1,-1 0 0,1 1 0,0-1 0,-1 0 0,1 1 0,-1-1 0,1 1 0,-1 0 0,1-1 0,-1 1 0,1-1 0,-1 1 0,1 0 0,-1-1 0,0 1 0,1 0 0,-1-1 0,0 1 0,0 0 1,0-1-1,1 1 0,-1 0 0,0 0 0,0-1 0,0 1 0,0 1 0,-1 33 241,1-21-125,0 10-46,-4 132 1033,1-128-925,-1 1 0,-1-1 1,-14 42-1,18-64-1602,0 1-6997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18:03.2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95 156 1112,'0'0'1369,"0"28"-1366,0-21 9182,0-8-8875,0 1 0,0-1 0,0 1-1,-1 0 1,1-1 0,0 1 0,0-1-1,0 1 1,-1 0 0,1-1 0,0 1 0,0 0-1,-1-1 1,1 1 0,0 0 0,-1-1-1,1 1 1,0 0 0,-1 0 0,1-1 0,0 1-1,-1 0 1,1 0 0,-1 0 0,1 0-1,-1-1 1,-19-2 2405,-30 3-4054,34 1 2085,157-5 400,168-27 0,-227 20-1111,-37 6-18,0-2 1,0-2-1,75-25 1,-116 32-8,0 1 1,1-1 0,-1 0-1,-1 0 1,1-1-1,0 1 1,5-6-1,-7 6-2,-1 1-1,0-1 0,1 0 1,-1 0-1,0 0 0,0 0 0,-1 0 1,1 0-1,0 0 0,-1 0 0,1 0 1,-1 0-1,0 0 0,1-1 0,-1 1 1,0-3-1,-1 4-53,1 1 0,-1-1 1,1 0-1,-1 0 0,1 0 0,-1 1 0,1-1 0,-1 0 1,0 1-1,1-1 0,-1 0 0,0 1 0,1-1 1,-1 1-1,0-1 0,0 1 0,0-1 0,0 1 1,1 0-1,-1-1 0,0 1 0,0 0 0,0 0 1,0 0-1,0 0 0,-1 0 0,-29-4-1050,28 4 890,-6-2-430,-1 2 0,1-1 0,-1 1 1,1 1-1,0 0 0,-1 0 0,1 1 1,0 0-1,0 1 0,0 0 0,0 0 0,0 1 1,1 0-1,-15 9 0,-27 22-4913,3-4-1586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18:03.6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473 0 1072,'0'0'12320,"0"6"-10023,1 23-574,6 33 0,2 17-814,-2 345 1792,-8-284-2273,1-134-416,1 4 33,-1 1 0,-1 0-1,1-1 1,-2 1 0,0-1 0,-4 14 0,5-21-31,0 0-1,-1 0 1,1 0 0,-1-1 0,0 1-1,0-1 1,0 1 0,0-1-1,-1 0 1,1 0 0,0 0 0,-1 0-1,0 0 1,1 0 0,-1-1-1,0 1 1,0-1 0,0 0 0,0 0-1,0 0 1,0 0 0,0-1 0,0 1-1,0-1 1,-6 0 0,-13 3 25,0-2 0,-1-1 0,1-1 0,0-1 0,0 0 0,0-2 0,0-1 0,0 0 0,-32-14 1,10 0 88,18 10 13,2-2-1,-36-22 1,59 33-148,1 0 1,-1 0-1,1-1 0,-1 1 0,1 0 0,-1-1 0,1 1 0,-1-1 0,1 1 1,-1-1-1,1 1 0,-1-1 0,1 1 0,0-1 0,-1 1 0,1-1 1,0 0-1,-1 1 0,1-1 0,0 1 0,0-1 0,0 0 0,0 1 0,0-1 1,-1 0-1,1 1 0,0-1 0,0 0 0,1 1 0,-1-1 0,0 0 0,0 1 1,0-1-1,0 0 0,1 1 0,-1-1 0,0 1 0,0-1 0,1 0 1,-1 1-1,0-1 0,2 0 0,22-17-350,19 0-1590,2 2 1,-1 1-1,55-9 0,-30 8-711,32-13-2025,-5-1-1197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18:04.5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114 1719 1504,'0'0'10827,"22"-29"-9016,65-86-420,-65 86 1395,-32 33-547,-17 18-1656,1 0 1,1 2 0,1 1-1,2 1 1,-22 30 0,37-46-543,-1 1 1,1-1-1,1 1 1,0 0-1,0 0 0,1 1 1,1 0-1,0 0 1,0 0-1,1 0 1,1 1-1,-2 20 1,3-20-38,1 19-39,1-31 31,-1 0-1,0 0 1,0 0-1,0 0 1,1 0-1,-1 0 1,0-1-1,1 1 1,-1 0-1,1 0 1,-1 0-1,1 0 1,-1 0-1,1-1 1,0 1-1,-1 0 1,1-1-1,0 1 1,0 0-1,-1-1 1,1 1-1,0-1 1,0 1-1,0-1 1,0 0-1,1 1 1,10 1-11,-1 0 0,1-1 0,0 0 0,0-1 1,0 0-1,0-1 0,0-1 0,-1 0 0,15-4 1,-17 1-8,-1 0 0,1 0 0,-1-1 0,0 0 0,0-1 0,-1 0 0,0 0 0,0 0 0,11-17 0,-7 9 7,-1-1 0,-1 0 0,-1 0 0,12-31 0,-15 27 3,-1-1 0,-1 1 0,-1-1 0,0 0 0,-3-37 0,0 18-4,1 35 2,-1-1 0,0 1 0,0-1 0,-1 1 0,1 0 0,-1 0 0,0 0 0,0 0 0,-1 0 0,0 0 0,0 0 0,0 1 0,0-1 0,-1 1 0,1 0 0,-7-5 0,-4-4-107,-1 2 0,0 0 0,-27-15 0,40 25 73,1-1 0,-1 1 0,0 0 0,1 0 0,-1-1-1,1 1 1,-1-1 0,1 1 0,-1-1 0,0-2 0,2 4 6,-1-1 0,1 0 0,0 0 0,0 1 0,-1-1 0,1 0 0,0 0 0,0 1 0,0-1 0,0 0 0,0 0 0,0 1 0,0-1 0,0 0 0,0 0 0,0 0 0,1 1 0,-1-1 0,0 0 0,0 1 0,1-1 0,-1 0 0,0 0 0,1 1 0,-1-1 0,1 1 0,-1-1 0,1 0 0,-1 1 0,1-1 0,0 1 0,-1-1 0,1 1 0,0-1 0,10-5-170,0 0-1,1 0 1,-1 1-1,24-6 1,13-6-179,-13 4 82,446-186-1956,-353 138 1020,200-128 0,-281 157 1005,-1-2 0,-2-2 0,-2-2 0,68-77 0,-92 92 281,0-1 0,-1 0-1,-2-1 1,0-1-1,-2 0 1,-1-1 0,-1 0-1,-1-1 1,-1 0-1,-2-1 1,4-30 0,-8 24 641,-1 0 0,-5-61 1,3 92-563,0 0-1,-1 0 1,0 0 0,1 0 0,-1 0 0,0 1 0,-1-1 0,1 0 0,-1 1-1,0-1 1,0 1 0,0-1 0,0 1 0,0 0 0,-1 0 0,0 0-1,1 0 1,-6-4 0,3 4 21,-1 0-1,0 1 0,1-1 0,-1 1 1,0 0-1,0 1 0,0-1 1,-1 1-1,1 0 0,-12 1 1,4-2-31,-1 2 1,1 0-1,-1 0 1,0 1-1,1 1 1,0 1-1,-1 0 1,1 0-1,0 2 1,1 0-1,-1 0 1,1 1-1,0 1 1,0 0-1,-18 15 1,-4 5 122,2 2 1,2 1-1,-55 66 1,-62 119 230,95-126-402,5 3 0,3 1 1,5 3-1,-41 142 1,70-182 5,2 1 1,2 0-1,3 0 1,4 70-1,0-102-61,0-25-7,0 8 2,0 0-1,0 0 1,1 0 0,3 14-1,-4-20-1,1-1 0,-1 1 0,1-1-1,0 0 1,-1 1 0,1-1-1,0 0 1,0 1 0,0-1 0,0 0-1,0 0 1,0 0 0,0 0-1,0 0 1,1 0 0,-1 0 0,0 0-1,0-1 1,1 1 0,-1 0 0,1-1-1,-1 1 1,0-1 0,1 1-1,-1-1 1,1 0 0,-1 0 0,1 0-1,2 0 1,8 0-16,-1 1 46,1-1 0,-1-1 0,0 0 0,11-3 0,-17 3-19,-1-1 0,1 1 0,-1-1-1,0-1 1,0 1 0,0 0 0,0-1 0,0 0-1,0 0 1,-1 0 0,1-1 0,3-4 0,42-50 808,-48 57-183,-3 88-361,5 98-534,-3-183 161,0 1 0,0-1 0,0 1 0,1 0 0,-1-1 0,1 1 0,-1-1 0,1 1 0,0-1 1,0 0-1,1 1 0,-1-1 0,0 0 0,1 0 0,-1 0 0,1 1 0,0-2 0,-1 1 0,1 0 0,0 0 0,0-1 0,5 4 0,-1-3-641,1 0-1,0 0 0,0 0 0,0-1 1,0 0-1,13 1 0,-12-2-32,28 1-5070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18:05.0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 6 1432,'0'0'15396,"-2"4"-14083,2-3-1265,0 0 1,-1-1-1,1 1 0,0 0 0,0 0 1,0-1-1,0 1 0,-1 0 0,1 0 1,0-1-1,0 1 0,0 0 0,1 0 1,-1-1-1,0 1 0,0 0 0,0-1 1,1 1-1,-1 0 0,0 0 0,0-1 1,1 1-1,-1 0 0,1-1 0,-1 1 1,1-1-1,-1 1 0,1-1 0,-1 1 0,1-1 1,-1 1-1,1-1 0,0 1 0,-1-1 1,1 0-1,-1 1 0,1-1 0,1 1 1,42 14 1738,3 1-333,-40-13-1381,-1 0 1,0 1 0,0 0-1,0 0 1,-1 0 0,1 1 0,-1 0-1,0 0 1,-1 0 0,1 0-1,-1 1 1,0 0 0,0 0-1,-1 0 1,1 0 0,-1 1-1,-1-1 1,1 1 0,-1 0 0,-1 0-1,1 0 1,0 12 0,1 15 396,-2-1 1,-5 58 0,0-76-227,0-22-47,1-24-134,4 22-67,1 0 0,-1 0 0,2 0 0,-1 0 0,1 1 0,0-1 0,1 1 0,0-1-1,0 1 1,1 0 0,0 1 0,0-1 0,10-9 0,12-13-19,51-44 0,-72 69 25,10-8-9,1 0 0,0 0 0,36-18 0,-42 26 14,-1 0 1,2 0 0,-1 1-1,1 1 1,-1 0 0,1 1 0,0 0-1,18-1 1,-30 4 3,1 0-1,0-1 1,-1 1-1,1 0 1,0 0-1,-1-1 1,1 1-1,-1 0 1,1 0-1,-1 0 1,1 0-1,-1-1 1,0 1-1,1 0 1,-1 0-1,0 0 1,0 0-1,0 0 1,0 0-1,0 0 1,0 0-1,0 0 1,0 0-1,0 0 1,0 0-1,0 0 1,-1 1-1,0 4 51,2 33 210,0 0 139,-2-1-1,-10 69 1,9-54-3413,3-36-1011,-1-3-4084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18:08.0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1046 824,'0'0'7795,"3"5"-6328,12 20 8958,-15-29-9981,1-19-236,1-1 0,1 1-1,2 0 1,9-33 0,38-93 44,-22 69-147,34-111-6,-20 54-25,85-183-1,-126 314-53,0 0 0,0 0 0,1 0 0,0 1 0,8-9 0,-10 12 79,-1 6-23,-1 1 0,1-1 1,0 1-1,-1 0 1,0-1-1,0 1 1,-2 7-1,1 11-3,0 101 225,3 157 54,-1-260-327,1 0 0,1-1 0,1 1-1,1-1 1,7 22 0,48 89 73,-56-121-1137,0-1 0,0 1 0,-1 0-1,-1 0 1,1 0 0,-1 0 0,-1 1 0,0 17 0,-1-23-4404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18:08.2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60 1536,'0'0'20333,"143"-60"-19725,-101 60-168,-7 0-256,-5 0-104,-12 0-80,0 0-200,-6 0-720,5 0-1361,-5 12-1424,12-6-1880,-6-6-4161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18:08.5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125 1 1696,'0'0'18688,"-2"51"-17575,-9 174-377,3-140-349,-3 0 0,-35 126-1,17-94-286,21-88-50,-1 14-1856,9-49 1085,0 1 1,1-1-1,-1 0 1,1 0-1,1 1 1,-1-1-1,1 1 1,3-8-1,2-5-1560,21-51-7929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18:08.7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54 25 2985,'0'0'22644,"-42"219"-22291,42-207-153,0 0-152,-6-12-809,0-18-2719,6-53-1185,0-18-616,0 0-889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18:08.9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18 357 16,'-18'-244'1440,"24"208"-952,-6 1 3985,0 11 1857,0 12-2545,0 6 3992,0 18-7409,0 12-296,12 0-72,0-1-952,23 25-1568,1-7-2602,-18-11-1967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18:09.2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168 1 1464,'0'0'19899,"-16"26"-18892,-109 172 895,121-190-1901,0 0 0,1 0 0,-1 1 0,2 0 0,-1 0 1,1 0-1,0 0 0,1 0 0,0 0 0,1 0 0,1 15 0,-1-22-98,0-1-1,0 0 0,0 1 1,1-1-1,-1 0 0,0 1 0,1-1 1,-1 0-1,1 1 0,0-1 1,-1 0-1,1 0 0,0 0 1,0 0-1,0 0 0,0 0 1,0 0-1,0 0 0,0 0 1,0 0-1,0 0 0,0-1 1,3 2-1,31 10-1970,-29-10 1583,26 5-3446,0-1-1,0-1 1,52 0-1,-6-4 993,-78-1 2939,62 0-723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18:09.7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170 72 40,'0'0'15333,"-12"8"-14713,-34 26 5,45-34-606,1 0 0,-1 0-1,1 1 1,-1-1 0,1 0 0,0 1-1,-1-1 1,1 1 0,0-1 0,0 0-1,-1 1 1,1-1 0,0 1 0,0-1-1,-1 1 1,1-1 0,0 1-1,0-1 1,0 1 0,0-1 0,0 1-1,0-1 1,0 1 0,0-1 0,0 1-1,0-1 1,0 1 0,0-1 0,0 1-1,0-1 1,0 1 0,1-1 0,-1 1-1,0-1 1,0 1 0,1-1 0,-1 0-1,0 1 1,0-1 0,1 1-1,-1-1 1,1 0 0,0 1 0,21 12 431,-15-10-266,0 1-106,0 0-1,0-1 1,0 1-1,0-2 0,0 1 1,1-1-1,-1 0 1,13 1-1,63 0-447,-59-3-103,-23 0 466,0-1 1,0 1-1,0 0 1,0-1 0,-1 1-1,1 0 1,0-1-1,0 1 1,-1-1 0,1 0-1,0 1 1,-1-1-1,1 1 1,0-1 0,-1 0-1,1 1 1,-1-1 0,1 0-1,-1 0 1,0 0-1,1 1 1,-1-1 0,0 0-1,0 0 1,1 0-1,-1 0 1,0 0 0,0 1-1,0-1 1,0-1 0,2-35 162,-2 34-160,0-112 1056,-27 113 481,16 2-1403,-1 2 1,1-1 0,-1 2-1,1-1 1,-1 1 0,1 1-1,0 0 1,1 1 0,-1 0-1,-12 8 1,-12 11 924,-48 40 1,69-53-698,10-6-244,-1-1 1,1 1-1,0 0 0,0 0 1,1 1-1,-1-1 0,1 1 1,0-1-1,1 1 0,-1 0 1,1 0-1,1 0 0,-1 1 1,1-1-1,0 0 0,0 1 1,1-1-1,-1 0 0,2 1 1,-1-1-1,1 0 0,0 1 1,0-1-1,0 0 0,1 0 1,0 0-1,1 0 0,-1 0 1,1 0-1,0 0 0,0-1 1,1 0-1,4 6 0,6 5 59,1 0-1,0-1 0,31 22 1,-39-32-159,1 0 0,0 0 0,-1-1 0,2 0 0,-1-1 0,0 1 1,1-2-1,-1 1 0,1-1 0,0-1 0,16 2 0,-9-3-475,-1-1 0,0-1 0,0 0 0,0-1 0,19-7 0,33-16-4975,-29 5-1009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18:14.8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115 1 1536,'0'0'17573,"-13"42"-16858,-39 137-169,46-159-451,2 0-1,0 0 1,2 1 0,0-1 0,1 23 0,1-5 10,-26 167 0,24-191-151,-1 2-2964,4-30-14679,0-1 19212,-1-36-2954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18:15.3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48 147 1504,'0'0'18059,"17"-24"-16890,-17 24-1169,20-28 458,36-39-1,-53 64-415,0 0 0,1 1-1,0-1 1,-1 1-1,1 0 1,0-1 0,0 2-1,1-1 1,-1 0-1,0 1 1,0 0 0,1 0-1,-1 0 1,1 1-1,-1-1 1,1 1 0,-1 0-1,1 0 1,-1 1-1,8 1 1,8 0 110,1-3-46,-1 1 0,0 2 0,0 0-1,37 9 1,-53-10-101,0 0-1,0 1 0,0-1 0,0 1 0,0 0 0,0 0 1,0 0-1,-1 0 0,1 1 0,-1 0 0,0 0 0,0 0 1,0 0-1,0 0 0,0 0 0,-1 1 0,1-1 1,-1 1-1,0 0 0,0 0 0,0 0 0,-1 0 0,1 0 1,-1 0-1,0 0 0,0 0 0,-1 0 0,1 1 0,-1 6 1,0-2 45,1-5-14,-1 0-1,0-1 1,0 1 0,0 0 0,0 0-1,0 0 1,-1 0 0,0 0 0,0 0 0,0-1-1,0 1 1,-1 0 0,1-1 0,-1 1-1,0-1 1,0 1 0,0-1 0,-1 0 0,1 0-1,-4 4 1,-14 9 206,-35 22 0,38-28-180,0 1 0,1 1 0,1 1 0,-26 25 0,37-32-79,0 0 1,1 0 0,0 0-1,0 0 1,0 1 0,1-1-1,-1 1 1,2 0-1,-1-1 1,1 1 0,-1 10-1,0 12-230,3 41-1,1-27-55,-3-29 162,2-1 0,-1 1 0,2 0 0,0-1 0,1 1 0,0-1 0,1 0 0,0 1 0,1-2 0,7 14 0,-12-26 140,8 13-224,-2 1 1,0-1-1,0 1 0,4 18 1,-9-29 244,-1 0 0,1 0 0,0 0 0,-1 0 0,0 0 0,0 1 0,0-1 1,0 0-1,0 0 0,-1 0 0,1 0 0,-1 0 0,0 0 0,0 0 0,0 0 0,0 0 0,-1 0 0,1 0 1,-1-1-1,1 1 0,-1 0 0,0-1 0,0 1 0,0-1 0,-1 0 0,1 0 0,-4 3 0,-22 10 498,-1 0-1,-1-2 1,0-1-1,-43 10 1,61-19-451,1 0 1,-1-1 0,0 0 0,-1-1 0,-11 0-1,23-22-2014,1 17 1713,1 0-1,-1 0 0,1 0 1,0 0-1,0 0 1,1 0-1,-1 0 0,1 0 1,0 1-1,0-1 1,0 1-1,0-1 0,1 1 1,-1 0-1,4-4 1,7-5-1215,1 0 0,17-13 1,-11 10-847,34-27-6004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18:15.7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77 305 176,'0'0'20139,"-3"45"-18496,-11 151-367,-8-48 149,14-107-959,-6 13 116,10-42-364,1-1 1,0 1 0,1 0 0,-2 19-1,4-29-63,3-29 1,-4-53 0,1-5-151,6 30 7,2 0-1,2 1 0,3 0 0,2 1 0,2 1 0,32-68 0,-37 96 26,2 0-1,1 0 1,26-33 0,-31 46-196,-1 0-1,2 0 1,0 1 0,0 0 0,1 1 0,0 0 0,0 1-1,18-8 1,-24 14-331,-1 0-1,1 0 1,0 1-1,-1 0 0,1 1 1,0-1-1,0 1 1,8 0-1,-3 1-1155,-9-1 1369,-1 0 0,0 0 0,0 0 0,0 1 0,1-1 1,-1 0-1,0 1 0,0-1 0,0 1 0,0 0 0,0-1 0,0 1 0,0 0 0,0-1 0,0 1 0,0 0 1,0 0-1,0 0 0,0 0 0,-1 0 0,1 0 0,0 0 0,-1 0 0,1 0 0,-1 0 0,1 1 1,-1-1-1,1 0 0,-1 0 0,0 3 0,4 41-7404,-4-40 6525,0 26-930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18:15.9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1 512,'0'0'21457,"1"28"-19614,-1 4-1348,1 8 430,7 50 1,-6-22-47,-3-42-6899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18:16.1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60 1 2865,'0'0'20460,"-60"160"-20708,60-118-1352,0-1-2169,48 13-1176,-1-13-4977,1-11 7081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18:16.5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416 1 3265,'0'0'19427,"-41"8"-18198,-130 31-226,163-38-917,0 1 1,1 1-1,-1 0 1,1 0-1,0 0 0,-1 1 1,1 0-1,1 1 1,-1-1-1,1 1 1,0 0-1,0 1 0,0 0 1,1 0-1,-8 9 1,1 1 98,4-6-117,0 0 0,0 1 0,1 0 0,0 1 0,1-1-1,0 1 1,1 1 0,0-1 0,1 1 0,0 0 0,1 0-1,1 0 1,0 0 0,0 26 0,2-38-70,1 0 1,-1 0-1,0 1 0,1-1 1,-1 0-1,1 0 1,0 1-1,-1-1 0,1 0 1,0 0-1,0 0 0,0 0 1,-1 0-1,1 0 1,0 0-1,0 0 0,0-1 1,1 1-1,-1 0 0,0 0 1,0-1-1,0 1 1,1-1-1,-1 1 0,0-1 1,0 0-1,1 1 0,-1-1 1,0 0-1,1 0 1,-1 0-1,2 0 0,57 0-21,-41-1-4,-3 1 15,2 1-9,-1-2 0,29-3 0,-41 3 28,1-1 0,-1 1 0,1-1 0,-1 0 0,0 0 1,0-1-1,0 0 0,0 0 0,0 0 0,-1 0 0,9-8 1,-12 10 1146,-1 172-1604,0-168 231,0 0 0,1 0 0,-1 0 0,1 0 0,-1 0 0,1 0 1,0 0-1,0 0 0,0 0 0,0 0 0,1 0 0,-1-1 0,1 1 0,0 0 1,-1-1-1,1 0 0,0 1 0,1-1 0,-1 0 0,0 0 0,1 0 0,-1 0 1,1-1-1,-1 1 0,1-1 0,6 3 0,4 1-1545,0-2 1,0 1-1,1-2 0,24 3 1,-35-5 1345,51 2-8636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18:16.9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8650,'0'0'16597,"6"7"-15613,4 7-799,1 0-1,-1 0 1,-1 1 0,-1 0 0,0 0 0,-1 1-1,-1 0 1,7 24 0,-13-40-184,0 1 0,0 0 0,0 0 0,1-1 0,-1 1 0,0 0 0,1-1 0,-1 1 0,0 0 0,1-1 0,-1 1 0,1 0 0,-1-1 0,1 1 0,-1-1 0,1 1 0,0-1 1,-1 1-1,1-1 0,0 0 0,-1 1 0,1-1 0,0 0 0,-1 1 0,1-1 0,0 0 0,0 1 0,26-4 6,-20 0-8,0 1 0,1-1 1,-1-1-1,-1 0 1,8-4-1,3-6 3,2 0-2,-1-1 0,2 2 0,0 1 0,0 0 0,1 1 1,25-8-1,-45 18 27,0 1 1,0-1-1,0 1 1,0 0-1,1-1 1,-1 1-1,0 0 1,0 0-1,0 0 0,0 0 1,1 0-1,-1 0 1,0 0-1,0 0 1,0 0-1,0 1 1,1-1-1,-1 0 1,0 1-1,0-1 1,0 1-1,0-1 1,0 1-1,0 0 1,0-1-1,0 1 1,0 0-1,-1 0 1,1-1-1,0 1 1,0 0-1,-1 0 1,1 0-1,0 0 1,-1 0-1,1 1 1,1 4 48,-1 0 1,0-1 0,0 1 0,0 0 0,-1-1 0,0 8 0,2 13 120,2 12 45,-4-31-224,0 0 0,1 1 1,0-1-1,1 1 1,0-1-1,4 13 1,-5-3-915,-1 47-4476,0-38-2153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18:29.6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200 1173 2529,'0'0'4719,"0"3"-3326,0 4 549,-1-8-1788,0 0 0,1 0 0,-1 1 0,0-1 0,0 0 0,0 0 0,0 1 0,1-1-1,-1 1 1,0-1 0,0 1 0,0-1 0,0 1 0,0-1 0,0 1 0,-1 0 0,1 0 0,0-1 0,0 1 0,0 0 0,0 0 0,0 0 0,-2 1 0,-16-1-600,-2 0 5275,18 0-2302,6 0-441,21 0-1252,8 0-664,1 0-1,-1-2 1,0-2 0,0-1 0,33-9 0,206-86 461,-266 97-492,0 1 1,0-1 0,0 0 0,0 0 0,-1-1 0,9-7-1,-12 10 1391,-3 2-1522,0 0 1,0 0-1,1 0 1,-1 0-1,1 0 1,-1 0-1,1 0 0,-1 1 1,1-1-1,0 1 1,-1-1-1,1 1 1,-1 1-1,-1 1 5,-5 7-9,0 1 1,2 0-1,-1 0 0,1 1 1,1 0-1,0 0 1,1 0-1,1 1 1,-3 17-1,-10 130-8,14 35-15,0 3-27,-1-157 26,-2 0-1,-16 69 1,20-106 20,0-1 0,0 0 0,-1 1 0,0-1 0,0 0 0,0 0-1,0 0 1,0 0 0,-1 0 0,0 0 0,-4 4 0,4-6 0,0 0 0,0 0 0,0 0 1,-1 0-1,1 0 0,-1-1 0,1 1 0,-1-1 1,0 0-1,0 0 0,1-1 0,-1 1 0,-7-1 1,-2 1 5,0-1 1,0-1-1,0 0 0,0-1 1,0 0-1,0-1 1,1 0-1,-1-1 1,-12-6-1,-8-6 5,-61-41-1,90 54-10,-2-1 0,-43-27 76,-71-61-1,116 88-59,0-1 0,0 1 0,1 0 0,0-1 0,-1 0 0,2 0 0,-5-7 0,7 11-15,-1-1 0,0 1 0,1-1 0,-1 1 0,1-1 0,-1 0 0,1 1 0,0-1 1,-1 0-1,1 1 0,0-1 0,0 0 0,0 1 0,0-1 0,1 0 0,-1 1 0,0-1 1,1 0-1,-1 1 0,1-1 0,0 1 0,0-1 0,-1 1 0,1-1 0,0 1 0,0-1 1,0 1-1,1-2 0,11-4-13,0-1 1,0 2-1,1 0 1,26-9-1,-25 10 7,140-47-257,61-23-794,-70 19-101,130-53-574,-208 78 1632,0-2 1,-2-4-1,117-86 0,-179 119 109,-2 3 3,0 0 1,0 0-1,0 0 0,0-1 0,-1 1 1,1-1-1,-1 1 0,1-1 0,-1 0 1,1 0-1,-1 0 0,0 0 0,0 0 0,0 0 1,0 0-1,0 0 0,0 0 0,-1 0 1,1-5-1,-1 6 958,-2 2-913,0 0 0,-1-1 0,1 1-1,0 0 1,0 0 0,-1 0 0,1 0 0,0 1 0,0-1 0,0 0 0,0 1 0,-2 2 0,-2 1 38,-22 18 13,1 2-1,1 0 1,1 2-1,1 0 1,-27 43-1,43-57-94,1 0 0,1 0 0,0 0 0,1 1 1,0 0-1,1 0 0,-3 20 0,3 1-1,0 63 0,4-96-17,0 0 1,0 0-1,0 0 1,0 0-1,0 0 1,0 0-1,0 0 1,1 0-1,-1 0 1,1 0 0,0 0-1,0 0 1,-1 0-1,1 0 1,0-1-1,0 1 1,1 0-1,-1-1 1,0 1-1,1 0 1,-1-1-1,1 0 1,-1 1-1,4 1 1,0-1 0,1 0 0,-1-1 0,0 0 0,1 0-1,-1 0 1,1-1 0,0 1 0,6-2 0,7 1 4,1 0 1,29-5-1,-42 3-2,0 0 0,0 0 0,0-1 0,0 1 0,-1-2 0,1 1 0,-1-1 0,0 0-1,11-8 1,-5 1-32,0 0 0,0 0 0,-1-1 0,0 0 0,-1-1 0,0 0 0,-2-1 0,1 0 0,-1 0 0,-1-1 0,-1 1 0,0-2 0,-1 1 0,-1-1-1,0 0 1,-1 0 0,0 0 0,-1-24 0,-1 13-64,-1 13-24,0 0-1,-3-26 0,2 36 91,0-1 0,0 1 0,-1-1 0,1 1 0,-1-1 0,0 1 0,0 0 0,-1 0 0,1 0 0,-1 0 0,0 0 0,-4-4 0,-13-8-132,1 0-1,-2 2 1,0 0 0,-1 1 0,-25-10 0,46 22 152,-1 1 0,1-1 0,-1 0 0,1 0 1,0 0-1,-1 0 0,1 0 0,0 0 0,0 0 0,0 0 0,0 0 0,0-1 1,-2-1-1,6-7-168,14-1 38,118-30 76,-8 3-133,60-31-1789,224-116 0,-295 122 571,-3-4 1,198-156 0,-307 220 1405,23-19-80,-2 0 0,34-39 0,-53 54 111,0-1 0,0 0 0,-1-1 0,0 1 0,0-1 0,-1 0 0,0-1 0,-1 1 0,0-1 0,0 1 0,-1-1 0,2-17 0,-4 24 40,0 1 0,0 0 0,0 0 0,0 0 0,0 0-1,0 0 1,0-1 0,-1 1 0,1 0 0,-1 0 0,1 0 0,-1 0 0,0 0 0,0 0 0,0 0 0,0 1-1,0-1 1,-1 0 0,1 0 0,0 1 0,-1-1 0,1 1 0,-1-1 0,0 1 0,-2-2 0,-3 0 135,1 0 0,-1 1 1,0 0-1,0 1 0,0-1 1,-12 0-1,-39-2 742,-1 2 0,-63 7 0,90-1-687,1 1-1,0 1 1,0 2 0,1 1-1,0 1 1,0 1 0,1 2-1,1 1 1,0 2 0,1 0 0,1 2-1,-29 25 1,24-16-83,0 1 1,2 2-1,1 1 0,2 2 1,1 0-1,1 1 0,2 2 1,-33 72-1,30-42-75,3 0-1,-22 109 1,-6 142-31,22-125-38,-23 98 58,50-288-82,1-1 1,-1 1 0,1 0-1,0-1 1,0 1 0,-1 0 0,1 0-1,0-1 1,1 1 0,-1 0-1,0-1 1,0 1 0,1 0 0,-1-1-1,2 3 1,-2-3 1,1-1 1,-1 0-1,1 1 0,-1-1 1,1 0-1,-1 1 1,1-1-1,-1 0 0,1 1 1,-1-1-1,1 0 0,-1 0 1,1 0-1,-1 0 0,1 0 1,0 0-1,-1 0 0,1 0 1,-1 0-1,1 0 0,-1 0 1,1 0-1,0 0 0,-1 0 1,1 0-1,-1 0 0,1-1 1,0 1-1,4-2 11,0-1 0,0 0 0,-1 0-1,1 0 1,-1 0 0,8-8 0,25-27 0,-9 9-4,56-46 0,-84 75-9,1-1 1,0 0-1,-1 1 1,1-1 0,0 1-1,0-1 1,0 1-1,0-1 1,0 1 0,-1-1-1,1 1 1,0 0 0,0 0-1,0-1 1,0 1-1,0 0 1,0 0 0,0 0-1,0 0 1,0 0-1,0 0 1,0 0 0,0 1-1,0-1 1,0 0-1,0 1 1,0-1 0,0 0-1,-1 1 1,1-1-1,0 1 1,0-1 0,0 1-1,-1-1 1,1 1-1,0 0 1,0 0 0,0 0-1,2 3 7,-1 0 0,0 0 0,1 1 0,-2-1 0,1 0 0,1 5 0,-1-3 5,12 31-16,-8-17-137,2 0 0,0 0 0,12 19 0,-16-33-224,0-1 1,-1 0-1,2 1 1,-1-1-1,0-1 1,1 1-1,0-1 0,0 0 1,1 0-1,-1 0 1,1-1-1,-1 0 1,1 0-1,9 3 1,20-2-4559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18:30.1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10866,'0'0'8844,"7"4"-8216,-1-1-498,0 0-1,1 0 1,-1 0 0,1-1 0,0 0 0,-1 0 0,13 1 0,-6-2-49,1 1 1,-1 1 0,-1 0 0,1 1 0,0 0-1,-1 1 1,0 0 0,0 1 0,0 0 0,-1 1-1,0 0 1,0 1 0,-1 1 0,10 9-1,-16-13-40,0 0 0,0 0 0,-1 1-1,1-1 1,-1 1 0,-1 0-1,1 0 1,-1 0 0,0 0 0,0 0-1,1 11 1,-1 4 269,-1 0 0,-2 26 1,0-8 89,1-36-371,0 1 1,-1 0 0,1-1 0,-1 1 0,0-1 0,0 1 0,0-1 0,0 1-1,-3 4 1,2-1 8,2-10-44,1-1 0,0 1 0,-1-1 0,1 0 0,1 1 1,-1 0-1,0-1 0,1 1 0,0 0 0,-1 0 0,5-5 0,28-32 21,-30 36-18,18-19 0,2 0 1,0 2 0,2 1-1,0 1 1,57-31-1,-62 40 5,1 0-1,1 1 1,-1 1 0,1 2-1,1 0 1,-1 1 0,1 1-1,42-1 1,-64 5 24,1 0 0,-1 0 0,1 0 1,-1 0-1,0 0 0,1 0 0,-1 1 0,1-1 0,-1 1 0,0 0 1,0-1-1,1 1 0,-1 0 0,0 0 0,0 1 0,0-1 1,0 0-1,0 1 0,0-1 0,2 4 0,-2-2 42,0 1-1,-1 0 1,1 0 0,-1 1 0,0-1-1,0 0 1,0 0 0,-1 1-1,0-1 1,0 7 0,3 131 1257,-21 208 1,17-345-1592,-1 12 524,-3-12-4112,0-5-2701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4:19.5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226 169 3569,'0'0'12961,"-2"-1"-12763,-11-1 6484,13-31-9473,0 27 2796,0-16-32,0 21 44,0 1 0,0-1 1,0 1-1,0-1 0,0 1 1,0-1-1,0 1 0,0-1 0,0 1 1,0-1-1,0 1 0,0-1 0,1 1 1,-1-1-1,0 1 0,0-1 1,1 1-1,-1-1 0,0 1 0,1-1 1,-1 1-1,0 0 0,1-1 0,-1 1 1,0 0-1,1-1 0,0 1 1,-1 0 727,18-28-582,-11 7-140,-7 17 13,2-1 0,-1 1 0,0-1 0,1 1 0,0 0 0,0 0 1,0-1-1,3-3 0,-4 29 1180,-8 10-1095,-1-1 1,-25 56-1,11-29-20,-90 218 73,50-129-203,59-140-226,0 0 0,1 1 0,0-1 1,0 1-1,1 0 0,-1 11 0,2-17-1253,6-4-443,5-1 839,-1-1-1,0 0 1,0 0-1,0-1 1,15-12-1,11-20-4451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4:19.8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233 0 1016,'0'0'17279,"-12"25"-16397,-5 8-597,-46 105 955,-62 200 1415,119-323-4060,5-11-51,-1 0 0,0 1 1,1-1-1,0 1 1,0-1-1,0 9 1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4:20.0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42 224,'0'0'21277,"44"-41"-20989,-14 41-120,3 0-120,3 0 0,2 0-48,4 0 0,-1 0-48,4 0-993,17 0-1807,-11 0-3281,-7 0-4778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4:21.0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256 4 7986,'0'0'13013,"-27"15"-11749,-87 50-594,107-60-631,0 0 1,0 0-1,0 1 1,0 0-1,1 0 1,0 1-1,0-1 0,1 1 1,0 0-1,0 1 1,1-1-1,0 1 1,0 0-1,-2 8 0,-3 4 29,5-10-59,0 1 1,1 0-1,1 0 1,-1 0-1,2 0 1,-1 0-1,2 0 1,0 18-1,0-28-13,1 1 1,-1-1-1,0 0 0,1 0 1,-1 0-1,1 1 0,0-1 1,-1 0-1,1 0 0,0 0 1,-1 0-1,1 0 0,0 0 1,0 0-1,0-1 0,0 1 0,0 0 1,0 0-1,0-1 0,1 1 1,-1-1-1,0 1 0,0-1 1,0 1-1,1-1 0,-1 0 1,0 1-1,0-1 0,1 0 1,0 0-1,46 3-120,-44-3 113,4 1-46,1-2 1,-1 1 0,1-1 0,0 0-1,-1-1 1,0 0 0,1-1-1,-1 1 1,0-1 0,0-1 0,0 0-1,-1 0 1,1 0 0,-1-1-1,0 0 1,-1-1 0,1 1 0,-1-1-1,10-12 1,-8 8-40,0 0-1,-1-1 1,0 1-1,-1-2 0,0 1 1,-1-1-1,0 0 1,-1 0-1,-1 0 1,1 0-1,-2-1 1,0 1-1,0-1 1,-1 0-1,-1-15 1,0 25 94,0 0 1,0 1 0,-1-1-1,1 0 1,-1 1 0,1-1-1,-1 1 1,0-1 0,0 1-1,0-1 1,0 1 0,0 0-1,-1 0 1,1-1 0,-1 1-1,1 0 1,-1 0 0,0 0-1,-2-2 1,-1 1 0,1 1 0,0-1 0,-1 1 0,1 0-1,-1 0 1,0 0 0,0 0 0,0 1 0,-7-1 0,-9 0-31,-1 0 1,1 2 0,-37 4-1,58-4 32,-5 0-15,0 1 0,1 0 0,-1 0 0,1 1 0,-1-1 1,1 1-1,-8 4 0,11-6-6,0 1 1,0-1 0,0 1-1,0 0 1,1-1 0,-1 1-1,0 0 1,0 0 0,0-1-1,0 1 1,1 0 0,-1 0-1,0 0 1,1 0 0,-1 0-1,1 0 1,-1 0 0,1 0-1,0 0 1,-1 0 0,1 0-1,0 1 1,0-1-1,-1 0 1,1 0 0,0 0-1,0 0 1,1 0 0,-1 1-1,0-1 1,0 0 0,0 0-1,1 0 1,-1 0 0,0 0-1,1 0 1,0 2 0,1-2-10,-1 1 1,1-1 0,0 0-1,0 1 1,-1-1 0,1 0-1,0 0 1,0 0 0,0-1-1,0 1 1,0 0 0,0-1-1,0 1 1,0-1 0,1 0-1,-1 0 1,0 0 0,4 0-1,5 1-41,72 5 65,102-5 0,-86-2 78,-45 0 417,96-15 0,-149 16-444,-1 0 1,1 0-1,-1 0 1,0 0 0,1 0-1,-1 1 1,1-1-1,-1 0 1,0 0-1,1 1 1,-1-1-1,1 0 1,-1 0-1,0 1 1,1-1-1,-1 0 1,0 1-1,0-1 1,1 1-1,-1-1 1,0 0-1,0 1 1,1-1-1,-1 1 1,0-1-1,0 1 1,0-1-1,0 0 1,0 1-1,0-1 1,0 1-1,0-1 1,0 1-1,0-1 1,0 1-1,0-1 1,0 1-1,0-1 1,0 1-1,0-1 1,0 0-1,-1 1 1,-3 23-80,-12 25 159,10-32-114,1 0 0,0 0 0,1 1 1,1-1-1,-1 31 0,3-48-16,1 1 1,0 0-1,0 0 0,0 0 0,0 0 1,0 0-1,0 0 0,1 0 1,-1 0-1,0 0 0,0 0 0,1 0 1,-1 0-1,0-1 0,1 1 1,-1 0-1,1 0 0,-1 0 0,1-1 1,0 1-1,-1 0 0,1-1 0,0 1 1,1 1-1,22 0-172,-12-2 168,-7-1 15,0 1 1,0-1-1,0-1 1,0 1-1,0-1 1,0 1-1,-1-1 1,1-1-1,6-3 1,43-31 38,-37 24-42,-3 1 6,-12 10-4,0 0-1,1-1 1,-1 1 0,0 0 0,1 0-1,0 1 1,-1-1 0,1 0 0,0 1-1,0 0 1,6-2 0,-9 3 11,12 22-143,-5-6 129,0-1 0,1 1-1,20 27 1,-25-39-13,0 0-1,0 0 0,1-1 1,-1 1-1,1-1 1,-1 0-1,1 0 1,0-1-1,0 1 1,1-1-1,-1 1 0,0-1 1,1-1-1,-1 1 1,1-1-1,0 0 1,-1 0-1,1 0 1,6 0-1,-6-1 15,-1 1-1,1-2 1,0 1-1,-1 0 1,1-1 0,-1 0-1,1 0 1,-1-1-1,1 1 1,-1-1 0,0 0-1,1 0 1,-1 0 0,0-1-1,0 1 1,-1-1-1,1 0 1,-1 0 0,1 0-1,-1-1 1,0 1-1,0-1 1,3-5 0,0 1 106,0 0 0,-1-1 1,0 0-1,-1 0 1,0 0-1,0-1 0,-1 1 1,3-13-1,-3 2 550,0 0-1,-1 0 0,-2-21 1,0 37-602,0 1-1,-1-1 1,1 0 0,-1 1 0,0 0 0,0-1-1,-1 1 1,1 0 0,-1-1 0,1 1 0,-1 0-1,0 0 1,0 0 0,-1 0 0,1 1 0,0-1-1,-1 1 1,0-1 0,0 1 0,1 0 0,-1 0-1,-5-3 1,1 2-105,0-1 0,0 1-1,0 1 1,0-1-1,-1 1 1,1 0 0,-1 1-1,1 0 1,-12 0 0,18 1-42,1 0 1,-1 0-1,1 1 1,-1-1-1,1 0 1,-1 1-1,1-1 1,-1 0-1,1 1 1,0-1-1,-1 1 1,1-1-1,0 1 1,-1-1-1,1 1 1,0-1-1,-1 1 1,1-1-1,0 1 1,0-1-1,0 1 1,0-1-1,-1 1 1,1 0-1,0-1 1,0 1-1,0-1 1,0 1-1,0-1 1,1 1-1,-1 0 1,0-1-1,0 1 1,0-1-1,0 1 1,1-1-1,-1 1 1,9 25-4784,11-5-2401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4:21.8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0 137 1560,'0'0'18307,"7"-13"-17200,21-43-438,-28 55-645,1 0-1,-1 0 0,0 0 0,1 0 1,-1 1-1,1-1 0,-1 0 0,1 0 1,0 0-1,-1 1 0,1-1 0,0 0 1,-1 1-1,1-1 0,0 1 0,0-1 1,0 1-1,0-1 0,0 1 1,-1-1-1,1 1 0,0 0 0,0-1 1,0 1-1,0 0 0,0 0 0,0 0 1,0 0-1,0 0 0,0 0 0,0 0 1,0 0-1,0 0 0,0 0 0,0 1 1,0-1-1,0 0 0,0 1 0,0-1 1,0 1-1,-1-1 0,1 1 1,0-1-1,0 1 0,0-1 0,0 2 1,2 1 46,0 0 1,0 1-1,-1-1 1,1 1-1,-1 0 1,4 7-1,5 19 216,-2 1-1,9 43 0,1 5-14,-15-71 28,1-13 202,1-15 168,-5 16-752,4-12 76,2-1 0,-1 1-1,2 0 1,0 0 0,1 1 0,1 0 0,0 1 0,1 0 0,0 1-1,1 0 1,1 0 0,0 1 0,0 1 0,1 1 0,1-1 0,23-11-1,-33 20 8,1 0 0,1 0 0,-1 0 0,11-1 0,-16 3 1,1-1-1,-1 1 1,0 0 0,0 0 0,0 0 0,0 0 0,1 0-1,-1 0 1,0 0 0,0 0 0,0 0 0,0 1 0,0-1-1,1 0 1,-1 1 0,0-1 0,0 1 0,0-1 0,0 1-1,0-1 1,0 1 0,0 0 0,0 0 0,-1-1 0,1 1-1,0 0 1,0 0 0,-1 0 0,1 0 0,0 0-1,-1 0 1,1 1 0,2 16 48,-1-1 0,0 0-1,-2 31 1,0-23-5,0-25-44,0 1 0,0-1 0,0 0-1,0 0 1,0 1 0,1-1 0,-1 0 0,0 0 0,0 1 0,0-1 0,0 0 0,1 0-1,-1 0 1,0 0 0,0 1 0,0-1 0,1 0 0,-1 0 0,0 0 0,0 0 0,1 0-1,-1 1 1,0-1 0,0 0 0,1 0 0,-1 0 0,0 0 0,1 0 0,-1 0 0,0 0-1,0 0 1,1 0 0,-1 0 0,0 0 0,0 0 0,1 0 0,-1-1 0,0 1 0,0 0 0,1 0-1,-1 0 1,0 0 0,1 0 0,11-5-67,65-50-47,19-12 52,-82 59 92,0 0 1,0 1-1,0 0 0,29-8 1,-43 34 190,0 10-135,-2 0-1,-1 1 0,-9 40 1,10-65-226,1-1-1,1 0 1,-1 0 0,1 0 0,-1 0 0,1 1 0,1 5 0,-1-9-62,1 0-1,-1 0 1,1 1 0,-1-1 0,1 0-1,-1 0 1,1 0 0,0 0 0,-1 0-1,1 0 1,0 0 0,0 0 0,0 0-1,0 0 1,0-1 0,0 1-1,0 0 1,0-1 0,0 1 0,0 0-1,0-1 1,0 1 0,0-1 0,1 0-1,-1 1 1,0-1 0,2 0 0,34 4-5288,4-4-2069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4:22.2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127 0 1536,'0'0'22971,"-18"7"-22419,-57 28-104,73-34-426,-1 1 0,1-1-1,0 1 1,0 0 0,0 0 0,0 0 0,0 0 0,0 1 0,0-1-1,1 0 1,-1 1 0,1-1 0,0 1 0,-1-1 0,1 1 0,0 0-1,0 4 1,-1 1 43,2-1 0,-1 1 0,1-1 0,2 13 0,-1-2-20,-1-16-49,0-1 1,1 1-1,-1-1 1,1 1-1,-1-1 1,1 0-1,0 1 1,-1-1-1,1 0 1,0 0-1,0 0 1,0 0-1,0 1 1,0-1-1,0 0 1,0-1-1,0 1 1,1 0-1,-1 0 1,0 0-1,1-1 1,-1 1-1,0-1 1,1 1-1,-1-1 1,0 1-1,1-1 1,-1 0-1,1 0 1,-1 1-1,1-1 1,2-1-1,11 2-66,0 0 0,21-3 0,-15 1 1,-13 1 18,-1-1-1,1 0 1,0-1 0,-1 1 0,1-2-1,-1 1 1,0-1 0,0 0 0,9-5-1,8-6 21,27-22 0,-31 22 126,-13 8 339,-1 3 1332,-6 8-279,-1 10-1920,1-10 409,0-1 0,0 1 0,1 0 0,-1-1 0,1 1 0,0 0 0,0-1 0,0 1 0,1-1 0,-1 0 0,4 6 0,-3-8-195,0 1 0,0-1 1,1 0-1,-1 0 1,1 0-1,-1 0 0,1 0 1,-1-1-1,1 1 0,0-1 1,0 0-1,0 1 0,0-2 1,0 1-1,0 0 0,0 0 1,0-1-1,1 0 0,2 1 1,110 0-10436,-59-1 2521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4:22.9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315 678 2064,'0'0'22120,"-9"-3"-20745,-28-3-492,1 2 1,0 2-1,-48 2 1,79 1-881,-1 0 1,0 0-1,1 0 0,-1 1 1,1 0-1,0 0 0,-1 0 1,1 0-1,0 1 0,0 0 1,1 0-1,-9 8 0,9-9-14,1 1 0,0 0 0,0 1 0,0-1 0,1 1 0,-1-1 0,1 1 0,0 0 0,0 0 0,0 0-1,1 0 1,-1 0 0,1 0 0,0 0 0,0 0 0,0 1 0,1 5 0,-1-7-23,1 0 0,0 1 0,0-1-1,1 1 1,-1-1 0,1 0 0,0 1 0,1 3 0,-1-6 15,0 0 0,0 1 1,0-1-1,0 0 0,0 0 0,1 1 0,-1-1 1,0 0-1,1 0 0,-1 0 0,1 0 0,-1-1 0,1 1 1,-1 0-1,1-1 0,0 1 0,2 0 0,14 3-239,0 0 0,1-1-1,-1-1 1,1-1 0,28-1 0,-14-3-304,1-1 1,40-9-1,8-8-898,-1-3 0,151-66 0,-189 68 486,0-1 0,-2-2-1,0-2 1,-2-2 0,-1-1 0,52-55 0,-73 67 873,-1-2 0,-1 1-1,-1-2 1,18-34 0,-25 41 598,0-1-1,-2 0 0,0 0 0,0-1 1,-1 0-1,-1 1 0,1-32 0,-2 21 651,-1-37 1583,-1 58-2477,-1 0 0,0 1 0,1-1 0,-1 1 0,-1-1 0,1 1-1,-1 0 1,1-1 0,-1 1 0,-3-5 0,4 8-213,0 0 0,1 0 0,-1 1 0,1-1 1,-1 0-1,0 1 0,1-1 0,-1 1 0,0-1 0,0 1 0,0-1 0,1 1 0,-1-1 0,0 1 0,0 0 1,0-1-1,0 1 0,0 0 0,0 0 0,0 0 0,0 0 0,0 0 0,1 0 0,-1 0 0,0 0 0,0 0 1,0 0-1,0 0 0,0 1 0,0-1 0,0 0 0,0 1 0,1-1 0,-1 0 0,0 1 0,0-1 0,0 1 0,1 0 1,-2 0-1,-27 30 127,26-28-95,-36 48 128,3 2-1,2 1 1,-33 71 0,47-81-164,1 1 1,3 1 0,2 0 0,-16 91 0,27-102-31,1 50-1,2-58-23,0-27 17,0 1-1,1-1 1,-1 1-1,0-1 0,0 1 1,0-1-1,0 1 1,0-1-1,0 1 0,1-1 1,-1 0-1,0 1 0,0-1 1,1 1-1,-1-1 1,0 0-1,1 1 0,-1-1 1,0 0-1,1 1 1,-1-1-1,0 0 0,1 0 1,-1 1-1,1-1 1,-1 0-1,1 0 0,-1 0 1,0 0-1,1 1 1,0-1-1,21 0-80,22-14-27,-23 0 182,0 0 0,-1-2 1,-1 0-1,29-32 0,-31 31-9,-16 16-49,-1 1-1,0 0 0,1-1 0,-1 1 0,0 0 0,1-1 0,-1 1 0,0 0 0,1-1 0,-1 1 0,1 0 1,-1 0-1,1 0 0,-1-1 0,1 1 0,-1 0 0,1 0 0,-1 0 0,1 0 0,-1 0 0,1 0 0,-1 0 1,1 0-1,-1 0 0,1 0 0,-1 0 0,1 0 0,-1 0 0,0 1 0,1-1 0,-1 0 0,1 0 0,-1 0 1,1 1-1,-1-1 0,1 0 0,-1 1 0,0-1 0,1 0 0,-1 1 0,0-1 0,1 0 0,-1 1 0,0-1 1,1 1-1,9 21-107,-9-19 139,4 11-284,0-1 0,1 1-1,0-2 1,1 1 0,1-1 0,0 0 0,0 0-1,1-1 1,18 17 0,20 9-4200,-2-11-3129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4:23.3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197 1 10522,'0'0'12068,"-8"9"-11028,-3 7-622,0 0 0,0 1 0,2 1 0,0 0 0,1 0 0,-6 20 0,-93 440 1049,100-412-2626,6-23-4246,2-31-1799,6-10-4971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4:23.6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113 1 2841,'0'0'21012,"28"15"-20648,-28-15-364,117 69 240,-111-65-217,-1 0-1,0 0 0,0 0 1,0 0-1,-1 1 0,1 0 1,-1 0-1,0 0 0,-1 0 1,1 1-1,-1-1 0,0 1 1,0 0-1,-1 0 0,2 8 1,2 1 30,-1 0 3,-1-1 0,0 2 0,4 28 0,-7-40-44,-1 0-1,1 0 1,-1-1-1,0 1 1,0 0-1,0 0 1,-1 0 0,1-1-1,-1 1 1,0 0-1,0-1 1,0 1 0,-1 0-1,1-1 1,-1 0-1,0 1 1,0-1-1,0 0 1,0 0 0,-1 0-1,-4 5 1,-2-3 49,0 0 0,0 0 0,-1-1 0,0-1 0,0 1 1,0-1-1,0-1 0,-20 2 0,-10-1-22,-40-2 1,46-1-81,29 0-132,-1 0 1,0 0-1,0-1 1,1 0 0,-1 0-1,-9-3 1,14 4 29,0-1 0,0 1 0,0-1 0,1 1 0,-1-1 0,0 1 0,0-1 0,0 1-1,1-1 1,-1 0 0,1 1 0,-1-1 0,0 0 0,1 0 0,-1 0 0,1 1 0,-1-1 0,1 0 0,-1-1 0,1 0-255,0 1-1,0-1 0,0 0 1,0 1-1,0-1 0,1 1 1,-1-1-1,0 0 0,1 1 1,-1-1-1,1 1 0,-1-1 1,1 1-1,0 0 0,1-3 1,18-17-8146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4:24.0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5 132 4017,'0'0'18162,"7"1"-17401,112 4 711,-118-5-1462,1 0 0,-1-1 0,0 1 0,0-1 0,1 0 0,-1 1 0,0-1 0,0 0 0,0 0 0,0 0 0,0 1 0,0-1 0,0 0 0,0 0 0,0-1 0,0 1 0,0 0 0,-1 0 0,1 0 0,0 0 0,-1-1 0,1 1 0,-1 0 0,0-1 0,1 1 0,-1 0 0,0-1 0,0 1 0,0-1 0,0 1 0,0 0 0,0-3 0,-3-49 155,3 51-153,-1 0 0,1 0 0,-1-1 0,1 1 0,-1 0 0,0 0 0,0 0 0,0 0 1,0 0-1,-1 0 0,1 0 0,0 1 0,-1-1 0,0 0 0,1 1 0,-1-1 0,0 1 1,1 0-1,-1-1 0,0 1 0,-4-2 0,3 2 47,-1 0 0,0-1-1,0 1 1,0 1 0,0-1 0,1 0 0,-1 1 0,0 0-1,0 0 1,0 0 0,-7 2 0,8-1-37,0 0-1,1 0 1,-1 1 0,1-1 0,-1 1 0,1 0 0,0-1-1,0 1 1,0 0 0,0 1 0,0-1 0,0 0-1,0 0 1,1 1 0,-1-1 0,1 1 0,0-1 0,-1 1-1,1 3 1,-18 54 195,15-32-214,1-1-1,1 1 0,4 48 0,-2-68-19,0-4-123,0 0-1,0-1 1,1 1-1,-1-1 1,1 1-1,0-1 0,0 1 1,0-1-1,0 1 1,1-1-1,-1 0 1,1 0-1,0 0 1,0 0-1,0 0 1,0 0-1,0 0 0,1-1 1,-1 1-1,1-1 1,0 1-1,0-1 1,0 0-1,0 0 1,0-1-1,6 3 0,3 0-1476,0-1-1,-1-1 0,1 0 0,0-1 1,0 0-1,17-1 0,17 0-8843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4:24.3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106 280 208,'0'0'24588,"-6"1"-23675,3 0-836,0 0-1,1 0 0,-1 0 0,1 0 0,-1 0 0,1 1 0,0-1 0,-1 1 0,1 0 0,0 0 0,0-1 0,0 1 0,0 1 0,1-1 0,-1 0 1,0 0-1,1 1 0,0-1 0,-1 1 0,1-1 0,0 1 0,-1 3 0,-11 20 304,8-17-289,5-8-50,-1 0 0,1 0 0,-1 1 0,1-1 0,-1 0 0,1 0 0,-1 0 0,0 0 0,0 0 0,0 0 0,1 0 0,-1 0 1,0 0-1,0 0 0,0-1 0,-1 1 0,1 0 0,0-1 0,0 1 0,0 0 0,0-1 0,-1 0 0,1 1 0,0-1 0,0 0 0,-1 1 0,-1-1 1,3-1-19,-1 1 1,1-1-1,-1 1 1,1-1 0,-1 1-1,1-1 1,-1 1 0,1-1-1,0 0 1,-1 1 0,1-1-1,0 1 1,-1-1 0,1 0-1,0 0 1,0 1-1,0-1 1,0 0 0,0 1-1,0-1 1,0 0 0,0 0-1,0 0 1,0-25 14,0 22 7,-1-6-41,1 0-1,0-1 0,1 1 1,0 0-1,1 0 0,0 0 1,0 0-1,1 0 0,1 0 1,0 0-1,0 1 0,0 0 1,1 0-1,1 0 0,9-12 1,-5 7-120,2 1 1,0 0 0,0 0-1,1 1 1,1 1 0,0 0-1,0 1 1,1 1-1,0 0 1,1 1 0,0 0-1,0 1 1,1 1 0,-1 1-1,27-5 1,49 4-2859,-24 4-1820,-46 2 2274,62-2-11809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4:25.0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24 185 1192,'0'0'20683,"-2"-14"-18825,-6-41-622,8 54-1185,0 0-1,0 1 0,0-1 1,0 0-1,0 1 0,0-1 1,0 0-1,0 1 0,0-1 1,-1 0-1,1 1 0,0-1 1,0 0-1,-1 1 1,1-1-1,0 1 0,-1-1 1,1 1-1,0-1 0,-1 1 1,1-1-1,-1 1 0,1-1 1,-2 0-1,-1 6 644,0 34-186,4 78 0,1-43-393,-2-67-102,-1-4-10,1 0-1,0 0 1,0-1 0,0 1-1,1 0 1,-1-1 0,1 1-1,-1-1 1,3 5 0,-3-6-2,1 0-1,0 0 1,0 0 0,1 0-1,-1 0 1,0-1 0,0 1-1,0 0 1,0-1 0,1 1-1,-1 0 1,0-1 0,1 0-1,-1 1 1,0-1 0,1 0 0,-1 0-1,0 0 1,1 0 0,-1 0-1,1 0 1,1 0 0,1-1 3,0 1 0,0-1 0,0 0 0,0 0 0,0 0 0,-1 0 0,1-1 0,0 0 0,-1 0 0,6-3 0,36-29-15,-23 17-5,18-15-102,-25 19 16,0 1 0,1 1-1,1 0 1,22-11 0,-37 21 97,-1 1 1,0-1-1,1 1 1,-1 0-1,1-1 1,-1 1-1,1 0 1,-1 0-1,1 0 1,0 0-1,-1 0 1,1 0-1,-1 0 1,1 1-1,-1-1 1,0 1-1,1-1 1,-1 1-1,1-1 0,-1 1 1,0 0-1,1 0 1,-1-1-1,0 1 1,0 0-1,1 0 1,0 2-1,4 4-27,-1-1-1,-1 1 1,1-1-1,4 11 1,5 7-10,-10-18 47,1-1 1,-1 1 0,1-1-1,1 0 1,-1-1-1,1 1 1,0-1 0,0 0-1,0 0 1,13 5-1,-16-8-2,0 0-1,0 0 1,0 0 0,0-1-1,0 1 1,1-1-1,-1 0 1,0 0-1,0 0 1,0 0-1,0-1 1,0 1-1,1-1 1,-1 0-1,0 0 1,0 0-1,0 0 1,0 0-1,-1-1 1,1 1-1,0-1 1,-1 0-1,1 0 1,-1 0-1,1 0 1,2-4-1,3-3 45,0-1 0,-1 1 0,-1-2 0,1 1-1,-2-1 1,0 1 0,0-1 0,-1-1 0,0 1 0,0-1 0,1-16 0,0-11 50,-2 0 1,-1-45-1,-2 64-189,0 20-480,10 14-3040,57 59-5011,-29-42 2310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4:25.5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218 136 10298,'0'0'17093,"-17"-2"-16551,-53-3-242,66 6-285,-1 0 1,0 0 0,1 0-1,-1 0 1,1 1 0,0 0-1,-1 0 1,1 0 0,0 0-1,0 1 1,0 0 0,0-1 0,1 2-1,-1-1 1,1 0 0,0 1-1,0-1 1,-5 9 0,3-6-13,0 0-36,0 1-1,0 0 1,1 0 0,0 0-1,0 1 1,0-1 0,1 1-1,1 0 1,-1 0 0,1 0-1,1 0 1,-1 1 0,1 16-1,1-24-215,15-5-423,-13 4 652,0 0-1,-1 0 1,1-1 0,-1 1 0,1-1-1,-1 1 1,1-1 0,-1 1-1,0-1 1,1 0 0,-1 0 0,0 0-1,1 0 1,0-1 0,10-10-99,-2-1 1,1 0 0,-2-1-1,0 0 1,10-21 0,-10 18 147,1 0 1,0 1 0,17-20 0,-22 30-25,0 1 0,0 1 1,0-1-1,1 1 1,0 0-1,0 0 1,0 0-1,0 1 1,1 0-1,-1 0 1,1 1-1,0 0 0,7-2 1,-12 4-5,40-5 26,-41 5-24,1 0 0,-1 0 0,0 0 0,1 0 0,-1 1 0,0-1 0,1 0 0,-1 1 0,0-1 0,0 1 0,0-1 0,0 1 0,1 0 0,-1-1 0,0 1 1,0 0-1,0 0 0,0 0 0,-1 0 0,1 0 0,0 0 0,0 0 0,0 0 0,-1 0 0,1 0 0,-1 1 0,1-1 0,0 2 0,3 19 96,-1-1 0,-1 1 0,-2 0 0,-1 33 0,-1-6 11,-6 6 93,8-55-39,0-9 708,-2-45-313,1 20-454,5-64 0,-2 90-110,0 0 1,0 0 0,1 1-1,0-1 1,0 1 0,1 0-1,0-1 1,1 2 0,-1-1-1,1 0 1,0 1 0,1 0-1,0 0 1,0 1 0,13-10-1,-16 14-390,1 0 0,0 0 0,0 0 1,0 0-1,0 1 0,0 0 0,-1 0 0,1 0 0,0 0 0,0 1 0,0-1 0,5 2 0,-6-1 155,120 20-10124,-58-12 869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4:26.1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416 66 5169,'0'0'21749,"-8"-14"-20844,4 7-783,1 1-81,0 1 1,0-1-1,0 1 0,-1 0 1,-5-5-1,9 9-31,-1 0 1,0 1-1,1-1 1,-1 0-1,0 1 1,0-1 0,1 1-1,-1 0 1,0-1-1,0 1 1,0-1-1,1 1 1,-1 0-1,0 0 1,0 0-1,0-1 1,0 1-1,0 0 1,0 0-1,1 0 1,-1 0-1,0 0 1,0 1-1,0-1 1,0 0 0,0 0-1,0 1 1,1-1-1,-1 0 1,0 1-1,0-1 1,0 1-1,1-1 1,-1 1-1,0-1 1,1 1-1,-1-1 1,0 1-1,1 0 1,-1-1-1,1 1 1,-1 0-1,1 0 1,-1-1 0,1 1-1,0 0 1,-1 1-1,-31 55 588,3 1-1,3 2 1,-34 112 0,-33 76-314,51-169-233,38-72-56,0-1 0,0 0 0,-1 0-1,0 0 1,0-1 0,-1 1 0,1-1 0,-1-1-1,-11 8 1,16-12-79,1-13-255,1 2 207,1 0 0,-1 1 0,2-1 0,-1 1 0,2-1-1,-1 1 1,6-10 0,39-72-719,-34 69 645,1 0 1,1 1-1,1 1 0,1 1 1,30-27-1,-39 39 177,1 0-1,0 1 1,0 0-1,0 0 1,1 1-1,0 1 1,0-1-1,1 2 1,0 0-1,-1 0 1,1 1-1,0 1 1,1 0-1,15-1 1,-21 3 27,29 3-4,-36-3 10,1 0 1,0 0-1,0 0 0,-1 1 1,1-1-1,0 0 0,-1 1 1,1-1-1,0 1 0,-1-1 1,1 1-1,0-1 0,-1 1 1,1-1-1,-1 1 0,1-1 1,-1 1-1,1 0 0,-1-1 1,1 1-1,-1 0 0,0-1 1,1 1-1,-1 0 0,0 0 1,0-1-1,0 1 0,1 0 1,-1 0-1,0 0 0,0-1 1,0 1-1,0 0 0,0 0 1,-1-1-1,1 1 0,0 0 1,-1 1-1,1-1 4,-1 0 0,0 0 1,0 0-1,1 0 0,-1 0 0,0 0 0,0-1 1,0 1-1,0 0 0,0 0 0,-1-1 1,1 1-1,0-1 0,0 1 0,0-1 0,0 0 1,-1 1-1,1-1 0,0 0 0,-2 0 1,-4 2 37,-44 14 204,-59 21 310,97-31-499,0 0 1,1 0-1,-1 1 1,1 1-1,-20 16 1,30-22-61,0-1 1,0 1 0,1 0 0,-1 0 0,0 0 0,1 1 0,-1-1 0,1 0 0,0 1 0,-1-1-1,1 1 1,0-1 0,1 1 0,-1-1 0,0 1 0,1-1 0,0 1 0,-1 0 0,1 0 0,0-1 0,0 1-1,1 0 1,-1-1 0,0 1 0,1 0 0,0-1 0,-1 1 0,3 3 0,1 3 0,1-1 0,0 1 0,1-1 0,0 0 0,0 0 0,8 7 0,3 4-1665,33 27 0,-41-40-800,-1 0 1,2 0-1,13 7 1,5-5-9858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4:26.4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75 0 432,'0'0'26094,"-74"166"-25734,74-142-184,0-3-112,0-6-64,0-6 0,0-6-200,9-3-5513,9-9-873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4:26.5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117 1 15011,'0'0'9138,"-63"142"-9178,42-65-1168,4-8-3425,2-13-3633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4:26.9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 0 7562,'0'0'20320,"-1"14"-19764,0 40-279,1-54-272,0 1-1,0 0 0,0 0 0,0 0 1,1-1-1,-1 1 0,0 0 0,1 0 1,-1-1-1,1 1 0,-1 0 0,0-1 0,1 1 1,0 0-1,-1-1 0,1 1 0,-1-1 1,1 1-1,0-1 0,-1 1 0,1-1 1,0 0-1,-1 1 0,1-1 0,0 0 1,0 1-1,0-1 0,-1 0 0,1 0 0,1 1 1,26-2-38,-20 0-4,65 1-1964,-72 0 1968,-1 6 80,1 0 0,0 0 0,1-1 0,-1 1 0,1 0 0,0-1 0,0 1 0,1-1 0,4 8 0,0-2-42,0-1-1,1 0 1,12 13-1,-18-21-142,1 0-1,-1-1 0,0 1 1,1-1-1,-1 1 1,1-1-1,-1 0 1,1 0-1,0 0 1,-1 0-1,1-1 1,0 1-1,0-1 0,4 1 1,26-1-4302,-14-1-488,19 1-8521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4:27.4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983 0 15283,'0'0'13436,"-25"3"-13030,-80 10-217,103-13-187,-1 0 0,1 0-1,0 0 1,0 1 0,0-1 0,0 1-1,0 0 1,1-1 0,-1 1-1,0 0 1,0 0 0,0 0 0,1 0-1,-1 0 1,0 1 0,1-1-1,-1 0 1,1 1 0,-1-1 0,1 1-1,0 0 1,0-1 0,0 1 0,0 0-1,0 0 1,0 0 0,0 0-1,1 0 1,-1 0 0,0 0 0,1 0-1,0 0 1,-1 0 0,1 0-1,0 0 1,1 3 0,-2 4-6,0-3 4,0 0-30,0 0 1,1 0-1,0 1 0,0-1 0,0 7 0,1-12 24,-1 0 0,0 0 0,1 1 0,-1-1 0,0 0 0,1 0 0,-1 0 0,1 0 0,0 0 0,-1 0 0,1 0 0,0 0 1,0 0-1,-1 0 0,1 0 0,0-1 0,0 1 0,0 0 0,0 0 0,0-1 0,0 1 0,0-1 0,1 1 0,-1-1 0,0 1 0,0-1 0,0 0 0,0 1 0,1-1 0,0 0 0,12 2-65,0-1 0,0-1-1,0 0 1,0-1 0,0 0-1,0-2 1,23-5 0,-29 6 13,-1-1 1,1-1-1,-1 1 0,0-1 1,1 0-1,-2-1 0,1 1 1,0-1-1,-1-1 0,0 1 1,-1-1-1,1 0 1,-1 0-1,7-11 0,-4 6 161,-12 22 5,-5 14-91,-18 75 325,-17 113 0,1 110 350,37-265-658,2-24 7,-22 144 24,21-153-22,-1-1 0,-2 0-1,0-1 1,-1 0 0,-13 24 0,18-40 39,0-1 0,-1 1 1,1-1-1,-1 0 0,0-1 0,-1 1 1,1-1-1,-1 0 0,0 0 1,0-1-1,-1 0 0,1 0 0,-1 0 1,0-1-1,0 0 0,-14 4 0,10-5-11,0 0 0,-1-1 0,1 0 0,-1-1 0,1 0 0,0-1 0,-1 0 0,1-1 0,0 0 0,-19-6 0,-3-4-99,-42-23 1,2 1-320,14 10-1859,-2 1 0,-113-25 0,105 36-3180,11 3-1632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4:28.5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387 551 624,'0'0'17313,"4"15"-8048,-67-16-7052,-89 3-2086,142-2-135,0 1-1,0 1 1,0 0-1,0 0 1,1 1-1,-1 0 1,1 0-1,0 1 1,-1 1-1,2-1 1,-1 2-1,0-1 1,1 1-1,0 0 1,1 1-1,-1 0 0,-6 8 1,13-14-25,1 0 0,-1 1 0,0-1 0,0 0 0,0 1-1,1-1 1,-1 0 0,1 1 0,-1-1 0,1 1 0,0-1 0,-1 3 0,1-3 20,0-1 1,0 1-1,0-1 0,0 1 1,1-1-1,-1 1 0,0-1 1,0 0-1,0 1 0,1-1 1,-1 1-1,0-1 0,1 1 1,-1-1-1,0 0 0,1 1 1,-1-1-1,0 0 0,1 1 1,-1-1-1,1 0 0,-1 0 1,0 1-1,2-1 0,2 1-18,0 0-1,1 0 0,-1 0 0,1-1 0,-1 0 0,8 0 1,-2-1 74,7 1-38,0-2 0,0 0 0,0-1-1,0 0 1,-1-2 0,0 0-1,28-12 1,4-7-216,51-35 0,-84 50 101,209-149-2097,-187 128 1832,-1-2 1,-2-2-1,50-62 1,-75 84 516,-1 0 0,1 0-1,-2 0 1,0-1 0,0 0 0,-1-1 0,-1 1 0,-1-1 0,1 0 0,-2 0-1,0-1 1,1-23 0,-4 37-111,0 1-1,0-1 1,-1 1-1,1 0 1,0-1-1,-1 1 1,1 0-1,-1-1 1,1 1-1,0 0 1,-1 0-1,1-1 1,-1 1 0,1 0-1,-1 0 1,1 0-1,0 0 1,-1-1-1,1 1 1,-1 0-1,1 0 1,-1 0-1,1 0 1,-1 0-1,1 0 1,-1 0-1,1 0 1,-1 0-1,1 1 1,-1-1-1,1 0 1,-1 0-1,1 0 1,0 0-1,-2 1 1,-18 7 73,6 4-56,0 1-1,1 0 0,0 1 1,1 0-1,1 1 0,1 0 1,-15 27-1,6-9-95,2 0-1,1 2 1,2 0 0,1 0 0,2 1 0,1 0-1,2 1 1,1 0 0,2 1 0,2-1-1,2 43 1,0-79-18,1 0-1,0 0 1,1 0 0,-1 0-1,0 0 1,0 0 0,0 0-1,0-1 1,1 1 0,-1 0-1,0 0 1,1 0 0,-1 0-1,1 0 1,-1-1 0,1 1-1,-1 0 1,1 0 0,0-1-1,-1 1 1,1 0 0,0-1-1,-1 1 1,1-1 0,0 1-1,1 0 1,14 4-1444,-1-1 0,1 0 0,0-1 1,0-1-1,26 1 0,23-2-5429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4:29.0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295 1 14859,'0'0'11885,"-29"1"-11554,-90 8-63,115-8-247,-1-1-1,1 1 1,-1 0-1,1 0 0,0 1 1,-1-1-1,1 1 1,0 0-1,0 0 1,0 0-1,0 0 1,1 1-1,-1 0 0,1 0 1,-1 0-1,1 0 1,0 0-1,0 1 1,-4 5-1,-5 6 55,12-15-75,-34 41 106,31-38-131,1 0 0,0 1 1,0-1-1,0 1 0,1-1 1,-1 1-1,1 0 0,0-1 1,0 1-1,0 0 0,0 5 1,1-8-218,10-1-450,-5 0 673,1-1 1,-1 0-1,1 0 0,-1-1 1,0 1-1,0-1 0,0 0 1,0-1-1,0 1 0,0-1 0,-1 0 1,9-7-1,6-5 226,26-31 0,-22 22 505,-23 24-692,0 0 1,1 0-1,-1-1 0,0 1 1,0 0-1,0 0 0,1 0 1,-1 0-1,0-1 0,0 1 1,1 0-1,-1 0 0,0 0 1,1 0-1,-1 0 0,0 0 1,0 0-1,1 0 0,-1 0 1,0 0-1,1 0 0,-1 0 1,0 0-1,0 0 0,1 0 1,-1 0-1,0 0 0,1 1 1,-1-1-1,0 0 0,0 0 1,1 0-1,-1 0 0,0 0 1,0 1-1,0-1 0,1 0 1,-1 0-1,0 0 0,0 1 1,0-1-1,1 0 0,-1 0 1,0 1-1,0-1 1,0 0-1,0 0 0,0 1 1,0 0-1,7 17-159,-5-13 226,12 43-94,-11-34-68,1 0 0,0-1 1,1 1-1,1-1 0,0 0 0,0-1 1,2 1-1,10 14 0,-14-23-398,1 0 1,-1-1-1,1 1 0,0-1 0,0 0 0,1 0 0,-1 0 0,1-1 0,-1 0 1,12 3-1,34 5-7655,-7-8-4982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4:29.2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0 14891,'0'0'12043,"-6"3"-11971,6 12-72,0 0-8,6 3-120,8-3-448,13 2-721,39 1-2471,-1-6-2202,-3-6-1671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4:29.4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823 1 6041,'0'0'15676,"-175"65"-13588,113-6-600,-7 19-167,-5 8-273,-6 9-576,-3 0-280,2-3-144,7-3-48,12-9-376,26 15-1096,15-23-2649,15-22-2945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4:29.9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705 279 928,'0'0'14134,"5"-6"-12695,17-20 137,-15 10 5274,-9-4-6119,2 16-147,-2-4-531,-1 1 0,1 0 0,-1 0 1,0 0-1,-1 0 0,1 1 0,-1-1 1,-1 1-1,1 0 0,-9-9 0,-2-1 2,-1 1 0,-25-18 0,33 26-45,0 1 0,-1 0-1,0 0 1,0 1 0,0 0-1,0 1 1,-1 0 0,1 0-1,-1 1 1,0 0 0,0 1-1,0 0 1,-1 1 0,1 0-1,-16 0 1,21 2-13,0 0-1,0 0 1,0 1 0,0 0-1,1 0 1,-1 0-1,1 0 1,-1 1 0,1-1-1,0 1 1,0 0 0,0 1-1,0-1 1,1 0-1,-1 1 1,1 0 0,-3 5-1,-8 11 7,0 0 0,-12 28 0,0 6 12,2 1-1,-20 70 1,-20 120 70,-27 81-15,90-324-71,-25 62-1537,23-59 1219,0 0 1,0 0-1,0 0 0,0-1 0,0 0 1,-1 1-1,0-1 0,0 0 0,-7 4 0,10-28-19783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4:30.6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36 3753,'0'0'14912,"33"-1"-13273,9-2-1231,153-2 718,-158 5-975,14-1 13,0 3-1,82 11 0,-133-12-145,0-1 0,-1 0-1,1 0 1,0 0-1,0 0 1,0 0-1,0 0 1,0 0-1,0 0 1,-1 0-1,1 0 1,0 1-1,0-1 1,0 0-1,0 0 1,0 0 0,0 0-1,0 0 1,0 0-1,0 1 1,0-1-1,0 0 1,-1 0-1,1 0 1,0 0-1,0 1 1,0-1-1,0 0 1,0 0-1,0 0 1,0 0 0,0 0-1,0 1 1,1-1-1,-1 0 1,0 0-1,0 0 1,0 0-1,0 0 1,0 1-1,0-1 1,0 0-1,0 0 1,0 0 0,0 0-1,0 0 1,1 0-1,-1 1 1,0-1-1,0 0 1,0 0-1,0 0 1,0 0-1,0 0 1,1 0-1,-1 0 1,0 0-1,0 0 1,0 0 0,0 0-1,1 0 1,-14 6 27,9-4-24,-20 7 49,1 0 0,0 2-1,-36 22 1,54-29-123,0-1-1,0 1 1,0 0-1,1 0 1,-1 1-1,1-1 1,0 1-1,1 0 1,-1 0-1,1 0 1,0 0-1,0 1 1,0-1-1,1 1 1,0 0-1,0 0 1,0 0-1,1 0 1,0 0-1,-1 11 1,2-11-21,0-1 1,1 1-1,-1-1 0,1 1 1,0 0-1,0-1 1,1 0-1,-1 1 0,1-1 1,1 0-1,3 8 0,-4-10 57,1 0-1,-1 0 1,1-1-1,0 1 1,0-1-1,0 1 0,0-1 1,0 0-1,0 0 1,1 0-1,-1-1 0,1 1 1,-1-1-1,1 0 1,0 0-1,-1 0 0,1 0 1,5-1-1,2 2-204,1-1 1,0 0-1,-1-1 0,1 0 0,23-4 0,-30 3 160,-1-1-1,1 1 1,-1-1-1,1 0 1,-1 0-1,0 0 1,0-1-1,0 1 0,0-1 1,0 0-1,0 0 1,-1-1-1,1 1 1,-1-1-1,0 1 1,4-9-1,-2 4 115,-2 1 0,1-1 0,-1-1 0,0 1 0,-1 0 0,0-1 0,0 1 0,0-14-1,-1-73 1352,-2 49-639,1 45-745,0 0 0,0 0-1,1 0 1,-1 0 0,0 0 0,1 0-1,-1 0 1,1 0 0,-1 0 0,1 0-1,0 0 1,-1 0 0,1 0-1,0 0 1,0 1 0,-1-1 0,1 0-1,0 1 1,0-1 0,0 0-1,0 1 1,0-1 0,0 1 0,0-1-1,0 1 1,0 0 0,0-1-1,0 1 1,0 0 0,1 0 0,-1 0-1,0 0 1,1 0 0,48 1-57,-38-1 73,-3 2-2,-1-1 1,0 2 0,1-1-1,-1 1 1,0 0 0,-1 0-1,1 1 1,-1 0 0,1 1-1,-1-1 1,0 1 0,-1 1-1,1-1 1,9 13 0,-8-11 7,-2 1 1,1 0 0,-1 0 0,0 1 0,-1-1 0,0 1 0,-1 0 0,1 1 0,-2-1 0,1 1 0,-1 0-1,1 12 1582,-5-95 2830,1 64-4461,0 1 0,0-1 1,1 1-1,0-1 1,1 1-1,0 0 0,1 0 1,-1 0-1,8-14 1,-6 16-19,0 1 1,1 0-1,0 1 1,0-1 0,0 1-1,0 0 1,1 0 0,-1 0-1,1 1 1,0 0-1,0 0 1,1 0 0,-1 1-1,11-3 1,4 2-1127,-1 1 1,0 0-1,30 2 1,-23 0-1227,24 0-4610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4:32.3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114 574 672,'0'0'22132,"-4"-6"-20991,2 2-1094,0 0-1,0 0 1,0 0 0,1-1-1,0 1 1,-1 0-1,1-1 1,1 1 0,-1-1-1,1 0 1,0 1 0,0-1-1,0 1 1,0-1-1,1 0 1,0 1 0,0-1-1,0 1 1,1 0-1,-1-1 1,4-6 0,9-15-206,0 1 1,23-30 0,-36 54 140,1 0 1,-1 0-1,0 0 0,0 1 0,1-1 1,-1 0-1,0 1 0,1-1 1,-1 1-1,1-1 0,-1 1 1,1 0-1,-1-1 0,1 1 1,-1 0-1,1 0 0,-1 0 0,1 0 1,-1 0-1,1 1 0,-1-1 1,1 0-1,-1 1 0,1-1 1,-1 1-1,0-1 0,2 2 1,37 20-51,9 18 5,-36-27-144,1-2 1,0 0 0,1 0-1,1-2 1,19 11 0,-30-19 63,0 1 1,0-1 0,1 0 0,-1 0 0,0 0 0,0-1 0,1 0-1,-1 0 1,0 0 0,1-1 0,-1 1 0,0-1 0,0-1 0,1 1-1,-1-1 1,0 0 0,0 0 0,-1 0 0,1-1 0,7-5 0,8-6-404,-1-1 1,0-1-1,21-24 1,-6 6 906,-31 31-241,-1 1 0,1 0-1,0-1 1,0 1-1,-1 0 1,1 0-1,0 0 1,1 1-1,-1-1 1,0 1-1,0 0 1,1 0-1,-1 0 1,1 0-1,3 0 1,-6 1-86,0 1 0,-1-1 0,1 1 0,-1-1 0,1 1 0,-1-1 0,1 1 0,-1-1 0,0 1 0,1-1 0,-1 1 0,0 0 0,1-1 0,-1 1 0,0 0 0,0-1 0,0 1 0,1 0 0,-1-1 0,0 1 0,0 0 0,0-1 0,0 1 0,0 0 0,-1 1 0,1 28 216,0-20-68,-5 86 826,-36 186 0,30-217-831,1-5-61,-63 285 184,66-324-279,0 0 1,-1-1-1,-1-1 1,-1 1-1,0-1 1,-2-1-1,0 0 1,-24 27-1,26-35 11,-1 0 0,1-1 0,-2 0 0,1-1 0,-1 0 0,0 0 0,-1-2 0,1 0 0,-2 0 0,1-1 0,0 0 0,-1-2 0,-23 5 0,-7-4 41,0-1 0,-84-6 0,126 3-54,-1-1 1,0 1-1,0-1 0,0 1 1,0-1-1,1 0 0,-1 0 0,0 0 1,1 0-1,-1-1 0,0 1 1,1-1-1,0 0 0,-1 1 1,1-1-1,-3-3 0,4 3 0,0 0 0,0 1 0,0-1-1,0 0 1,1 0 0,-1 0 0,0 0-1,1 0 1,-1 0 0,1 0 0,0 0-1,0 0 1,0 0 0,0 0 0,0 0-1,0 0 1,0 0 0,1 0 0,-1 0 0,1 0-1,-1 0 1,1 0 0,0 0 0,0 1-1,1-4 1,3-2-41,0-1 0,0 0 1,1 1-1,0 0 0,1 0 0,13-11 0,52-36-216,-55 43 145,374-252-6763,-59 41-83,-319 213 7081,66-49 1171,-71 50 300,-1 1 0,0-1 0,12-16 0,-20 19 4832,-7 4-5189,-10 2-1467,12 1 257,-1 1 0,0-1 0,1 1 0,0 1 0,0-1 0,0 1 1,0 0-1,-7 7 0,-41 41 29,48-46-96,0 1-1,1-1 1,0 1-1,0 0 1,0 0-1,1 1 1,0-1-1,0 1 1,1 0-1,0 0 1,1 0-1,0 0 1,0 0 0,0 1-1,1-1 1,0 11-1,1-18 9,1 1 0,-1-1 0,1 1 0,-1-1 0,1 0 0,0 1 0,0-1 0,-1 0 0,1 1-1,0-1 1,0 0 0,0 0 0,0 0 0,0 0 0,1 0 0,-1 0 0,0 0 0,0-1 0,1 1 0,-1 0 0,0-1 0,1 1 0,-1 0 0,1-1 0,-1 0 0,1 1 0,1-1-1,46 8-54,-46-8 59,9 1 44,0 1-117,0-1 1,0-1 0,1 0-1,12-2 1,-22 2 28,0-1 0,-1 1 0,1-1 1,0 0-1,0 0 0,-1 0 0,1 0 1,-1 0-1,1-1 0,-1 1 0,0-1 1,1 0-1,-1 1 0,0-1 0,0 0 0,0 0 1,-1 0-1,1-1 0,0 1 0,-1 0 1,1-1-1,-1 1 0,1-3 0,2-11-316,0 1 0,-1 0 0,-1-1 0,-1 1-1,0-1 1,-3-28 0,2 8-214,0 30 539,-1 0 0,0 0 1,0 0-1,0 0 0,0 0 1,-5-11-1,2 6-1,10 9-4059,26 5 3901,28 7 252,1-2 1,0-3 0,0-3 0,96-8 0,-130 2-57,0-2 1,0-1-1,-1-1 1,0-1-1,0-2 1,-1 0-1,-1-2 1,0-1-1,0 0 1,-2-2-1,0-1 1,36-34-1,-17 9 280,-2-2 0,-2-1-1,-2-2 1,-2-1-1,27-54 1,-10 0 2096,-46 89-1703,1 1 0,-2-1 0,1 0 0,-2 1 0,0-1 0,1-20 0,-3 32-635,0 0 0,0 1 1,0-1-1,0 0 0,-1 0 1,1 1-1,0-1 0,0 0 0,-1 1 1,1-1-1,0 0 0,-1 1 1,1-1-1,0 0 0,-1 1 0,1-1 1,-1 1-1,1-1 0,-1 1 1,0-1-1,1 1 0,-1-1 0,1 1 1,-1-1-1,0 1 0,1 0 1,-1-1-1,0 1 0,1 0 0,-1 0 1,-1-1-1,-27 0 111,20 1-77,-4 0-53,-1 0 0,1 1 0,-1 1 0,1 0 0,0 1 0,0 1-1,0-1 1,0 2 0,1 0 0,-1 1 0,1 0 0,0 0 0,1 2 0,-12 8 0,-3 6-4,1 1 0,0 1 0,2 2 1,1 0-1,1 1 0,2 1 0,-20 36 0,0 12-20,-51 135-1,75-171-64,2 0 0,1 1 0,3 1 0,1 0 0,2 0 0,-1 55 0,8-96 73,-1 0 0,1 1 0,-1-1 1,1 0-1,0 1 0,-1-1 0,1 0 0,0 0 0,0 0 0,0 0 1,0 0-1,0 0 0,0 0 0,0 0 0,0 0 0,1 0 1,-1-1-1,0 1 0,0 0 0,1-1 0,-1 1 0,0-1 0,1 0 1,-1 1-1,1-1 0,-1 0 0,0 0 0,1 0 0,-1 0 0,1 0 1,1 0-1,4 1 14,-1-1 0,1 0 1,0-1-1,0 1 0,11-4 1,-9 0-25,0-1 0,-1 0 1,0 0-1,0 0 0,-1-1 1,1 0-1,-1-1 0,11-13 1,10-9-55,-13 16 61,-7 5 25,0 1 1,0 0-1,0 1 0,11-7 0,-16 41 631,-3 145-409,0-169-318,0 0 0,0 0 0,1 0 0,-1 0 0,1 0 0,0 0 0,0 0 0,1 0 0,-1 0 0,4 5 0,-3-6-510,0 0 0,0 0 0,0-1 0,0 1 0,1-1 1,-1 0-1,1 0 0,3 3 0,17 5-7160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4:32.9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0 464,'0'0'22354,"2"9"-21034,9 16-652,0 0-1,2 0 0,18 26 1,-13-22-452,-16-26-176,4 6 26,0 0 0,-1 1-1,0 0 1,0 0 0,-1 0 0,0 0 0,-1 1-1,0-1 1,1 16 0,3-29 283,7-17-348,0 1-1,1 0 1,0 1-1,2 1 1,0 0-1,1 1 0,0 1 1,2 1-1,0 0 1,0 2-1,29-13 1,-44 22-4,7-3 7,0 1-1,0 0 0,0 1 1,1 0-1,0 1 0,-1 0 0,19-1 1,-30 7 38,0 1 0,-1-1 1,1 1-1,-1 0 0,1-1 1,-1 1-1,0 0 1,-1 4-1,1-3 42,0 217 2187,-9-228-17673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4:36.2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255 27 1880,'0'0'4435,"5"-3"-3178,12-11-259,-11 7 3628,-10 5 625,-3 2-1940,2 2-4506,-1 6 1344,0-1 0,0 1 0,1 0 0,1 1 0,-1-1-1,1 1 1,1 0 0,-4 11 0,3-8-14,-68 234 819,55-177-877,-3 0 0,-2-1 0,-49 100 0,60-151 93,7-11-4559,19-14 207,5-9-659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4:36.6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152 0 1072,'0'0'14027,"0"29"-12358,0 174 859,-1-179-2186,-1 0 0,-1 1 0,-1-1 0,-1-1 0,-9 25 0,-48 112 218,5-16-1782,54-132-554,2-3-5294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4:37.6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63 3521,'0'0'13137,"32"-1"-12301,107-3-282,342-33 1332,-477 36-1882,73-9 128,81 0 0,-172 24 462,-3 2-319,-8 6-16,1 1 0,-35 44 0,52-58-258,1 0 0,1 0 1,0 0-1,0 0 1,1 1-1,0 0 0,0 0 1,1 0-1,1 1 1,0-1-1,0 0 1,0 20-1,2-26-8,-1 1 0,1-1 0,1 0 0,-1 0 0,1 1 0,-1-1 0,1 0 0,0 0 0,1 0 0,-1 0-1,1 0 1,3 7 0,-3-9 0,1 0 0,-1 0 0,0 0-1,1-1 1,0 1 0,-1-1 0,1 1 0,0-1-1,0 0 1,0 0 0,0 0 0,0 0-1,0-1 1,0 1 0,0-1 0,0 0 0,0 0-1,0 0 1,4 0 0,5 0-7,-1-1-1,1 0 1,-1 0 0,0-2-1,1 1 1,-1-1 0,0-1-1,-1 0 1,1 0 0,-1-1 0,0 0-1,0-1 1,0 0 0,14-13-1,-10 9-130,0-2 0,-1 0 0,-1 0 0,0-1 0,15-21 0,-22 27 131,-1 0 0,0 0-1,-1 0 1,0 0 0,0-1 0,0 0 0,-1 1 0,0-1-1,-1 0 1,1 0 0,-2 0 0,1 0 0,-1 0 0,-1-10-1,1 16 16,-1-1 0,1 1 0,-1 0 0,1-1 0,-1 1 0,0 0 0,0-1 0,0 1 0,-1 0 0,1 0 0,0 0 0,-1 0-1,1 0 1,-1 1 0,0-1 0,0 0 0,-2-1 0,-1-1 2,0 1 0,-1 0 0,1 1 0,-1-1 0,1 1 0,-12-3 0,-3 1 6,-1 1 0,-40-1-1,38 3-8,3 0 0,0 0-1,-29 5 0,44-4 1,1 1-1,-1 0 1,0 0-1,0 0 1,1 1-1,-1 0 1,1 0 0,0 0-1,-1 0 1,1 1-1,0 0 1,0-1-1,0 2 1,1-1-1,-5 5 1,7-7-5,0-1-1,0 1 1,0 0-1,1 0 1,-1-1-1,0 1 1,0 0-1,1 0 1,-1 0-1,1 0 1,-1 0-1,1 0 1,-1 0-1,1 0 0,0 0 1,-1 1-1,1-1 1,0 0-1,0 0 1,0 0-1,0 0 1,0 0-1,0 0 1,0 0-1,0 1 1,0-1-1,1 0 1,-1 0-1,0 0 1,1 0-1,-1 0 1,1 0-1,-1 0 1,1 0-1,0 0 1,-1 0-1,1 0 1,0 0-1,-1-1 1,1 1-1,0 0 1,0 0-1,0-1 1,0 1-1,0-1 1,0 1-1,0-1 1,0 1-1,2 0 1,6 2 11,-1 0 0,1-1 0,0 0 0,17 1 0,256 2 553,-165-7-540,39 2 594,-156 1-599,0-1 1,1 0 0,-1 0-1,1 1 1,-1-1 0,0 0 0,1 1-1,-1-1 1,0 1 0,0-1-1,1 0 1,-1 1 0,0-1-1,0 1 1,0-1 0,1 1 0,-1-1-1,0 1 1,0-1 0,0 1-1,0-1 1,0 1 0,0-1 0,0 1-1,0-1 1,0 0 0,0 1-1,0-1 1,0 1 0,-1-1-1,1 1 1,0-1 0,0 1 0,0-1-1,-1 1 1,1-1 0,-1 1-1,-11 36 856,-1 1-341,10 18-610,3-55 74,1 0 1,0 0-1,0 0 1,-1 0-1,1 0 0,0 0 1,0 0-1,0 0 1,0-1-1,0 1 0,0 0 1,0-1-1,0 1 1,0-1-1,1 1 1,-1-1-1,0 1 0,0-1 1,1 0-1,-1 1 1,0-1-1,0 0 0,1 0 1,-1 0-1,0 0 1,0 0-1,1 0 1,1-1-1,42-2 11,-39 1-3,1 0 1,0 0-1,0-1 0,-1 0 0,1 0 0,-1 0 0,9-8 1,43-35 5,-33 25-1,-18 15 52,-3 4 76,1-1 1,-1 0-1,-1 0 0,1-1 1,0 1-1,-1-1 0,0 0 0,0 0 1,0 0-1,0 0 0,2-5 1,-5 8 1030,0 31-1273,0-25-192,0 0-1,0 0 1,1 0-1,-1 0 1,1 0-1,0 0 1,1-1-1,-1 1 1,1 0-1,0-1 1,5 9-1,-3-7-716,1-1 0,0 0-1,0 0 1,0 0 0,0 0 0,1-1 0,11 6-1,15 7-3336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4:37.9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44 228 3201,'0'0'17005,"-6"9"-16501,2-4-424,0 0-20,1-1 0,-1 1 0,1 0-1,1-1 1,-1 1 0,1 1 0,-1-1-1,1 0 1,1 1 0,-1-1 0,-1 12-1,2-45 1386,4-53 0,1 61-1472,1 1-1,1-1 0,0 1 0,2 0 1,0 0-1,1 1 0,1 1 1,15-21-1,-24 37-172,1-1 0,-1 1-1,1-1 1,0 1 0,0 0 0,-1 0 0,1 0 0,0 0 0,0 0 0,0 1 0,0-1-1,0 0 1,0 1 0,0-1 0,0 1 0,0 0 0,4 0 0,35 3-5816,-12 5-312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4:38.2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292 1 720,'0'0'23744,"-19"1"-23187,-62 4-97,76-4-407,0 0-1,1-1 0,-1 2 0,1-1 0,-1 0 0,1 1 1,-1 0-1,1 0 0,-6 3 0,9-4-47,-1 1-1,1-1 1,-1 0 0,1 1 0,0-1-1,0 0 1,0 1 0,0 0-1,0-1 1,0 1 0,0 0 0,0-1-1,0 1 1,1 0 0,-1 0 0,0 2-1,1 3-39,1 0 1,-1 0-1,1 0 0,0-1 0,1 1 0,-1 0 0,1-1 0,1 0 0,3 9 0,8 30 72,-13-41-41,0 1 0,-1-1 0,0 1 0,0-1-1,0 1 1,0-1 0,-1 1 0,0-1 0,0 1 0,0-1 0,0 1 0,-1-1 0,0 0 0,1 0 0,-4 4 0,3-5 5,-1 0 1,0 0 0,1-1 0,-1 1-1,0-1 1,0 0 0,-1 0 0,1 0-1,0 0 1,-1-1 0,1 1 0,-1-1-1,1 0 1,-1 0 0,1 0 0,-1-1-1,0 1 1,-6-1 0,-52 1-1422,62-1 1366,0 0 1,-1 0 0,1 0-1,0 0 1,0 0 0,-1 0-1,1 1 1,0-1 0,-1 0-1,1 0 1,0 0 0,-1 0-1,1 0 1,0 0 0,-1 0-1,1-1 1,0 1 0,0 0-1,-1 0 1,1 0 0,0 0-1,-1 0 1,1 0 0,0 0-1,0-1 1,-1 1 0,1 0-1,0 0 1,0 0 0,0-1-1,-1 1 1,1 0 0,0 0-1,0-1 1,0 1 0,0 0-1,-1 0 1,1-1 0,0 1-1,0 0 1,0-1 0,0 1-1,0 0 1,0-1 0,0 1-1,0 0 1,0 0 0,0-1-1,0 1 1,0 0 0,0-1-1,0 1 1,0 0 0,0-1-1,0 1 1,0 0 0,0 0-1,1-1 1,-1 1 0,0 0-1,0 0 1,0-1 0,0 1 0,1-1-1,17-14-5616,9 0-3095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4:38.7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368 2 1088,'0'0'19760,"-6"-1"-18453,1 1-1154,1 0 0,-1 0 0,1 0-1,-1 0 1,1 1 0,-1 0-1,1 0 1,-1 0 0,1 0-1,0 1 1,0-1 0,-1 1 0,1 0-1,1 1 1,-1-1 0,0 1-1,0 0 1,1-1 0,-6 7-1,-31 31 146,3 1 1,1 1-1,2 3 0,2 0 0,-41 77 0,71-117-605,-9 13-3128,4-8-6415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4:39.0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3001,'0'0'16733,"4"6"-15402,28 40 906,48 54 1,-57-75-1958,2 0 0,1-2 0,43 31 0,61 29-2860,-91-62-2760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4:39.8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197 384 744,'0'0'21873,"-13"17"-20937,-1 0-665,8-9-160,-1-1-1,1 1 1,0 0 0,1 1-1,-1 0 1,2-1 0,-1 1-1,2 1 1,-1-1 0,1 1-1,-3 13 1,-4 38 643,-11 53-7,17-98-722,0-1 1,-1 1-1,-1-1 1,-1-1-1,-8 15 1,-5-8-43,10-20-188,10-2 178,-1 0 0,0 1 0,1-1 0,-1 0 0,1 0 0,0 1 0,-1-1 0,1 0 0,0 0 0,-1 0 1,1 1-1,0-1 0,0 0 0,0 0 0,0 0 0,0 0 0,0-1 0,-1-25-234,1 0 1,1-1-1,2 1 1,1 0-1,13-48 1,-4 35-150,1 1 1,2 1 0,27-46-1,-17 39-56,2 1-1,1 1 0,66-72 1,-79 98 485,0 1 0,1 1 0,1 0 0,0 2 0,1 0 0,1 1 0,0 0 0,0 2 0,1 1 0,1 0 0,27-7 1,-41 15 52,0-1 0,-1 1 0,1 0 0,0 0 0,13 2 0,-20-1-48,1 0 0,0 0 0,0 1-1,0-1 1,0 0 0,-1 1 0,1 0 0,0-1-1,-1 1 1,1 0 0,0 0 0,-1 0 0,1 0-1,-1 0 1,0 1 0,1-1 0,-1 0 0,0 1-1,0-1 1,0 1 0,1-1 0,-2 1 0,1-1-1,0 1 1,0 0 0,0-1 0,0 4-1,2 14 170,0 0-1,-1 1 1,-1-1-1,-2 31 0,0-8 49,1-34-187,0-1-1,0 0 1,-1 0-1,0 0 1,0 0-1,0 0 0,-1-1 1,0 1-1,-1 0 1,1-1-1,-1 1 1,-1-1-1,1 0 1,-1 0-1,0 0 0,0 0 1,-1-1-1,1 0 1,-1 0-1,-1 0 1,1 0-1,-1-1 0,1 0 1,-1 0-1,0-1 1,-1 1-1,-8 2 1,-28 10 107,-1-3 1,-59 11 0,-52 16 382,152-39-522,0 0 0,0 0-1,0 0 1,0 0 0,0 0-1,1 1 1,-1-1 0,0 1-1,1-1 1,-1 1 0,1 0-1,0 0 1,-1 0 0,1 1-1,0-1 1,0 0 0,1 1-1,-1-1 1,0 1 0,1 0-1,0 0 1,-1-1 0,1 1 0,0 0-1,1 0 1,-1 0 0,0 0-1,1 0 1,0 0 0,-1 0-1,1 0 1,1 1 0,-1-1-1,0 0 1,1 0 0,-1 0-1,1 0 1,1 3 0,1 1 43,0 0-1,1 0 1,0-1 0,0 1 0,0-1 0,0 0-1,1-1 1,0 1 0,11 9 0,-1-3 182,0-1 0,30 18 0,-26-19-122,0-2 0,1 0-1,0-2 1,0 0 0,1-1-1,38 5 1,36-4-2116,-5-4-5858,-50-2 87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4:40.2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244 1 808,'0'0'24848,"-19"1"-24348,-64 6-72,75-5-353,0 0 0,1 0 0,-1 1 0,1 0 0,-1 0 0,1 1-1,0 0 1,0 0 0,1 1 0,-1 0 0,1 0 0,-9 9 0,11-10-34,1-1-19,0 0 1,0 1-1,0-1 0,0 1 0,0 0 0,1 0 1,0 0-1,0 0 0,0 0 0,0 1 0,-2 7 1,2-1 16,1-1 0,0 2 0,0 16 0,1-27-41,0 0 0,0 0 0,1 0-1,-1-1 1,0 1 0,0 0 0,1 0 0,-1 0 0,0 0-1,1 0 1,-1 0 0,1-1 0,-1 1 0,1 0 0,-1 0 0,1-1-1,0 1 1,-1 0 0,1-1 0,0 1 0,-1-1 0,1 1 0,0-1-1,1 1 1,28 7-140,-17-8-3,-1 0-1,24-4 1,-30 3 31,0-1-1,-1 0 1,1 0 0,0 0-1,-1-1 1,1 0 0,-1 0-1,0 0 1,0-1 0,0 0-1,6-5 1,5-8-11,23-29 0,-29 33 253,-7 10 82,1-2 267,-4 8-356,0 11-687,1-11 186,-1 0 1,1-1 0,0 1 0,0 0 0,0 0 0,0 0 0,0-1 0,0 1 0,1-1-1,-1 1 1,1-1 0,0 1 0,0-1 0,0 0 0,3 3 0,40 24-8573,-13-13 2313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4:40.3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1 1 5881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4:40.6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5881,'166'87'4188,"-163"-85"-3909,1 0 0,-1 0-1,1-1 1,-1 0 0,1 1 0,-1-1 0,1-1 0,4 2 0,-8-2-231,0 0 0,0 0 0,1-1 0,-1 1 0,0 0 0,0 0 0,0 0 0,1 0 0,-1 0 0,0 0 0,0 0 0,0-1 0,0 1 0,1 0 0,-1 0 0,0 0 0,0 0 0,0-1 0,0 1 0,0 0 0,0 0 0,0 0 0,1 0 0,-1-1 0,0 1 0,0 0 0,0 0 0,0 0 0,0-1 0,0 1 0,0 0 0,0 0 0,0-1 0,0 1 0,0 0 0,0 0 0,0 0 0,0-1 0,-1 1 0,1 0 0,0 0 0,0-1 0,3-6 10048,0 15-7595,-2-6-2549,-1 1 0,1-1 0,-1 0-1,1 0 1,0 0 0,0 0 0,0 0-1,0 0 1,0 0 0,0-1 0,0 1-1,1 0 1,-1-1 0,1 1 0,-1-1 0,4 3-1,-3-3 5,0 0 1,1 0-1,-1 0 0,1-1 0,-1 1 0,1 0 0,-1-1 0,1 0 0,0 0 1,-1 0-1,1 0 0,-1 0 0,1 0 0,-1-1 0,1 1 0,0-1 0,-1 0 1,0 0-1,1 0 0,-1 0 0,1 0 0,2-2 0,4-3-1,-1-1 1,0 1-1,-1-1 0,10-11 1,-4 5 650,-1 36 1286,-9-19-2011,0 0-1,0 0 1,1 0 0,-1-1 0,1 1 0,0-1-1,0 0 1,0 0 0,0 0 0,0 0-1,1-1 1,-1 0 0,1 0 0,0 0 0,8 2-1,6 0-2111,0 0 0,36 0 0,-37-2-177,45-1-7932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4:41.1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257 656 5617,'0'0'19012,"-29"2"-18498,-93 8-81,118-9-405,0-1-1,-1 0 0,1 1 1,0 0-1,0 0 0,0 0 1,0 1-1,0-1 1,0 1-1,0 0 0,0 0 1,1 1-1,-1-1 1,1 1-1,-1-1 0,1 1 1,0 0-1,0 0 0,0 1 1,1-1-1,-3 4 1,-1 2 7,3-5-39,1 0 0,0 0 0,0 0 1,0 0-1,1 1 0,0-1 0,-1 0 0,1 1 1,1-1-1,-1 1 0,1 0 0,0-1 1,0 9-1,0-9-25,3-3 13,-1 0 0,0 0 0,0 0 0,1-1 0,-1 1 0,0-1 0,1 0 0,-1 0 0,0 0 0,1 0 0,-1 0 0,5-1 0,-2 1-14,1 0-90,1-1 1,-1 0 0,0 0-1,0-1 1,0 1 0,0-1 0,0-1-1,0 1 1,-1-1 0,12-7 0,3-4-864,28-26 1,-33 27 540,16-16-274,-1 0 0,-1-2-1,-2-1 1,-1-1-1,-2-2 1,27-48-1,-32 46 726,-2 0-1,-1-2 1,-2 1-1,-2-2 1,-2 0-1,9-59 1,-15 1 4820,-4 97-4782,0 1 0,0-1 0,-1 1 1,1 0-1,0-1 0,0 1 0,0 0 0,-1-1 1,1 1-1,0 0 0,0-1 0,-1 1 1,1 0-1,0 0 0,-1-1 0,1 1 0,0 0 1,-1 0-1,1 0 0,-1 0 0,1-1 1,0 1-1,-1 0 0,1 0 0,-1 0 0,1 0 1,0 0-1,-1 0 0,1 0 0,-1 0 1,1 0-1,0 0 0,-1 0 0,1 0 0,-1 0 1,1 1-1,0-1 0,-1 0 0,1 0 1,0 0-1,-1 0 0,1 1 0,0-1 0,-1 0 1,0 1-1,-20 11 325,10 1-182,1 0 1,0 1-1,0 0 0,2 0 0,-14 31 0,-26 84 863,32-76-673,2 1 1,-11 101-1,13 112-406,12-265-40,1 0 1,-1 0 0,0 0-1,1-1 1,-1 1-1,1 0 1,-1 0-1,1-1 1,0 1-1,0 0 1,-1-1-1,1 1 1,1-1-1,-1 1 1,0-1-1,0 1 1,0-1-1,1 0 1,-1 0-1,1 0 1,-1 0 0,1 0-1,-1 0 1,1 0-1,0 0 1,-1 0-1,3 0 1,5 2-921,-1-1 1,1 0 0,0 0-1,11 0 1,22 0-5730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4:41.4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170 1 960,'0'0'26421,"-20"-1"-26120,-63 1-81,81 0-213,-1 0 0,0 0-1,0 0 1,0 1 0,1-1 0,-1 1 0,0 0 0,1 0-1,-1 0 1,0 0 0,1 0 0,-1 0 0,1 0 0,0 1 0,-1 0-1,1-1 1,0 1 0,0 0 0,0 0 0,0 0 0,0 0-1,-2 4 1,2-2-31,1 1 0,-1-1 0,1 1 0,0-1 0,0 1-1,1-1 1,-1 1 0,1 0 0,0 5 0,1-8 11,-1-1 0,0 1 1,0 0-1,1-1 0,-1 1 0,1 0 1,0-1-1,-1 1 0,1-1 1,0 1-1,0-1 0,0 1 0,0-1 1,0 0-1,0 0 0,0 1 0,0-1 1,1 0-1,1 1 0,34 20-101,-32-20-3,0 1 1,0-1-1,0 1 0,0 0 0,-1 1 0,1-1 0,6 8 0,-10-11 114,-1 1 0,1 0 1,-1 0-1,1 0 0,-1-1 1,1 1-1,-1 0 0,1 0 0,-1 0 1,0 0-1,0 0 0,1 0 1,-1 0-1,0 0 0,0 0 1,0 0-1,0 0 0,0 0 1,0 0-1,0 0 0,-1 0 0,1 0 1,0 0-1,-1 0 0,1 0 1,0-1-1,-1 1 0,1 0 1,-1 0-1,1 0 0,-1 0 1,1-1-1,-1 1 0,0 0 0,0 0 1,0 0-1,-4 3 18,0-1 0,0 0 1,-1 0-1,1 0 0,-6 2 0,-3 1 6,-16 13-2210,21-6-229,9-13 2332,0 0-1,0 1 1,0-1 0,0 1 0,0-1 0,0 0-1,1 1 1,-1-1 0,0 1 0,0-1 0,0 0-1,1 1 1,-1-1 0,0 0 0,0 0-1,1 1 1,-1-1 0,0 0 0,1 1 0,-1-1-1,0 0 1,1 0 0,-1 0 0,1 0 0,-1 1-1,0-1 1,1 0 0,-1 0 0,1 0-1,-1 0 1,0 0 0,1 0 0,-1 0 0,1 0-1,18 1-7524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4:41.7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707 1 11602,'0'0'15125,"-26"33"-14469,6-9-496,-15 19 154,2 1 0,2 1 0,-31 61 0,-229 367 811,129-224-1563,154-237 169,-21 40-636,27-49 571,1 0-1,-1 1 1,1-1 0,0 0 0,0 1 0,1-1 0,-1 1 0,1-1 0,0 1 0,-1-1 0,2 1 0,-1-1-1,1 5 1,-1-7 28,0 0-1,1 0 0,-1 0 0,0 0 0,1 0 1,-1 0-1,1 0 0,-1 0 0,1 0 0,0-1 1,-1 1-1,1 0 0,0 0 0,0-1 0,-1 1 1,1 0-1,0-1 0,0 1 0,1 0 0,27 4-9149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4:42.0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229 0 11306,'0'0'14778,"-15"32"-13860,-50 104-69,36-70-443,3 1 1,4 0-1,2 2 0,-12 76 0,31-140-410,-4 19-82,1-5-381,0-1-1,-1 34 1,10-53-5278,-5 1 5331,19-15-4735,4-9-2315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4:42.3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285 0 12323,'0'0'13120,"-16"31"-12155,-4 5-669,-2 3 139,3 0 0,-26 72 0,13-23 231,5-18-604,3 0 1,3 1-1,-14 89 1,32-150-2553,-7-11-7133,-1-7-99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4:43.3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0 184 104,'0'0'22215,"28"-7"-20768,0 0-1150,17-5 161,0 2 0,51-4 0,237-18 1580,-311 31-1704,-28 6 309,-18 11-546,12-6-93,0 0 1,1 1 0,-15 21-1,22-27-33,1 0-1,0 0 1,0 0-1,1 1 1,-1-1 0,1 1-1,0 0 1,1-1-1,0 1 1,-1 0 0,2 0-1,-1 9 1,1-12 18,1-1 0,0 1-1,-1-1 1,1 0 0,0 0 0,0 1 0,1-1 0,-1 0 0,0 0 0,1 0 0,-1 0 0,1-1-1,0 1 1,-1 0 0,1-1 0,0 1 0,0-1 0,0 1 0,0-1 0,0 0 0,1 0 0,-1 0 0,0 0-1,0 0 1,5 0 0,6 3 4,0 0 0,0-1 1,18 1-1,-25-3-10,0 0 1,0-1-1,1 0 1,-1 0-1,0 0 1,1-1-1,-1 0 1,0 0-1,6-2 1,-9 2-13,-1-1 0,0 1 1,0-1-1,0 1 0,0-1 1,0 0-1,0 0 0,0 0 0,-1 0 1,1 0-1,-1 0 0,0 0 1,1 0-1,-1 0 0,0-1 1,0 1-1,0-1 0,-1 1 1,1-1-1,0 1 0,-1-1 0,0 1 1,1-6-1,0 0-48,-1 0-1,1 0 1,-2 0-1,1-1 1,-1 1-1,0 0 1,0 0-1,-1 0 1,0 0-1,-1 0 1,0 0-1,0 1 1,-6-11-1,0 6-78,0 0 0,0 1 0,-1 0 0,0 0 0,-1 1-1,-19-14 1,11 9-5,9 7 100,0 0-1,0 1 1,-15-8 0,24 14-14,2 10-96,0-5 180,1 1 0,0 0 0,-1-1 0,2 1-1,-1-1 1,0 0 0,1 0 0,0 0 0,0 0 0,0 0-1,1 0 1,-1-1 0,1 1 0,0-1 0,0 0 0,7 4-1,0 0 6,1 0-1,0 0 0,0-2 0,1 1 0,15 3 1,-1-3 16,2-2 0,-1 0 0,0-2 0,1-2 0,54-5 0,-68 3 34,0-2 1,0 0-1,0 0 1,-1-1 0,25-13-1,-22 10 218,-4 0 690,-19 6 506,5 2-1426,-1 1 0,0-1 0,0 1 0,0-1 0,0 1 0,0 0 0,0-1 0,1 1 0,-1 0 0,0 0 0,1 1 0,-4 1 0,0 4-46,0 0 1,0 0-1,0 0 0,-5 12 1,9-16-21,-1 0 0,1-1 0,0 1 0,0 0 1,1-1-1,-1 1 0,1 0 0,-1 0 0,1 0 0,0-1 1,0 1-1,0 0 0,0 0 0,0 0 0,1 0 0,-1-1 0,3 5 1,-3-6 5,1 0 0,0 0 0,0 0 1,0 0-1,1-1 0,-1 1 0,0 0 1,0-1-1,0 1 0,0 0 0,1-1 0,-1 0 1,0 1-1,0-1 0,1 0 0,-1 0 1,0 1-1,1-1 0,1 0 0,35-1-83,-22 0 14,-4 0 31,1-1-1,-1 0 1,0-1 0,-1-1 0,1 1 0,0-2 0,-1 0 0,0 0 0,0-1 0,-1 0 0,1-1 0,-1 0 0,-1-1-1,0 0 1,0-1 0,0 1 0,7-12 0,-14 36 2197,-1 7-2410,2 0 1,5 24-1,-8-45 34,1 0-1,0 1 1,1-1 0,-1 0-1,0 0 1,1 0-1,-1 0 1,1 0 0,0 0-1,-1 0 1,1 0 0,0-1-1,0 1 1,0-1-1,0 1 1,3 1 0,25 7-5874,-4-6-2347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4:43.7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60 7770,'0'0'18280,"1"26"-17527,2 81-15,-3-97-516,1 1 1,0 0 0,1 0 0,3 11-1,0 11 726,-5-32-812,0-7 38,-3-41-153,0-30-23,3 72 0,0-1 0,1 1 0,0-1 0,0 1 0,0 0-1,1-1 1,0 1 0,0 0 0,0 0 0,5-8 0,-2 6 4,1 0 0,0 0 0,0 1-1,0 0 1,1 0 0,0 0 0,0 1 0,1 0 0,0 1 0,-1 0 0,13-5 0,-5 4-926,0 0 0,0 1 0,1 1 1,-1 0-1,27 0 0,-8 2-5260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5:10.56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287 31 1584,'0'0'19386,"0"-5"-18567,0-15-118,0 15 794,-17 5-329,-50 0-766,-81 1-241,146-1-166,0 0 1,0 0 0,0 0-1,0 0 1,0 0 0,-1 1 0,1-1-1,0 1 1,0-1 0,0 1 0,0 0-1,0 0 1,0 0 0,1 0-1,-1 0 1,0 1 0,0-1 0,1 0-1,-1 1 1,1-1 0,-1 1 0,1 0-1,0-1 1,-3 4 0,3 1-18,-1-1 0,1 1 0,0 0-1,1-1 1,-1 1 0,1 0 0,0 0 0,1 7 0,0-6 5,0 1-1,1-1 1,-1 0-1,1 0 1,1 0-1,0 0 1,0 0 0,7 11-1,40 53 3,-33-49-4,103 127-153,12 15-359,-128-159 528,0-1 1,-1 1 0,0 0-1,0 1 1,0-1-1,0 0 1,-1 1 0,0 0-1,0-1 1,-1 1-1,1 0 1,-1 0-1,0 0 1,-1 0 0,0 11-1,0-15 20,-1 0 0,0 0 1,0 0-1,0 0 0,0 0 0,0-1 0,-1 1 0,1 0 0,0-1 1,-1 1-1,1-1 0,-1 1 0,1-1 0,-1 0 0,0 0 0,0 0 1,0 0-1,1 0 0,-1 0 0,0 0 0,0 0 0,0-1 0,-5 2 1,-51 9 327,36-9-242,0 0 0,0-1-1,1-1 1,-27-3 0,46 2-72,0 1 0,-1-1 0,1 0 0,0 0 0,0 0 0,0 0 0,0 0 1,0 0-1,0 0 0,0-1 0,0 1 0,0-1 0,1 1 0,-1-1 0,1 0 0,-1 0 0,1 1 0,0-1 0,-1 0 0,1 0 0,0-1 0,0 1 0,1 0 0,-1 0 0,0 0 0,0-4 1,-1-5 85,1 0 0,1 0 0,-1 1 0,3-16 0,-2 19-80,1 2-24,0 0 1,0 0-1,1 0 1,-1 0-1,1 0 0,0 1 1,1-1-1,-1 0 0,1 1 1,0 0-1,0-1 1,0 1-1,1 1 0,-1-1 1,1 0-1,6-4 0,9-6-5,0 0 1,26-13-1,-36 22-5,-5 2 4,31-16 8,-1-2 0,57-46 0,-83 60 40,-1 0 0,0 0 0,0 0-1,0-1 1,-1 0 0,0 0 0,0-1 0,-1 0 0,-1 0 0,1 0 0,-1-1 0,-1 1 0,0-1 0,0 0 0,-1 0-1,2-16 1,-3 19 11,-1 0 0,0 0 0,0 0 0,-1 0 0,0 0 0,0 0 0,-1 0 0,0 0 0,-4-12-1,3 15-45,1 0-1,-1 0 0,0 1 1,0-1-1,-1 1 0,1-1 1,-1 1-1,0 0 0,1 0 1,-1 0-1,-1 1 0,1 0 1,0 0-1,0 0 0,-7-2 1,0 0-21,0 2 0,-1-1 1,1 1-1,-1 1 1,1 0-1,-21 1 1,31 0-2,0 0-20,1 0 1,0 1-1,-1-1 0,1 0 1,0 1-1,-1-1 0,1 0 1,0 1-1,0-1 0,-1 0 0,1 1 1,0-1-1,0 1 0,0-1 1,-1 0-1,1 1 0,0-1 0,0 1 1,0-1-1,0 1 0,0-1 1,0 0-1,0 1 0,0-1 0,0 1 1,0-1-1,0 1 0,0-1 1,0 0-1,0 1 0,1-1 0,-1 1 1,0 0-1,1 0-65,-1 1 0,0-1-1,1 1 1,-1 0 0,1-1 0,0 1 0,0-1-1,-1 0 1,1 1 0,0-1 0,0 0-1,0 1 1,2 0 0,17 11-1978,0-1-1,1-1 1,44 16-1,5-6-5511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5:10.94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217 40 1816,'0'0'20422,"-3"-7"-19483,-10-20-330,13 26-596,0 1-1,-1 0 1,1-1-1,0 1 1,0 0-1,0 0 1,0-1-1,-1 1 1,1 0-1,0 0 1,0 0-1,0-1 1,-1 1-1,1 0 1,0 0-1,0 0 1,-1 0-1,1-1 0,0 1 1,0 0-1,-1 0 1,1 0-1,0 0 1,-1 0-1,1 0 1,0 0-1,-1 0 1,1 0-1,0 0 1,0 0-1,-1 0 1,1 0-1,0 0 1,-1 0-1,1 0 1,0 0-1,0 0 1,-1 0-1,1 1 0,0-1 1,0 0-1,-1 0 1,1 0-1,0 0 1,0 1-1,-1-1 1,1 0-1,0 0 1,0 0-1,0 1 1,-1-1-1,1 0 1,0 1-1,-9 16 183,8-14-97,-110 269 2130,96-223-2146,1 1 0,2 0 1,-8 89-1,14-46-1641,6-93 1250,1 1 0,-1-1-1,0 1 1,0-1 0,1 1 0,-1-1 0,0 1 0,1-1-1,-1 0 1,1 1 0,-1-1 0,0 0 0,1 1 0,-1-1-1,1 0 1,-1 1 0,1-1 0,-1 0 0,1 0 0,-1 0-1,1 1 1,-1-1 0,1 0 0,-1 0 0,1 0 0,-1 0-1,1 0 1,-1 0 0,1 0 0,-1 0 0,1 0 0,-1 0-1,1 0 1,0-1 0,-1 1 0,1 0 0,-1 0 0,0 0 0,1-1-1,-1 1 1,1 0 0,-1-1 0,1 1 0,0-1 0,14-11-9185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5:11.21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194 0 11827,'0'0'10320,"-11"30"-9130,-3 5-838,0-2 55,2 1 1,2 1 0,-9 42 0,9-21-352,-41 183 2152,29-161-4403,-4-1-3403,22-68-1114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5:12.124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40 6585,'0'0'16536,"28"-2"-15208,6-2-1039,9-1-8,0 2 0,44 3 0,44 13-36,-75-6 213,66-1 0,-149 13-108,15-11-360,2 1-1,-1-1 1,1 2-1,1-1 1,-1 2-1,2-1 0,-13 20 1,16-23-63,1 1 0,0 0 0,1 0 0,0 0 0,0 0 0,1 1 0,0-1 0,0 1 1,1-1-1,0 1 0,0 0 0,1-1 0,1 11 0,0-17 27,0 1 0,-1-1 0,1 1 0,0 0 0,0-1 0,0 0 0,1 1 0,-1-1 0,1 0-1,-1 0 1,1 1 0,0-1 0,-1 0 0,1-1 0,0 1 0,0 0 0,1-1 0,-1 1 0,0-1 0,1 1 0,-1-1 0,0 0 0,1 0 0,-1 0 0,1 0 0,0-1 0,3 1 0,9 2-133,0-1 1,0 0 0,25-2-1,-32 0 156,1 0-9,-1 0 0,1-1 1,-1 0-1,1 0 0,-1-1 0,0 0 0,0 0 0,0-1 0,0 0 1,0 0-1,0-1 0,-1 0 0,0-1 0,0 0 0,0 0 1,0 0-1,-1-1 0,0 1 0,0-2 0,0 1 0,-1-1 0,0 0 1,0 0-1,-1 0 0,0 0 0,0-1 0,-1 0 0,0 0 0,0 0 1,-1 0-1,0 0 0,0-1 0,0-10 0,-1 12 40,-1 1 0,0 0 0,0-1 0,0 1 0,-1 0 1,0-1-1,0 1 0,-1 0 0,0 0 0,0 0 0,0 0 0,-1 0 0,0 0 0,0 1 0,0-1 0,-1 1 0,0 0 0,0 0 0,0 0 0,-1 0 0,1 1 0,-1 0 0,0 0 0,0 0 0,-1 1 0,1 0 0,-1-1 1,0 2-1,-6-3 0,7 3-8,-1 0 0,0 0 0,1 0 0,-1 1 0,0 0 0,0 1 0,0-1 1,0 1-1,0 0 0,-6 1 0,10-1-7,1 1 1,0-1-1,0 1 1,0-1-1,0 1 1,0-1 0,1 1-1,-1 0 1,0 0-1,0-1 1,0 1-1,0 0 1,1 0-1,-1 0 1,0 0-1,1 0 1,-1 0-1,1 0 1,-1 0-1,1 0 1,-1 0-1,1 0 1,0 0-1,0 0 1,-1 0-1,1 0 1,0 0-1,0 1 1,0-1-1,0 0 1,0 0-1,1 0 1,-1 2-1,0 0-11,1 0 1,-1 0-1,1-1 0,-1 1 0,1 0 0,0 0 0,0-1 1,0 1-1,0 0 0,0-1 0,1 0 0,-1 1 1,1-1-1,2 3 0,4 1-4,1 0 0,0-1 0,1 0 0,0 0 0,-1-1 0,1 0 0,1-1 0,17 4 0,89 10-182,-115-17 298,0 0-1,-1 0 0,1 0 1,0 0-1,0 1 0,-1-1 0,1 0 1,-1 1-1,1 0 0,0-1 1,-1 1-1,3 2 0,-3-2 9,-1-1-1,1 1 1,-1 0-1,1 0 1,-1 0-1,0 0 0,1 0 1,-1 0-1,0 0 1,0 0-1,0 0 1,0 0-1,0 0 1,0 0-1,0 2 1,1 18-427,-1-19 327,0 0 1,1 1-1,-1-1 1,1 0 0,0 0-1,0 0 1,0 1 0,0-1-1,0 0 1,0 0 0,0 0-1,1-1 1,-1 1-1,1 0 1,-1 0 0,1-1-1,0 1 1,0-1 0,3 3-1,0-2-7,-1 0 0,0 0 0,0-1 1,1 1-1,-1-1 0,1 0 0,-1-1 0,1 1 0,8-1 0,-5 0 94,0 0 0,0-1-1,0 0 1,0-1 0,-1 1-1,1-1 1,0-1 0,-1 0 0,0 0-1,1 0 1,10-8 0,-11 7 1054,-6 10 507,-1 4-872,1-4-944,1-1 0,-1 1 0,1-1 0,0 0 0,0 0-1,0 0 1,1 0 0,0 0 0,0-1 0,0 1 0,1-1-1,-1 1 1,1-1 0,0-1 0,0 1 0,6 3 0,2 1-735,0-1 1,0 0 0,1-1 0,0 0 0,14 4 0,20 3-5198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5:12.42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34 123 5753,'0'0'17667,"-6"15"-16795,-15 49-257,14-39 52,9-20 733,9-26-100,-7 4-1233,9-34-337,9-72 0,-22 122 142,0 0 1,0 0-1,0 1 1,0-1-1,1 0 1,-1 0-1,0 1 1,0-1-1,1 0 1,-1 0 0,0 1-1,1-1 1,-1 0-1,1 1 1,-1-1-1,1 0 1,-1 1-1,1-1 1,-1 1-1,1-1 1,0 1 0,-1-1-1,1 1 1,0-1-1,-1 1 1,1 0-1,1-1 1,22 0-7053,-13 1 2669,12 0-6054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5:12.747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240 0 13243,'0'0'14879,"-13"2"-14591,-40 6-159,50-7-129,1 0 0,-1 0-1,1 0 1,0 0-1,0 0 1,0 1-1,0-1 1,0 1-1,0-1 1,0 1 0,0 0-1,0 0 1,1 0-1,-1 0 1,1 0-1,-1 0 1,1 0-1,0 0 1,0 1-1,0-1 1,0 0 0,-1 3-1,1 3-132,-1-1-1,1 1 1,0-1-1,0 15 1,1-17 0,0 0-1,0-1 1,1 1 0,0 0-1,0-1 1,0 1-1,0-1 1,1 0 0,-1 1-1,5 6 1,-5-10 129,-1 0 0,1 0 0,-1 0 0,0 0 0,1 1 0,-1-1 1,0 0-1,0 0 0,1 0 0,-1 1 0,0-1 0,0 0 0,0 0 0,-1 1 0,1-1 0,0 0 0,0 0 1,-1 0-1,1 1 0,-1-1 0,1 0 0,-1 0 0,1 0 0,-1 0 0,1 0 0,-1 0 0,0 0 0,0 0 0,0 0 1,0 0-1,1-1 0,-1 1 0,0 0 0,0 0 0,-1-1 0,1 1 0,0-1 0,-1 1 0,-7 4 65,-1-2-1,1 1 1,-1-1-1,-9 1 0,-3 2-72,19-5-82,-30 14 306,32-15-263,0 0-1,1 0 1,-1 0 0,1 1 0,-1-1 0,1 0 0,-1 1 0,1-1 0,-1 0 0,1 1-1,0-1 1,-1 1 0,1-1 0,-1 1 0,1-1 0,0 1 0,-1-1 0,1 1 0,0-1 0,0 1-1,0-1 1,-1 1 0,1-1 0,0 1 0,0 0 0,0-1 0,0 1 0,0-1 0,0 1 0,0-1-1,0 1 1,0 0 0,0-1 0,0 1 0,0-1 0,1 1 0,-1-1 0,0 1 0,0 0-1,1-1 1,-1 1 0,0-1 0,0 1 0,1-1 0,-1 0 0,1 1 0,-1-1 0,0 1 0,1-1-1,-1 0 1,1 1 0,-1-1 0,1 0 0,-1 1 0,2-1 0,27 11-5297,12-6-2978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5:13.365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425 40 1328,'0'0'21728,"-8"-7"-20036,-30-20-478,36 26-1169,1 0 0,-1 0 1,1 1-1,-1-1 1,0 1-1,0 0 1,1-1-1,-1 1 1,0 0-1,0 0 1,1 0-1,-1 0 1,0 0-1,0 0 1,1 1-1,-1-1 0,0 0 1,1 1-1,-1 0 1,0-1-1,1 1 1,-1 0-1,1 0 1,-1 0-1,1 0 1,-1 0-1,1 0 1,0 0-1,-1 0 0,1 1 1,-2 1-1,-3 3 110,-25 21 348,1 2-1,1 1 1,-29 41-1,-66 109-277,104-153-207,2-3-1331,9-7-3874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5:13.58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1 1064,'0'0'24476,"0"17"-23254,0 4-913,1 0 1,1 0-1,1 0 0,0-1 1,2 1-1,0-1 1,16 38-1,-11-40-322,0-1 0,1 1 0,1-2 1,1 0-1,0 0 0,1-1 0,27 22 0,-29-27-1857,1-1 0,-1-1-1,21 9 1,-14-9-6668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5:15.31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146 244 2296,'0'0'16243,"1"13"-14615,-1 31-344,-1 0 1,-11 64-1,4-70-1138,-2-1 1,-1 1-1,-1-2 1,-3 0-1,0 0 1,-23 35-1,37-70-144,1 0 0,0 0-1,-1 0 1,1-1-1,-1 1 1,1 0-1,-1 0 1,1-1 0,-1 1-1,0 0 1,1-1-1,-1 1 1,0 0-1,0-1 1,1 1 0,-1-1-1,0 1 1,0-1-1,0 0 1,-1 1 0,1-1-2,1-1 0,-1 1 0,1 0 0,-1-1 0,1 1 0,0 0 0,-1-1 0,1 1 0,-1-1 0,1 1 0,0-1 0,-1 1 0,1-1 0,0 1 0,0-1 0,-1 1 1,1-1-1,0 0 0,0 1 0,0-1 0,0 1 0,0-1 0,0 0 0,-3-48-85,4 42 51,0-20-17,2 0-1,1 0 1,0 1-1,3 0 1,0 0-1,1 0 1,2 1-1,16-31 1,-2 9-116,3 2 0,2 1 0,43-52 0,-52 72 115,0 1 0,2 1 0,0 1 0,32-22 0,-43 35 73,0 1-1,1 0 1,0 1 0,0 1 0,0-1 0,1 2 0,0 0 0,0 0 0,0 1-1,0 1 1,0 0 0,15 1 0,-26 1-7,0 0 1,1 0-1,-1 0 0,0 0 1,0 1-1,0-1 0,0 1 1,0 0-1,0-1 0,0 1 0,0 0 1,0 0-1,-1 0 0,1 0 1,0 1-1,-1-1 0,1 0 1,0 1-1,-1-1 0,0 1 1,1 0-1,-1-1 0,0 1 0,0 0 1,0 0-1,0 0 0,0 0 1,0 0-1,-1 0 0,2 4 1,0 5 29,0 0 0,-1 0 0,0 1-1,-2 18 1,1-12 4,0-15-40,-1-1 0,1 1 0,0 0 0,-1-1 0,1 1-1,-1 0 1,0-1 0,0 1 0,0-1 0,0 1 0,0-1 0,-1 1 0,1-1 0,-1 0 0,0 0 0,1 0 0,-1 0-1,0 0 1,0 0 0,0 0 0,0 0 0,-1-1 0,1 1 0,0-1 0,-1 0 0,1 0 0,-1 0 0,1 0 0,-1 0 0,0 0-1,-3 0 1,-10 2 35,-1-1 0,1-1 1,-1 0-1,-19-2 0,11 1-19,-187-3 1039,211 3-1049,1 1-1,-1-1 1,0 1-1,1-1 1,-1 1-1,1-1 1,-1 1 0,1 0-1,-1-1 1,1 1-1,-1 0 1,1-1-1,0 1 1,-1 0-1,1 0 1,0-1-1,-1 1 1,1 0-1,0 0 1,0 0 0,0 0-1,0-1 1,0 1-1,0 0 1,0 0-1,0 0 1,0-1-1,1 2 1,1 28 189,0-23-108,0 0 0,1 0-1,-1 0 1,1 0-1,1-1 1,-1 1 0,1-1-1,5 7 1,44 49 696,-26-31-460,-3-3 145,50 46 0,-62-64-400,1 0 1,0 0-1,1-1 0,0-1 0,0-1 1,26 11-1,-37-17-205,0 0 0,-1-1 0,1 1 0,0 0 0,-1-1 0,1 0 0,0 0 0,0 0 0,-1 0 0,1 0 1,0 0-1,0-1 0,-1 1 0,1-1 0,4-1 0,21-16-9813,-14 4 505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5:15.693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97 9 12963,'0'0'12600,"19"-2"-12208,64-4-168,-80 6-209,-1 0-1,1-1 1,-1 1 0,1 0-1,-1 1 1,1-1 0,-1 0 0,1 1-1,-1-1 1,1 1 0,-1 0-1,1-1 1,-1 1 0,0 1-1,1-1 1,-1 0 0,0 0 0,0 1-1,0-1 1,0 1 0,0 0-1,0 0 1,-1 0 0,1 0 0,0 0-1,-1 0 1,0 0 0,1 0-1,-1 0 1,0 1 0,0-1-1,0 0 1,0 4 0,1 2 10,-1 1 0,0-1 0,-1 1 0,0-1 0,0 0 0,-1 1 0,-2 11 0,1-13-14,0 0 0,-1-1 1,1 1-1,-1-1 0,-1 0 0,1 1 0,-1-2 1,0 1-1,-1 0 0,1-1 0,-1 0 0,-8 7 1,-11 9 31,-39 25 1,43-32-37,-5 2-3,18-12-2,0 0-1,-1 0 1,1 1 0,1 0-1,-1 1 1,1 0-1,0 0 1,0 0-1,1 0 1,-7 11-1,11-16-5,1 0 0,-1 0-1,1 1 1,-1-1 0,1 0-1,0 0 1,0 0 0,-1 0-1,1 1 1,0-1-1,0 0 1,0 0 0,0 0-1,1 1 1,-1-1 0,0 0-1,0 0 1,1 0 0,-1 0-1,1 1 1,-1-1-1,1 0 1,-1 0 0,1 0-1,0 0 1,0 0 0,-1 0-1,1-1 1,0 1 0,0 0-1,0 0 1,0 0-1,0-1 1,0 1 0,0-1-1,0 1 1,0 0 0,0-1-1,0 0 1,0 1 0,3-1-1,5 3 5,1-1 0,-1-1 0,1 0 1,12 0-1,-9 0-15,190 10-2730,-69-8-3241,-53-2-1456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5:16.05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248 42 3593,'0'0'20847,"-25"4"-19574,-81 17-487,100-19-733,1 0 0,-1 0 0,1 1 0,-1 0 0,1 0 0,0 0-1,0 1 1,0 0 0,1 0 0,-1 0 0,1 0 0,0 1 0,0 0 0,0 0 0,1 0 0,0 0 0,0 0 0,0 1 0,1-1 0,-4 11-1,3-8-9,-1 2-12,0 0 1,1 0 0,0 1 0,1-1 0,0 1 0,1 0 0,-1 20 0,2-26-33,0-1 0,1 0 0,-1 1 0,1-1 0,0 0-1,0 1 1,1-1 0,-1 0 0,1 0 0,0 0 0,0 0 0,0 0 0,1-1 0,-1 1 0,1-1 0,0 1 0,0-1 0,0 0 0,0 0 0,0 0 0,7 4 0,0-3 0,-1 1 0,1-1 1,0-1-1,0 1 1,0-2-1,1 0 1,18 2-1,75-2 14,-104-2-13,9 0-13,-1-1 0,1 0 0,-1 0 0,0-1 0,0 0 0,0-1 0,0 0 0,0 0 0,0 0 0,-1-1 0,1 0 0,-1-1 0,0 1 0,0-1 0,-1-1 0,1 1 0,-1-1 0,-1 0 0,1-1 0,-1 0 0,0 1 0,0-1 0,-1-1 0,0 1 0,0-1 0,-1 0 0,0 1 0,-1-1 0,3-13 0,-1-3 12,-1 1-1,-1-1 0,-1 0 1,-4-34-1,3 55 9,0 0-1,0 0 0,-1-1 1,1 1-1,-1 0 1,0 0-1,0-1 1,0 1-1,-1 0 0,1 0 1,-1 0-1,1 1 1,-1-1-1,0 0 0,0 0 1,0 1-1,-1 0 1,1-1-1,0 1 0,-1 0 1,-4-3-1,0 2-174,1 0 0,0 1 0,-1 0 0,1 0 0,-1 1-1,1 0 1,-1 0 0,0 0 0,-11 1 0,18 0 90,-1 1 0,1-1 1,0 0-1,0 0 0,-1 0 0,1 1 0,0-1 1,-1 0-1,1 0 0,0 1 0,0-1 0,0 0 1,-1 1-1,1-1 0,0 0 0,0 1 1,0-1-1,0 0 0,0 1 0,-1-1 0,1 0 1,0 1-1,0-1 0,0 0 0,0 1 0,0-1 1,0 0-1,0 1 0,0-1 0,0 0 0,1 1 1,-1-1-1,0 0 0,0 1 0,0-1 1,0 0-1,0 1 0,1-1 0,-1 0 0,0 1 1,0-1-1,0 0 0,1 1 0,-1-1 0,10 19-1948,-5-14 1105,-1 0 0,1 0 0,0 0 0,10 7 0,28 15-5684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5:16.409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398 72 864,'0'0'20890,"-27"-3"-18558,-85-11-666,100 12-1517,-1 1 0,1 0 1,0 1-1,-1 1 0,1 0 0,-1 0 0,1 1 0,0 1 0,-20 7 0,25-7-142,0 1 0,0 0 0,0 1 0,1-1 0,-1 2 0,1-1 0,0 0 0,1 1 0,-1 0 0,1 0 0,0 1 0,1 0 0,-6 10 0,5-9-10,1 1 0,0 0 0,1 1 0,0-1 1,1 1-1,-1-1 0,2 1 0,0 0 1,0-1-1,0 14 0,1-18-6,0-1 0,1 0 0,-1 1 0,1-1 0,0 0 0,0 1-1,0-1 1,1 0 0,-1 0 0,1 0 0,0 0 0,0 0 0,1-1 0,-1 1 0,1 0 0,0-1 0,0 0 0,0 0 0,0 0 0,0 0-1,1 0 1,-1-1 0,1 1 0,7 3 0,4-1-27,0-1 0,0 0 0,1-1 0,-1 0 0,1-1 1,0-1-1,0-1 0,0 0 0,0-1 0,0 0 0,-1-2 0,1 0 0,-1 0 0,1-2 0,-1 0 0,0 0 0,20-12 0,-28 12 40,1 0 0,-1 0 0,0-1-1,-1 0 1,1 0 0,-1-1 0,0 0-1,-1 0 1,0 0 0,0-1 0,0 0-1,-1 0 1,4-11 0,-3 6 76,-2-1 1,0 1-1,-1-1 1,0 1-1,-1-1 0,0 0 1,-1 0-1,-2-14 0,1 22-44,0 1 0,0 0 0,-1 0 0,1 0 0,-1 0 0,0 0 0,-1 0 0,1 1 0,-1-1 0,0 1 0,0 0 0,-6-6 0,5 6-189,1 0 0,-1 1-1,0-1 1,-1 1 0,-6-4-1,8 6-316,0-1-1,0 1 0,0 0 0,0 0 0,0 0 0,0 0 0,0 1 0,-1-1 0,-3 1 0,6 12-14178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5:16.71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654 0 3385,'0'0'23721,"-7"1"-23170,3 0-500,1 0 0,-1 0 0,1 0 0,-1 1 1,1-1-1,-1 1 0,1 0 0,0 0 1,0 0-1,0 0 0,0 1 0,0-1 1,1 1-1,-4 4 0,-34 51 481,21-28-277,-271 339 1140,87-121-2008,196-239 11,1-1 1,0 1-1,0 1 0,1-1 0,-6 14 0,10-22 402,1 0 0,0-1 0,0 1 0,-1 0 0,1 0 0,0-1 0,0 1 0,0 0 0,0 0 0,0-1 0,0 1 0,0 0 0,0 0 0,0-1 0,0 1 0,1 0 0,-1 0 0,0-1 0,0 1 0,1 0 0,-1-1 0,0 1 0,1 0 0,-1-1 0,1 1 0,0 0 0,19 6-6659,14-5-5609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5:16.981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214 0 256,'0'0'26480,"-12"15"-25818,8-11-592,-9 12 176,0 1 1,1 0-1,1 0 0,1 1 0,-10 21 0,16-29-209,-36 86 431,-28 108 0,66-194-671,0 0-1,1 0 1,0 0-1,0 13 1,1-22 112,0-1-1,0 0 1,0 1 0,0-1-1,0 0 1,0 1 0,1-1-1,-1 0 1,0 1 0,0-1 0,0 0-1,0 1 1,0-1 0,1 0-1,-1 0 1,0 1 0,0-1 0,1 0-1,-1 1 1,0-1 0,0 0-1,1 0 1,-1 0 0,0 1-1,1-1 1,-1 0 0,0 0 0,1 0-1,-1 0 1,0 0 0,1 0-1,-1 1 1,0-1 0,1 0-1,-1 0 1,0 0 0,1 0 0,-1 0-1,0 0 1,1 0 0,-1-1-1,0 1 1,1 0 0,-1 0 0,0 0-1,1 0 1,-1 0 0,0 0-1,1-1 1,-1 1 0,6 0-686,2-1-399,0 0 0,0-1 1,0 1-1,0-2 0,0 1 0,0-1 1,0 0-1,-1-1 0,13-7 1,25-20-8616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5:17.220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160 0 8834,'0'0'17049,"-12"33"-15429,-40 109-496,38-99-491,2 0 0,-12 82 0,17-75-483,-2-2-199,2-15-712,2 0-1,-1 40 0,-6-72-17562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5:18.158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54 4185,'0'0'19249,"26"0"-17024,-8 0-1905,23 1 359,0 1 1,63 13-1,-18 1-341,1-3 1,138 2 0,-223-15-47,-8 7 36,-3-4-360,0 2 0,1-1 0,-1 1 0,1 0 0,0 1 0,0 0 0,0 0 0,1 1 0,0 0 0,1 0 0,-1 1 0,1 0 0,1 0 0,0 0 0,0 1 0,0 0 0,1 0 0,0 0 0,1 0 0,0 0 0,0 1 0,1-1 0,1 1 0,-2 18 0,3-12-67,0-8 22,0 1 0,0 0 0,0-1 0,2 1 0,2 14 1,-3-20 42,1 0 0,-1 0 0,1 0 0,-1-1 0,1 1 0,0 0 0,0-1 0,0 0 0,0 1 0,1-1 0,-1 0 0,1 0 0,-1 0 0,1-1 0,-1 1 0,1-1 0,0 1 0,0-1 0,5 2 0,1 0-36,0 0 0,0-1 1,0 0-1,1-1 1,-1 1-1,1-2 1,-1 0-1,1 0 1,-1 0-1,1-1 1,-1-1-1,0 1 1,1-1-1,-1-1 1,15-6-1,-18 6 58,0 0-1,0 0 1,-1-1-1,1 0 1,-1 0-1,0 0 1,0-1 0,-1 1-1,1-1 1,-1 0-1,0-1 1,0 1-1,-1-1 1,0 1 0,0-1-1,0 0 1,0 0-1,-1-1 1,0 1-1,-1 0 1,1-1-1,-1 1 1,0-9 0,0 3 16,-1-1 0,0 1 0,-1 0 1,-1 0-1,0 0 0,0 1 0,-1-1 1,0 0-1,-1 1 0,-1 0 1,0 0-1,0 0 0,-1 0 0,-1 1 1,1 0-1,-2 0 0,1 1 0,-1 0 1,-10-8-1,7 6 0,0 0 0,-1 0 1,-1 2-1,-17-12 0,23 17-11,0 0-1,0 1 1,0 0 0,-1 0-1,0 1 1,1 0 0,-1 0-1,0 0 1,0 1-1,-10 0 1,18 1 2,-1 1 0,0-1 0,0 0 1,0 1-1,1-1 0,-1 0 0,0 1 0,1-1 0,-1 1 1,0-1-1,1 1 0,-1-1 0,0 1 0,1-1 0,-1 1 1,1 0-1,-1-1 0,1 1 0,0 0 0,-1-1 0,1 1 0,-1 0 1,1 0-1,0-1 0,0 1 0,0 0 0,-1 0 0,1 0 1,0-1-1,0 1 0,0 0 0,0 0 0,1 1 0,0 30-82,1-26 79,-1-1 0,1 0 0,0 1-1,1-1 1,-1 0 0,1 0 0,0-1 0,0 1 0,1 0 0,-1-1 0,1 0-1,0 0 1,0 0 0,0 0 0,6 3 0,7 5 3,0 0 0,35 15 0,-30-17 17,0-1 1,0-1 0,1-1 0,0-1 0,0-1 0,1-1 0,-1-1 0,1-1 0,0-1-1,-1-1 1,33-5 0,-47 3 41,0 0 0,-1 0 0,0-1-1,1-1 1,9-4 0,-14 6 146,0-1 0,0 1-1,0-1 1,0 0 0,0 0 0,0 0 0,-1 0 0,0-1-1,1 0 1,-1 1 0,3-6 0,-6 9-183,0 0 0,0 0 0,0 0-1,0 0 1,0 0 0,0 0 0,-1 0 0,1 0 0,0 0 0,0 0 0,0 0 0,0 0 0,0 0 0,0 0 0,0 0-1,0 0 1,0 1 0,0-1 0,0 0 0,-1 0 0,1 0 0,0 0 0,0 0 0,0 0 0,0 0 0,0 0 0,0 0-1,0 0 1,0-1 0,0 1 0,-1 0 0,1 0 0,0 0 0,0 0 0,0 0 0,0 0 0,0 0 0,0 0 0,0 0 0,0 0-1,0 0 1,0 0 0,0 0 0,0 0 0,0 0 0,-1 0 0,1 0 0,0-1 0,0 1 0,0 0 0,0 0 0,0 0-1,0 0 1,0 0 0,0 0 0,0 0 0,0 0 0,0 0 0,0 0 0,0-1 0,0 1 0,0 0 0,0 0 0,0 0-1,-8 6-88,4 1 66,0 1 0,0-1 1,1 1-1,0 0 0,1 0 1,0 0-1,0 1 0,1-1 1,0 0-1,0 1 1,1-1-1,0 0 0,1 9 1,-1-9-18,0-7 17,0 0 0,0 1 0,0-1 0,0 1-1,1-1 1,-1 0 0,0 1 0,1-1 0,-1 0-1,1 0 1,0 0 0,-1 1 0,1-1 0,0 0 0,0 0-1,0 0 1,0 0 0,-1 0 0,1 0 0,1 0-1,-1 0 1,0-1 0,1 2 0,2 0-4,0-1 0,-1 1 0,1-1 0,0 0 1,0 0-1,0 0 0,0 0 0,4 0 0,7-1-14,-1 0 1,1-1-1,22-4 0,-22 2 65,-1-1 1,0-1-1,-1 0 0,1-1 0,-1-1 1,-1 0-1,1-1 0,-1 0 0,18-16 0,-15 13 1293,-12 23-614,-1 5-1148,-1-12 209,1 0 1,-1 0-1,1 0 1,0-1-1,0 1 1,0 0-1,1-1 1,0 0-1,0 1 0,0-1 1,0 0-1,6 5 1,0-1-1054,1-1 0,0 0 0,1 0 0,12 6 0,20 8-5460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5:18.476"/>
    </inkml:context>
    <inkml:brush xml:id="br0">
      <inkml:brushProperty name="width" value="0.025" units="cm"/>
      <inkml:brushProperty name="height" value="0.025" units="cm"/>
      <inkml:brushProperty name="color" value="#E71224"/>
    </inkml:brush>
  </inkml:definitions>
  <inkml:trace contextRef="#ctx0" brushRef="#br0">0 64 464,'0'0'24587,"1"20"-23544,-1 3-777,0-8-129,1-1 0,0 0 0,1 1 0,0-1 0,1 0 0,7 20 0,-2-12 16,-4-12-106,0-1 1,-1 1-1,0 0 1,-1 0-1,2 17 1,-4-27 90,0-3 52,-1-8-135,-1-1 1,0 0 0,-5-16 0,-4-31-34,10 49 26,0-1 0,1 0 0,0 0 0,4-20 0,-3 27-34,0 0 0,0 0-1,1 0 1,-1 1-1,1-1 1,0 0-1,0 1 1,1-1 0,-1 1-1,0-1 1,1 1-1,0 0 1,0 0-1,0 1 1,5-5-1,6-2 1,1 1 0,0 1 0,0 0 0,0 1 0,1 0 0,0 1 0,0 1 0,0 1 0,21-3 0,22 2-2262,74 3-1,-72 1-2587,4 0-6484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5:21.9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 1148 1464,'0'0'11720,"-17"-6"-3976,17 2-7683,0 1 0,1-1 0,0 1 0,0-1-1,0 1 1,0 0 0,1-1 0,-1 1 0,1 0 0,0 0-1,0 0 1,0 0 0,0 0 0,4-3 0,42-38-128,-29 28 76,400-313-334,-131 111 192,153-163 1403,-366 317 1368,-75 64-2562,1-1-1,-1 1 0,1 0 0,-1-1 1,0 1-1,1-1 0,-1 1 0,0-1 1,1 1-1,-1-1 0,0 1 1,0-1-1,1 1 0,-1-1 0,0 1 1,0-1-1,0 0 0,0 1 0,0-1 1,0 1-1,0-1 0,0 1 0,0-1 1,0 0-1,0 1 0,0-1 0,0 1 1,-1-1-1,1 1 0,0-1 0,0 1 1,-1-1-1,-6-8-5941,6 8 4573,-7-9-7214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5:23.2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15 942 2881,'0'0'13221,"-15"-12"-8581,16 8-4621,0 1 0,-1 0 1,1-1-1,1 1 0,-1-1 1,0 1-1,1 0 1,0 0-1,-1 0 0,1 0 1,1 0-1,-1 0 0,0 0 1,1 1-1,4-4 0,49-39 62,-43 36-87,298-187-51,15 30-26,600-214 383,-881 364 192,102-42 3154,-142 51-1309,-5 7-2107,-1 5-3736,-4 43-4430,2-26 941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5:24.5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45 2777,'0'0'15659,"14"0"-13587,68-1-1037,1-3 0,156-29 0,-194 26-1194,-44 7-433,-19 13-9886,-3 3 5294,0 0-1928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5:24.7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84 1880,'0'0'19950,"12"-3"-18620,219-27 2626,-96 14-4386,-47-5-7673,-55 8-22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5:26.7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69 31 2969,'0'0'15898,"0"-5"-13993,0-15-411,0 20-1377,0 0 0,-1-1-1,1 1 1,0-1 0,-1 1-1,1 0 1,0-1 0,-1 1-1,1 0 1,0 0 0,-1-1 0,1 1-1,0 0 1,-1 0 0,1 0-1,-1-1 1,1 1 0,-1 0 0,1 0-1,-1 0 1,1 0 0,0 0-1,-1 0 1,1 0 0,-1 0-1,1 0 1,-1 0 0,1 0 0,-1 0-1,1 0 1,-1 0 0,1 0-1,0 1 1,-1-1 0,1 0 0,-1 0-1,1 1 1,0-1 0,-1 0-1,1 0 1,-1 1 0,1-1-1,-3 9-37,0 1-1,1-1 1,0 0-1,0 1 1,1-1-1,0 11 1,0-2 13,-23 353 269,18-329-83,1-8-1184,4-11-4984,5-22 205,13-3 1894,3-8-3909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5:27.3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313 16 2865,'0'0'17765,"-1"-4"-16841,-6-7-465,1 12 204,-6 23 752,2-1-797,-81 116 1058,7-14-1631,61-84-38,-24 57 1,41-82-20,0 1-1,1 0 1,1 0 0,0 1 0,2-1-1,-2 32 1,4-47-5,0 0 1,0 0 0,0 0-1,0 0 1,0 0-1,0 0 1,0 0-1,1 0 1,-1 0-1,1 0 1,-1 0-1,1 0 1,0-1-1,0 1 1,0 0-1,1 2 1,0-3 0,0 0-1,0 0 1,0-1 0,0 1-1,1-1 1,-1 1 0,0-1-1,0 0 1,0 0 0,0 0-1,1 0 1,2 0 0,5 0 55,-1-1-29,-1 1 0,0-1 0,1-1 0,-1 0 0,1 0 0,-1 0 0,0-1 0,14-7 0,-19 8 15,0 1-1,1-1 0,-1 0 1,0 0-1,0 0 0,-1-1 0,1 1 1,0-1-1,-1 0 0,0 1 0,1-1 1,-1 0-1,0 0 0,-1-1 1,1 1-1,0 0 0,-1 0 0,0-1 1,0 1-1,0-1 0,0 0 0,0 1 1,0-5-1,-2 6 0,1 0-1,-1 0 1,1 0-1,-1 0 1,1 0-1,-1 0 1,0 0-1,0 1 1,0-1-1,0 0 1,0 1-1,-1-1 1,1 1-1,0-1 1,-1 1 0,1-1-1,-1 1 1,0 0-1,1 0 1,-1 0-1,0 0 1,1 0-1,-1 0 1,0 0-1,0 1 1,-2-1-1,-8-3 1,0 0-1,-24-2 0,34 6-13,-81-7 501,82 7-2,20 2-5086,1 6-69,1 3-1354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5:28.1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311 128 1536,'0'0'14801,"0"-13"-13401,0-37-312,0 9 3487,-3 40-4318,0 1-1,0-1 1,-1 0 0,1 1 0,0 0 0,-1-1 0,1 1-1,0 1 1,-4-1 0,0 0-77,-3 1-162,0 1 0,0 0 0,0 0 0,0 1 0,0 0 0,0 1 0,1 0 0,0 0 0,0 1 0,0 0 0,0 1 0,1 0 0,0 0 0,0 1 0,1 0 0,-12 13 0,8-7-22,-1 1 1,2 0 0,0 1-1,1 0 1,0 0 0,1 1-1,1 0 1,1 0 0,-5 18-1,7-10-32,1 0 0,1 0 0,1 0 0,4 32 0,-3-51 28,0 0 0,1 0 0,-1-1 0,1 1 1,0-1-1,1 1 0,-1-1 0,1 1 0,0-1 0,0 0 0,0 0 0,0 0 0,1 0 0,0 0 0,-1-1 0,1 1 0,1-1 1,-1 1-1,6 3 0,-3-3-37,-1 0 0,1-1 0,0 0 1,0 0-1,0-1 0,0 0 1,0 0-1,1 0 0,-1-1 0,1 1 1,-1-2-1,11 1 0,-9-1 40,-1 0 0,1 0 0,-1-1 0,0 0 0,1 0 0,-1-1-1,0 0 1,0 0 0,0-1 0,0 0 0,-1 0 0,1-1 0,-1 0 0,0 0 0,0 0 0,7-7-1,-1 1 95,-1 0-1,0-1 0,-1-1 1,0 0-1,-1 0 0,0-1 0,-1 0 1,0-1-1,-2 1 0,1-1 1,-2-1-1,1 1 0,-2-1 0,0 0 1,-1 0-1,-1 0 0,0-1 1,-1 1-1,-1-21 0,1 28-32,-1 1 0,0-1 0,0 0-1,-1 0 1,0 1 0,-1-1 0,0 1 0,0-1 0,0 1-1,-1 0 1,0 0 0,0 0 0,-1 0 0,0 0-1,0 1 1,-1-1 0,0 1 0,0 1 0,0-1 0,-10-7-1,15 12-53,-39-32 68,36 31-71,0-1 0,0 1 0,0 0 1,-1 0-1,1 1 0,-1-1 0,1 0 0,-1 1 1,1 0-1,-7-1 0,9 2-44,6 10-4436,5-1 2733,1 0 1,-1-1 0,1 0 0,16 9-1,15 2-4985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5:28.8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357 43 2000,'0'0'16392,"0"-7"-14690,0-19-97,0 20-206,-22 3 1134,15 3-2416,-18 0 309,-45 5-1,61-3-402,-1 0 0,1 0 1,0 1-1,0 0 0,0 1 0,0 0 1,1 0-1,-10 7 0,7-3-27,0 0 0,0 1 0,1 1 0,0 0 0,0 0 0,1 1 0,1 0 0,-1 1 0,2 0 0,0 0 0,0 1 0,1-1 0,1 1 0,0 1 0,1-1 0,0 1 0,1 0 0,1-1 0,0 1 0,1 0 0,0 1 0,1-1 0,1 0 0,3 18 0,-3-27-12,0-1-1,0 1 0,1 0 1,0-1-1,0 0 0,0 1 1,0-1-1,1 0 0,0 0 1,0 0-1,0 0 1,0-1-1,0 1 0,1-1 1,0 0-1,-1 0 0,1 0 1,0 0-1,1-1 0,-1 0 1,0 0-1,6 2 0,-2-1-12,0 0 1,0-1-1,0 0 0,0 0 0,0-1 0,0 0 0,1-1 0,-1 1 0,0-2 0,0 1 0,1-1 0,11-3 1,-13 1 39,-1 1 0,0-1 0,0-1 0,0 1 0,0-1 0,-1 0 0,0-1 0,0 1 0,0-1 0,0 0 0,0 0 0,-1-1 0,0 1 0,-1-1 0,5-8 0,-2 4 127,-1 0 1,0-1-1,-1 0 0,0 0 1,-1 0-1,0 0 0,-1 0 1,2-15-1,-4 19 4,1-11 240,0 0 1,-2 0-1,-3-24 0,4 37-352,-1 0 0,-1 1 1,1-1-1,-1 0 0,0 1 0,0-1 0,0 1 0,0-1 0,-1 1 0,0 0 0,0 0 0,0 0 0,0 0 0,-1 1 0,1-1 0,-9-5 0,8 7-69,0 1 0,0-1 1,0 1-1,0 0 0,0 0 0,0 0 0,0 0 1,-1 1-1,1 0 0,0 0 0,-5 0 0,2 0-281,7 0 194,-1 1 0,1-1 0,-1 0 0,1 0 0,-1 0 0,1 0 0,-1 1 0,1-1 0,-1 0-1,1 1 1,-1-1 0,1 0 0,0 1 0,-1-1 0,1 0 0,0 1 0,-1-1 0,1 1 0,0-1-1,-1 1 1,1-1 0,0 1 0,0-1 0,0 1 0,-1-1 0,1 1 0,0-1 0,0 1-1,0-1 1,0 1 0,0-1 0,0 1 0,0-1 0,0 1 0,0 0 0,2 19-3664,-2-20 3758,9 23-6135,10-6-3223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5:31.2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238 250 512,'3'0'17585,"-22"-2"-15807,17 2-1724,1-1-1,-1 1 1,1-1 0,-1 1 0,0 0-1,0 0 1,1 0 0,-1 0 0,0 0-1,1 0 1,-1 0 0,0 0 0,1 1-1,-1-1 1,0 1 0,1-1 0,-1 1-1,1 0 1,-1-1 0,1 1 0,-1 0-1,1 0 1,0 0 0,-1 0 0,1 0-1,0 1 1,0-1 0,0 0 0,-2 2-1,-10 25 345,0 1-1,2 1 1,1 0 0,-7 38-1,-13 36-276,22-80-108,-1 0 0,-1-1 1,-1 0-1,-28 41 0,36-118 596,4 27-615,1 0 1,2 0 0,0 0-1,2 1 1,1-1 0,1 1-1,20-41 1,-21 48-18,23-53-118,3 2 0,59-96 0,-86 158 139,0 0-1,0 1 1,0-1 0,1 1-1,16-12 1,-21 17 11,1 0 0,0 0 0,0 1 0,0-1 0,0 0 1,0 1-1,0 0 0,1 0 0,-1 0 0,0 0 0,1 1 1,-1-1-1,0 1 0,1 0 0,-1 0 0,1 0 0,-1 0 0,1 1 1,-1-1-1,0 1 0,4 1 0,-5-1-2,0 0-1,-1 1 1,1-1-1,0 0 1,-1 1-1,1-1 1,-1 1 0,0 0-1,1-1 1,-1 1-1,0 0 1,0 0-1,0 0 1,0 0-1,-1 0 1,1 0-1,0 0 1,-1 0 0,1 4-1,4 43 20,-5-47-24,2 18 31,-1-2-19,-1-1 0,-3 37 0,3-50-9,-1 1 1,0 0 0,0-1-1,-1 1 1,0-1 0,1 1-1,-1-1 1,-1 0-1,1 1 1,-1-1 0,1-1-1,-1 1 1,0 0 0,-1-1-1,1 1 1,-5 2 0,-4 2 10,0-1 0,-1 0 0,0-1 0,-1-1 0,1 0 0,-20 4 0,19-6-8,0 1-1,1 1 0,0 0 1,0 0-1,0 2 0,-15 9 1,27-15 16,0 0 0,0 0 0,1-1 1,-1 1-1,1 0 0,-1 0 0,1 0 1,-1 0-1,1 0 0,-1 0 1,1 0-1,0 0 0,0 0 0,-1 0 1,1 0-1,0 0 0,0 0 1,0 0-1,0 0 0,0 0 0,0 0 1,0 0-1,1 0 0,-1 0 0,0 0 1,0 0-1,1 0 0,-1 0 1,1 0-1,-1-1 0,2 3 0,18 23 668,0-8-331,35 42 0,-43-45-84,1 0 0,0-1 0,1-1 0,1 0 0,29 20 0,-14-17-263,-1-1-5736,-10-8-1994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6:01.9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366 1 1664,'0'0'17824,"-5"0"-16183,1 1-1513,1 0 0,-1 0 1,1 1-1,0-1 0,-1 1 1,1 0-1,0-1 0,0 1 1,0 1-1,0-1 0,1 0 1,-1 1-1,1-1 0,-1 1 1,-2 3-1,-37 57 617,26-37-309,-38 55 202,3 2 0,-71 161 1,117-229-818,0-1 0,1 1 0,1 0-1,-2 16 1,2 29-5333,3-40-115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6:02.5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292 946 11426,'0'0'11640,"0"-10"-10674,0 3-843,0-1 1,-1 1-1,1 0 0,-2-1 1,1 1-1,-1 0 1,0 0-1,0 0 0,-1 1 1,0-1-1,0 0 0,-1 1 1,0 0-1,0 0 1,0 0-1,-1 0 0,0 1 1,0 0-1,0 0 1,-12-9-1,8 10-86,-1 0-1,0 0 1,0 1-1,0 1 1,-1-1-1,1 2 1,-1-1-1,1 1 1,-1 1-1,1 0 1,-1 1-1,-13 1 1,21-1-40,0-1 0,0 1 1,0 0-1,0 0 0,0 0 1,0 0-1,0 1 0,0-1 0,1 1 1,-1-1-1,0 1 0,1 0 1,-1 0-1,1 0 0,0 1 1,0-1-1,0 0 0,0 1 0,0-1 1,0 1-1,1 0 0,-1 0 1,1 0-1,0-1 0,0 1 1,-1 5-1,-2 5-16,2 1 0,0-1 1,1 1-1,0 23 0,1-36 11,0 1-1,0 0 1,0-1-1,1 1 1,-1 0-1,0-1 1,1 1-1,0 0 1,-1-1-1,1 1 1,0-1-1,0 1 1,-1-1-1,1 1 1,0-1-1,1 0 1,-1 0-1,0 1 1,0-1-1,3 2 1,-1-1-16,1 0 1,-1 0-1,1-1 1,0 1-1,0-1 1,-1 0-1,1 0 1,7 1-1,2 0-35,0-2-1,-1 1 1,1-2-1,0 0 1,12-2-1,-13 0-7,0 0 0,-1-1-1,1 0 1,-1-1 0,0 0 0,15-11-1,62-47-618,-66 46 438,26-20 21,-3-2 0,-1-1-1,-2-3 1,-2-1 0,-2-2 0,43-68 0,-61 81 439,-1-1 0,-2-1 0,-1 0-1,-2-1 1,-2-1 0,-1 0 0,-2 0-1,-1-1 1,-2-1 0,2-68 0,-8 106-189,0 1 1,0-1 0,0 1 0,0-1-1,0 1 1,0-1 0,0 1-1,-1-1 1,1 1 0,0-1 0,0 1-1,0 0 1,0-1 0,-1 1-1,1-1 1,0 1 0,0 0 0,-1-1-1,1 1 1,0 0 0,-1-1-1,1 1 1,0 0 0,-1-1 0,1 1-1,0 0 1,-1 0 0,1-1-1,-1 1 1,1 0 0,-1 0 0,1 0-1,0 0 1,-1 0 0,1 0-1,-1-1 1,1 1 0,-1 0 0,1 0-1,-1 0 1,0 1 0,-1-1-10,1 0-1,-1 1 1,1-1 0,-1 1 0,0-1 0,1 1-1,-1-1 1,1 1 0,-1 0 0,1 0 0,-3 2-1,-2 4 18,-1 0 0,1 0 0,1 0 0,-1 1 0,2 0 0,-9 15-1,-21 61 344,27-66-255,-24 82 525,4 1 0,-15 119 1,9-45-562,26-142-146,-1-1-192,2 0-1,-3 65 0,9-97 179,0 1-1,0 0 0,0-1 1,0 1-1,0 0 0,0-1 1,0 1-1,1 0 0,-1-1 1,0 1-1,1 0 0,-1-1 1,0 1-1,1-1 0,-1 1 1,1-1-1,-1 1 0,1-1 1,-1 1-1,1-1 0,-1 1 1,1-1-1,0 1 0,-1-1 1,1 0-1,-1 0 0,1 1 1,0-1-1,-1 0 0,1 0 1,0 0-1,-1 1 0,2-1 0,29 0-2927,-17-1 1253,27 1-4078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6:03.0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376 0 9690,'0'0'14538,"-24"3"-14073,-76 9-46,87-11-333,1 2 1,0-1-1,-1 2 0,1 0 1,0 0-1,1 1 0,-1 0 1,1 1-1,0 1 1,1-1-1,-15 13 0,16-12-70,0 1 0,1 0 0,0 0 0,0 0 0,1 1 0,0 1 0,0-1-1,-7 15 1,11-17-26,0 0-1,0 1 1,0-1-1,1 1 0,0-1 1,0 1-1,1 0 1,0-1-1,0 1 0,1 0 1,0 0-1,1 0 1,1 9-1,-2-16-5,1 0 1,-1 0-1,1 0 1,0 0 0,0 0-1,-1 1 1,1-1-1,0-1 1,0 1-1,0 0 1,0 0-1,0 0 1,0 0-1,0-1 1,1 1-1,-1 0 1,0-1-1,0 1 1,0-1-1,1 1 1,-1-1-1,0 0 1,1 0-1,-1 1 1,0-1-1,3 0 1,42-1-286,-37 1 248,-2-1 35,0 0 1,0-1-1,0 0 0,-1 0 1,1-1-1,0 1 1,-1-1-1,0-1 1,0 1-1,0-1 0,0 0 1,0 0-1,7-9 1,5-4 25,-1-1 0,22-32 0,-37 48 204,0-1 0,0 0 0,0 0 0,-1 0 0,1 0 0,0 0-1,-1 0 1,0 0 0,0 0 0,0-1 0,0 1 0,-1 0-1,1-6 1104,-2 16-1181,-4 14-167,1 0 1,1 1-1,0-1 0,2 29 1,1-48-40,0 0 1,0 1-1,1-1 1,0 0-1,-1 1 1,1-1-1,0 0 1,0 0-1,0 1 1,0-1-1,0 0 1,1 0-1,-1 0 1,0-1-1,1 1 1,0 0-1,-1 0 1,1-1-1,0 1 1,0-1-1,0 0 1,0 1-1,0-1 0,0 0 1,0 0-1,1 0 1,-1-1-1,0 1 1,0 0-1,4 0 1,7 1-993,1-1 0,0 0 0,0-1 1,16-1-1,-4 0-2442,22 1-5015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6:03.3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9826,'0'0'16580,"12"89"-16020,3-62-248,3-3-168,-3-4-88,0-5-56,0-3-120,2-6-1408,10-6-1481,-3-3-2704,0-18-1657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6:03.4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740 0 9450,'0'0'16171,"-116"175"-14634,75-98-289,-7 13-280,-8 5-440,-9 6-416,-7 0-112,-2 0-960,-33 26-1216,24-26-2065,6-17-1680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9:18.7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32 288,'0'0'8024,"0"5"-6998,0-4-946,0 0-1,0 0 1,0 0 0,0 0 0,0 0-1,0 0 1,0 0 0,0-1 0,1 1-1,-1 0 1,0 0 0,0 0-1,1 0 1,-1-1 0,1 1 0,-1 0-1,0 0 1,1 0 0,0-1 0,-1 1-1,1 0 1,-1-1 0,1 1 0,0-1-1,-1 1 1,3 0 0,28 2 2917,-22-3-2769,8-1 636,0-1 0,0-1 0,0-1 0,0-1 0,16-6 0,42-10-534,-58 18-287,-3-1 14,1 2 1,-1-1-1,0 2 1,1 0-1,0 1 1,24 2-1,-37-1-44,0 0-1,0 1 1,-1-1-1,1 0 1,0 1-1,-1-1 1,1 1 0,-1-1-1,1 1 1,-1 0-1,0 0 1,0 0-1,2 2 1,16 34 80,-14-29-89,-3-3-4,-1 0 0,1-1 0,-1 1 0,0 0 0,-1 0 0,1 0-1,-1 0 1,-1 12 0,0 0 101,0-13-85,-1 0-1,0 0 0,0 1 0,-1-1 0,1-1 0,-1 1 0,0 0 0,0-1 0,0 1 1,-1-1-1,0 0 0,-6 5 0,-7 11 10,-109 128 272,107-127-257,8-7 69,0 1 0,-14 27 0,18-31-56,1 1 0,-1-1 0,-1 0 1,0-1-1,-1 0 0,-13 13 0,22-23-2,-1 0 0,1 0 1,-1 1-1,1-1 0,-1 0 0,1 0 0,-1 1 1,1-1-1,-1 1 0,1-1 0,0 0 0,-1 1 0,1-1 1,0 1-1,-1-1 0,1 1 0,0-1 0,0 1 0,-1-1 1,1 1-1,0-1 0,0 1 0,0-1 0,0 1 1,0-1-1,0 1 0,0 0 0,0-1 0,0 1 0,15 2 482,34-13-485,-45 10 13,72-17 518,1 3 0,1 4 0,95 0 0,-161 11 888,-17 1 76,-27 1-2172,-26-6-5149,31 0-468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32:47.9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380 147 5025,'0'0'6800,"3"-12"-1097,-6 12-5527,-1 0 1,0 0-1,1-1 1,-1 1-1,1-1 1,-1 0-1,-4-2 0,6 2-285,-1-1 0,0 0-1,1 1 1,-1-1 0,1 0-1,0-1 1,-1 1-1,1 0 1,0-1 0,1 1-1,-1-1 1,0 0-1,1 1 1,-1-1 0,1 0-1,0 0 1,0 0-1,0 0 1,0 0 0,0-6-1,-7-15 84,6 18 161,0 1 0,1-1 0,-1 1-1,1-1 1,-1-8 0,2 13-81,0 1 1,0 0-1,0 0 1,0 0-1,0-1 0,0 1 1,0 0-1,0 0 1,0 0-1,0-1 0,0 1 1,0 0-1,0 0 1,0 0-1,0 0 0,-1-1 1,1 1-1,0 0 1,0 0-1,0 0 1,0 0-1,0-1 0,0 1 1,-1 0-1,1 0 1,0 0-1,0 0 0,0 0 1,0 0-1,-1 0 1,1 0-1,0 0 0,0-1 1,0 1-1,-1 0 1,1 0-1,0 0 0,0 0 1,0 0-1,0 0 1,-1 0-1,1 0 0,0 0 1,0 0-1,0 0 1,-1 1-1,1-1 0,0 0 1,0 0-1,0 0 1,0 0-1,-1 0 0,1 0 1,0 0-1,0 0 1,0 0-1,0 1 0,-1-1 1,-9 10 349,-1 18-284,1 0 0,2 0 0,-10 56 0,-1 94-23,-1 3-27,-84 412 349,76-460 7,-12 85 180,36-177-554,-5 41 236,4 146 0,7-221-264,-1 0 0,1 1 1,0-1-1,0 0 0,1 0 0,0-1 0,1 1 1,-1 0-1,1-1 0,0 0 0,8 8 0,8 10 58,32 28 0,-41-41-65,19 15-2,0-2 0,2 0 0,47 26 0,110 47 17,-68-36 83,-36-22-57,-62-30-23,0 1 1,-1 1-1,0 1 0,0 1 0,-1 1 1,31 27-1,39 36 124,-1-1-85,-87-73-62,-1 0 0,0 0-1,0 1 1,0-1 0,0 0-1,0 1 1,-1-1 0,1 1-1,-1 0 1,0-1-1,0 1 1,0 0 0,0 5-1,-1 57 319,-2-33-231,4-4-35,2-1 0,0 1-1,2-1 1,10 31-1,12 62 214,-14 18 569,-7 194 1,-4-54 361,8-159-688,30 135 0,-4-33-150,-14-93-121,45 141 0,-23-102-38,-30-100-189,-4 1 0,5 98 0,-13 139 36,1 8-18,1-269-18,3 0 0,2 0 0,1-1 0,24 59 0,7 25-4,-31-89-7,-3 1-1,-1 0 1,-2 0 0,0 62-1,-4-26 5,-2 113 61,-5-140-75,-16 69-1,-6 35-34,28-90-32,1-62 61,1 0 0,-1-1-1,0 1 1,1 0-1,-1-1 1,1 1-1,-1-1 1,1 1-1,-1-1 1,1 0 0,-1 0-1,1 0 1,-1 0-1,1 0 1,2 0-1,31 0-641,-33 0 476,6 1-33,-1 0 1,0 1-1,1-1 0,-1 2 1,0-1-1,0 1 0,-1 0 1,1 0-1,0 1 0,11 8 1,-9-5 99,0 0 0,0 1 1,0-1-1,-1 2 0,0-1 1,9 14-1,-16-20 186,0 0 0,0-1 1,0 1-1,0 0 0,0 0 1,-1 0-1,1 0 0,-1-1 0,1 1 1,-1 0-1,0 0 0,1 0 0,-1 0 1,0 0-1,0 0 0,-1 0 0,1 0 1,0 0-1,-1 0 0,1 0 1,-1 0-1,-1 3 0,0-2 155,0 1 1,0-1-1,-1 0 0,1 0 0,-1 0 1,0 0-1,0-1 0,0 1 1,-6 3-1,8-3-177,0 0 1,0 0-1,0 0 1,1 1 0,-1-1-1,1 0 1,0 0-1,0 0 1,0 1-1,0-1 1,0 0-1,1 4 1,0 4 0,-1 5-61,17 525 0,-15-492 0,-2-36 0,0 0 0,1-1 0,1 1 0,3 14 0,3-6 0,16 33 0,-23-54-14,-1 1 0,0-1 0,0 1 1,0-1-1,1 1 0,-1-1 0,0 0 0,1 1 0,-1-1 1,0 0-1,1 1 0,-1-1 0,0 0 0,1 1 0,-1-1 1,1 0-1,-1 0 0,0 1 0,1-1 0,-1 0 0,1 0 0,-1 0 1,1 0-1,-1 0 0,1 0 0,-1 0 0,1 0 0,-1 0 1,1 0-1,-1 0 0,1 0 0,-1 0 0,1 0 0,-1 0 0,0 0 1,1 0-1,-1 0 0,1-1 0,0 1 0,18-17-971,27-48-1363,-4 5-2374,13-15-5473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33:02.2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1727 241 5049,'0'0'8895,"-7"0"-8244,-43 0 1619,65 10-2374,31-3 315,0-1 0,1-3 0,79-4 0,-34 0-96,1795 1 1663,-1370-14-1540,-353 1-163,195-40 1,-105-4 98,154-28 57,-256 70 2081,-102 11-2591,36-6 272,-40 3 319,53 1 1594,-99 10-1902,1 0 1,0-1-1,0 1 1,0 0-1,1 0 1,-1-1-1,1 1 1,0 0-1,0-1 1,0 0-1,0 1 1,1-1-1,-1 0 1,1 0-1,0 0 1,0-1-1,0 1 1,0-1-1,0 0 1,1 1-1,4 1 1,6 4-7,1-1 0,0 0 1,29 8-1,133 27 19,-176-41-17,0-1-1,0 0 1,0 1-1,-1-1 1,1 1-1,0 0 1,0-1-1,0 1 1,0 0-1,0-1 1,-1 1-1,1 0 1,0 0-1,-1 0 1,1 0-1,-1 0 1,1 0-1,-1 0 1,1 0-1,-1 0 1,0 0-1,1 0 1,-1 0-1,0 0 1,0 0-1,1 1 1,-2 35-32,0-21 52,-1 14 0,-2 0 0,-1 0 0,-1-1 1,-13 36-1,-1 6-1,-102 516 24,63-286-35,21-97 33,8 2 1,-3 247 0,28-11 54,-3 135 87,-50 60-97,46-539-56,0 40 261,11 279 1,24-205 19,-11-125-151,1 103-1,-13-133 716,0-57-679,1 4 23,0-1 0,-1 1 0,0 0 0,0-1 0,0 1 0,0-1 0,-1 5 0,1 3-152,7 362-3,-9-225-65,1-89-15,0-20-16,7 69 1,-6-108 32,0 1-1,-1-1 1,1 0 0,0 0-1,0 1 1,0-1-1,0 0 1,0 1 0,1-1-1,-1 0 1,0 1-1,0-1 1,0 0 0,0 1-1,0-1 1,0 0-1,0 0 1,1 1 0,-1-1-1,0 0 1,0 0-1,0 1 1,1-1 0,-1 0-1,0 0 1,0 1-1,1-1 1,-1 0 0,0 0-1,0 0 1,1 0-1,-1 1 1,0-1 0,1 0-1,8-8 49,3-15 44,0-4-25,-7 18-56,-1-1 0,0-1 0,0 1 0,-1-1 1,0 1-1,-1-1 0,0 0 0,0-13 0,-2 23-20,0 0-1,-1 1 0,1-1 0,-1 0 1,1 1-1,-1-1 0,0 0 1,1 1-1,-1-1 0,0 1 0,1-1 1,-1 1-1,0-1 0,0 1 1,0 0-1,1-1 0,-1 1 0,0 0 1,0-1-1,0 1 0,0 0 0,1 0 1,-1 0-1,-2 0 0,-30-4-155,24 4 97,-344-8-1685,211 10 1029,-368 17-1351,-5 1 1460,510-20 615,-602-21 45,-194-38 170,703 53-200,63 3-7,-1 0 0,1-3-1,1 0 1,-1-3 0,1 0 0,0-3-1,1 0 1,-35-20 0,42 18-15,-1 1 0,0 1 0,0 2 0,-1 1 0,-1 1-1,1 1 1,-1 2 0,-37-3 0,-381 2 6,84 4 114,-511-40-1087,296 6-8207,477 29 4928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5:46.2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217 1 7722,'0'0'12788,"-13"20"-12363,-40 66-147,47-76-213,1 0 0,0 0 0,1 0 0,0 0 0,0 1 0,-2 12 1,0 4 75,-19 63 152,-22 62-391,46-149-23,1-1 34,-1 0 1,0-1-1,1 1 1,-1 0-1,0-1 1,0 1 0,0 0-1,0-1 1,0 1-1,-3 2 1,-13 0-4442,8-4-803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5:46.7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 14 7946,'0'0'7268,"33"-2"-5888,106-4-642,-88 4-490,-44 0-215,0 1 0,0 1-1,0 0 1,0 0 0,0 0 0,0 1 0,0-1 0,0 2 0,0-1 0,0 1 0,0 0 0,9 5 0,-14-6-20,1 1 1,-1-1-1,0 1 0,1 0 0,-1 0 1,0 0-1,0 0 0,0 0 1,0 1-1,-1-1 0,1 0 1,-1 1-1,1 0 0,-1-1 1,2 6-1,-2-2 82,1 0 1,-1 0-1,0 0 1,0 1-1,-1-1 0,0 0 1,-1 8-1,0-3 100,-1 0 1,0 0-1,-1 0 0,0 0 1,0-1-1,-1 1 0,-1-1 0,-6 11 1,-9 7 206,-2-1 0,-1-1 0,-1-1 1,-42 34-1,66-59-430,0 1 0,0-1 0,0 0 0,0 1-1,0-1 1,0 1 0,1-1 0,-1 0 0,0 1 0,0-1 0,0 0 0,0 0 0,0 1 0,1-1 0,-1 0 0,0 1 0,0-1 0,1 0-1,-1 0 1,0 1 0,0-1 0,1 0 0,-1 0 0,0 0 0,0 1 0,1-1 0,-1 0 0,0 0 0,1 0 0,-1 0 0,0 0 0,1 0-1,-1 1 1,1-1 0,-1 0 0,1 0 0,26 11-175,7 4 102,-29-12 93,-1 0 0,0 0 0,1 1-1,-1 0 1,-1-1 0,1 1 0,0 1 0,-1-1 0,0 1 0,0-1 0,0 1 0,-1 0-1,0 0 1,1 0 0,0 6 0,1 3 12,-2 1 0,0-1 0,0 0-1,-2 24 1,0-34 22,0-1 0,0 1 1,-1 0-1,0-1 0,1 1 0,-1-1 0,-1 1 0,1-1 0,0 0 0,-1 1 0,0-1 1,0 0-1,0 0 0,0 0 0,0 0 0,-3 3 0,-1-1 52,1-1 1,-1 1-1,0-1 0,0 0 0,0 0 0,-1-1 0,-11 5 1,1-2 107,-1-1 1,1-1 0,-1 0 0,0-2-1,-35 2 1,49-4-167,-1 0-1,0 0 1,1 0-1,-1-1 1,0 1 0,1-1-1,-1 0 1,1-1-1,0 1 1,-1-1 0,-7-4-1,10 4-78,-1 0 0,1-1 0,0 1 0,0-1 0,0 0 0,0 1 0,0-1 0,1 0 0,-1 0 0,1 0 0,0 0 0,0 0 0,0-1 0,0 1 0,0 0 0,1 0 0,0-1 0,-1-5 0,1 0-649,0-1 0,0 0 0,0 1 0,1-1 0,1 1 0,-1 0-1,6-16 1,14-14-4580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5:47.1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10 304 680,'0'0'17411,"1"29"-16091,4 140 229,-4-154-1038,-1 10 457,-1-24-951,1-1-1,0 1 1,0-1 0,0 1 0,-1 0-1,1-1 1,0 1 0,0-1 0,-1 1-1,1-1 1,0 1 0,-1-1 0,1 0-1,-1 1 1,1-1 0,-1 1 0,1-1-1,-1 0 1,1 1 0,-1-1 0,1 0-1,-1 0 1,1 1 0,-1-1 0,0 0-1,1 0 1,-1 0 0,1 0 0,-1 0-1,1 1 1,-1-1 0,-1-1 0,2-12 271,2-33-277,2 1 1,2 0-1,1 1 1,3 0-1,20-57 1,-18 63-27,14-44 48,-22 73-63,0 1-1,0 0 1,0 0 0,1 0 0,0 0 0,12-13 0,-14 19-470,0 0 0,0 0 0,1 0 1,-1 0-1,0 0 0,1 1 0,0 0 0,-1-1 1,1 1-1,0 1 0,7-2 0,-2 0-2355,13-1-6191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5:47.3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 1 13219,'0'0'12603,"-30"133"-12499,30-124-104,-3-6-64,3-30-7002,0-14 1825,6-7-6242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5:47.5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5577,'0'0'18620,"44"12"-18620,-32 18-184,6 12-1608,-3-10-3545,0-2-2977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5:47.9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292 0 10842,'0'0'12556,"-15"5"-11844,-25 8-405,-60 27-1,89-35-243,0 0 0,0 1 0,1 0 0,0 1 0,0 0 0,0 1 0,1 0 0,0 0 1,1 1-1,0 0 0,0 0 0,-6 12 0,13-20-63,0 0 1,0 0 0,1 0-1,-1 0 1,0 1-1,1-1 1,-1 0 0,1 1-1,0-1 1,-1 0-1,1 1 1,0-1 0,0 0-1,0 1 1,0-1-1,0 0 1,0 1 0,0-1-1,0 0 1,1 1-1,-1-1 1,0 0-1,1 1 1,-1-1 0,1 0-1,0 0 1,-1 1-1,1-1 1,0 0 0,0 0-1,-1 0 1,1 0-1,0 0 1,0 0 0,0 0-1,0 0 1,1-1-1,-1 1 1,0 0 0,0-1-1,0 1 1,1-1-1,-1 1 1,0-1 0,0 1-1,1-1 1,-1 0-1,2 1 1,10 1 6,0-1 0,-1 0 0,1 0 0,17-2-1,-13 0-13,-9 1 11,-1 0 1,1 0-1,-1-1 1,1 0-1,-1-1 1,0 1 0,1-1-1,-1-1 1,0 0-1,0 0 1,-1 0-1,1 0 1,-1-1-1,7-5 1,-13 8 12,1 1 0,-1-1-1,1 1 1,-1-1 0,1 1 0,0-1 0,-1 1 0,1-1 0,-1 1 0,1 0 0,0-1-1,-1 1 1,1 0 0,0-1 0,0 1 0,-1 0 0,1 0 0,0 0 0,0 0 0,-1 0-1,1 0 1,0 0 0,0 0 0,-1 0 0,1 0 0,1 0 0,0 18 434,-1-3-571,-1-10 19,0-1 0,1 1 0,-1-1 1,1 0-1,0 1 0,0-1 0,1 0 1,0 0-1,-1 1 0,6 6 0,-5-9-349,0 0 0,0 0 0,0 0 0,0 0 0,0 0 0,1 0 0,-1-1 0,1 1 0,0-1-1,-1 0 1,1 0 0,0 0 0,-1 0 0,1 0 0,0-1 0,0 1 0,3-1 0,15 1-6368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5:48.3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21 8330,'0'0'12445,"2"14"-11735,6 44-208,-8-56-469,1 1-1,-1 0 1,1-1-1,-1 1 1,1-1-1,0 1 1,0-1-1,0 1 1,1-1-1,-1 0 1,0 1-1,3 1 1,-4-3-28,1-1 0,0 1 0,-1-1 1,1 1-1,0-1 0,0 1 0,-1-1 0,1 0 1,0 1-1,0-1 0,0 0 0,-1 0 0,1 0 1,0 1-1,0-1 0,0 0 0,0 0 1,0 0-1,-1 0 0,1-1 0,0 1 0,0 0 1,0 0-1,1-1 0,3-1-15,1-1 1,-1-1-1,0 1 0,0-1 0,0 0 1,-1 0-1,7-6 0,3-3 42,7-4-70,36-21 0,-50 34 155,0 0 0,0 0 0,1 1 0,-1 0 0,1 1 0,0-1 0,-1 1 0,1 1 0,14-1 0,-21 2-75,-1 0 1,0 0 0,1 0 0,-1 1-1,1-1 1,-1 0 0,0 1 0,1-1 0,-1 0-1,0 1 1,1-1 0,-1 0 0,0 1-1,0-1 1,1 1 0,-1-1 0,0 0-1,0 1 1,0-1 0,0 1 0,1-1-1,-1 1 1,0-1 0,0 1 0,0-1-1,0 1 1,0-1 0,0 1 0,0 18 471,0-17-361,0 72 778,3-68-4283,3-5-2318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5:49.9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389 212 7114,'0'0'12816,"-1"-3"-11373,0 1-1319,0 0 0,-1 0 0,0 0 0,1 0 0,-1 0 0,0 1 0,0-1 0,0 0 0,0 1 0,0 0 0,0-1 0,0 1 0,0 0 0,-1 0 0,1 0 0,0 1 0,-1-1 0,1 0 0,-1 1 0,1 0 0,-1-1 0,-2 1 0,-71-2 395,57 2-251,-15-1-23,20 0-203,0 1 1,0 0 0,-24 3 0,37-2-57,0-1 0,0 1-1,0 0 1,0-1 0,1 1 0,-1 0 0,0 0-1,0 0 1,0 0 0,1 0 0,-1 0 0,0 0-1,1 0 1,-1 0 0,1 0 0,-1 0-1,1 0 1,0 0 0,-1 0 0,1 0 0,0 0-1,0 1 1,0-1 0,-1 0 0,1 0-1,1 0 1,-1 2 0,4 34-281,3-20 272,1 0 0,0 0 1,1-1-1,1 0 1,21 25-1,5 11-40,-18-25-207,26 58 1,-39-72 174,-1 0 1,0 0-1,0 0 1,-1 1-1,-1-1 1,-1 1-1,1 16 1,-2-28 93,-1 0 1,1 0-1,-1 1 0,1-1 1,-1 0-1,0 0 0,0 0 1,0 0-1,0 0 0,0 0 1,-1 0-1,1 0 0,-1 0 1,1 0-1,-1-1 0,1 1 1,-1-1-1,0 1 0,0-1 1,0 0-1,0 1 0,0-1 1,0 0-1,0 0 0,0-1 0,0 1 1,-1 0-1,1-1 0,0 1 1,-4-1-1,-9 3-35,0-1 0,0-1 0,-21 0 1,33-1 12,-13 0-154,0 0 0,0-1-1,0 0 1,0-2 0,-22-5 0,35 7 131,-1-1 0,1 1 1,-1-1-1,1 1 0,-1-1 1,1 0-1,0 0 0,0 0 1,0-1-1,0 1 0,1-1 1,-1 0-1,1 1 0,-1-1 1,1 0-1,0-1 0,0 1 1,0 0-1,1 0 0,-1-1 0,1 1 1,0-1-1,0 0 0,0 1 1,0-1-1,1 0 0,-1 1 1,1-1-1,0-4 0,1 2 34,-1 0-1,1 0 1,1 0-1,-1 0 0,1 0 1,0 1-1,0-1 1,1 0-1,-1 1 0,1 0 1,0 0-1,1 0 1,0 0-1,-1 0 0,1 1 1,1-1-1,6-4 1,9-8 110,2 1 0,39-23 1,-23 16 79,12-8 98,-5 4 97,49-41 0,-83 59-228,0 0 0,0-1 1,-1-1-1,-1 0 0,0 0 0,0 0 0,-1-1 1,-1-1-1,8-16 0,-12 19 22,0 1-1,-1-1 1,0 0-1,0 0 1,-1 0-1,0 0 1,-2-17 0,1 17 62,0 7-194,0 1 0,0 0 1,0 0-1,-1 0 1,1 0-1,0 0 0,-1 0 1,0 0-1,0 0 0,1 0 1,-1 0-1,0 0 0,-1 0 1,1 0-1,0 1 1,0-1-1,-1 0 0,1 1 1,-1-1-1,1 1 0,-1 0 1,0-1-1,0 1 1,1 0-1,-1 0 0,0 0 1,0 0-1,0 1 0,0-1 1,-4 0-1,-3-1-68,0 0 1,0 1-1,0 0 0,0 1 1,-17 2-1,24-2-25,0 0 1,0 1-1,0 0 1,1-1 0,-1 1-1,0 0 1,0 0-1,1 0 1,-1 0-1,1 0 1,-1 1-1,1-1 1,-2 2-1,2-3-31,1 1-1,0-1 1,-1 0-1,1 1 1,0-1 0,-1 1-1,1-1 1,0 0-1,-1 1 1,1-1-1,0 1 1,0-1-1,0 1 1,0-1-1,-1 1 1,1-1-1,0 1 1,0-1-1,0 1 1,0-1-1,0 1 1,0-1 0,0 1-1,0-1 1,0 1-1,1-1 1,-1 1-1,0-1 1,0 1-1,0-1 1,1 1-1,-1-1 1,0 0-1,0 1 1,1-1-1,-1 1 1,0-1 0,1 0-1,-1 1 1,0-1-1,1 0 1,-1 1-1,1-1 1,-1 0-1,0 0 1,1 1-1,-1-1 1,1 0-1,-1 0 1,1 0-1,-1 0 1,1 1 0,-1-1-1,2 0 1,24 5-5044,9-4-2738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5:50.3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372 1 5961,'0'0'16984,"-4"3"-15586,-32 31-554,2 2 0,1 0 0,-34 53 0,-74 134-701,116-173-84,-6 9-4202,32-65-4031,-2-8 5582,0 5 225,1-23-5061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5:50.5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10762,'0'0'11397,"13"24"-10134,43 79-82,-47-87-982,0 0 0,2 0 1,0-1-1,0 0 0,2-1 1,0 0-1,0-1 1,1-1-1,1 0 0,0-1 1,0-1-1,1 0 0,27 12 1,-35-18-537,0-1 0,1 0 0,-1 0 0,15 3 0,16-1-4190,-4-4-2388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5:52.7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161 1 5513,'0'0'13050,"0"0"-12943,-1 0 1,1 0 0,0 0-1,-1 0 1,1 0 0,0 0-1,0 0 1,-1 0 0,1 0-1,0 0 1,-1 0-1,1 0 1,0 0 0,0 0-1,-1 0 1,1 0 0,0 0-1,0 0 1,-1 0 0,1 0-1,0 1 1,0-1 0,-1 0-1,1 0 1,0 0 0,0 1-1,0-1 1,-1 0 0,1 0-1,0 0 1,0 1 0,0-1-1,0 0 1,0 0-1,-1 1 1,-15 69 1121,-3-1-1,-37 90 1,43-126-1170,-29 65-232,38-92-903,2-16 872,4-19 246,7-6-64,21-54 0,-19 63 17,-2-2 1,-1 1-1,9-54 0,-17 75 5,0 4 0,0 0 0,0 1 0,0-1 0,0 0 0,0 0 0,0 1 0,0-1 0,1 0 0,-1 1 0,1-1 0,-1 1 0,2-3 0,0 3 15,-1 2 20,-1 0-1,1 0 1,-1 0 0,1-1-1,-1 1 1,0 0 0,1 0-1,-1 0 1,0 0 0,0 0-1,0 0 1,1 0 0,-1 0-1,0 0 1,0 0 0,0 0-1,-1 0 1,1 0 0,0 2 0,-1 1 78,1 6 42,1 15-9,-1 0 0,-1 0 0,-1 0 0,-2-1 0,0 1 0,-9 26 0,-28 55-252,65-141-5584,-10 16 2858,15-24-4470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5:53.1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189 0 12259,'0'0'10690,"-14"21"-9419,-47 66-104,48-70-620,-1-1 0,-21 20 0,28-30-423,0 0-1,1 1 1,0 0-1,0 1 0,-7 12 1,12-19-132,0 0 0,1 0 0,-1 0 0,0 0 0,1 0 0,0 0 0,-1 1 0,1-1 0,-1 0 0,1 0 0,0 0 0,0 0 0,0 0 0,0 1 0,0-1 0,0 0 0,0 0 0,0 0 1,0 1-1,0-1 0,1 0 0,-1 0 0,1 0 0,-1 0 0,0 0 0,1 0 0,0 0 0,-1 0 0,1 0 0,0 0 0,-1 0 0,1 0 0,0 0 0,0 0 0,0-1 0,1 2 0,4 1-75,0 0-1,0 0 0,0-1 0,0 1 1,11 1-1,2 2-58,-11-4 52,0 1 1,0 1-1,0-1 1,0 1-1,-1 1 1,1-1-1,-1 1 1,8 8-1,-12-10 85,0 1 1,0 0-1,-1 0 0,1 0 0,-1 1 0,0-1 0,0 1 0,0-1 0,-1 1 0,0-1 0,0 1 0,0 0 0,0 0 0,-1-1 0,1 1 0,-2 6 0,1-9 6,1 9 35,-2 0-1,1 0 1,-4 14-1,3-20 1,0-1-1,-1 0 1,0 1-1,0-1 1,0 0 0,0 0-1,-1 0 1,0 0 0,0 0-1,-4 4 1,-42 39 455,45-44-523,1 0-1,-1 0 1,0-1-1,0 1 0,0-1 1,0 0-1,0 0 1,-1-1-1,1 1 1,0-1-1,-1 0 1,-7 1-1,11-2-90,0 0 1,0 0-1,0 0 1,0-1-1,0 1 0,0 0 1,0-1-1,0 1 1,0 0-1,0-1 1,0 1-1,1-1 0,-1 1 1,0-1-1,0 0 1,0 1-1,1-1 0,-1 0 1,0 0-1,1 1 1,-1-1-1,1 0 1,-1 0-1,1 0 0,-1-2 1,-7-26-3855,7 21 2451,-8-28-5021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5:53.3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13795,'0'0'9114,"154"0"-9106,-118 0-8,3 0-72,26 0-696,-9 0-2897,-2 0-2032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5:53.6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301 4 10402,'0'0'7096,"-25"16"-5111,-83 57-341,95-64-1499,0 0 0,0 1 0,1 1-1,0 0 1,1 1 0,0 0 0,1 0 0,1 1-1,0 1 1,0-1 0,2 2 0,0-1-1,-8 21 1,11-22-133,1 0-1,0 0 1,0 1-1,2-1 1,0 1-1,0 0 1,2 13-1,-1-24-10,0 0 0,1 0-1,0 0 1,-1 0 0,1 0 0,0-1-1,0 1 1,1 0 0,-1-1-1,1 1 1,-1 0 0,1-1 0,0 0-1,0 1 1,0-1 0,0 0-1,0 0 1,1 0 0,-1 0 0,0-1-1,1 1 1,0-1 0,-1 1-1,1-1 1,0 0 0,0 0 0,-1 0-1,1 0 1,0-1 0,3 1-1,11 2 14,1-1-1,-1-1 1,34-1-1,-43 0-9,5-1 5,-1-1 1,1-1-1,-1 0 0,0 0 0,0-1 0,0 0 0,-1-1 0,0-1 0,0 0 0,0 0 1,0-1-1,-1-1 0,0 0 0,-1 0 0,0 0 0,0-1 0,-1-1 0,0 0 0,0 0 1,-1 0-1,-1-1 0,0 0 0,0 0 0,-1 0 0,0-1 0,-1 0 0,-1 0 0,0 0 1,2-17-1,-3 17 124,-1 0 0,-1-1 0,0 0 0,-1 1 0,0 0-1,-1-1 1,0 1 0,-6-17 0,6 24-129,-1-1 0,0 1 0,1 0 0,-2 0 0,1 0 0,-1 0 0,1 1 0,-1 0 0,-1-1 0,1 1-1,-1 1 1,1-1 0,-1 0 0,0 1 0,0 0 0,0 1 0,-1-1 0,1 1 0,-10-3 0,3 2-690,-1 0 1,1 1-1,-1 1 1,0 0-1,-21 1 1,17 0-1636,-11 0-3685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5:55.2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24 5353,'1'2'15070,"0"-2"-15003,-1 1 0,1-1 0,-1 1-1,1-1 1,-1 0 0,1 1 0,-1-1 0,1 0 0,0 0 0,-1 1 0,1-1 0,0 0-1,-1 0 1,1 0 0,0 0 0,-1 1 0,1-1 0,0 0 0,1-1 0,15 1 403,100 1 399,176-22 1,-291 20-1392,10-2 349,-11-2-6422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5:55.4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10818,'0'0'11771,"169"27"-11067,-118-27-136,-4 0-232,-2 0-192,-9 0-136,-7-3 8,-11 3-16,-9-3-192,-9-3-816,0 0-3697,-15 0-3289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5:56.7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117 13 760,'0'0'16497,"-4"0"-15087,1 0-1892,2 0 637,1 0 1,0 0-1,-1 0 1,1 0-1,-1 0 1,1 1-1,-1-1 1,1 0-1,-1 0 0,1-1 1,-1 1-1,1 0 1,0 0-1,-1 0 1,1 0-1,-1 0 1,1 0-1,-1-1 1,1 1-1,0 0 1,-1 0-1,1 0 1,-1-1-1,1 1 1,0 0-1,-1-1 1,1 1-1,0 0 1,0-1-1,-1 1 1,1 0-1,0-1 0,0 1 1,-1-1-1,1 1 1,0-1-1,0 1 1,0 0-1,0-1 1,0 1-1,0-1 1,0 1-1,0-1 1,0 1-1,0-1 1,0 0 1986,-2 24-1612,-19 61-126,-15 85 128,27-91-439,3-20-13,-16 69 0,23-161-9262,14-1 2413,5 1-4550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5:57.6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69 336,'0'0'7646,"-1"-21"663,7 17-7807,0 1-1,0 0 1,0 0-1,1 0 1,-1 1-1,1 0 1,0 0-1,11-1 1,-2-1 62,25-3-186,-1 1 0,1 2 1,67 3-1,-81 1-320,-14 0-30,0 1 0,-1 0 1,1 1-1,-1 0 1,0 1-1,0 0 1,19 8-1,-26-9-17,-1 0 0,1 1 0,-1-1 0,0 1 0,0 0 0,0 0 0,0 0 0,0 0 0,-1 1 0,0-1 0,1 1 0,-1 0 0,-1 0 0,1 0 0,0 1 0,-1-1 0,0 0 0,0 1 0,0 0 0,-1-1 0,0 1 0,1 7 0,0-4 25,-2 1 1,1-1-1,-2 0 0,1 1 1,-1-1-1,0 0 1,0 1-1,-1-1 1,0 0-1,-1 0 0,0 0 1,0 0-1,-1-1 1,0 1-1,0-1 1,0 0-1,-1 0 0,0-1 1,-1 1-1,0-1 1,-9 9-1,-33 27 242,-62 42-1,41-33-217,67-49-59,0-1 0,-1 0 0,1 1-1,0 0 1,0-1 0,0 1 0,0 0 0,0 0 0,1 0-1,-1 0 1,0 0 0,1 1 0,0-1 0,-1 0 0,1 1 0,0-1-1,0 1 1,0 0 0,1-1 0,-1 1 0,0 4 0,2-6 4,0 0 0,0 0 1,0-1-1,0 1 0,0 0 0,0-1 1,0 1-1,0 0 0,0-1 1,0 0-1,0 1 0,0-1 0,1 0 1,-1 1-1,0-1 0,0 0 1,0 0-1,2 0 0,0 0 15,38 5 176,0-3 0,61-3 0,-25-1 44,22 4 369,-37 0 382,105-9 0,-136-2 3194,-36 9-9283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5:58.6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306 0 6617,'0'0'14214,"-16"1"-11420,1 3-2650,-1 1 0,2 1 1,-1 1-1,1 0 0,0 1 0,0 0 0,1 1 0,-21 18 1,22-17-129,1 0 1,0 1-1,0 1 1,1 0-1,1 0 1,0 1-1,1 0 1,0 0-1,1 1 1,-10 28-1,9-16-30,2-1-1,1 1 0,1 0 0,1 1 1,1 40-1,2-63 7,0 0 0,0 0 0,1 0 1,-1 0-1,1 0 0,0-1 0,0 1 0,0 0 0,0 0 0,1-1 1,-1 1-1,1-1 0,0 1 0,0-1 0,1 0 0,-1 0 0,0 0 1,5 4-1,-2-3-9,0-1 1,0 0 0,0-1-1,0 1 1,0-1 0,0 0-1,1 0 1,-1 0 0,1-1 0,-1 0-1,1 0 1,7 0 0,2 0-5,0-1 0,0 0 0,-1-1 0,1 0 0,0-2 0,-1 1 0,1-2 0,-1 0 0,0-1 0,0 0 0,0-1 0,-1 0 0,0-1 0,0-1 0,-1 0 0,0-1 0,0 0 0,19-21 0,-17 17 126,-1-1-1,-1 0 1,-1-1 0,0 0-1,-1-1 1,0 0 0,-2-1 0,1 0-1,-2 0 1,-1 0 0,0-1 0,-1 0-1,-1-1 1,0 1 0,-2-1-1,1-28 1,-3 43 2,0-1 0,0 1 0,-1-1-1,0 1 1,0-1 0,0 1 0,0 0-1,-1-1 1,0 1 0,0 0 0,0 0-1,0 0 1,0 0 0,-1 0 0,0 1-1,0-1 1,0 1 0,0 0 0,0-1-1,-1 2 1,1-1 0,-7-3 0,2 1-395,0 1 1,0 1 0,-1-1-1,1 2 1,-1-1 0,0 1-1,0 0 1,0 1-1,0 0 1,-13 0 0,25 13-5477,15-1 1168,8-4-2261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5:59.2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319 52 10058,'0'0'13276,"-25"-3"-8371,15 3-4835,1 1-1,-1 0 0,0 0 1,1 1-1,-1 0 0,1 1 0,0 0 1,0 1-1,0 0 0,0 0 1,1 1-1,0 0 0,-1 0 0,2 1 1,-1 0-1,1 1 0,0-1 1,0 1-1,1 1 0,0-1 0,-6 11 1,-1 0-70,1 0 0,1 1 0,1 1 1,0 0-1,2 1 0,0-1 0,-4 23 0,5-8-37,1 1 0,2-1 0,0 58 0,4-83 30,0-6-21,0 1 0,0 0 1,0-1-1,1 1 0,-1 0 1,3 5-1,-3-8 16,1-1 0,0 1 0,0-1 0,0 1-1,0-1 1,0 0 0,0 0 0,0 1 0,0-1 0,0 0 0,1 0 0,-1 0 0,0 0 0,1-1 0,-1 1 0,0 0 0,1 0 0,-1-1-1,1 1 1,0-1 0,-1 1 0,3-1 0,12 3-6,-1-1 0,1-1 0,-1-1 0,1 0-1,0-1 1,-1-1 0,1 0 0,-1-1 0,0 0 0,1-2-1,-2 0 1,1 0 0,-1-1 0,1-1 0,-2-1-1,1 0 1,-1 0 0,0-1 0,-1-1 0,0 0 0,20-24-1,-19 20 59,0-1-1,-1-1 0,-1 0 0,0-1 0,-2 0 0,0 0 0,0-1 0,-2-1 0,0 1 0,-1-1 1,-1 0-1,-1 0 0,-1-1 0,0 1 0,-2-1 0,0 1 0,-2-23 0,-1 36-9,1 0 0,-1 0 0,0 0 0,0 1 0,-1-1 0,0 1 0,0-1-1,0 1 1,0 0 0,-1 0 0,0 0 0,0 1 0,0 0 0,-1-1 0,1 1 0,-1 1 0,0-1-1,0 1 1,-1 0 0,-9-5 0,3 2-27,-1 1-1,1 0 1,-1 1-1,-1 0 1,1 1-1,0 0 1,-1 1 0,-18 0-1,27 2-19,0 0-1,0 0 1,0 0 0,1 1 0,-1 0-1,0 0 1,0 0 0,0 0-1,0 1 1,-4 2 0,7-2-83,0-1 1,0 1-1,0 0 0,0 0 1,0 0-1,1 0 0,-1 0 1,1 0-1,-1 0 1,1 0-1,0 1 0,0-1 1,0 0-1,0 1 1,1-1-1,-1 1 0,0-1 1,1 1-1,0 0 0,0-1 1,0 5-1,-1-5-385,1 1 0,0 0 0,0 0 0,0 0 0,0 0 0,1 0-1,-1 0 1,1 0 0,0 0 0,0-1 0,0 1 0,0 0 0,0-1 0,0 1-1,1 0 1,2 3 0,18 10-8489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6:00.9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29 227 9162,'0'0'9647,"2"20"-8196,1 6-979,1 8 392,-1 47 1,-3-47-662,1 4 112,-1-1-1,-2 1 0,-1-1 0,-2 0 0,-15 56 0,20-93-313,0 0-1,0 0 1,0 0 0,0 0-1,0 0 1,-1-1-1,1 1 1,0 0 0,0 0-1,0 0 1,0 0-1,0 0 1,0 0 0,0 0-1,0 0 1,0 0-1,0 0 1,0 0 0,0 0-1,0 0 1,0 0-1,0 0 1,0 0 0,-1 0-1,1 0 1,0 0-1,0 0 1,0 0 0,0 0-1,0 0 1,0 0-1,0 0 1,0 0 0,0 0-1,0 0 1,0 0 0,0 0-1,0 0 1,0 0-1,-1 0 1,1 0 0,0 0-1,0 0 1,0 0-1,0 0 1,0 1 0,0-1-1,0 0 1,0 0-1,0 0 1,0 0 0,0 0-1,0 0 1,0 0-1,0 0 1,0 0 0,0 0-1,0 0 1,0 0-1,0 0 1,0 1 0,-3-12 79,0-13 26,1 3-119,1 0 1,2 0-1,0-1 0,1 1 0,1 0 0,1 0 0,12-38 1,11-9-13,2 1 1,3 2 0,72-107-1,-97 162 25,2-1 0,-1 1 0,1 1 0,1-1 0,10-7 0,-17 14 1,1 1 0,0 0-1,-1-1 1,1 1 0,0 1 0,0-1 0,0 0 0,0 1-1,0 0 1,0 0 0,0 0 0,0 1 0,1-1-1,-1 1 1,0 0 0,0 0 0,1 1 0,-1-1-1,5 2 1,-6-1 3,-1 0 0,1 1 0,-1-1 0,1 1 0,-1 0 0,0 0 0,1 0 0,-1 0-1,0 0 1,-1 0 0,1 1 0,0-1 0,-1 1 0,1-1 0,-1 1 0,1-1 0,-1 1 0,0 0 0,1 4 0,1 3 13,0 1 1,-1 0 0,0 0-1,0 11 1,-1-15-1,-1 1 0,0 0 0,0 0 0,-1-1 0,0 1 0,-2 12 0,1-17-5,1-1 1,-1 1-1,1 0 1,-1 0-1,0-1 0,0 1 1,0-1-1,0 1 1,0-1-1,-1 0 0,1 0 1,-1 0-1,1 0 1,-1-1-1,0 1 0,0-1 1,0 1-1,-4 1 1,-25 8 107,-61 13 1,70-20-111,0 2 1,0 0-1,0 1 1,1 2-1,-37 19 1,56-26 58,1-1 0,0 2 0,0-1 0,0 0 0,0 0-1,0 1 1,1-1 0,-1 1 0,1-1 0,-1 1 0,1 0 0,0-1 0,0 1 0,0 0 0,1 0 0,-1 0 0,1 0 0,-1 0 0,1 0 0,0 0 0,0-1 0,0 1 0,1 0 0,0 6-1,1-2 70,-1-1-1,1 1 1,0-1-1,0 1 1,0-1-1,1 0 0,0 0 1,0 0-1,8 10 1,8 4 124,0-1 1,1-1-1,1-1 0,1 0 1,0-2-1,1-1 1,26 13-1,-4-6 198,1-3-1,96 26 1,-87-35-113,-31-9-2967,-24-17-15784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6:04.1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734 0 9722,'0'0'10590,"-21"27"-8448,-1 0-1678,-8 11 236,1 2 1,-34 62 0,-297 442 2498,224-353-3220,116-163-114,14-22-58,0 0-1,1 1 1,0 0-1,1 0 0,-1 0 1,2 1-1,-1-1 1,1 1-1,0 0 1,0 0-1,1 0 0,-2 11 1,6-4-3791,11-13-2904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6:04.8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410 881 7258,'0'0'13556,"8"0"-8982,-12-1-4354,0 0-1,0-1 1,0 1 0,0-1-1,0 0 1,1 0-1,-1 0 1,1 0 0,-1-1-1,1 1 1,0-1 0,-3-3-1,-26-18 327,23 21-502,1 0 1,-1 0-1,0 0 1,0 1-1,0 1 1,0-1-1,0 1 0,0 1 1,0 0-1,0 0 1,-1 1-1,1 0 1,0 1-1,0-1 1,0 2-1,1-1 0,-1 1 1,1 1-1,-9 4 1,5-2-54,1 1 0,0 0 0,1 0 0,0 1 0,0 1 0,0 0 0,1 0 0,0 0 0,1 1 0,0 1 0,1 0 0,-11 21 0,15-26-8,0 1 1,1 0 0,0-1-1,0 1 1,-1 8-1,3-14 6,0 1 0,-1-1 0,1 0 0,0 1-1,0-1 1,0 0 0,0 1 0,0-1 0,0 0 0,0 1 0,0-1 0,1 0-1,-1 1 1,1-1 0,-1 0 0,1 0 0,-1 1 0,1-1 0,-1 0 0,1 0 0,0 0-1,0 0 1,0 0 0,0 0 0,0 0 0,0 0 0,0 0 0,0 0 0,0 0 0,0-1-1,0 1 1,0 0 0,1-1 0,0 1 0,12 1-13,1 0 0,-1-1 0,0-1-1,0 0 1,0-1 0,0 0 0,1-1 0,-1-1 0,-1 0 0,25-10 0,2-3-37,-1-1 1,47-31-1,-35 16-395,-2-2 1,-1-2-1,-2-2 1,77-84-1,-62 51-277,-3-2 1,67-113-1,-48 47 488,-68 118 268,0 0-1,-2-1 1,0 0 0,6-38-1,-12 56 71,0 1 0,0-1-1,-1 0 1,0 0 0,0 0-1,0 1 1,0-1-1,0 0 1,-1 0 0,1 1-1,-1-1 1,0 0 0,0 1-1,-4-8 1,3 10-5,0-1 1,0 0-1,0 1 1,0-1-1,-1 1 1,1 0-1,0-1 1,-1 1-1,1 0 1,-1 1-1,0-1 1,1 0-1,-1 1 1,1-1-1,-1 1 1,0 0-1,0 0 1,1 0-1,-5 1 1,-7 0 25,0 0-1,0 1 1,0 1 0,0 0 0,0 1 0,1 1-1,0 0 1,0 1 0,0 0 0,0 1 0,1 0-1,0 1 1,-13 11 0,-8 10 73,0 1-1,2 2 0,-27 36 1,25-27-62,2 1 0,2 2-1,2 1 1,-31 70 0,46-87-126,1 1 1,1 0-1,2 1 1,1 0-1,1 0 1,2 0-1,1 1 1,1-1-1,3 33 1,-1-61-50,0 1 0,1 0 0,-1-1 0,1 1 1,0-1-1,0 1 0,0-1 0,0 0 0,0 1 0,1-1 1,-1 0-1,1 0 0,-1 1 0,1-1 0,0-1 0,0 1 1,0 0-1,0 0 0,0-1 0,0 1 0,1-1 0,-1 0 1,0 1-1,1-1 0,-1 0 0,1 0 0,-1-1 0,4 2 1,7 0-508,-1 0 1,1 0 0,0-1-1,18-1 1,-20 0 34,54-2-3803,-7-5-1918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6:05.3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275 0 14107,'0'0'11895,"-13"10"-9418,-23 3-1810,1 2 0,-40 23-1,66-33-668,1 0-1,-1 0 1,1 1 0,0 1-1,1 0 1,0 0 0,0 0 0,0 0-1,1 1 1,0 1 0,0-1-1,1 1 1,-7 15 0,10-18-18,0 1 0,0-1 0,1 1 0,-1 0 0,1 0 0,1-1 0,0 1 1,0 0-1,1 13 0,0-19 16,-1 0 1,1 0-1,-1 0 1,1-1-1,0 1 1,-1 0-1,1 0 1,0 0-1,0-1 1,-1 1-1,1 0 1,0-1 0,0 1-1,0 0 1,0-1-1,0 1 1,0-1-1,0 0 1,0 1-1,0-1 1,0 0-1,2 1 1,28 2-40,-26-3 24,8 1 2,1-1-1,-1 0 1,25-4-1,-32 2 18,0 0-1,0 1 1,0-2-1,0 1 1,0-1 0,0 0-1,-1 0 1,1 0 0,-1-1-1,6-5 1,-4 3 118,1 0 0,-1-1 1,0 0-1,-1 0 1,1-1-1,-1 0 0,6-11 1,-12 18-98,0 1 0,1 0 0,-1 0 0,0 0 0,0 0 0,0 0 0,1 0 0,-1 0 0,0 0 0,0 0 0,0 0 0,1 0 0,-1 0 0,0 0 0,0 0 0,0 0 0,1 0 0,-1 0 0,0 0 0,0 0 0,0 0 1,1 0-1,-1 0 0,0 0 0,0 0 0,0 1 0,0-1 0,1 0 0,-1 0 0,0 0 0,0 0 0,0 0 0,0 0 0,0 1 0,1-1 0,-1 0 0,0 0 0,0 0 0,0 1 0,0-1 0,0 0 0,0 0 0,0 0 0,0 0 0,0 1 0,0-1 1,0 0-1,0 0 0,0 1 0,7 12-199,-7-12 244,7 13-89,-2-3-72,0 0 0,0 0 0,14 18-1,-17-26-153,1 0-1,-1 0 1,1-1-1,0 1 1,0-1-1,0 1 1,0-1-1,1 0 1,-1 0-1,1 0 1,-1-1-1,1 1 1,-1-1-1,1 0 1,0 0-1,5 1 1,52-1-7144,-41-1 3259,18 0-7340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6:05.5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12739,'0'0'14411,"9"35"-14123,0-20-72,3-3-160,-1 0-48,1 3-8,0-6-48,6 0-416,0-6-1649,17-3-1976,-5 0-1520,0 0-2392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6:05.9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960 0 7114,'0'0'18085,"-23"30"-17058,-74 98-199,82-107-632,0 2 0,2 0 0,0 0 0,-10 30-1,11-26-63,-31 88 250,6 1 0,-43 223 1,79-332-380,-5 24-2,0-1-1,-2 0 1,-1-1 0,-15 32-1,21-55 9,0 1 0,0-1-1,-1 0 1,0 0 0,-1 0-1,1 0 1,-1-1 0,0 0-1,0 0 1,0 0 0,-1 0-1,0-1 1,0 0 0,0 0-1,-1-1 1,1 1 0,-1-2-1,1 1 1,-1-1 0,0 0-1,0 0 1,0 0 0,-9 0-1,4-2-13,0 1 0,0-1 0,0-1 0,-1 0 0,2-1 0,-1 0 0,0-1 0,0 0 0,1-1 0,-1 0 0,1-1 0,0 0 0,1-1 0,-1 0 0,-11-9 0,-86-69-742,96 73 89,0 0 0,1-1 0,0 0 1,1-1-1,0 0 0,-10-20 0,16 21-2504,3 5-2127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6:38.2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 0 8210,'0'0'10443,"0"4"-9541,9 345 3332,-9-304-4413,-17-45-9379,10 0 2788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6:38.6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 6889,'0'0'13527,"15"-1"-12688,-5 0-764,29-2 1446,58 4 1,-28 0 43,-38-1-9336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6:39.2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46 7418,'0'0'11338,"26"-7"-10038,83-21-258,-98 25-779,1 0 0,0 1 0,-1 1 0,1 0 0,21 1-1,-12 0 53,-19 0-299,0 1 0,0-1 0,0 0-1,0 1 1,0-1 0,-1 1 0,1 0 0,0 0-1,-1-1 1,1 1 0,0 0 0,-1 0 0,1 1-1,-1-1 1,1 0 0,-1 0 0,0 1 0,0-1-1,1 1 1,-1-1 0,0 1 0,0-1 0,0 1-1,-1 0 1,1-1 0,0 1 0,-1 0 0,1 0-1,-1 0 1,1 0 0,-1-1 0,0 1-1,0 0 1,0 0 0,0 0 0,0 2 0,0 3 4,-1-1-1,1 1 1,-1-1 0,0 1 0,0-1 0,-1 0 0,0 1 0,0-1-1,0 0 1,-4 6 0,-11 11 1,-1-1 1,-1-1-1,-1 0 0,-1-2 0,-42 32 1,-18 16-2,60-43-31,20-23 10,1-1 1,0 0-1,-1 1 1,1-1-1,-1 0 0,1 1 1,0-1-1,0 1 0,-1-1 1,1 0-1,0 1 1,0-1-1,0 1 0,-1-1 1,1 1-1,0-1 1,0 1-1,0-1 0,0 1 1,0-1-1,0 1 0,0-1 1,0 1-1,0-1 1,0 1-1,0-1 0,0 1 1,1-1-1,-1 1 1,0-1-1,0 1 0,0-1 1,1 0-1,-1 1 0,0-1 1,0 1-1,1-1 1,-1 0-1,0 1 0,1-1 1,-1 0-1,1 1 1,-1-1-1,0 0 0,1 1 1,-1-1-1,1 0 0,-1 0 1,1 0-1,-1 0 1,1 1-1,-1-1 0,0 0 1,1 0-1,-1 0 1,1 0-1,-1 0 0,1 0 1,0 0-1,64 3 869,86-7 0,-133 3-841,0-2 0,0 0-1,29-9 1,-8-6-3190,-33 14-274,-3-1-2648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6:39.6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185 57 11122,'0'0'12378,"-13"9"-11738,-3 2-504,0 1 1,1 0-1,1 1 0,0 0 1,1 2-1,-16 21 1,20-21-108,1 0 0,0 0 0,1 1 0,-6 23 0,10-31-37,1 1 0,0-1 0,1 1 0,0 0 0,1-1 0,-1 1 0,2 0 0,-1 0 0,1-1 0,3 13 0,-3-18-3,0 0-1,1 0 1,-1 0-1,1-1 1,-1 1 0,1 0-1,0-1 1,0 0-1,0 1 1,0-1 0,0 0-1,1 0 1,-1 0-1,1 0 1,-1-1 0,1 1-1,0-1 1,-1 1-1,1-1 1,0 0 0,0 0-1,6 1 1,4 0-54,1 0 0,-1 0 0,25-1 1,-33-2 56,1 0 0,-1 0 0,1 0 0,-1 0 0,1-1 0,-1 0 0,0 0 0,0-1 0,0 1 0,0-1 0,0 0 0,-1-1 0,1 1 0,-1-1 0,0 1 0,0-1 0,0-1 0,-1 1 0,1 0 1,-1-1-1,5-10 0,-1 2 32,0-1 1,0-1 0,-2 1 0,1-1 0,-2 0-1,5-29 1,-6 8 193,-2-53-1,-1 49 46,0 37-211,0-1 1,0 1-1,0-1 1,-1 1-1,1-1 1,-1 1 0,0 0-1,0-1 1,0 1-1,-1 0 1,1-1-1,-1 1 1,-3-6-1,3 8-26,0-1 0,0 0 0,0 0 0,0 1 0,-1-1 0,1 1 0,0 0 0,-1-1 0,1 1 0,-1 0 0,1 1 0,-1-1 0,0 0 0,1 1 0,-1-1 0,0 1 0,1 0 0,-6 0 0,1 0-69,0 0-1,0 1 1,1-1-1,-1 1 0,0 1 1,-8 2-1,13-4-110,1 1 0,0-1 0,0 1 0,-1-1 0,1 1 0,0 0 0,0 0 0,0 0 0,0 0 0,0 0 0,0 0-1,0 0 1,0 0 0,0 0 0,0 0 0,1 0 0,-1 0 0,0 1 0,1-1 0,-1 0 0,1 0 0,0 1 0,-1-1 0,1 0 0,0 1 0,0-1 0,0 1 0,0-1 0,0 0-1,0 1 1,0-1 0,0 0 0,0 1 0,1-1 0,-1 1 0,0-1 0,1 0 0,0 2 0,0-2-273,-1 0 0,1 0 0,-1 0 1,1 0-1,0 0 0,-1 0 0,1 0 0,0 0 0,0 0 0,0 0 1,0 0-1,-1 0 0,3 1 0,19 7-8911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6:40.1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402 80 10970,'0'0'10821,"-26"3"-9939,-84 14-163,93-14-534,0 2 1,1-1 0,-1 2 0,1 0 0,1 1 0,-1 1-1,1 0 1,-27 21 0,38-27-151,-3 3-13,0 0 1,0 0-1,1 1 1,0 0-1,0 0 1,0 0-1,1 1 1,0-1-1,0 1 1,1 1-1,0-1 1,0 1-1,1-1 1,0 1 0,0 0-1,0 0 1,1 0-1,1 1 1,-1-1-1,1 0 1,1 1-1,0-1 1,0 1-1,0-1 1,1 1-1,3 12 1,-2-17-36,0 0 0,0 0 1,0 0-1,0 0 0,1-1 1,-1 1-1,1-1 0,0 0 1,0 1-1,0-1 0,1-1 0,-1 1 1,1 0-1,0-1 0,-1 0 1,1 0-1,0 0 0,0 0 1,0-1-1,1 1 0,-1-1 0,0 0 1,7 0-1,-2 1-5,-1-1 1,1 0-1,-1 0 1,1-1-1,-1 0 0,1-1 1,-1 0-1,1 0 1,-1-1-1,0 0 0,13-5 1,-8-1 30,-1 0 1,0-1 0,0 0 0,-1-1-1,0 0 1,-1-1 0,0 0 0,-1-1-1,0 0 1,-1 0 0,0-1 0,-1 0-1,0 0 1,-1-1 0,-1 1-1,0-1 1,-1-1 0,0 1 0,3-30-1,-7 35 58,0-1-1,0 1 0,-1-1 1,0 1-1,-1 0 0,0 0 1,0-1-1,-1 1 0,0 0 0,-5-9 1,6 14-56,-1-1 1,0 1-1,0-1 1,-1 1-1,1 0 1,-1 1-1,0-1 1,0 0-1,0 1 1,0 0-1,-1 0 0,1 0 1,-1 1-1,0 0 1,0 0-1,0 0 1,0 0-1,0 1 1,-8-2-1,7 2-69,1 0 0,-1 0-1,0 1 1,1 0-1,-1 0 1,0 0 0,1 1-1,-1-1 1,-9 4-1,13-3-83,1-1-1,-1 1 1,0 0-1,1 0 1,-1 0-1,1 0 1,-1 0-1,1 0 1,0 1-1,0-1 1,-1 0-1,1 1 1,0-1-1,0 1 1,0-1-1,0 1 1,1 0 0,-1-1-1,0 1 1,1 0-1,-1-1 1,1 1-1,-1 0 1,1 0-1,0 0 1,0-1-1,0 1 1,0 0-1,0 0 1,0 0-1,1 2 1,7 20-4017,13-2-1364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6:40.7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264 63 2681,'0'0'19326,"-18"-2"-18364,-7-3-625,8 2 79,1 1-1,-1 0 1,-26 1 0,39 2-338,0-1 1,0 1-1,0 0 0,0 0 0,0 1 0,0-1 0,1 1 0,-1 0 0,0 0 0,1 0 0,0 0 1,-1 1-1,1-1 0,0 1 0,0 0 0,1 0 0,-1 0 0,1 0 0,-5 6 0,1 1-40,0 1 0,0-1 0,1 1 0,0 0 0,-5 19 0,5-8-47,0 1-1,2-1 1,1 1 0,0 0-1,2 0 1,3 37 0,-2-56-11,0-1 0,0 0 0,0 0 0,0 0 0,0 0 0,1 0 0,0 0 0,-1 0 0,1 0 0,0-1 0,0 1 0,0 0 0,1-1 1,-1 0-1,1 0 0,-1 0 0,1 0 0,0 0 0,0 0 0,-1 0 0,1-1 0,0 0 0,1 0 0,-1 1 0,0-2 0,0 1 0,0 0 0,1-1 0,-1 1 0,5-1 1,-3 0 9,0 1 0,1-1 1,-1-1-1,0 1 1,0-1-1,0 0 0,0 0 1,0 0-1,0-1 1,0 1-1,0-1 1,0-1-1,-1 1 0,1-1 1,-1 1-1,1-1 1,-1-1-1,7-5 1,-6 2 34,-1 0 0,0-1 1,0 1-1,0-1 1,-1 0-1,0 1 1,0-2-1,-1 1 1,0 0-1,2-15 1,-2-8 334,-2-49 1,0 40-60,0 28-146,-1 0 0,0 1-1,0-1 1,-1 1 0,0-1-1,-6-15 1,7 24-120,-1 0-1,1 0 1,0 0 0,-1 0 0,1 1-1,-1-1 1,0 0 0,0 1-1,0-1 1,0 1 0,-1 0-1,1-1 1,-1 1 0,1 0-1,-1 1 1,0-1 0,1 0-1,-1 1 1,0 0 0,0-1-1,0 1 1,0 0 0,-1 1 0,1-1-1,0 0 1,0 1 0,-4 0-1,4 0-46,-3-1 12,0 1 1,0 0-1,0 1 1,0 0-1,-1 0 1,-6 2-1,12-2-67,-1-1 0,1 1 0,-1 0 0,1 0-1,0 0 1,0 0 0,-1 0 0,1 0 0,0 0 0,0 0 0,0 0-1,0 1 1,0-1 0,1 0 0,-1 1 0,0-1 0,1 1-1,-1-1 1,1 1 0,-1-1 0,1 1 0,-1-1 0,1 1 0,0-1-1,0 1 1,0-1 0,0 1 0,0 1 0,0 15-3225,0-2-3154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6:44.6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1 158 7986,'0'0'13847,"2"-2"-12916,-2 1-888,0 1 0,0-1 0,0 1 1,1-1-1,-1 1 0,0 0 1,0-1-1,1 1 0,-1-1 0,0 1 1,1 0-1,-1 0 0,0-1 0,1 1 1,-1 0-1,1-1 0,-1 1 1,0 0-1,1 0 0,-1 0 0,1-1 1,-1 1-1,1 0 0,-1 0 1,1 0-1,-1 0 0,1 0 0,-1 0 1,0 0-1,1 0 0,-1 0 1,1 0-1,-1 0 0,1 0 0,-1 1 1,1-1-1,-1 0 0,1 0 1,-1 0-1,1 1 0,0 0 35,0 1 0,0 0 0,0 0 0,0-1 0,0 1 0,0 0-1,-1 0 1,1 0 0,-1 0 0,1 3 0,6 64 581,-7-59-466,2 194 628,-3-115-747,1-85-76,0-1 0,0 1 1,0 0-1,0-1 0,1 1 0,-1 0 1,1-1-1,0 1 0,0-1 1,1 1-1,-1-1 0,0 0 0,4 6 1,-3-8-5,0 1 0,0-1 0,0 1 0,0-1 1,0 0-1,0 0 0,0 0 0,0 0 0,1-1 1,-1 1-1,0 0 0,1-1 0,-1 0 0,0 1 0,1-1 1,-1 0-1,0 0 0,1-1 0,-1 1 0,0 0 1,5-2-1,-1 0 10,0 1-1,-1-1 1,1-1 0,-1 1 0,1-1 0,-1 0 0,0 0-1,0-1 1,0 1 0,-1-1 0,1 0 0,-1-1 0,6-7-1,7-9 50,24-40 0,-34 50-35,17-33-4,-18 31-7,1 0-1,0 1 0,1 0 0,17-20 0,-25 31-5,1 1-1,-1-1 0,1 1 0,0-1 0,-1 1 0,1 0 1,-1-1-1,1 1 0,0 0 0,-1-1 0,1 1 0,-1 0 0,1 0 1,0 0-1,-1 0 0,1 0 0,0-1 0,0 1 0,-1 0 0,1 0 1,0 1-1,-1-1 0,1 0 0,0 0 0,-1 0 0,1 0 1,0 1-1,-1-1 0,1 0 0,-1 0 0,1 1 0,0-1 0,-1 1 1,1-1-1,-1 0 0,1 1 0,-1-1 0,1 1 0,-1-1 0,1 1 1,0 1-1,16 27 26,-14-23-16,12 20 1,24 33 1,-32-49-18,1-1 0,-1-1 0,2 1 0,-1-1 0,1-1 0,15 11 0,-21-16 5,0-1 0,0 1 0,-1-1-1,1 0 1,0 0 0,0 0 0,1 0-1,-1 0 1,0-1 0,0 0-1,0 1 1,0-1 0,0 0 0,1-1-1,-1 1 1,0 0 0,0-1 0,0 0-1,0 0 1,0 0 0,0 0-1,0 0 1,0-1 0,0 1 0,-1-1-1,1 1 1,-1-1 0,1 0-1,-1 0 1,1-1 0,-1 1 0,0 0-1,0-1 1,3-5 0,5-7 4,0-1 1,-1 0 0,-1-1-1,10-26 1,-18 43-4,8-24 43,0 0 0,-2 0-1,-1-1 1,3-35 0,-3-100 737,-5 150-694,0 5-71,0-1 68,0-1 1,0 0 0,-1 1-1,-3-13 1,4 17-81,0 1 1,-1 0-1,1 0 1,-1-1-1,1 1 0,-1 0 1,0 0-1,1 0 1,-1 0-1,0 0 0,0 0 1,0 0-1,0 0 0,0 0 1,0 0-1,0 1 1,0-1-1,0 0 0,-1 1 1,1-1-1,0 1 1,0-1-1,0 1 0,-1-1 1,1 1-1,0 0 1,-1 0-1,1 0 0,-3 0 1,3 0-69,0 0 1,0 0-1,0 1 1,0-1-1,0 0 1,0 1-1,0-1 0,0 1 1,0 0-1,0-1 1,0 1-1,1 0 1,-1-1-1,0 1 1,0 0-1,1 0 0,-1 0 1,0 0-1,1-1 1,-1 1-1,1 0 1,-1 0-1,1 0 1,0 0-1,-1 0 0,1 1 1,0-1-1,0 0 1,-1 0-1,1 1 1,-3 38-3650,3-33 2509,0 0 0,1-1-1,0 1 1,0 0 0,0 0 0,1-1-1,0 1 1,3 8 0,12 15-8657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6:45.0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69 6889,'0'0'12962,"14"11"-11846,43 33-312,-52-42-722,-1 1 0,1-1 0,0 0-1,0 0 1,0-1 0,0 1 0,0-1 0,0 0-1,0 0 1,0-1 0,1 0 0,-1 0-1,0 0 1,0 0 0,8-2 0,9 0 87,-17 2-130,0-1-1,0 1 1,0-1-1,-1 0 1,1-1-1,0 1 1,0-1-1,-1 0 1,1 0-1,-1 0 1,0-1-1,0 1 1,0-1-1,6-5 1,-8 6 27,1 0 1,-1-1-1,0 1 0,0 0 1,0-1-1,-1 1 1,1-1-1,-1 0 0,1 0 1,-1 1-1,0-1 1,0 0-1,0 0 0,0 0 1,-1 0-1,1 0 1,-1 0-1,1 0 0,-1 0 1,0-1-1,-1 1 1,1 0-1,0 0 0,-2-4 1,1 5-56,0 0 1,0 0-1,0 1 1,0-1-1,-1 0 0,1 1 1,-1-1-1,1 1 1,-1-1-1,1 1 1,-1-1-1,0 1 0,0 0 1,0 0-1,0 0 1,0 0-1,0 0 1,0 1-1,0-1 0,0 1 1,0-1-1,-3 0 1,-52-3 33,55 4-42,-7 1 4,-1-1 0,1 1 1,-1 1-1,1 0 1,0 0-1,0 1 1,0 0-1,0 0 1,1 1-1,-1 0 1,1 1-1,-12 8 1,16-10-6,0 0 1,0 0-1,1 1 1,0-1-1,-1 1 0,1 0 1,0 0-1,1 0 1,-1 0-1,1 0 0,0 1 1,0-1-1,0 1 1,0-1-1,1 1 0,0 0 1,0 0-1,0-1 1,0 1-1,1 0 1,0 0-1,0 0 0,0 0 1,1 0-1,2 9 1,-2-9-3,1 0 0,0 0 0,1 0 0,-1-1 1,1 1-1,0-1 0,0 1 0,0-1 0,1 0 1,5 5-1,46 36-146,-34-29-64,-12-9-239,1 0-1,1-1 1,-1 0 0,1-1-1,12 5 1,33 6-4695,-15-11-417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6:45.5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36 8794,'0'0'7956,"2"11"-6390,8 37-7,-9-46-1403,0 1 0,0 0 0,1-1 0,-1 1 0,1-1 0,-1 1 0,1-1 0,0 0 0,0 0 0,0 0 0,0 0 0,0 0 0,1 0 0,-1 0 0,1-1 0,-1 0 0,1 1 0,4 1 0,1 0 34,0-1 0,0 0 1,-1 0-1,14 1 0,-3-1-123,0-1 0,0 0 0,1-2 0,24-3 0,-41 4-67,0-1 0,0 0 0,0 1 0,-1-1 0,1 0 0,0 0 0,-1 0 0,1 0-1,-1 0 1,1-1 0,-1 1 0,1 0 0,-1-1 0,0 1 0,0-1 0,0 0 0,0 1 0,0-1 0,0 0 0,0 1 0,0-1-1,-1 0 1,1 0 0,-1 0 0,1 0 0,-1 1 0,0-1 0,0 0 0,0-3 0,0 2 3,0 0 0,0 0 1,0 0-1,0 0 0,-1 0 0,0 0 1,0 0-1,1 0 0,-2 0 0,1 0 0,0 0 1,0 0-1,-1 1 0,0-1 0,1 1 1,-1-1-1,-3-2 0,-2-1 31,-1 1-1,0 0 1,-1 0-1,1 1 1,-1 0-1,0 0 1,0 1-1,0 0 1,0 1-1,0-1 1,-1 2-1,1 0 1,-1 0-1,1 0 1,-1 1-1,1 1 0,-17 2 1,25-2-23,0-1 0,-1 1-1,1-1 1,0 1 0,0-1 0,0 1 0,0 0 0,0 0 0,0 0-1,0 0 1,0-1 0,0 1 0,1 0 0,-1 0 0,0 1-1,0-1 1,1 0 0,-1 0 0,1 0 0,-1 0 0,1 1 0,-1-1-1,1 0 1,0 0 0,0 1 0,0 0 0,-2 41 101,3-30-86,-1-6-70,1 0 1,-1 0 0,2 0-1,-1 0 1,1-1 0,0 1-1,0-1 1,1 1 0,0-1 0,0 0-1,0 0 1,1 0 0,0 0-1,0-1 1,0 1 0,1-1-1,0 0 1,0-1 0,0 1-1,1-1 1,-1 0 0,1 0-1,0-1 1,0 1 0,0-1-1,1-1 1,-1 1 0,8 1-1,11 0-2180,1-2-1,39 0 0,-13-2-3176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6:46.1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159 0 12339,'0'0'8868,"-15"32"-7362,-44 107-429,54-124-847,0 0 1,1 0-1,1 0 0,0 1 0,1-1 0,1 1 0,0 24 0,1-12 105,0 103 816,1-42-770,-20 169 0,19-257-378,0-1 0,0 0 0,-1 1 0,1-1 0,0 0 0,0 1 0,-1-1 0,1 0 0,0 1 0,-1-1 0,1 0 0,0 0 0,-1 0 0,1 1 0,-1-1 0,1 0 0,0 0 0,-1 0 0,1 0 0,-1 0 0,1 0 0,0 1 0,-1-1 0,1 0 0,-1 0 0,1 0 0,0-1 0,-1 1 0,1 0 0,-1 0 0,1 0 0,-1 0 0,1 0 0,0 0 0,-1 0 0,1-1 0,0 1 0,-1 0 0,1 0 0,0-1 0,-1 1 0,1 0 0,0-1 0,-1 1 0,1 0 0,0-1 0,0 1 0,-1 0 0,1-1 0,0 1-1,0 0 1,0-1 0,-1 1 0,1-1 0,0 1 0,0 0 0,0-1 0,0 0 0,-4-10-4,1-1-1,0 0 0,1 0 0,0 0 1,1 0-1,0-23 0,2 26-17,-1 0-1,1 0 1,0 0-1,1 0 1,0 0-1,1 0 1,0 0 0,0 1-1,8-16 1,1 7-17,0 1 0,2 1 0,-1 0 0,2 1 0,0 0 0,22-15 1,-25 20-22,1 1 0,0 1 0,0 0 0,0 0 1,1 1-1,0 1 0,0 1 0,0 0 1,21-3-1,-20 8 53,-14 6 32,-15 9 52,2-9-60,-1 0 1,-1-1-1,1 0 1,-1-1-1,0 0 1,0-1-1,-1-1 0,1 0 1,-23 0-1,18 0-4,0 0 0,-1 1-1,1 0 1,-29 12 0,47-15 0,-1 0 0,1 0 0,-1-1 0,1 1 0,-1 0 0,1 1 0,-1-1 0,1 0 1,0 0-1,0 1 0,0-1 0,-1 0 0,1 1 0,0-1 0,1 1 0,-1 0 1,0-1-1,0 1 0,1-1 0,-1 1 0,1 0 0,-1 0 0,1-1 0,0 1 1,0 0-1,0 0 0,0 0 0,0-1 0,0 1 0,0 0 0,1 0 0,-1-1 1,0 1-1,1 0 0,0 0 0,0 1 0,2 3 44,0 0 0,0 0 0,0 0 0,1-1 0,-1 0 0,1 1 0,1-1 0,6 6 0,5 4 45,2-1 0,-1-1 0,2 0 1,-1-2-1,2 0 0,0-1 0,0-1 1,0 0-1,32 7 0,-51-16-165,0 0-1,0 1 1,0-1-1,1 0 1,-1 0-1,0 0 1,0 0-1,0 0 1,1 0 0,-1 0-1,0-1 1,0 1-1,0 0 1,0-1-1,1 1 1,0-2-1,-1 1-443,1 0-1,-1-1 1,0 1-1,1-1 0,-1 1 1,0-1-1,0 0 0,0 1 1,-1-1-1,1 0 1,0 0-1,0-3 0,1 0-801,4-16-7570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6:46.7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51 27 7434,'0'0'13000,"-4"-1"-12031,-7-4-388,12 1 342,24 1 882,-8 1-1457,61-5 737,130 3 0,-207 4-1084,1 0 0,0 0 0,0 0 0,-1 0 0,1 0 0,0 0 0,-1 1 1,1-1-1,0 1 0,-1-1 0,1 1 0,0 0 0,-1-1 0,1 1 0,-1 0 0,0 0 0,1 0 0,-1 0 1,1 0-1,-1 0 0,0 1 0,0-1 0,0 0 0,0 1 0,0-1 0,0 1 0,0-1 0,0 1 0,-1-1 1,1 1-1,0 0 0,-1-1 0,0 1 0,1 0 0,-1-1 0,0 1 0,0 0 0,0-1 0,0 1 0,0 0 1,0 0-1,0-1 0,-1 1 0,0 2 0,0 2 5,-1 0-1,0 0 1,0 0 0,-1 0-1,0-1 1,0 1 0,0-1-1,0 1 1,-1-1 0,0 0-1,-7 6 1,-23 16 14,-1-1 0,-57 31-1,54-35-9,2 1 0,-53 44 1,85-65-12,1 1 0,0 0 0,0-1 1,0 1-1,0 1 0,1-1 0,-1 0 1,1 1-1,-1-1 0,1 1 0,1 0 1,-1-1-1,0 1 0,1 0 0,0 0 1,0 0-1,-1 8 0,2-11 4,1-1-1,-1 1 1,1 0 0,-1 0-1,1 0 1,-1 0 0,1 0-1,0-1 1,0 1-1,-1 0 1,1-1 0,0 1-1,0 0 1,0-1 0,0 1-1,0-1 1,0 1-1,0-1 1,0 0 0,0 1-1,0-1 1,0 0 0,0 0-1,0 0 1,1 0-1,37 5 224,-32-4-140,375 7 2373,-236-10-2121,-146 1-365,1 0 1,-1 0-1,0 0 0,-1 0 1,1 0-1,0 0 0,0 0 0,0 0 1,0 0-1,-1 0 0,1 0 1,-1 1-1,1-1 0,-1 0 1,1 0-1,-1 0 0,1 0 1,-1 0-1,1 1 0,-2-2 1,-5-1-639,0 0 1,0 1-1,0-1 0,-1 2 1,1-1-1,-1 1 1,1 0-1,-1 0 1,1 1-1,-16 1 0,5 0-2097,-18-1-4154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6:51.8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255 59 704,'0'0'8093,"-3"-5"-846,-9-13 1936,12 18-8850,-1 0-141,-1 0-116,2 0-58,-21 0 647,16 0-668,1 0-3,-7 0-279,-11-3 1865,21 2-1498,0 0 0,1 0 0,-1 0 0,1 0 0,-1 0 0,1 0 1,-1 0-1,1 0 0,0 0 0,0 0 0,-1 0 0,1 0 0,0 0 0,0-1 0,0 1 1,0 0-1,0 0 0,1-1 0,-1 1-61,0 1 0,0 0 0,0 0 0,0-1 0,0 1 0,0 0 0,0-1 0,1 1 0,-1 0 0,0-1 0,0 1 0,0 0 0,0-1 0,0 1 0,-1 0 0,1-1 0,0 1 0,0 0 1,0-1-1,0 1 0,0 0 0,0-1 0,0 1 0,-1 0 0,1 0 0,0-1 0,0 1 0,0 0 0,-1 0 0,1-1 0,0 1 0,0 0 0,-1 0 0,1-1 0,0 1 0,-1 0 0,1 0 0,0 0 0,0 0 0,-1 0 0,1 0 0,-1-1 0,-11 13 204,-9 24-215,8-1 4,2 0 1,1 0-1,2 0 1,-6 56-1,10-56-10,-2 1-1,-1-1 0,-2 0 0,-22 55 0,23-75 1129,0 6-5584,13-17 497,12-7-189,4-6-2258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6:52.5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500 0 7786,'0'0'10381,"1"4"-9305,0-2-962,0-1-1,0 1 1,-1 0 0,1 0-1,-1 0 1,1 0 0,-1-1 0,1 1-1,-1 0 1,0 0 0,0 0-1,0 0 1,0 0 0,-1 0 0,1 0-1,0 0 1,-1 0 0,1-1-1,-1 1 1,0 0 0,1 0 0,-1 0-1,0-1 1,0 1 0,0 0-1,-1-1 1,1 1 0,0-1 0,0 0-1,-1 1 1,1-1 0,-1 0-1,1 0 1,-1 0 0,0 0 0,-1 1-1,-60 39 186,1 3-1,-101 93 1,144-118-243,0 1 0,1 1 1,0 0-1,2 1 0,1 1 1,1 1-1,1 0 0,1 1 0,1 0 1,1 1-1,-7 30 0,13-39-73,1 1 0,1-1 0,1 0 0,0 0-1,1 1 1,1-1 0,4 21 0,-4-34 12,0-1 0,0 0 0,0 0 0,1 0 0,-1 0 1,1 0-1,0-1 0,0 1 0,0 0 0,0-1 0,0 1 0,1-1 0,-1 0 0,1 0 0,-1 0 0,1 0 1,0 0-1,0-1 0,0 1 0,0-1 0,0 0 0,0 1 0,0-2 0,4 2 0,6 0 47,0 0 0,0-1 0,0 0 0,22-2 0,-30 1-23,0-1 1,0 0 0,0 0-1,0 0 1,-1 0 0,1-1-1,0 1 1,0-1 0,-1-1-1,1 1 1,-1-1 0,0 1-1,0-1 1,0 0 0,0-1-1,0 1 1,-1-1 0,1 0-1,-1 1 1,0-1 0,0-1-1,0 1 1,-1 0 0,4-8-1,-2 1 66,0 0-1,-1 0 0,0 0 1,-1-1-1,0 1 0,-1-1 1,0 1-1,0-1 0,-3-21 1,1 28-61,0 0 0,0 0 1,-1 1-1,0-1 1,1 0-1,-2 0 0,1 1 1,0-1-1,-1 1 0,0 0 1,0 0-1,0 0 1,-1 0-1,-4-4 0,-2 0-495,1 0-1,-1 0 0,-1 2 1,-18-11-1,41 17-8322,-9 0 7363,17 0-4415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6:53.0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393 110 10546,'0'0'12134,"-16"-2"-11612,-133-11 905,139 14-1366,0 0 0,1 0 0,-1 1 0,1 0 0,-1 1 0,1 0 1,0 1-1,0-1 0,0 2 0,1-1 0,0 1 0,-1 1 0,2-1 0,-1 1 0,-12 13 0,13-11-57,0 0 0,0 0 1,1 0-1,0 0 0,0 1 0,1 0 1,0 0-1,1 1 0,0-1 0,0 1 1,1 0-1,1 0 0,-1 0 0,0 17 0,2-20-15,1 1-1,0-1 0,0 0 0,1 1 0,0-1 0,0 0 0,1 0 0,0 0 0,3 9 0,-2-11 6,0-1 1,0 1-1,0-1 0,1 0 0,-1 0 0,1 0 0,0 0 0,0 0 0,1-1 1,-1 0-1,1 0 0,0 0 0,5 2 0,2 0 14,1 0 1,-1 0-1,1-2 0,0 0 0,0 0 1,0-1-1,0-1 0,0 0 0,1 0 1,17-3-1,-23 1 15,-1-1 1,1 0-1,0 0 0,-1-1 1,0 0-1,0 0 0,0-1 1,0 1-1,0-2 1,-1 1-1,1-1 0,-1 0 1,0 0-1,9-12 0,-2 4 10,-2-2 0,1 1 0,-2-1-1,0-1 1,10-22 0,-13 20 209,-2 0 0,0-1 1,-1 1-1,-1-1 1,0 1-1,-2-1 0,-1-38 1,0 53-182,0-1 1,0 0 0,-1 0-1,1 0 1,-1 0-1,0 0 1,-1 0 0,1 0-1,-1 1 1,0-1 0,0 1-1,-1-1 1,1 1 0,-1 0-1,0 0 1,0 0-1,0 0 1,-5-4 0,3 4-75,0 1 0,0 0 1,-1 0-1,1 0 1,-1 0-1,1 1 0,-1 0 1,0 0-1,0 1 0,0-1 1,0 1-1,0 1 0,0-1 1,-8 1-1,10 0-107,1 0 0,-1 0-1,1 1 1,-1-1 0,1 1 0,0 0-1,-1 0 1,1 0 0,0 0 0,0 0-1,0 1 1,0-1 0,-4 3 0,6-3-122,0 0-1,0 1 1,0-1 0,0 0 0,0 1 0,0-1 0,0 1 0,0-1 0,1 1-1,-1-1 1,0 1 0,1-1 0,-1 1 0,1 0 0,0-1 0,0 1 0,-1 0-1,1-1 1,0 1 0,0 0 0,1 0 0,-1-1 0,0 1 0,0 0 0,1-1-1,-1 1 1,1-1 0,0 1 0,0 1 0,0-2-184,0 1 0,-1-1 0,1 1 0,0-1 0,0 0 0,0 0 0,0 1 0,0-1 1,0 0-1,0 0 0,0 0 0,3 1 0,20 8-7050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6:53.8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202 76 2577,'0'0'12181,"0"-4"-9987,0-9-718,0 4 2718,-28 9-1253,4-1-2745,13 1-119,1-1-1,-1 2 1,1-1-1,-1 1 1,-19 5-1,26-4-67,1-1 0,0 1-1,-1-1 1,1 1-1,0 0 1,0 0-1,0 1 1,0-1 0,1 1-1,-1-1 1,1 1-1,-1 0 1,1 0-1,0 0 1,0 0 0,0 0-1,1 0 1,-1 1-1,1-1 1,0 1-1,-2 5 1,-1 14 0,0 1 0,2 0 0,0-1 0,2 1 0,3 28 0,-2-36-8,-1-11-4,0 0 0,1 0 0,0 0 1,0 0-1,0 0 0,1 0 1,-1 0-1,1 0 0,0 0 0,1-1 1,-1 1-1,1-1 0,0 0 0,0 0 1,0 0-1,1 0 0,-1 0 1,1-1-1,0 0 0,0 0 0,0 0 1,0 0-1,1 0 0,-1-1 0,1 0 1,6 3-1,6 0-8,0 0-1,0-2 1,1 0-1,-1 0 1,1-2 0,23 0-1,-34-1 12,0-1 1,0 0-1,0 0 0,0 0 0,0-1 0,-1 0 0,1 0 0,-1 0 1,1-1-1,-1 0 0,0 0 0,0-1 0,0 0 0,-1 0 1,0 0-1,1-1 0,-1 0 0,-1 0 0,1 0 0,-1 0 0,7-11 1,-4 4 52,-1 1-1,-1-1 1,1 0 0,-2-1 0,0 1 0,-1-1 0,0 0 0,0 0 0,-2 0 0,1-22 0,-2 23 37,1-2 94,-2 1-1,0 0 1,-2-16-1,1 24-145,1 1-1,0-1 1,-1 1 0,0-1 0,0 1-1,0 0 1,0 0 0,-1 0 0,0 0-1,0 1 1,0-1 0,-6-5 0,0 2-39,0 1-1,0-1 1,-1 2 0,0-1 0,0 1 0,0 1 0,0 0 0,-1 0 0,0 1 0,0 1-1,0 0 1,0 0 0,0 1 0,0 0 0,0 1 0,-1 0 0,-11 3 0,22-3-56,0 0 1,0 0-1,0 0 1,0 0 0,1 0-1,-1 1 1,0-1-1,0 0 1,0 0 0,1 1-1,-1-1 1,0 1-1,1-1 1,-1 1 0,0-1-1,1 1 1,-1-1-1,0 1 1,1 0 0,-1-1-1,1 1 1,-1 0-1,1-1 1,0 1 0,-1 0-1,1 0 1,0-1-1,-1 1 1,1 0-1,0 0 1,0 0 0,0-1-1,0 1 1,0 0-1,0 1 1,0 0-196,0 0 0,0-1 0,0 1 0,1 0 0,-1-1 0,1 1 0,-1-1 0,1 1 0,0-1 0,0 1 0,0-1 0,-1 0 0,1 1 0,0-1 0,1 0 0,-1 0 0,0 0 0,2 2 0,23 9-3708,4-3-1015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6:58.2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 36 3937,'0'0'11441,"0"-4"-10074,0-12-236,0 12-338,-3-8 8663,3 13-9436,-1-1 1,1 0 0,-1 0 0,1 1 0,-1-1-1,1 0 1,-1 0 0,1 1 0,-1-1 0,1 1-1,-1-1 1,1 0 0,0 1 0,-1-1 0,1 1 0,0-1-1,0 1 1,-1-1 0,1 1 0,0-1 0,0 1-1,-1-1 1,1 1 0,0 0 0,0-1 0,0 1-1,0-1 1,0 1 0,-2 23-50,1-18 84,-4 123 69,-7 49-568,12-176-665,-1 7 1385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6:58.4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39 4657,'0'0'17884,"181"-39"-16796,-148 39-304,-3 0-360,-4 0-224,-5 0-104,-3 0-88,-6 0-8,-3 0-288,9 0-1120,-3 0-2601,-1 0-3168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6:59.0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27 7826,'0'0'13912,"26"-4"-12888,83-12-366,-94 14-475,0 0 0,0 0 0,0 2 0,0-1 0,0 2 0,17 3 0,-29-4-172,-1 1 1,0-1-1,0 1 0,1 0 0,-1 0 0,0 0 0,0 0 1,0 0-1,0 0 0,0 0 0,0 1 0,0-1 0,0 1 0,-1 0 1,1-1-1,-1 1 0,1 0 0,-1 0 0,1 0 0,-1 0 1,0 0-1,0 0 0,0 0 0,0 1 0,-1-1 0,1 0 0,0 0 1,-1 1-1,0-1 0,1 0 0,-1 1 0,0-1 0,0 1 1,-1-1-1,1 0 0,0 1 0,-1-1 0,1 0 0,-1 0 0,0 1 1,0-1-1,0 0 0,-2 3 0,-2 4 4,-1-2 1,0 1-1,0-1 1,-1 1-1,0-2 0,-1 1 1,1-1-1,-12 7 0,-76 41 30,71-41-53,-4 0-16,21-11 10,1 1-1,0 0 1,0 0 0,0 0 0,0 1-1,0 0 1,0 0 0,1 0-1,-7 7 1,12-10 12,-1-1 1,1 1-1,0-1 0,-1 1 0,1-1 1,0 1-1,0-1 0,-1 1 0,1-1 1,0 1-1,0 0 0,0-1 0,0 1 1,0-1-1,0 1 0,0-1 0,0 1 1,0 0-1,0-1 0,0 1 0,0-1 1,0 1-1,0-1 0,0 1 0,1 0 1,-1-1-1,0 1 0,0-1 0,1 1 1,-1-1-1,0 1 0,1-1 0,-1 1 1,0-1-1,1 0 0,-1 1 0,2 0 1,20 8 126,26-2 571,1-2 0,0-1 0,78-6 0,-36 0-465,-89 2-244,-1 0 0,1 1 0,0-1 0,0-1 0,-1 1 0,1 0 0,0 0 0,0-1 0,-1 1 0,1-1 0,0 1 0,-1-1 0,1 0 0,0 1 0,-1-1 0,1 0 0,-1 0 0,0 0 0,1 0 0,1-3 0,3-11-2644,-3-5-3755,-2 9 1362,2-1-4495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6:59.5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356 81 10202,'0'0'15242,"-19"-5"-14710,-64-15-106,75 19-383,1 0 1,-1 0 0,1 1 0,-1 0 0,1 0 0,-1 1-1,1 0 1,-1 0 0,1 1 0,0 0 0,0 0 0,0 1-1,0-1 1,0 2 0,0-1 0,1 1 0,-1 0 0,1 0-1,-11 11 1,7-6-33,1 1 1,0 1-1,0-1 0,1 2 0,1-1 0,0 1 0,0 0 1,1 0-1,-4 15 0,6-15-24,0 0 1,1 0 0,1 1-1,0-1 1,0 1-1,1 0 1,1-1 0,0 1-1,4 22 1,-3-32 6,-1-1 1,1 1-1,0-1 0,0 1 1,0-1-1,1 0 0,-1 1 1,1-1-1,-1 0 0,1 0 1,0 0-1,0 0 0,0 0 1,0-1-1,0 1 0,0 0 1,0-1-1,0 1 0,1-1 1,-1 0-1,0 0 0,1 0 1,0 0-1,4 1 0,5 0-24,1-1 0,-1 1 1,0-2-1,15 0 0,-11 0 21,-3-1 16,0 0 0,0 0 0,0-2 0,-1 1 0,1-1 0,-1-1 1,0 0-1,0-1 0,0 0 0,-1-1 0,0-1 0,0 1 0,11-10 0,-14 10 2,0-1-1,-1 0 0,0 0 1,0-1-1,-1 0 0,0 0 1,0 0-1,-1-1 0,0 1 1,0-2-1,-1 1 0,0 0 1,-1-1-1,0 1 0,0-1 1,-1 0-1,1-12 0,-2 7 77,0-1-1,-1 1 0,-1 0 1,0-1-1,-4-19 1,4 30-73,-1 1 1,1-1-1,-1 0 1,0 1-1,0 0 1,0-1 0,-1 1-1,0 0 1,0 0-1,0 1 1,0-1-1,0 0 1,-1 1-1,1 0 1,-1 0 0,0 0-1,0 0 1,0 1-1,0-1 1,-1 1-1,-4-2 1,6 3-175,1 1 0,0-1 0,-1 0 0,1 1-1,-1 0 1,1-1 0,-1 1 0,1 0 0,-1 0 0,1 1 0,-1-1 0,-4 1 0,7 0-43,-1-1 0,0 0 0,1 1 0,-1-1 0,1 0 0,-1 1 0,0-1 0,1 1-1,-1-1 1,1 1 0,-1-1 0,1 1 0,0 0 0,-1-1 0,1 1 0,-1-1 0,1 1 0,0 0 0,0-1 0,-1 1 0,1 0 0,0 0 0,0-1 0,0 1 0,0 0 0,0-1 0,0 1 0,0 0 0,0 0 0,0-1 0,0 1 0,0 0 0,0-1 0,1 1 0,-1 0 0,0 0 0,0-1 0,1 1 0,-1-1 0,0 1 0,1 0 0,-1-1 0,1 1 0,-1-1 0,1 1 0,17 17-5429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7:00.0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232 71 2457,'0'0'18928,"0"-4"-17547,0 4-1320,0-1 0,0 0 0,0 0 0,0 1 0,0-1 0,0 0 0,0 1 0,0-1 0,0 0 0,-1 0 0,1 1 0,0-1-1,0 1 1,-1-1 0,1 0 0,-1 1 0,1-1 0,0 0 0,-1 1 0,1-1 0,-1 1 0,1-1 0,-1 1 0,1 0 0,-1-1 0,0 1 0,1-1 0,-1 1 0,-1-1 0,-26-1 1305,16 2-1307,4 1 11,1-1 1,0 1-1,0 1 0,0-1 1,0 1-1,0 0 0,0 1 0,1-1 1,-1 1-1,1 1 0,0-1 0,0 1 1,0 0-1,0 1 0,1-1 0,-1 1 1,1 0-1,0 1 0,-5 7 0,4-4-55,0-1-1,0 2 1,1-1-1,1 0 0,-1 1 1,2 0-1,-1 0 1,1 0-1,1 1 0,0-1 1,0 1-1,0 16 1,2-21-18,0 0 0,0-1 1,1 1-1,0-1 0,0 1 1,0-1-1,0 1 1,3 5-1,-2-8-2,-1-1 0,1 1-1,0-1 1,0 1 0,0-1 0,0 0 0,0 1-1,1-1 1,-1 0 0,1 0 0,-1-1 0,1 1-1,0-1 1,0 1 0,0-1 0,3 1 0,10 3-42,0-2 0,-1 0 0,1-1-1,0 0 1,1-2 0,-1 0 0,25-3 0,-36 3 40,0-1 0,0 0 0,0 0 0,0 0 0,0-1 0,0 0 0,0 0 0,0 0 0,-1 0 0,1-1 0,-1 0 0,0 0 0,1 0-1,-1 0 1,-1-1 0,1 1 0,0-1 0,-1 0 0,0 0 0,0-1 0,0 1 0,-1-1 0,1 1 0,-1-1 0,0 0 0,2-8-1,1-7 65,0-1 0,-2 1 0,0 0 0,-1-1 0,-2-26 0,0 41-26,0 0 1,-1 0-1,0 0 0,0 1 1,0-1-1,-1 0 0,0 0 1,0 1-1,0-1 0,-1 1 1,0 0-1,0 0 0,0 0 1,0 0-1,-1 0 0,0 1 0,0-1 1,0 1-1,-1 0 0,1 0 1,-1 1-1,-6-4 0,11 6-84,-1 1-1,0-1 0,1 1 1,-1-1-1,0 1 0,1-1 1,-1 1-1,0-1 1,1 1-1,-1 0 0,0 0 1,0-1-1,0 1 0,1 0 1,-1 0-1,0 0 0,0 0 1,0 0-1,0 0 0,1 0 1,-1 0-1,0 0 0,0 0 1,0 0-1,1 0 1,-1 1-1,0-1 0,0 0 1,1 1-1,-1-1 0,0 0 1,0 1-1,1-1 0,-1 1 1,0-1-1,1 1 0,-1 0 1,1-1-1,-2 2 1,2-1-149,0 1 0,0-1 0,-1 0 0,1 1 0,0-1 0,0 0 0,0 1 0,1-1 0,-1 0 0,0 1 0,0-1 0,1 0 0,-1 1 0,1-1 0,-1 0 0,1 1 0,-1-1 0,1 0 0,0 0 0,0 0 0,-1 0 0,1 0 0,1 2 0,25 15-3644,5-3-1099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7:00.6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369 131 7242,'0'0'15607,"-5"-7"-14644,2 3-816,1 0 1,-2-1 0,1 1-1,0 1 1,-1-1 0,0 0-1,0 1 1,0 0 0,0 0-1,0 0 1,-1 0 0,1 1-1,-1 0 1,0 0 0,0 0-1,0 0 1,0 1-1,0 0 1,0 0 0,-6-1-1,1 1-132,0 1-1,0 0 0,0 0 0,0 1 0,0 0 0,1 1 1,-1 0-1,0 1 0,1-1 0,0 2 0,0 0 0,0 0 1,0 0-1,0 1 0,1 0 0,0 1 0,0 0 0,0 0 1,1 1-1,0 0 0,0 0 0,1 1 0,-10 13 0,10-12-9,0 0-1,1 0 0,0 1 0,0-1 1,1 1-1,0 0 0,-4 17 0,5-7-14,0 0-1,1 0 1,1 23-1,1-39 9,0 0-1,1 0 0,-1 0 1,1 0-1,0 0 0,0 0 0,0 0 1,0 0-1,1 0 0,-1 0 1,1-1-1,0 1 0,0 0 0,1-1 1,-1 0-1,1 0 0,-1 1 1,1-1-1,0-1 0,0 1 0,0 0 1,1-1-1,-1 0 0,1 0 1,-1 0-1,1 0 0,0 0 0,0-1 1,0 1-1,6 0 0,12 3-15,-1-2-1,1-1 0,0 0 1,36-3-1,-27 1 14,-21-1 20,0 0 0,0 0 0,0-1 0,0 0 0,0 0 0,0-2 0,0 1 0,-1-1 0,0 0 0,0-1 0,0 0 0,0-1 0,-1 1 0,11-11-1,-12 10 9,-1 0-1,0 0 0,0-1 0,-1 0 0,0 0 0,0 0 0,0 0 0,-1-1 0,-1 0 0,1 0 0,-1 0 0,0 0 0,-1-1 0,0 1 0,0-1 0,-1 1 0,1-12 0,-2 10 41,1 1 0,-2 0 0,1-1-1,-1 1 1,-1-1 0,1 1 0,-1 0-1,-1 0 1,0 0 0,0 0 0,-1 1 0,0-1-1,-9-12 1,-9-8 143,-2 0 0,-36-34 0,60 63-204,-1 0-22,1-1 1,0 1-1,0 0 0,0 0 0,0 0 0,-1-1 0,1 1 1,0 0-1,0 0 0,0 0 0,-1 0 0,1-1 0,0 1 0,0 0 1,-1 0-1,1 0 0,0 0 0,0 0 0,-1 0 0,1 0 1,0 0-1,0 0 0,-1 0 0,1 0 0,0 0 0,-1 0 1,1 0-1,0 0 0,0 0 0,-1 0 0,1 0 0,0 0 1,0 0-1,-1 0 0,1 0 0,0 1 0,-5 9-1228,3 14-1292,2-24 2439,0 26-4439,0-4-1964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7:06.0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75 5 16,'0'0'20506,"-1"-1"-20413,1 1 0,0 0 0,0 0 0,0-1 1,0 1-1,-1 0 0,1 0 0,0-1 0,0 1 0,0 0 1,-1 0-1,1 0 0,0 0 0,0-1 0,-1 1 0,1 0 0,0 0 1,0 0-1,-1 0 0,1 0 0,0 0 0,-1 0 0,1 0 1,0 0-1,0 0 0,-1 0 0,1 0 0,0 0 0,-1 0 1,1 0-1,0 0 0,0 0 0,-1 0 0,1 0 0,-5 16-10,1 1 0,0-1 0,-2 33 0,1-7 51,-36 255 2425,41-287-3534,6-19-1987,-3 2 2067,11-16-4420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7:06.7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 47 5473,'0'0'11897,"-3"0"-11046,2 0-766,0 0 0,0 1 0,1-1 0,-1 0 0,0 0 0,1 0 0,-1 0 0,0-1 0,0 1 0,1 0 1,-1 0-1,0 0 0,1 0 0,-1-1 0,0 1 0,1 0 0,-1-1 0,1 1 0,-1 0 0,-1-2 0,9-7 1150,30-7-291,0 9-715,-1 2 0,1 1 0,0 2-1,69 6 1,-101-4-221,0 1 0,1-1-1,-1 2 1,0-1 0,0 0-1,0 1 1,0 0 0,0 1-1,0-1 1,0 1 0,-1-1-1,1 1 1,-1 1 0,0-1-1,0 1 1,6 6 0,-8-7 0,1 0 0,-1 1-1,0 0 1,0-1 0,0 1 0,-1 0 0,1 0 0,-1-1 0,0 1 0,0 0 0,0 0 0,-1 1 0,0-1 0,1 0 0,-1 0 0,-1 0 0,1 0 0,-1 0 0,1 0 0,-1 0 0,0 0 0,-3 7 0,-1-1 27,0-1 1,0 0 0,-1 0 0,0 0 0,0-1-1,-1 0 1,-10 9 0,-62 52 197,66-58-152,-15 11 146,-45 40 1048,98-59-161,-11-3-868,37 1 89,0-3 0,-1-2 1,51-10-1,21-19-225,-63 16-2348,-1 3-4968,-31 8 1392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7:07.2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259 30 13867,'0'0'11461,"-20"0"-11358,-66 4-13,80-2-78,1-1-1,-1 1 0,1 0 0,0 0 0,-1 1 1,1 0-1,0 0 0,0 0 0,1 1 1,-1-1-1,1 1 0,0 0 0,0 0 0,0 1 1,0-1-1,1 1 0,-5 8 0,1-4 16,0 2-11,0 0 1,0 1-1,1-1 1,0 1-1,1 0 1,1 0 0,0 1-1,1 0 1,0-1-1,1 1 1,0 0-1,1 0 1,1 22 0,0-33-22,0 0 0,0 0 0,0 0 0,1 0 0,-1-1 0,0 1 0,1 0 0,0 0 0,-1 0 0,1-1 0,0 1 0,0 0 0,0-1 0,0 1 0,1 0 0,-1-1 0,0 0 0,3 3 0,0-1 2,-1-1-1,1 0 1,-1 0-1,1 0 0,0-1 1,-1 1-1,1-1 1,8 2-1,-4-1 20,1-1-1,0 0 1,-1-1-1,1 0 1,0 0-1,-1-1 1,1 0-1,13-4 1,-15 3 7,0-2 1,0 1-1,0-1 1,-1 0-1,1-1 0,-1 1 1,0-1-1,0-1 1,-1 1-1,10-12 0,-4 3 63,0-1 0,-2 0 0,14-26 0,-19 29 43,-1 1-1,1-1 1,-2 0 0,0-1-1,0 1 1,-1 0-1,-1 0 1,0-1-1,-3-17 1,2 26-92,1 0 1,-2-1-1,1 1 1,0 1-1,-1-1 1,0 0-1,0 0 1,0 0-1,-3-4 1,3 6-148,1 0 0,0 0 0,-1 1 0,1-1 0,-1 0 0,1 1 0,-1-1 0,0 1 0,0-1 1,0 1-1,0 0 0,0 0 0,0 0 0,0 0 0,0 0 0,0 0 0,0 1 0,-3-2 0,52 6-14598,-18 4 7689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7:07.6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307 19 4889,'0'0'19323,"-11"-4"-18682,5 1-572,3 1-56,1 1 1,-1-1-1,1 1 1,-1 0-1,0 0 1,1 0 0,-1 0-1,0 1 1,0-1-1,0 1 1,1 0 0,-1 0-1,0 0 1,0 0-1,0 0 1,0 0-1,1 1 1,-1-1 0,0 1-1,0 0 1,1 0-1,-1 0 1,0 0 0,1 0-1,-3 2 1,-17 14 97,1 0 0,1 2 0,0 0 1,1 1-1,1 1 0,-22 34 0,33-43-110,-1 1 1,1 0-1,1 0 0,0 1 0,1 0 1,1 0-1,0 0 0,1 0 1,0 1-1,1-1 0,1 1 0,0 0 1,3 24-1,-2-37-8,0 0 1,0-1-1,1 1 0,-1 0 1,1 0-1,0-1 1,-1 1-1,1 0 0,0-1 1,0 1-1,0-1 0,0 1 1,0-1-1,0 0 1,1 1-1,-1-1 0,0 0 1,1 0-1,-1 0 0,1 0 1,-1 0-1,1 0 1,-1 0-1,1 0 0,0-1 1,-1 1-1,5 0 1,2 1-12,1-1 1,0 0 0,0-1 0,14 0-1,-6-1 29,-1 0 0,-1 0 0,1-2 1,-1 1-1,0-2 1,1 0-1,-1-1 0,-1-1 1,1 0-1,22-14 1,-17 8 63,0-1 1,-1 0 0,-1-2 0,0 0 0,29-35 0,-42 45 14,-1-1-1,0 0 1,0 0 0,-1-1 0,0 1 0,0-1-1,0 1 1,-1-1 0,0 0 0,2-9-1,-2-1 267,-1 0-1,0 0 0,-3-22 0,2 35-367,0 0 0,-1 0 0,1 0 0,-1-1 0,-1 1 0,1 0 0,0 0 0,-1 0 0,0 0 0,0 1 0,0-1 0,0 0 0,-1 1 0,1 0 0,-1-1 0,0 1 0,0 0 0,0 0 0,0 1 0,-1-1 0,1 1 0,-1-1 0,1 1-1,-1 0 1,0 0 0,0 1 0,0-1 0,0 1 0,0 0 0,0 0 0,-1 0 0,-6 0 0,10 1-122,0 0-1,-1 0 0,1 0 1,0 0-1,-1 1 1,1-1-1,0 0 1,-1 0-1,1 1 0,0-1 1,-1 1-1,1-1 1,0 1-1,0 0 1,0-1-1,-1 1 1,1 0-1,0 0 0,-1 1 1,2-1-114,-1 0 1,1 0-1,0 0 0,0 0 1,-1 0-1,1 0 0,0 0 1,0 0-1,0 1 1,0-1-1,0 0 0,1 0 1,-1 0-1,0 0 0,0 0 1,1 0-1,-1 0 1,1 0-1,-1 0 0,1 0 1,-1 0-1,1 0 0,-1 0 1,1-1-1,0 1 1,0 0-1,1 1 0,19 16-5962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7:08.1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387 2 6873,'0'0'16004,"-6"-1"-14776,-1 1-999,1-1-1,0 1 0,0 0 1,0 1-1,0-1 0,-1 1 1,1 0-1,0 1 1,0-1-1,0 1 0,1 1 1,-1-1-1,0 1 0,1 0 1,-7 5-1,-13 12 114,1 2-1,1 1 0,1 0 0,-33 46 1,22-19-467,-45 88 1,60-97-2554,17-39 631,9-20-8459,-6 14 8832,9-19-5629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7:08.3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5401,'0'0'18545,"13"6"-17542,-1-1-736,-7-3-177,0-1 0,0 1 1,0 1-1,0-1 0,0 1 0,-1 0 0,1 0 0,-1 0 0,0 1 0,0 0 0,0 0 0,0 0 0,-1 0 0,5 6 0,16 31 612,-9-16-419,0 0 1,24 27 0,-34-46-290,0 0 1,1 0-1,0-1 1,0 0-1,1 0 1,-1 0-1,1-1 1,0 0 0,1 0-1,-1 0 1,0-1-1,14 3 1,11 0-1646,0-2 0,1-2 0,58-3 0,-31 0-4895,6 1-6617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7:08.8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170 7 8250,'0'0'16086,"-4"-2"-14755,3 1-1247,0 1 0,-1-1 0,1 1 0,0-1 0,-1 1 0,1-1 0,0 1 0,-1 0 0,1 0 0,0 0 0,-1 0 0,1 0 0,0 0 0,-1 0 0,1 0 0,0 1 0,-1-1-1,1 0 1,0 1 0,-1-1 0,1 1 0,0 0 0,0-1 0,0 1 0,-2 1 0,-1 2 181,0-1 0,0 1 0,0 1 0,1-1 0,0 0 0,-4 7 0,-5 10 223,1 0 0,1 1 0,1 0-1,1 0 1,-11 46 0,9-9-420,-4 69-1,10-108-66,0 15-21,4-35-170,0 9-11158,0 0 628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7:13.4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1 303 5537,'0'0'3750,"17"-17"334,-3 11-3559,0 1 0,0 0-1,0 1 1,1 0 0,-1 1 0,23-1 0,94 1-3,-50 3-149,340-35 1736,-54 3-867,419 8-955,27 0-300,476-49 53,-646 67-85,-374 8 34,-192-2 11,1005-29 48,-1078 28-48,320-17 93,-291 14-79,-2-1 3109,17 4-3102,7-1-4986,0 2-1779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7:14.9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56 3793,'0'0'11216,"7"-6"-10051,-2 2-988,0 0 1,0 0-1,1 1 0,-1 0 0,1 0 1,0 0-1,0 1 0,0-1 1,0 2-1,0-1 0,0 1 0,9-2 1,352-3 1343,-116 4-1343,365-4 670,181 6 1287,-59 64-1671,-731-64-463,463 67 7,230 20-21,115-73 99,-544-15-35,1106 1 578,-857 15-483,-514-15-144,1057-27 919,-692 0-263,-355 26-477,-5 1 167,-1-1 0,1 0 0,-1 0 0,0-1 0,0-1 0,13-4 0,-39 5 2607,-30-1-4141,-18 3-4999,22 0-1665,12 0-1141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6:54.3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342 1 6873,'0'0'15873,"-5"0"-14682,-3 1-981,0 0 0,1 1 1,-1 0-1,1 1 0,-1 0 0,1 0 0,0 0 1,0 1-1,0 0 0,1 1 0,-1-1 0,1 1 0,0 0 1,-9 11-1,-12 12 349,-37 52-1,36-42-676,1 1 0,2 1 0,-23 53 0,44-80-1029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6:54.5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6617,'0'0'17579,"5"14"-16374,4 7-811,0 1 0,1-2 0,1 1 0,1-2 0,0 1 0,18 18 0,-19-27-484,0 0 1,0-1-1,2-1 0,-1 0 0,1-1 0,18 9 0,-13-8-2309,0-1 1,25 6-1,-13-7-4348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6:10.9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1 144 6513,'0'0'15369,"2"7"-14766,3 26-164,0 0 1,-2 0 0,-2 0-1,-1 1 1,-6 42 0,2-40-247,1-15-67,1 0 0,0 0 0,3 30 0,0-50-128,-1 0 0,1 0 1,0 0-1,0 0 0,-1 0 0,1 0 0,0 0 0,0 0 0,0 0 0,0-1 0,0 1 1,0 0-1,0-1 0,0 1 0,0-1 0,0 1 0,1-1 0,-1 1 0,0-1 0,0 0 1,0 0-1,1 0 0,-1 1 0,0-1 0,0 0 0,0-1 0,3 1 0,1 0 8,0 0-1,0 0 0,1-1 0,-1 0 1,0 0-1,5-1 0,0-3-3,0-1 1,-1 0-1,1 0 0,-2-1 0,1 0 1,0 0-1,8-11 0,52-64 18,-62 74-18,36-47 105,-43 55 5,0 19-60,0-13-70,1 1 0,0 0 0,0 0 0,1-1 0,0 1 0,0-1 0,1 1 0,-1-1 1,1 0-1,0 0 0,1 0 0,0 0 0,0-1 0,0 0 0,0 1 0,1-1 0,0-1 0,0 1 0,0-1 0,1 0 0,8 5 0,-3-2-15,0-2-1,0 1 0,0-1 0,0-1 0,1 0 1,0-1-1,0 0 0,0-1 0,0 0 0,0-1 1,16 0-1,-20-2 27,0-1 0,-1 1 0,1-2 1,0 1-1,-1-1 0,0-1 0,0 1 0,0-1 1,0 0-1,-1-1 0,1 1 0,-1-1 0,0-1 0,0 1 1,-1-1-1,0 0 0,7-10 0,1-2 18,0-1-1,-1 0 0,-1-1 1,-1-1-1,7-21 1,-10 19 213,0 0 1,-2 0-1,-1 0 1,-1-1-1,-1 0 1,-1 1-1,-1-1 1,-6-43-1,6 63-144,-1 0 0,0 0 0,0 0 1,0 0-1,-1 0 0,0 1 0,1-1 0,-1 0 0,0 1 0,-1-1 0,-2-2 0,4 4-61,-1 1 0,1-1 0,-1 1 0,0 0 0,1-1-1,-1 1 1,0 0 0,0 0 0,1 1 0,-1-1 0,0 0 0,0 0-1,0 1 1,0-1 0,0 1 0,0 0 0,0 0 0,0 0 0,-1 0-1,1 0 1,0 0 0,0 0 0,-2 1 0,2 0-87,0 0 0,1 0 0,-1 0 0,1 1 0,-1-1 0,1 0 0,-1 1 0,1-1 0,0 1 0,0-1 0,0 1 0,0 0 0,0-1 0,0 1 0,0 0 0,0 0 0,1-1-1,-1 1 1,1 0 0,-1 0 0,1 0 0,0 0 0,0 0 0,0 0 0,0 2 0,0 52-3637,0-55 3490,8 33-5541,10-4-3558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6:11.3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0 133 5025,'0'0'17757,"21"4"-17022,-19-3-717,34 6 318,0-1 0,62 3 0,-95-9-326,1 0 1,-1-1-1,1 1 1,-1-1-1,1 1 1,-1-1-1,1 0 1,-1 0-1,0-1 1,1 1-1,-1-1 1,0 0-1,0 1 1,0-1-1,0 0 1,-1-1-1,1 1 1,0-1-1,-1 1 1,0-1-1,3-3 1,-3 2 41,1 0 1,-1 0 0,0-1 0,0 0 0,-1 1-1,0-1 1,1 0 0,-1 1 0,-1-1 0,1 0 0,-1 0-1,0 0 1,0 0 0,0 0 0,-2-5 0,2 9-2,0-1 1,-1 0-1,1 1 1,-1-1-1,0 0 0,1 1 1,-1-1-1,0 1 1,0 0-1,0-1 1,0 1-1,0 0 0,0-1 1,-1 1-1,1 0 1,0 0-1,-1 0 1,-1-1-1,-2-1 29,1 1 1,0 1-1,0-1 1,-1 0-1,1 1 0,-9-1 1,-1 0 93,0 1 1,0 1-1,-23 2 1,34-2-152,0 1-1,0 0 1,0-1 0,1 1 0,-1 0 0,0 0 0,1 0 0,-1 1 0,1-1 0,-1 1-1,1-1 1,-1 1 0,1 0 0,0 0 0,0 0 0,0 0 0,0 0 0,0 0 0,1 1-1,-1-1 1,1 1 0,-1-1 0,1 1 0,0-1 0,0 1 0,-1 5 0,-1 4 11,1 1 0,0 0 0,1-1 0,0 22 0,1-30-81,1 1 1,-1-1-1,1 0 0,0 1 1,0-1-1,0 0 0,1 0 1,0 0-1,-1 0 1,1 0-1,1 0 0,-1 0 1,0-1-1,1 1 0,0-1 1,0 0-1,0 0 1,0 0-1,0 0 0,1 0 1,-1-1-1,1 1 0,0-1 1,0 0-1,0 0 1,4 1-1,4 2-710,1-1 1,0 0-1,0-1 1,0-1-1,0 0 1,0 0-1,15-1 1,39-1-3702,-2 0-2120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6:11.7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104 10 9058,'0'0'11617,"-6"12"-11109,-16 35 47,22-46-525,0 0-1,0 0 1,0 0 0,0 0-1,0 0 1,0 0 0,0 0 0,0 0-1,1 0 1,-1 0 0,0 0-1,0 0 1,1 0 0,-1 0-1,1 0 1,-1-1 0,1 1 0,-1 0-1,1 0 1,0 0 0,-1-1-1,1 1 1,0 0 0,-1-1-1,1 1 1,0 0 0,0-1 0,0 1-1,0-1 1,0 1 0,1 0-1,28 8 560,-10-6-493,1-1-1,-1-1 1,0-1 0,34-4 0,-53 4-92,1 0 0,-1 0 1,0 0-1,1 0 0,-1-1 1,0 1-1,1-1 0,-1 1 1,0-1-1,1 1 0,-1-1 1,0 0-1,0 1 0,0-1 1,0 0-1,0 0 0,0 0 1,0 0-1,0 0 0,0 0 1,0 0-1,-1 0 0,1-1 1,0 1-1,-1 0 0,1 0 1,-1-1-1,1 1 0,-1 0 1,0-1-1,1 1 0,-1 0 1,0-1-1,0 1 0,0 0 1,0-1-1,0-2 0,-1 2 10,0-1 0,1 0 0,-1 1 0,0-1 0,0 1 0,0-1 0,0 1 0,-1-1 0,1 1 0,-1 0 0,0 0 0,1-1 0,-1 1 0,0 0 0,0 1 0,0-1 0,-1 0 1,-2-2-1,-8-1 85,0 1 1,1 0 0,-1 0 0,0 2 0,-1-1-1,1 2 1,0 0 0,-1 0 0,-17 2 0,16 0-20,11-2-36,1 1-1,-1 1 1,1-1-1,-1 0 0,1 1 1,-1 0-1,1 0 1,-1 0-1,1 0 0,0 0 1,0 1-1,-1-1 1,1 1-1,0 0 0,1 0 1,-1 0-1,0 1 1,0-1-1,1 0 0,0 1 1,-1 0-1,1 0 1,0-1-1,0 1 0,0 0 1,1 1-1,-1-1 1,1 0-1,0 0 0,-1 4 1,-1 6 35,1-1 0,0 0 0,1 1 0,0 0 0,1-1 0,1 1 0,2 16 0,-2-24-87,0 0-1,0 0 1,1 0-1,-1 0 1,1 0 0,0 0-1,1 0 1,-1 0-1,1-1 1,0 0 0,0 1-1,0-1 1,1 0-1,0 0 1,-1-1-1,1 1 1,1-1 0,-1 0-1,0 0 1,1 0-1,-1-1 1,1 1-1,0-1 1,0 0 0,0 0-1,0-1 1,9 2-1,6 0-306,0 0 0,1-1 0,-1-1 0,1-1 0,32-4 0,-26 1-1423,43-13 0,22-12-5004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6:12.4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336 1 6889,'0'0'18610,"-21"31"-17351,-67 105-122,79-121-932,2 0-1,0 0 1,1 0-1,0 1 1,1 0-1,-3 20 0,-2 5 230,-51 187 907,-37 123-1077,88-319-293,10-32-14,1-4-274,4-13 172,0 0 0,1 1 0,1 0 0,12-21 0,43-63-440,-41 69 319,14-23-308,4 1 1,81-87-1,-116 136 577,-3 2 4,1 1 0,-1-1 0,1 0 0,0 1 0,-1-1-1,1 1 1,0-1 0,0 1 0,0 0 0,0 0 0,0 0-1,3-1 1,-4 2 63,-1 12 118,0-6-149,0 1 1,0-1-1,-1 1 1,0-1-1,0 1 1,0-1-1,-1 0 0,0 1 1,-3 5-1,2-8-5,1 0-1,-1 0 0,0 0 0,0 0 0,-1-1 0,1 1 0,-1-1 1,0 0-1,0 0 0,0 0 0,0-1 0,-1 1 0,-5 1 1,-14 6 159,1-2 1,-2 0-1,-43 6 1,-7 3 204,74-17-380,0 0 0,0 1 0,0-1 1,0 0-1,0 1 0,0-1 0,0 1 1,0-1-1,0 1 0,0-1 0,0 1 1,1 0-1,-1-1 0,0 1 0,0 0 1,1 0-1,-1 0 0,0 0 0,1 0 0,-1-1 1,1 1-1,-1 0 0,1 0 0,-1 0 1,1 1-1,0-1 0,0 0 0,-1 0 1,1 0-1,0 0 0,0 0 0,0 0 1,0 0-1,0 0 0,0 0 0,1 0 0,-1 2 1,1 0 0,0 0 1,0 0 0,0 0 0,1 0-1,-1 0 1,1 0 0,0-1-1,0 1 1,0-1 0,0 1 0,4 3-1,10 7-81,0 0-1,1-1 0,1-1 0,0-1 0,0 0 1,1-1-1,0-1 0,1-1 0,0-1 1,0 0-1,0-2 0,0 0 0,36 1 0,-39-5-267,11 2-2477,55-7 1,-25-9-3565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6:12.7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155 1 12363,'0'0'15343,"-5"9"-13785,-33 77-391,3 2 1,-29 116 0,60-190-1152,1-1-1,-2 23 1,4-9-3040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6:21.8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38 465 800,'0'0'12060,"7"-1"-10366,23-5-157,26 0 5119,-4 5-4889,-36 2-1845,-1-1 0,1 0 0,0-2 0,0 0 0,30-8 0,-37 7 78,0 0 0,0 0 0,0-1 0,0-1-1,11-7 1,-18 10 64,1 0-1,-1 0 1,1 0 0,-1 0 0,0-1-1,0 1 1,-1-1 0,1 0-1,0 1 1,-1-1 0,1 0-1,-1 0 1,0 0 0,0 0 0,0 0-1,-1 0 1,1 0 0,-1 0-1,1-1 1,-1-3 0,0 6-54,0 1 0,0-1 0,1 1 1,-1-1-1,0 1 0,0-1 0,0 0 0,0 1 1,0-1-1,0 1 0,0-1 0,0 1 1,-1-1-1,1 1 0,0-1 0,0 1 0,0-1 1,0 1-1,-1-1 0,1 1 0,0-1 0,0 1 1,-1-1-1,1 1 0,-1 0 0,1-1 0,0 1 1,-1-1-1,1 1 0,-1 0 0,1-1 1,0 1-1,-1 0 0,1 0 0,-1-1 0,1 1 1,-1 0-1,0 0 0,1 0 0,-1 0 0,1 0 1,-1 0-1,1 0 0,-1 0 0,1 0 0,-1 0 1,1 0-1,-1 0 0,1 0 0,-1 0 1,1 0-1,-1 0 0,0 1 0,1-1 0,0 0 1,-1 0-1,1 1 0,-2-1 0,-1 2 43,0 1-1,-1-1 1,1 0-1,0 1 1,1-1 0,-1 1-1,-4 6 1,-4 8-58,1 0 0,1 2 0,0-1 0,1 1 0,-9 35 0,-16 104-29,33-157 34,-12 88-11,9-57-3,-2 0 0,0 0 0,-2 0 1,-13 32-1,19-61 14,0 0 0,-1 0 0,1 0 0,-1 0 0,0 0 0,0-1 0,0 1 0,0-1 0,-1 1 1,1-1-1,-1 0 0,1 0 0,-1 0 0,0 0 0,1-1 0,-1 1 0,0-1 0,0 1 0,0-1 1,-4 1-1,-1-1 1,0 0 1,1 0 0,-1 0 0,0-1-1,0 0 1,1-1 0,-14-2 0,16 2 13,-1-1 0,1 1 0,-1-1 0,1-1 1,0 1-1,0-1 0,0 0 0,0 0 0,1 0 1,-1-1-1,1 0 0,0 0 0,0 0 0,-4-5 1,8 8-17,-1 1 0,1 0 0,0-1 0,0 1 0,-1-1 0,1 1 0,0-1 0,0 1 0,0-1 0,0 1 0,0-1 0,-1 1 0,1-1 0,0 1 0,0-1 0,0 1 0,1-1 0,-1 1 0,0-1 0,0 1 0,0-1 0,0 1 0,0-1 0,1 1 0,-1-1 0,0 1 0,0 0 0,1-1 0,-1 1 0,0-1 0,0 1 0,1 0 0,-1-1 0,1 1 0,0-1 0,16-9-106,-13 9 115,320-164-3291,-238 115 2994,131-102 0,-199 140 815,-27 25 378,-5 5-958,-5 9 166,-28 51 0,41-67-106,2 0 1,-1 0-1,1 0 0,1 1 0,0-1 1,1 1-1,0 0 0,-1 18 1,4-29-9,-1 0 0,0 0 1,0 0-1,0-1 0,1 1 1,-1 0-1,0 0 0,1-1 1,-1 1-1,0 0 1,1 0-1,-1-1 0,1 1 1,-1 0-1,1-1 0,0 1 1,-1-1-1,1 1 1,0-1-1,-1 1 0,1-1 1,0 1-1,-1-1 0,1 0 1,0 1-1,0-1 1,0 0-1,-1 0 0,1 0 1,0 1-1,0-1 0,1 0 1,32 1 14,-24-1-15,11 0 9,-10 1-8,-1-1 1,1 0 0,-1-1 0,0 0 0,1-1 0,13-3 0,-21 4 3,0-1 1,-1 1-1,1 0 0,-1-1 0,1 0 0,-1 1 0,0-1 0,0 0 1,0 0-1,0 0 0,0-1 0,0 1 0,0 0 0,-1-1 0,1 1 0,-1-1 1,0 1-1,0-1 0,0 0 0,0 1 0,0-1 0,0 0 0,-1 0 0,0 0 1,1 0-1,-1 0 0,0 1 0,-1-6 0,2-6-23,-1-1 0,-1 1 0,0-1 0,-1 1-1,-1 0 1,0 0 0,-1 0 0,-6-17 0,-19-28-224,13 27-218,-18-50 0,33 80 427,0 0 0,0 0 1,1-1-1,-1 1 0,1 0 1,-1 0-1,1 0 0,0 0 1,0 0-1,0-1 0,0 1 1,0 0-1,0 0 1,1 0-1,-1 0 0,1-1 1,-1 1-1,1 0 0,0 0 1,0 0-1,0 0 0,0 1 1,0-1-1,3-3 0,1 1-64,0 0 0,1 1-1,-1 0 1,1 0-1,0 0 1,-1 1-1,10-3 1,63-23-1259,101-40-1001,-154 57 2217,0-2-1,-1-1 1,-1 0-1,40-33 1,-58 43 307,0-1 1,0 1-1,0-1 0,-1 0 1,0 0-1,1 0 1,-2-1-1,1 1 0,-1-1 1,0 0-1,0 0 0,0 0 1,-1-1-1,0 1 0,0-1 1,-1 1-1,0-1 1,0 1-1,0-11 0,-1 16-126,0 1 0,0-1 0,0 1 0,0-1 0,0 1 0,0-1 0,-1 1 0,1-1 0,0 1 0,0 0 0,0-1 0,-1 1-1,1-1 1,0 1 0,0 0 0,-1-1 0,1 1 0,0 0 0,-1-1 0,1 1 0,-1 0 0,1-1 0,0 1 0,-1 0 0,1 0 0,-1 0 0,1-1 0,0 1-1,-1 0 1,1 0 0,-1 0 0,1 0 0,-1 0 0,1 0 0,-1 0 0,1 0 0,-1 0 0,-21 4 412,17-2-397,-1 0 0,1 1 0,0 0 0,0 0 0,0 1 0,0-1 0,1 1 0,0 0 0,-1 1 0,-4 5 0,-35 53 327,40-57-335,-34 57 366,-58 131 1,79-152-318,2 0 1,2 1-1,1 1 1,-7 64 0,15-27-14,4-80-22,33-3 474,-22-5-499,-1 1 1,1-2-1,-2 0 1,1 0-1,-1 0 1,14-17-1,-3 3 83,-19 21 407,-1 10-349,0-3-169,0 7-27,0 0 0,1 0 0,0 0 1,6 24-1,-6-35-221,1-1 0,-1 0-1,1 1 1,-1-1 0,1 0 0,-1 0 0,1 0 0,0 0 0,0-1 0,-1 1 0,1 0 0,0-1 0,0 1 0,0-1 0,0 0 0,0 1 0,0-1 0,-1 0 0,1 0 0,0 0 0,3-1 0,2 2-1698,13-1-4306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6:22.2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11138,'0'0'11187,"1"15"-10522,0-4-478,6 94 1552,5-121-1204,-4 2-518,2 1-1,13-17 1,-18 25 48,-1 1 0,0-1-1,1 1 1,0 0-1,0 0 1,0 0 0,1 1-1,10-6 1,-15 9-23,-1 0 1,1 0 0,-1 1-1,1-1 1,-1 0-1,1 0 1,-1 1-1,1-1 1,-1 0-1,1 1 1,-1-1-1,0 0 1,1 1-1,-1-1 1,0 1-1,1-1 1,-1 0 0,0 1-1,0-1 1,1 1-1,-1-1 1,0 1-1,0-1 1,0 1-1,1-1 1,-1 1-1,0-1 1,0 1-1,0 0 1,0-1 0,0 1-1,0-1 1,0 1-1,-1 0 1,3 27 20,-2-22 108,0 3-153,1 0 0,0 0-1,1 0 1,-1-1 0,2 1 0,-1 0 0,5 9 0,-5-17-199,-1 0 1,0 1 0,1-1 0,-1 0 0,1 0-1,0 0 1,-1 0 0,1 0 0,0 0 0,0 0-1,0-1 1,-1 1 0,1-1 0,0 1 0,0-1 0,0 0-1,0 0 1,0 0 0,0 0 0,0 0 0,0 0-1,0 0 1,2-1 0,6 1-2749,15 0-6100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6:25.9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45 155 6889,'0'0'9625,"0"-4"-8741,0 1-570,1-1 0,-1 0 0,1 0 0,-1 1 0,1-1 0,0 1 0,1-1 0,-1 1 0,0-1 0,1 1 0,3-5 0,49-95-39,-57 116 2929,-2 14-3086,-63 185 1502,57-166-1468,2 1 0,-6 81 0,15-111-335,-2 14 655,2-27-1390,0-16-1687,1-53-6950,4 32 978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6:26.5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445 3 4033,'0'0'13297,"-4"-3"-8099,-5 8-4573,-32 38 445,2 2 1,-62 92-1,93-127-1031,8-9-38,-36 50 82,-54 102 1,82-137-109,1 0 0,0 0 0,1 1 0,1 0-1,1 1 1,0-1 0,2 0 0,0 1 0,0 0 0,2 0 0,2 25 0,-2-41 16,1-1 0,-1 1 0,1 0 0,-1-1 0,1 1 0,0 0 0,0-1 0,0 1 0,0-1 0,0 1 0,0-1 0,0 0 0,0 1 0,1-1 0,-1 0 0,0 0 0,1 0 0,-1 0-1,1 0 1,-1 0 0,1 0 0,-1-1 0,1 1 0,0 0 0,-1-1 0,1 1 0,2-1 0,5 2-2,1-1-1,-1 0 0,19-1 0,-16 0-15,-10 0 26,1-1 1,0 1-1,0 0 0,-1-1 1,1 0-1,0 1 1,-1-1-1,1 0 0,0 0 1,-1-1-1,1 1 1,-1 0-1,0-1 0,1 0 1,-1 1-1,0-1 0,3-4 1,-1 2 25,-1 0 0,0-1 0,0 0 0,-1 1 0,1-1 0,-1 0 0,0 0 0,0 0 0,1-7 0,-2 6 22,1 0-1,-1-1 0,0 1 1,-1 0-1,0-1 0,0 1 1,0-1-1,-1 1 0,0-1 1,0 1-1,0 0 0,-1-1 1,0 1-1,0 0 0,-1 0 0,-5-9 1,2 8-19,0-1 1,-1 2 0,-1-1-1,1 1 1,-1 0 0,0 0-1,0 1 1,-1 0-1,1 1 1,-18-7 0,12 6-31,-1 1-1,-1 0 1,1 1 0,0 1 0,-1 0 0,-16 0 0,32 3-18,-1-1 1,1 0-1,-1 0 0,1 0 1,0 0-1,-1 0 1,1 0-1,-1 1 0,1-1 1,0 0-1,-1 0 1,1 1-1,-1-1 0,1 0 1,0 1-1,0-1 1,-1 0-1,1 1 0,0-1 1,-1 0-1,1 1 1,0-1-1,0 1 0,0-1 1,0 0-1,-1 1 1,1-1-1,0 1 0,0-1 1,0 1-1,0-1 0,0 1 1,0-1-1,0 0 1,0 1-1,0-1 0,0 1 1,0-1-1,0 1 1,1-1-1,-1 0 0,0 1 1,0-1-1,0 1 1,1 0-1,-1 0-107,1 1-1,0-1 1,-1 1-1,1-1 1,0 1 0,0-1-1,0 0 1,0 1 0,0-1-1,0 0 1,0 0-1,1 1 1,-1-1 0,0 0-1,1 0 1,1 1 0,24 8-3835,49 11 0,-23-8-2275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6:27.0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393 0 12203,'0'0'12688,"-23"6"-12288,3-1-317,8-3-35,0 0-1,0 2 1,0-1-1,1 1 1,-1 1-1,1 0 0,0 1 1,1 0-1,-1 1 1,-17 14-1,-1 6 123,0 1-1,2 2 1,-29 38-1,48-56-155,0 0-1,0 1 1,1 0-1,1 0 1,0 1-1,1-1 1,1 1-1,0 1 1,0-1-1,2 0 1,0 1-1,-1 15 1,3-28-19,0 0 0,0 0 0,1 0 0,-1 0 0,0 0-1,0 0 1,1 0 0,0 0 0,-1 0 0,1-1 0,0 1 0,0 0 0,0 0 0,0-1 0,0 1 0,0 0 0,0-1 0,1 1 0,-1-1 0,0 0 0,1 1 0,-1-1 0,1 0 0,0 0 0,-1 0 0,1 0 0,0 0 0,0 0 0,0 0 0,0-1 0,2 1-1,6 1-14,0-1-1,-1 0 0,1 0 0,0-1 0,12-1 0,-7 0 20,-5 0 0,-1 0 0,1 0 0,-1-1 0,1-1 1,-1 0-1,0 0 0,0 0 0,0-1 0,-1-1 0,1 1 1,-1-1-1,0-1 0,0 0 0,-1 0 0,0 0 1,0-1-1,11-13 0,-10 10 13,-1 0 0,0-1 0,-1 0 0,0 0-1,-1 0 1,0-1 0,-1 1 0,0-1 0,-1-1 0,0 1 0,-1 0 0,0-1 0,0-16 0,-2 22-8,0-7 58,0 0-1,-1 0 0,-4-22 0,4 31-37,-1 0-1,0 0 1,0 0-1,0 1 1,0-1-1,-1 1 0,0-1 1,0 1-1,0 0 1,0 0-1,-1 0 0,1 0 1,-6-3-1,5 3-21,0 1-1,-1-1 1,1 1-1,-1 0 1,0 0-1,0 1 0,-1 0 1,1-1-1,0 2 1,-1-1-1,1 1 1,-1-1-1,1 2 1,-1-1-1,0 0 1,1 1-1,-1 0 1,-9 2-1,14-2-34,0 0 0,1 1 0,-1-1 0,0 0 0,1 0-1,-1 1 1,1-1 0,-1 0 0,0 1 0,1-1 0,-1 1 0,1-1 0,-1 1 0,1-1 0,0 1-1,-1-1 1,1 1 0,-1-1 0,1 1 0,0 0 0,0-1 0,-1 1 0,1 0 0,0-1-1,0 1 1,0 0 0,-1-1 0,1 1 0,0 0 0,0-1 0,0 1 0,0 0 0,1-1-1,-1 1 1,0 0 0,0-1 0,1 2 0,-1 0-232,1 1-1,0-1 1,0 0 0,0 0-1,0 0 1,0 0 0,0 0-1,0 0 1,1 0 0,1 2-1,30 16-4800,8-4-1812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6:27.4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396 78 11442,'0'0'10708,"-33"-1"-8769,-105-2-821,131 3-1062,0 0 0,0 0 1,0 1-1,0 0 0,0 1 0,0 0 1,0 0-1,0 0 0,0 0 0,1 1 1,-1 1-1,1-1 0,0 1 1,0 0-1,0 0 0,1 0 0,-1 1 1,1 0-1,-8 10 0,6-7-18,-1 0-23,0 1 1,1 0 0,0 1 0,1 0 0,0 0-1,1 0 1,0 1 0,0-1 0,-5 24 0,5-11-20,1 1 0,1 0 0,1 43 0,2-63-4,0-1 0,0 1 0,1-1 0,0 1 0,-1-1 0,1 1 0,0-1 0,1 1 0,-1-1 0,0 0 0,1 0 0,0 0 0,0 0 0,0 0 0,0 0 0,0 0 0,1-1 0,-1 1 0,1-1 0,0 1 0,0-1 0,-1 0-1,1 0 1,1-1 0,-1 1 0,0 0 0,0-1 0,1 0 0,6 2 0,3 0-6,0-1 1,1 0-1,0 0 0,-1-2 0,1 0 1,23-2-1,-32 1 7,1 0 0,-1 0 0,1 0 0,-1-1 0,0 1 0,1-1 0,-1-1 0,0 1 0,0-1 0,0 0 0,-1 0 0,1 0 0,7-7 0,-7 4 19,1-1 0,-1 1 0,0-1 1,-1 0-1,0 0 0,0 0 1,0-1-1,3-11 0,0-6 103,-1-1 0,-2 1 0,0-1 0,0-49 0,-2 33 31,0 19-99,-1 1-1,-2-1 1,0 0-1,-5-29 0,5 51-70,1-1-1,-1 1 0,1-1 0,-1 1 0,1 0 1,-1-1-1,0 1 0,0 0 0,1-1 0,-1 1 1,0 0-1,0 0 0,0 0 0,-2-2 0,-4 5-1359,4 12-1206,4 15-2639,4-2-2046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6:27.7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447 1 13475,'0'0'10878,"-27"21"-10114,-90 72 166,82-64-207,-57 64 0,64-63-534,6-4-85,0 0 0,2 1 0,-21 38 0,5 3-5473,33-66 1133,0-1-1365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6:28.1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 1 12067,'0'0'13767,"-1"18"-12653,-2 0-770,2-10-208,0 0 0,0 0 0,0-1 0,1 1 0,1 0 0,-1 0 0,1 0 1,0 0-1,1 0 0,0-1 0,5 13 0,30 71 1643,-7-19-925,28 103 0,-58-175-899,0 1 1,1-1-1,-1 0 0,0 1 0,0-1 0,0 0 0,0 0 0,0 1 0,0-1 1,1 0-1,-1 1 0,0-1 0,0 0 0,0 0 0,1 0 0,-1 1 1,0-1-1,0 0 0,1 0 0,-1 0 0,0 1 0,1-1 0,-1 0 1,0 0-1,1 0 0,-1 0 0,0 0 0,0 0 0,1 0 0,-1 0 1,0 0-1,1 0 0,-1 0 0,0 0 0,1 0 0,-1 0 0,1 0 1,9-5-6477,-6-1 18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6:29.9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120 111 1296,'0'0'13300,"2"-9"-11643,16-39 1624,-17 46-2724,1-1 1,-1 1 0,1 0-1,0 0 1,0 0 0,0 0-1,0 0 1,0 0 0,0 0-1,1 1 1,4-3 0,36-12 676,-24 13-1377,0 0-1,33 1 1,-22 0 186,-19 1-27,1 1 0,0 0 0,0 0 0,23 5 0,-33-4-15,0-1-1,1 1 1,-1 0-1,0 0 1,0 0 0,1 0-1,-1 0 1,0 0-1,0 1 1,0-1 0,0 1-1,-1-1 1,1 1-1,0 0 1,-1 0 0,1 0-1,-1 0 1,1 0-1,-1 0 1,0 0 0,0 0-1,0 0 1,0 1 0,-1-1-1,1 0 1,0 1-1,-1-1 1,0 1 0,1 3-1,-1-1 16,0 1 0,0 0 1,0-1-1,-1 1 0,0 0 0,0-1 0,0 1 0,-1-1 0,0 1 1,0-1-1,0 0 0,-1 0 0,0 0 0,0 0 0,-3 5 0,-4 0 15,1 1 0,-2-1 0,1-1-1,-23 16 1,-4-2 1,26-17-20,1 0-1,0 1 1,-17 14 0,26-19-13,1-1-15,14 2-143,4 0 132,1 1 1,-1 0-1,-1 2 0,1 0 1,-1 1-1,0 1 0,0 0 0,-1 2 1,0-1-1,-1 2 0,0 0 1,-1 1-1,0 1 0,-1 0 1,16 19-1,-26-27-6,0 0-1,0 1 1,0-1 0,-1 1-1,2 6 1,-3-10 29,0-1 0,-1 1 0,1 0 0,-1 0 0,0 0 0,1 0 0,-1 0 0,0 0 0,0 0 1,0-1-1,0 1 0,-1 0 0,1 0 0,0 0 0,-1 0 0,0 0 0,1 0 0,-1-1 0,0 1 0,-1 2 0,-2 0 30,-1-1-1,1 1 0,0-1 1,-1-1-1,0 1 0,0-1 0,1 1 1,-1-1-1,-1-1 0,-7 3 1,-63 10 481,52-11-280,-35 3 846,-105-2 0,21-2 399,107 4-1026,35-6-436,13 12-4206,-9-10 2771,8 4-7080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6:31.2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114 1 6601,'0'0'14273,"-4"2"-12606,1 0-1491,0 1 0,0 0 1,0 0-1,0 0 0,0 0 0,1 0 1,-1 0-1,1 1 0,0 0 0,0-1 1,0 1-1,0 0 0,-1 6 0,-16 64 502,15-55-454,-15 93-129,4 0 1,-1 215-1,16-327-154,0 0-1,0 0 1,0 1-1,0-1 1,0 0-1,0 0 1,0 0-1,0 0 1,0 0-1,0 0 1,0 1-1,-1-1 1,1 0-1,1 0 1,-1 0-1,0 0 1,0 0-1,0 0 1,0 1-1,0-1 1,0 0-1,0 0 0,0 0 1,0 0-1,0 0 1,0 0-1,0 1 1,0-1-1,0 0 1,0 0-1,0 0 1,1 0-1,-1 0 1,0 0-1,0 0 1,0 0-1,0 0 1,0 0-1,0 0 1,0 1-1,1-1 1,-1 0-1,0 0 1,0 0-1,0 0 1,0 0-1,0 0 1,0 0-1,1 0 1,-1 0-1,0 0 1,0 0-1,0 0 1,0 0-1,0 0 1,7-7-2582,10-19-2705,1-9-2690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6:31.7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66 50 8954,'0'0'12871,"26"-7"-11740,83-23-395,-95 26-572,0 1 0,0 1 0,1 0 0,-1 1 1,1 0-1,16 3 0,4-1 35,-33-1-194,1 0 0,-1 1 0,1-1 1,-1 1-1,0 0 0,1 0 0,-1 0 0,0 0 0,0 0 1,0 0-1,1 0 0,-1 1 0,-1-1 0,1 1 0,0 0 0,0-1 1,-1 1-1,1 0 0,0 0 0,-1 0 0,0 0 0,0 0 0,1 1 1,-1-1-1,-1 0 0,1 0 0,0 1 0,0-1 0,-1 1 1,1-1-1,-1 5 0,1 0 2,0-1 1,-1 0-1,0 1 1,0-1-1,0 1 1,-1-1-1,0 1 1,0-1-1,-1 1 1,1-1-1,-5 10 1,1-8 8,0-1 0,0 0 0,-1 0 0,0 0 1,0 0-1,-1-1 0,1 0 0,-12 7 0,-65 37 33,66-40-55,15-9-30,1-1 1,0 2-1,-1-1 0,1 0 1,0 0-1,0 0 1,0 0-1,0 1 0,0-1 1,0 0-1,0 1 0,1-1 1,-1 1-1,0-1 1,1 1-1,-1-1 0,1 1 1,-1 0-1,1-1 1,0 1-1,0 0 0,0-1 1,0 1-1,0-1 1,0 1-1,0 0 0,1-1 1,-1 1-1,0 0 0,1-1 1,-1 1-1,2 2 1,3 7 76,0 0 0,1 0 0,10 15 0,-6-10-137,-4-6 139,8 14-281,21 51 1,-33-68 202,1 1 1,-1-1 0,0 1-1,-1 0 1,0-1 0,0 1-1,0 0 1,-1 0 0,0 0-1,-1 0 1,-3 14 0,3-19 51,0 0 0,0 0 1,-1 0-1,1 0 0,-1-1 1,0 1-1,0-1 0,0 1 1,0-1-1,-1 0 0,1 1 1,0-1-1,-1 0 0,1-1 1,-1 1-1,0 0 0,0-1 1,0 0-1,0 1 0,0-1 1,0 0-1,0 0 0,0-1 1,-6 1-1,-10 2 148,0-2-1,1 0 1,-23-3 0,11 1 42,13 1-77,7 1-19,1-1 0,-1 0 1,0 0-1,1-1 0,-1-1 1,0 0-1,1 0 1,-18-7-1,27 9-109,-1 0 0,1 0 0,-1 0 0,1-1 0,-1 1 0,1 0 0,-1-1 0,1 1 0,-1 0 0,1-1 0,0 1 0,-1-1 0,1 1 0,-1-1 0,1 1 0,0-1 0,0 1 0,-1-1 0,1 1 0,0-1 0,0 1 0,-1-1 0,1 1 0,0-1 0,0 0 0,0 1 0,0-1 0,0 0 0,0 0-26,1-1 1,0 1 0,-1 0 0,1 0 0,-1 0-1,1 0 1,0 0 0,0 0 0,0 0 0,0 0-1,0 0 1,0 0 0,0 0 0,0 1-1,0-1 1,0 0 0,1 0 0,83-36-3119,-70 31 1850,38-15-5410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6:32.0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50 182 12979,'0'0'10499,"-2"29"-9402,0 10-794,-3 98 955,2-123-717,-5-16 236,6 0-690,0 0 0,0 0 0,1 0 0,-1-1 0,1 1 0,0 0 0,0-1 1,0 1-1,-1-3 0,-3-21 38,1 1 1,1-1-1,1 0 1,1 0 0,4-36-1,-1 50-192,1 0 1,0 1-1,0-1 0,1 1 0,0 0 1,1 0-1,1 0 0,0 1 0,0 0 0,0 0 1,2 0-1,-1 1 0,10-8 0,-14 14-381,1 0 0,1 0 0,-1 0 0,0 1 0,1 0 0,-1 0 0,1 0 0,-1 1 0,1 0-1,0-1 1,0 2 0,0-1 0,0 0 0,-1 1 0,1 0 0,10 1 0,-11-1-342,26 0-6207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6:32.2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0 14051,'0'0'13459,"-3"113"-13411,3-98-48,0-6-80,0 3-592,0 0-1329,-3-9-2096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6:32.4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13275,'0'0'12587,"54"72"-13172,-40-31-3415,-5-5-3746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6:32.9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213 1 10426,'0'0'14297,"-29"4"-13500,-89 16-229,115-19-544,-1-1 0,1 1-1,0-1 1,-1 1 0,1 0-1,0 1 1,-1-1 0,1 1 0,0-1-1,0 1 1,0 0 0,0 0-1,1 0 1,-1 0 0,0 1-1,1-1 1,-4 6 0,4-5-23,1 0 1,0 0-1,0 0 1,0 0 0,1 1-1,-1-1 1,1 0-1,0 0 1,0 1-1,0-1 1,1 5-1,-1 4 0,0-10-7,0 0 1,0 0 0,1 0-1,-1 0 1,0 0 0,1 0-1,0 0 1,-1 0 0,1 0-1,0 0 1,0-1 0,0 1-1,0 0 1,0-1 0,1 1-1,-1 0 1,0-1 0,4 3-1,-2-1-2,1-1 0,0 1 0,1-1 0,-1 0 0,0 0-1,1 0 1,7 2 0,5-1-37,-1 0 1,0-2-1,28 1 0,-40-2 70,0 0 0,0-1 0,1 0-1,-1 0 1,0 0 0,0 0 0,0 0 0,0-1 0,0 0-1,0 0 1,-1 0 0,1 0 0,0-1 0,-1 1-1,0-1 1,0 0 0,0 0 0,0 0 0,0 0-1,0-1 1,-1 1 0,1-1 0,-1 0 0,2-5-1,-4 9-6,0 0-1,0 0 1,0 0-1,0 0 1,0 0-1,0 0 1,0-1-1,0 1 1,0 0-1,0 0 1,0 0-1,0 0 1,0 0-1,0 0 1,0 0-1,1 0 1,-1 0-1,0 0 1,0 0-1,0-1 1,0 1-1,0 0 1,0 0-1,0 0 1,0 0-1,0 0 1,0 0-1,0 0 1,0 0-1,1 0 1,-1 0 0,0 0-1,0 0 1,0 0-1,0 0 1,0 0-1,0 0 1,0 0-1,0 0 1,0 0-1,1 0 1,-1 0-1,0 0 1,0 0-1,0 0 1,0 0-1,0 0 1,0 0-1,0 0 1,0 0-1,0 0 1,0 0-1,1 0 1,-1 0-1,0 0 1,0 0-1,0 1 1,0-1-1,0 0 1,0 0-1,0 0 1,0 0-1,6 10 275,6 24-1198,-8-21 168,1-1-1756,0 0 0,13 20 0,-3-13-4044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6:33.3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18 8242,'0'0'17111,"7"10"-16433,0-1-480,-4-5-123,0 0 0,-1 0 0,1 0-1,0 0 1,-1 1 0,0-1 0,0 1 0,0-1 0,-1 1-1,0 0 1,0 0 0,0-1 0,0 7-1,0 81 1248,1-100-1291,0 0 0,0 0-1,1 1 1,-1 0 0,6-9 0,-2 4-24,-2 2-17,2 1 0,-1-1-1,1 1 1,1 0 0,0 0 0,0 1 0,0 0-1,12-9 1,-14 12 4,1 1-1,0 0 0,0 0 1,0 0-1,0 1 1,1 0-1,0 0 1,-1 0-1,1 1 0,0 0 1,0 1-1,0-1 1,12 0-1,-17 3 15,-1-1 0,1 1 0,-1 0 0,1-1 0,-1 1 0,0 0 0,1 0 0,-1 0 0,0 0 0,0 0 0,1 0 0,-1 0 0,0 0 0,0 0-1,0 1 1,-1-1 0,1 0 0,0 1 0,0-1 0,-1 1 0,1-1 0,-1 1 0,1-1 0,-1 1 0,1-1 0,-1 1 0,0-1 0,0 1 0,0 1 0,4 52 351,-4-52-339,-2 17 165,2-15-200,-1 0 1,1 1-1,-1-1 0,1 1 1,1-1-1,-1 0 0,3 10 1,6-10-6293,-1-4-1467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26:35.3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346 66 3105,'0'0'13045,"-1"-7"-10356,-2 5 1125,-24 2-2912,12-1-710,1 0-1,-1 1 1,1 1-1,-1 1 0,1 0 1,0 0-1,-1 2 1,1 0-1,-18 8 0,17-5-144,0 1-1,0 1 1,1 0-1,-24 22 0,33-26-29,0 0-1,1 0 0,-1 0 0,1 1 0,0 0 1,1 0-1,-1 0 0,1 0 0,0 0 0,1 1 0,-1-1 1,1 1-1,1 0 0,-2 11 0,0 8 110,2 0 0,3 44 0,-1-60-85,1 0-1,0 0 1,0 0 0,1 0 0,0 0 0,1 0 0,0-1 0,1 0 0,9 15 0,-10-18-26,1 1-1,-1-1 0,1-1 1,0 1-1,0-1 1,1 0-1,0 0 1,0 0-1,0-1 1,0 0-1,1 0 1,-1-1-1,1 1 1,0-2-1,0 1 1,0-1-1,1 0 1,-1 0-1,0-1 1,15 1-1,-4 0 8,-1-1 0,1-1 0,-1-1 1,1-1-1,-1 0 0,0-1 0,1 0 0,-1-2 0,-1 0 0,1-1 0,21-11 0,-22 8 29,0-1-1,-1-1 0,-1 0 0,0-1 0,0 0 1,-1-1-1,-1 0 0,14-19 0,-18 20-30,-1 0-1,0-1 0,0 0 1,-2 0-1,0 0 0,0 0 1,-1-1-1,0 0 1,-2 0-1,1 0 0,-1-15 1,-1 9 79,1 1 106,-2 0-1,-1-24 1,0 39-181,1-1 1,-1 1-1,0-1 0,0 1 0,-1-1 1,1 1-1,-1 0 0,0 0 1,0-1-1,0 1 0,-1 1 0,1-1 1,-1 0-1,-5-5 0,1 3-8,0 1-1,0-1 0,0 1 1,-1 1-1,0 0 0,0 0 1,0 0-1,0 1 0,-1 0 1,-14-3-1,0 3 183,0 0 0,-41 2 0,43 1-79,20 0-31,-38 0 999,12 4-993,26-4-124,1 0 1,-1 0 0,1 0 0,-1 0-1,1 0 1,0 1 0,-1-1 0,1 0-1,-1 0 1,1 0 0,0 0 0,-1 1-1,1-1 1,-1 0 0,1 0-1,0 0 1,-1 1 0,1-1 0,0 0-1,-1 1 1,1-1 0,0 0 0,0 1-1,-1-1 1,1 1 0,0-1 0,0 0-1,-1 1 1,1-1 0,0 1-1,0-1 1,0 0 0,0 1 0,0-1-1,0 1 1,0-1 0,0 1 0,0-1-1,0 1 1,0-1 0,0 0-1,0 1 1,0-1 0,0 1 0,0-1-1,1 1 1,-1-1 0,0 0 0,0 1-1,0-1 1,1 0 0,-1 1 0,0-1-1,0 0 1,1 1 0,-1-1-1,0 0 1,1 1 0,-1-1 0,1 0-1,-1 0 1,0 1 0,1-1 0,4 3-1205,0 0 0,0-1-1,0 0 1,1 0 0,10 3 0,7-1-7746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32:51.4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28 866 3817,'0'0'8228,"0"-10"-3125,0-10-3376,-1 18-1713,0 1 0,0 0 1,0-1-1,0 1 0,0 0 0,0 0 1,0 0-1,-1 0 0,1 0 1,0 0-1,-1 0 0,1 0 0,-1 1 1,1-1-1,-2 0 0,-4-3-66,22 6-8,57 12 0,93 15 61,853 68 126,12-26-158,-536-38 24,768 6 103,-1211-39-96,479-15 232,340-88 161,-11-31-83,-766 119-309,849-148 29,-82-54-37,-815 204 5,45-15-2,-1-5 0,-2-4 1,117-66-1,-150 73 1,1 2 0,1 3 0,1 3 0,70-19 0,23 12 0,250-18 0,-389 47 3,683-17-26,-503 18 9,296 27-6,-4 32 33,-2 0 43,-88-24 73,158 18 208,976 145-125,-213-26-187,-1110-148-12,537 62 104,164 39-103,190 19-45,-330-107 27,-714-38 11,1842 33-48,-824 43-10,-604-40 50,45-24 36,-480-12-15,18-3 86,0-2 0,0-2-1,-1-3 1,53-16 0,-35 8 45,78-11 0,418-12-108,2 35 144,-563 9-91,0 0 0,1-1 0,-1 1 1,0 0-1,0 0 0,0 0 0,-1 0 1,1 0-1,-1 0 0,0 2 0,-7 11-25,0-1 0,0 0 0,-17 21-1,-10 17 0,8-1-32,1 2 0,3 1 0,2 1 0,3 1 1,-15 81-1,-28 303 112,51-347-125,-10 88 6,-76 953 681,84-881-82,-12-1-1,-112 492 0,-66 262 498,170-807-1098,-9-1 0,-76 219 0,76-287 198,5 2 0,-35 269 0,50-203-145,-45 467 398,36-1 289,30-532-262,-25-133-908,-4-3-664,1-2 1,0-1-1,-40-13 0,-27-13-5221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32:54.3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21 722 3001,'0'0'10746,"-3"-2"-9312,1 1-994,1 1-329,1 0 0,-1-1 0,0 1 0,1 0 0,-1-1 0,0 1 0,1 0 0,-1-1 0,0 1 0,1-1 1,-1 1-1,1-1 0,-1 0 0,1 1 0,-1-1 0,1 1 0,0-1 0,-1 0 0,1 1 0,0-1 0,-1 0 0,1 1 0,0-1 0,0-1 0,0 1 593,-1 1-573,-1 0-116,2 0-79,14 13-1146,4-7 1081,1-2 0,0 0 0,0-1 0,0-1 0,0 0-1,32-3 1,-46 1 117,33 0-13,487-22-13,-140-35 53,-87 12-3,782-137 223,-744 115 535,491-34 0,-226 79-155,243 13-462,-272 8 645,1050 11-341,-31 8-1156,-476-74 83,-517 15 640,258-18 1029,-259 16-5,-317 23-481,529-20 449,-711 40-993,444 11 104,144 49 246,129 7 303,-275-64-140,-313-22-204,-73 4-182,946-6-52,-624 62-86,175 5 12,-535-46 7,286-13-44,-392 12 13,493-41-9,-83 43 7,-294 5-30,176 32-1,-285-35-82,157 34 32,-145-29-1100,0 1 0,-1 1-1,47 24 1,-54-17-4740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32:55.3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34 3385,'0'0'7569,"12"-6"-6939,0 1-330,0 0 0,1 1 0,-1 0 0,1 1 0,0 1 0,0 0 0,15 0 0,883 17 3696,2007 47-1953,-1454-54-2935,-13-7-4465,-1393-1 5015,275 0-5776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32:56.9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276 51 3833,'0'0'10763,"18"-10"-10106,53-29 55,-70 39-691,-1 0 0,1 0 0,-1-1 0,1 1 0,-1 0 0,1 0 0,-1 0 0,1 0 0,-1 0 0,1 0 0,-1-1 0,1 1 0,-1 0 0,1 0 0,-1 0 0,1 1 0,-1-1 0,1 0 0,0 0 0,-1 0 0,1 0 0,-1 0 0,0 1 0,1-1 0,-1 0 1,1 0-1,-1 1 0,1-1 0,-1 0 0,0 1 0,1-1 0,-1 1 0,1-1 0,-1 0 0,0 1 0,0-1 0,1 1 0,-1-1 0,0 1 0,0-1 0,1 1 0,-1-1 0,0 1 0,0-1 0,0 1 0,0-1 0,0 2 0,-1 28 624,0-22-450,-7 60 887,-31 127 0,14-91-721,-98 538 632,49 21 198,70-594-1010,-75 1842 1351,66-1222-1148,-4 614 208,21-1140-519,39 262-1,-40-404-75,51 361 62,-46-289 26,-4-1 1,-9 103-1,-6-95 87,-2 42 133,13-139-298,1 389 999,30-132-396,1-3-234,-24 369 699,-10-395-598,-21 107-85,-1-2-18,24-290-363,1 5 7,-8 72 1,7-123-36,0 1 1,-1-1 0,1 1 0,0 0 0,0-1 0,0 1 0,0-1 0,0 1 0,-1-1 0,1 1 0,0-1 0,0 1 0,-1-1 0,1 0-1,0 1 1,-1-1 0,1 1 0,0-1 0,-1 0 0,1 1 0,-1-1 0,1 0 0,0 1 0,-1-1 0,1 0 0,-1 1 0,1-1 0,-1 0-1,1 0 1,-1 0 0,1 0 0,-1 0 0,0 1 0,1-1 0,-1 0 0,1 0 0,-1 0 0,0-1 0,-20-7-2275,-5-16-3525,-1-8-6271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32:57.9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140 0 4705,'0'0'21363,"-5"0"-20399,-15 0-273,15 0 992,1 0-1896,-38 0-4264,13 0-1363,-6 0-4122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32:58.9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57 7 7522,'0'0'17975,"-8"-1"-16848,-2-1-1196,-8 0 853,-2 1-7725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33:06.0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1857 3345,'0'0'7308,"-6"0"-3068,569-24-3327,1013-125-267,-1318 128-339,794-46 862,-545 57-1149,191-7-78,-457 9 38,665-40-78,-602-9-37,-20 3 14,411 1 131,87-10 5,25-41 428,-556 73-358,506-72-93,-8-44-25,-465 82 81,447-43 0,-305 68 72,909-62 1990,-1142 97-2063,341-24 100,-17-7-117,174-23 20,-542 33-36,302-39 6,155 46-8,-342 16-10,-33-7 69,59 0 44,-222 10-91,457 13 90,-279 7-25,319 21-3,163 10 82,-284-17 103,205-24 1984,-204-40-1990,-317 19-226,616-77 406,214-15-368,-331 87-73,-289 11-16,-53-6 25,128-1 56,-130 13 3,330-3 650,-569 1-577,0-2 0,-1-3 0,0-1 1,0-2-1,0-2 0,-2-1 0,79-37 0,-88 35-116,0 0 0,1 2 0,0 2-1,1 1 1,0 1 0,1 2 0,-1 2-1,51-1 1,250 7-23,241-2 11,-327-20 50,-64 2-53,1098 33-55,-1253-13 75,830 32 749,-789-30-771,-1 3 0,0 4-1,76 20 1,-68-12-1,0-4-1,82 4 1,33-17 178,-106-3-176,105 12 1,-113-5 114,-78-6 95,-2-2-268,5 4-405,12 10 76,20 16 626,-35-27-679,1 1 0,0-1 0,-1 1 0,1-1 0,-1 1 0,0 0 0,1 0 0,-1 0 0,0 0 0,0 0-1,0 0 1,0 0 0,-1 0 0,1 0 0,0 4 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33:07.3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87 181 1488,'0'0'12372,"-13"0"-11584,-41-1-201,53 1-551,0 0 0,0 0 0,0-1 0,0 1 0,0 0 0,1-1 0,-1 1 0,0-1 0,0 1 0,0-1 0,0 1 0,1-1 0,-1 0 0,0 1 0,1-1 0,-1 0 0,0 0 0,1 1 0,-1-1 0,1 0 0,-1 0 0,1 0 0,0 0 0,-1 0 0,1 0 0,0 1 0,-1-1 0,1 0 0,0 0 0,0 0 0,0 0 0,0 0 0,0 0 0,0 0 0,0 0 0,0 0 0,1 0 0,-1 0 0,0 0 0,0 0 0,2-2 0,-2-1 18,1 1-22,0 0-1,0 0 1,0 1 0,0-1-1,0 1 1,0-1 0,1 1-1,-1-1 1,1 1 0,0 0-1,-1 0 1,1 0-1,0 0 1,1 0 0,-1 0-1,0 1 1,0-1 0,1 1-1,4-3 1,15-13 2945,-22 25-2703,0-7-249,0 1-1,0-1 1,1 0-1,-1 1 0,0-1 1,0 0-1,0 1 1,0-1-1,-1 1 1,1-1-1,0 0 0,-1 1 1,1-1-1,0 0 1,-1 0-1,-1 3 1,1-4 45,0 0 0,0 0 0,0 0 0,0 0 1,0 0-1,0 0 0,0 0 0,0 0 1,-1-1-1,1 1 0,0 0 0,0-1 1,0 1-1,0-1 0,0 1 0,1-1 0,-1 1 1,0-1-1,0 0 0,0 1 0,0-1 1,1 0-1,-1 0 0,-1-1 0,1-1 61,0 0 0,1 0-1,-1 0 1,0 0-1,1 0 1,0 0 0,0 0-1,0-4 1,0 4-102,0 0-1,0 0 1,1 0 0,-1 0 0,1 0 0,0 0 0,0 0 0,0 0-1,0 0 1,0 1 0,0-1 0,1 0 0,0 1 0,-1-1-1,1 1 1,0 0 0,0-1 0,0 1 0,0 0 0,1 0-1,-1 0 1,1 1 0,-1-1 0,1 1 0,-1-1 0,1 1-1,0 0 1,0 0 0,0 0 0,0 0 0,5-1 0,-7 2-206,0 1-1,0-1 1,0 0 0,-1 0 0,1 0 0,0 0 0,0 1 0,-1-1 0,1 0 0,0 1 0,0-1-1,-1 0 1,1 1 0,0-1 0,-1 1 0,1-1 0,-1 1 0,1 0 0,-1-1 0,1 1 0,-1 0-1,1-1 1,-1 1 0,1 0 0,-1-1 0,0 1 0,1 0 0,-1 0 0,0-1 0,0 1 0,0 0-1,0 0 1,0 0 0,1-1 0,-2 2 0,3 3-1469,6 20-8726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33:08.5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70 7682,'0'0'13054,"6"-2"-12445,24-6-139,7-1-72,-24 4 1737,-13 4-2087,0-1 0,0 1 1,0 0-1,1 0 0,-1 0 0,0 0 0,1 0 1,-1 0-1,1 0 0,-1 0 0,1 0 1,0 0-1,-1 0 0,1 0 0,0 0 1,0 0-1,1-1 0,6-2-6,0 0-1,0 1 1,1 0 0,-1 0-1,1 1 1,0 0 0,0 0-1,-1 1 1,1 0 0,0 1-1,11 0 1,-20 0 337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33:11.5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84 72 2593,'0'0'9723,"-4"-1"-8076,-27-16 3346,27 17-4602,0-1-1,0 1 1,1-1-1,-1 1 0,0 0 1,0 0-1,-4 1 1,-5 0-58,13-33-268,0 31-65,0 0 0,0 0 1,0 0-1,0 0 0,0 0 1,0 0-1,0 0 0,0 0 1,0 0-1,0 0 1,1 0-1,-1 0 0,0 0 1,1 0-1,-1 0 0,1 0 1,-1 0-1,1 0 0,0-1 1,0 2-3,-1 0 0,0 0 1,0 0-1,0 0 0,0 0 1,0 0-1,1 0 0,-1 0 1,0 0-1,0 0 0,0 0 1,0 0-1,0 0 0,1 0 1,-1 0-1,0 1 0,0-1 1,0 0-1,0 0 0,0 0 1,0 0-1,1 0 0,-1 0 1,0 0-1,0 0 0,0 1 1,0-1-1,0 0 0,0 0 1,0 0-1,0 0 0,0 0 1,0 1-1,0-1 0,0 0 1,0 0-1,0 0 0,0 0 1,0 0-1,0 1 0,0-1 1,0 0-1,0 0 0,0 0 1,0 0-1,0 0 0,0 1 1,0-1-1,0 0 0,0 0 1,0 0-1,0 0 0,0 0 1,0 1-1,0-1 0,-1 0 1,1 0-1,0 0 0,0 1 101,0-1 0,0 1 0,0 0-1,0-1 1,-1 1 0,1-1 0,0 1 0,1 0-1,-1-1 1,0 1 0,0 0 0,0-1-1,0 1 1,0-1 0,1 1 0,-1 0-1,0-1 1,1 1 0,-1-1 0,0 1-1,1-1 1,-1 1 0,0-1 0,1 1-1,-1-1 1,1 0 0,-1 1 0,1-1 0,-1 0-1,2 1 1,39-1-2466,-6 0-2002,16 0-4357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33:12.8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110 164 6969,'0'0'10948,"-5"-1"-10010,-4 0-515,0-1 1,0 0 0,1-1 0,-1 0-1,-12-7 1,18 9-365,0 0 0,1-1-1,-1 0 1,1 1 0,0-1-1,0 0 1,-1 0 0,1 0 0,1 0-1,-1 0 1,0-1 0,0 1-1,1-1 1,-1 1 0,1-1 0,0 0-1,0 1 1,0-1 0,0 0-1,0 0 1,1 1 0,-1-1-1,1-4 1,-1 4-60,1 0 0,0 0-1,0 0 1,1 0 0,-1 0-1,1 0 1,-1 0 0,1 0-1,0 0 1,0 0 0,0 0-1,0 0 1,1 1 0,-1-1-1,1 1 1,0-1 0,0 1-1,0-1 1,0 1 0,0 0-1,0 0 1,0 0 0,1 0-1,-1 1 1,1-1 0,-1 1-1,1-1 1,0 1 0,0 0-1,0 0 1,3-1 0,1 0 1,0 0 0,0 0 0,0 1 1,1 0-1,-1 0 0,0 1 1,1 0-1,13 2 0,-20-1 3,0-1 0,0 1 0,0-1 0,0 1 0,0 0-1,0 0 1,-1 0 0,1-1 0,0 1 0,-1 0 0,1 0 0,0 0 0,-1 0 0,1 0-1,-1 0 1,0 0 0,1 1 0,-1-1 0,0 0 0,0 0 0,1 0 0,-1 0-1,0 2 1,0 32 191,-1-25-65,1-9-97,0 0-1,0 0 1,0 0 0,0-1-1,0 1 1,0 0 0,-1 0-1,1-1 1,0 1-1,0 0 1,-1 0 0,1-1-1,-1 1 1,1 0-1,-1-1 1,1 1 0,-1 0-1,1-1 1,-1 1-1,1-1 1,-1 1 0,0-1-1,1 1 1,-1-1-1,0 1 1,1-1 0,-1 0-1,0 1 1,-1-1-1,-25 3 2083,24-3-1804,2-1-291,0 1 1,1-1 0,-1 0 0,0 0 0,1 0 0,-1 0-1,1 1 1,0-1 0,-1 0 0,1 0 0,0 0-1,-1 0 1,1 0 0,0 0 0,0 0 0,0 0 0,0 0-1,0 0 1,0 0 0,0 0 0,0 0 0,0 0-1,0 0 1,1 0 0,-1 0 0,0 0 0,1 0-1,-1 0 1,1 1 0,-1-1 0,1 0 0,-1 0 0,1 0-1,1-1 1,9-2-71,1 1-1,0 0 1,0 1-1,0 0 1,0 1-1,0 0 1,0 1-1,17 1 1,-2 0-259,-30-1 333,1 0 1,-1 1 0,0 0-1,0-1 1,1 1 0,-1 0 0,1 1-1,-1-1 1,1 0 0,-5 4-1,-19 7 223,13-10-34,-4 2-29,30-3-2386,9-1-2759,-1 0-3333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33:14.1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262 1 2985,'0'0'4377,"-173"0"-4073,144 0 8,8 0-312,6 6 0,3 2-344,3 4-481,6-12-1879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33:14.4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 1 3913,'0'0'16859,"-3"0"-15877,2 0-1053,1 0-1,-1 0 1,1 0-1,-1 0 1,1 0 0,-1 0-1,1 0 1,-1 0-1,1 0 1,-1 0 0,1 0-1,-1 0 1,1 1-1,-1-1 1,1 0 0,-1 0-1,1 1 1,-1-1-1,1 0 1,-1 1-1,1-1 1,0 0 0,-1 1-1,1-1 1,0 1-1,-1 0 1,-1 18-6790,2-14 6004,0 15-6530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33:15.1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473 108 6121,'0'0'11879,"-12"-18"-10912,12 18-967,-15-20 368,-26-29 0,39 47-330,-1 0-1,0 0 1,0 0 0,1 0 0,-1 0-1,0 1 1,-1-1 0,1 1 0,0 0 0,0 0-1,0 0 1,-1 1 0,1-1 0,0 1-1,-1-1 1,1 1 0,-1 0 0,1 1-1,0-1 1,-6 1 0,-7 1 122,4-2-60,-1 1 0,1 1-1,0 0 1,-1 0-1,1 1 1,1 1-1,-1 0 1,0 1-1,1 0 1,0 1 0,0 0-1,1 0 1,0 1-1,0 1 1,0 0-1,1 0 1,0 1 0,1 0-1,-1 0 1,-9 17-1,7-9-76,0 1-1,1 0 1,1 1 0,1 0-1,1 0 1,1 0-1,0 1 1,2 0 0,0 0-1,1 1 1,0 33-1,3-39-29,-1 1-18,1-1-1,1 0 1,1 1 0,3 15 0,-4-26 11,1 1 0,0-1 0,1 0 0,-1 1 0,1-1 0,0-1 0,0 1 0,0 0 0,1-1 0,0 1 0,0-1 0,0 0 0,0 0 0,7 4 0,-2-3 12,0-1 0,-1 1 0,1-2 0,1 1 0,-1-1 0,0-1 0,1 1 0,-1-2 0,1 1 0,0-1 0,-1-1 0,17-1 0,-9 0 17,1 0-1,-1-2 1,1 0-1,-1-1 0,0-1 1,18-7-1,-10 0-2,1-1 0,-2-1-1,0-1 1,-1-2 0,0 0 0,21-22-1,-29 25 3,-1 0 1,-1-1-1,0-1 0,-1-1 0,-1 1 0,0-2 1,-1 0-1,-1 0 0,8-24 0,-13 31 38,-1 1-1,-1-1 1,0-1-1,0 1 1,-1 0-1,0 0 1,-1 0-1,-1-1 1,0 1-1,0 0 1,-4-14-1,4 19-13,-1 0 0,-1 1 1,1-1-1,-1 0 0,0 1 0,0 0 0,-1 0 0,1 0 0,-1 0 0,0 0 0,-1 1 1,1 0-1,-1 0 0,0 0 0,0 0 0,0 1 0,0 0 0,0 0 0,-1 0 0,0 1 0,-8-3 1,0 2-42,1 0 0,-1 1 0,0 1 0,0 0 0,0 1 0,-22 3 1,34-3-46,1 0 0,-1 0 1,0 0-1,1 0 1,-1 0-1,1 1 1,-1-1-1,0 0 1,1 1-1,-1 0 1,1-1-1,0 1 0,-1 0 1,1 0-1,0 0 1,-1 0-1,1 0 1,0 0-1,0 0 1,0 0-1,0 0 1,0 1-1,0-1 0,0 0 1,0 1-1,0-1 1,1 1-1,-1-1 1,0 1-1,1-1 1,0 1-1,-1-1 1,1 1-1,0-1 0,0 1 1,-1 0-1,1-1 1,1 3-1,0 1-445,-1 0 0,2 0-1,-1 0 1,1-1 0,-1 1 0,1-1-1,0 1 1,1-1 0,-1 0-1,1 0 1,5 7 0,29 25-7358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33:15.6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27 1384,'0'0'17927,"2"-6"-16648,3-14-560,-5 20-704,0 0-1,0 0 1,0 0 0,0 0 0,0 0-1,0 0 1,0 0 0,0 0-1,0 0 1,0 1 0,0-1-1,0 0 1,0 0 0,0 0 0,0 0-1,0 0 1,0 0 0,0 0-1,0 0 1,0 0 0,0 1-1,0-1 1,0 0 0,0 0 0,0 0-1,0 0 1,0 0 0,0 0-1,0 0 1,0 0 0,0 1-1,0-1 1,0 0 0,0 0 0,0 0-1,0 0 1,0 0 0,0 0-1,0 0 1,1 0 0,-1 0-1,0 0 1,0 0 0,0 0 0,0 1-1,0-1 1,0 0 0,0 0-1,0 0 1,0 0 0,1 0-1,-1 0 1,0 0 0,0 0 0,0 0-1,0 0 1,0 0 0,0 0-1,0 0 1,0 0 0,1 0-1,-1 0 1,0 0 0,0 0 0,0-1-1,0 47 1748,-1-15-1450,1-11-170,1 1-1,0-1 1,2 1-1,8 31 1,-10-47-139,0 0 0,1 1 0,0-1 0,0 0 0,1 0 0,0 0 0,-1 0 1,2 0-1,-1 0 0,0-1 0,1 0 0,0 0 0,0 0 0,0 0 0,1 0 1,-1-1-1,1 0 0,0 0 0,0 0 0,0-1 0,9 4 0,-10-4 17,1-1-1,-1 0 0,0-1 1,1 1-1,-1-1 0,1 1 1,-1-1-1,1-1 0,-1 1 0,1-1 1,-1 0-1,1 1 0,-1-2 1,0 1-1,1-1 0,-1 1 1,5-4-1,-4 1 31,1 0 1,-1 0-1,0-1 1,0 1-1,0-1 0,-1 0 1,0-1-1,0 1 1,0-1-1,4-8 0,3-10 251,-2 0 0,0-1 0,-2 0 1,8-44-1,-12 52-132,-2 8-77,1 1-1,0-1 1,0 1 0,5-13 0,-6 20-114,14 25-5415,-6-11 2623,1 0 0,18 17 0,-1-3-2888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33:15.9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17 194 6009,'0'0'13741,"18"-16"-12800,56-52-283,-38 28 310,-35 39-872,0-1 1,0 0-1,0 0 0,-1 0 0,1 0 1,-1 0-1,1 0 0,-1 0 1,0-1-1,0 1 0,0-4 0,0 4-38,-1 0-25,0 0-1,1 0 1,-1 1-1,0-1 0,0 0 1,0 1-1,0-1 1,0 0-1,-1 1 0,1-1 1,0 1-1,-1 0 0,1-1 1,-1 1-1,1 0 1,-1 0-1,0 0 0,1 0 1,-1 0-1,0 1 1,0-1-1,0 0 0,0 1 1,1-1-1,-1 1 1,0 0-1,-3-1 0,-7-1 70,0 0-1,-24 0 0,24 1-11,-10 2 27,21-1-116,0 1 0,1-1 0,-1 0 0,0 1 0,1-1-1,-1 0 1,1 1 0,-1-1 0,1 1 0,-1-1 0,1 1 0,-1-1 0,1 1 0,-1 0 0,1-1 0,0 1-1,-1-1 1,1 1 0,0 0 0,-1-1 0,1 1 0,0 0 0,0-1 0,0 1 0,0 0 0,0 0-1,0 1 1,-2 24 24,1 1 0,6 49 0,-4-65-52,2 1 0,-1-1 0,1 0 0,1 0 0,0 0 0,0-1 0,1 1-1,0-1 1,9 12 0,-12-20-115,1 0-1,0 0 1,-1 0-1,1 0 1,0 0-1,0-1 1,1 1-1,-1-1 1,0 0-1,0 0 1,1 0 0,-1 0-1,0 0 1,1-1-1,-1 0 1,1 1-1,-1-1 1,1-1-1,-1 1 1,7-1-1,5 0-788,24-2-3009,0-12-1836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33:16.3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 39 7922,'0'0'12537,"-5"29"-11357,-1 6-804,-1 3 359,-2 58 0,3-58 237,2-26 8,2-24 1330,4-12-2273,1 1 0,1 0 0,1 0 0,1 0 0,1 1 0,0 0 0,2 0-1,16-28 1,-22 44-193,-1 3 57,-1-1 0,1 1 0,0 0 0,0 0-1,0 0 1,1 0 0,-1 0 0,4-2 0,-5 4-502,1 0-1,-1 0 1,1 1-1,-1-1 0,1 0 1,-1 1-1,1-1 1,-1 1-1,1 0 0,0 0 1,-1-1-1,4 1 1,7 0-6615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33:16.7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234 16 9674,'0'0'13240,"-28"-3"-11966,-9-1-933,1-1 205,-57 2-1,91 3-528,1 0 0,-1 0 0,1 0 1,-1 0-1,1 0 0,-1 1 0,1-1 0,-1 1 0,1-1 0,-1 1 0,1-1 1,0 1-1,-1 0 0,1 0 0,0 0 0,-1 0 0,1 0 0,0 0 0,0 0 0,0 0 1,0 0-1,0 0 0,0 1 0,0-1 0,1 0 0,-1 1 0,0-1 0,1 1 1,-1-1-1,1 0 0,-1 1 0,1 2 0,-1 5-30,0-1-1,0 1 1,1-1-1,2 16 1,-1-16 27,-1-7-25,1 0 1,-1 1-1,0-1 0,1 0 0,-1 0 0,1 0 0,-1 1 0,1-1 1,-1 0-1,1 0 0,0 0 0,0 0 0,-1 0 0,1 0 1,0 0-1,0 0 0,0-1 0,0 1 0,0 0 0,0 0 0,1-1 1,-1 1-1,0-1 0,0 1 0,0-1 0,1 1 0,-1-1 0,0 0 1,2 1-1,43 1-785,-33-3 377,-12 1 425,0 0-1,1 0 1,-1 0 0,0 0 0,0 0 0,1-1-1,-1 1 1,0 0 0,0-1 0,0 0-1,0 1 1,1-1 0,-1 1 0,0-1-1,0 0 1,0 0 0,0 0 0,-1 1 0,1-1-1,0 0 1,0 0 0,0 0 0,-1-1-1,1 1 1,0 0 0,-1 0 0,1 0-1,-1 0 1,0 0 0,1-1 0,-1 1-1,0 0 1,0 0 0,1-1 0,-1 1 0,-1-2-1,1 2 1173,0 3-1157,0 95-1700,0-96 1448,0 0-1,0 0 0,0 1 1,0-1-1,0 0 1,0 0-1,1 0 0,-1 0 1,0 0-1,0 0 1,1 0-1,-1 0 0,1 0 1,-1 0-1,1 0 1,-1-1-1,1 1 0,0 0 1,-1 0-1,1 0 1,0 0-1,-1-1 1,1 1-1,0 0 0,0-1 1,0 1-1,0-1 1,0 1-1,0-1 0,0 1 1,0-1-1,0 0 1,0 1-1,0-1 0,0 0 1,0 0-1,0 0 1,0 0-1,0 0 0,2 0 1,17 1-5901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33:17.0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75 1 10402,'0'0'14223,"-8"30"-12998,-22 102-289,20-83-332,-3 56 0,6-43-464,1 13-145,6-74-89,0-3-2441,7-16 399,12-3-1837,41-33 1,-19 18-2373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33:17.2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146 0 4177,'0'0'20596,"-54"158"-19387,39-99-313,-2-6-440,2-2-240,0-4-176,3 1-40,3-15-96,0-1-288,9 13-1841,21-9-2888,9-4-2488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8495C-7DD7-15C6-C86D-EBC255FBFA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CBD676-5A84-CFC3-300C-569357CD6E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EC33ED-419F-B07F-C3D6-AF769FFCB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C7586-A30F-402E-9E31-4E54385CBC3F}" type="datetimeFigureOut">
              <a:rPr lang="en-ZA" smtClean="0"/>
              <a:t>2025/03/27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F422F4-89BF-800C-8755-593A56D7A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7F9FE0-66D5-A917-860A-94201DD6E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BA22A-365F-447C-A225-301C81B7B08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31635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DF84C-5FAA-BF69-A555-DD804F052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13A68-84CA-3A45-09A9-17EB5230A9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F5DCF8-D9D4-B0D0-0302-796B7A66A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C7586-A30F-402E-9E31-4E54385CBC3F}" type="datetimeFigureOut">
              <a:rPr lang="en-ZA" smtClean="0"/>
              <a:t>2025/03/27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B0BBAA-0E91-3D7E-AF24-2897E7617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9BFDCD-28B7-E7D9-1A5F-0C78B1601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BA22A-365F-447C-A225-301C81B7B08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469943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A57C3-DDCE-6885-BFCC-B90BA4F58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C2DAB8-56D7-90B0-C87A-D31B655BB4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AA4DD1-378B-C18B-0E7B-554019323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C7586-A30F-402E-9E31-4E54385CBC3F}" type="datetimeFigureOut">
              <a:rPr lang="en-ZA" smtClean="0"/>
              <a:t>2025/03/27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F7D140-AA65-1FE8-3D4E-4C70E81B1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80F1A7-CF63-1C22-D07F-746100536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BA22A-365F-447C-A225-301C81B7B08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176630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1C440-F0CA-2C3F-E725-682FCB70B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05729-72F8-203D-0BB4-4B3B78C231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701246-8A05-FD22-113C-D1C809DB3A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6BB1E4-6C31-1D1A-C3C9-CFAB2503C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C7586-A30F-402E-9E31-4E54385CBC3F}" type="datetimeFigureOut">
              <a:rPr lang="en-ZA" smtClean="0"/>
              <a:t>2025/03/27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9A42F9-757D-A94F-C35A-F55F003F6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9FC6F6-CFF1-2550-3D9B-1E503278D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BA22A-365F-447C-A225-301C81B7B08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156451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B5E72-65E7-6637-A270-D7FBBCC7D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B85576-4FA6-427A-A468-1C9644DC53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881D34-BF84-AA44-C9AB-6C37CBB823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F970D9-56EE-8ADE-5FC3-BF3F6ED952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0EAE7D-3958-9F11-D05F-66891DDB6E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4E2B4B-0F78-A22E-C25A-2F6AA8040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C7586-A30F-402E-9E31-4E54385CBC3F}" type="datetimeFigureOut">
              <a:rPr lang="en-ZA" smtClean="0"/>
              <a:t>2025/03/27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D0F486-E55E-542B-13F5-274F5802B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DE016B-23E7-642D-71C6-35BCECE6C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BA22A-365F-447C-A225-301C81B7B08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367486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22CBE-A19C-7CB1-4DC2-3A7FF1877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958EE7-D09D-7522-DEBF-3734A16EE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C7586-A30F-402E-9E31-4E54385CBC3F}" type="datetimeFigureOut">
              <a:rPr lang="en-ZA" smtClean="0"/>
              <a:t>2025/03/27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FDEFFF-5C9F-9043-3D73-20F8D52BD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D3A32E-8FB8-75A9-E285-E3F81FC66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BA22A-365F-447C-A225-301C81B7B08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755839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B245EE-AD16-FD37-B45E-21E598A61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C7586-A30F-402E-9E31-4E54385CBC3F}" type="datetimeFigureOut">
              <a:rPr lang="en-ZA" smtClean="0"/>
              <a:t>2025/03/27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1DE383-1F8B-4CFF-F96D-CB6957332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6649A5-9863-5083-94D6-A2D964B86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BA22A-365F-447C-A225-301C81B7B08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44136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119EA-A0F4-F09D-F652-56F928F7F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FF9FDA-9A83-22F5-471D-8ACFBD509E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86C4DF-16A6-3B56-BE20-EB6744A69F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C9F2D5-77AD-9F89-2903-FB09AEA55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C7586-A30F-402E-9E31-4E54385CBC3F}" type="datetimeFigureOut">
              <a:rPr lang="en-ZA" smtClean="0"/>
              <a:t>2025/03/27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AE3973-46DE-E3CD-3394-A854ADDF3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BFFD5B-6DD9-45C7-1D7F-15CB7F77E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BA22A-365F-447C-A225-301C81B7B08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493078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9C90F-F475-9BCD-85E4-153F0023F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0FB79B-2B8B-EE87-FA2D-9050468076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EE5888-9F72-CA99-B155-FECB5F2267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BDE9B0-B22F-4112-BCE2-F88181EBD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C7586-A30F-402E-9E31-4E54385CBC3F}" type="datetimeFigureOut">
              <a:rPr lang="en-ZA" smtClean="0"/>
              <a:t>2025/03/27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7B42EC-85DD-AFED-0C6B-87F542714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02F044-5CE2-9755-2EB6-0024D22FF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BA22A-365F-447C-A225-301C81B7B08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570329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09614-3490-8580-EDC5-CA489155A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C5599D-E28D-C5F1-11FA-8BD0849F02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6F4F4F-CA2C-B22C-A1AB-59E7E36F3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C7586-A30F-402E-9E31-4E54385CBC3F}" type="datetimeFigureOut">
              <a:rPr lang="en-ZA" smtClean="0"/>
              <a:t>2025/03/27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AA4311-3659-8418-16FF-3FA4A7DD6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81582A-91DA-4BDC-011C-34D458368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BA22A-365F-447C-A225-301C81B7B08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018081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53C673-6BF6-C12A-BFC8-A34F5D8B3B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42A605-C10C-64D9-DBD7-594356D607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4450CA-CBDF-224A-56E2-96FC2FBDB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C7586-A30F-402E-9E31-4E54385CBC3F}" type="datetimeFigureOut">
              <a:rPr lang="en-ZA" smtClean="0"/>
              <a:t>2025/03/27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4F16AC-3DA7-61BA-ED3B-6E80BF0DE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731981-5823-CCD3-6139-681C53CB1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BA22A-365F-447C-A225-301C81B7B08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326968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DED33F-535B-2197-0C39-857717B23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84AEBC-9637-8B85-EE45-442E9EB25D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C0AB47-927A-1829-E475-86BFD56794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8C7586-A30F-402E-9E31-4E54385CBC3F}" type="datetimeFigureOut">
              <a:rPr lang="en-ZA" smtClean="0"/>
              <a:t>2025/03/27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89875E-232B-73B5-7527-0EFD4F1480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547B81-CFDD-2A09-0673-812C65A4DD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4BA22A-365F-447C-A225-301C81B7B08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16911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3.xml"/><Relationship Id="rId117" Type="http://schemas.openxmlformats.org/officeDocument/2006/relationships/image" Target="../media/image58.png"/><Relationship Id="rId21" Type="http://schemas.openxmlformats.org/officeDocument/2006/relationships/image" Target="../media/image10.png"/><Relationship Id="rId42" Type="http://schemas.openxmlformats.org/officeDocument/2006/relationships/customXml" Target="../ink/ink21.xml"/><Relationship Id="rId47" Type="http://schemas.openxmlformats.org/officeDocument/2006/relationships/image" Target="../media/image23.png"/><Relationship Id="rId63" Type="http://schemas.openxmlformats.org/officeDocument/2006/relationships/image" Target="../media/image31.png"/><Relationship Id="rId68" Type="http://schemas.openxmlformats.org/officeDocument/2006/relationships/customXml" Target="../ink/ink34.xml"/><Relationship Id="rId84" Type="http://schemas.openxmlformats.org/officeDocument/2006/relationships/customXml" Target="../ink/ink42.xml"/><Relationship Id="rId89" Type="http://schemas.openxmlformats.org/officeDocument/2006/relationships/image" Target="../media/image44.png"/><Relationship Id="rId112" Type="http://schemas.openxmlformats.org/officeDocument/2006/relationships/customXml" Target="../ink/ink56.xml"/><Relationship Id="rId16" Type="http://schemas.openxmlformats.org/officeDocument/2006/relationships/customXml" Target="../ink/ink8.xml"/><Relationship Id="rId107" Type="http://schemas.openxmlformats.org/officeDocument/2006/relationships/image" Target="../media/image53.png"/><Relationship Id="rId11" Type="http://schemas.openxmlformats.org/officeDocument/2006/relationships/image" Target="../media/image5.png"/><Relationship Id="rId32" Type="http://schemas.openxmlformats.org/officeDocument/2006/relationships/customXml" Target="../ink/ink16.xml"/><Relationship Id="rId37" Type="http://schemas.openxmlformats.org/officeDocument/2006/relationships/image" Target="../media/image18.png"/><Relationship Id="rId53" Type="http://schemas.openxmlformats.org/officeDocument/2006/relationships/image" Target="../media/image26.png"/><Relationship Id="rId58" Type="http://schemas.openxmlformats.org/officeDocument/2006/relationships/customXml" Target="../ink/ink29.xml"/><Relationship Id="rId74" Type="http://schemas.openxmlformats.org/officeDocument/2006/relationships/customXml" Target="../ink/ink37.xml"/><Relationship Id="rId79" Type="http://schemas.openxmlformats.org/officeDocument/2006/relationships/image" Target="../media/image39.png"/><Relationship Id="rId102" Type="http://schemas.openxmlformats.org/officeDocument/2006/relationships/customXml" Target="../ink/ink51.xml"/><Relationship Id="rId5" Type="http://schemas.openxmlformats.org/officeDocument/2006/relationships/image" Target="../media/image2.png"/><Relationship Id="rId90" Type="http://schemas.openxmlformats.org/officeDocument/2006/relationships/customXml" Target="../ink/ink45.xml"/><Relationship Id="rId95" Type="http://schemas.openxmlformats.org/officeDocument/2006/relationships/image" Target="../media/image47.png"/><Relationship Id="rId22" Type="http://schemas.openxmlformats.org/officeDocument/2006/relationships/customXml" Target="../ink/ink11.xml"/><Relationship Id="rId27" Type="http://schemas.openxmlformats.org/officeDocument/2006/relationships/image" Target="../media/image13.png"/><Relationship Id="rId43" Type="http://schemas.openxmlformats.org/officeDocument/2006/relationships/image" Target="../media/image21.png"/><Relationship Id="rId48" Type="http://schemas.openxmlformats.org/officeDocument/2006/relationships/customXml" Target="../ink/ink24.xml"/><Relationship Id="rId64" Type="http://schemas.openxmlformats.org/officeDocument/2006/relationships/customXml" Target="../ink/ink32.xml"/><Relationship Id="rId69" Type="http://schemas.openxmlformats.org/officeDocument/2006/relationships/image" Target="../media/image34.png"/><Relationship Id="rId113" Type="http://schemas.openxmlformats.org/officeDocument/2006/relationships/image" Target="../media/image56.png"/><Relationship Id="rId80" Type="http://schemas.openxmlformats.org/officeDocument/2006/relationships/customXml" Target="../ink/ink40.xml"/><Relationship Id="rId85" Type="http://schemas.openxmlformats.org/officeDocument/2006/relationships/image" Target="../media/image42.png"/><Relationship Id="rId12" Type="http://schemas.openxmlformats.org/officeDocument/2006/relationships/customXml" Target="../ink/ink6.xml"/><Relationship Id="rId17" Type="http://schemas.openxmlformats.org/officeDocument/2006/relationships/image" Target="../media/image8.png"/><Relationship Id="rId33" Type="http://schemas.openxmlformats.org/officeDocument/2006/relationships/image" Target="../media/image16.png"/><Relationship Id="rId38" Type="http://schemas.openxmlformats.org/officeDocument/2006/relationships/customXml" Target="../ink/ink19.xml"/><Relationship Id="rId59" Type="http://schemas.openxmlformats.org/officeDocument/2006/relationships/image" Target="../media/image29.png"/><Relationship Id="rId103" Type="http://schemas.openxmlformats.org/officeDocument/2006/relationships/image" Target="../media/image51.png"/><Relationship Id="rId108" Type="http://schemas.openxmlformats.org/officeDocument/2006/relationships/customXml" Target="../ink/ink54.xml"/><Relationship Id="rId54" Type="http://schemas.openxmlformats.org/officeDocument/2006/relationships/customXml" Target="../ink/ink27.xml"/><Relationship Id="rId70" Type="http://schemas.openxmlformats.org/officeDocument/2006/relationships/customXml" Target="../ink/ink35.xml"/><Relationship Id="rId75" Type="http://schemas.openxmlformats.org/officeDocument/2006/relationships/image" Target="../media/image37.png"/><Relationship Id="rId91" Type="http://schemas.openxmlformats.org/officeDocument/2006/relationships/image" Target="../media/image45.png"/><Relationship Id="rId96" Type="http://schemas.openxmlformats.org/officeDocument/2006/relationships/customXml" Target="../ink/ink4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23" Type="http://schemas.openxmlformats.org/officeDocument/2006/relationships/image" Target="../media/image11.png"/><Relationship Id="rId28" Type="http://schemas.openxmlformats.org/officeDocument/2006/relationships/customXml" Target="../ink/ink14.xml"/><Relationship Id="rId49" Type="http://schemas.openxmlformats.org/officeDocument/2006/relationships/image" Target="../media/image24.png"/><Relationship Id="rId114" Type="http://schemas.openxmlformats.org/officeDocument/2006/relationships/customXml" Target="../ink/ink57.xml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44" Type="http://schemas.openxmlformats.org/officeDocument/2006/relationships/customXml" Target="../ink/ink22.xml"/><Relationship Id="rId52" Type="http://schemas.openxmlformats.org/officeDocument/2006/relationships/customXml" Target="../ink/ink26.xml"/><Relationship Id="rId60" Type="http://schemas.openxmlformats.org/officeDocument/2006/relationships/customXml" Target="../ink/ink30.xml"/><Relationship Id="rId65" Type="http://schemas.openxmlformats.org/officeDocument/2006/relationships/image" Target="../media/image32.png"/><Relationship Id="rId73" Type="http://schemas.openxmlformats.org/officeDocument/2006/relationships/image" Target="../media/image36.png"/><Relationship Id="rId78" Type="http://schemas.openxmlformats.org/officeDocument/2006/relationships/customXml" Target="../ink/ink39.xml"/><Relationship Id="rId81" Type="http://schemas.openxmlformats.org/officeDocument/2006/relationships/image" Target="../media/image40.png"/><Relationship Id="rId86" Type="http://schemas.openxmlformats.org/officeDocument/2006/relationships/customXml" Target="../ink/ink43.xml"/><Relationship Id="rId94" Type="http://schemas.openxmlformats.org/officeDocument/2006/relationships/customXml" Target="../ink/ink47.xml"/><Relationship Id="rId99" Type="http://schemas.openxmlformats.org/officeDocument/2006/relationships/image" Target="../media/image49.png"/><Relationship Id="rId101" Type="http://schemas.openxmlformats.org/officeDocument/2006/relationships/image" Target="../media/image50.png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39" Type="http://schemas.openxmlformats.org/officeDocument/2006/relationships/image" Target="../media/image19.png"/><Relationship Id="rId109" Type="http://schemas.openxmlformats.org/officeDocument/2006/relationships/image" Target="../media/image54.png"/><Relationship Id="rId34" Type="http://schemas.openxmlformats.org/officeDocument/2006/relationships/customXml" Target="../ink/ink17.xml"/><Relationship Id="rId50" Type="http://schemas.openxmlformats.org/officeDocument/2006/relationships/customXml" Target="../ink/ink25.xml"/><Relationship Id="rId55" Type="http://schemas.openxmlformats.org/officeDocument/2006/relationships/image" Target="../media/image27.png"/><Relationship Id="rId76" Type="http://schemas.openxmlformats.org/officeDocument/2006/relationships/customXml" Target="../ink/ink38.xml"/><Relationship Id="rId97" Type="http://schemas.openxmlformats.org/officeDocument/2006/relationships/image" Target="../media/image48.png"/><Relationship Id="rId104" Type="http://schemas.openxmlformats.org/officeDocument/2006/relationships/customXml" Target="../ink/ink52.xml"/><Relationship Id="rId7" Type="http://schemas.openxmlformats.org/officeDocument/2006/relationships/image" Target="../media/image3.png"/><Relationship Id="rId71" Type="http://schemas.openxmlformats.org/officeDocument/2006/relationships/image" Target="../media/image35.png"/><Relationship Id="rId92" Type="http://schemas.openxmlformats.org/officeDocument/2006/relationships/customXml" Target="../ink/ink46.xml"/><Relationship Id="rId2" Type="http://schemas.openxmlformats.org/officeDocument/2006/relationships/customXml" Target="../ink/ink1.xml"/><Relationship Id="rId29" Type="http://schemas.openxmlformats.org/officeDocument/2006/relationships/image" Target="../media/image14.png"/><Relationship Id="rId24" Type="http://schemas.openxmlformats.org/officeDocument/2006/relationships/customXml" Target="../ink/ink12.xml"/><Relationship Id="rId40" Type="http://schemas.openxmlformats.org/officeDocument/2006/relationships/customXml" Target="../ink/ink20.xml"/><Relationship Id="rId45" Type="http://schemas.openxmlformats.org/officeDocument/2006/relationships/image" Target="../media/image22.png"/><Relationship Id="rId66" Type="http://schemas.openxmlformats.org/officeDocument/2006/relationships/customXml" Target="../ink/ink33.xml"/><Relationship Id="rId87" Type="http://schemas.openxmlformats.org/officeDocument/2006/relationships/image" Target="../media/image43.png"/><Relationship Id="rId110" Type="http://schemas.openxmlformats.org/officeDocument/2006/relationships/customXml" Target="../ink/ink55.xml"/><Relationship Id="rId115" Type="http://schemas.openxmlformats.org/officeDocument/2006/relationships/image" Target="../media/image57.png"/><Relationship Id="rId61" Type="http://schemas.openxmlformats.org/officeDocument/2006/relationships/image" Target="../media/image30.png"/><Relationship Id="rId82" Type="http://schemas.openxmlformats.org/officeDocument/2006/relationships/customXml" Target="../ink/ink41.xml"/><Relationship Id="rId19" Type="http://schemas.openxmlformats.org/officeDocument/2006/relationships/image" Target="../media/image9.png"/><Relationship Id="rId14" Type="http://schemas.openxmlformats.org/officeDocument/2006/relationships/customXml" Target="../ink/ink7.xml"/><Relationship Id="rId30" Type="http://schemas.openxmlformats.org/officeDocument/2006/relationships/customXml" Target="../ink/ink15.xml"/><Relationship Id="rId35" Type="http://schemas.openxmlformats.org/officeDocument/2006/relationships/image" Target="../media/image17.png"/><Relationship Id="rId56" Type="http://schemas.openxmlformats.org/officeDocument/2006/relationships/customXml" Target="../ink/ink28.xml"/><Relationship Id="rId77" Type="http://schemas.openxmlformats.org/officeDocument/2006/relationships/image" Target="../media/image38.png"/><Relationship Id="rId100" Type="http://schemas.openxmlformats.org/officeDocument/2006/relationships/customXml" Target="../ink/ink50.xml"/><Relationship Id="rId105" Type="http://schemas.openxmlformats.org/officeDocument/2006/relationships/image" Target="../media/image52.png"/><Relationship Id="rId8" Type="http://schemas.openxmlformats.org/officeDocument/2006/relationships/customXml" Target="../ink/ink4.xml"/><Relationship Id="rId51" Type="http://schemas.openxmlformats.org/officeDocument/2006/relationships/image" Target="../media/image25.png"/><Relationship Id="rId72" Type="http://schemas.openxmlformats.org/officeDocument/2006/relationships/customXml" Target="../ink/ink36.xml"/><Relationship Id="rId93" Type="http://schemas.openxmlformats.org/officeDocument/2006/relationships/image" Target="../media/image46.png"/><Relationship Id="rId98" Type="http://schemas.openxmlformats.org/officeDocument/2006/relationships/customXml" Target="../ink/ink49.xml"/><Relationship Id="rId3" Type="http://schemas.openxmlformats.org/officeDocument/2006/relationships/image" Target="../media/image1.png"/><Relationship Id="rId25" Type="http://schemas.openxmlformats.org/officeDocument/2006/relationships/image" Target="../media/image12.png"/><Relationship Id="rId46" Type="http://schemas.openxmlformats.org/officeDocument/2006/relationships/customXml" Target="../ink/ink23.xml"/><Relationship Id="rId67" Type="http://schemas.openxmlformats.org/officeDocument/2006/relationships/image" Target="../media/image33.png"/><Relationship Id="rId116" Type="http://schemas.openxmlformats.org/officeDocument/2006/relationships/customXml" Target="../ink/ink58.xml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62" Type="http://schemas.openxmlformats.org/officeDocument/2006/relationships/customXml" Target="../ink/ink31.xml"/><Relationship Id="rId83" Type="http://schemas.openxmlformats.org/officeDocument/2006/relationships/image" Target="../media/image41.png"/><Relationship Id="rId88" Type="http://schemas.openxmlformats.org/officeDocument/2006/relationships/customXml" Target="../ink/ink44.xml"/><Relationship Id="rId111" Type="http://schemas.openxmlformats.org/officeDocument/2006/relationships/image" Target="../media/image55.png"/><Relationship Id="rId15" Type="http://schemas.openxmlformats.org/officeDocument/2006/relationships/image" Target="../media/image7.png"/><Relationship Id="rId36" Type="http://schemas.openxmlformats.org/officeDocument/2006/relationships/customXml" Target="../ink/ink18.xml"/><Relationship Id="rId57" Type="http://schemas.openxmlformats.org/officeDocument/2006/relationships/image" Target="../media/image28.png"/><Relationship Id="rId106" Type="http://schemas.openxmlformats.org/officeDocument/2006/relationships/customXml" Target="../ink/ink5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15.png"/><Relationship Id="rId21" Type="http://schemas.openxmlformats.org/officeDocument/2006/relationships/image" Target="../media/image68.png"/><Relationship Id="rId42" Type="http://schemas.openxmlformats.org/officeDocument/2006/relationships/customXml" Target="../ink/ink79.xml"/><Relationship Id="rId63" Type="http://schemas.openxmlformats.org/officeDocument/2006/relationships/customXml" Target="../ink/ink90.xml"/><Relationship Id="rId84" Type="http://schemas.openxmlformats.org/officeDocument/2006/relationships/customXml" Target="../ink/ink101.xml"/><Relationship Id="rId138" Type="http://schemas.openxmlformats.org/officeDocument/2006/relationships/customXml" Target="../ink/ink128.xml"/><Relationship Id="rId159" Type="http://schemas.openxmlformats.org/officeDocument/2006/relationships/customXml" Target="../ink/ink139.xml"/><Relationship Id="rId170" Type="http://schemas.openxmlformats.org/officeDocument/2006/relationships/customXml" Target="../ink/ink145.xml"/><Relationship Id="rId191" Type="http://schemas.openxmlformats.org/officeDocument/2006/relationships/customXml" Target="../ink/ink156.xml"/><Relationship Id="rId107" Type="http://schemas.openxmlformats.org/officeDocument/2006/relationships/image" Target="../media/image110.png"/><Relationship Id="rId11" Type="http://schemas.openxmlformats.org/officeDocument/2006/relationships/image" Target="../media/image63.png"/><Relationship Id="rId32" Type="http://schemas.openxmlformats.org/officeDocument/2006/relationships/customXml" Target="../ink/ink74.xml"/><Relationship Id="rId53" Type="http://schemas.openxmlformats.org/officeDocument/2006/relationships/customXml" Target="../ink/ink85.xml"/><Relationship Id="rId74" Type="http://schemas.openxmlformats.org/officeDocument/2006/relationships/image" Target="../media/image94.png"/><Relationship Id="rId128" Type="http://schemas.openxmlformats.org/officeDocument/2006/relationships/customXml" Target="../ink/ink123.xml"/><Relationship Id="rId149" Type="http://schemas.openxmlformats.org/officeDocument/2006/relationships/customXml" Target="../ink/ink134.xml"/><Relationship Id="rId5" Type="http://schemas.openxmlformats.org/officeDocument/2006/relationships/image" Target="../media/image60.png"/><Relationship Id="rId95" Type="http://schemas.openxmlformats.org/officeDocument/2006/relationships/image" Target="../media/image104.png"/><Relationship Id="rId160" Type="http://schemas.openxmlformats.org/officeDocument/2006/relationships/customXml" Target="../ink/ink140.xml"/><Relationship Id="rId181" Type="http://schemas.openxmlformats.org/officeDocument/2006/relationships/customXml" Target="../ink/ink151.xml"/><Relationship Id="rId22" Type="http://schemas.openxmlformats.org/officeDocument/2006/relationships/customXml" Target="../ink/ink69.xml"/><Relationship Id="rId43" Type="http://schemas.openxmlformats.org/officeDocument/2006/relationships/image" Target="../media/image79.png"/><Relationship Id="rId64" Type="http://schemas.openxmlformats.org/officeDocument/2006/relationships/image" Target="../media/image89.png"/><Relationship Id="rId118" Type="http://schemas.openxmlformats.org/officeDocument/2006/relationships/customXml" Target="../ink/ink118.xml"/><Relationship Id="rId139" Type="http://schemas.openxmlformats.org/officeDocument/2006/relationships/image" Target="../media/image126.png"/><Relationship Id="rId85" Type="http://schemas.openxmlformats.org/officeDocument/2006/relationships/image" Target="../media/image99.png"/><Relationship Id="rId150" Type="http://schemas.openxmlformats.org/officeDocument/2006/relationships/image" Target="../media/image131.png"/><Relationship Id="rId171" Type="http://schemas.openxmlformats.org/officeDocument/2006/relationships/customXml" Target="../ink/ink146.xml"/><Relationship Id="rId192" Type="http://schemas.openxmlformats.org/officeDocument/2006/relationships/image" Target="../media/image151.png"/><Relationship Id="rId12" Type="http://schemas.openxmlformats.org/officeDocument/2006/relationships/customXml" Target="../ink/ink64.xml"/><Relationship Id="rId33" Type="http://schemas.openxmlformats.org/officeDocument/2006/relationships/image" Target="../media/image74.png"/><Relationship Id="rId108" Type="http://schemas.openxmlformats.org/officeDocument/2006/relationships/customXml" Target="../ink/ink113.xml"/><Relationship Id="rId129" Type="http://schemas.openxmlformats.org/officeDocument/2006/relationships/image" Target="../media/image121.png"/><Relationship Id="rId54" Type="http://schemas.openxmlformats.org/officeDocument/2006/relationships/image" Target="../media/image84.png"/><Relationship Id="rId75" Type="http://schemas.openxmlformats.org/officeDocument/2006/relationships/customXml" Target="../ink/ink96.xml"/><Relationship Id="rId96" Type="http://schemas.openxmlformats.org/officeDocument/2006/relationships/customXml" Target="../ink/ink107.xml"/><Relationship Id="rId140" Type="http://schemas.openxmlformats.org/officeDocument/2006/relationships/customXml" Target="../ink/ink129.xml"/><Relationship Id="rId161" Type="http://schemas.openxmlformats.org/officeDocument/2006/relationships/image" Target="../media/image136.png"/><Relationship Id="rId182" Type="http://schemas.openxmlformats.org/officeDocument/2006/relationships/image" Target="../media/image146.png"/><Relationship Id="rId6" Type="http://schemas.openxmlformats.org/officeDocument/2006/relationships/customXml" Target="../ink/ink61.xml"/><Relationship Id="rId23" Type="http://schemas.openxmlformats.org/officeDocument/2006/relationships/image" Target="../media/image69.png"/><Relationship Id="rId119" Type="http://schemas.openxmlformats.org/officeDocument/2006/relationships/image" Target="../media/image116.png"/><Relationship Id="rId44" Type="http://schemas.openxmlformats.org/officeDocument/2006/relationships/customXml" Target="../ink/ink80.xml"/><Relationship Id="rId65" Type="http://schemas.openxmlformats.org/officeDocument/2006/relationships/customXml" Target="../ink/ink91.xml"/><Relationship Id="rId86" Type="http://schemas.openxmlformats.org/officeDocument/2006/relationships/customXml" Target="../ink/ink102.xml"/><Relationship Id="rId130" Type="http://schemas.openxmlformats.org/officeDocument/2006/relationships/customXml" Target="../ink/ink124.xml"/><Relationship Id="rId151" Type="http://schemas.openxmlformats.org/officeDocument/2006/relationships/customXml" Target="../ink/ink135.xml"/><Relationship Id="rId172" Type="http://schemas.openxmlformats.org/officeDocument/2006/relationships/image" Target="../media/image141.png"/><Relationship Id="rId193" Type="http://schemas.openxmlformats.org/officeDocument/2006/relationships/customXml" Target="../ink/ink157.xml"/><Relationship Id="rId13" Type="http://schemas.openxmlformats.org/officeDocument/2006/relationships/image" Target="../media/image64.png"/><Relationship Id="rId109" Type="http://schemas.openxmlformats.org/officeDocument/2006/relationships/image" Target="../media/image111.png"/><Relationship Id="rId34" Type="http://schemas.openxmlformats.org/officeDocument/2006/relationships/customXml" Target="../ink/ink75.xml"/><Relationship Id="rId55" Type="http://schemas.openxmlformats.org/officeDocument/2006/relationships/customXml" Target="../ink/ink86.xml"/><Relationship Id="rId76" Type="http://schemas.openxmlformats.org/officeDocument/2006/relationships/image" Target="../media/image95.png"/><Relationship Id="rId97" Type="http://schemas.openxmlformats.org/officeDocument/2006/relationships/image" Target="../media/image105.png"/><Relationship Id="rId120" Type="http://schemas.openxmlformats.org/officeDocument/2006/relationships/customXml" Target="../ink/ink119.xml"/><Relationship Id="rId141" Type="http://schemas.openxmlformats.org/officeDocument/2006/relationships/image" Target="../media/image127.png"/><Relationship Id="rId7" Type="http://schemas.openxmlformats.org/officeDocument/2006/relationships/image" Target="../media/image61.png"/><Relationship Id="rId162" Type="http://schemas.openxmlformats.org/officeDocument/2006/relationships/customXml" Target="../ink/ink141.xml"/><Relationship Id="rId183" Type="http://schemas.openxmlformats.org/officeDocument/2006/relationships/customXml" Target="../ink/ink152.xml"/><Relationship Id="rId2" Type="http://schemas.openxmlformats.org/officeDocument/2006/relationships/customXml" Target="../ink/ink59.xml"/><Relationship Id="rId29" Type="http://schemas.openxmlformats.org/officeDocument/2006/relationships/image" Target="../media/image72.png"/><Relationship Id="rId24" Type="http://schemas.openxmlformats.org/officeDocument/2006/relationships/customXml" Target="../ink/ink70.xml"/><Relationship Id="rId40" Type="http://schemas.openxmlformats.org/officeDocument/2006/relationships/customXml" Target="../ink/ink78.xml"/><Relationship Id="rId45" Type="http://schemas.openxmlformats.org/officeDocument/2006/relationships/image" Target="../media/image80.png"/><Relationship Id="rId66" Type="http://schemas.openxmlformats.org/officeDocument/2006/relationships/image" Target="../media/image90.png"/><Relationship Id="rId87" Type="http://schemas.openxmlformats.org/officeDocument/2006/relationships/image" Target="../media/image100.png"/><Relationship Id="rId110" Type="http://schemas.openxmlformats.org/officeDocument/2006/relationships/customXml" Target="../ink/ink114.xml"/><Relationship Id="rId115" Type="http://schemas.openxmlformats.org/officeDocument/2006/relationships/image" Target="../media/image114.png"/><Relationship Id="rId131" Type="http://schemas.openxmlformats.org/officeDocument/2006/relationships/image" Target="../media/image122.png"/><Relationship Id="rId136" Type="http://schemas.openxmlformats.org/officeDocument/2006/relationships/customXml" Target="../ink/ink127.xml"/><Relationship Id="rId157" Type="http://schemas.openxmlformats.org/officeDocument/2006/relationships/customXml" Target="../ink/ink138.xml"/><Relationship Id="rId178" Type="http://schemas.openxmlformats.org/officeDocument/2006/relationships/image" Target="../media/image144.png"/><Relationship Id="rId61" Type="http://schemas.openxmlformats.org/officeDocument/2006/relationships/customXml" Target="../ink/ink89.xml"/><Relationship Id="rId82" Type="http://schemas.openxmlformats.org/officeDocument/2006/relationships/image" Target="../media/image98.png"/><Relationship Id="rId152" Type="http://schemas.openxmlformats.org/officeDocument/2006/relationships/image" Target="../media/image132.png"/><Relationship Id="rId173" Type="http://schemas.openxmlformats.org/officeDocument/2006/relationships/customXml" Target="../ink/ink147.xml"/><Relationship Id="rId194" Type="http://schemas.openxmlformats.org/officeDocument/2006/relationships/image" Target="../media/image152.png"/><Relationship Id="rId199" Type="http://schemas.openxmlformats.org/officeDocument/2006/relationships/customXml" Target="../ink/ink160.xml"/><Relationship Id="rId19" Type="http://schemas.openxmlformats.org/officeDocument/2006/relationships/image" Target="../media/image67.png"/><Relationship Id="rId14" Type="http://schemas.openxmlformats.org/officeDocument/2006/relationships/customXml" Target="../ink/ink65.xml"/><Relationship Id="rId30" Type="http://schemas.openxmlformats.org/officeDocument/2006/relationships/customXml" Target="../ink/ink73.xml"/><Relationship Id="rId35" Type="http://schemas.openxmlformats.org/officeDocument/2006/relationships/image" Target="../media/image75.png"/><Relationship Id="rId56" Type="http://schemas.openxmlformats.org/officeDocument/2006/relationships/image" Target="../media/image85.png"/><Relationship Id="rId77" Type="http://schemas.openxmlformats.org/officeDocument/2006/relationships/customXml" Target="../ink/ink97.xml"/><Relationship Id="rId100" Type="http://schemas.openxmlformats.org/officeDocument/2006/relationships/customXml" Target="../ink/ink109.xml"/><Relationship Id="rId105" Type="http://schemas.openxmlformats.org/officeDocument/2006/relationships/image" Target="../media/image109.png"/><Relationship Id="rId126" Type="http://schemas.openxmlformats.org/officeDocument/2006/relationships/customXml" Target="../ink/ink122.xml"/><Relationship Id="rId147" Type="http://schemas.openxmlformats.org/officeDocument/2006/relationships/customXml" Target="../ink/ink133.xml"/><Relationship Id="rId168" Type="http://schemas.openxmlformats.org/officeDocument/2006/relationships/customXml" Target="../ink/ink144.xml"/><Relationship Id="rId8" Type="http://schemas.openxmlformats.org/officeDocument/2006/relationships/customXml" Target="../ink/ink62.xml"/><Relationship Id="rId51" Type="http://schemas.openxmlformats.org/officeDocument/2006/relationships/image" Target="../media/image83.png"/><Relationship Id="rId72" Type="http://schemas.openxmlformats.org/officeDocument/2006/relationships/image" Target="../media/image93.png"/><Relationship Id="rId93" Type="http://schemas.openxmlformats.org/officeDocument/2006/relationships/image" Target="../media/image103.png"/><Relationship Id="rId98" Type="http://schemas.openxmlformats.org/officeDocument/2006/relationships/customXml" Target="../ink/ink108.xml"/><Relationship Id="rId121" Type="http://schemas.openxmlformats.org/officeDocument/2006/relationships/image" Target="../media/image117.png"/><Relationship Id="rId142" Type="http://schemas.openxmlformats.org/officeDocument/2006/relationships/customXml" Target="../ink/ink130.xml"/><Relationship Id="rId163" Type="http://schemas.openxmlformats.org/officeDocument/2006/relationships/image" Target="../media/image137.png"/><Relationship Id="rId184" Type="http://schemas.openxmlformats.org/officeDocument/2006/relationships/image" Target="../media/image147.png"/><Relationship Id="rId189" Type="http://schemas.openxmlformats.org/officeDocument/2006/relationships/customXml" Target="../ink/ink155.xml"/><Relationship Id="rId3" Type="http://schemas.openxmlformats.org/officeDocument/2006/relationships/image" Target="../media/image59.png"/><Relationship Id="rId25" Type="http://schemas.openxmlformats.org/officeDocument/2006/relationships/image" Target="../media/image70.png"/><Relationship Id="rId46" Type="http://schemas.openxmlformats.org/officeDocument/2006/relationships/customXml" Target="../ink/ink81.xml"/><Relationship Id="rId67" Type="http://schemas.openxmlformats.org/officeDocument/2006/relationships/customXml" Target="../ink/ink92.xml"/><Relationship Id="rId116" Type="http://schemas.openxmlformats.org/officeDocument/2006/relationships/customXml" Target="../ink/ink117.xml"/><Relationship Id="rId137" Type="http://schemas.openxmlformats.org/officeDocument/2006/relationships/image" Target="../media/image125.png"/><Relationship Id="rId158" Type="http://schemas.openxmlformats.org/officeDocument/2006/relationships/image" Target="../media/image135.png"/><Relationship Id="rId20" Type="http://schemas.openxmlformats.org/officeDocument/2006/relationships/customXml" Target="../ink/ink68.xml"/><Relationship Id="rId41" Type="http://schemas.openxmlformats.org/officeDocument/2006/relationships/image" Target="../media/image78.png"/><Relationship Id="rId62" Type="http://schemas.openxmlformats.org/officeDocument/2006/relationships/image" Target="../media/image88.png"/><Relationship Id="rId83" Type="http://schemas.openxmlformats.org/officeDocument/2006/relationships/customXml" Target="../ink/ink100.xml"/><Relationship Id="rId88" Type="http://schemas.openxmlformats.org/officeDocument/2006/relationships/customXml" Target="../ink/ink103.xml"/><Relationship Id="rId111" Type="http://schemas.openxmlformats.org/officeDocument/2006/relationships/image" Target="../media/image112.png"/><Relationship Id="rId132" Type="http://schemas.openxmlformats.org/officeDocument/2006/relationships/customXml" Target="../ink/ink125.xml"/><Relationship Id="rId153" Type="http://schemas.openxmlformats.org/officeDocument/2006/relationships/customXml" Target="../ink/ink136.xml"/><Relationship Id="rId174" Type="http://schemas.openxmlformats.org/officeDocument/2006/relationships/image" Target="../media/image142.png"/><Relationship Id="rId179" Type="http://schemas.openxmlformats.org/officeDocument/2006/relationships/customXml" Target="../ink/ink150.xml"/><Relationship Id="rId195" Type="http://schemas.openxmlformats.org/officeDocument/2006/relationships/customXml" Target="../ink/ink158.xml"/><Relationship Id="rId190" Type="http://schemas.openxmlformats.org/officeDocument/2006/relationships/image" Target="../media/image150.png"/><Relationship Id="rId15" Type="http://schemas.openxmlformats.org/officeDocument/2006/relationships/image" Target="../media/image65.png"/><Relationship Id="rId36" Type="http://schemas.openxmlformats.org/officeDocument/2006/relationships/customXml" Target="../ink/ink76.xml"/><Relationship Id="rId57" Type="http://schemas.openxmlformats.org/officeDocument/2006/relationships/customXml" Target="../ink/ink87.xml"/><Relationship Id="rId106" Type="http://schemas.openxmlformats.org/officeDocument/2006/relationships/customXml" Target="../ink/ink112.xml"/><Relationship Id="rId127" Type="http://schemas.openxmlformats.org/officeDocument/2006/relationships/image" Target="../media/image120.png"/><Relationship Id="rId10" Type="http://schemas.openxmlformats.org/officeDocument/2006/relationships/customXml" Target="../ink/ink63.xml"/><Relationship Id="rId31" Type="http://schemas.openxmlformats.org/officeDocument/2006/relationships/image" Target="../media/image73.png"/><Relationship Id="rId52" Type="http://schemas.openxmlformats.org/officeDocument/2006/relationships/customXml" Target="../ink/ink84.xml"/><Relationship Id="rId73" Type="http://schemas.openxmlformats.org/officeDocument/2006/relationships/customXml" Target="../ink/ink95.xml"/><Relationship Id="rId78" Type="http://schemas.openxmlformats.org/officeDocument/2006/relationships/image" Target="../media/image96.png"/><Relationship Id="rId94" Type="http://schemas.openxmlformats.org/officeDocument/2006/relationships/customXml" Target="../ink/ink106.xml"/><Relationship Id="rId99" Type="http://schemas.openxmlformats.org/officeDocument/2006/relationships/image" Target="../media/image106.png"/><Relationship Id="rId101" Type="http://schemas.openxmlformats.org/officeDocument/2006/relationships/image" Target="../media/image107.png"/><Relationship Id="rId122" Type="http://schemas.openxmlformats.org/officeDocument/2006/relationships/customXml" Target="../ink/ink120.xml"/><Relationship Id="rId143" Type="http://schemas.openxmlformats.org/officeDocument/2006/relationships/image" Target="../media/image128.png"/><Relationship Id="rId148" Type="http://schemas.openxmlformats.org/officeDocument/2006/relationships/image" Target="../media/image130.png"/><Relationship Id="rId164" Type="http://schemas.openxmlformats.org/officeDocument/2006/relationships/customXml" Target="../ink/ink142.xml"/><Relationship Id="rId169" Type="http://schemas.openxmlformats.org/officeDocument/2006/relationships/image" Target="../media/image140.png"/><Relationship Id="rId185" Type="http://schemas.openxmlformats.org/officeDocument/2006/relationships/customXml" Target="../ink/ink153.xml"/><Relationship Id="rId4" Type="http://schemas.openxmlformats.org/officeDocument/2006/relationships/customXml" Target="../ink/ink60.xml"/><Relationship Id="rId9" Type="http://schemas.openxmlformats.org/officeDocument/2006/relationships/image" Target="../media/image62.png"/><Relationship Id="rId180" Type="http://schemas.openxmlformats.org/officeDocument/2006/relationships/image" Target="../media/image145.png"/><Relationship Id="rId26" Type="http://schemas.openxmlformats.org/officeDocument/2006/relationships/customXml" Target="../ink/ink71.xml"/><Relationship Id="rId47" Type="http://schemas.openxmlformats.org/officeDocument/2006/relationships/image" Target="../media/image81.png"/><Relationship Id="rId68" Type="http://schemas.openxmlformats.org/officeDocument/2006/relationships/image" Target="../media/image91.png"/><Relationship Id="rId89" Type="http://schemas.openxmlformats.org/officeDocument/2006/relationships/image" Target="../media/image101.png"/><Relationship Id="rId112" Type="http://schemas.openxmlformats.org/officeDocument/2006/relationships/customXml" Target="../ink/ink115.xml"/><Relationship Id="rId133" Type="http://schemas.openxmlformats.org/officeDocument/2006/relationships/image" Target="../media/image123.png"/><Relationship Id="rId154" Type="http://schemas.openxmlformats.org/officeDocument/2006/relationships/image" Target="../media/image133.png"/><Relationship Id="rId175" Type="http://schemas.openxmlformats.org/officeDocument/2006/relationships/customXml" Target="../ink/ink148.xml"/><Relationship Id="rId196" Type="http://schemas.openxmlformats.org/officeDocument/2006/relationships/image" Target="../media/image153.png"/><Relationship Id="rId200" Type="http://schemas.openxmlformats.org/officeDocument/2006/relationships/image" Target="../media/image155.png"/><Relationship Id="rId16" Type="http://schemas.openxmlformats.org/officeDocument/2006/relationships/customXml" Target="../ink/ink66.xml"/><Relationship Id="rId37" Type="http://schemas.openxmlformats.org/officeDocument/2006/relationships/image" Target="../media/image76.png"/><Relationship Id="rId58" Type="http://schemas.openxmlformats.org/officeDocument/2006/relationships/image" Target="../media/image86.png"/><Relationship Id="rId79" Type="http://schemas.openxmlformats.org/officeDocument/2006/relationships/customXml" Target="../ink/ink98.xml"/><Relationship Id="rId102" Type="http://schemas.openxmlformats.org/officeDocument/2006/relationships/customXml" Target="../ink/ink110.xml"/><Relationship Id="rId123" Type="http://schemas.openxmlformats.org/officeDocument/2006/relationships/image" Target="../media/image118.png"/><Relationship Id="rId144" Type="http://schemas.openxmlformats.org/officeDocument/2006/relationships/customXml" Target="../ink/ink131.xml"/><Relationship Id="rId90" Type="http://schemas.openxmlformats.org/officeDocument/2006/relationships/customXml" Target="../ink/ink104.xml"/><Relationship Id="rId165" Type="http://schemas.openxmlformats.org/officeDocument/2006/relationships/image" Target="../media/image138.png"/><Relationship Id="rId186" Type="http://schemas.openxmlformats.org/officeDocument/2006/relationships/image" Target="../media/image148.png"/><Relationship Id="rId27" Type="http://schemas.openxmlformats.org/officeDocument/2006/relationships/image" Target="../media/image71.png"/><Relationship Id="rId48" Type="http://schemas.openxmlformats.org/officeDocument/2006/relationships/customXml" Target="../ink/ink82.xml"/><Relationship Id="rId69" Type="http://schemas.openxmlformats.org/officeDocument/2006/relationships/customXml" Target="../ink/ink93.xml"/><Relationship Id="rId113" Type="http://schemas.openxmlformats.org/officeDocument/2006/relationships/image" Target="../media/image113.png"/><Relationship Id="rId134" Type="http://schemas.openxmlformats.org/officeDocument/2006/relationships/customXml" Target="../ink/ink126.xml"/><Relationship Id="rId80" Type="http://schemas.openxmlformats.org/officeDocument/2006/relationships/image" Target="../media/image97.png"/><Relationship Id="rId155" Type="http://schemas.openxmlformats.org/officeDocument/2006/relationships/customXml" Target="../ink/ink137.xml"/><Relationship Id="rId176" Type="http://schemas.openxmlformats.org/officeDocument/2006/relationships/image" Target="../media/image143.png"/><Relationship Id="rId197" Type="http://schemas.openxmlformats.org/officeDocument/2006/relationships/customXml" Target="../ink/ink159.xml"/><Relationship Id="rId201" Type="http://schemas.openxmlformats.org/officeDocument/2006/relationships/customXml" Target="../ink/ink161.xml"/><Relationship Id="rId17" Type="http://schemas.openxmlformats.org/officeDocument/2006/relationships/image" Target="../media/image66.png"/><Relationship Id="rId38" Type="http://schemas.openxmlformats.org/officeDocument/2006/relationships/customXml" Target="../ink/ink77.xml"/><Relationship Id="rId59" Type="http://schemas.openxmlformats.org/officeDocument/2006/relationships/customXml" Target="../ink/ink88.xml"/><Relationship Id="rId103" Type="http://schemas.openxmlformats.org/officeDocument/2006/relationships/image" Target="../media/image108.png"/><Relationship Id="rId124" Type="http://schemas.openxmlformats.org/officeDocument/2006/relationships/customXml" Target="../ink/ink121.xml"/><Relationship Id="rId70" Type="http://schemas.openxmlformats.org/officeDocument/2006/relationships/image" Target="../media/image92.png"/><Relationship Id="rId91" Type="http://schemas.openxmlformats.org/officeDocument/2006/relationships/image" Target="../media/image102.png"/><Relationship Id="rId145" Type="http://schemas.openxmlformats.org/officeDocument/2006/relationships/image" Target="../media/image129.png"/><Relationship Id="rId166" Type="http://schemas.openxmlformats.org/officeDocument/2006/relationships/customXml" Target="../ink/ink143.xml"/><Relationship Id="rId187" Type="http://schemas.openxmlformats.org/officeDocument/2006/relationships/customXml" Target="../ink/ink154.xml"/><Relationship Id="rId1" Type="http://schemas.openxmlformats.org/officeDocument/2006/relationships/slideLayout" Target="../slideLayouts/slideLayout7.xml"/><Relationship Id="rId28" Type="http://schemas.openxmlformats.org/officeDocument/2006/relationships/customXml" Target="../ink/ink72.xml"/><Relationship Id="rId49" Type="http://schemas.openxmlformats.org/officeDocument/2006/relationships/image" Target="../media/image82.png"/><Relationship Id="rId114" Type="http://schemas.openxmlformats.org/officeDocument/2006/relationships/customXml" Target="../ink/ink116.xml"/><Relationship Id="rId60" Type="http://schemas.openxmlformats.org/officeDocument/2006/relationships/image" Target="../media/image87.png"/><Relationship Id="rId81" Type="http://schemas.openxmlformats.org/officeDocument/2006/relationships/customXml" Target="../ink/ink99.xml"/><Relationship Id="rId135" Type="http://schemas.openxmlformats.org/officeDocument/2006/relationships/image" Target="../media/image124.png"/><Relationship Id="rId156" Type="http://schemas.openxmlformats.org/officeDocument/2006/relationships/image" Target="../media/image134.png"/><Relationship Id="rId177" Type="http://schemas.openxmlformats.org/officeDocument/2006/relationships/customXml" Target="../ink/ink149.xml"/><Relationship Id="rId198" Type="http://schemas.openxmlformats.org/officeDocument/2006/relationships/image" Target="../media/image154.png"/><Relationship Id="rId202" Type="http://schemas.openxmlformats.org/officeDocument/2006/relationships/image" Target="../media/image156.png"/><Relationship Id="rId18" Type="http://schemas.openxmlformats.org/officeDocument/2006/relationships/customXml" Target="../ink/ink67.xml"/><Relationship Id="rId39" Type="http://schemas.openxmlformats.org/officeDocument/2006/relationships/image" Target="../media/image77.png"/><Relationship Id="rId50" Type="http://schemas.openxmlformats.org/officeDocument/2006/relationships/customXml" Target="../ink/ink83.xml"/><Relationship Id="rId104" Type="http://schemas.openxmlformats.org/officeDocument/2006/relationships/customXml" Target="../ink/ink111.xml"/><Relationship Id="rId125" Type="http://schemas.openxmlformats.org/officeDocument/2006/relationships/image" Target="../media/image119.png"/><Relationship Id="rId146" Type="http://schemas.openxmlformats.org/officeDocument/2006/relationships/customXml" Target="../ink/ink132.xml"/><Relationship Id="rId167" Type="http://schemas.openxmlformats.org/officeDocument/2006/relationships/image" Target="../media/image139.png"/><Relationship Id="rId188" Type="http://schemas.openxmlformats.org/officeDocument/2006/relationships/image" Target="../media/image149.png"/><Relationship Id="rId71" Type="http://schemas.openxmlformats.org/officeDocument/2006/relationships/customXml" Target="../ink/ink94.xml"/><Relationship Id="rId92" Type="http://schemas.openxmlformats.org/officeDocument/2006/relationships/customXml" Target="../ink/ink105.xml"/></Relationships>
</file>

<file path=ppt/slides/_rels/slide6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74.xml"/><Relationship Id="rId21" Type="http://schemas.openxmlformats.org/officeDocument/2006/relationships/image" Target="../media/image166.png"/><Relationship Id="rId42" Type="http://schemas.openxmlformats.org/officeDocument/2006/relationships/customXml" Target="../ink/ink182.xml"/><Relationship Id="rId47" Type="http://schemas.openxmlformats.org/officeDocument/2006/relationships/image" Target="../media/image179.png"/><Relationship Id="rId63" Type="http://schemas.openxmlformats.org/officeDocument/2006/relationships/image" Target="../media/image187.png"/><Relationship Id="rId68" Type="http://schemas.openxmlformats.org/officeDocument/2006/relationships/customXml" Target="../ink/ink195.xml"/><Relationship Id="rId84" Type="http://schemas.openxmlformats.org/officeDocument/2006/relationships/customXml" Target="../ink/ink203.xml"/><Relationship Id="rId89" Type="http://schemas.openxmlformats.org/officeDocument/2006/relationships/image" Target="../media/image200.png"/><Relationship Id="rId16" Type="http://schemas.openxmlformats.org/officeDocument/2006/relationships/customXml" Target="../ink/ink169.xml"/><Relationship Id="rId11" Type="http://schemas.openxmlformats.org/officeDocument/2006/relationships/image" Target="../media/image161.png"/><Relationship Id="rId32" Type="http://schemas.openxmlformats.org/officeDocument/2006/relationships/customXml" Target="../ink/ink177.xml"/><Relationship Id="rId37" Type="http://schemas.openxmlformats.org/officeDocument/2006/relationships/image" Target="../media/image174.png"/><Relationship Id="rId53" Type="http://schemas.openxmlformats.org/officeDocument/2006/relationships/image" Target="../media/image182.png"/><Relationship Id="rId58" Type="http://schemas.openxmlformats.org/officeDocument/2006/relationships/customXml" Target="../ink/ink190.xml"/><Relationship Id="rId74" Type="http://schemas.openxmlformats.org/officeDocument/2006/relationships/customXml" Target="../ink/ink198.xml"/><Relationship Id="rId79" Type="http://schemas.openxmlformats.org/officeDocument/2006/relationships/image" Target="../media/image195.png"/><Relationship Id="rId5" Type="http://schemas.openxmlformats.org/officeDocument/2006/relationships/image" Target="../media/image158.png"/><Relationship Id="rId90" Type="http://schemas.openxmlformats.org/officeDocument/2006/relationships/customXml" Target="../ink/ink206.xml"/><Relationship Id="rId22" Type="http://schemas.openxmlformats.org/officeDocument/2006/relationships/customXml" Target="../ink/ink172.xml"/><Relationship Id="rId27" Type="http://schemas.openxmlformats.org/officeDocument/2006/relationships/image" Target="../media/image169.png"/><Relationship Id="rId43" Type="http://schemas.openxmlformats.org/officeDocument/2006/relationships/image" Target="../media/image177.png"/><Relationship Id="rId48" Type="http://schemas.openxmlformats.org/officeDocument/2006/relationships/customXml" Target="../ink/ink185.xml"/><Relationship Id="rId64" Type="http://schemas.openxmlformats.org/officeDocument/2006/relationships/customXml" Target="../ink/ink193.xml"/><Relationship Id="rId69" Type="http://schemas.openxmlformats.org/officeDocument/2006/relationships/image" Target="../media/image190.png"/><Relationship Id="rId8" Type="http://schemas.openxmlformats.org/officeDocument/2006/relationships/customXml" Target="../ink/ink165.xml"/><Relationship Id="rId51" Type="http://schemas.openxmlformats.org/officeDocument/2006/relationships/image" Target="../media/image181.png"/><Relationship Id="rId72" Type="http://schemas.openxmlformats.org/officeDocument/2006/relationships/customXml" Target="../ink/ink197.xml"/><Relationship Id="rId80" Type="http://schemas.openxmlformats.org/officeDocument/2006/relationships/customXml" Target="../ink/ink201.xml"/><Relationship Id="rId85" Type="http://schemas.openxmlformats.org/officeDocument/2006/relationships/image" Target="../media/image198.png"/><Relationship Id="rId93" Type="http://schemas.openxmlformats.org/officeDocument/2006/relationships/image" Target="../media/image202.png"/><Relationship Id="rId3" Type="http://schemas.openxmlformats.org/officeDocument/2006/relationships/image" Target="../media/image157.png"/><Relationship Id="rId12" Type="http://schemas.openxmlformats.org/officeDocument/2006/relationships/customXml" Target="../ink/ink167.xml"/><Relationship Id="rId17" Type="http://schemas.openxmlformats.org/officeDocument/2006/relationships/image" Target="../media/image164.png"/><Relationship Id="rId25" Type="http://schemas.openxmlformats.org/officeDocument/2006/relationships/image" Target="../media/image168.png"/><Relationship Id="rId33" Type="http://schemas.openxmlformats.org/officeDocument/2006/relationships/image" Target="../media/image172.png"/><Relationship Id="rId38" Type="http://schemas.openxmlformats.org/officeDocument/2006/relationships/customXml" Target="../ink/ink180.xml"/><Relationship Id="rId46" Type="http://schemas.openxmlformats.org/officeDocument/2006/relationships/customXml" Target="../ink/ink184.xml"/><Relationship Id="rId59" Type="http://schemas.openxmlformats.org/officeDocument/2006/relationships/image" Target="../media/image185.png"/><Relationship Id="rId67" Type="http://schemas.openxmlformats.org/officeDocument/2006/relationships/image" Target="../media/image189.png"/><Relationship Id="rId20" Type="http://schemas.openxmlformats.org/officeDocument/2006/relationships/customXml" Target="../ink/ink171.xml"/><Relationship Id="rId41" Type="http://schemas.openxmlformats.org/officeDocument/2006/relationships/image" Target="../media/image176.png"/><Relationship Id="rId54" Type="http://schemas.openxmlformats.org/officeDocument/2006/relationships/customXml" Target="../ink/ink188.xml"/><Relationship Id="rId62" Type="http://schemas.openxmlformats.org/officeDocument/2006/relationships/customXml" Target="../ink/ink192.xml"/><Relationship Id="rId70" Type="http://schemas.openxmlformats.org/officeDocument/2006/relationships/customXml" Target="../ink/ink196.xml"/><Relationship Id="rId75" Type="http://schemas.openxmlformats.org/officeDocument/2006/relationships/image" Target="../media/image193.png"/><Relationship Id="rId83" Type="http://schemas.openxmlformats.org/officeDocument/2006/relationships/image" Target="../media/image197.png"/><Relationship Id="rId88" Type="http://schemas.openxmlformats.org/officeDocument/2006/relationships/customXml" Target="../ink/ink205.xml"/><Relationship Id="rId91" Type="http://schemas.openxmlformats.org/officeDocument/2006/relationships/image" Target="../media/image201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64.xml"/><Relationship Id="rId15" Type="http://schemas.openxmlformats.org/officeDocument/2006/relationships/image" Target="../media/image163.png"/><Relationship Id="rId23" Type="http://schemas.openxmlformats.org/officeDocument/2006/relationships/image" Target="../media/image167.png"/><Relationship Id="rId28" Type="http://schemas.openxmlformats.org/officeDocument/2006/relationships/customXml" Target="../ink/ink175.xml"/><Relationship Id="rId36" Type="http://schemas.openxmlformats.org/officeDocument/2006/relationships/customXml" Target="../ink/ink179.xml"/><Relationship Id="rId49" Type="http://schemas.openxmlformats.org/officeDocument/2006/relationships/image" Target="../media/image180.png"/><Relationship Id="rId57" Type="http://schemas.openxmlformats.org/officeDocument/2006/relationships/image" Target="../media/image184.png"/><Relationship Id="rId10" Type="http://schemas.openxmlformats.org/officeDocument/2006/relationships/customXml" Target="../ink/ink166.xml"/><Relationship Id="rId31" Type="http://schemas.openxmlformats.org/officeDocument/2006/relationships/image" Target="../media/image171.png"/><Relationship Id="rId44" Type="http://schemas.openxmlformats.org/officeDocument/2006/relationships/customXml" Target="../ink/ink183.xml"/><Relationship Id="rId52" Type="http://schemas.openxmlformats.org/officeDocument/2006/relationships/customXml" Target="../ink/ink187.xml"/><Relationship Id="rId60" Type="http://schemas.openxmlformats.org/officeDocument/2006/relationships/customXml" Target="../ink/ink191.xml"/><Relationship Id="rId65" Type="http://schemas.openxmlformats.org/officeDocument/2006/relationships/image" Target="../media/image188.png"/><Relationship Id="rId73" Type="http://schemas.openxmlformats.org/officeDocument/2006/relationships/image" Target="../media/image192.png"/><Relationship Id="rId78" Type="http://schemas.openxmlformats.org/officeDocument/2006/relationships/customXml" Target="../ink/ink200.xml"/><Relationship Id="rId81" Type="http://schemas.openxmlformats.org/officeDocument/2006/relationships/image" Target="../media/image196.png"/><Relationship Id="rId86" Type="http://schemas.openxmlformats.org/officeDocument/2006/relationships/customXml" Target="../ink/ink204.xml"/><Relationship Id="rId4" Type="http://schemas.openxmlformats.org/officeDocument/2006/relationships/customXml" Target="../ink/ink163.xml"/><Relationship Id="rId9" Type="http://schemas.openxmlformats.org/officeDocument/2006/relationships/image" Target="../media/image160.png"/><Relationship Id="rId13" Type="http://schemas.openxmlformats.org/officeDocument/2006/relationships/image" Target="../media/image162.png"/><Relationship Id="rId18" Type="http://schemas.openxmlformats.org/officeDocument/2006/relationships/customXml" Target="../ink/ink170.xml"/><Relationship Id="rId39" Type="http://schemas.openxmlformats.org/officeDocument/2006/relationships/image" Target="../media/image175.png"/><Relationship Id="rId34" Type="http://schemas.openxmlformats.org/officeDocument/2006/relationships/customXml" Target="../ink/ink178.xml"/><Relationship Id="rId50" Type="http://schemas.openxmlformats.org/officeDocument/2006/relationships/customXml" Target="../ink/ink186.xml"/><Relationship Id="rId55" Type="http://schemas.openxmlformats.org/officeDocument/2006/relationships/image" Target="../media/image183.png"/><Relationship Id="rId76" Type="http://schemas.openxmlformats.org/officeDocument/2006/relationships/customXml" Target="../ink/ink199.xml"/><Relationship Id="rId7" Type="http://schemas.openxmlformats.org/officeDocument/2006/relationships/image" Target="../media/image159.png"/><Relationship Id="rId71" Type="http://schemas.openxmlformats.org/officeDocument/2006/relationships/image" Target="../media/image191.png"/><Relationship Id="rId92" Type="http://schemas.openxmlformats.org/officeDocument/2006/relationships/customXml" Target="../ink/ink207.xml"/><Relationship Id="rId2" Type="http://schemas.openxmlformats.org/officeDocument/2006/relationships/customXml" Target="../ink/ink162.xml"/><Relationship Id="rId29" Type="http://schemas.openxmlformats.org/officeDocument/2006/relationships/image" Target="../media/image170.png"/><Relationship Id="rId24" Type="http://schemas.openxmlformats.org/officeDocument/2006/relationships/customXml" Target="../ink/ink173.xml"/><Relationship Id="rId40" Type="http://schemas.openxmlformats.org/officeDocument/2006/relationships/customXml" Target="../ink/ink181.xml"/><Relationship Id="rId45" Type="http://schemas.openxmlformats.org/officeDocument/2006/relationships/image" Target="../media/image178.png"/><Relationship Id="rId66" Type="http://schemas.openxmlformats.org/officeDocument/2006/relationships/customXml" Target="../ink/ink194.xml"/><Relationship Id="rId87" Type="http://schemas.openxmlformats.org/officeDocument/2006/relationships/image" Target="../media/image199.png"/><Relationship Id="rId61" Type="http://schemas.openxmlformats.org/officeDocument/2006/relationships/image" Target="../media/image186.png"/><Relationship Id="rId82" Type="http://schemas.openxmlformats.org/officeDocument/2006/relationships/customXml" Target="../ink/ink202.xml"/><Relationship Id="rId19" Type="http://schemas.openxmlformats.org/officeDocument/2006/relationships/image" Target="../media/image165.png"/><Relationship Id="rId14" Type="http://schemas.openxmlformats.org/officeDocument/2006/relationships/customXml" Target="../ink/ink168.xml"/><Relationship Id="rId30" Type="http://schemas.openxmlformats.org/officeDocument/2006/relationships/customXml" Target="../ink/ink176.xml"/><Relationship Id="rId35" Type="http://schemas.openxmlformats.org/officeDocument/2006/relationships/image" Target="../media/image173.png"/><Relationship Id="rId56" Type="http://schemas.openxmlformats.org/officeDocument/2006/relationships/customXml" Target="../ink/ink189.xml"/><Relationship Id="rId77" Type="http://schemas.openxmlformats.org/officeDocument/2006/relationships/image" Target="../media/image194.png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59.png"/><Relationship Id="rId299" Type="http://schemas.openxmlformats.org/officeDocument/2006/relationships/image" Target="../media/image350.png"/><Relationship Id="rId21" Type="http://schemas.openxmlformats.org/officeDocument/2006/relationships/image" Target="../media/image212.png"/><Relationship Id="rId63" Type="http://schemas.openxmlformats.org/officeDocument/2006/relationships/image" Target="../media/image233.png"/><Relationship Id="rId159" Type="http://schemas.openxmlformats.org/officeDocument/2006/relationships/image" Target="../media/image280.png"/><Relationship Id="rId324" Type="http://schemas.openxmlformats.org/officeDocument/2006/relationships/customXml" Target="../ink/ink369.xml"/><Relationship Id="rId170" Type="http://schemas.openxmlformats.org/officeDocument/2006/relationships/customXml" Target="../ink/ink292.xml"/><Relationship Id="rId226" Type="http://schemas.openxmlformats.org/officeDocument/2006/relationships/customXml" Target="../ink/ink320.xml"/><Relationship Id="rId268" Type="http://schemas.openxmlformats.org/officeDocument/2006/relationships/customXml" Target="../ink/ink341.xml"/><Relationship Id="rId32" Type="http://schemas.openxmlformats.org/officeDocument/2006/relationships/customXml" Target="../ink/ink223.xml"/><Relationship Id="rId74" Type="http://schemas.openxmlformats.org/officeDocument/2006/relationships/customXml" Target="../ink/ink244.xml"/><Relationship Id="rId128" Type="http://schemas.openxmlformats.org/officeDocument/2006/relationships/customXml" Target="../ink/ink271.xml"/><Relationship Id="rId335" Type="http://schemas.openxmlformats.org/officeDocument/2006/relationships/image" Target="../media/image368.png"/><Relationship Id="rId5" Type="http://schemas.openxmlformats.org/officeDocument/2006/relationships/image" Target="../media/image204.png"/><Relationship Id="rId181" Type="http://schemas.openxmlformats.org/officeDocument/2006/relationships/image" Target="../media/image291.png"/><Relationship Id="rId237" Type="http://schemas.openxmlformats.org/officeDocument/2006/relationships/image" Target="../media/image319.png"/><Relationship Id="rId279" Type="http://schemas.openxmlformats.org/officeDocument/2006/relationships/image" Target="../media/image340.png"/><Relationship Id="rId43" Type="http://schemas.openxmlformats.org/officeDocument/2006/relationships/image" Target="../media/image223.png"/><Relationship Id="rId139" Type="http://schemas.openxmlformats.org/officeDocument/2006/relationships/image" Target="../media/image270.png"/><Relationship Id="rId290" Type="http://schemas.openxmlformats.org/officeDocument/2006/relationships/customXml" Target="../ink/ink352.xml"/><Relationship Id="rId304" Type="http://schemas.openxmlformats.org/officeDocument/2006/relationships/customXml" Target="../ink/ink359.xml"/><Relationship Id="rId346" Type="http://schemas.openxmlformats.org/officeDocument/2006/relationships/customXml" Target="../ink/ink380.xml"/><Relationship Id="rId85" Type="http://schemas.openxmlformats.org/officeDocument/2006/relationships/image" Target="../media/image243.png"/><Relationship Id="rId150" Type="http://schemas.openxmlformats.org/officeDocument/2006/relationships/customXml" Target="../ink/ink282.xml"/><Relationship Id="rId192" Type="http://schemas.openxmlformats.org/officeDocument/2006/relationships/customXml" Target="../ink/ink303.xml"/><Relationship Id="rId206" Type="http://schemas.openxmlformats.org/officeDocument/2006/relationships/customXml" Target="../ink/ink310.xml"/><Relationship Id="rId248" Type="http://schemas.openxmlformats.org/officeDocument/2006/relationships/customXml" Target="../ink/ink331.xml"/><Relationship Id="rId12" Type="http://schemas.openxmlformats.org/officeDocument/2006/relationships/customXml" Target="../ink/ink213.xml"/><Relationship Id="rId108" Type="http://schemas.openxmlformats.org/officeDocument/2006/relationships/customXml" Target="../ink/ink261.xml"/><Relationship Id="rId315" Type="http://schemas.openxmlformats.org/officeDocument/2006/relationships/image" Target="../media/image358.png"/><Relationship Id="rId357" Type="http://schemas.openxmlformats.org/officeDocument/2006/relationships/image" Target="../media/image379.png"/><Relationship Id="rId54" Type="http://schemas.openxmlformats.org/officeDocument/2006/relationships/customXml" Target="../ink/ink234.xml"/><Relationship Id="rId96" Type="http://schemas.openxmlformats.org/officeDocument/2006/relationships/customXml" Target="../ink/ink255.xml"/><Relationship Id="rId161" Type="http://schemas.openxmlformats.org/officeDocument/2006/relationships/image" Target="../media/image281.png"/><Relationship Id="rId217" Type="http://schemas.openxmlformats.org/officeDocument/2006/relationships/image" Target="../media/image309.png"/><Relationship Id="rId259" Type="http://schemas.openxmlformats.org/officeDocument/2006/relationships/image" Target="../media/image330.png"/><Relationship Id="rId23" Type="http://schemas.openxmlformats.org/officeDocument/2006/relationships/image" Target="../media/image213.png"/><Relationship Id="rId119" Type="http://schemas.openxmlformats.org/officeDocument/2006/relationships/image" Target="../media/image260.png"/><Relationship Id="rId270" Type="http://schemas.openxmlformats.org/officeDocument/2006/relationships/customXml" Target="../ink/ink342.xml"/><Relationship Id="rId326" Type="http://schemas.openxmlformats.org/officeDocument/2006/relationships/customXml" Target="../ink/ink370.xml"/><Relationship Id="rId65" Type="http://schemas.openxmlformats.org/officeDocument/2006/relationships/image" Target="../media/image234.png"/><Relationship Id="rId130" Type="http://schemas.openxmlformats.org/officeDocument/2006/relationships/customXml" Target="../ink/ink272.xml"/><Relationship Id="rId172" Type="http://schemas.openxmlformats.org/officeDocument/2006/relationships/customXml" Target="../ink/ink293.xml"/><Relationship Id="rId228" Type="http://schemas.openxmlformats.org/officeDocument/2006/relationships/customXml" Target="../ink/ink321.xml"/><Relationship Id="rId281" Type="http://schemas.openxmlformats.org/officeDocument/2006/relationships/image" Target="../media/image341.png"/><Relationship Id="rId337" Type="http://schemas.openxmlformats.org/officeDocument/2006/relationships/image" Target="../media/image369.png"/><Relationship Id="rId34" Type="http://schemas.openxmlformats.org/officeDocument/2006/relationships/customXml" Target="../ink/ink224.xml"/><Relationship Id="rId76" Type="http://schemas.openxmlformats.org/officeDocument/2006/relationships/customXml" Target="../ink/ink245.xml"/><Relationship Id="rId141" Type="http://schemas.openxmlformats.org/officeDocument/2006/relationships/image" Target="../media/image271.png"/><Relationship Id="rId7" Type="http://schemas.openxmlformats.org/officeDocument/2006/relationships/image" Target="../media/image205.png"/><Relationship Id="rId183" Type="http://schemas.openxmlformats.org/officeDocument/2006/relationships/image" Target="../media/image292.png"/><Relationship Id="rId239" Type="http://schemas.openxmlformats.org/officeDocument/2006/relationships/image" Target="../media/image320.png"/><Relationship Id="rId250" Type="http://schemas.openxmlformats.org/officeDocument/2006/relationships/customXml" Target="../ink/ink332.xml"/><Relationship Id="rId292" Type="http://schemas.openxmlformats.org/officeDocument/2006/relationships/customXml" Target="../ink/ink353.xml"/><Relationship Id="rId306" Type="http://schemas.openxmlformats.org/officeDocument/2006/relationships/customXml" Target="../ink/ink360.xml"/><Relationship Id="rId45" Type="http://schemas.openxmlformats.org/officeDocument/2006/relationships/image" Target="../media/image224.png"/><Relationship Id="rId87" Type="http://schemas.openxmlformats.org/officeDocument/2006/relationships/image" Target="../media/image244.png"/><Relationship Id="rId110" Type="http://schemas.openxmlformats.org/officeDocument/2006/relationships/customXml" Target="../ink/ink262.xml"/><Relationship Id="rId348" Type="http://schemas.openxmlformats.org/officeDocument/2006/relationships/customXml" Target="../ink/ink381.xml"/><Relationship Id="rId152" Type="http://schemas.openxmlformats.org/officeDocument/2006/relationships/customXml" Target="../ink/ink283.xml"/><Relationship Id="rId194" Type="http://schemas.openxmlformats.org/officeDocument/2006/relationships/customXml" Target="../ink/ink304.xml"/><Relationship Id="rId208" Type="http://schemas.openxmlformats.org/officeDocument/2006/relationships/customXml" Target="../ink/ink311.xml"/><Relationship Id="rId261" Type="http://schemas.openxmlformats.org/officeDocument/2006/relationships/image" Target="../media/image331.png"/><Relationship Id="rId14" Type="http://schemas.openxmlformats.org/officeDocument/2006/relationships/customXml" Target="../ink/ink214.xml"/><Relationship Id="rId56" Type="http://schemas.openxmlformats.org/officeDocument/2006/relationships/customXml" Target="../ink/ink235.xml"/><Relationship Id="rId317" Type="http://schemas.openxmlformats.org/officeDocument/2006/relationships/image" Target="../media/image359.png"/><Relationship Id="rId98" Type="http://schemas.openxmlformats.org/officeDocument/2006/relationships/customXml" Target="../ink/ink256.xml"/><Relationship Id="rId121" Type="http://schemas.openxmlformats.org/officeDocument/2006/relationships/image" Target="../media/image261.png"/><Relationship Id="rId163" Type="http://schemas.openxmlformats.org/officeDocument/2006/relationships/image" Target="../media/image282.png"/><Relationship Id="rId219" Type="http://schemas.openxmlformats.org/officeDocument/2006/relationships/image" Target="../media/image310.png"/><Relationship Id="rId230" Type="http://schemas.openxmlformats.org/officeDocument/2006/relationships/customXml" Target="../ink/ink322.xml"/><Relationship Id="rId25" Type="http://schemas.openxmlformats.org/officeDocument/2006/relationships/image" Target="../media/image214.png"/><Relationship Id="rId46" Type="http://schemas.openxmlformats.org/officeDocument/2006/relationships/customXml" Target="../ink/ink230.xml"/><Relationship Id="rId67" Type="http://schemas.openxmlformats.org/officeDocument/2006/relationships/image" Target="../media/image235.png"/><Relationship Id="rId272" Type="http://schemas.openxmlformats.org/officeDocument/2006/relationships/customXml" Target="../ink/ink343.xml"/><Relationship Id="rId293" Type="http://schemas.openxmlformats.org/officeDocument/2006/relationships/image" Target="../media/image347.png"/><Relationship Id="rId307" Type="http://schemas.openxmlformats.org/officeDocument/2006/relationships/image" Target="../media/image354.png"/><Relationship Id="rId328" Type="http://schemas.openxmlformats.org/officeDocument/2006/relationships/customXml" Target="../ink/ink371.xml"/><Relationship Id="rId349" Type="http://schemas.openxmlformats.org/officeDocument/2006/relationships/image" Target="../media/image375.png"/><Relationship Id="rId88" Type="http://schemas.openxmlformats.org/officeDocument/2006/relationships/customXml" Target="../ink/ink251.xml"/><Relationship Id="rId111" Type="http://schemas.openxmlformats.org/officeDocument/2006/relationships/image" Target="../media/image256.png"/><Relationship Id="rId132" Type="http://schemas.openxmlformats.org/officeDocument/2006/relationships/customXml" Target="../ink/ink273.xml"/><Relationship Id="rId153" Type="http://schemas.openxmlformats.org/officeDocument/2006/relationships/image" Target="../media/image277.png"/><Relationship Id="rId174" Type="http://schemas.openxmlformats.org/officeDocument/2006/relationships/customXml" Target="../ink/ink294.xml"/><Relationship Id="rId195" Type="http://schemas.openxmlformats.org/officeDocument/2006/relationships/image" Target="../media/image298.png"/><Relationship Id="rId209" Type="http://schemas.openxmlformats.org/officeDocument/2006/relationships/image" Target="../media/image305.png"/><Relationship Id="rId220" Type="http://schemas.openxmlformats.org/officeDocument/2006/relationships/customXml" Target="../ink/ink317.xml"/><Relationship Id="rId241" Type="http://schemas.openxmlformats.org/officeDocument/2006/relationships/image" Target="../media/image321.png"/><Relationship Id="rId15" Type="http://schemas.openxmlformats.org/officeDocument/2006/relationships/image" Target="../media/image209.png"/><Relationship Id="rId36" Type="http://schemas.openxmlformats.org/officeDocument/2006/relationships/customXml" Target="../ink/ink225.xml"/><Relationship Id="rId57" Type="http://schemas.openxmlformats.org/officeDocument/2006/relationships/image" Target="../media/image230.png"/><Relationship Id="rId262" Type="http://schemas.openxmlformats.org/officeDocument/2006/relationships/customXml" Target="../ink/ink338.xml"/><Relationship Id="rId283" Type="http://schemas.openxmlformats.org/officeDocument/2006/relationships/image" Target="../media/image342.png"/><Relationship Id="rId318" Type="http://schemas.openxmlformats.org/officeDocument/2006/relationships/customXml" Target="../ink/ink366.xml"/><Relationship Id="rId339" Type="http://schemas.openxmlformats.org/officeDocument/2006/relationships/image" Target="../media/image370.png"/><Relationship Id="rId78" Type="http://schemas.openxmlformats.org/officeDocument/2006/relationships/customXml" Target="../ink/ink246.xml"/><Relationship Id="rId99" Type="http://schemas.openxmlformats.org/officeDocument/2006/relationships/image" Target="../media/image250.png"/><Relationship Id="rId101" Type="http://schemas.openxmlformats.org/officeDocument/2006/relationships/image" Target="../media/image251.png"/><Relationship Id="rId122" Type="http://schemas.openxmlformats.org/officeDocument/2006/relationships/customXml" Target="../ink/ink268.xml"/><Relationship Id="rId143" Type="http://schemas.openxmlformats.org/officeDocument/2006/relationships/image" Target="../media/image272.png"/><Relationship Id="rId164" Type="http://schemas.openxmlformats.org/officeDocument/2006/relationships/customXml" Target="../ink/ink289.xml"/><Relationship Id="rId185" Type="http://schemas.openxmlformats.org/officeDocument/2006/relationships/image" Target="../media/image293.png"/><Relationship Id="rId350" Type="http://schemas.openxmlformats.org/officeDocument/2006/relationships/customXml" Target="../ink/ink382.xml"/><Relationship Id="rId9" Type="http://schemas.openxmlformats.org/officeDocument/2006/relationships/image" Target="../media/image206.png"/><Relationship Id="rId210" Type="http://schemas.openxmlformats.org/officeDocument/2006/relationships/customXml" Target="../ink/ink312.xml"/><Relationship Id="rId26" Type="http://schemas.openxmlformats.org/officeDocument/2006/relationships/customXml" Target="../ink/ink220.xml"/><Relationship Id="rId231" Type="http://schemas.openxmlformats.org/officeDocument/2006/relationships/image" Target="../media/image316.png"/><Relationship Id="rId252" Type="http://schemas.openxmlformats.org/officeDocument/2006/relationships/customXml" Target="../ink/ink333.xml"/><Relationship Id="rId273" Type="http://schemas.openxmlformats.org/officeDocument/2006/relationships/image" Target="../media/image337.png"/><Relationship Id="rId294" Type="http://schemas.openxmlformats.org/officeDocument/2006/relationships/customXml" Target="../ink/ink354.xml"/><Relationship Id="rId308" Type="http://schemas.openxmlformats.org/officeDocument/2006/relationships/customXml" Target="../ink/ink361.xml"/><Relationship Id="rId329" Type="http://schemas.openxmlformats.org/officeDocument/2006/relationships/image" Target="../media/image365.png"/><Relationship Id="rId47" Type="http://schemas.openxmlformats.org/officeDocument/2006/relationships/image" Target="../media/image225.png"/><Relationship Id="rId68" Type="http://schemas.openxmlformats.org/officeDocument/2006/relationships/customXml" Target="../ink/ink241.xml"/><Relationship Id="rId89" Type="http://schemas.openxmlformats.org/officeDocument/2006/relationships/image" Target="../media/image245.png"/><Relationship Id="rId112" Type="http://schemas.openxmlformats.org/officeDocument/2006/relationships/customXml" Target="../ink/ink263.xml"/><Relationship Id="rId133" Type="http://schemas.openxmlformats.org/officeDocument/2006/relationships/image" Target="../media/image267.png"/><Relationship Id="rId154" Type="http://schemas.openxmlformats.org/officeDocument/2006/relationships/customXml" Target="../ink/ink284.xml"/><Relationship Id="rId175" Type="http://schemas.openxmlformats.org/officeDocument/2006/relationships/image" Target="../media/image288.png"/><Relationship Id="rId340" Type="http://schemas.openxmlformats.org/officeDocument/2006/relationships/customXml" Target="../ink/ink377.xml"/><Relationship Id="rId196" Type="http://schemas.openxmlformats.org/officeDocument/2006/relationships/customXml" Target="../ink/ink305.xml"/><Relationship Id="rId200" Type="http://schemas.openxmlformats.org/officeDocument/2006/relationships/customXml" Target="../ink/ink307.xml"/><Relationship Id="rId16" Type="http://schemas.openxmlformats.org/officeDocument/2006/relationships/customXml" Target="../ink/ink215.xml"/><Relationship Id="rId221" Type="http://schemas.openxmlformats.org/officeDocument/2006/relationships/image" Target="../media/image311.png"/><Relationship Id="rId242" Type="http://schemas.openxmlformats.org/officeDocument/2006/relationships/customXml" Target="../ink/ink328.xml"/><Relationship Id="rId263" Type="http://schemas.openxmlformats.org/officeDocument/2006/relationships/image" Target="../media/image332.png"/><Relationship Id="rId284" Type="http://schemas.openxmlformats.org/officeDocument/2006/relationships/customXml" Target="../ink/ink349.xml"/><Relationship Id="rId319" Type="http://schemas.openxmlformats.org/officeDocument/2006/relationships/image" Target="../media/image360.png"/><Relationship Id="rId37" Type="http://schemas.openxmlformats.org/officeDocument/2006/relationships/image" Target="../media/image220.png"/><Relationship Id="rId58" Type="http://schemas.openxmlformats.org/officeDocument/2006/relationships/customXml" Target="../ink/ink236.xml"/><Relationship Id="rId79" Type="http://schemas.openxmlformats.org/officeDocument/2006/relationships/image" Target="../media/image240.png"/><Relationship Id="rId102" Type="http://schemas.openxmlformats.org/officeDocument/2006/relationships/customXml" Target="../ink/ink258.xml"/><Relationship Id="rId123" Type="http://schemas.openxmlformats.org/officeDocument/2006/relationships/image" Target="../media/image262.png"/><Relationship Id="rId144" Type="http://schemas.openxmlformats.org/officeDocument/2006/relationships/customXml" Target="../ink/ink279.xml"/><Relationship Id="rId330" Type="http://schemas.openxmlformats.org/officeDocument/2006/relationships/customXml" Target="../ink/ink372.xml"/><Relationship Id="rId90" Type="http://schemas.openxmlformats.org/officeDocument/2006/relationships/customXml" Target="../ink/ink252.xml"/><Relationship Id="rId165" Type="http://schemas.openxmlformats.org/officeDocument/2006/relationships/image" Target="../media/image283.png"/><Relationship Id="rId186" Type="http://schemas.openxmlformats.org/officeDocument/2006/relationships/customXml" Target="../ink/ink300.xml"/><Relationship Id="rId351" Type="http://schemas.openxmlformats.org/officeDocument/2006/relationships/image" Target="../media/image376.png"/><Relationship Id="rId211" Type="http://schemas.openxmlformats.org/officeDocument/2006/relationships/image" Target="../media/image306.png"/><Relationship Id="rId232" Type="http://schemas.openxmlformats.org/officeDocument/2006/relationships/customXml" Target="../ink/ink323.xml"/><Relationship Id="rId253" Type="http://schemas.openxmlformats.org/officeDocument/2006/relationships/image" Target="../media/image327.png"/><Relationship Id="rId274" Type="http://schemas.openxmlformats.org/officeDocument/2006/relationships/customXml" Target="../ink/ink344.xml"/><Relationship Id="rId295" Type="http://schemas.openxmlformats.org/officeDocument/2006/relationships/image" Target="../media/image348.png"/><Relationship Id="rId309" Type="http://schemas.openxmlformats.org/officeDocument/2006/relationships/image" Target="../media/image355.png"/><Relationship Id="rId27" Type="http://schemas.openxmlformats.org/officeDocument/2006/relationships/image" Target="../media/image215.png"/><Relationship Id="rId48" Type="http://schemas.openxmlformats.org/officeDocument/2006/relationships/customXml" Target="../ink/ink231.xml"/><Relationship Id="rId69" Type="http://schemas.openxmlformats.org/officeDocument/2006/relationships/image" Target="../media/image236.png"/><Relationship Id="rId113" Type="http://schemas.openxmlformats.org/officeDocument/2006/relationships/image" Target="../media/image257.png"/><Relationship Id="rId134" Type="http://schemas.openxmlformats.org/officeDocument/2006/relationships/customXml" Target="../ink/ink274.xml"/><Relationship Id="rId320" Type="http://schemas.openxmlformats.org/officeDocument/2006/relationships/customXml" Target="../ink/ink367.xml"/><Relationship Id="rId80" Type="http://schemas.openxmlformats.org/officeDocument/2006/relationships/customXml" Target="../ink/ink247.xml"/><Relationship Id="rId155" Type="http://schemas.openxmlformats.org/officeDocument/2006/relationships/image" Target="../media/image278.png"/><Relationship Id="rId176" Type="http://schemas.openxmlformats.org/officeDocument/2006/relationships/customXml" Target="../ink/ink295.xml"/><Relationship Id="rId197" Type="http://schemas.openxmlformats.org/officeDocument/2006/relationships/image" Target="../media/image299.png"/><Relationship Id="rId341" Type="http://schemas.openxmlformats.org/officeDocument/2006/relationships/image" Target="../media/image371.png"/><Relationship Id="rId201" Type="http://schemas.openxmlformats.org/officeDocument/2006/relationships/image" Target="../media/image301.png"/><Relationship Id="rId222" Type="http://schemas.openxmlformats.org/officeDocument/2006/relationships/customXml" Target="../ink/ink318.xml"/><Relationship Id="rId243" Type="http://schemas.openxmlformats.org/officeDocument/2006/relationships/image" Target="../media/image322.png"/><Relationship Id="rId264" Type="http://schemas.openxmlformats.org/officeDocument/2006/relationships/customXml" Target="../ink/ink339.xml"/><Relationship Id="rId285" Type="http://schemas.openxmlformats.org/officeDocument/2006/relationships/image" Target="../media/image343.png"/><Relationship Id="rId17" Type="http://schemas.openxmlformats.org/officeDocument/2006/relationships/image" Target="../media/image210.png"/><Relationship Id="rId38" Type="http://schemas.openxmlformats.org/officeDocument/2006/relationships/customXml" Target="../ink/ink226.xml"/><Relationship Id="rId59" Type="http://schemas.openxmlformats.org/officeDocument/2006/relationships/image" Target="../media/image231.png"/><Relationship Id="rId103" Type="http://schemas.openxmlformats.org/officeDocument/2006/relationships/image" Target="../media/image252.png"/><Relationship Id="rId124" Type="http://schemas.openxmlformats.org/officeDocument/2006/relationships/customXml" Target="../ink/ink269.xml"/><Relationship Id="rId310" Type="http://schemas.openxmlformats.org/officeDocument/2006/relationships/customXml" Target="../ink/ink362.xml"/><Relationship Id="rId70" Type="http://schemas.openxmlformats.org/officeDocument/2006/relationships/customXml" Target="../ink/ink242.xml"/><Relationship Id="rId91" Type="http://schemas.openxmlformats.org/officeDocument/2006/relationships/image" Target="../media/image246.png"/><Relationship Id="rId145" Type="http://schemas.openxmlformats.org/officeDocument/2006/relationships/image" Target="../media/image273.png"/><Relationship Id="rId166" Type="http://schemas.openxmlformats.org/officeDocument/2006/relationships/customXml" Target="../ink/ink290.xml"/><Relationship Id="rId187" Type="http://schemas.openxmlformats.org/officeDocument/2006/relationships/image" Target="../media/image294.png"/><Relationship Id="rId331" Type="http://schemas.openxmlformats.org/officeDocument/2006/relationships/image" Target="../media/image366.png"/><Relationship Id="rId352" Type="http://schemas.openxmlformats.org/officeDocument/2006/relationships/customXml" Target="../ink/ink383.xml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313.xml"/><Relationship Id="rId233" Type="http://schemas.openxmlformats.org/officeDocument/2006/relationships/image" Target="../media/image317.png"/><Relationship Id="rId254" Type="http://schemas.openxmlformats.org/officeDocument/2006/relationships/customXml" Target="../ink/ink334.xml"/><Relationship Id="rId28" Type="http://schemas.openxmlformats.org/officeDocument/2006/relationships/customXml" Target="../ink/ink221.xml"/><Relationship Id="rId49" Type="http://schemas.openxmlformats.org/officeDocument/2006/relationships/image" Target="../media/image226.png"/><Relationship Id="rId114" Type="http://schemas.openxmlformats.org/officeDocument/2006/relationships/customXml" Target="../ink/ink264.xml"/><Relationship Id="rId275" Type="http://schemas.openxmlformats.org/officeDocument/2006/relationships/image" Target="../media/image338.png"/><Relationship Id="rId296" Type="http://schemas.openxmlformats.org/officeDocument/2006/relationships/customXml" Target="../ink/ink355.xml"/><Relationship Id="rId300" Type="http://schemas.openxmlformats.org/officeDocument/2006/relationships/customXml" Target="../ink/ink357.xml"/><Relationship Id="rId60" Type="http://schemas.openxmlformats.org/officeDocument/2006/relationships/customXml" Target="../ink/ink237.xml"/><Relationship Id="rId81" Type="http://schemas.openxmlformats.org/officeDocument/2006/relationships/image" Target="../media/image241.png"/><Relationship Id="rId135" Type="http://schemas.openxmlformats.org/officeDocument/2006/relationships/image" Target="../media/image268.png"/><Relationship Id="rId156" Type="http://schemas.openxmlformats.org/officeDocument/2006/relationships/customXml" Target="../ink/ink285.xml"/><Relationship Id="rId177" Type="http://schemas.openxmlformats.org/officeDocument/2006/relationships/image" Target="../media/image289.png"/><Relationship Id="rId198" Type="http://schemas.openxmlformats.org/officeDocument/2006/relationships/customXml" Target="../ink/ink306.xml"/><Relationship Id="rId321" Type="http://schemas.openxmlformats.org/officeDocument/2006/relationships/image" Target="../media/image361.png"/><Relationship Id="rId342" Type="http://schemas.openxmlformats.org/officeDocument/2006/relationships/customXml" Target="../ink/ink378.xml"/><Relationship Id="rId202" Type="http://schemas.openxmlformats.org/officeDocument/2006/relationships/customXml" Target="../ink/ink308.xml"/><Relationship Id="rId223" Type="http://schemas.openxmlformats.org/officeDocument/2006/relationships/image" Target="../media/image312.png"/><Relationship Id="rId244" Type="http://schemas.openxmlformats.org/officeDocument/2006/relationships/customXml" Target="../ink/ink329.xml"/><Relationship Id="rId18" Type="http://schemas.openxmlformats.org/officeDocument/2006/relationships/customXml" Target="../ink/ink216.xml"/><Relationship Id="rId39" Type="http://schemas.openxmlformats.org/officeDocument/2006/relationships/image" Target="../media/image221.png"/><Relationship Id="rId265" Type="http://schemas.openxmlformats.org/officeDocument/2006/relationships/image" Target="../media/image333.png"/><Relationship Id="rId286" Type="http://schemas.openxmlformats.org/officeDocument/2006/relationships/customXml" Target="../ink/ink350.xml"/><Relationship Id="rId50" Type="http://schemas.openxmlformats.org/officeDocument/2006/relationships/customXml" Target="../ink/ink232.xml"/><Relationship Id="rId104" Type="http://schemas.openxmlformats.org/officeDocument/2006/relationships/customXml" Target="../ink/ink259.xml"/><Relationship Id="rId125" Type="http://schemas.openxmlformats.org/officeDocument/2006/relationships/image" Target="../media/image263.png"/><Relationship Id="rId146" Type="http://schemas.openxmlformats.org/officeDocument/2006/relationships/customXml" Target="../ink/ink280.xml"/><Relationship Id="rId167" Type="http://schemas.openxmlformats.org/officeDocument/2006/relationships/image" Target="../media/image284.png"/><Relationship Id="rId188" Type="http://schemas.openxmlformats.org/officeDocument/2006/relationships/customXml" Target="../ink/ink301.xml"/><Relationship Id="rId311" Type="http://schemas.openxmlformats.org/officeDocument/2006/relationships/image" Target="../media/image356.png"/><Relationship Id="rId332" Type="http://schemas.openxmlformats.org/officeDocument/2006/relationships/customXml" Target="../ink/ink373.xml"/><Relationship Id="rId353" Type="http://schemas.openxmlformats.org/officeDocument/2006/relationships/image" Target="../media/image377.png"/><Relationship Id="rId71" Type="http://schemas.openxmlformats.org/officeDocument/2006/relationships/image" Target="../media/image237.png"/><Relationship Id="rId92" Type="http://schemas.openxmlformats.org/officeDocument/2006/relationships/customXml" Target="../ink/ink253.xml"/><Relationship Id="rId213" Type="http://schemas.openxmlformats.org/officeDocument/2006/relationships/image" Target="../media/image307.png"/><Relationship Id="rId234" Type="http://schemas.openxmlformats.org/officeDocument/2006/relationships/customXml" Target="../ink/ink324.xml"/><Relationship Id="rId2" Type="http://schemas.openxmlformats.org/officeDocument/2006/relationships/customXml" Target="../ink/ink208.xml"/><Relationship Id="rId29" Type="http://schemas.openxmlformats.org/officeDocument/2006/relationships/image" Target="../media/image216.png"/><Relationship Id="rId255" Type="http://schemas.openxmlformats.org/officeDocument/2006/relationships/image" Target="../media/image328.png"/><Relationship Id="rId276" Type="http://schemas.openxmlformats.org/officeDocument/2006/relationships/customXml" Target="../ink/ink345.xml"/><Relationship Id="rId297" Type="http://schemas.openxmlformats.org/officeDocument/2006/relationships/image" Target="../media/image349.png"/><Relationship Id="rId40" Type="http://schemas.openxmlformats.org/officeDocument/2006/relationships/customXml" Target="../ink/ink227.xml"/><Relationship Id="rId115" Type="http://schemas.openxmlformats.org/officeDocument/2006/relationships/image" Target="../media/image258.png"/><Relationship Id="rId136" Type="http://schemas.openxmlformats.org/officeDocument/2006/relationships/customXml" Target="../ink/ink275.xml"/><Relationship Id="rId157" Type="http://schemas.openxmlformats.org/officeDocument/2006/relationships/image" Target="../media/image279.png"/><Relationship Id="rId178" Type="http://schemas.openxmlformats.org/officeDocument/2006/relationships/customXml" Target="../ink/ink296.xml"/><Relationship Id="rId301" Type="http://schemas.openxmlformats.org/officeDocument/2006/relationships/image" Target="../media/image351.png"/><Relationship Id="rId322" Type="http://schemas.openxmlformats.org/officeDocument/2006/relationships/customXml" Target="../ink/ink368.xml"/><Relationship Id="rId343" Type="http://schemas.openxmlformats.org/officeDocument/2006/relationships/image" Target="../media/image372.png"/><Relationship Id="rId61" Type="http://schemas.openxmlformats.org/officeDocument/2006/relationships/image" Target="../media/image232.png"/><Relationship Id="rId82" Type="http://schemas.openxmlformats.org/officeDocument/2006/relationships/customXml" Target="../ink/ink248.xml"/><Relationship Id="rId199" Type="http://schemas.openxmlformats.org/officeDocument/2006/relationships/image" Target="../media/image300.png"/><Relationship Id="rId203" Type="http://schemas.openxmlformats.org/officeDocument/2006/relationships/image" Target="../media/image302.png"/><Relationship Id="rId19" Type="http://schemas.openxmlformats.org/officeDocument/2006/relationships/image" Target="../media/image211.png"/><Relationship Id="rId224" Type="http://schemas.openxmlformats.org/officeDocument/2006/relationships/customXml" Target="../ink/ink319.xml"/><Relationship Id="rId245" Type="http://schemas.openxmlformats.org/officeDocument/2006/relationships/image" Target="../media/image323.png"/><Relationship Id="rId266" Type="http://schemas.openxmlformats.org/officeDocument/2006/relationships/customXml" Target="../ink/ink340.xml"/><Relationship Id="rId287" Type="http://schemas.openxmlformats.org/officeDocument/2006/relationships/image" Target="../media/image344.png"/><Relationship Id="rId30" Type="http://schemas.openxmlformats.org/officeDocument/2006/relationships/customXml" Target="../ink/ink222.xml"/><Relationship Id="rId105" Type="http://schemas.openxmlformats.org/officeDocument/2006/relationships/image" Target="../media/image253.png"/><Relationship Id="rId126" Type="http://schemas.openxmlformats.org/officeDocument/2006/relationships/customXml" Target="../ink/ink270.xml"/><Relationship Id="rId147" Type="http://schemas.openxmlformats.org/officeDocument/2006/relationships/image" Target="../media/image274.png"/><Relationship Id="rId168" Type="http://schemas.openxmlformats.org/officeDocument/2006/relationships/customXml" Target="../ink/ink291.xml"/><Relationship Id="rId312" Type="http://schemas.openxmlformats.org/officeDocument/2006/relationships/customXml" Target="../ink/ink363.xml"/><Relationship Id="rId333" Type="http://schemas.openxmlformats.org/officeDocument/2006/relationships/image" Target="../media/image367.png"/><Relationship Id="rId354" Type="http://schemas.openxmlformats.org/officeDocument/2006/relationships/customXml" Target="../ink/ink384.xml"/><Relationship Id="rId51" Type="http://schemas.openxmlformats.org/officeDocument/2006/relationships/image" Target="../media/image227.png"/><Relationship Id="rId72" Type="http://schemas.openxmlformats.org/officeDocument/2006/relationships/customXml" Target="../ink/ink243.xml"/><Relationship Id="rId93" Type="http://schemas.openxmlformats.org/officeDocument/2006/relationships/image" Target="../media/image247.png"/><Relationship Id="rId189" Type="http://schemas.openxmlformats.org/officeDocument/2006/relationships/image" Target="../media/image295.png"/><Relationship Id="rId3" Type="http://schemas.openxmlformats.org/officeDocument/2006/relationships/image" Target="../media/image203.png"/><Relationship Id="rId214" Type="http://schemas.openxmlformats.org/officeDocument/2006/relationships/customXml" Target="../ink/ink314.xml"/><Relationship Id="rId235" Type="http://schemas.openxmlformats.org/officeDocument/2006/relationships/image" Target="../media/image318.png"/><Relationship Id="rId256" Type="http://schemas.openxmlformats.org/officeDocument/2006/relationships/customXml" Target="../ink/ink335.xml"/><Relationship Id="rId277" Type="http://schemas.openxmlformats.org/officeDocument/2006/relationships/image" Target="../media/image339.png"/><Relationship Id="rId298" Type="http://schemas.openxmlformats.org/officeDocument/2006/relationships/customXml" Target="../ink/ink356.xml"/><Relationship Id="rId116" Type="http://schemas.openxmlformats.org/officeDocument/2006/relationships/customXml" Target="../ink/ink265.xml"/><Relationship Id="rId137" Type="http://schemas.openxmlformats.org/officeDocument/2006/relationships/image" Target="../media/image269.png"/><Relationship Id="rId158" Type="http://schemas.openxmlformats.org/officeDocument/2006/relationships/customXml" Target="../ink/ink286.xml"/><Relationship Id="rId302" Type="http://schemas.openxmlformats.org/officeDocument/2006/relationships/customXml" Target="../ink/ink358.xml"/><Relationship Id="rId323" Type="http://schemas.openxmlformats.org/officeDocument/2006/relationships/image" Target="../media/image362.png"/><Relationship Id="rId344" Type="http://schemas.openxmlformats.org/officeDocument/2006/relationships/customXml" Target="../ink/ink379.xml"/><Relationship Id="rId20" Type="http://schemas.openxmlformats.org/officeDocument/2006/relationships/customXml" Target="../ink/ink217.xml"/><Relationship Id="rId41" Type="http://schemas.openxmlformats.org/officeDocument/2006/relationships/image" Target="../media/image222.png"/><Relationship Id="rId62" Type="http://schemas.openxmlformats.org/officeDocument/2006/relationships/customXml" Target="../ink/ink238.xml"/><Relationship Id="rId83" Type="http://schemas.openxmlformats.org/officeDocument/2006/relationships/image" Target="../media/image242.png"/><Relationship Id="rId179" Type="http://schemas.openxmlformats.org/officeDocument/2006/relationships/image" Target="../media/image290.png"/><Relationship Id="rId190" Type="http://schemas.openxmlformats.org/officeDocument/2006/relationships/customXml" Target="../ink/ink302.xml"/><Relationship Id="rId204" Type="http://schemas.openxmlformats.org/officeDocument/2006/relationships/customXml" Target="../ink/ink309.xml"/><Relationship Id="rId225" Type="http://schemas.openxmlformats.org/officeDocument/2006/relationships/image" Target="../media/image313.png"/><Relationship Id="rId246" Type="http://schemas.openxmlformats.org/officeDocument/2006/relationships/customXml" Target="../ink/ink330.xml"/><Relationship Id="rId267" Type="http://schemas.openxmlformats.org/officeDocument/2006/relationships/image" Target="../media/image334.png"/><Relationship Id="rId288" Type="http://schemas.openxmlformats.org/officeDocument/2006/relationships/customXml" Target="../ink/ink351.xml"/><Relationship Id="rId106" Type="http://schemas.openxmlformats.org/officeDocument/2006/relationships/customXml" Target="../ink/ink260.xml"/><Relationship Id="rId127" Type="http://schemas.openxmlformats.org/officeDocument/2006/relationships/image" Target="../media/image264.png"/><Relationship Id="rId313" Type="http://schemas.openxmlformats.org/officeDocument/2006/relationships/image" Target="../media/image357.png"/><Relationship Id="rId10" Type="http://schemas.openxmlformats.org/officeDocument/2006/relationships/customXml" Target="../ink/ink212.xml"/><Relationship Id="rId31" Type="http://schemas.openxmlformats.org/officeDocument/2006/relationships/image" Target="../media/image217.png"/><Relationship Id="rId52" Type="http://schemas.openxmlformats.org/officeDocument/2006/relationships/customXml" Target="../ink/ink233.xml"/><Relationship Id="rId73" Type="http://schemas.openxmlformats.org/officeDocument/2006/relationships/image" Target="../media/image83.png"/><Relationship Id="rId94" Type="http://schemas.openxmlformats.org/officeDocument/2006/relationships/customXml" Target="../ink/ink254.xml"/><Relationship Id="rId148" Type="http://schemas.openxmlformats.org/officeDocument/2006/relationships/customXml" Target="../ink/ink281.xml"/><Relationship Id="rId169" Type="http://schemas.openxmlformats.org/officeDocument/2006/relationships/image" Target="../media/image285.png"/><Relationship Id="rId334" Type="http://schemas.openxmlformats.org/officeDocument/2006/relationships/customXml" Target="../ink/ink374.xml"/><Relationship Id="rId355" Type="http://schemas.openxmlformats.org/officeDocument/2006/relationships/image" Target="../media/image378.png"/><Relationship Id="rId4" Type="http://schemas.openxmlformats.org/officeDocument/2006/relationships/customXml" Target="../ink/ink209.xml"/><Relationship Id="rId180" Type="http://schemas.openxmlformats.org/officeDocument/2006/relationships/customXml" Target="../ink/ink297.xml"/><Relationship Id="rId215" Type="http://schemas.openxmlformats.org/officeDocument/2006/relationships/image" Target="../media/image308.png"/><Relationship Id="rId236" Type="http://schemas.openxmlformats.org/officeDocument/2006/relationships/customXml" Target="../ink/ink325.xml"/><Relationship Id="rId257" Type="http://schemas.openxmlformats.org/officeDocument/2006/relationships/image" Target="../media/image329.png"/><Relationship Id="rId278" Type="http://schemas.openxmlformats.org/officeDocument/2006/relationships/customXml" Target="../ink/ink346.xml"/><Relationship Id="rId303" Type="http://schemas.openxmlformats.org/officeDocument/2006/relationships/image" Target="../media/image352.png"/><Relationship Id="rId42" Type="http://schemas.openxmlformats.org/officeDocument/2006/relationships/customXml" Target="../ink/ink228.xml"/><Relationship Id="rId84" Type="http://schemas.openxmlformats.org/officeDocument/2006/relationships/customXml" Target="../ink/ink249.xml"/><Relationship Id="rId138" Type="http://schemas.openxmlformats.org/officeDocument/2006/relationships/customXml" Target="../ink/ink276.xml"/><Relationship Id="rId345" Type="http://schemas.openxmlformats.org/officeDocument/2006/relationships/image" Target="../media/image373.png"/><Relationship Id="rId191" Type="http://schemas.openxmlformats.org/officeDocument/2006/relationships/image" Target="../media/image296.png"/><Relationship Id="rId205" Type="http://schemas.openxmlformats.org/officeDocument/2006/relationships/image" Target="../media/image303.png"/><Relationship Id="rId247" Type="http://schemas.openxmlformats.org/officeDocument/2006/relationships/image" Target="../media/image324.png"/><Relationship Id="rId107" Type="http://schemas.openxmlformats.org/officeDocument/2006/relationships/image" Target="../media/image254.png"/><Relationship Id="rId289" Type="http://schemas.openxmlformats.org/officeDocument/2006/relationships/image" Target="../media/image345.png"/><Relationship Id="rId11" Type="http://schemas.openxmlformats.org/officeDocument/2006/relationships/image" Target="../media/image207.png"/><Relationship Id="rId53" Type="http://schemas.openxmlformats.org/officeDocument/2006/relationships/image" Target="../media/image228.png"/><Relationship Id="rId149" Type="http://schemas.openxmlformats.org/officeDocument/2006/relationships/image" Target="../media/image275.png"/><Relationship Id="rId314" Type="http://schemas.openxmlformats.org/officeDocument/2006/relationships/customXml" Target="../ink/ink364.xml"/><Relationship Id="rId356" Type="http://schemas.openxmlformats.org/officeDocument/2006/relationships/customXml" Target="../ink/ink385.xml"/><Relationship Id="rId95" Type="http://schemas.openxmlformats.org/officeDocument/2006/relationships/image" Target="../media/image248.png"/><Relationship Id="rId160" Type="http://schemas.openxmlformats.org/officeDocument/2006/relationships/customXml" Target="../ink/ink287.xml"/><Relationship Id="rId216" Type="http://schemas.openxmlformats.org/officeDocument/2006/relationships/customXml" Target="../ink/ink315.xml"/><Relationship Id="rId258" Type="http://schemas.openxmlformats.org/officeDocument/2006/relationships/customXml" Target="../ink/ink336.xml"/><Relationship Id="rId22" Type="http://schemas.openxmlformats.org/officeDocument/2006/relationships/customXml" Target="../ink/ink218.xml"/><Relationship Id="rId64" Type="http://schemas.openxmlformats.org/officeDocument/2006/relationships/customXml" Target="../ink/ink239.xml"/><Relationship Id="rId118" Type="http://schemas.openxmlformats.org/officeDocument/2006/relationships/customXml" Target="../ink/ink266.xml"/><Relationship Id="rId325" Type="http://schemas.openxmlformats.org/officeDocument/2006/relationships/image" Target="../media/image363.png"/><Relationship Id="rId171" Type="http://schemas.openxmlformats.org/officeDocument/2006/relationships/image" Target="../media/image286.png"/><Relationship Id="rId227" Type="http://schemas.openxmlformats.org/officeDocument/2006/relationships/image" Target="../media/image314.png"/><Relationship Id="rId269" Type="http://schemas.openxmlformats.org/officeDocument/2006/relationships/image" Target="../media/image335.png"/><Relationship Id="rId33" Type="http://schemas.openxmlformats.org/officeDocument/2006/relationships/image" Target="../media/image218.png"/><Relationship Id="rId129" Type="http://schemas.openxmlformats.org/officeDocument/2006/relationships/image" Target="../media/image265.png"/><Relationship Id="rId280" Type="http://schemas.openxmlformats.org/officeDocument/2006/relationships/customXml" Target="../ink/ink347.xml"/><Relationship Id="rId336" Type="http://schemas.openxmlformats.org/officeDocument/2006/relationships/customXml" Target="../ink/ink375.xml"/><Relationship Id="rId75" Type="http://schemas.openxmlformats.org/officeDocument/2006/relationships/image" Target="../media/image238.png"/><Relationship Id="rId140" Type="http://schemas.openxmlformats.org/officeDocument/2006/relationships/customXml" Target="../ink/ink277.xml"/><Relationship Id="rId182" Type="http://schemas.openxmlformats.org/officeDocument/2006/relationships/customXml" Target="../ink/ink298.xml"/><Relationship Id="rId6" Type="http://schemas.openxmlformats.org/officeDocument/2006/relationships/customXml" Target="../ink/ink210.xml"/><Relationship Id="rId238" Type="http://schemas.openxmlformats.org/officeDocument/2006/relationships/customXml" Target="../ink/ink326.xml"/><Relationship Id="rId291" Type="http://schemas.openxmlformats.org/officeDocument/2006/relationships/image" Target="../media/image346.png"/><Relationship Id="rId305" Type="http://schemas.openxmlformats.org/officeDocument/2006/relationships/image" Target="../media/image353.png"/><Relationship Id="rId347" Type="http://schemas.openxmlformats.org/officeDocument/2006/relationships/image" Target="../media/image374.png"/><Relationship Id="rId44" Type="http://schemas.openxmlformats.org/officeDocument/2006/relationships/customXml" Target="../ink/ink229.xml"/><Relationship Id="rId86" Type="http://schemas.openxmlformats.org/officeDocument/2006/relationships/customXml" Target="../ink/ink250.xml"/><Relationship Id="rId151" Type="http://schemas.openxmlformats.org/officeDocument/2006/relationships/image" Target="../media/image276.png"/><Relationship Id="rId193" Type="http://schemas.openxmlformats.org/officeDocument/2006/relationships/image" Target="../media/image297.png"/><Relationship Id="rId207" Type="http://schemas.openxmlformats.org/officeDocument/2006/relationships/image" Target="../media/image304.png"/><Relationship Id="rId249" Type="http://schemas.openxmlformats.org/officeDocument/2006/relationships/image" Target="../media/image325.png"/><Relationship Id="rId13" Type="http://schemas.openxmlformats.org/officeDocument/2006/relationships/image" Target="../media/image208.png"/><Relationship Id="rId109" Type="http://schemas.openxmlformats.org/officeDocument/2006/relationships/image" Target="../media/image255.png"/><Relationship Id="rId260" Type="http://schemas.openxmlformats.org/officeDocument/2006/relationships/customXml" Target="../ink/ink337.xml"/><Relationship Id="rId316" Type="http://schemas.openxmlformats.org/officeDocument/2006/relationships/customXml" Target="../ink/ink365.xml"/><Relationship Id="rId55" Type="http://schemas.openxmlformats.org/officeDocument/2006/relationships/image" Target="../media/image229.png"/><Relationship Id="rId97" Type="http://schemas.openxmlformats.org/officeDocument/2006/relationships/image" Target="../media/image249.png"/><Relationship Id="rId120" Type="http://schemas.openxmlformats.org/officeDocument/2006/relationships/customXml" Target="../ink/ink267.xml"/><Relationship Id="rId162" Type="http://schemas.openxmlformats.org/officeDocument/2006/relationships/customXml" Target="../ink/ink288.xml"/><Relationship Id="rId218" Type="http://schemas.openxmlformats.org/officeDocument/2006/relationships/customXml" Target="../ink/ink316.xml"/><Relationship Id="rId271" Type="http://schemas.openxmlformats.org/officeDocument/2006/relationships/image" Target="../media/image336.png"/><Relationship Id="rId24" Type="http://schemas.openxmlformats.org/officeDocument/2006/relationships/customXml" Target="../ink/ink219.xml"/><Relationship Id="rId66" Type="http://schemas.openxmlformats.org/officeDocument/2006/relationships/customXml" Target="../ink/ink240.xml"/><Relationship Id="rId131" Type="http://schemas.openxmlformats.org/officeDocument/2006/relationships/image" Target="../media/image266.png"/><Relationship Id="rId327" Type="http://schemas.openxmlformats.org/officeDocument/2006/relationships/image" Target="../media/image364.png"/><Relationship Id="rId173" Type="http://schemas.openxmlformats.org/officeDocument/2006/relationships/image" Target="../media/image287.png"/><Relationship Id="rId229" Type="http://schemas.openxmlformats.org/officeDocument/2006/relationships/image" Target="../media/image315.png"/><Relationship Id="rId240" Type="http://schemas.openxmlformats.org/officeDocument/2006/relationships/customXml" Target="../ink/ink327.xml"/><Relationship Id="rId35" Type="http://schemas.openxmlformats.org/officeDocument/2006/relationships/image" Target="../media/image219.png"/><Relationship Id="rId77" Type="http://schemas.openxmlformats.org/officeDocument/2006/relationships/image" Target="../media/image239.png"/><Relationship Id="rId100" Type="http://schemas.openxmlformats.org/officeDocument/2006/relationships/customXml" Target="../ink/ink257.xml"/><Relationship Id="rId282" Type="http://schemas.openxmlformats.org/officeDocument/2006/relationships/customXml" Target="../ink/ink348.xml"/><Relationship Id="rId338" Type="http://schemas.openxmlformats.org/officeDocument/2006/relationships/customXml" Target="../ink/ink376.xml"/><Relationship Id="rId8" Type="http://schemas.openxmlformats.org/officeDocument/2006/relationships/customXml" Target="../ink/ink211.xml"/><Relationship Id="rId142" Type="http://schemas.openxmlformats.org/officeDocument/2006/relationships/customXml" Target="../ink/ink278.xml"/><Relationship Id="rId184" Type="http://schemas.openxmlformats.org/officeDocument/2006/relationships/customXml" Target="../ink/ink299.xml"/><Relationship Id="rId251" Type="http://schemas.openxmlformats.org/officeDocument/2006/relationships/image" Target="../media/image3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2960F-DB48-7B27-ED66-AA6DE08EA28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ZA" dirty="0"/>
              <a:t>Calculating the Cost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CC0D5E-4548-9EB6-5877-C65803A7B4D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556326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BD397-D3B5-9FC1-52E2-BE96BE383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Project Management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0E4768-ED4A-2F63-8489-93A96FC6FB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dirty="0"/>
              <a:t>Microsoft Project</a:t>
            </a:r>
          </a:p>
          <a:p>
            <a:pPr lvl="1"/>
            <a:r>
              <a:rPr lang="en-ZA" dirty="0"/>
              <a:t>Gantt Charts</a:t>
            </a:r>
          </a:p>
          <a:p>
            <a:pPr lvl="1"/>
            <a:r>
              <a:rPr lang="en-ZA" dirty="0"/>
              <a:t>Networks (AON)</a:t>
            </a:r>
          </a:p>
          <a:p>
            <a:pPr lvl="1"/>
            <a:r>
              <a:rPr lang="en-ZA" dirty="0"/>
              <a:t>Money especially the cash budget</a:t>
            </a:r>
          </a:p>
        </p:txBody>
      </p:sp>
    </p:spTree>
    <p:extLst>
      <p:ext uri="{BB962C8B-B14F-4D97-AF65-F5344CB8AC3E}">
        <p14:creationId xmlns:p14="http://schemas.microsoft.com/office/powerpoint/2010/main" val="2863289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383B1-1029-59C9-5646-B8A8B66E9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Work Breakdown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DA2569-503C-0259-699C-B1AB30246F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ZA" dirty="0"/>
              <a:t>Table</a:t>
            </a:r>
          </a:p>
          <a:p>
            <a:r>
              <a:rPr lang="en-ZA" dirty="0"/>
              <a:t>Gantt Chart</a:t>
            </a:r>
          </a:p>
          <a:p>
            <a:r>
              <a:rPr lang="en-ZA" dirty="0"/>
              <a:t>Network</a:t>
            </a:r>
          </a:p>
          <a:p>
            <a:r>
              <a:rPr lang="en-ZA" dirty="0"/>
              <a:t>+ Resource sheet</a:t>
            </a:r>
          </a:p>
          <a:p>
            <a:endParaRPr lang="en-ZA" dirty="0"/>
          </a:p>
          <a:p>
            <a:r>
              <a:rPr lang="en-ZA" dirty="0"/>
              <a:t>John costs R200 / hour</a:t>
            </a:r>
          </a:p>
          <a:p>
            <a:r>
              <a:rPr lang="en-ZA" dirty="0"/>
              <a:t>Brian costs R150 / hour</a:t>
            </a:r>
          </a:p>
          <a:p>
            <a:r>
              <a:rPr lang="en-ZA" dirty="0"/>
              <a:t>8 hours of work in 1 day.</a:t>
            </a:r>
          </a:p>
          <a:p>
            <a:r>
              <a:rPr lang="en-ZA" dirty="0"/>
              <a:t>How much money per calendar week?</a:t>
            </a:r>
          </a:p>
          <a:p>
            <a:r>
              <a:rPr lang="en-ZA" dirty="0"/>
              <a:t>How much for John per week?</a:t>
            </a:r>
          </a:p>
          <a:p>
            <a:r>
              <a:rPr lang="en-ZA" dirty="0"/>
              <a:t>How much for Brian per week?</a:t>
            </a:r>
          </a:p>
          <a:p>
            <a:endParaRPr lang="en-ZA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0B9269D-79FE-F1E5-B412-7B7EE553AA15}"/>
              </a:ext>
            </a:extLst>
          </p:cNvPr>
          <p:cNvGrpSpPr/>
          <p:nvPr/>
        </p:nvGrpSpPr>
        <p:grpSpPr>
          <a:xfrm>
            <a:off x="4811987" y="2152707"/>
            <a:ext cx="6770520" cy="2212200"/>
            <a:chOff x="4811987" y="2152707"/>
            <a:chExt cx="6770520" cy="2212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FAF0515A-A484-FB9A-B103-AE45CED764C7}"/>
                    </a:ext>
                  </a:extLst>
                </p14:cNvPr>
                <p14:cNvContentPartPr/>
                <p14:nvPr/>
              </p14:nvContentPartPr>
              <p14:xfrm>
                <a:off x="5859947" y="2640507"/>
                <a:ext cx="41040" cy="6656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FAF0515A-A484-FB9A-B103-AE45CED764C7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855627" y="2636187"/>
                  <a:ext cx="49680" cy="67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EAF08D9-7BB5-FFC7-E849-35A545C7F640}"/>
                    </a:ext>
                  </a:extLst>
                </p14:cNvPr>
                <p14:cNvContentPartPr/>
                <p14:nvPr/>
              </p14:nvContentPartPr>
              <p14:xfrm>
                <a:off x="5792627" y="2502987"/>
                <a:ext cx="2999880" cy="8460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EAF08D9-7BB5-FFC7-E849-35A545C7F64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788307" y="2498667"/>
                  <a:ext cx="3008520" cy="85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1243D26-4227-48A0-CBD4-002A6EA60B6C}"/>
                    </a:ext>
                  </a:extLst>
                </p14:cNvPr>
                <p14:cNvContentPartPr/>
                <p14:nvPr/>
              </p14:nvContentPartPr>
              <p14:xfrm>
                <a:off x="6317867" y="2785587"/>
                <a:ext cx="326880" cy="4399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1243D26-4227-48A0-CBD4-002A6EA60B6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313547" y="2781267"/>
                  <a:ext cx="335520" cy="44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F744E06-FF51-31E2-C375-125A8A8EA0D5}"/>
                    </a:ext>
                  </a:extLst>
                </p14:cNvPr>
                <p14:cNvContentPartPr/>
                <p14:nvPr/>
              </p14:nvContentPartPr>
              <p14:xfrm>
                <a:off x="6745547" y="2573907"/>
                <a:ext cx="450000" cy="5410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F744E06-FF51-31E2-C375-125A8A8EA0D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741227" y="2569587"/>
                  <a:ext cx="458640" cy="54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F3A57782-B44B-9E53-B026-AC6A31E6CEC7}"/>
                    </a:ext>
                  </a:extLst>
                </p14:cNvPr>
                <p14:cNvContentPartPr/>
                <p14:nvPr/>
              </p14:nvContentPartPr>
              <p14:xfrm>
                <a:off x="7233347" y="2967747"/>
                <a:ext cx="229320" cy="903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F3A57782-B44B-9E53-B026-AC6A31E6CEC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229027" y="2963427"/>
                  <a:ext cx="23796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3ECC9BD-2275-93BD-7ECA-9E99843B1773}"/>
                    </a:ext>
                  </a:extLst>
                </p14:cNvPr>
                <p14:cNvContentPartPr/>
                <p14:nvPr/>
              </p14:nvContentPartPr>
              <p14:xfrm>
                <a:off x="8805107" y="3498027"/>
                <a:ext cx="64800" cy="5457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3ECC9BD-2275-93BD-7ECA-9E99843B177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800787" y="3493707"/>
                  <a:ext cx="73440" cy="55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CACD653-0C36-9725-B21F-E6617D029647}"/>
                    </a:ext>
                  </a:extLst>
                </p14:cNvPr>
                <p14:cNvContentPartPr/>
                <p14:nvPr/>
              </p14:nvContentPartPr>
              <p14:xfrm>
                <a:off x="8826347" y="3326307"/>
                <a:ext cx="2756160" cy="8542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CACD653-0C36-9725-B21F-E6617D02964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822027" y="3321987"/>
                  <a:ext cx="2764800" cy="86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CA270CAC-553A-2ED7-C7B9-14091B1D683B}"/>
                    </a:ext>
                  </a:extLst>
                </p14:cNvPr>
                <p14:cNvContentPartPr/>
                <p14:nvPr/>
              </p14:nvContentPartPr>
              <p14:xfrm>
                <a:off x="4854827" y="2796747"/>
                <a:ext cx="266040" cy="5162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CA270CAC-553A-2ED7-C7B9-14091B1D683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850507" y="2792427"/>
                  <a:ext cx="274680" cy="52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7EEA1040-9DB0-5F15-1DEB-85584997B4AF}"/>
                    </a:ext>
                  </a:extLst>
                </p14:cNvPr>
                <p14:cNvContentPartPr/>
                <p14:nvPr/>
              </p14:nvContentPartPr>
              <p14:xfrm>
                <a:off x="4811987" y="3119667"/>
                <a:ext cx="218520" cy="496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7EEA1040-9DB0-5F15-1DEB-85584997B4A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807667" y="3115347"/>
                  <a:ext cx="22716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A41B005-4270-30C9-7DE3-71519B77294D}"/>
                    </a:ext>
                  </a:extLst>
                </p14:cNvPr>
                <p14:cNvContentPartPr/>
                <p14:nvPr/>
              </p14:nvContentPartPr>
              <p14:xfrm>
                <a:off x="4980467" y="3895827"/>
                <a:ext cx="247320" cy="4690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A41B005-4270-30C9-7DE3-71519B77294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976147" y="3891507"/>
                  <a:ext cx="255960" cy="47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993A1E2F-2A8B-9492-F376-6C7BC067A680}"/>
                    </a:ext>
                  </a:extLst>
                </p14:cNvPr>
                <p14:cNvContentPartPr/>
                <p14:nvPr/>
              </p14:nvContentPartPr>
              <p14:xfrm>
                <a:off x="5729627" y="2152707"/>
                <a:ext cx="41040" cy="2998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993A1E2F-2A8B-9492-F376-6C7BC067A68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725307" y="2148387"/>
                  <a:ext cx="49680" cy="308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9A25488C-0A0C-27D3-D7F7-868F1811B2F2}"/>
                  </a:ext>
                </a:extLst>
              </p14:cNvPr>
              <p14:cNvContentPartPr/>
              <p14:nvPr/>
            </p14:nvContentPartPr>
            <p14:xfrm>
              <a:off x="5620547" y="1606227"/>
              <a:ext cx="199440" cy="28332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9A25488C-0A0C-27D3-D7F7-868F1811B2F2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616227" y="1601907"/>
                <a:ext cx="208080" cy="291960"/>
              </a:xfrm>
              <a:prstGeom prst="rect">
                <a:avLst/>
              </a:prstGeom>
            </p:spPr>
          </p:pic>
        </mc:Fallback>
      </mc:AlternateContent>
      <p:grpSp>
        <p:nvGrpSpPr>
          <p:cNvPr id="22" name="Group 21">
            <a:extLst>
              <a:ext uri="{FF2B5EF4-FFF2-40B4-BE49-F238E27FC236}">
                <a16:creationId xmlns:a16="http://schemas.microsoft.com/office/drawing/2014/main" id="{C2649700-3501-7006-F8A6-2E73EB372A68}"/>
              </a:ext>
            </a:extLst>
          </p:cNvPr>
          <p:cNvGrpSpPr/>
          <p:nvPr/>
        </p:nvGrpSpPr>
        <p:grpSpPr>
          <a:xfrm>
            <a:off x="8708987" y="1383027"/>
            <a:ext cx="253800" cy="830160"/>
            <a:chOff x="8708987" y="1383027"/>
            <a:chExt cx="253800" cy="83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C58DA5D-80C3-1858-8C6E-63A24EE83D5D}"/>
                    </a:ext>
                  </a:extLst>
                </p14:cNvPr>
                <p14:cNvContentPartPr/>
                <p14:nvPr/>
              </p14:nvContentPartPr>
              <p14:xfrm>
                <a:off x="8708987" y="1889907"/>
                <a:ext cx="13320" cy="3232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C58DA5D-80C3-1858-8C6E-63A24EE83D5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704667" y="1885587"/>
                  <a:ext cx="2196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B97454E4-CE84-B016-DE55-4503EF9F251D}"/>
                    </a:ext>
                  </a:extLst>
                </p14:cNvPr>
                <p14:cNvContentPartPr/>
                <p14:nvPr/>
              </p14:nvContentPartPr>
              <p14:xfrm>
                <a:off x="8728427" y="1383027"/>
                <a:ext cx="234360" cy="2102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B97454E4-CE84-B016-DE55-4503EF9F251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724107" y="1378707"/>
                  <a:ext cx="24300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A593EC8C-A5E4-34F9-549D-846081BC57FB}"/>
                    </a:ext>
                  </a:extLst>
                </p14:cNvPr>
                <p14:cNvContentPartPr/>
                <p14:nvPr/>
              </p14:nvContentPartPr>
              <p14:xfrm>
                <a:off x="8903747" y="1466547"/>
                <a:ext cx="25920" cy="3081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A593EC8C-A5E4-34F9-549D-846081BC57F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899427" y="1462227"/>
                  <a:ext cx="34560" cy="316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94499EB-5B63-8C09-55FC-BF82272AE6A0}"/>
              </a:ext>
            </a:extLst>
          </p:cNvPr>
          <p:cNvGrpSpPr/>
          <p:nvPr/>
        </p:nvGrpSpPr>
        <p:grpSpPr>
          <a:xfrm>
            <a:off x="11594387" y="1096107"/>
            <a:ext cx="406800" cy="762120"/>
            <a:chOff x="11594387" y="1096107"/>
            <a:chExt cx="406800" cy="762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3DAD766-B665-86A7-8A46-E3702333E976}"/>
                    </a:ext>
                  </a:extLst>
                </p14:cNvPr>
                <p14:cNvContentPartPr/>
                <p14:nvPr/>
              </p14:nvContentPartPr>
              <p14:xfrm>
                <a:off x="11754587" y="1524147"/>
                <a:ext cx="49680" cy="3340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3DAD766-B665-86A7-8A46-E3702333E97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1750267" y="1519827"/>
                  <a:ext cx="58320" cy="34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D3AB6AE-B438-1C44-82FE-57AA8B0F5CA7}"/>
                    </a:ext>
                  </a:extLst>
                </p14:cNvPr>
                <p14:cNvContentPartPr/>
                <p14:nvPr/>
              </p14:nvContentPartPr>
              <p14:xfrm>
                <a:off x="11594387" y="1158387"/>
                <a:ext cx="192960" cy="3427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D3AB6AE-B438-1C44-82FE-57AA8B0F5CA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1590067" y="1154067"/>
                  <a:ext cx="201600" cy="3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FE451EA6-B676-3117-01F2-70FA5DF67A89}"/>
                    </a:ext>
                  </a:extLst>
                </p14:cNvPr>
                <p14:cNvContentPartPr/>
                <p14:nvPr/>
              </p14:nvContentPartPr>
              <p14:xfrm>
                <a:off x="11703467" y="1096107"/>
                <a:ext cx="297720" cy="244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FE451EA6-B676-3117-01F2-70FA5DF67A8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1699147" y="1091787"/>
                  <a:ext cx="306360" cy="3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F8D8DDA-BC57-AF1C-7BF2-1E50247C600E}"/>
              </a:ext>
            </a:extLst>
          </p:cNvPr>
          <p:cNvGrpSpPr/>
          <p:nvPr/>
        </p:nvGrpSpPr>
        <p:grpSpPr>
          <a:xfrm>
            <a:off x="9330347" y="3622227"/>
            <a:ext cx="1120680" cy="449640"/>
            <a:chOff x="9330347" y="3622227"/>
            <a:chExt cx="1120680" cy="449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7A6B90E-73CE-2E63-B74B-8DD049C4F6D0}"/>
                    </a:ext>
                  </a:extLst>
                </p14:cNvPr>
                <p14:cNvContentPartPr/>
                <p14:nvPr/>
              </p14:nvContentPartPr>
              <p14:xfrm>
                <a:off x="9348347" y="3723387"/>
                <a:ext cx="28440" cy="3121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7A6B90E-73CE-2E63-B74B-8DD049C4F6D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344027" y="3719067"/>
                  <a:ext cx="3708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E1A28D8E-AC74-4D36-0E39-3862A95F246B}"/>
                    </a:ext>
                  </a:extLst>
                </p14:cNvPr>
                <p14:cNvContentPartPr/>
                <p14:nvPr/>
              </p14:nvContentPartPr>
              <p14:xfrm>
                <a:off x="9330347" y="3622227"/>
                <a:ext cx="230040" cy="4496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E1A28D8E-AC74-4D36-0E39-3862A95F246B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326027" y="3617907"/>
                  <a:ext cx="238680" cy="45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91A58EB-DC76-46F5-EE26-47E531BC282B}"/>
                    </a:ext>
                  </a:extLst>
                </p14:cNvPr>
                <p14:cNvContentPartPr/>
                <p14:nvPr/>
              </p14:nvContentPartPr>
              <p14:xfrm>
                <a:off x="9601067" y="3791067"/>
                <a:ext cx="120240" cy="2034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E91A58EB-DC76-46F5-EE26-47E531BC282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596747" y="3786747"/>
                  <a:ext cx="12888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DD59CCD-1222-F3B0-3990-51ACE2687171}"/>
                    </a:ext>
                  </a:extLst>
                </p14:cNvPr>
                <p14:cNvContentPartPr/>
                <p14:nvPr/>
              </p14:nvContentPartPr>
              <p14:xfrm>
                <a:off x="9833987" y="3853347"/>
                <a:ext cx="360" cy="903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DD59CCD-1222-F3B0-3990-51ACE268717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829667" y="3849027"/>
                  <a:ext cx="900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4FF49ADE-98E8-D322-D680-F018B3DB3904}"/>
                    </a:ext>
                  </a:extLst>
                </p14:cNvPr>
                <p14:cNvContentPartPr/>
                <p14:nvPr/>
              </p14:nvContentPartPr>
              <p14:xfrm>
                <a:off x="9932267" y="3645627"/>
                <a:ext cx="43200" cy="774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4FF49ADE-98E8-D322-D680-F018B3DB390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927947" y="3641307"/>
                  <a:ext cx="5184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574AD79-451B-67F3-0965-4E26ACDD343C}"/>
                    </a:ext>
                  </a:extLst>
                </p14:cNvPr>
                <p14:cNvContentPartPr/>
                <p14:nvPr/>
              </p14:nvContentPartPr>
              <p14:xfrm>
                <a:off x="9906707" y="3769827"/>
                <a:ext cx="209880" cy="1868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574AD79-451B-67F3-0965-4E26ACDD343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902387" y="3765507"/>
                  <a:ext cx="21852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B6B4201-EFF9-4D87-E325-CC4A201030A8}"/>
                    </a:ext>
                  </a:extLst>
                </p14:cNvPr>
                <p14:cNvContentPartPr/>
                <p14:nvPr/>
              </p14:nvContentPartPr>
              <p14:xfrm>
                <a:off x="10199747" y="3804027"/>
                <a:ext cx="251280" cy="1458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B6B4201-EFF9-4D87-E325-CC4A201030A8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0195427" y="3799707"/>
                  <a:ext cx="259920" cy="154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A0F1746A-D729-8C2E-5060-26E2E8C7070A}"/>
              </a:ext>
            </a:extLst>
          </p:cNvPr>
          <p:cNvGrpSpPr/>
          <p:nvPr/>
        </p:nvGrpSpPr>
        <p:grpSpPr>
          <a:xfrm>
            <a:off x="4320227" y="24387"/>
            <a:ext cx="2902680" cy="1476720"/>
            <a:chOff x="4320227" y="24387"/>
            <a:chExt cx="2902680" cy="1476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E2046705-4F61-0BC1-F013-89D20BB3EA07}"/>
                    </a:ext>
                  </a:extLst>
                </p14:cNvPr>
                <p14:cNvContentPartPr/>
                <p14:nvPr/>
              </p14:nvContentPartPr>
              <p14:xfrm>
                <a:off x="4320227" y="162627"/>
                <a:ext cx="687600" cy="3931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E2046705-4F61-0BC1-F013-89D20BB3EA0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315907" y="158307"/>
                  <a:ext cx="696240" cy="40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C2F0E9F7-869D-D5F5-0E05-442530F88D81}"/>
                    </a:ext>
                  </a:extLst>
                </p14:cNvPr>
                <p14:cNvContentPartPr/>
                <p14:nvPr/>
              </p14:nvContentPartPr>
              <p14:xfrm>
                <a:off x="5109347" y="315627"/>
                <a:ext cx="177840" cy="1890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C2F0E9F7-869D-D5F5-0E05-442530F88D8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105027" y="311307"/>
                  <a:ext cx="18648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193AC300-CE17-837D-0D9F-0492A1032814}"/>
                    </a:ext>
                  </a:extLst>
                </p14:cNvPr>
                <p14:cNvContentPartPr/>
                <p14:nvPr/>
              </p14:nvContentPartPr>
              <p14:xfrm>
                <a:off x="5241827" y="24387"/>
                <a:ext cx="398520" cy="5065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193AC300-CE17-837D-0D9F-0492A1032814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237507" y="20067"/>
                  <a:ext cx="407160" cy="51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58D9A88-31F2-A59D-E628-F0DA3B7E2FEF}"/>
                    </a:ext>
                  </a:extLst>
                </p14:cNvPr>
                <p14:cNvContentPartPr/>
                <p14:nvPr/>
              </p14:nvContentPartPr>
              <p14:xfrm>
                <a:off x="5603627" y="426507"/>
                <a:ext cx="201240" cy="1245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58D9A88-31F2-A59D-E628-F0DA3B7E2FEF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599307" y="422187"/>
                  <a:ext cx="20988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ADA27F2-CA02-2DE3-0AE3-DE0B7B798B6E}"/>
                    </a:ext>
                  </a:extLst>
                </p14:cNvPr>
                <p14:cNvContentPartPr/>
                <p14:nvPr/>
              </p14:nvContentPartPr>
              <p14:xfrm>
                <a:off x="5800187" y="351987"/>
                <a:ext cx="122760" cy="1951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ADA27F2-CA02-2DE3-0AE3-DE0B7B798B6E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795867" y="347667"/>
                  <a:ext cx="13140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4B398111-8C42-3B17-C6B2-4E73E707C731}"/>
                    </a:ext>
                  </a:extLst>
                </p14:cNvPr>
                <p14:cNvContentPartPr/>
                <p14:nvPr/>
              </p14:nvContentPartPr>
              <p14:xfrm>
                <a:off x="5915027" y="372147"/>
                <a:ext cx="244800" cy="2124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4B398111-8C42-3B17-C6B2-4E73E707C731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910707" y="367827"/>
                  <a:ext cx="25344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8AB2AC1-ED28-037B-1505-4257B77329D8}"/>
                    </a:ext>
                  </a:extLst>
                </p14:cNvPr>
                <p14:cNvContentPartPr/>
                <p14:nvPr/>
              </p14:nvContentPartPr>
              <p14:xfrm>
                <a:off x="6159467" y="67587"/>
                <a:ext cx="530640" cy="4582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8AB2AC1-ED28-037B-1505-4257B77329D8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155147" y="63267"/>
                  <a:ext cx="539280" cy="46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E029C99-E827-1677-3B6E-DBEC5119029C}"/>
                    </a:ext>
                  </a:extLst>
                </p14:cNvPr>
                <p14:cNvContentPartPr/>
                <p14:nvPr/>
              </p14:nvContentPartPr>
              <p14:xfrm>
                <a:off x="6589307" y="247227"/>
                <a:ext cx="237960" cy="2185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E029C99-E827-1677-3B6E-DBEC5119029C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584987" y="242907"/>
                  <a:ext cx="24660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D698218C-246C-B33A-106E-D4273A901234}"/>
                    </a:ext>
                  </a:extLst>
                </p14:cNvPr>
                <p14:cNvContentPartPr/>
                <p14:nvPr/>
              </p14:nvContentPartPr>
              <p14:xfrm>
                <a:off x="6931307" y="365667"/>
                <a:ext cx="141840" cy="640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D698218C-246C-B33A-106E-D4273A901234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926987" y="361347"/>
                  <a:ext cx="15048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F178E5A1-62BF-8502-454E-0D5128A3A038}"/>
                    </a:ext>
                  </a:extLst>
                </p14:cNvPr>
                <p14:cNvContentPartPr/>
                <p14:nvPr/>
              </p14:nvContentPartPr>
              <p14:xfrm>
                <a:off x="6813947" y="339387"/>
                <a:ext cx="408960" cy="4795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F178E5A1-62BF-8502-454E-0D5128A3A038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809627" y="335067"/>
                  <a:ext cx="417600" cy="48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BAA06E44-95DD-657B-AD68-2D40CCC2875E}"/>
                    </a:ext>
                  </a:extLst>
                </p14:cNvPr>
                <p14:cNvContentPartPr/>
                <p14:nvPr/>
              </p14:nvContentPartPr>
              <p14:xfrm>
                <a:off x="5594267" y="810987"/>
                <a:ext cx="236160" cy="6901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BAA06E44-95DD-657B-AD68-2D40CCC2875E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589947" y="806667"/>
                  <a:ext cx="244800" cy="698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81DBD213-0CE7-60E7-3B2F-83844BC0DAC3}"/>
              </a:ext>
            </a:extLst>
          </p:cNvPr>
          <p:cNvGrpSpPr/>
          <p:nvPr/>
        </p:nvGrpSpPr>
        <p:grpSpPr>
          <a:xfrm>
            <a:off x="7415147" y="4909587"/>
            <a:ext cx="4172760" cy="1848240"/>
            <a:chOff x="7415147" y="4909587"/>
            <a:chExt cx="4172760" cy="1848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4AD3A7D7-97A3-1C1F-22B3-CF317479B220}"/>
                    </a:ext>
                  </a:extLst>
                </p14:cNvPr>
                <p14:cNvContentPartPr/>
                <p14:nvPr/>
              </p14:nvContentPartPr>
              <p14:xfrm>
                <a:off x="7415147" y="5122707"/>
                <a:ext cx="563040" cy="3888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4AD3A7D7-97A3-1C1F-22B3-CF317479B22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410827" y="5118387"/>
                  <a:ext cx="571680" cy="39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21B65F7-767E-45B1-89F6-2E67ED9E7D58}"/>
                    </a:ext>
                  </a:extLst>
                </p14:cNvPr>
                <p14:cNvContentPartPr/>
                <p14:nvPr/>
              </p14:nvContentPartPr>
              <p14:xfrm>
                <a:off x="8031107" y="5264907"/>
                <a:ext cx="120240" cy="2120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21B65F7-767E-45B1-89F6-2E67ED9E7D58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026787" y="5260587"/>
                  <a:ext cx="12888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302BCB39-F819-3869-9F6F-1A41B241697B}"/>
                    </a:ext>
                  </a:extLst>
                </p14:cNvPr>
                <p14:cNvContentPartPr/>
                <p14:nvPr/>
              </p14:nvContentPartPr>
              <p14:xfrm>
                <a:off x="8184467" y="5285427"/>
                <a:ext cx="240480" cy="1821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302BCB39-F819-3869-9F6F-1A41B241697B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180147" y="5281107"/>
                  <a:ext cx="24912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97DE11F2-63F5-88AF-115C-132A58FC7F70}"/>
                    </a:ext>
                  </a:extLst>
                </p14:cNvPr>
                <p14:cNvContentPartPr/>
                <p14:nvPr/>
              </p14:nvContentPartPr>
              <p14:xfrm>
                <a:off x="8426747" y="4909587"/>
                <a:ext cx="306360" cy="5810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97DE11F2-63F5-88AF-115C-132A58FC7F70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422427" y="4905267"/>
                  <a:ext cx="315000" cy="58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6C01B4A8-50A4-70CE-30D7-2FEB1D77DC02}"/>
                    </a:ext>
                  </a:extLst>
                </p14:cNvPr>
                <p14:cNvContentPartPr/>
                <p14:nvPr/>
              </p14:nvContentPartPr>
              <p14:xfrm>
                <a:off x="9156107" y="4925787"/>
                <a:ext cx="73080" cy="3693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6C01B4A8-50A4-70CE-30D7-2FEB1D77DC02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151787" y="4921467"/>
                  <a:ext cx="81720" cy="37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4783983B-A2B9-5EE8-DD1B-DE593849B48F}"/>
                    </a:ext>
                  </a:extLst>
                </p14:cNvPr>
                <p14:cNvContentPartPr/>
                <p14:nvPr/>
              </p14:nvContentPartPr>
              <p14:xfrm>
                <a:off x="7449347" y="5894547"/>
                <a:ext cx="477360" cy="4507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4783983B-A2B9-5EE8-DD1B-DE593849B48F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445027" y="5890227"/>
                  <a:ext cx="486000" cy="45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77825099-6C3B-2B55-8280-D44AD102BB3D}"/>
                    </a:ext>
                  </a:extLst>
                </p14:cNvPr>
                <p14:cNvContentPartPr/>
                <p14:nvPr/>
              </p14:nvContentPartPr>
              <p14:xfrm>
                <a:off x="8026787" y="5984547"/>
                <a:ext cx="160920" cy="1350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77825099-6C3B-2B55-8280-D44AD102BB3D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022467" y="5980227"/>
                  <a:ext cx="16956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882DF7CD-DA05-540F-E3F9-3DA3E1A5797A}"/>
                    </a:ext>
                  </a:extLst>
                </p14:cNvPr>
                <p14:cNvContentPartPr/>
                <p14:nvPr/>
              </p14:nvContentPartPr>
              <p14:xfrm>
                <a:off x="8225147" y="5968347"/>
                <a:ext cx="216720" cy="1159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882DF7CD-DA05-540F-E3F9-3DA3E1A5797A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220827" y="5964027"/>
                  <a:ext cx="22536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DC56681F-F381-F760-F9FA-3D802F512076}"/>
                    </a:ext>
                  </a:extLst>
                </p14:cNvPr>
                <p14:cNvContentPartPr/>
                <p14:nvPr/>
              </p14:nvContentPartPr>
              <p14:xfrm>
                <a:off x="8469227" y="5630667"/>
                <a:ext cx="360000" cy="5295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DC56681F-F381-F760-F9FA-3D802F512076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464907" y="5626347"/>
                  <a:ext cx="368640" cy="53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90E89CF4-0802-0957-9744-AFD7FC410BF6}"/>
                    </a:ext>
                  </a:extLst>
                </p14:cNvPr>
                <p14:cNvContentPartPr/>
                <p14:nvPr/>
              </p14:nvContentPartPr>
              <p14:xfrm>
                <a:off x="9106787" y="5579187"/>
                <a:ext cx="299160" cy="3096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90E89CF4-0802-0957-9744-AFD7FC410BF6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102467" y="5574867"/>
                  <a:ext cx="30780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B4F242C1-4E51-44DC-A756-034C57AB73BD}"/>
                    </a:ext>
                  </a:extLst>
                </p14:cNvPr>
                <p14:cNvContentPartPr/>
                <p14:nvPr/>
              </p14:nvContentPartPr>
              <p14:xfrm>
                <a:off x="7791347" y="6514827"/>
                <a:ext cx="19440" cy="2152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B4F242C1-4E51-44DC-A756-034C57AB73BD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787027" y="6510507"/>
                  <a:ext cx="2808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8A122F0C-606E-7A8A-224C-DEBF3C64D0E2}"/>
                    </a:ext>
                  </a:extLst>
                </p14:cNvPr>
                <p14:cNvContentPartPr/>
                <p14:nvPr/>
              </p14:nvContentPartPr>
              <p14:xfrm>
                <a:off x="7530347" y="6392787"/>
                <a:ext cx="539640" cy="1404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8A122F0C-606E-7A8A-224C-DEBF3C64D0E2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526027" y="6388467"/>
                  <a:ext cx="54828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3EF1B325-8CB2-F0E1-58FD-F42713D374AD}"/>
                    </a:ext>
                  </a:extLst>
                </p14:cNvPr>
                <p14:cNvContentPartPr/>
                <p14:nvPr/>
              </p14:nvContentPartPr>
              <p14:xfrm>
                <a:off x="8052347" y="6547947"/>
                <a:ext cx="176040" cy="1339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3EF1B325-8CB2-F0E1-58FD-F42713D374AD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048027" y="6543627"/>
                  <a:ext cx="18468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A62E92CF-6176-1A23-79B6-086F71622810}"/>
                    </a:ext>
                  </a:extLst>
                </p14:cNvPr>
                <p14:cNvContentPartPr/>
                <p14:nvPr/>
              </p14:nvContentPartPr>
              <p14:xfrm>
                <a:off x="8392547" y="6374787"/>
                <a:ext cx="55800" cy="3362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A62E92CF-6176-1A23-79B6-086F71622810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388227" y="6370467"/>
                  <a:ext cx="64440" cy="34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C6517D0A-0C6B-DF91-3AB9-A2B06FF5F354}"/>
                    </a:ext>
                  </a:extLst>
                </p14:cNvPr>
                <p14:cNvContentPartPr/>
                <p14:nvPr/>
              </p14:nvContentPartPr>
              <p14:xfrm>
                <a:off x="8334587" y="6320427"/>
                <a:ext cx="746640" cy="2988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C6517D0A-0C6B-DF91-3AB9-A2B06FF5F354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330267" y="6316107"/>
                  <a:ext cx="75528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5BA3E07F-89C8-1CFC-9BF2-D30C07539E6C}"/>
                    </a:ext>
                  </a:extLst>
                </p14:cNvPr>
                <p14:cNvContentPartPr/>
                <p14:nvPr/>
              </p14:nvContentPartPr>
              <p14:xfrm>
                <a:off x="9457427" y="6431307"/>
                <a:ext cx="2130480" cy="3265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5BA3E07F-89C8-1CFC-9BF2-D30C07539E6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453107" y="6426987"/>
                  <a:ext cx="213912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F16B67CF-D713-700B-84A8-0D9E5055B03A}"/>
                    </a:ext>
                  </a:extLst>
                </p14:cNvPr>
                <p14:cNvContentPartPr/>
                <p14:nvPr/>
              </p14:nvContentPartPr>
              <p14:xfrm>
                <a:off x="9568667" y="5890947"/>
                <a:ext cx="1528920" cy="1994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F16B67CF-D713-700B-84A8-0D9E5055B03A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564347" y="5886627"/>
                  <a:ext cx="153756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26BFBD5B-31D6-AE87-E1A2-0623999E9E4A}"/>
                    </a:ext>
                  </a:extLst>
                </p14:cNvPr>
                <p14:cNvContentPartPr/>
                <p14:nvPr/>
              </p14:nvContentPartPr>
              <p14:xfrm>
                <a:off x="9423227" y="5198667"/>
                <a:ext cx="1703880" cy="20988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26BFBD5B-31D6-AE87-E1A2-0623999E9E4A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418907" y="5194347"/>
                  <a:ext cx="1712520" cy="218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6ED8BEB9-16E8-E10B-7114-13EFCBE5FF96}"/>
                  </a:ext>
                </a:extLst>
              </p14:cNvPr>
              <p14:cNvContentPartPr/>
              <p14:nvPr/>
            </p14:nvContentPartPr>
            <p14:xfrm>
              <a:off x="4973627" y="4569387"/>
              <a:ext cx="420480" cy="26712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6ED8BEB9-16E8-E10B-7114-13EFCBE5FF96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4969307" y="4565067"/>
                <a:ext cx="429120" cy="275760"/>
              </a:xfrm>
              <a:prstGeom prst="rect">
                <a:avLst/>
              </a:prstGeom>
            </p:spPr>
          </p:pic>
        </mc:Fallback>
      </mc:AlternateContent>
      <p:grpSp>
        <p:nvGrpSpPr>
          <p:cNvPr id="80" name="Group 79">
            <a:extLst>
              <a:ext uri="{FF2B5EF4-FFF2-40B4-BE49-F238E27FC236}">
                <a16:creationId xmlns:a16="http://schemas.microsoft.com/office/drawing/2014/main" id="{CAA718E0-5C8B-108D-D838-C6B9E59FF781}"/>
              </a:ext>
            </a:extLst>
          </p:cNvPr>
          <p:cNvGrpSpPr/>
          <p:nvPr/>
        </p:nvGrpSpPr>
        <p:grpSpPr>
          <a:xfrm>
            <a:off x="11669267" y="4278867"/>
            <a:ext cx="518040" cy="661320"/>
            <a:chOff x="11669267" y="4278867"/>
            <a:chExt cx="518040" cy="661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746625D2-5563-C0F8-5D22-ED01B701EAD3}"/>
                    </a:ext>
                  </a:extLst>
                </p14:cNvPr>
                <p14:cNvContentPartPr/>
                <p14:nvPr/>
              </p14:nvContentPartPr>
              <p14:xfrm>
                <a:off x="11669267" y="4385787"/>
                <a:ext cx="61200" cy="5191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746625D2-5563-C0F8-5D22-ED01B701EAD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1664947" y="4381467"/>
                  <a:ext cx="69840" cy="52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C7C3186D-D57F-8A5B-6929-A32DB1837E7A}"/>
                    </a:ext>
                  </a:extLst>
                </p14:cNvPr>
                <p14:cNvContentPartPr/>
                <p14:nvPr/>
              </p14:nvContentPartPr>
              <p14:xfrm>
                <a:off x="11700587" y="4278867"/>
                <a:ext cx="486720" cy="6613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C7C3186D-D57F-8A5B-6929-A32DB1837E7A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1696267" y="4274547"/>
                  <a:ext cx="495360" cy="66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326EFCDB-5E79-E18B-82C1-06C54FF0CD1A}"/>
                    </a:ext>
                  </a:extLst>
                </p14:cNvPr>
                <p14:cNvContentPartPr/>
                <p14:nvPr/>
              </p14:nvContentPartPr>
              <p14:xfrm>
                <a:off x="11799587" y="4520427"/>
                <a:ext cx="237600" cy="3330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326EFCDB-5E79-E18B-82C1-06C54FF0CD1A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1795267" y="4516107"/>
                  <a:ext cx="246240" cy="3416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2789661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C6392-454F-D60B-2300-E78BFD62B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71B07-69BB-86E4-5566-0C37FAF778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dirty="0"/>
              <a:t>John costs R200 / hour</a:t>
            </a:r>
          </a:p>
          <a:p>
            <a:r>
              <a:rPr lang="en-ZA" dirty="0"/>
              <a:t>Brian costs R150 / hour</a:t>
            </a:r>
          </a:p>
          <a:p>
            <a:r>
              <a:rPr lang="en-ZA" dirty="0"/>
              <a:t>8 hours of work in 1 day.</a:t>
            </a:r>
          </a:p>
          <a:p>
            <a:r>
              <a:rPr lang="en-ZA" dirty="0"/>
              <a:t>How much money per calendar week?</a:t>
            </a:r>
          </a:p>
          <a:p>
            <a:r>
              <a:rPr lang="en-ZA" dirty="0"/>
              <a:t>How much for John per week?</a:t>
            </a:r>
          </a:p>
          <a:p>
            <a:r>
              <a:rPr lang="en-ZA" dirty="0"/>
              <a:t>How much for Brian per week?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7278036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31870B74-070B-FE3C-FB13-591128F6275F}"/>
              </a:ext>
            </a:extLst>
          </p:cNvPr>
          <p:cNvGrpSpPr/>
          <p:nvPr/>
        </p:nvGrpSpPr>
        <p:grpSpPr>
          <a:xfrm>
            <a:off x="1182467" y="97827"/>
            <a:ext cx="2207880" cy="787320"/>
            <a:chOff x="1182467" y="97827"/>
            <a:chExt cx="2207880" cy="787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B627B5AC-C561-E18B-3071-7307F08D42C8}"/>
                    </a:ext>
                  </a:extLst>
                </p14:cNvPr>
                <p14:cNvContentPartPr/>
                <p14:nvPr/>
              </p14:nvContentPartPr>
              <p14:xfrm>
                <a:off x="1565507" y="651507"/>
                <a:ext cx="218520" cy="7524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B627B5AC-C561-E18B-3071-7307F08D42C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561187" y="647187"/>
                  <a:ext cx="22716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E6DCC054-8973-5032-FED5-9EB4B67FE1F9}"/>
                    </a:ext>
                  </a:extLst>
                </p14:cNvPr>
                <p14:cNvContentPartPr/>
                <p14:nvPr/>
              </p14:nvContentPartPr>
              <p14:xfrm>
                <a:off x="1182467" y="97827"/>
                <a:ext cx="640080" cy="7873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E6DCC054-8973-5032-FED5-9EB4B67FE1F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178147" y="93507"/>
                  <a:ext cx="648720" cy="79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484C4359-D084-65A5-9F52-06BDCA68FBB4}"/>
                    </a:ext>
                  </a:extLst>
                </p14:cNvPr>
                <p14:cNvContentPartPr/>
                <p14:nvPr/>
              </p14:nvContentPartPr>
              <p14:xfrm>
                <a:off x="1578107" y="655107"/>
                <a:ext cx="261720" cy="1850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484C4359-D084-65A5-9F52-06BDCA68FBB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573787" y="650787"/>
                  <a:ext cx="27036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00B33C1-1337-D0FD-C567-1EA54A6E80D2}"/>
                    </a:ext>
                  </a:extLst>
                </p14:cNvPr>
                <p14:cNvContentPartPr/>
                <p14:nvPr/>
              </p14:nvContentPartPr>
              <p14:xfrm>
                <a:off x="1860707" y="576627"/>
                <a:ext cx="216360" cy="2592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00B33C1-1337-D0FD-C567-1EA54A6E80D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856387" y="572307"/>
                  <a:ext cx="22500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67996FA9-1BFC-DFEA-EE99-B8E7B9874EE5}"/>
                    </a:ext>
                  </a:extLst>
                </p14:cNvPr>
                <p14:cNvContentPartPr/>
                <p14:nvPr/>
              </p14:nvContentPartPr>
              <p14:xfrm>
                <a:off x="2157707" y="578427"/>
                <a:ext cx="517680" cy="2088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67996FA9-1BFC-DFEA-EE99-B8E7B9874EE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153387" y="574107"/>
                  <a:ext cx="52632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0913BDF-FBC0-E965-3AB5-585E81BC510E}"/>
                    </a:ext>
                  </a:extLst>
                </p14:cNvPr>
                <p14:cNvContentPartPr/>
                <p14:nvPr/>
              </p14:nvContentPartPr>
              <p14:xfrm>
                <a:off x="2781947" y="555387"/>
                <a:ext cx="137880" cy="2120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0913BDF-FBC0-E965-3AB5-585E81BC510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777627" y="551067"/>
                  <a:ext cx="14652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606E2F5-4970-0FAE-A5E3-1270C665BCA7}"/>
                    </a:ext>
                  </a:extLst>
                </p14:cNvPr>
                <p14:cNvContentPartPr/>
                <p14:nvPr/>
              </p14:nvContentPartPr>
              <p14:xfrm>
                <a:off x="2953307" y="533787"/>
                <a:ext cx="200880" cy="1854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606E2F5-4970-0FAE-A5E3-1270C665BCA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948987" y="529467"/>
                  <a:ext cx="20952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7868772C-CBA4-39C6-2D35-AE4649A9B4AC}"/>
                    </a:ext>
                  </a:extLst>
                </p14:cNvPr>
                <p14:cNvContentPartPr/>
                <p14:nvPr/>
              </p14:nvContentPartPr>
              <p14:xfrm>
                <a:off x="3188747" y="563307"/>
                <a:ext cx="201600" cy="1569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7868772C-CBA4-39C6-2D35-AE4649A9B4A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184427" y="558987"/>
                  <a:ext cx="210240" cy="16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E8E7987-DE09-5F5E-72B6-D9E13BF646D4}"/>
              </a:ext>
            </a:extLst>
          </p:cNvPr>
          <p:cNvGrpSpPr/>
          <p:nvPr/>
        </p:nvGrpSpPr>
        <p:grpSpPr>
          <a:xfrm>
            <a:off x="4101707" y="80547"/>
            <a:ext cx="1401840" cy="618480"/>
            <a:chOff x="4101707" y="80547"/>
            <a:chExt cx="1401840" cy="618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B2D336A-3F46-A81A-D751-BBE20B35BAB0}"/>
                    </a:ext>
                  </a:extLst>
                </p14:cNvPr>
                <p14:cNvContentPartPr/>
                <p14:nvPr/>
              </p14:nvContentPartPr>
              <p14:xfrm>
                <a:off x="4101707" y="80547"/>
                <a:ext cx="757800" cy="6184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B2D336A-3F46-A81A-D751-BBE20B35BAB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097387" y="76227"/>
                  <a:ext cx="766440" cy="62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A13D7C3-DE6B-FA93-1D5E-D16BB8FF61E3}"/>
                    </a:ext>
                  </a:extLst>
                </p14:cNvPr>
                <p14:cNvContentPartPr/>
                <p14:nvPr/>
              </p14:nvContentPartPr>
              <p14:xfrm>
                <a:off x="4610387" y="480507"/>
                <a:ext cx="144720" cy="1458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A13D7C3-DE6B-FA93-1D5E-D16BB8FF61E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606067" y="476187"/>
                  <a:ext cx="15336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F8F27EC-A49F-15F3-C764-8D6D718944F5}"/>
                    </a:ext>
                  </a:extLst>
                </p14:cNvPr>
                <p14:cNvContentPartPr/>
                <p14:nvPr/>
              </p14:nvContentPartPr>
              <p14:xfrm>
                <a:off x="4840067" y="486987"/>
                <a:ext cx="146880" cy="1224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F8F27EC-A49F-15F3-C764-8D6D718944F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835747" y="482667"/>
                  <a:ext cx="15552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0106F311-547D-A8A1-4344-4050C38976BC}"/>
                    </a:ext>
                  </a:extLst>
                </p14:cNvPr>
                <p14:cNvContentPartPr/>
                <p14:nvPr/>
              </p14:nvContentPartPr>
              <p14:xfrm>
                <a:off x="5222747" y="253707"/>
                <a:ext cx="168120" cy="3841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0106F311-547D-A8A1-4344-4050C38976B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218427" y="249387"/>
                  <a:ext cx="176760" cy="39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2DCFBCB-49CA-35D3-6518-A5EA0362B51E}"/>
                    </a:ext>
                  </a:extLst>
                </p14:cNvPr>
                <p14:cNvContentPartPr/>
                <p14:nvPr/>
              </p14:nvContentPartPr>
              <p14:xfrm>
                <a:off x="5162987" y="433347"/>
                <a:ext cx="340560" cy="259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2DCFBCB-49CA-35D3-6518-A5EA0362B51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158667" y="429027"/>
                  <a:ext cx="349200" cy="3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3A4BEE4-4347-B5D1-9A0E-87B55031EAC6}"/>
              </a:ext>
            </a:extLst>
          </p:cNvPr>
          <p:cNvGrpSpPr/>
          <p:nvPr/>
        </p:nvGrpSpPr>
        <p:grpSpPr>
          <a:xfrm>
            <a:off x="898067" y="1486707"/>
            <a:ext cx="1404720" cy="746640"/>
            <a:chOff x="898067" y="1486707"/>
            <a:chExt cx="1404720" cy="746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64E01CD-56A6-E315-4651-9EB4441930F9}"/>
                    </a:ext>
                  </a:extLst>
                </p14:cNvPr>
                <p14:cNvContentPartPr/>
                <p14:nvPr/>
              </p14:nvContentPartPr>
              <p14:xfrm>
                <a:off x="898067" y="1641867"/>
                <a:ext cx="585000" cy="46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64E01CD-56A6-E315-4651-9EB4441930F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93747" y="1637547"/>
                  <a:ext cx="593640" cy="1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E964FCA-C59C-90F8-3467-B8F62B7702F1}"/>
                    </a:ext>
                  </a:extLst>
                </p14:cNvPr>
                <p14:cNvContentPartPr/>
                <p14:nvPr/>
              </p14:nvContentPartPr>
              <p14:xfrm>
                <a:off x="954227" y="1690827"/>
                <a:ext cx="306000" cy="5425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E964FCA-C59C-90F8-3467-B8F62B7702F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49907" y="1686507"/>
                  <a:ext cx="314640" cy="55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DDD9040-20F0-017A-B85C-08A68C754E87}"/>
                    </a:ext>
                  </a:extLst>
                </p14:cNvPr>
                <p14:cNvContentPartPr/>
                <p14:nvPr/>
              </p14:nvContentPartPr>
              <p14:xfrm>
                <a:off x="1378667" y="1910067"/>
                <a:ext cx="187200" cy="2224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DDD9040-20F0-017A-B85C-08A68C754E8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374347" y="1905747"/>
                  <a:ext cx="19584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19CE50A-D7D1-0E0E-344A-38ADA7434BAA}"/>
                    </a:ext>
                  </a:extLst>
                </p14:cNvPr>
                <p14:cNvContentPartPr/>
                <p14:nvPr/>
              </p14:nvContentPartPr>
              <p14:xfrm>
                <a:off x="1728227" y="1486707"/>
                <a:ext cx="348120" cy="6620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19CE50A-D7D1-0E0E-344A-38ADA7434BA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723907" y="1482387"/>
                  <a:ext cx="356760" cy="67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45F861B-D77D-8B67-F9D9-74CF170939DF}"/>
                    </a:ext>
                  </a:extLst>
                </p14:cNvPr>
                <p14:cNvContentPartPr/>
                <p14:nvPr/>
              </p14:nvContentPartPr>
              <p14:xfrm>
                <a:off x="1986707" y="1934907"/>
                <a:ext cx="316080" cy="1522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45F861B-D77D-8B67-F9D9-74CF170939D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982387" y="1930587"/>
                  <a:ext cx="324720" cy="160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4CCA782-C7B8-C9BC-9518-AAB325CD1A5A}"/>
              </a:ext>
            </a:extLst>
          </p:cNvPr>
          <p:cNvGrpSpPr/>
          <p:nvPr/>
        </p:nvGrpSpPr>
        <p:grpSpPr>
          <a:xfrm>
            <a:off x="3888227" y="929427"/>
            <a:ext cx="1441800" cy="675360"/>
            <a:chOff x="3888227" y="929427"/>
            <a:chExt cx="1441800" cy="675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B50D03F-6689-9E14-C518-0C44B5270492}"/>
                    </a:ext>
                  </a:extLst>
                </p14:cNvPr>
                <p14:cNvContentPartPr/>
                <p14:nvPr/>
              </p14:nvContentPartPr>
              <p14:xfrm>
                <a:off x="4027187" y="1115547"/>
                <a:ext cx="57960" cy="3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B50D03F-6689-9E14-C518-0C44B527049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022867" y="1111227"/>
                  <a:ext cx="666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02ED862-9E6B-F112-78D5-EDDDD2657A8F}"/>
                    </a:ext>
                  </a:extLst>
                </p14:cNvPr>
                <p14:cNvContentPartPr/>
                <p14:nvPr/>
              </p14:nvContentPartPr>
              <p14:xfrm>
                <a:off x="3888227" y="1038507"/>
                <a:ext cx="220680" cy="5662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02ED862-9E6B-F112-78D5-EDDDD2657A8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883907" y="1034187"/>
                  <a:ext cx="229320" cy="57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90CF28A1-0EDE-E999-00DF-0316F38D41C0}"/>
                    </a:ext>
                  </a:extLst>
                </p14:cNvPr>
                <p14:cNvContentPartPr/>
                <p14:nvPr/>
              </p14:nvContentPartPr>
              <p14:xfrm>
                <a:off x="4264427" y="1031307"/>
                <a:ext cx="132480" cy="4845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90CF28A1-0EDE-E999-00DF-0316F38D41C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260107" y="1026987"/>
                  <a:ext cx="141120" cy="49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8A64A9D-D660-CC71-C8AA-BE85088F44C0}"/>
                    </a:ext>
                  </a:extLst>
                </p14:cNvPr>
                <p14:cNvContentPartPr/>
                <p14:nvPr/>
              </p14:nvContentPartPr>
              <p14:xfrm>
                <a:off x="4403747" y="929427"/>
                <a:ext cx="233640" cy="5565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8A64A9D-D660-CC71-C8AA-BE85088F44C0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399427" y="925107"/>
                  <a:ext cx="242280" cy="56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26034635-017D-D9F7-9245-4229DB368F73}"/>
                    </a:ext>
                  </a:extLst>
                </p14:cNvPr>
                <p14:cNvContentPartPr/>
                <p14:nvPr/>
              </p14:nvContentPartPr>
              <p14:xfrm>
                <a:off x="4224107" y="1238307"/>
                <a:ext cx="817560" cy="2264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26034635-017D-D9F7-9245-4229DB368F7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219787" y="1233987"/>
                  <a:ext cx="82620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0F4E1402-FB34-7330-336F-ED01A4722159}"/>
                    </a:ext>
                  </a:extLst>
                </p14:cNvPr>
                <p14:cNvContentPartPr/>
                <p14:nvPr/>
              </p14:nvContentPartPr>
              <p14:xfrm>
                <a:off x="5207627" y="1224627"/>
                <a:ext cx="122400" cy="1843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0F4E1402-FB34-7330-336F-ED01A472215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203307" y="1220307"/>
                  <a:ext cx="131040" cy="192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1DA65E7C-24C5-C1F1-8DDA-1C7ED809A23A}"/>
              </a:ext>
            </a:extLst>
          </p:cNvPr>
          <p:cNvGrpSpPr/>
          <p:nvPr/>
        </p:nvGrpSpPr>
        <p:grpSpPr>
          <a:xfrm>
            <a:off x="3832427" y="1692987"/>
            <a:ext cx="1485720" cy="432000"/>
            <a:chOff x="3832427" y="1692987"/>
            <a:chExt cx="1485720" cy="432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A07FD74-3D40-F417-C8B7-5D5201871C7A}"/>
                    </a:ext>
                  </a:extLst>
                </p14:cNvPr>
                <p14:cNvContentPartPr/>
                <p14:nvPr/>
              </p14:nvContentPartPr>
              <p14:xfrm>
                <a:off x="3832427" y="1838427"/>
                <a:ext cx="360" cy="3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A07FD74-3D40-F417-C8B7-5D5201871C7A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828107" y="1834107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19577155-73B1-6FA7-9430-AB3C4B443A8E}"/>
                    </a:ext>
                  </a:extLst>
                </p14:cNvPr>
                <p14:cNvContentPartPr/>
                <p14:nvPr/>
              </p14:nvContentPartPr>
              <p14:xfrm>
                <a:off x="3832427" y="1838427"/>
                <a:ext cx="360" cy="3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19577155-73B1-6FA7-9430-AB3C4B443A8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828107" y="1834107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74F2791D-B68E-17D9-83B3-F60621A65B91}"/>
                    </a:ext>
                  </a:extLst>
                </p14:cNvPr>
                <p14:cNvContentPartPr/>
                <p14:nvPr/>
              </p14:nvContentPartPr>
              <p14:xfrm>
                <a:off x="3832427" y="1692987"/>
                <a:ext cx="401040" cy="4320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74F2791D-B68E-17D9-83B3-F60621A65B91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3828107" y="1688667"/>
                  <a:ext cx="409680" cy="44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9EA7A28F-18FD-0A70-1A44-AF7C1E129533}"/>
                    </a:ext>
                  </a:extLst>
                </p14:cNvPr>
                <p14:cNvContentPartPr/>
                <p14:nvPr/>
              </p14:nvContentPartPr>
              <p14:xfrm>
                <a:off x="4341107" y="1784427"/>
                <a:ext cx="282960" cy="2502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9EA7A28F-18FD-0A70-1A44-AF7C1E129533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4336787" y="1780107"/>
                  <a:ext cx="29160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70BD0336-0E81-61D5-ECBB-523F2FF8FAE9}"/>
                    </a:ext>
                  </a:extLst>
                </p14:cNvPr>
                <p14:cNvContentPartPr/>
                <p14:nvPr/>
              </p14:nvContentPartPr>
              <p14:xfrm>
                <a:off x="4681667" y="1742307"/>
                <a:ext cx="163080" cy="2106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70BD0336-0E81-61D5-ECBB-523F2FF8FAE9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4677347" y="1737987"/>
                  <a:ext cx="17172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8EB95064-2CC4-4A55-B472-A5E6087196E0}"/>
                    </a:ext>
                  </a:extLst>
                </p14:cNvPr>
                <p14:cNvContentPartPr/>
                <p14:nvPr/>
              </p14:nvContentPartPr>
              <p14:xfrm>
                <a:off x="5007827" y="1742307"/>
                <a:ext cx="310320" cy="2448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8EB95064-2CC4-4A55-B472-A5E6087196E0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5003507" y="1737987"/>
                  <a:ext cx="318960" cy="25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6E9C539D-BEAC-9065-7736-EF5A3F3527B3}"/>
              </a:ext>
            </a:extLst>
          </p:cNvPr>
          <p:cNvGrpSpPr/>
          <p:nvPr/>
        </p:nvGrpSpPr>
        <p:grpSpPr>
          <a:xfrm>
            <a:off x="3575747" y="2552667"/>
            <a:ext cx="1393200" cy="424080"/>
            <a:chOff x="3575747" y="2552667"/>
            <a:chExt cx="1393200" cy="424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0BF1AAB6-2727-005D-FA50-04696B7F2DE0}"/>
                    </a:ext>
                  </a:extLst>
                </p14:cNvPr>
                <p14:cNvContentPartPr/>
                <p14:nvPr/>
              </p14:nvContentPartPr>
              <p14:xfrm>
                <a:off x="3886067" y="2646267"/>
                <a:ext cx="66600" cy="3088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0BF1AAB6-2727-005D-FA50-04696B7F2DE0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3881747" y="2641947"/>
                  <a:ext cx="7524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52D9F9D0-0020-8225-DC6B-D8112DBFF119}"/>
                    </a:ext>
                  </a:extLst>
                </p14:cNvPr>
                <p14:cNvContentPartPr/>
                <p14:nvPr/>
              </p14:nvContentPartPr>
              <p14:xfrm>
                <a:off x="4190267" y="2644827"/>
                <a:ext cx="184320" cy="2998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52D9F9D0-0020-8225-DC6B-D8112DBFF119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4185947" y="2640507"/>
                  <a:ext cx="19296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00345B8D-4BB9-D3D3-B8BA-7D4456240A45}"/>
                    </a:ext>
                  </a:extLst>
                </p14:cNvPr>
                <p14:cNvContentPartPr/>
                <p14:nvPr/>
              </p14:nvContentPartPr>
              <p14:xfrm>
                <a:off x="4260467" y="2582907"/>
                <a:ext cx="306360" cy="216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00345B8D-4BB9-D3D3-B8BA-7D4456240A45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4255787" y="2578587"/>
                  <a:ext cx="31500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316F4B06-157C-3F49-6274-A7D1C717E3DB}"/>
                    </a:ext>
                  </a:extLst>
                </p14:cNvPr>
                <p14:cNvContentPartPr/>
                <p14:nvPr/>
              </p14:nvContentPartPr>
              <p14:xfrm>
                <a:off x="4536227" y="2629707"/>
                <a:ext cx="432720" cy="2620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316F4B06-157C-3F49-6274-A7D1C717E3DB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4531907" y="2625387"/>
                  <a:ext cx="44136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8C1415F5-15FE-4362-DF15-A7A99E454FB5}"/>
                    </a:ext>
                  </a:extLst>
                </p14:cNvPr>
                <p14:cNvContentPartPr/>
                <p14:nvPr/>
              </p14:nvContentPartPr>
              <p14:xfrm>
                <a:off x="3575747" y="2552667"/>
                <a:ext cx="270000" cy="4240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8C1415F5-15FE-4362-DF15-A7A99E454FB5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3571427" y="2548347"/>
                  <a:ext cx="278640" cy="43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DD1C7720-815D-E42F-8DD4-6A73298CF26D}"/>
              </a:ext>
            </a:extLst>
          </p:cNvPr>
          <p:cNvGrpSpPr/>
          <p:nvPr/>
        </p:nvGrpSpPr>
        <p:grpSpPr>
          <a:xfrm>
            <a:off x="6717827" y="979107"/>
            <a:ext cx="590760" cy="475920"/>
            <a:chOff x="6717827" y="979107"/>
            <a:chExt cx="590760" cy="475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7434768A-2390-DB10-CC0B-341FA5B7A4F6}"/>
                    </a:ext>
                  </a:extLst>
                </p14:cNvPr>
                <p14:cNvContentPartPr/>
                <p14:nvPr/>
              </p14:nvContentPartPr>
              <p14:xfrm>
                <a:off x="6717827" y="1156227"/>
                <a:ext cx="70920" cy="2988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7434768A-2390-DB10-CC0B-341FA5B7A4F6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6713507" y="1151907"/>
                  <a:ext cx="7956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97BD5CD3-662B-59C2-199B-063DB58A5A97}"/>
                    </a:ext>
                  </a:extLst>
                </p14:cNvPr>
                <p14:cNvContentPartPr/>
                <p14:nvPr/>
              </p14:nvContentPartPr>
              <p14:xfrm>
                <a:off x="6807467" y="979107"/>
                <a:ext cx="246600" cy="2066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97BD5CD3-662B-59C2-199B-063DB58A5A97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6803147" y="974787"/>
                  <a:ext cx="25524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41B4EA54-7EE1-CC47-1D51-D7280B6F579C}"/>
                    </a:ext>
                  </a:extLst>
                </p14:cNvPr>
                <p14:cNvContentPartPr/>
                <p14:nvPr/>
              </p14:nvContentPartPr>
              <p14:xfrm>
                <a:off x="6976667" y="1191867"/>
                <a:ext cx="135360" cy="1893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1B4EA54-7EE1-CC47-1D51-D7280B6F579C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6972347" y="1187547"/>
                  <a:ext cx="14400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9362E3A2-E2EC-D2A8-1AED-0149519C2CC1}"/>
                    </a:ext>
                  </a:extLst>
                </p14:cNvPr>
                <p14:cNvContentPartPr/>
                <p14:nvPr/>
              </p14:nvContentPartPr>
              <p14:xfrm>
                <a:off x="7256747" y="1169187"/>
                <a:ext cx="51840" cy="2163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9362E3A2-E2EC-D2A8-1AED-0149519C2CC1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7252427" y="1164867"/>
                  <a:ext cx="60480" cy="22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30E52F39-DD02-6E01-7F69-B1B121CDFCD6}"/>
              </a:ext>
            </a:extLst>
          </p:cNvPr>
          <p:cNvGrpSpPr/>
          <p:nvPr/>
        </p:nvGrpSpPr>
        <p:grpSpPr>
          <a:xfrm>
            <a:off x="7607027" y="1002147"/>
            <a:ext cx="702360" cy="377280"/>
            <a:chOff x="7607027" y="1002147"/>
            <a:chExt cx="702360" cy="377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49B6913D-4012-F32D-7300-027BB20AC53A}"/>
                    </a:ext>
                  </a:extLst>
                </p14:cNvPr>
                <p14:cNvContentPartPr/>
                <p14:nvPr/>
              </p14:nvContentPartPr>
              <p14:xfrm>
                <a:off x="7607027" y="1002147"/>
                <a:ext cx="293760" cy="2462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49B6913D-4012-F32D-7300-027BB20AC53A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7602707" y="997827"/>
                  <a:ext cx="30240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4E7C84A9-FF6F-D366-E0F5-08909A5DDD75}"/>
                    </a:ext>
                  </a:extLst>
                </p14:cNvPr>
                <p14:cNvContentPartPr/>
                <p14:nvPr/>
              </p14:nvContentPartPr>
              <p14:xfrm>
                <a:off x="7954067" y="1192587"/>
                <a:ext cx="128520" cy="1458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4E7C84A9-FF6F-D366-E0F5-08909A5DDD75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7949747" y="1188267"/>
                  <a:ext cx="13716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9E6CFFB4-2610-7C4A-56F7-5184BA2ECE72}"/>
                    </a:ext>
                  </a:extLst>
                </p14:cNvPr>
                <p14:cNvContentPartPr/>
                <p14:nvPr/>
              </p14:nvContentPartPr>
              <p14:xfrm>
                <a:off x="8082227" y="1192587"/>
                <a:ext cx="360" cy="3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9E6CFFB4-2610-7C4A-56F7-5184BA2ECE72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077907" y="1188267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B9373729-59AF-A5B3-89D4-5D664A3A73DF}"/>
                    </a:ext>
                  </a:extLst>
                </p14:cNvPr>
                <p14:cNvContentPartPr/>
                <p14:nvPr/>
              </p14:nvContentPartPr>
              <p14:xfrm>
                <a:off x="8082227" y="1151907"/>
                <a:ext cx="227160" cy="2275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B9373729-59AF-A5B3-89D4-5D664A3A73DF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077907" y="1147587"/>
                  <a:ext cx="235800" cy="23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437A6EE5-95BF-8F75-7E5A-843F1F2DA761}"/>
              </a:ext>
            </a:extLst>
          </p:cNvPr>
          <p:cNvGrpSpPr/>
          <p:nvPr/>
        </p:nvGrpSpPr>
        <p:grpSpPr>
          <a:xfrm>
            <a:off x="6552947" y="1544307"/>
            <a:ext cx="1526040" cy="439920"/>
            <a:chOff x="6552947" y="1544307"/>
            <a:chExt cx="1526040" cy="439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5B4DC2C6-89FE-F8D4-1E6F-7786481368CA}"/>
                    </a:ext>
                  </a:extLst>
                </p14:cNvPr>
                <p14:cNvContentPartPr/>
                <p14:nvPr/>
              </p14:nvContentPartPr>
              <p14:xfrm>
                <a:off x="6784067" y="1667427"/>
                <a:ext cx="374400" cy="2383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5B4DC2C6-89FE-F8D4-1E6F-7786481368C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779747" y="1663107"/>
                  <a:ext cx="38304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B4DCD5E7-7B9E-F7F9-AD5B-FBCBE44245AA}"/>
                    </a:ext>
                  </a:extLst>
                </p14:cNvPr>
                <p14:cNvContentPartPr/>
                <p14:nvPr/>
              </p14:nvContentPartPr>
              <p14:xfrm>
                <a:off x="7314347" y="1667427"/>
                <a:ext cx="188640" cy="1702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B4DCD5E7-7B9E-F7F9-AD5B-FBCBE44245AA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310027" y="1663107"/>
                  <a:ext cx="19728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8FEF181A-903A-AA1F-F285-801507FB060C}"/>
                    </a:ext>
                  </a:extLst>
                </p14:cNvPr>
                <p14:cNvContentPartPr/>
                <p14:nvPr/>
              </p14:nvContentPartPr>
              <p14:xfrm>
                <a:off x="7661027" y="1637187"/>
                <a:ext cx="133920" cy="2062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8FEF181A-903A-AA1F-F285-801507FB060C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656707" y="1632867"/>
                  <a:ext cx="14256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C43856B2-479F-8665-1F6E-A0F3D4F66EBF}"/>
                    </a:ext>
                  </a:extLst>
                </p14:cNvPr>
                <p14:cNvContentPartPr/>
                <p14:nvPr/>
              </p14:nvContentPartPr>
              <p14:xfrm>
                <a:off x="7795667" y="1544307"/>
                <a:ext cx="283320" cy="2656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C43856B2-479F-8665-1F6E-A0F3D4F66EBF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791347" y="1539987"/>
                  <a:ext cx="29196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EC471E6E-3679-ADC9-B910-369D55AEEBC6}"/>
                    </a:ext>
                  </a:extLst>
                </p14:cNvPr>
                <p14:cNvContentPartPr/>
                <p14:nvPr/>
              </p14:nvContentPartPr>
              <p14:xfrm>
                <a:off x="6552947" y="1589307"/>
                <a:ext cx="242280" cy="3949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EC471E6E-3679-ADC9-B910-369D55AEEBC6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548627" y="1584987"/>
                  <a:ext cx="250920" cy="403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B21DD4CE-07C4-4FBA-BF94-287B4BF5C260}"/>
                  </a:ext>
                </a:extLst>
              </p14:cNvPr>
              <p14:cNvContentPartPr/>
              <p14:nvPr/>
            </p14:nvContentPartPr>
            <p14:xfrm>
              <a:off x="6971627" y="2362227"/>
              <a:ext cx="369720" cy="36972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B21DD4CE-07C4-4FBA-BF94-287B4BF5C260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6967307" y="2357907"/>
                <a:ext cx="378360" cy="378360"/>
              </a:xfrm>
              <a:prstGeom prst="rect">
                <a:avLst/>
              </a:prstGeom>
            </p:spPr>
          </p:pic>
        </mc:Fallback>
      </mc:AlternateContent>
      <p:grpSp>
        <p:nvGrpSpPr>
          <p:cNvPr id="72" name="Group 71">
            <a:extLst>
              <a:ext uri="{FF2B5EF4-FFF2-40B4-BE49-F238E27FC236}">
                <a16:creationId xmlns:a16="http://schemas.microsoft.com/office/drawing/2014/main" id="{9F6AAE47-A86D-B092-03BD-18CC69B54A4D}"/>
              </a:ext>
            </a:extLst>
          </p:cNvPr>
          <p:cNvGrpSpPr/>
          <p:nvPr/>
        </p:nvGrpSpPr>
        <p:grpSpPr>
          <a:xfrm>
            <a:off x="1021907" y="4030467"/>
            <a:ext cx="220680" cy="472320"/>
            <a:chOff x="1021907" y="4030467"/>
            <a:chExt cx="220680" cy="472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99C5A9D2-6DA1-682F-BB45-BA90E67B4839}"/>
                    </a:ext>
                  </a:extLst>
                </p14:cNvPr>
                <p14:cNvContentPartPr/>
                <p14:nvPr/>
              </p14:nvContentPartPr>
              <p14:xfrm>
                <a:off x="1021907" y="4030467"/>
                <a:ext cx="220680" cy="4723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99C5A9D2-6DA1-682F-BB45-BA90E67B4839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017587" y="4026147"/>
                  <a:ext cx="229320" cy="48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3ADEA208-79A3-037D-D153-11F14E042398}"/>
                    </a:ext>
                  </a:extLst>
                </p14:cNvPr>
                <p14:cNvContentPartPr/>
                <p14:nvPr/>
              </p14:nvContentPartPr>
              <p14:xfrm>
                <a:off x="1092827" y="4219107"/>
                <a:ext cx="107280" cy="259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3ADEA208-79A3-037D-D153-11F14E042398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088507" y="4214787"/>
                  <a:ext cx="115920" cy="34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F83B781A-4CED-2F2B-D4DA-185B799EB205}"/>
                  </a:ext>
                </a:extLst>
              </p14:cNvPr>
              <p14:cNvContentPartPr/>
              <p14:nvPr/>
            </p14:nvContentPartPr>
            <p14:xfrm>
              <a:off x="904547" y="4693947"/>
              <a:ext cx="216720" cy="49428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F83B781A-4CED-2F2B-D4DA-185B799EB205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900227" y="4689627"/>
                <a:ext cx="225360" cy="50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A8CDCAEC-8E35-3A60-62A3-BAC90BAB6DFD}"/>
                  </a:ext>
                </a:extLst>
              </p14:cNvPr>
              <p14:cNvContentPartPr/>
              <p14:nvPr/>
            </p14:nvContentPartPr>
            <p14:xfrm>
              <a:off x="783227" y="5454987"/>
              <a:ext cx="410400" cy="39132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A8CDCAEC-8E35-3A60-62A3-BAC90BAB6DFD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778907" y="5450667"/>
                <a:ext cx="419040" cy="399960"/>
              </a:xfrm>
              <a:prstGeom prst="rect">
                <a:avLst/>
              </a:prstGeom>
            </p:spPr>
          </p:pic>
        </mc:Fallback>
      </mc:AlternateContent>
      <p:grpSp>
        <p:nvGrpSpPr>
          <p:cNvPr id="77" name="Group 76">
            <a:extLst>
              <a:ext uri="{FF2B5EF4-FFF2-40B4-BE49-F238E27FC236}">
                <a16:creationId xmlns:a16="http://schemas.microsoft.com/office/drawing/2014/main" id="{4ED206A2-F129-7D51-E289-AE4567053556}"/>
              </a:ext>
            </a:extLst>
          </p:cNvPr>
          <p:cNvGrpSpPr/>
          <p:nvPr/>
        </p:nvGrpSpPr>
        <p:grpSpPr>
          <a:xfrm>
            <a:off x="1859267" y="3774147"/>
            <a:ext cx="3141360" cy="845280"/>
            <a:chOff x="1859267" y="3774147"/>
            <a:chExt cx="3141360" cy="845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CC919BD4-9D83-8ACA-15D2-6C3244D10648}"/>
                    </a:ext>
                  </a:extLst>
                </p14:cNvPr>
                <p14:cNvContentPartPr/>
                <p14:nvPr/>
              </p14:nvContentPartPr>
              <p14:xfrm>
                <a:off x="1871147" y="3996267"/>
                <a:ext cx="28080" cy="4564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CC919BD4-9D83-8ACA-15D2-6C3244D10648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866827" y="3991947"/>
                  <a:ext cx="36720" cy="46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48B0C665-6822-49A1-38F6-38DDFF481A80}"/>
                    </a:ext>
                  </a:extLst>
                </p14:cNvPr>
                <p14:cNvContentPartPr/>
                <p14:nvPr/>
              </p14:nvContentPartPr>
              <p14:xfrm>
                <a:off x="1859267" y="3774147"/>
                <a:ext cx="3141360" cy="84528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48B0C665-6822-49A1-38F6-38DDFF481A80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854947" y="3769827"/>
                  <a:ext cx="3150000" cy="85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47A9DF5-B817-88A2-989E-5173461086A6}"/>
                    </a:ext>
                  </a:extLst>
                </p14:cNvPr>
                <p14:cNvContentPartPr/>
                <p14:nvPr/>
              </p14:nvContentPartPr>
              <p14:xfrm>
                <a:off x="2830547" y="4038027"/>
                <a:ext cx="309240" cy="23760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947A9DF5-B817-88A2-989E-5173461086A6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2826227" y="4033707"/>
                  <a:ext cx="31788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773DE7C3-7618-C763-D6A9-5970AFE1EB06}"/>
                    </a:ext>
                  </a:extLst>
                </p14:cNvPr>
                <p14:cNvContentPartPr/>
                <p14:nvPr/>
              </p14:nvContentPartPr>
              <p14:xfrm>
                <a:off x="2987867" y="4156827"/>
                <a:ext cx="68760" cy="23364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773DE7C3-7618-C763-D6A9-5970AFE1EB06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983547" y="4152507"/>
                  <a:ext cx="77400" cy="242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4FCB8BA8-BCC5-0F4E-3A87-ECAE7F243735}"/>
              </a:ext>
            </a:extLst>
          </p:cNvPr>
          <p:cNvGrpSpPr/>
          <p:nvPr/>
        </p:nvGrpSpPr>
        <p:grpSpPr>
          <a:xfrm>
            <a:off x="4747907" y="4486227"/>
            <a:ext cx="3437280" cy="1431360"/>
            <a:chOff x="4747907" y="4486227"/>
            <a:chExt cx="3437280" cy="1431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7A4A3551-E129-E867-F467-8CAFF82FA84E}"/>
                    </a:ext>
                  </a:extLst>
                </p14:cNvPr>
                <p14:cNvContentPartPr/>
                <p14:nvPr/>
              </p14:nvContentPartPr>
              <p14:xfrm>
                <a:off x="4895147" y="4702227"/>
                <a:ext cx="19800" cy="3592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7A4A3551-E129-E867-F467-8CAFF82FA84E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890827" y="4697907"/>
                  <a:ext cx="28440" cy="36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2EF9D481-49B8-DB6F-A46B-45336C6F3474}"/>
                    </a:ext>
                  </a:extLst>
                </p14:cNvPr>
                <p14:cNvContentPartPr/>
                <p14:nvPr/>
              </p14:nvContentPartPr>
              <p14:xfrm>
                <a:off x="4747907" y="4486227"/>
                <a:ext cx="1478160" cy="6912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2EF9D481-49B8-DB6F-A46B-45336C6F3474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743587" y="4481907"/>
                  <a:ext cx="1486800" cy="69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DA6A798C-F4BE-0F1A-0C68-4B2CA84B3815}"/>
                    </a:ext>
                  </a:extLst>
                </p14:cNvPr>
                <p14:cNvContentPartPr/>
                <p14:nvPr/>
              </p14:nvContentPartPr>
              <p14:xfrm>
                <a:off x="6435587" y="5324307"/>
                <a:ext cx="41040" cy="56124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DA6A798C-F4BE-0F1A-0C68-4B2CA84B3815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431267" y="5319987"/>
                  <a:ext cx="49680" cy="56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34391A42-E9F1-8CB5-21C8-6502E2BC8E66}"/>
                    </a:ext>
                  </a:extLst>
                </p14:cNvPr>
                <p14:cNvContentPartPr/>
                <p14:nvPr/>
              </p14:nvContentPartPr>
              <p14:xfrm>
                <a:off x="6202307" y="5044587"/>
                <a:ext cx="1982880" cy="87300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34391A42-E9F1-8CB5-21C8-6502E2BC8E66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197987" y="5040267"/>
                  <a:ext cx="1991520" cy="88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48562E6D-CEAC-425D-30C1-EBBBE8E4A00D}"/>
                    </a:ext>
                  </a:extLst>
                </p14:cNvPr>
                <p14:cNvContentPartPr/>
                <p14:nvPr/>
              </p14:nvContentPartPr>
              <p14:xfrm>
                <a:off x="7008707" y="5457147"/>
                <a:ext cx="17640" cy="3085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48562E6D-CEAC-425D-30C1-EBBBE8E4A00D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004387" y="5452827"/>
                  <a:ext cx="26280" cy="317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9F9DE5BE-11A6-4F5B-36B6-8E16EE26408C}"/>
              </a:ext>
            </a:extLst>
          </p:cNvPr>
          <p:cNvGrpSpPr/>
          <p:nvPr/>
        </p:nvGrpSpPr>
        <p:grpSpPr>
          <a:xfrm>
            <a:off x="5308787" y="3620067"/>
            <a:ext cx="1210680" cy="697680"/>
            <a:chOff x="5308787" y="3620067"/>
            <a:chExt cx="1210680" cy="697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B1D6B41A-F22E-6B55-91CA-782F1923FA93}"/>
                    </a:ext>
                  </a:extLst>
                </p14:cNvPr>
                <p14:cNvContentPartPr/>
                <p14:nvPr/>
              </p14:nvContentPartPr>
              <p14:xfrm>
                <a:off x="5308787" y="3620067"/>
                <a:ext cx="1065240" cy="6976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B1D6B41A-F22E-6B55-91CA-782F1923FA93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304467" y="3615747"/>
                  <a:ext cx="1073880" cy="70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5886E91F-EB39-1A21-48E6-91E329BD5941}"/>
                    </a:ext>
                  </a:extLst>
                </p14:cNvPr>
                <p14:cNvContentPartPr/>
                <p14:nvPr/>
              </p14:nvContentPartPr>
              <p14:xfrm>
                <a:off x="6285827" y="3994467"/>
                <a:ext cx="233640" cy="11844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5886E91F-EB39-1A21-48E6-91E329BD5941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281507" y="3990147"/>
                  <a:ext cx="242280" cy="12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645E37A8-B68D-B023-67D8-53BEA7350797}"/>
              </a:ext>
            </a:extLst>
          </p:cNvPr>
          <p:cNvGrpSpPr/>
          <p:nvPr/>
        </p:nvGrpSpPr>
        <p:grpSpPr>
          <a:xfrm>
            <a:off x="8354027" y="4952427"/>
            <a:ext cx="1515240" cy="940320"/>
            <a:chOff x="8354027" y="4952427"/>
            <a:chExt cx="1515240" cy="940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6DB5FBAE-F6AB-9999-4456-AF0B2E16BE63}"/>
                    </a:ext>
                  </a:extLst>
                </p14:cNvPr>
                <p14:cNvContentPartPr/>
                <p14:nvPr/>
              </p14:nvContentPartPr>
              <p14:xfrm>
                <a:off x="8354027" y="5196507"/>
                <a:ext cx="57960" cy="176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6DB5FBAE-F6AB-9999-4456-AF0B2E16BE63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349707" y="5192187"/>
                  <a:ext cx="6660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6C086173-D5DB-7DD6-EB5D-A234A5322686}"/>
                    </a:ext>
                  </a:extLst>
                </p14:cNvPr>
                <p14:cNvContentPartPr/>
                <p14:nvPr/>
              </p14:nvContentPartPr>
              <p14:xfrm>
                <a:off x="8388227" y="4952427"/>
                <a:ext cx="1270440" cy="94032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6C086173-D5DB-7DD6-EB5D-A234A5322686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8383907" y="4948107"/>
                  <a:ext cx="1279080" cy="9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532507A8-22DF-4C55-EFD9-DA8D0BA9BD0F}"/>
                    </a:ext>
                  </a:extLst>
                </p14:cNvPr>
                <p14:cNvContentPartPr/>
                <p14:nvPr/>
              </p14:nvContentPartPr>
              <p14:xfrm>
                <a:off x="9519707" y="5454987"/>
                <a:ext cx="349560" cy="16488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532507A8-22DF-4C55-EFD9-DA8D0BA9BD0F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9515387" y="5450667"/>
                  <a:ext cx="358200" cy="173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5C8EE0E0-DA2F-5B42-ABBF-F8F3054963F2}"/>
              </a:ext>
            </a:extLst>
          </p:cNvPr>
          <p:cNvGrpSpPr/>
          <p:nvPr/>
        </p:nvGrpSpPr>
        <p:grpSpPr>
          <a:xfrm>
            <a:off x="6481307" y="4458507"/>
            <a:ext cx="1194840" cy="490320"/>
            <a:chOff x="6481307" y="4458507"/>
            <a:chExt cx="1194840" cy="490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9AF9E5B4-CFCA-DBBB-9B67-22027489A20E}"/>
                    </a:ext>
                  </a:extLst>
                </p14:cNvPr>
                <p14:cNvContentPartPr/>
                <p14:nvPr/>
              </p14:nvContentPartPr>
              <p14:xfrm>
                <a:off x="6490307" y="4638147"/>
                <a:ext cx="69480" cy="24408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9AF9E5B4-CFCA-DBBB-9B67-22027489A20E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485987" y="4633827"/>
                  <a:ext cx="7812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F3BA3EFE-7458-CA15-7FAD-E24D7CFBB44E}"/>
                    </a:ext>
                  </a:extLst>
                </p14:cNvPr>
                <p14:cNvContentPartPr/>
                <p14:nvPr/>
              </p14:nvContentPartPr>
              <p14:xfrm>
                <a:off x="6481307" y="4562547"/>
                <a:ext cx="156960" cy="38628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F3BA3EFE-7458-CA15-7FAD-E24D7CFBB44E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476987" y="4558227"/>
                  <a:ext cx="165600" cy="39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CDF45013-61DD-8B37-381B-05A157069587}"/>
                    </a:ext>
                  </a:extLst>
                </p14:cNvPr>
                <p14:cNvContentPartPr/>
                <p14:nvPr/>
              </p14:nvContentPartPr>
              <p14:xfrm>
                <a:off x="6786227" y="4683147"/>
                <a:ext cx="169560" cy="2444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CDF45013-61DD-8B37-381B-05A157069587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781907" y="4678827"/>
                  <a:ext cx="17820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E0573348-B50A-539D-82B7-92EFA43F7EF6}"/>
                    </a:ext>
                  </a:extLst>
                </p14:cNvPr>
                <p14:cNvContentPartPr/>
                <p14:nvPr/>
              </p14:nvContentPartPr>
              <p14:xfrm>
                <a:off x="6957227" y="4770627"/>
                <a:ext cx="38880" cy="1350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E0573348-B50A-539D-82B7-92EFA43F7EF6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6952907" y="4766307"/>
                  <a:ext cx="4752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E2C23EE9-65F5-6C74-7400-41DA3006E734}"/>
                    </a:ext>
                  </a:extLst>
                </p14:cNvPr>
                <p14:cNvContentPartPr/>
                <p14:nvPr/>
              </p14:nvContentPartPr>
              <p14:xfrm>
                <a:off x="7070627" y="4458507"/>
                <a:ext cx="34560" cy="1566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E2C23EE9-65F5-6C74-7400-41DA3006E734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7066307" y="4454187"/>
                  <a:ext cx="4320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E1FB39DD-E9C0-4193-4012-ACCD5AA38ACE}"/>
                    </a:ext>
                  </a:extLst>
                </p14:cNvPr>
                <p14:cNvContentPartPr/>
                <p14:nvPr/>
              </p14:nvContentPartPr>
              <p14:xfrm>
                <a:off x="7139027" y="4713027"/>
                <a:ext cx="144000" cy="13932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E1FB39DD-E9C0-4193-4012-ACCD5AA38ACE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7134707" y="4708707"/>
                  <a:ext cx="15264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565F2289-D7BD-D54E-E29D-98A1B55D5E0C}"/>
                    </a:ext>
                  </a:extLst>
                </p14:cNvPr>
                <p14:cNvContentPartPr/>
                <p14:nvPr/>
              </p14:nvContentPartPr>
              <p14:xfrm>
                <a:off x="7282307" y="4713027"/>
                <a:ext cx="360" cy="36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565F2289-D7BD-D54E-E29D-98A1B55D5E0C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277987" y="4708707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C369E7B1-0CE0-B3B2-CF12-72ADCDCC35B3}"/>
                    </a:ext>
                  </a:extLst>
                </p14:cNvPr>
                <p14:cNvContentPartPr/>
                <p14:nvPr/>
              </p14:nvContentPartPr>
              <p14:xfrm>
                <a:off x="7282307" y="4649307"/>
                <a:ext cx="393840" cy="13464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C369E7B1-0CE0-B3B2-CF12-72ADCDCC35B3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7277987" y="4644987"/>
                  <a:ext cx="402480" cy="143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2AAB743F-1274-1DDE-50EA-EC7F377EDCF3}"/>
              </a:ext>
            </a:extLst>
          </p:cNvPr>
          <p:cNvGrpSpPr/>
          <p:nvPr/>
        </p:nvGrpSpPr>
        <p:grpSpPr>
          <a:xfrm>
            <a:off x="1768547" y="5878707"/>
            <a:ext cx="2064600" cy="1240560"/>
            <a:chOff x="1768547" y="5878707"/>
            <a:chExt cx="2064600" cy="1240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058A52AA-1553-FB97-1837-48E22397DD6C}"/>
                    </a:ext>
                  </a:extLst>
                </p14:cNvPr>
                <p14:cNvContentPartPr/>
                <p14:nvPr/>
              </p14:nvContentPartPr>
              <p14:xfrm>
                <a:off x="1862507" y="5961867"/>
                <a:ext cx="68760" cy="6195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058A52AA-1553-FB97-1837-48E22397DD6C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1858187" y="5957547"/>
                  <a:ext cx="77400" cy="62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FF938C2D-47F2-9C25-CD32-5112BF651222}"/>
                    </a:ext>
                  </a:extLst>
                </p14:cNvPr>
                <p14:cNvContentPartPr/>
                <p14:nvPr/>
              </p14:nvContentPartPr>
              <p14:xfrm>
                <a:off x="1768547" y="5878707"/>
                <a:ext cx="358920" cy="27180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FF938C2D-47F2-9C25-CD32-5112BF651222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1764227" y="5874387"/>
                  <a:ext cx="36756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6A2B7E31-8DBF-AAE3-55D3-DBE4F9D8B3BD}"/>
                    </a:ext>
                  </a:extLst>
                </p14:cNvPr>
                <p14:cNvContentPartPr/>
                <p14:nvPr/>
              </p14:nvContentPartPr>
              <p14:xfrm>
                <a:off x="1993187" y="6483867"/>
                <a:ext cx="222840" cy="32148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6A2B7E31-8DBF-AAE3-55D3-DBE4F9D8B3BD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1988867" y="6479547"/>
                  <a:ext cx="231480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DAC28C88-D05F-EFC4-791F-44BB986C7D45}"/>
                    </a:ext>
                  </a:extLst>
                </p14:cNvPr>
                <p14:cNvContentPartPr/>
                <p14:nvPr/>
              </p14:nvContentPartPr>
              <p14:xfrm>
                <a:off x="2243387" y="6624627"/>
                <a:ext cx="122400" cy="11412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DAC28C88-D05F-EFC4-791F-44BB986C7D45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2239067" y="6620307"/>
                  <a:ext cx="13104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C75FD6B5-0006-951A-855C-75095493E933}"/>
                    </a:ext>
                  </a:extLst>
                </p14:cNvPr>
                <p14:cNvContentPartPr/>
                <p14:nvPr/>
              </p14:nvContentPartPr>
              <p14:xfrm>
                <a:off x="2373707" y="6223947"/>
                <a:ext cx="274320" cy="5295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C75FD6B5-0006-951A-855C-75095493E933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2369387" y="6219627"/>
                  <a:ext cx="282960" cy="53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5CF14769-4053-105C-2319-6317650052FD}"/>
                    </a:ext>
                  </a:extLst>
                </p14:cNvPr>
                <p14:cNvContentPartPr/>
                <p14:nvPr/>
              </p14:nvContentPartPr>
              <p14:xfrm>
                <a:off x="2545067" y="6662427"/>
                <a:ext cx="360" cy="3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5CF14769-4053-105C-2319-6317650052FD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540747" y="6658107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AD807876-8807-4D21-6D12-66340ABE82C1}"/>
                    </a:ext>
                  </a:extLst>
                </p14:cNvPr>
                <p14:cNvContentPartPr/>
                <p14:nvPr/>
              </p14:nvContentPartPr>
              <p14:xfrm>
                <a:off x="2545067" y="6625707"/>
                <a:ext cx="306360" cy="9180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AD807876-8807-4D21-6D12-66340ABE82C1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2540747" y="6621387"/>
                  <a:ext cx="31500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9417BC78-8ABF-CAB9-95BB-0740290F81FC}"/>
                    </a:ext>
                  </a:extLst>
                </p14:cNvPr>
                <p14:cNvContentPartPr/>
                <p14:nvPr/>
              </p14:nvContentPartPr>
              <p14:xfrm>
                <a:off x="2866907" y="6581067"/>
                <a:ext cx="138960" cy="14796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9417BC78-8ABF-CAB9-95BB-0740290F81FC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2862587" y="6576747"/>
                  <a:ext cx="14760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40105796-18F9-ED71-FFA8-23C40891C896}"/>
                    </a:ext>
                  </a:extLst>
                </p14:cNvPr>
                <p14:cNvContentPartPr/>
                <p14:nvPr/>
              </p14:nvContentPartPr>
              <p14:xfrm>
                <a:off x="3085067" y="6550827"/>
                <a:ext cx="125640" cy="21132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40105796-18F9-ED71-FFA8-23C40891C896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3080747" y="6546507"/>
                  <a:ext cx="13428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EE9A81B4-4A51-1530-C7BD-3C7C7F0216DB}"/>
                    </a:ext>
                  </a:extLst>
                </p14:cNvPr>
                <p14:cNvContentPartPr/>
                <p14:nvPr/>
              </p14:nvContentPartPr>
              <p14:xfrm>
                <a:off x="3224747" y="6237267"/>
                <a:ext cx="253080" cy="48240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EE9A81B4-4A51-1530-C7BD-3C7C7F0216DB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3220427" y="6232947"/>
                  <a:ext cx="261720" cy="49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ED97F731-3F2B-2224-9A3D-967BEA781216}"/>
                    </a:ext>
                  </a:extLst>
                </p14:cNvPr>
                <p14:cNvContentPartPr/>
                <p14:nvPr/>
              </p14:nvContentPartPr>
              <p14:xfrm>
                <a:off x="3486107" y="6602667"/>
                <a:ext cx="201240" cy="16848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ED97F731-3F2B-2224-9A3D-967BEA781216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3481787" y="6598347"/>
                  <a:ext cx="20988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97D8C3BC-EC1B-7AF7-E1BD-37EB00E046BC}"/>
                    </a:ext>
                  </a:extLst>
                </p14:cNvPr>
                <p14:cNvContentPartPr/>
                <p14:nvPr/>
              </p14:nvContentPartPr>
              <p14:xfrm>
                <a:off x="3640187" y="6602667"/>
                <a:ext cx="360" cy="36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97D8C3BC-EC1B-7AF7-E1BD-37EB00E046BC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635867" y="6598347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14F73D97-8060-439F-32E9-9D10EC5320D3}"/>
                    </a:ext>
                  </a:extLst>
                </p14:cNvPr>
                <p14:cNvContentPartPr/>
                <p14:nvPr/>
              </p14:nvContentPartPr>
              <p14:xfrm>
                <a:off x="3422027" y="6578187"/>
                <a:ext cx="411120" cy="54108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14F73D97-8060-439F-32E9-9D10EC5320D3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3417707" y="6573867"/>
                  <a:ext cx="419760" cy="549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F08AD5C0-6498-BACE-E37B-4D3B9AE903BA}"/>
              </a:ext>
            </a:extLst>
          </p:cNvPr>
          <p:cNvGrpSpPr/>
          <p:nvPr/>
        </p:nvGrpSpPr>
        <p:grpSpPr>
          <a:xfrm>
            <a:off x="4286027" y="6344747"/>
            <a:ext cx="956160" cy="547920"/>
            <a:chOff x="4286027" y="6344747"/>
            <a:chExt cx="956160" cy="547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B1686DAF-5C8F-30D9-8FF2-D8D2B31A0AC9}"/>
                    </a:ext>
                  </a:extLst>
                </p14:cNvPr>
                <p14:cNvContentPartPr/>
                <p14:nvPr/>
              </p14:nvContentPartPr>
              <p14:xfrm>
                <a:off x="4286027" y="6616187"/>
                <a:ext cx="190800" cy="27648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B1686DAF-5C8F-30D9-8FF2-D8D2B31A0AC9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4281707" y="6611867"/>
                  <a:ext cx="19944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813F4F7C-B936-7530-576D-71F56DFDE88D}"/>
                    </a:ext>
                  </a:extLst>
                </p14:cNvPr>
                <p14:cNvContentPartPr/>
                <p14:nvPr/>
              </p14:nvContentPartPr>
              <p14:xfrm>
                <a:off x="4444067" y="6344747"/>
                <a:ext cx="190800" cy="42048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813F4F7C-B936-7530-576D-71F56DFDE88D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4439747" y="6340427"/>
                  <a:ext cx="199440" cy="42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FAAE848D-BE43-DB61-E415-2E3A0354BC84}"/>
                    </a:ext>
                  </a:extLst>
                </p14:cNvPr>
                <p14:cNvContentPartPr/>
                <p14:nvPr/>
              </p14:nvContentPartPr>
              <p14:xfrm>
                <a:off x="4401587" y="6521507"/>
                <a:ext cx="462240" cy="17424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FAAE848D-BE43-DB61-E415-2E3A0354BC84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4397267" y="6517187"/>
                  <a:ext cx="47088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7233D9C9-E78E-D47C-1010-25E5105A974A}"/>
                    </a:ext>
                  </a:extLst>
                </p14:cNvPr>
                <p14:cNvContentPartPr/>
                <p14:nvPr/>
              </p14:nvContentPartPr>
              <p14:xfrm>
                <a:off x="4882547" y="6540227"/>
                <a:ext cx="62280" cy="11484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7233D9C9-E78E-D47C-1010-25E5105A974A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4878227" y="6535907"/>
                  <a:ext cx="7092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3B1EB3D3-ECA9-0BC2-C5E9-CA792BC0C505}"/>
                    </a:ext>
                  </a:extLst>
                </p14:cNvPr>
                <p14:cNvContentPartPr/>
                <p14:nvPr/>
              </p14:nvContentPartPr>
              <p14:xfrm>
                <a:off x="5114747" y="6357347"/>
                <a:ext cx="52920" cy="33084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3B1EB3D3-ECA9-0BC2-C5E9-CA792BC0C505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5110427" y="6353027"/>
                  <a:ext cx="61560" cy="33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A67867AF-B5B7-131D-827B-A68EB9BC38A7}"/>
                    </a:ext>
                  </a:extLst>
                </p14:cNvPr>
                <p14:cNvContentPartPr/>
                <p14:nvPr/>
              </p14:nvContentPartPr>
              <p14:xfrm>
                <a:off x="4959587" y="6566867"/>
                <a:ext cx="214200" cy="4212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A67867AF-B5B7-131D-827B-A68EB9BC38A7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4955267" y="6562547"/>
                  <a:ext cx="22284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B5D3847F-FF44-237D-3D5B-F395562D5FF7}"/>
                    </a:ext>
                  </a:extLst>
                </p14:cNvPr>
                <p14:cNvContentPartPr/>
                <p14:nvPr/>
              </p14:nvContentPartPr>
              <p14:xfrm>
                <a:off x="5214107" y="6716627"/>
                <a:ext cx="28080" cy="3780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B5D3847F-FF44-237D-3D5B-F395562D5FF7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5209787" y="6712307"/>
                  <a:ext cx="36720" cy="46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7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7751C8BA-701B-5A3F-F8DB-A7318E570258}"/>
                  </a:ext>
                </a:extLst>
              </p14:cNvPr>
              <p14:cNvContentPartPr/>
              <p14:nvPr/>
            </p14:nvContentPartPr>
            <p14:xfrm>
              <a:off x="5325347" y="4774067"/>
              <a:ext cx="79560" cy="349560"/>
            </p14:xfrm>
          </p:contentPart>
        </mc:Choice>
        <mc:Fallback xmlns=""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7751C8BA-701B-5A3F-F8DB-A7318E570258}"/>
                  </a:ext>
                </a:extLst>
              </p:cNvPr>
              <p:cNvPicPr/>
              <p:nvPr/>
            </p:nvPicPr>
            <p:blipFill>
              <a:blip r:embed="rId188"/>
              <a:stretch>
                <a:fillRect/>
              </a:stretch>
            </p:blipFill>
            <p:spPr>
              <a:xfrm>
                <a:off x="5321027" y="4769747"/>
                <a:ext cx="88200" cy="358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7" name="Group 146">
            <a:extLst>
              <a:ext uri="{FF2B5EF4-FFF2-40B4-BE49-F238E27FC236}">
                <a16:creationId xmlns:a16="http://schemas.microsoft.com/office/drawing/2014/main" id="{A0094361-5B86-4F92-9D72-E9A72F8C7052}"/>
              </a:ext>
            </a:extLst>
          </p:cNvPr>
          <p:cNvGrpSpPr/>
          <p:nvPr/>
        </p:nvGrpSpPr>
        <p:grpSpPr>
          <a:xfrm>
            <a:off x="1052147" y="2653467"/>
            <a:ext cx="1454760" cy="571320"/>
            <a:chOff x="1052147" y="2653467"/>
            <a:chExt cx="1454760" cy="571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A262553-C2C0-3603-7CB0-9859E5FC6F38}"/>
                    </a:ext>
                  </a:extLst>
                </p14:cNvPr>
                <p14:cNvContentPartPr/>
                <p14:nvPr/>
              </p14:nvContentPartPr>
              <p14:xfrm>
                <a:off x="1079867" y="2744907"/>
                <a:ext cx="63360" cy="3218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A262553-C2C0-3603-7CB0-9859E5FC6F38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1075547" y="2740587"/>
                  <a:ext cx="7200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EFD2D72-2C14-3CAB-AFA4-D6BCC2EDB1E4}"/>
                    </a:ext>
                  </a:extLst>
                </p14:cNvPr>
                <p14:cNvContentPartPr/>
                <p14:nvPr/>
              </p14:nvContentPartPr>
              <p14:xfrm>
                <a:off x="1052147" y="2658507"/>
                <a:ext cx="292320" cy="5662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EFD2D72-2C14-3CAB-AFA4-D6BCC2EDB1E4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1047827" y="2654187"/>
                  <a:ext cx="300960" cy="57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6C7D4105-3307-93D3-FDDD-89D51C75C175}"/>
                    </a:ext>
                  </a:extLst>
                </p14:cNvPr>
                <p14:cNvContentPartPr/>
                <p14:nvPr/>
              </p14:nvContentPartPr>
              <p14:xfrm>
                <a:off x="1508267" y="2811507"/>
                <a:ext cx="166680" cy="3394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6C7D4105-3307-93D3-FDDD-89D51C75C175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1503947" y="2807187"/>
                  <a:ext cx="175320" cy="34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3C3C68C1-C0C7-8306-C2B2-E5BD8AF37D20}"/>
                    </a:ext>
                  </a:extLst>
                </p14:cNvPr>
                <p14:cNvContentPartPr/>
                <p14:nvPr/>
              </p14:nvContentPartPr>
              <p14:xfrm>
                <a:off x="1736507" y="3001947"/>
                <a:ext cx="47520" cy="1202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3C3C68C1-C0C7-8306-C2B2-E5BD8AF37D20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1732187" y="2997627"/>
                  <a:ext cx="5616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0C60EFF-7BBC-2367-7B7B-CE6C41AE0324}"/>
                    </a:ext>
                  </a:extLst>
                </p14:cNvPr>
                <p14:cNvContentPartPr/>
                <p14:nvPr/>
              </p14:nvContentPartPr>
              <p14:xfrm>
                <a:off x="1969787" y="2653467"/>
                <a:ext cx="25920" cy="1648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0C60EFF-7BBC-2367-7B7B-CE6C41AE0324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1965467" y="2649147"/>
                  <a:ext cx="3456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CFBF80A-2C66-0A57-094A-EC37F6C8B542}"/>
                    </a:ext>
                  </a:extLst>
                </p14:cNvPr>
                <p14:cNvContentPartPr/>
                <p14:nvPr/>
              </p14:nvContentPartPr>
              <p14:xfrm>
                <a:off x="2012267" y="2899347"/>
                <a:ext cx="220680" cy="2142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CFBF80A-2C66-0A57-094A-EC37F6C8B542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2007947" y="2895027"/>
                  <a:ext cx="22932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C0677A5-F8E6-86CD-B799-30F55C3460B6}"/>
                    </a:ext>
                  </a:extLst>
                </p14:cNvPr>
                <p14:cNvContentPartPr/>
                <p14:nvPr/>
              </p14:nvContentPartPr>
              <p14:xfrm>
                <a:off x="2222147" y="2927067"/>
                <a:ext cx="284760" cy="1756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C0677A5-F8E6-86CD-B799-30F55C3460B6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2217827" y="2922747"/>
                  <a:ext cx="293400" cy="1843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4551674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E683986B-864C-84AB-BB27-EA327E58D725}"/>
                  </a:ext>
                </a:extLst>
              </p14:cNvPr>
              <p14:cNvContentPartPr/>
              <p14:nvPr/>
            </p14:nvContentPartPr>
            <p14:xfrm>
              <a:off x="1302347" y="4067187"/>
              <a:ext cx="73800" cy="2934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E683986B-864C-84AB-BB27-EA327E58D72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98027" y="4062867"/>
                <a:ext cx="82440" cy="30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D1BE7362-4E17-6A18-3443-054E11B27C36}"/>
                  </a:ext>
                </a:extLst>
              </p14:cNvPr>
              <p14:cNvContentPartPr/>
              <p14:nvPr/>
            </p14:nvContentPartPr>
            <p14:xfrm>
              <a:off x="1111907" y="4013547"/>
              <a:ext cx="417600" cy="6037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D1BE7362-4E17-6A18-3443-054E11B27C3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07587" y="4009227"/>
                <a:ext cx="426240" cy="61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A1593CF-821D-811D-5831-29086212BC3A}"/>
                  </a:ext>
                </a:extLst>
              </p14:cNvPr>
              <p14:cNvContentPartPr/>
              <p14:nvPr/>
            </p14:nvContentPartPr>
            <p14:xfrm>
              <a:off x="1362827" y="996027"/>
              <a:ext cx="222840" cy="603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A1593CF-821D-811D-5831-29086212BC3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358507" y="991707"/>
                <a:ext cx="231480" cy="61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0D0D9D8-BBAB-2035-ABFF-00A7793D9C57}"/>
                  </a:ext>
                </a:extLst>
              </p14:cNvPr>
              <p14:cNvContentPartPr/>
              <p14:nvPr/>
            </p14:nvContentPartPr>
            <p14:xfrm>
              <a:off x="1381547" y="1323267"/>
              <a:ext cx="192960" cy="216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0D0D9D8-BBAB-2035-ABFF-00A7793D9C5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377227" y="1318947"/>
                <a:ext cx="201600" cy="3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9E955C1-E01C-CA4E-B848-E79DFF5FEA5F}"/>
                  </a:ext>
                </a:extLst>
              </p14:cNvPr>
              <p14:cNvContentPartPr/>
              <p14:nvPr/>
            </p14:nvContentPartPr>
            <p14:xfrm>
              <a:off x="1486307" y="2084667"/>
              <a:ext cx="6840" cy="4255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9E955C1-E01C-CA4E-B848-E79DFF5FEA5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481987" y="2080347"/>
                <a:ext cx="15480" cy="43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A9B3D37-FDDA-941B-C903-22DE02714772}"/>
                  </a:ext>
                </a:extLst>
              </p14:cNvPr>
              <p14:cNvContentPartPr/>
              <p14:nvPr/>
            </p14:nvContentPartPr>
            <p14:xfrm>
              <a:off x="1456427" y="2015547"/>
              <a:ext cx="192960" cy="5274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A9B3D37-FDDA-941B-C903-22DE0271477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452107" y="2011227"/>
                <a:ext cx="201600" cy="53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45BD4041-7BAA-EB7F-0E5A-6C68A30A6A1A}"/>
                  </a:ext>
                </a:extLst>
              </p14:cNvPr>
              <p14:cNvContentPartPr/>
              <p14:nvPr/>
            </p14:nvContentPartPr>
            <p14:xfrm>
              <a:off x="1310627" y="2991147"/>
              <a:ext cx="271080" cy="4111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45BD4041-7BAA-EB7F-0E5A-6C68A30A6A1A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306307" y="2986827"/>
                <a:ext cx="279720" cy="41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6D978B39-FBC7-7359-AC39-659B526C72E6}"/>
                  </a:ext>
                </a:extLst>
              </p14:cNvPr>
              <p14:cNvContentPartPr/>
              <p14:nvPr/>
            </p14:nvContentPartPr>
            <p14:xfrm>
              <a:off x="7770107" y="3339987"/>
              <a:ext cx="162360" cy="21852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6D978B39-FBC7-7359-AC39-659B526C72E6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765787" y="3335667"/>
                <a:ext cx="171000" cy="227160"/>
              </a:xfrm>
              <a:prstGeom prst="rect">
                <a:avLst/>
              </a:prstGeom>
            </p:spPr>
          </p:pic>
        </mc:Fallback>
      </mc:AlternateContent>
      <p:grpSp>
        <p:nvGrpSpPr>
          <p:cNvPr id="63" name="Group 62">
            <a:extLst>
              <a:ext uri="{FF2B5EF4-FFF2-40B4-BE49-F238E27FC236}">
                <a16:creationId xmlns:a16="http://schemas.microsoft.com/office/drawing/2014/main" id="{3CC20809-8A35-2CA0-30F9-25A8C03E479F}"/>
              </a:ext>
            </a:extLst>
          </p:cNvPr>
          <p:cNvGrpSpPr/>
          <p:nvPr/>
        </p:nvGrpSpPr>
        <p:grpSpPr>
          <a:xfrm>
            <a:off x="2239067" y="772107"/>
            <a:ext cx="9054000" cy="4146480"/>
            <a:chOff x="2239067" y="772107"/>
            <a:chExt cx="9054000" cy="4146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54B518B-094E-25E3-8F5F-7968A0B6E729}"/>
                    </a:ext>
                  </a:extLst>
                </p14:cNvPr>
                <p14:cNvContentPartPr/>
                <p14:nvPr/>
              </p14:nvContentPartPr>
              <p14:xfrm>
                <a:off x="2373707" y="1132827"/>
                <a:ext cx="54000" cy="6098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54B518B-094E-25E3-8F5F-7968A0B6E72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369387" y="1128507"/>
                  <a:ext cx="62640" cy="61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D187ACD-A501-275A-353D-DEC7AE4423D6}"/>
                    </a:ext>
                  </a:extLst>
                </p14:cNvPr>
                <p14:cNvContentPartPr/>
                <p14:nvPr/>
              </p14:nvContentPartPr>
              <p14:xfrm>
                <a:off x="2239067" y="1023747"/>
                <a:ext cx="2091960" cy="8118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D187ACD-A501-275A-353D-DEC7AE4423D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234747" y="1019427"/>
                  <a:ext cx="2100600" cy="82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75EE62D-18FA-EB39-3C12-80C95C413D06}"/>
                    </a:ext>
                  </a:extLst>
                </p14:cNvPr>
                <p14:cNvContentPartPr/>
                <p14:nvPr/>
              </p14:nvContentPartPr>
              <p14:xfrm>
                <a:off x="4283867" y="2144427"/>
                <a:ext cx="47880" cy="6130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75EE62D-18FA-EB39-3C12-80C95C413D0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279547" y="2140107"/>
                  <a:ext cx="56520" cy="62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97B3340-4638-F1D4-913F-BC24BCD42430}"/>
                    </a:ext>
                  </a:extLst>
                </p14:cNvPr>
                <p14:cNvContentPartPr/>
                <p14:nvPr/>
              </p14:nvContentPartPr>
              <p14:xfrm>
                <a:off x="4140227" y="1943187"/>
                <a:ext cx="3686040" cy="10353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97B3340-4638-F1D4-913F-BC24BCD4243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135907" y="1938867"/>
                  <a:ext cx="3694680" cy="10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4082697-169F-A474-3C06-40BE053647D1}"/>
                    </a:ext>
                  </a:extLst>
                </p14:cNvPr>
                <p14:cNvContentPartPr/>
                <p14:nvPr/>
              </p14:nvContentPartPr>
              <p14:xfrm>
                <a:off x="4305107" y="3362667"/>
                <a:ext cx="94680" cy="4996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4082697-169F-A474-3C06-40BE053647D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300787" y="3358347"/>
                  <a:ext cx="103320" cy="50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7DC2596-5872-E634-6958-0891B211ED06}"/>
                    </a:ext>
                  </a:extLst>
                </p14:cNvPr>
                <p14:cNvContentPartPr/>
                <p14:nvPr/>
              </p14:nvContentPartPr>
              <p14:xfrm>
                <a:off x="4414187" y="3305787"/>
                <a:ext cx="2117880" cy="6228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7DC2596-5872-E634-6958-0891B211ED0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409867" y="3301467"/>
                  <a:ext cx="2126520" cy="63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47AF84D4-DBAE-7EA7-4202-B16306FB1D40}"/>
                    </a:ext>
                  </a:extLst>
                </p14:cNvPr>
                <p14:cNvContentPartPr/>
                <p14:nvPr/>
              </p14:nvContentPartPr>
              <p14:xfrm>
                <a:off x="8028947" y="4297947"/>
                <a:ext cx="77400" cy="4946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47AF84D4-DBAE-7EA7-4202-B16306FB1D4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024627" y="4293627"/>
                  <a:ext cx="86040" cy="50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6C970B1-58F4-6695-6888-AFABB26AEE21}"/>
                    </a:ext>
                  </a:extLst>
                </p14:cNvPr>
                <p14:cNvContentPartPr/>
                <p14:nvPr/>
              </p14:nvContentPartPr>
              <p14:xfrm>
                <a:off x="8057747" y="4049907"/>
                <a:ext cx="1881360" cy="8629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6C970B1-58F4-6695-6888-AFABB26AEE2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053427" y="4045587"/>
                  <a:ext cx="1890000" cy="87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1AD0889B-FA4B-D8E9-FB24-5E27068AF174}"/>
                    </a:ext>
                  </a:extLst>
                </p14:cNvPr>
                <p14:cNvContentPartPr/>
                <p14:nvPr/>
              </p14:nvContentPartPr>
              <p14:xfrm>
                <a:off x="3721187" y="1378707"/>
                <a:ext cx="1448280" cy="11102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1AD0889B-FA4B-D8E9-FB24-5E27068AF17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716867" y="1374387"/>
                  <a:ext cx="1456920" cy="11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349E15E-EFFE-56E3-292B-8D3498DC600C}"/>
                    </a:ext>
                  </a:extLst>
                </p14:cNvPr>
                <p14:cNvContentPartPr/>
                <p14:nvPr/>
              </p14:nvContentPartPr>
              <p14:xfrm>
                <a:off x="4131947" y="2167827"/>
                <a:ext cx="204480" cy="4129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349E15E-EFFE-56E3-292B-8D3498DC600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127627" y="2163507"/>
                  <a:ext cx="213120" cy="42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14DCEFC4-87E3-744D-62D6-7227E826D947}"/>
                    </a:ext>
                  </a:extLst>
                </p14:cNvPr>
                <p14:cNvContentPartPr/>
                <p14:nvPr/>
              </p14:nvContentPartPr>
              <p14:xfrm>
                <a:off x="3806867" y="2467347"/>
                <a:ext cx="567000" cy="13626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14DCEFC4-87E3-744D-62D6-7227E826D94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802547" y="2463027"/>
                  <a:ext cx="575640" cy="137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288C97A-123E-C5DD-382E-96AAFAB05118}"/>
                    </a:ext>
                  </a:extLst>
                </p14:cNvPr>
                <p14:cNvContentPartPr/>
                <p14:nvPr/>
              </p14:nvContentPartPr>
              <p14:xfrm>
                <a:off x="4097747" y="3530427"/>
                <a:ext cx="335880" cy="5025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288C97A-123E-C5DD-382E-96AAFAB0511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093427" y="3526107"/>
                  <a:ext cx="344520" cy="51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E7DDADD-04E7-C9EA-0EEC-91282301654E}"/>
                    </a:ext>
                  </a:extLst>
                </p14:cNvPr>
                <p14:cNvContentPartPr/>
                <p14:nvPr/>
              </p14:nvContentPartPr>
              <p14:xfrm>
                <a:off x="7716467" y="2591547"/>
                <a:ext cx="909360" cy="608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E7DDADD-04E7-C9EA-0EEC-91282301654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712147" y="2587227"/>
                  <a:ext cx="91800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A40FD35-8CB8-178E-2569-915E71C7B69F}"/>
                    </a:ext>
                  </a:extLst>
                </p14:cNvPr>
                <p14:cNvContentPartPr/>
                <p14:nvPr/>
              </p14:nvContentPartPr>
              <p14:xfrm>
                <a:off x="6514427" y="3342147"/>
                <a:ext cx="1866600" cy="3384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A40FD35-8CB8-178E-2569-915E71C7B69F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510107" y="3337827"/>
                  <a:ext cx="1875240" cy="34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FE927F1-DAC9-65CF-7FED-EAD14CB4DFAE}"/>
                    </a:ext>
                  </a:extLst>
                </p14:cNvPr>
                <p14:cNvContentPartPr/>
                <p14:nvPr/>
              </p14:nvContentPartPr>
              <p14:xfrm>
                <a:off x="7288787" y="2606307"/>
                <a:ext cx="1296360" cy="21556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FE927F1-DAC9-65CF-7FED-EAD14CB4DFAE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284467" y="2601987"/>
                  <a:ext cx="1305000" cy="216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2C73E08E-9E01-DD46-EFE0-6C4995BBB85F}"/>
                    </a:ext>
                  </a:extLst>
                </p14:cNvPr>
                <p14:cNvContentPartPr/>
                <p14:nvPr/>
              </p14:nvContentPartPr>
              <p14:xfrm>
                <a:off x="7870547" y="4458507"/>
                <a:ext cx="325440" cy="4600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2C73E08E-9E01-DD46-EFE0-6C4995BBB85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866227" y="4454187"/>
                  <a:ext cx="334080" cy="46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F4FB3940-57A1-F051-D3B4-AC0D042F0BD4}"/>
                    </a:ext>
                  </a:extLst>
                </p14:cNvPr>
                <p14:cNvContentPartPr/>
                <p14:nvPr/>
              </p14:nvContentPartPr>
              <p14:xfrm>
                <a:off x="5297627" y="772107"/>
                <a:ext cx="965160" cy="6253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F4FB3940-57A1-F051-D3B4-AC0D042F0BD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293307" y="767787"/>
                  <a:ext cx="973800" cy="63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CF2C805C-B932-2196-DD3E-D196B2732EE1}"/>
                    </a:ext>
                  </a:extLst>
                </p14:cNvPr>
                <p14:cNvContentPartPr/>
                <p14:nvPr/>
              </p14:nvContentPartPr>
              <p14:xfrm>
                <a:off x="6084587" y="1212027"/>
                <a:ext cx="182520" cy="1501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CF2C805C-B932-2196-DD3E-D196B2732EE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080267" y="1207707"/>
                  <a:ext cx="19116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9236BFE3-3F09-2CE6-2B55-863C7F4E1477}"/>
                    </a:ext>
                  </a:extLst>
                </p14:cNvPr>
                <p14:cNvContentPartPr/>
                <p14:nvPr/>
              </p14:nvContentPartPr>
              <p14:xfrm>
                <a:off x="7932827" y="2103387"/>
                <a:ext cx="301680" cy="687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9236BFE3-3F09-2CE6-2B55-863C7F4E147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928507" y="2099067"/>
                  <a:ext cx="31032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32A34F4F-A0A1-1584-C090-0022E82B5C3E}"/>
                    </a:ext>
                  </a:extLst>
                </p14:cNvPr>
                <p14:cNvContentPartPr/>
                <p14:nvPr/>
              </p14:nvContentPartPr>
              <p14:xfrm>
                <a:off x="7923107" y="2153067"/>
                <a:ext cx="189720" cy="3178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32A34F4F-A0A1-1584-C090-0022E82B5C3E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918787" y="2148747"/>
                  <a:ext cx="198360" cy="32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D74FA77F-ACE7-CF6B-DA1C-137D773CF924}"/>
                    </a:ext>
                  </a:extLst>
                </p14:cNvPr>
                <p14:cNvContentPartPr/>
                <p14:nvPr/>
              </p14:nvContentPartPr>
              <p14:xfrm>
                <a:off x="8146307" y="1701267"/>
                <a:ext cx="619200" cy="7077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D74FA77F-ACE7-CF6B-DA1C-137D773CF92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141987" y="1696947"/>
                  <a:ext cx="627840" cy="71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491218C7-4F35-6075-E435-273D96167A90}"/>
                    </a:ext>
                  </a:extLst>
                </p14:cNvPr>
                <p14:cNvContentPartPr/>
                <p14:nvPr/>
              </p14:nvContentPartPr>
              <p14:xfrm>
                <a:off x="8609267" y="2251347"/>
                <a:ext cx="212040" cy="1353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491218C7-4F35-6075-E435-273D96167A9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604947" y="2247027"/>
                  <a:ext cx="22068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17C450B-86BD-8CB9-9DC9-6611E897EBAE}"/>
                    </a:ext>
                  </a:extLst>
                </p14:cNvPr>
                <p14:cNvContentPartPr/>
                <p14:nvPr/>
              </p14:nvContentPartPr>
              <p14:xfrm>
                <a:off x="6715667" y="3106707"/>
                <a:ext cx="182160" cy="3873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17C450B-86BD-8CB9-9DC9-6611E897EBAE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711347" y="3102387"/>
                  <a:ext cx="190800" cy="39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84EB17C-EBF8-4F31-3CCE-D72FC08BD500}"/>
                    </a:ext>
                  </a:extLst>
                </p14:cNvPr>
                <p14:cNvContentPartPr/>
                <p14:nvPr/>
              </p14:nvContentPartPr>
              <p14:xfrm>
                <a:off x="6822587" y="3271587"/>
                <a:ext cx="132840" cy="216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84EB17C-EBF8-4F31-3CCE-D72FC08BD50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818267" y="3267267"/>
                  <a:ext cx="14148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4D6FADCD-0096-B546-C006-FF165778F221}"/>
                    </a:ext>
                  </a:extLst>
                </p14:cNvPr>
                <p14:cNvContentPartPr/>
                <p14:nvPr/>
              </p14:nvContentPartPr>
              <p14:xfrm>
                <a:off x="7072787" y="3190227"/>
                <a:ext cx="45360" cy="3052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D6FADCD-0096-B546-C006-FF165778F221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068467" y="3185907"/>
                  <a:ext cx="5400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63C041F8-4805-2F26-980F-F83FC8965EEA}"/>
                    </a:ext>
                  </a:extLst>
                </p14:cNvPr>
                <p14:cNvContentPartPr/>
                <p14:nvPr/>
              </p14:nvContentPartPr>
              <p14:xfrm>
                <a:off x="7224707" y="3288507"/>
                <a:ext cx="19440" cy="964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63C041F8-4805-2F26-980F-F83FC8965EEA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220387" y="3284187"/>
                  <a:ext cx="2808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BC5F972-C3EC-186B-06D8-4CF0312C954F}"/>
                    </a:ext>
                  </a:extLst>
                </p14:cNvPr>
                <p14:cNvContentPartPr/>
                <p14:nvPr/>
              </p14:nvContentPartPr>
              <p14:xfrm>
                <a:off x="7237667" y="3168987"/>
                <a:ext cx="43200" cy="1285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BC5F972-C3EC-186B-06D8-4CF0312C954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233347" y="3164667"/>
                  <a:ext cx="5184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F62BC1F-41E7-E37B-FC4E-016763A6FF40}"/>
                    </a:ext>
                  </a:extLst>
                </p14:cNvPr>
                <p14:cNvContentPartPr/>
                <p14:nvPr/>
              </p14:nvContentPartPr>
              <p14:xfrm>
                <a:off x="7324787" y="3252147"/>
                <a:ext cx="137520" cy="1479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F62BC1F-41E7-E37B-FC4E-016763A6FF40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320467" y="3247827"/>
                  <a:ext cx="14616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E34F0B6A-C035-40FE-A12E-C4A023EFC723}"/>
                    </a:ext>
                  </a:extLst>
                </p14:cNvPr>
                <p14:cNvContentPartPr/>
                <p14:nvPr/>
              </p14:nvContentPartPr>
              <p14:xfrm>
                <a:off x="7508027" y="3256467"/>
                <a:ext cx="164160" cy="1692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E34F0B6A-C035-40FE-A12E-C4A023EFC723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503707" y="3252147"/>
                  <a:ext cx="17280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EC84454B-A6DF-08D9-2F89-3EC39BE34522}"/>
                    </a:ext>
                  </a:extLst>
                </p14:cNvPr>
                <p14:cNvContentPartPr/>
                <p14:nvPr/>
              </p14:nvContentPartPr>
              <p14:xfrm>
                <a:off x="10218467" y="4329987"/>
                <a:ext cx="41400" cy="2300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EC84454B-A6DF-08D9-2F89-3EC39BE34522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214147" y="4325667"/>
                  <a:ext cx="5004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601E8B11-1138-8818-838D-17CE233686C2}"/>
                    </a:ext>
                  </a:extLst>
                </p14:cNvPr>
                <p14:cNvContentPartPr/>
                <p14:nvPr/>
              </p14:nvContentPartPr>
              <p14:xfrm>
                <a:off x="10220987" y="4273107"/>
                <a:ext cx="169920" cy="3571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01E8B11-1138-8818-838D-17CE233686C2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0216667" y="4268787"/>
                  <a:ext cx="178560" cy="36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6A8D8CDF-BA3B-319A-81C4-CABDAE6D7319}"/>
                    </a:ext>
                  </a:extLst>
                </p14:cNvPr>
                <p14:cNvContentPartPr/>
                <p14:nvPr/>
              </p14:nvContentPartPr>
              <p14:xfrm>
                <a:off x="10465067" y="4342587"/>
                <a:ext cx="152280" cy="3128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6A8D8CDF-BA3B-319A-81C4-CABDAE6D7319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0460747" y="4338267"/>
                  <a:ext cx="160920" cy="32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55BBDCD-2155-ED13-4611-4DD58CA7F52A}"/>
                    </a:ext>
                  </a:extLst>
                </p14:cNvPr>
                <p14:cNvContentPartPr/>
                <p14:nvPr/>
              </p14:nvContentPartPr>
              <p14:xfrm>
                <a:off x="10670267" y="4441227"/>
                <a:ext cx="4680" cy="1026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F55BBDCD-2155-ED13-4611-4DD58CA7F52A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0665947" y="4436907"/>
                  <a:ext cx="1332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4E769DC6-FBE9-2EB7-B5FF-1EFD3AD1D96E}"/>
                    </a:ext>
                  </a:extLst>
                </p14:cNvPr>
                <p14:cNvContentPartPr/>
                <p14:nvPr/>
              </p14:nvContentPartPr>
              <p14:xfrm>
                <a:off x="10826507" y="4154667"/>
                <a:ext cx="51840" cy="1328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4E769DC6-FBE9-2EB7-B5FF-1EFD3AD1D96E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822187" y="4150347"/>
                  <a:ext cx="6048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02CCB43-AC8F-52EE-85AE-FF147F42C26B}"/>
                    </a:ext>
                  </a:extLst>
                </p14:cNvPr>
                <p14:cNvContentPartPr/>
                <p14:nvPr/>
              </p14:nvContentPartPr>
              <p14:xfrm>
                <a:off x="10869347" y="4402707"/>
                <a:ext cx="171360" cy="2120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02CCB43-AC8F-52EE-85AE-FF147F42C26B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865027" y="4398387"/>
                  <a:ext cx="18000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4DA1C671-BE2A-7067-5F86-034480E7CD23}"/>
                    </a:ext>
                  </a:extLst>
                </p14:cNvPr>
                <p14:cNvContentPartPr/>
                <p14:nvPr/>
              </p14:nvContentPartPr>
              <p14:xfrm>
                <a:off x="11140787" y="4535547"/>
                <a:ext cx="152280" cy="1224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4DA1C671-BE2A-7067-5F86-034480E7CD23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1136467" y="4531227"/>
                  <a:ext cx="16092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0DDA50E9-EC53-1BD9-D627-9DC98B331B95}"/>
                    </a:ext>
                  </a:extLst>
                </p14:cNvPr>
                <p14:cNvContentPartPr/>
                <p14:nvPr/>
              </p14:nvContentPartPr>
              <p14:xfrm>
                <a:off x="8707907" y="2693427"/>
                <a:ext cx="1019520" cy="7236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0DDA50E9-EC53-1BD9-D627-9DC98B331B95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703587" y="2689107"/>
                  <a:ext cx="1028160" cy="73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724FC601-C454-81CF-3BA4-3A379A5390C6}"/>
                    </a:ext>
                  </a:extLst>
                </p14:cNvPr>
                <p14:cNvContentPartPr/>
                <p14:nvPr/>
              </p14:nvContentPartPr>
              <p14:xfrm>
                <a:off x="9568667" y="3209307"/>
                <a:ext cx="309240" cy="2336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724FC601-C454-81CF-3BA4-3A379A5390C6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564347" y="3204987"/>
                  <a:ext cx="317880" cy="242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1268309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304FF817-6E48-4D51-2DC5-ACA5777473E1}"/>
              </a:ext>
            </a:extLst>
          </p:cNvPr>
          <p:cNvGrpSpPr/>
          <p:nvPr/>
        </p:nvGrpSpPr>
        <p:grpSpPr>
          <a:xfrm>
            <a:off x="788987" y="481587"/>
            <a:ext cx="624960" cy="281880"/>
            <a:chOff x="788987" y="481587"/>
            <a:chExt cx="624960" cy="281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1A90F45A-0676-068D-A6E4-EE778DAD394E}"/>
                    </a:ext>
                  </a:extLst>
                </p14:cNvPr>
                <p14:cNvContentPartPr/>
                <p14:nvPr/>
              </p14:nvContentPartPr>
              <p14:xfrm>
                <a:off x="788987" y="509667"/>
                <a:ext cx="93960" cy="25380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1A90F45A-0676-068D-A6E4-EE778DAD394E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84667" y="505347"/>
                  <a:ext cx="10260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814EEDEC-C861-92F3-A9F3-CFBEDCCF5FCE}"/>
                    </a:ext>
                  </a:extLst>
                </p14:cNvPr>
                <p14:cNvContentPartPr/>
                <p14:nvPr/>
              </p14:nvContentPartPr>
              <p14:xfrm>
                <a:off x="956747" y="481587"/>
                <a:ext cx="83880" cy="2120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814EEDEC-C861-92F3-A9F3-CFBEDCCF5FC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52427" y="477267"/>
                  <a:ext cx="9252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D9922F49-8EE0-5A24-97F0-2A865B4B72FF}"/>
                    </a:ext>
                  </a:extLst>
                </p14:cNvPr>
                <p14:cNvContentPartPr/>
                <p14:nvPr/>
              </p14:nvContentPartPr>
              <p14:xfrm>
                <a:off x="847667" y="584187"/>
                <a:ext cx="168120" cy="154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D9922F49-8EE0-5A24-97F0-2A865B4B72F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43347" y="579867"/>
                  <a:ext cx="17676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23D6F4D9-4476-F954-35CC-2CE52DC5D04F}"/>
                    </a:ext>
                  </a:extLst>
                </p14:cNvPr>
                <p14:cNvContentPartPr/>
                <p14:nvPr/>
              </p14:nvContentPartPr>
              <p14:xfrm>
                <a:off x="993107" y="573387"/>
                <a:ext cx="420840" cy="1310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23D6F4D9-4476-F954-35CC-2CE52DC5D04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88787" y="569067"/>
                  <a:ext cx="429480" cy="139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E816AE7-397B-8D2A-D7C8-4847007C6980}"/>
              </a:ext>
            </a:extLst>
          </p:cNvPr>
          <p:cNvGrpSpPr/>
          <p:nvPr/>
        </p:nvGrpSpPr>
        <p:grpSpPr>
          <a:xfrm>
            <a:off x="1672427" y="338307"/>
            <a:ext cx="1056960" cy="351000"/>
            <a:chOff x="1672427" y="338307"/>
            <a:chExt cx="1056960" cy="351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C4547E6F-66EC-1FE2-9845-EEE5FA455231}"/>
                    </a:ext>
                  </a:extLst>
                </p14:cNvPr>
                <p14:cNvContentPartPr/>
                <p14:nvPr/>
              </p14:nvContentPartPr>
              <p14:xfrm>
                <a:off x="1672427" y="576627"/>
                <a:ext cx="298800" cy="1126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C4547E6F-66EC-1FE2-9845-EEE5FA45523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668107" y="572307"/>
                  <a:ext cx="30744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5ABC82B-C6ED-FF1E-9F1F-B5E794622DF7}"/>
                    </a:ext>
                  </a:extLst>
                </p14:cNvPr>
                <p14:cNvContentPartPr/>
                <p14:nvPr/>
              </p14:nvContentPartPr>
              <p14:xfrm>
                <a:off x="2022347" y="566187"/>
                <a:ext cx="202320" cy="698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25ABC82B-C6ED-FF1E-9F1F-B5E794622DF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018027" y="561867"/>
                  <a:ext cx="21096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BA1A9D3-80F6-0696-9DE1-1A8255DD728F}"/>
                    </a:ext>
                  </a:extLst>
                </p14:cNvPr>
                <p14:cNvContentPartPr/>
                <p14:nvPr/>
              </p14:nvContentPartPr>
              <p14:xfrm>
                <a:off x="2278667" y="338307"/>
                <a:ext cx="450720" cy="3211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BA1A9D3-80F6-0696-9DE1-1A8255DD728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274347" y="333987"/>
                  <a:ext cx="459360" cy="329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5DE6D80-4F24-F507-9356-544676D8A400}"/>
              </a:ext>
            </a:extLst>
          </p:cNvPr>
          <p:cNvGrpSpPr/>
          <p:nvPr/>
        </p:nvGrpSpPr>
        <p:grpSpPr>
          <a:xfrm>
            <a:off x="3076427" y="256947"/>
            <a:ext cx="1789200" cy="637920"/>
            <a:chOff x="3076427" y="256947"/>
            <a:chExt cx="1789200" cy="637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F1F50B6-95B1-87DF-B660-65AFD8CA4154}"/>
                    </a:ext>
                  </a:extLst>
                </p14:cNvPr>
                <p14:cNvContentPartPr/>
                <p14:nvPr/>
              </p14:nvContentPartPr>
              <p14:xfrm>
                <a:off x="3076427" y="573387"/>
                <a:ext cx="70920" cy="2710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F1F50B6-95B1-87DF-B660-65AFD8CA415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072107" y="569067"/>
                  <a:ext cx="7956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3F0BC27-2B58-BA52-8FDD-771F9E41C349}"/>
                    </a:ext>
                  </a:extLst>
                </p14:cNvPr>
                <p14:cNvContentPartPr/>
                <p14:nvPr/>
              </p14:nvContentPartPr>
              <p14:xfrm>
                <a:off x="3099107" y="502827"/>
                <a:ext cx="127080" cy="1436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3F0BC27-2B58-BA52-8FDD-771F9E41C34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094787" y="498507"/>
                  <a:ext cx="13572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084D893-09D3-9B32-516C-99EEB2927265}"/>
                    </a:ext>
                  </a:extLst>
                </p14:cNvPr>
                <p14:cNvContentPartPr/>
                <p14:nvPr/>
              </p14:nvContentPartPr>
              <p14:xfrm>
                <a:off x="3287747" y="506787"/>
                <a:ext cx="72720" cy="1321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084D893-09D3-9B32-516C-99EEB292726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283427" y="502467"/>
                  <a:ext cx="8136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E146462-D718-3A39-8BD7-18D3C1BB0029}"/>
                    </a:ext>
                  </a:extLst>
                </p14:cNvPr>
                <p14:cNvContentPartPr/>
                <p14:nvPr/>
              </p14:nvContentPartPr>
              <p14:xfrm>
                <a:off x="3397907" y="471867"/>
                <a:ext cx="207000" cy="1382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E146462-D718-3A39-8BD7-18D3C1BB002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393587" y="467547"/>
                  <a:ext cx="21564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31E0147-364A-2144-7C94-F4015F107F9A}"/>
                    </a:ext>
                  </a:extLst>
                </p14:cNvPr>
                <p14:cNvContentPartPr/>
                <p14:nvPr/>
              </p14:nvContentPartPr>
              <p14:xfrm>
                <a:off x="3802547" y="434427"/>
                <a:ext cx="261360" cy="1386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31E0147-364A-2144-7C94-F4015F107F9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798227" y="430107"/>
                  <a:ext cx="27000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5B756F3-6B85-1A23-D792-4F7C8FA82450}"/>
                    </a:ext>
                  </a:extLst>
                </p14:cNvPr>
                <p14:cNvContentPartPr/>
                <p14:nvPr/>
              </p14:nvContentPartPr>
              <p14:xfrm>
                <a:off x="4088027" y="436947"/>
                <a:ext cx="235800" cy="1155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5B756F3-6B85-1A23-D792-4F7C8FA82450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083707" y="432627"/>
                  <a:ext cx="24444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56CD6C5-B436-DF25-B659-9791165E2BA9}"/>
                    </a:ext>
                  </a:extLst>
                </p14:cNvPr>
                <p14:cNvContentPartPr/>
                <p14:nvPr/>
              </p14:nvContentPartPr>
              <p14:xfrm>
                <a:off x="4356587" y="260187"/>
                <a:ext cx="158760" cy="2710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56CD6C5-B436-DF25-B659-9791165E2BA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352267" y="255867"/>
                  <a:ext cx="16740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E0E9CB5-0310-C448-7DD4-81AE2D3B02B0}"/>
                    </a:ext>
                  </a:extLst>
                </p14:cNvPr>
                <p14:cNvContentPartPr/>
                <p14:nvPr/>
              </p14:nvContentPartPr>
              <p14:xfrm>
                <a:off x="4520027" y="417507"/>
                <a:ext cx="27000" cy="860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E0E9CB5-0310-C448-7DD4-81AE2D3B02B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515707" y="413187"/>
                  <a:ext cx="3564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D16403D-7869-BC6E-885B-EEC60D2DF999}"/>
                    </a:ext>
                  </a:extLst>
                </p14:cNvPr>
                <p14:cNvContentPartPr/>
                <p14:nvPr/>
              </p14:nvContentPartPr>
              <p14:xfrm>
                <a:off x="4633427" y="256947"/>
                <a:ext cx="42120" cy="1245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D16403D-7869-BC6E-885B-EEC60D2DF99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629107" y="252627"/>
                  <a:ext cx="5076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261817F-96D2-D1A1-7CC0-0308F268EFAE}"/>
                    </a:ext>
                  </a:extLst>
                </p14:cNvPr>
                <p14:cNvContentPartPr/>
                <p14:nvPr/>
              </p14:nvContentPartPr>
              <p14:xfrm>
                <a:off x="4620827" y="451707"/>
                <a:ext cx="116640" cy="788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261817F-96D2-D1A1-7CC0-0308F268EFA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616507" y="447387"/>
                  <a:ext cx="12528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B77E0988-54CB-E37A-F301-571E0AE2FC13}"/>
                    </a:ext>
                  </a:extLst>
                </p14:cNvPr>
                <p14:cNvContentPartPr/>
                <p14:nvPr/>
              </p14:nvContentPartPr>
              <p14:xfrm>
                <a:off x="4477547" y="444147"/>
                <a:ext cx="388080" cy="4507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B77E0988-54CB-E37A-F301-571E0AE2FC1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473227" y="439827"/>
                  <a:ext cx="396720" cy="459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5E16BFED-A81B-1E17-51DB-436EFCA5FB43}"/>
              </a:ext>
            </a:extLst>
          </p:cNvPr>
          <p:cNvGrpSpPr/>
          <p:nvPr/>
        </p:nvGrpSpPr>
        <p:grpSpPr>
          <a:xfrm>
            <a:off x="5387267" y="232107"/>
            <a:ext cx="682920" cy="515880"/>
            <a:chOff x="5387267" y="232107"/>
            <a:chExt cx="682920" cy="515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7D06AB3C-0E1C-5B78-3415-4999A467FEC7}"/>
                    </a:ext>
                  </a:extLst>
                </p14:cNvPr>
                <p14:cNvContentPartPr/>
                <p14:nvPr/>
              </p14:nvContentPartPr>
              <p14:xfrm>
                <a:off x="5387267" y="232107"/>
                <a:ext cx="313920" cy="2458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7D06AB3C-0E1C-5B78-3415-4999A467FEC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382947" y="227787"/>
                  <a:ext cx="32256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C5559D1-8F2A-D1AF-60A5-2789B2CB91E7}"/>
                    </a:ext>
                  </a:extLst>
                </p14:cNvPr>
                <p14:cNvContentPartPr/>
                <p14:nvPr/>
              </p14:nvContentPartPr>
              <p14:xfrm>
                <a:off x="5728547" y="363867"/>
                <a:ext cx="154440" cy="1094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C5559D1-8F2A-D1AF-60A5-2789B2CB91E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724227" y="359547"/>
                  <a:ext cx="16308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1FC8D9A-0C8B-6AB1-401D-863A2530656D}"/>
                    </a:ext>
                  </a:extLst>
                </p14:cNvPr>
                <p14:cNvContentPartPr/>
                <p14:nvPr/>
              </p14:nvContentPartPr>
              <p14:xfrm>
                <a:off x="5942387" y="377907"/>
                <a:ext cx="87120" cy="432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1FC8D9A-0C8B-6AB1-401D-863A2530656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938067" y="373587"/>
                  <a:ext cx="9576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D85F93F-091A-CC32-6FAA-4E8291C041CB}"/>
                    </a:ext>
                  </a:extLst>
                </p14:cNvPr>
                <p14:cNvContentPartPr/>
                <p14:nvPr/>
              </p14:nvContentPartPr>
              <p14:xfrm>
                <a:off x="5773547" y="403467"/>
                <a:ext cx="296640" cy="3445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D85F93F-091A-CC32-6FAA-4E8291C041C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769227" y="399147"/>
                  <a:ext cx="305280" cy="353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78508FB-CD8D-A453-BECD-553C06558E12}"/>
              </a:ext>
            </a:extLst>
          </p:cNvPr>
          <p:cNvGrpSpPr/>
          <p:nvPr/>
        </p:nvGrpSpPr>
        <p:grpSpPr>
          <a:xfrm>
            <a:off x="6341267" y="215547"/>
            <a:ext cx="425880" cy="381600"/>
            <a:chOff x="6341267" y="215547"/>
            <a:chExt cx="425880" cy="38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469C364-B48C-88FA-6DCF-5346287928C2}"/>
                    </a:ext>
                  </a:extLst>
                </p14:cNvPr>
                <p14:cNvContentPartPr/>
                <p14:nvPr/>
              </p14:nvContentPartPr>
              <p14:xfrm>
                <a:off x="6374387" y="215547"/>
                <a:ext cx="266400" cy="3816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469C364-B48C-88FA-6DCF-5346287928C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370067" y="211227"/>
                  <a:ext cx="275040" cy="39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EF505D4A-2753-C78E-87A6-E6DB605D4BD1}"/>
                    </a:ext>
                  </a:extLst>
                </p14:cNvPr>
                <p14:cNvContentPartPr/>
                <p14:nvPr/>
              </p14:nvContentPartPr>
              <p14:xfrm>
                <a:off x="6341267" y="371427"/>
                <a:ext cx="425880" cy="1252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EF505D4A-2753-C78E-87A6-E6DB605D4BD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336947" y="367107"/>
                  <a:ext cx="434520" cy="13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BD2189CD-6D3C-C9DB-E61F-0760C7D32032}"/>
              </a:ext>
            </a:extLst>
          </p:cNvPr>
          <p:cNvGrpSpPr/>
          <p:nvPr/>
        </p:nvGrpSpPr>
        <p:grpSpPr>
          <a:xfrm>
            <a:off x="7094027" y="94227"/>
            <a:ext cx="878760" cy="555120"/>
            <a:chOff x="7094027" y="94227"/>
            <a:chExt cx="878760" cy="555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F102ECD-360B-C631-07B2-A86F0350B449}"/>
                    </a:ext>
                  </a:extLst>
                </p14:cNvPr>
                <p14:cNvContentPartPr/>
                <p14:nvPr/>
              </p14:nvContentPartPr>
              <p14:xfrm>
                <a:off x="7094027" y="94227"/>
                <a:ext cx="769320" cy="5551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EF102ECD-360B-C631-07B2-A86F0350B44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089707" y="89907"/>
                  <a:ext cx="777960" cy="56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EE3F227F-69D5-CAF8-1239-52D4A1C142B6}"/>
                    </a:ext>
                  </a:extLst>
                </p14:cNvPr>
                <p14:cNvContentPartPr/>
                <p14:nvPr/>
              </p14:nvContentPartPr>
              <p14:xfrm>
                <a:off x="7791347" y="340467"/>
                <a:ext cx="181440" cy="1083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EE3F227F-69D5-CAF8-1239-52D4A1C142B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787027" y="336147"/>
                  <a:ext cx="190080" cy="117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51DF3E9B-06CD-4C64-8305-607BEEB55D61}"/>
              </a:ext>
            </a:extLst>
          </p:cNvPr>
          <p:cNvGrpSpPr/>
          <p:nvPr/>
        </p:nvGrpSpPr>
        <p:grpSpPr>
          <a:xfrm>
            <a:off x="890867" y="1094307"/>
            <a:ext cx="901440" cy="305280"/>
            <a:chOff x="890867" y="1094307"/>
            <a:chExt cx="901440" cy="305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3146490-6B7A-8915-1DA5-15CE97FC608B}"/>
                    </a:ext>
                  </a:extLst>
                </p14:cNvPr>
                <p14:cNvContentPartPr/>
                <p14:nvPr/>
              </p14:nvContentPartPr>
              <p14:xfrm>
                <a:off x="890867" y="1131747"/>
                <a:ext cx="101880" cy="2678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3146490-6B7A-8915-1DA5-15CE97FC608B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86547" y="1127427"/>
                  <a:ext cx="11052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5695A010-D8FA-8602-77DC-FB5B24DF488E}"/>
                    </a:ext>
                  </a:extLst>
                </p14:cNvPr>
                <p14:cNvContentPartPr/>
                <p14:nvPr/>
              </p14:nvContentPartPr>
              <p14:xfrm>
                <a:off x="1051067" y="1094307"/>
                <a:ext cx="54720" cy="2610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5695A010-D8FA-8602-77DC-FB5B24DF488E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46747" y="1089987"/>
                  <a:ext cx="6336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7EB5CA1-C723-E90E-95A2-4767B907B714}"/>
                    </a:ext>
                  </a:extLst>
                </p14:cNvPr>
                <p14:cNvContentPartPr/>
                <p14:nvPr/>
              </p14:nvContentPartPr>
              <p14:xfrm>
                <a:off x="923627" y="1202307"/>
                <a:ext cx="607680" cy="1332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7EB5CA1-C723-E90E-95A2-4767B907B71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19307" y="1197987"/>
                  <a:ext cx="61632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215F488-059C-DB49-8AE4-BBCB86AE008D}"/>
                    </a:ext>
                  </a:extLst>
                </p14:cNvPr>
                <p14:cNvContentPartPr/>
                <p14:nvPr/>
              </p14:nvContentPartPr>
              <p14:xfrm>
                <a:off x="1563707" y="1192947"/>
                <a:ext cx="69480" cy="1130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215F488-059C-DB49-8AE4-BBCB86AE008D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559387" y="1188627"/>
                  <a:ext cx="7812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934AA8FA-6131-D067-BF4D-D285C87B37AA}"/>
                    </a:ext>
                  </a:extLst>
                </p14:cNvPr>
                <p14:cNvContentPartPr/>
                <p14:nvPr/>
              </p14:nvContentPartPr>
              <p14:xfrm>
                <a:off x="1687187" y="1199067"/>
                <a:ext cx="105120" cy="1011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934AA8FA-6131-D067-BF4D-D285C87B37AA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682867" y="1194747"/>
                  <a:ext cx="113760" cy="109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4128FFA2-4E71-3286-84AF-E3F04DC5E9CA}"/>
              </a:ext>
            </a:extLst>
          </p:cNvPr>
          <p:cNvGrpSpPr/>
          <p:nvPr/>
        </p:nvGrpSpPr>
        <p:grpSpPr>
          <a:xfrm>
            <a:off x="2148347" y="1097907"/>
            <a:ext cx="178920" cy="178560"/>
            <a:chOff x="2148347" y="1097907"/>
            <a:chExt cx="178920" cy="178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BEF20926-4256-6BE5-6A81-C4CFE850FEE2}"/>
                    </a:ext>
                  </a:extLst>
                </p14:cNvPr>
                <p14:cNvContentPartPr/>
                <p14:nvPr/>
              </p14:nvContentPartPr>
              <p14:xfrm>
                <a:off x="2148347" y="1097907"/>
                <a:ext cx="132840" cy="1450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BEF20926-4256-6BE5-6A81-C4CFE850FEE2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144027" y="1093587"/>
                  <a:ext cx="14148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9193E29A-9E77-CF18-0A23-133565B25747}"/>
                    </a:ext>
                  </a:extLst>
                </p14:cNvPr>
                <p14:cNvContentPartPr/>
                <p14:nvPr/>
              </p14:nvContentPartPr>
              <p14:xfrm>
                <a:off x="2172827" y="1138227"/>
                <a:ext cx="154440" cy="1382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9193E29A-9E77-CF18-0A23-133565B25747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168507" y="1133907"/>
                  <a:ext cx="163080" cy="146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D6927101-A991-1B38-C887-37767E980B01}"/>
              </a:ext>
            </a:extLst>
          </p:cNvPr>
          <p:cNvGrpSpPr/>
          <p:nvPr/>
        </p:nvGrpSpPr>
        <p:grpSpPr>
          <a:xfrm>
            <a:off x="2687987" y="859947"/>
            <a:ext cx="1776960" cy="416520"/>
            <a:chOff x="2687987" y="859947"/>
            <a:chExt cx="1776960" cy="416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7EBB4ED8-8782-2078-F4EB-015E44B30E4C}"/>
                    </a:ext>
                  </a:extLst>
                </p14:cNvPr>
                <p14:cNvContentPartPr/>
                <p14:nvPr/>
              </p14:nvContentPartPr>
              <p14:xfrm>
                <a:off x="2687987" y="930507"/>
                <a:ext cx="244440" cy="3016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7EBB4ED8-8782-2078-F4EB-015E44B30E4C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683667" y="926187"/>
                  <a:ext cx="253080" cy="31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A2C074B8-9CAE-3D8E-B25B-213BD213DB08}"/>
                    </a:ext>
                  </a:extLst>
                </p14:cNvPr>
                <p14:cNvContentPartPr/>
                <p14:nvPr/>
              </p14:nvContentPartPr>
              <p14:xfrm>
                <a:off x="2943947" y="1120947"/>
                <a:ext cx="125640" cy="759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A2C074B8-9CAE-3D8E-B25B-213BD213DB08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939627" y="1116627"/>
                  <a:ext cx="13428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3905AFF2-3054-1269-383C-F36A2930B916}"/>
                    </a:ext>
                  </a:extLst>
                </p14:cNvPr>
                <p14:cNvContentPartPr/>
                <p14:nvPr/>
              </p14:nvContentPartPr>
              <p14:xfrm>
                <a:off x="3031427" y="1120947"/>
                <a:ext cx="360" cy="3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3905AFF2-3054-1269-383C-F36A2930B916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027107" y="1116627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C1E98668-286A-432C-DD5B-039F8DCD62C7}"/>
                    </a:ext>
                  </a:extLst>
                </p14:cNvPr>
                <p14:cNvContentPartPr/>
                <p14:nvPr/>
              </p14:nvContentPartPr>
              <p14:xfrm>
                <a:off x="3031427" y="1120947"/>
                <a:ext cx="220680" cy="558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C1E98668-286A-432C-DD5B-039F8DCD62C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027107" y="1116627"/>
                  <a:ext cx="22932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3AAA1E39-59AA-085B-0CF7-8F0CC1D68AA0}"/>
                    </a:ext>
                  </a:extLst>
                </p14:cNvPr>
                <p14:cNvContentPartPr/>
                <p14:nvPr/>
              </p14:nvContentPartPr>
              <p14:xfrm>
                <a:off x="3230147" y="887307"/>
                <a:ext cx="190800" cy="3024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3AAA1E39-59AA-085B-0CF7-8F0CC1D68AA0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225827" y="882987"/>
                  <a:ext cx="19944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07B14838-CC7C-97F2-CE77-6ED53DEBD56E}"/>
                    </a:ext>
                  </a:extLst>
                </p14:cNvPr>
                <p14:cNvContentPartPr/>
                <p14:nvPr/>
              </p14:nvContentPartPr>
              <p14:xfrm>
                <a:off x="3406907" y="1119867"/>
                <a:ext cx="61560" cy="957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07B14838-CC7C-97F2-CE77-6ED53DEBD56E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402587" y="1115547"/>
                  <a:ext cx="7020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18C6DF3-60A2-96F0-39DF-949DF8C5812D}"/>
                    </a:ext>
                  </a:extLst>
                </p14:cNvPr>
                <p14:cNvContentPartPr/>
                <p14:nvPr/>
              </p14:nvContentPartPr>
              <p14:xfrm>
                <a:off x="3542987" y="859947"/>
                <a:ext cx="254520" cy="4165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18C6DF3-60A2-96F0-39DF-949DF8C5812D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538667" y="855627"/>
                  <a:ext cx="263160" cy="42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13C87C1-C832-EC53-C88C-4334C20BFD3B}"/>
                    </a:ext>
                  </a:extLst>
                </p14:cNvPr>
                <p14:cNvContentPartPr/>
                <p14:nvPr/>
              </p14:nvContentPartPr>
              <p14:xfrm>
                <a:off x="3805787" y="959667"/>
                <a:ext cx="82800" cy="2523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13C87C1-C832-EC53-C88C-4334C20BFD3B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801467" y="955347"/>
                  <a:ext cx="9144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CF236003-812F-CBE2-27ED-2D9C9DE07B52}"/>
                    </a:ext>
                  </a:extLst>
                </p14:cNvPr>
                <p14:cNvContentPartPr/>
                <p14:nvPr/>
              </p14:nvContentPartPr>
              <p14:xfrm>
                <a:off x="3896867" y="948867"/>
                <a:ext cx="102960" cy="2610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CF236003-812F-CBE2-27ED-2D9C9DE07B52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892547" y="944547"/>
                  <a:ext cx="11160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0B740B7D-5C79-1A80-8D31-C03091625E62}"/>
                    </a:ext>
                  </a:extLst>
                </p14:cNvPr>
                <p14:cNvContentPartPr/>
                <p14:nvPr/>
              </p14:nvContentPartPr>
              <p14:xfrm>
                <a:off x="3806867" y="1069827"/>
                <a:ext cx="479520" cy="1184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0B740B7D-5C79-1A80-8D31-C03091625E62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802547" y="1065507"/>
                  <a:ext cx="48816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5E97F8B6-52F3-BCE4-5FBC-1CFECEE2A2D0}"/>
                    </a:ext>
                  </a:extLst>
                </p14:cNvPr>
                <p14:cNvContentPartPr/>
                <p14:nvPr/>
              </p14:nvContentPartPr>
              <p14:xfrm>
                <a:off x="4365227" y="1056867"/>
                <a:ext cx="99720" cy="1051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5E97F8B6-52F3-BCE4-5FBC-1CFECEE2A2D0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360907" y="1052547"/>
                  <a:ext cx="108360" cy="11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C3A06321-BA9A-F449-DFE9-8CA1413088BC}"/>
              </a:ext>
            </a:extLst>
          </p:cNvPr>
          <p:cNvGrpSpPr/>
          <p:nvPr/>
        </p:nvGrpSpPr>
        <p:grpSpPr>
          <a:xfrm>
            <a:off x="5658707" y="862280"/>
            <a:ext cx="1146960" cy="333720"/>
            <a:chOff x="5658707" y="862280"/>
            <a:chExt cx="1146960" cy="333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EC06F1A4-73B5-9C5E-2EF0-23CC61B039DD}"/>
                    </a:ext>
                  </a:extLst>
                </p14:cNvPr>
                <p14:cNvContentPartPr/>
                <p14:nvPr/>
              </p14:nvContentPartPr>
              <p14:xfrm>
                <a:off x="5658707" y="937880"/>
                <a:ext cx="187560" cy="2581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EC06F1A4-73B5-9C5E-2EF0-23CC61B039DD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654387" y="933560"/>
                  <a:ext cx="19620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E414744C-CAEE-F110-C25D-272B10205284}"/>
                    </a:ext>
                  </a:extLst>
                </p14:cNvPr>
                <p14:cNvContentPartPr/>
                <p14:nvPr/>
              </p14:nvContentPartPr>
              <p14:xfrm>
                <a:off x="6066587" y="889640"/>
                <a:ext cx="78480" cy="2469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E414744C-CAEE-F110-C25D-272B1020528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062267" y="885320"/>
                  <a:ext cx="8712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52C1C80C-A88F-8E8B-ABE3-493EC0E53A45}"/>
                    </a:ext>
                  </a:extLst>
                </p14:cNvPr>
                <p14:cNvContentPartPr/>
                <p14:nvPr/>
              </p14:nvContentPartPr>
              <p14:xfrm>
                <a:off x="6220307" y="862280"/>
                <a:ext cx="70200" cy="25344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52C1C80C-A88F-8E8B-ABE3-493EC0E53A45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215987" y="857960"/>
                  <a:ext cx="7884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9230F68F-496A-5102-6075-24E62D8AD667}"/>
                    </a:ext>
                  </a:extLst>
                </p14:cNvPr>
                <p14:cNvContentPartPr/>
                <p14:nvPr/>
              </p14:nvContentPartPr>
              <p14:xfrm>
                <a:off x="6139307" y="1000880"/>
                <a:ext cx="434520" cy="1288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9230F68F-496A-5102-6075-24E62D8AD667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134987" y="996560"/>
                  <a:ext cx="44316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B02DAA5C-6577-5A32-1D23-1F5ED65D5739}"/>
                    </a:ext>
                  </a:extLst>
                </p14:cNvPr>
                <p14:cNvContentPartPr/>
                <p14:nvPr/>
              </p14:nvContentPartPr>
              <p14:xfrm>
                <a:off x="6619187" y="1016000"/>
                <a:ext cx="44640" cy="835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B02DAA5C-6577-5A32-1D23-1F5ED65D5739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614867" y="1011680"/>
                  <a:ext cx="5328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643E1D6C-E1F9-A49A-06FB-45DDF97B4883}"/>
                    </a:ext>
                  </a:extLst>
                </p14:cNvPr>
                <p14:cNvContentPartPr/>
                <p14:nvPr/>
              </p14:nvContentPartPr>
              <p14:xfrm>
                <a:off x="6719267" y="1005560"/>
                <a:ext cx="86400" cy="1018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643E1D6C-E1F9-A49A-06FB-45DDF97B4883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714947" y="1001240"/>
                  <a:ext cx="95040" cy="11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0A3BD8F2-0E63-E4D2-7EEE-A48D698B2EDD}"/>
              </a:ext>
            </a:extLst>
          </p:cNvPr>
          <p:cNvGrpSpPr/>
          <p:nvPr/>
        </p:nvGrpSpPr>
        <p:grpSpPr>
          <a:xfrm>
            <a:off x="7227947" y="919520"/>
            <a:ext cx="153000" cy="187920"/>
            <a:chOff x="7227947" y="919520"/>
            <a:chExt cx="153000" cy="187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E35CBD02-F07C-6D0A-5123-23231D78AA2D}"/>
                    </a:ext>
                  </a:extLst>
                </p14:cNvPr>
                <p14:cNvContentPartPr/>
                <p14:nvPr/>
              </p14:nvContentPartPr>
              <p14:xfrm>
                <a:off x="7227947" y="919520"/>
                <a:ext cx="153000" cy="1544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E35CBD02-F07C-6D0A-5123-23231D78AA2D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223627" y="915200"/>
                  <a:ext cx="16164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87B5EF79-06D7-780F-D682-DC62596A3703}"/>
                    </a:ext>
                  </a:extLst>
                </p14:cNvPr>
                <p14:cNvContentPartPr/>
                <p14:nvPr/>
              </p14:nvContentPartPr>
              <p14:xfrm>
                <a:off x="7259987" y="954080"/>
                <a:ext cx="91440" cy="1533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87B5EF79-06D7-780F-D682-DC62596A3703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255667" y="949760"/>
                  <a:ext cx="100080" cy="16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2F71F709-4EE2-219B-4168-C17705E5CAD7}"/>
              </a:ext>
            </a:extLst>
          </p:cNvPr>
          <p:cNvGrpSpPr/>
          <p:nvPr/>
        </p:nvGrpSpPr>
        <p:grpSpPr>
          <a:xfrm>
            <a:off x="7911227" y="719000"/>
            <a:ext cx="2143440" cy="302040"/>
            <a:chOff x="7911227" y="719000"/>
            <a:chExt cx="2143440" cy="30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232817FA-5170-003A-E871-340B12D39AB5}"/>
                    </a:ext>
                  </a:extLst>
                </p14:cNvPr>
                <p14:cNvContentPartPr/>
                <p14:nvPr/>
              </p14:nvContentPartPr>
              <p14:xfrm>
                <a:off x="7911227" y="743480"/>
                <a:ext cx="220680" cy="2732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232817FA-5170-003A-E871-340B12D39AB5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906907" y="739160"/>
                  <a:ext cx="22932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3E291B61-2278-EFD8-B5F4-31ADB5E8F58F}"/>
                    </a:ext>
                  </a:extLst>
                </p14:cNvPr>
                <p14:cNvContentPartPr/>
                <p14:nvPr/>
              </p14:nvContentPartPr>
              <p14:xfrm>
                <a:off x="8234867" y="805760"/>
                <a:ext cx="185760" cy="15840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3E291B61-2278-EFD8-B5F4-31ADB5E8F58F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230547" y="801440"/>
                  <a:ext cx="19440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5E5E2154-DE64-0F9C-764C-8E3A2B55E17C}"/>
                    </a:ext>
                  </a:extLst>
                </p14:cNvPr>
                <p14:cNvContentPartPr/>
                <p14:nvPr/>
              </p14:nvContentPartPr>
              <p14:xfrm>
                <a:off x="8444387" y="829160"/>
                <a:ext cx="162000" cy="1414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5E5E2154-DE64-0F9C-764C-8E3A2B55E17C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440067" y="824840"/>
                  <a:ext cx="17064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39966521-E203-3F04-CB7C-98AA39406E08}"/>
                    </a:ext>
                  </a:extLst>
                </p14:cNvPr>
                <p14:cNvContentPartPr/>
                <p14:nvPr/>
              </p14:nvContentPartPr>
              <p14:xfrm>
                <a:off x="8669747" y="849320"/>
                <a:ext cx="166320" cy="13968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39966521-E203-3F04-CB7C-98AA39406E08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665427" y="845000"/>
                  <a:ext cx="17496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E730E822-5B00-06F3-30BB-BB97A8EA9F37}"/>
                    </a:ext>
                  </a:extLst>
                </p14:cNvPr>
                <p14:cNvContentPartPr/>
                <p14:nvPr/>
              </p14:nvContentPartPr>
              <p14:xfrm>
                <a:off x="8971067" y="720080"/>
                <a:ext cx="235440" cy="3009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E730E822-5B00-06F3-30BB-BB97A8EA9F37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966747" y="715760"/>
                  <a:ext cx="244080" cy="3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DC99722D-9231-EA5D-2501-5F6BAB7A8241}"/>
                    </a:ext>
                  </a:extLst>
                </p14:cNvPr>
                <p14:cNvContentPartPr/>
                <p14:nvPr/>
              </p14:nvContentPartPr>
              <p14:xfrm>
                <a:off x="9230987" y="755360"/>
                <a:ext cx="77400" cy="1890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DC99722D-9231-EA5D-2501-5F6BAB7A8241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226667" y="751040"/>
                  <a:ext cx="8604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680FE882-EEE4-63D1-262D-68AC3A006F14}"/>
                    </a:ext>
                  </a:extLst>
                </p14:cNvPr>
                <p14:cNvContentPartPr/>
                <p14:nvPr/>
              </p14:nvContentPartPr>
              <p14:xfrm>
                <a:off x="9382907" y="719000"/>
                <a:ext cx="57960" cy="2250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680FE882-EEE4-63D1-262D-68AC3A006F14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9378587" y="714680"/>
                  <a:ext cx="6660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2D58220C-CDD8-6B8C-E6A5-A9A3BF00A92E}"/>
                    </a:ext>
                  </a:extLst>
                </p14:cNvPr>
                <p14:cNvContentPartPr/>
                <p14:nvPr/>
              </p14:nvContentPartPr>
              <p14:xfrm>
                <a:off x="9272747" y="829160"/>
                <a:ext cx="533880" cy="16848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2D58220C-CDD8-6B8C-E6A5-A9A3BF00A92E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268427" y="824840"/>
                  <a:ext cx="54252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523BCB6E-03CA-C193-36D8-5FD7FD278AD8}"/>
                    </a:ext>
                  </a:extLst>
                </p14:cNvPr>
                <p14:cNvContentPartPr/>
                <p14:nvPr/>
              </p14:nvContentPartPr>
              <p14:xfrm>
                <a:off x="9853427" y="895040"/>
                <a:ext cx="201240" cy="11736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523BCB6E-03CA-C193-36D8-5FD7FD278AD8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849107" y="890720"/>
                  <a:ext cx="209880" cy="12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6E1FB0B7-CCA3-FCBA-6A08-1DF784972338}"/>
                  </a:ext>
                </a:extLst>
              </p14:cNvPr>
              <p14:cNvContentPartPr/>
              <p14:nvPr/>
            </p14:nvContentPartPr>
            <p14:xfrm>
              <a:off x="6238667" y="840680"/>
              <a:ext cx="475560" cy="41328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6E1FB0B7-CCA3-FCBA-6A08-1DF784972338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6234347" y="836360"/>
                <a:ext cx="484200" cy="42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858E0603-2EA0-80C4-9CDE-F3E25A66EEA2}"/>
                  </a:ext>
                </a:extLst>
              </p14:cNvPr>
              <p14:cNvContentPartPr/>
              <p14:nvPr/>
            </p14:nvContentPartPr>
            <p14:xfrm>
              <a:off x="9337907" y="810800"/>
              <a:ext cx="669960" cy="33948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858E0603-2EA0-80C4-9CDE-F3E25A66EEA2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9333587" y="806480"/>
                <a:ext cx="678600" cy="348120"/>
              </a:xfrm>
              <a:prstGeom prst="rect">
                <a:avLst/>
              </a:prstGeom>
            </p:spPr>
          </p:pic>
        </mc:Fallback>
      </mc:AlternateContent>
      <p:grpSp>
        <p:nvGrpSpPr>
          <p:cNvPr id="88" name="Group 87">
            <a:extLst>
              <a:ext uri="{FF2B5EF4-FFF2-40B4-BE49-F238E27FC236}">
                <a16:creationId xmlns:a16="http://schemas.microsoft.com/office/drawing/2014/main" id="{C7C47C1C-68D3-8BEB-5ED8-0EAC71F7901B}"/>
              </a:ext>
            </a:extLst>
          </p:cNvPr>
          <p:cNvGrpSpPr/>
          <p:nvPr/>
        </p:nvGrpSpPr>
        <p:grpSpPr>
          <a:xfrm>
            <a:off x="5296547" y="2131640"/>
            <a:ext cx="244080" cy="86760"/>
            <a:chOff x="5296547" y="2131640"/>
            <a:chExt cx="244080" cy="86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C62DDA5E-E5A6-CFE7-D955-C318DEDCA0A3}"/>
                    </a:ext>
                  </a:extLst>
                </p14:cNvPr>
                <p14:cNvContentPartPr/>
                <p14:nvPr/>
              </p14:nvContentPartPr>
              <p14:xfrm>
                <a:off x="5296547" y="2131640"/>
                <a:ext cx="167040" cy="165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C62DDA5E-E5A6-CFE7-D955-C318DEDCA0A3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5292227" y="2127320"/>
                  <a:ext cx="17568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DC8C674A-2B9D-D117-3B56-77C1911A1C9B}"/>
                    </a:ext>
                  </a:extLst>
                </p14:cNvPr>
                <p14:cNvContentPartPr/>
                <p14:nvPr/>
              </p14:nvContentPartPr>
              <p14:xfrm>
                <a:off x="5360627" y="2188160"/>
                <a:ext cx="180000" cy="3024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DC8C674A-2B9D-D117-3B56-77C1911A1C9B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5356307" y="2183840"/>
                  <a:ext cx="188640" cy="3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64536059-79C0-D897-6EC4-13637A458482}"/>
              </a:ext>
            </a:extLst>
          </p:cNvPr>
          <p:cNvGrpSpPr/>
          <p:nvPr/>
        </p:nvGrpSpPr>
        <p:grpSpPr>
          <a:xfrm>
            <a:off x="6049307" y="1925000"/>
            <a:ext cx="977760" cy="261360"/>
            <a:chOff x="6049307" y="1925000"/>
            <a:chExt cx="977760" cy="261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70B7FEF6-7432-9A58-4B34-818FEA90FCCD}"/>
                    </a:ext>
                  </a:extLst>
                </p14:cNvPr>
                <p14:cNvContentPartPr/>
                <p14:nvPr/>
              </p14:nvContentPartPr>
              <p14:xfrm>
                <a:off x="6049307" y="1981520"/>
                <a:ext cx="24840" cy="2048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70B7FEF6-7432-9A58-4B34-818FEA90FCCD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044987" y="1977200"/>
                  <a:ext cx="3348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3DFA8E19-42E5-1DBC-A459-38389920533E}"/>
                    </a:ext>
                  </a:extLst>
                </p14:cNvPr>
                <p14:cNvContentPartPr/>
                <p14:nvPr/>
              </p14:nvContentPartPr>
              <p14:xfrm>
                <a:off x="6277907" y="1925000"/>
                <a:ext cx="113040" cy="23148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3DFA8E19-42E5-1DBC-A459-38389920533E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273587" y="1920680"/>
                  <a:ext cx="12168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97B175A3-2FC1-6149-BE27-CC1FA5325BC2}"/>
                    </a:ext>
                  </a:extLst>
                </p14:cNvPr>
                <p14:cNvContentPartPr/>
                <p14:nvPr/>
              </p14:nvContentPartPr>
              <p14:xfrm>
                <a:off x="6574907" y="1972160"/>
                <a:ext cx="140400" cy="1962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97B175A3-2FC1-6149-BE27-CC1FA5325BC2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570587" y="1967840"/>
                  <a:ext cx="14904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1AB1C92E-6592-B8DD-E578-DCED5ADC5F7D}"/>
                    </a:ext>
                  </a:extLst>
                </p14:cNvPr>
                <p14:cNvContentPartPr/>
                <p14:nvPr/>
              </p14:nvContentPartPr>
              <p14:xfrm>
                <a:off x="6898547" y="1959200"/>
                <a:ext cx="128520" cy="1663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1AB1C92E-6592-B8DD-E578-DCED5ADC5F7D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894227" y="1954880"/>
                  <a:ext cx="137160" cy="174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20D780E0-A35B-11A2-B30D-74051E851BAD}"/>
                  </a:ext>
                </a:extLst>
              </p14:cNvPr>
              <p14:cNvContentPartPr/>
              <p14:nvPr/>
            </p14:nvContentPartPr>
            <p14:xfrm>
              <a:off x="5796947" y="1939040"/>
              <a:ext cx="144720" cy="255600"/>
            </p14:xfrm>
          </p:contentPart>
        </mc:Choice>
        <mc:Fallback xmlns=""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20D780E0-A35B-11A2-B30D-74051E851BAD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5792627" y="1934720"/>
                <a:ext cx="153360" cy="264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34" name="Group 133">
            <a:extLst>
              <a:ext uri="{FF2B5EF4-FFF2-40B4-BE49-F238E27FC236}">
                <a16:creationId xmlns:a16="http://schemas.microsoft.com/office/drawing/2014/main" id="{F1DC5E09-C097-5458-542E-55FC5694BB41}"/>
              </a:ext>
            </a:extLst>
          </p:cNvPr>
          <p:cNvGrpSpPr/>
          <p:nvPr/>
        </p:nvGrpSpPr>
        <p:grpSpPr>
          <a:xfrm>
            <a:off x="7270787" y="1702520"/>
            <a:ext cx="902880" cy="673560"/>
            <a:chOff x="7270787" y="1702520"/>
            <a:chExt cx="902880" cy="673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E1486E1E-F7F8-384A-36DD-C9A8CAAE2865}"/>
                    </a:ext>
                  </a:extLst>
                </p14:cNvPr>
                <p14:cNvContentPartPr/>
                <p14:nvPr/>
              </p14:nvContentPartPr>
              <p14:xfrm>
                <a:off x="7270787" y="1890800"/>
                <a:ext cx="131760" cy="25272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E1486E1E-F7F8-384A-36DD-C9A8CAAE2865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7266467" y="1886480"/>
                  <a:ext cx="14040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1210035C-7E22-58E0-6D6A-D8B6B524C40D}"/>
                    </a:ext>
                  </a:extLst>
                </p14:cNvPr>
                <p14:cNvContentPartPr/>
                <p14:nvPr/>
              </p14:nvContentPartPr>
              <p14:xfrm>
                <a:off x="7568867" y="1702520"/>
                <a:ext cx="298800" cy="35496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1210035C-7E22-58E0-6D6A-D8B6B524C40D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7564547" y="1698200"/>
                  <a:ext cx="307440" cy="36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7ABE9A0F-D5DC-F085-3EAD-4A0C57204A0E}"/>
                    </a:ext>
                  </a:extLst>
                </p14:cNvPr>
                <p14:cNvContentPartPr/>
                <p14:nvPr/>
              </p14:nvContentPartPr>
              <p14:xfrm>
                <a:off x="7828427" y="1947680"/>
                <a:ext cx="168840" cy="11664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7ABE9A0F-D5DC-F085-3EAD-4A0C57204A0E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7824107" y="1943360"/>
                  <a:ext cx="17748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2120A82A-7E49-F99C-CF14-255AAD1F1E0B}"/>
                    </a:ext>
                  </a:extLst>
                </p14:cNvPr>
                <p14:cNvContentPartPr/>
                <p14:nvPr/>
              </p14:nvContentPartPr>
              <p14:xfrm>
                <a:off x="8057747" y="1997720"/>
                <a:ext cx="65520" cy="6984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2120A82A-7E49-F99C-CF14-255AAD1F1E0B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8053427" y="1993400"/>
                  <a:ext cx="7416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C395973D-8494-7526-ABA3-8891D6EACD90}"/>
                    </a:ext>
                  </a:extLst>
                </p14:cNvPr>
                <p14:cNvContentPartPr/>
                <p14:nvPr/>
              </p14:nvContentPartPr>
              <p14:xfrm>
                <a:off x="7906907" y="1997000"/>
                <a:ext cx="266760" cy="37908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C395973D-8494-7526-ABA3-8891D6EACD90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7902587" y="1992320"/>
                  <a:ext cx="275400" cy="387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205" name="Ink 204">
                <a:extLst>
                  <a:ext uri="{FF2B5EF4-FFF2-40B4-BE49-F238E27FC236}">
                    <a16:creationId xmlns:a16="http://schemas.microsoft.com/office/drawing/2014/main" id="{AD35C42C-FD77-E697-83DD-45DEC4816690}"/>
                  </a:ext>
                </a:extLst>
              </p14:cNvPr>
              <p14:cNvContentPartPr/>
              <p14:nvPr/>
            </p14:nvContentPartPr>
            <p14:xfrm>
              <a:off x="6861827" y="4536800"/>
              <a:ext cx="215640" cy="211320"/>
            </p14:xfrm>
          </p:contentPart>
        </mc:Choice>
        <mc:Fallback xmlns="">
          <p:pic>
            <p:nvPicPr>
              <p:cNvPr id="205" name="Ink 204">
                <a:extLst>
                  <a:ext uri="{FF2B5EF4-FFF2-40B4-BE49-F238E27FC236}">
                    <a16:creationId xmlns:a16="http://schemas.microsoft.com/office/drawing/2014/main" id="{AD35C42C-FD77-E697-83DD-45DEC4816690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6857507" y="4532480"/>
                <a:ext cx="224280" cy="21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207" name="Ink 206">
                <a:extLst>
                  <a:ext uri="{FF2B5EF4-FFF2-40B4-BE49-F238E27FC236}">
                    <a16:creationId xmlns:a16="http://schemas.microsoft.com/office/drawing/2014/main" id="{BD13D772-A517-7B40-0400-973E2D1B9CE9}"/>
                  </a:ext>
                </a:extLst>
              </p14:cNvPr>
              <p14:cNvContentPartPr/>
              <p14:nvPr/>
            </p14:nvContentPartPr>
            <p14:xfrm>
              <a:off x="336827" y="3930920"/>
              <a:ext cx="703800" cy="2955960"/>
            </p14:xfrm>
          </p:contentPart>
        </mc:Choice>
        <mc:Fallback xmlns="">
          <p:pic>
            <p:nvPicPr>
              <p:cNvPr id="207" name="Ink 206">
                <a:extLst>
                  <a:ext uri="{FF2B5EF4-FFF2-40B4-BE49-F238E27FC236}">
                    <a16:creationId xmlns:a16="http://schemas.microsoft.com/office/drawing/2014/main" id="{BD13D772-A517-7B40-0400-973E2D1B9CE9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332507" y="3926600"/>
                <a:ext cx="712440" cy="296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217" name="Ink 216">
                <a:extLst>
                  <a:ext uri="{FF2B5EF4-FFF2-40B4-BE49-F238E27FC236}">
                    <a16:creationId xmlns:a16="http://schemas.microsoft.com/office/drawing/2014/main" id="{A7138511-68D6-B521-81A1-7914490B7A56}"/>
                  </a:ext>
                </a:extLst>
              </p14:cNvPr>
              <p14:cNvContentPartPr/>
              <p14:nvPr/>
            </p14:nvContentPartPr>
            <p14:xfrm>
              <a:off x="8882147" y="3959747"/>
              <a:ext cx="2303280" cy="2112840"/>
            </p14:xfrm>
          </p:contentPart>
        </mc:Choice>
        <mc:Fallback xmlns="">
          <p:pic>
            <p:nvPicPr>
              <p:cNvPr id="217" name="Ink 216">
                <a:extLst>
                  <a:ext uri="{FF2B5EF4-FFF2-40B4-BE49-F238E27FC236}">
                    <a16:creationId xmlns:a16="http://schemas.microsoft.com/office/drawing/2014/main" id="{A7138511-68D6-B521-81A1-7914490B7A56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8877827" y="3955427"/>
                <a:ext cx="2311920" cy="2121480"/>
              </a:xfrm>
              <a:prstGeom prst="rect">
                <a:avLst/>
              </a:prstGeom>
            </p:spPr>
          </p:pic>
        </mc:Fallback>
      </mc:AlternateContent>
      <p:grpSp>
        <p:nvGrpSpPr>
          <p:cNvPr id="222" name="Group 221">
            <a:extLst>
              <a:ext uri="{FF2B5EF4-FFF2-40B4-BE49-F238E27FC236}">
                <a16:creationId xmlns:a16="http://schemas.microsoft.com/office/drawing/2014/main" id="{D22C221D-03E9-AA2F-C78D-BB690ED0F8C3}"/>
              </a:ext>
            </a:extLst>
          </p:cNvPr>
          <p:cNvGrpSpPr/>
          <p:nvPr/>
        </p:nvGrpSpPr>
        <p:grpSpPr>
          <a:xfrm>
            <a:off x="5987" y="2594600"/>
            <a:ext cx="11081520" cy="4568067"/>
            <a:chOff x="5987" y="2594600"/>
            <a:chExt cx="11081520" cy="4568067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62EEADED-B36F-E61C-B481-BF8639998470}"/>
                    </a:ext>
                  </a:extLst>
                </p14:cNvPr>
                <p14:cNvContentPartPr/>
                <p14:nvPr/>
              </p14:nvContentPartPr>
              <p14:xfrm>
                <a:off x="1059707" y="2687480"/>
                <a:ext cx="78480" cy="17568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62EEADED-B36F-E61C-B481-BF8639998470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055387" y="2683160"/>
                  <a:ext cx="8712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E2333F87-14C6-BA0D-52EA-1885662FA03D}"/>
                    </a:ext>
                  </a:extLst>
                </p14:cNvPr>
                <p14:cNvContentPartPr/>
                <p14:nvPr/>
              </p14:nvContentPartPr>
              <p14:xfrm>
                <a:off x="1080947" y="2652920"/>
                <a:ext cx="133200" cy="2556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E2333F87-14C6-BA0D-52EA-1885662FA03D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076627" y="2648600"/>
                  <a:ext cx="14184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88A711DC-2AB2-E1C1-8854-D301522B322A}"/>
                    </a:ext>
                  </a:extLst>
                </p14:cNvPr>
                <p14:cNvContentPartPr/>
                <p14:nvPr/>
              </p14:nvContentPartPr>
              <p14:xfrm>
                <a:off x="1250867" y="2722760"/>
                <a:ext cx="79560" cy="1994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88A711DC-2AB2-E1C1-8854-D301522B322A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246547" y="2718440"/>
                  <a:ext cx="8820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731BDC5E-94E3-1ED0-FC70-FFD381C5A1CA}"/>
                    </a:ext>
                  </a:extLst>
                </p14:cNvPr>
                <p14:cNvContentPartPr/>
                <p14:nvPr/>
              </p14:nvContentPartPr>
              <p14:xfrm>
                <a:off x="1420067" y="2805200"/>
                <a:ext cx="12240" cy="5292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731BDC5E-94E3-1ED0-FC70-FFD381C5A1CA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415747" y="2800880"/>
                  <a:ext cx="2088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EF3C0DC1-0307-83FB-6744-F84E9CF74B2D}"/>
                    </a:ext>
                  </a:extLst>
                </p14:cNvPr>
                <p14:cNvContentPartPr/>
                <p14:nvPr/>
              </p14:nvContentPartPr>
              <p14:xfrm>
                <a:off x="1506467" y="2594600"/>
                <a:ext cx="37800" cy="5292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EF3C0DC1-0307-83FB-6744-F84E9CF74B2D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502147" y="2590280"/>
                  <a:ext cx="4644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9A0455DE-ECA0-8183-3297-CBFC204BA7D1}"/>
                    </a:ext>
                  </a:extLst>
                </p14:cNvPr>
                <p14:cNvContentPartPr/>
                <p14:nvPr/>
              </p14:nvContentPartPr>
              <p14:xfrm>
                <a:off x="1544987" y="2744360"/>
                <a:ext cx="125640" cy="1051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9A0455DE-ECA0-8183-3297-CBFC204BA7D1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540667" y="2740040"/>
                  <a:ext cx="13428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72BA905B-E7A8-3A59-234C-B0D575288E1C}"/>
                    </a:ext>
                  </a:extLst>
                </p14:cNvPr>
                <p14:cNvContentPartPr/>
                <p14:nvPr/>
              </p14:nvContentPartPr>
              <p14:xfrm>
                <a:off x="1760987" y="2769920"/>
                <a:ext cx="104040" cy="4788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72BA905B-E7A8-3A59-234C-B0D575288E1C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756667" y="2765600"/>
                  <a:ext cx="11268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7C4DFEB1-AAC8-0675-2639-A57A72324751}"/>
                    </a:ext>
                  </a:extLst>
                </p14:cNvPr>
                <p14:cNvContentPartPr/>
                <p14:nvPr/>
              </p14:nvContentPartPr>
              <p14:xfrm>
                <a:off x="1275707" y="3260600"/>
                <a:ext cx="179280" cy="2563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7C4DFEB1-AAC8-0675-2639-A57A72324751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271387" y="3256280"/>
                  <a:ext cx="18792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C272D3A7-72CC-726D-A8B9-A938B729350A}"/>
                    </a:ext>
                  </a:extLst>
                </p14:cNvPr>
                <p14:cNvContentPartPr/>
                <p14:nvPr/>
              </p14:nvContentPartPr>
              <p14:xfrm>
                <a:off x="1888427" y="3267080"/>
                <a:ext cx="133920" cy="19116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C272D3A7-72CC-726D-A8B9-A938B729350A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884107" y="3262760"/>
                  <a:ext cx="14256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8641CCE1-4EEA-F73B-C948-E12AD3E034FF}"/>
                    </a:ext>
                  </a:extLst>
                </p14:cNvPr>
                <p14:cNvContentPartPr/>
                <p14:nvPr/>
              </p14:nvContentPartPr>
              <p14:xfrm>
                <a:off x="1920467" y="3296240"/>
                <a:ext cx="146880" cy="12564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8641CCE1-4EEA-F73B-C948-E12AD3E034FF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916147" y="3291920"/>
                  <a:ext cx="15552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BB241AA5-F378-DECE-5AE7-2C694EB6140A}"/>
                    </a:ext>
                  </a:extLst>
                </p14:cNvPr>
                <p14:cNvContentPartPr/>
                <p14:nvPr/>
              </p14:nvContentPartPr>
              <p14:xfrm>
                <a:off x="2648747" y="3192200"/>
                <a:ext cx="57960" cy="15840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BB241AA5-F378-DECE-5AE7-2C694EB6140A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2644427" y="3187880"/>
                  <a:ext cx="6660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5A1458B2-7D76-36B8-1D53-13263C89FAAA}"/>
                    </a:ext>
                  </a:extLst>
                </p14:cNvPr>
                <p14:cNvContentPartPr/>
                <p14:nvPr/>
              </p14:nvContentPartPr>
              <p14:xfrm>
                <a:off x="2798867" y="3154040"/>
                <a:ext cx="68400" cy="21744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5A1458B2-7D76-36B8-1D53-13263C89FAAA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2794547" y="3149720"/>
                  <a:ext cx="7704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9571E266-ED9E-1FE6-6952-442EB4BE0458}"/>
                    </a:ext>
                  </a:extLst>
                </p14:cNvPr>
                <p14:cNvContentPartPr/>
                <p14:nvPr/>
              </p14:nvContentPartPr>
              <p14:xfrm>
                <a:off x="2923427" y="3150800"/>
                <a:ext cx="145800" cy="36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9571E266-ED9E-1FE6-6952-442EB4BE0458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2919107" y="3146480"/>
                  <a:ext cx="15444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AC616422-833D-4453-BCCF-146FAEB63E7F}"/>
                    </a:ext>
                  </a:extLst>
                </p14:cNvPr>
                <p14:cNvContentPartPr/>
                <p14:nvPr/>
              </p14:nvContentPartPr>
              <p14:xfrm>
                <a:off x="3021707" y="3149360"/>
                <a:ext cx="158040" cy="17064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AC616422-833D-4453-BCCF-146FAEB63E7F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3017387" y="3145040"/>
                  <a:ext cx="16668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8F825397-BA5E-4627-97C9-0267B0BA68F8}"/>
                    </a:ext>
                  </a:extLst>
                </p14:cNvPr>
                <p14:cNvContentPartPr/>
                <p14:nvPr/>
              </p14:nvContentPartPr>
              <p14:xfrm>
                <a:off x="3918107" y="3166640"/>
                <a:ext cx="164880" cy="1116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8F825397-BA5E-4627-97C9-0267B0BA68F8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3913787" y="3162320"/>
                  <a:ext cx="17352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59D7C731-235B-B8F5-CF89-8D0E7B3819CD}"/>
                    </a:ext>
                  </a:extLst>
                </p14:cNvPr>
                <p14:cNvContentPartPr/>
                <p14:nvPr/>
              </p14:nvContentPartPr>
              <p14:xfrm>
                <a:off x="3895787" y="3262040"/>
                <a:ext cx="145800" cy="1008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59D7C731-235B-B8F5-CF89-8D0E7B3819CD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3891467" y="3257720"/>
                  <a:ext cx="15444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652DC8AE-BF6C-7224-8233-9C3232610214}"/>
                    </a:ext>
                  </a:extLst>
                </p14:cNvPr>
                <p14:cNvContentPartPr/>
                <p14:nvPr/>
              </p14:nvContentPartPr>
              <p14:xfrm>
                <a:off x="4999187" y="3053240"/>
                <a:ext cx="42120" cy="19476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652DC8AE-BF6C-7224-8233-9C3232610214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4994867" y="3048920"/>
                  <a:ext cx="5076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2423D169-42DB-AA82-D08A-1CA2DD6FB3E3}"/>
                    </a:ext>
                  </a:extLst>
                </p14:cNvPr>
                <p14:cNvContentPartPr/>
                <p14:nvPr/>
              </p14:nvContentPartPr>
              <p14:xfrm>
                <a:off x="5196467" y="3046760"/>
                <a:ext cx="305640" cy="19332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2423D169-42DB-AA82-D08A-1CA2DD6FB3E3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5192147" y="3042440"/>
                  <a:ext cx="31428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2681E6F2-982E-2353-D0A9-C319AB6779B2}"/>
                    </a:ext>
                  </a:extLst>
                </p14:cNvPr>
                <p14:cNvContentPartPr/>
                <p14:nvPr/>
              </p14:nvContentPartPr>
              <p14:xfrm>
                <a:off x="5631347" y="3038480"/>
                <a:ext cx="187560" cy="19512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2681E6F2-982E-2353-D0A9-C319AB6779B2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5627027" y="3034160"/>
                  <a:ext cx="19620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44BDD56A-DC2E-4395-A4A3-AF18C79DBCE6}"/>
                    </a:ext>
                  </a:extLst>
                </p14:cNvPr>
                <p14:cNvContentPartPr/>
                <p14:nvPr/>
              </p14:nvContentPartPr>
              <p14:xfrm>
                <a:off x="6002147" y="3003920"/>
                <a:ext cx="178920" cy="21924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44BDD56A-DC2E-4395-A4A3-AF18C79DBCE6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5997827" y="2999600"/>
                  <a:ext cx="18756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58562B4D-0913-FA39-43A9-4E8E0B93B759}"/>
                    </a:ext>
                  </a:extLst>
                </p14:cNvPr>
                <p14:cNvContentPartPr/>
                <p14:nvPr/>
              </p14:nvContentPartPr>
              <p14:xfrm>
                <a:off x="4575107" y="2997440"/>
                <a:ext cx="209520" cy="25344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58562B4D-0913-FA39-43A9-4E8E0B93B759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4570787" y="2993120"/>
                  <a:ext cx="21816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744098E1-2758-28DA-97D5-12AFF5EBA088}"/>
                    </a:ext>
                  </a:extLst>
                </p14:cNvPr>
                <p14:cNvContentPartPr/>
                <p14:nvPr/>
              </p14:nvContentPartPr>
              <p14:xfrm>
                <a:off x="6439907" y="2884400"/>
                <a:ext cx="264600" cy="40356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744098E1-2758-28DA-97D5-12AFF5EBA088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6435587" y="2880080"/>
                  <a:ext cx="273240" cy="41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E1417DB9-D088-4418-FD4A-7D53E3EA78D7}"/>
                    </a:ext>
                  </a:extLst>
                </p14:cNvPr>
                <p14:cNvContentPartPr/>
                <p14:nvPr/>
              </p14:nvContentPartPr>
              <p14:xfrm>
                <a:off x="6747707" y="2803760"/>
                <a:ext cx="379080" cy="38268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E1417DB9-D088-4418-FD4A-7D53E3EA78D7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6743387" y="2799440"/>
                  <a:ext cx="387720" cy="39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346AE167-EF6F-BC03-3106-37BEC5C98362}"/>
                    </a:ext>
                  </a:extLst>
                </p14:cNvPr>
                <p14:cNvContentPartPr/>
                <p14:nvPr/>
              </p14:nvContentPartPr>
              <p14:xfrm>
                <a:off x="7049027" y="3032000"/>
                <a:ext cx="180360" cy="11268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346AE167-EF6F-BC03-3106-37BEC5C98362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7044707" y="3027680"/>
                  <a:ext cx="18900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B2100E09-5AE7-8727-BBE1-EDC322B3ED90}"/>
                    </a:ext>
                  </a:extLst>
                </p14:cNvPr>
                <p14:cNvContentPartPr/>
                <p14:nvPr/>
              </p14:nvContentPartPr>
              <p14:xfrm>
                <a:off x="7282307" y="3093920"/>
                <a:ext cx="70920" cy="3996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B2100E09-5AE7-8727-BBE1-EDC322B3ED90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7277987" y="3089600"/>
                  <a:ext cx="7956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C3A3B81F-C140-2DA3-1506-D9C89DF26917}"/>
                    </a:ext>
                  </a:extLst>
                </p14:cNvPr>
                <p14:cNvContentPartPr/>
                <p14:nvPr/>
              </p14:nvContentPartPr>
              <p14:xfrm>
                <a:off x="7047227" y="3069440"/>
                <a:ext cx="345600" cy="42804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C3A3B81F-C140-2DA3-1506-D9C89DF26917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7042907" y="3065120"/>
                  <a:ext cx="354240" cy="43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5B7E70BE-E567-D692-E06B-F6C99ED7C93C}"/>
                    </a:ext>
                  </a:extLst>
                </p14:cNvPr>
                <p14:cNvContentPartPr/>
                <p14:nvPr/>
              </p14:nvContentPartPr>
              <p14:xfrm>
                <a:off x="2909747" y="4879880"/>
                <a:ext cx="9000" cy="14364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5B7E70BE-E567-D692-E06B-F6C99ED7C93C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2905427" y="4875560"/>
                  <a:ext cx="1764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618AF3CD-8A99-D83B-EB2A-D7C3A9F01E75}"/>
                    </a:ext>
                  </a:extLst>
                </p14:cNvPr>
                <p14:cNvContentPartPr/>
                <p14:nvPr/>
              </p14:nvContentPartPr>
              <p14:xfrm>
                <a:off x="2878787" y="4938200"/>
                <a:ext cx="94320" cy="180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618AF3CD-8A99-D83B-EB2A-D7C3A9F01E75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2874467" y="4933880"/>
                  <a:ext cx="102960" cy="1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5A2D401A-5D7E-1491-62B3-DBBB86A531DC}"/>
                    </a:ext>
                  </a:extLst>
                </p14:cNvPr>
                <p14:cNvContentPartPr/>
                <p14:nvPr/>
              </p14:nvContentPartPr>
              <p14:xfrm>
                <a:off x="3173627" y="4810040"/>
                <a:ext cx="138240" cy="14364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5A2D401A-5D7E-1491-62B3-DBBB86A531DC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3169307" y="4805720"/>
                  <a:ext cx="14688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50DF8C1E-5E45-0FE6-ABC0-9B491A4FBEEA}"/>
                    </a:ext>
                  </a:extLst>
                </p14:cNvPr>
                <p14:cNvContentPartPr/>
                <p14:nvPr/>
              </p14:nvContentPartPr>
              <p14:xfrm>
                <a:off x="3362987" y="4811480"/>
                <a:ext cx="106560" cy="15876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50DF8C1E-5E45-0FE6-ABC0-9B491A4FBEEA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3358667" y="4807160"/>
                  <a:ext cx="11520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2F7C26E9-6D2D-FDB7-0DB3-7D5E6BB7ECA5}"/>
                    </a:ext>
                  </a:extLst>
                </p14:cNvPr>
                <p14:cNvContentPartPr/>
                <p14:nvPr/>
              </p14:nvContentPartPr>
              <p14:xfrm>
                <a:off x="3506267" y="4801040"/>
                <a:ext cx="144720" cy="16452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2F7C26E9-6D2D-FDB7-0DB3-7D5E6BB7ECA5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3501947" y="4796720"/>
                  <a:ext cx="15336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3247F767-B3DE-8A56-9116-64EEA2CEFC56}"/>
                    </a:ext>
                  </a:extLst>
                </p14:cNvPr>
                <p14:cNvContentPartPr/>
                <p14:nvPr/>
              </p14:nvContentPartPr>
              <p14:xfrm>
                <a:off x="3755747" y="4797440"/>
                <a:ext cx="95400" cy="15732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3247F767-B3DE-8A56-9116-64EEA2CEFC56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3751427" y="4793120"/>
                  <a:ext cx="10404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0D0D9D92-0253-65FB-4BD4-E64C6887B57F}"/>
                    </a:ext>
                  </a:extLst>
                </p14:cNvPr>
                <p14:cNvContentPartPr/>
                <p14:nvPr/>
              </p14:nvContentPartPr>
              <p14:xfrm>
                <a:off x="5580947" y="4110920"/>
                <a:ext cx="248400" cy="22104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0D0D9D92-0253-65FB-4BD4-E64C6887B57F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5576627" y="4106600"/>
                  <a:ext cx="25704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E5361BE2-4350-BF88-495B-3C62B8BEFB29}"/>
                    </a:ext>
                  </a:extLst>
                </p14:cNvPr>
                <p14:cNvContentPartPr/>
                <p14:nvPr/>
              </p14:nvContentPartPr>
              <p14:xfrm>
                <a:off x="5850587" y="4189040"/>
                <a:ext cx="104040" cy="12348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E5361BE2-4350-BF88-495B-3C62B8BEFB29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5846267" y="4184720"/>
                  <a:ext cx="11268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5F0BE108-FBEA-B599-13D6-BB99CD4ECD38}"/>
                    </a:ext>
                  </a:extLst>
                </p14:cNvPr>
                <p14:cNvContentPartPr/>
                <p14:nvPr/>
              </p14:nvContentPartPr>
              <p14:xfrm>
                <a:off x="6036707" y="4196600"/>
                <a:ext cx="117000" cy="8892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5F0BE108-FBEA-B599-13D6-BB99CD4ECD38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6032387" y="4192280"/>
                  <a:ext cx="12564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FB54544D-71CE-FBF9-1F01-AC6E71A48D1D}"/>
                    </a:ext>
                  </a:extLst>
                </p14:cNvPr>
                <p14:cNvContentPartPr/>
                <p14:nvPr/>
              </p14:nvContentPartPr>
              <p14:xfrm>
                <a:off x="6249107" y="3969800"/>
                <a:ext cx="117000" cy="29880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FB54544D-71CE-FBF9-1F01-AC6E71A48D1D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6244787" y="3965480"/>
                  <a:ext cx="12564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AFDD0643-BC4F-D421-8DE9-CA58F8DAD450}"/>
                    </a:ext>
                  </a:extLst>
                </p14:cNvPr>
                <p14:cNvContentPartPr/>
                <p14:nvPr/>
              </p14:nvContentPartPr>
              <p14:xfrm>
                <a:off x="6667427" y="4069160"/>
                <a:ext cx="215280" cy="16020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AFDD0643-BC4F-D421-8DE9-CA58F8DAD450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6663107" y="4064840"/>
                  <a:ext cx="22392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2F701606-35E0-9F5B-DD3F-EBCCA94CD541}"/>
                    </a:ext>
                  </a:extLst>
                </p14:cNvPr>
                <p14:cNvContentPartPr/>
                <p14:nvPr/>
              </p14:nvContentPartPr>
              <p14:xfrm>
                <a:off x="5449907" y="4642640"/>
                <a:ext cx="91800" cy="19836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2F701606-35E0-9F5B-DD3F-EBCCA94CD541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5445587" y="4638320"/>
                  <a:ext cx="10044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08DEB8CD-BB1C-F166-DE36-F30CABF99756}"/>
                    </a:ext>
                  </a:extLst>
                </p14:cNvPr>
                <p14:cNvContentPartPr/>
                <p14:nvPr/>
              </p14:nvContentPartPr>
              <p14:xfrm>
                <a:off x="5657987" y="4551560"/>
                <a:ext cx="182880" cy="29340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08DEB8CD-BB1C-F166-DE36-F30CABF99756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5653667" y="4547240"/>
                  <a:ext cx="19152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FAD7855E-5EA2-1999-D251-CC6239456D09}"/>
                    </a:ext>
                  </a:extLst>
                </p14:cNvPr>
                <p14:cNvContentPartPr/>
                <p14:nvPr/>
              </p14:nvContentPartPr>
              <p14:xfrm>
                <a:off x="5918627" y="4631840"/>
                <a:ext cx="162000" cy="17388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FAD7855E-5EA2-1999-D251-CC6239456D09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5914307" y="4627520"/>
                  <a:ext cx="17064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AEABAF09-2182-3311-F0E4-DFE501F9BB4A}"/>
                    </a:ext>
                  </a:extLst>
                </p14:cNvPr>
                <p14:cNvContentPartPr/>
                <p14:nvPr/>
              </p14:nvContentPartPr>
              <p14:xfrm>
                <a:off x="6177827" y="4632200"/>
                <a:ext cx="147960" cy="15732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AEABAF09-2182-3311-F0E4-DFE501F9BB4A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6173507" y="4627880"/>
                  <a:ext cx="15660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1A8F3DC4-1635-F367-3CD2-4F48DACF8AE5}"/>
                    </a:ext>
                  </a:extLst>
                </p14:cNvPr>
                <p14:cNvContentPartPr/>
                <p14:nvPr/>
              </p14:nvContentPartPr>
              <p14:xfrm>
                <a:off x="7364387" y="4587920"/>
                <a:ext cx="12240" cy="13032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1A8F3DC4-1635-F367-3CD2-4F48DACF8AE5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7360067" y="4583600"/>
                  <a:ext cx="2088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E5D80223-395E-2F50-9334-655B58D6A9EB}"/>
                    </a:ext>
                  </a:extLst>
                </p14:cNvPr>
                <p14:cNvContentPartPr/>
                <p14:nvPr/>
              </p14:nvContentPartPr>
              <p14:xfrm>
                <a:off x="7306067" y="4666040"/>
                <a:ext cx="136080" cy="1440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E5D80223-395E-2F50-9334-655B58D6A9EB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7301747" y="4661720"/>
                  <a:ext cx="14472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6125AD05-A876-0797-D42B-8C4F9C583DD1}"/>
                    </a:ext>
                  </a:extLst>
                </p14:cNvPr>
                <p14:cNvContentPartPr/>
                <p14:nvPr/>
              </p14:nvContentPartPr>
              <p14:xfrm>
                <a:off x="7738067" y="4521680"/>
                <a:ext cx="162000" cy="11700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6125AD05-A876-0797-D42B-8C4F9C583DD1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7733747" y="4517360"/>
                  <a:ext cx="17064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8B54F1A8-EBEB-4CDF-2FDC-53D9EC6E9F72}"/>
                    </a:ext>
                  </a:extLst>
                </p14:cNvPr>
                <p14:cNvContentPartPr/>
                <p14:nvPr/>
              </p14:nvContentPartPr>
              <p14:xfrm>
                <a:off x="7969187" y="4501160"/>
                <a:ext cx="151200" cy="15372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8B54F1A8-EBEB-4CDF-2FDC-53D9EC6E9F72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7964867" y="4496840"/>
                  <a:ext cx="15984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893B1ED8-155E-DDFD-35D8-12A84BE74CCA}"/>
                    </a:ext>
                  </a:extLst>
                </p14:cNvPr>
                <p14:cNvContentPartPr/>
                <p14:nvPr/>
              </p14:nvContentPartPr>
              <p14:xfrm>
                <a:off x="8207507" y="4496120"/>
                <a:ext cx="119160" cy="13248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893B1ED8-155E-DDFD-35D8-12A84BE74CCA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8203187" y="4491800"/>
                  <a:ext cx="12780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DE144C3E-BE52-2651-6E2D-05826021E307}"/>
                    </a:ext>
                  </a:extLst>
                </p14:cNvPr>
                <p14:cNvContentPartPr/>
                <p14:nvPr/>
              </p14:nvContentPartPr>
              <p14:xfrm>
                <a:off x="8498387" y="4475600"/>
                <a:ext cx="171720" cy="17064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DE144C3E-BE52-2651-6E2D-05826021E307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8494067" y="4471280"/>
                  <a:ext cx="18036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180C65C3-D076-3DBC-516F-3FC559FAB616}"/>
                    </a:ext>
                  </a:extLst>
                </p14:cNvPr>
                <p14:cNvContentPartPr/>
                <p14:nvPr/>
              </p14:nvContentPartPr>
              <p14:xfrm>
                <a:off x="5558627" y="5338160"/>
                <a:ext cx="27000" cy="16164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180C65C3-D076-3DBC-516F-3FC559FAB616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5554307" y="5333840"/>
                  <a:ext cx="3564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6755F9E8-5BA2-6C04-61D8-FADF1B8ACA32}"/>
                    </a:ext>
                  </a:extLst>
                </p14:cNvPr>
                <p14:cNvContentPartPr/>
                <p14:nvPr/>
              </p14:nvContentPartPr>
              <p14:xfrm>
                <a:off x="5795867" y="5304680"/>
                <a:ext cx="253800" cy="14040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6755F9E8-5BA2-6C04-61D8-FADF1B8ACA32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5791547" y="5300360"/>
                  <a:ext cx="26244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27177A25-546D-2C9F-BE55-BFFCBB44D972}"/>
                    </a:ext>
                  </a:extLst>
                </p14:cNvPr>
                <p14:cNvContentPartPr/>
                <p14:nvPr/>
              </p14:nvContentPartPr>
              <p14:xfrm>
                <a:off x="6163787" y="5272280"/>
                <a:ext cx="114840" cy="12996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27177A25-546D-2C9F-BE55-BFFCBB44D972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6159467" y="5267960"/>
                  <a:ext cx="12348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131D134B-3B08-89AC-A252-C6EEC99C4C29}"/>
                    </a:ext>
                  </a:extLst>
                </p14:cNvPr>
                <p14:cNvContentPartPr/>
                <p14:nvPr/>
              </p14:nvContentPartPr>
              <p14:xfrm>
                <a:off x="6346667" y="5237720"/>
                <a:ext cx="168840" cy="15840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131D134B-3B08-89AC-A252-C6EEC99C4C29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6342347" y="5233400"/>
                  <a:ext cx="17748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B95EB5D1-E400-7A5C-AEE3-485BF8B56B9D}"/>
                    </a:ext>
                  </a:extLst>
                </p14:cNvPr>
                <p14:cNvContentPartPr/>
                <p14:nvPr/>
              </p14:nvContentPartPr>
              <p14:xfrm>
                <a:off x="6754187" y="5224760"/>
                <a:ext cx="139320" cy="14976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B95EB5D1-E400-7A5C-AEE3-485BF8B56B9D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6749867" y="5220440"/>
                  <a:ext cx="14796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9BFFF89A-A9AD-45EE-932F-8EEA90485A5B}"/>
                    </a:ext>
                  </a:extLst>
                </p14:cNvPr>
                <p14:cNvContentPartPr/>
                <p14:nvPr/>
              </p14:nvContentPartPr>
              <p14:xfrm>
                <a:off x="6773267" y="5249960"/>
                <a:ext cx="216360" cy="10152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9BFFF89A-A9AD-45EE-932F-8EEA90485A5B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6768947" y="5245640"/>
                  <a:ext cx="22500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47691552-FD6B-BBB7-88E3-CFDF28B9C154}"/>
                    </a:ext>
                  </a:extLst>
                </p14:cNvPr>
                <p14:cNvContentPartPr/>
                <p14:nvPr/>
              </p14:nvContentPartPr>
              <p14:xfrm>
                <a:off x="7285547" y="5186600"/>
                <a:ext cx="61200" cy="17244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47691552-FD6B-BBB7-88E3-CFDF28B9C154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7281227" y="5182280"/>
                  <a:ext cx="6984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5A2F53B6-2051-589C-B7AF-071F8EECDDAF}"/>
                    </a:ext>
                  </a:extLst>
                </p14:cNvPr>
                <p14:cNvContentPartPr/>
                <p14:nvPr/>
              </p14:nvContentPartPr>
              <p14:xfrm>
                <a:off x="1004987" y="6072200"/>
                <a:ext cx="2393640" cy="10944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5A2F53B6-2051-589C-B7AF-071F8EECDDAF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000667" y="6067880"/>
                  <a:ext cx="240228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3BAC79EF-C2CB-43E2-723D-8B1F79FBA9F6}"/>
                    </a:ext>
                  </a:extLst>
                </p14:cNvPr>
                <p14:cNvContentPartPr/>
                <p14:nvPr/>
              </p14:nvContentPartPr>
              <p14:xfrm>
                <a:off x="5390507" y="5865200"/>
                <a:ext cx="3081960" cy="8892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3BAC79EF-C2CB-43E2-723D-8B1F79FBA9F6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5386187" y="5860880"/>
                  <a:ext cx="309060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FB66D0E1-62A7-0DD5-7CF2-800B9272763C}"/>
                    </a:ext>
                  </a:extLst>
                </p14:cNvPr>
                <p14:cNvContentPartPr/>
                <p14:nvPr/>
              </p14:nvContentPartPr>
              <p14:xfrm>
                <a:off x="6573467" y="4583600"/>
                <a:ext cx="123480" cy="14148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FB66D0E1-62A7-0DD5-7CF2-800B9272763C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6569147" y="4579280"/>
                  <a:ext cx="13212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C904B144-407B-4784-C527-1C415B65BE4D}"/>
                    </a:ext>
                  </a:extLst>
                </p14:cNvPr>
                <p14:cNvContentPartPr/>
                <p14:nvPr/>
              </p14:nvContentPartPr>
              <p14:xfrm>
                <a:off x="6590387" y="4616720"/>
                <a:ext cx="111600" cy="10404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C904B144-407B-4784-C527-1C415B65BE4D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6586067" y="4612400"/>
                  <a:ext cx="12024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4476BF0E-A7F2-29E6-1E0D-635EDE64802B}"/>
                    </a:ext>
                  </a:extLst>
                </p14:cNvPr>
                <p14:cNvContentPartPr/>
                <p14:nvPr/>
              </p14:nvContentPartPr>
              <p14:xfrm>
                <a:off x="563267" y="4343840"/>
                <a:ext cx="267120" cy="20124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4476BF0E-A7F2-29E6-1E0D-635EDE64802B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558947" y="4339520"/>
                  <a:ext cx="27576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83E065BE-F040-3A24-FC2F-6467A27BEA27}"/>
                    </a:ext>
                  </a:extLst>
                </p14:cNvPr>
                <p14:cNvContentPartPr/>
                <p14:nvPr/>
              </p14:nvContentPartPr>
              <p14:xfrm>
                <a:off x="880067" y="4451480"/>
                <a:ext cx="141480" cy="9180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83E065BE-F040-3A24-FC2F-6467A27BEA27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875747" y="4447160"/>
                  <a:ext cx="15012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2B3FC85E-4A6B-8624-4489-2460022184BB}"/>
                    </a:ext>
                  </a:extLst>
                </p14:cNvPr>
                <p14:cNvContentPartPr/>
                <p14:nvPr/>
              </p14:nvContentPartPr>
              <p14:xfrm>
                <a:off x="1042787" y="4437800"/>
                <a:ext cx="162720" cy="10584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2B3FC85E-4A6B-8624-4489-2460022184BB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038467" y="4433480"/>
                  <a:ext cx="17136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991C3D39-7FD1-6BD5-8951-D22900F42F0C}"/>
                    </a:ext>
                  </a:extLst>
                </p14:cNvPr>
                <p14:cNvContentPartPr/>
                <p14:nvPr/>
              </p14:nvContentPartPr>
              <p14:xfrm>
                <a:off x="1233947" y="4220000"/>
                <a:ext cx="199440" cy="34164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991C3D39-7FD1-6BD5-8951-D22900F42F0C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229627" y="4215680"/>
                  <a:ext cx="208080" cy="35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7FDC4429-69FF-00DC-7EC1-4647407BB8D2}"/>
                    </a:ext>
                  </a:extLst>
                </p14:cNvPr>
                <p14:cNvContentPartPr/>
                <p14:nvPr/>
              </p14:nvContentPartPr>
              <p14:xfrm>
                <a:off x="1705547" y="4289480"/>
                <a:ext cx="55800" cy="17244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7FDC4429-69FF-00DC-7EC1-4647407BB8D2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701227" y="4285160"/>
                  <a:ext cx="6444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D1E55003-9426-6463-135B-FFC8C08ABE5F}"/>
                    </a:ext>
                  </a:extLst>
                </p14:cNvPr>
                <p14:cNvContentPartPr/>
                <p14:nvPr/>
              </p14:nvContentPartPr>
              <p14:xfrm>
                <a:off x="123347" y="4940360"/>
                <a:ext cx="433080" cy="35748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D1E55003-9426-6463-135B-FFC8C08ABE5F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19027" y="4936040"/>
                  <a:ext cx="441720" cy="36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02E3BCF9-8AC4-32B2-47CB-BF14058A1E3F}"/>
                    </a:ext>
                  </a:extLst>
                </p14:cNvPr>
                <p14:cNvContentPartPr/>
                <p14:nvPr/>
              </p14:nvContentPartPr>
              <p14:xfrm>
                <a:off x="567587" y="5178320"/>
                <a:ext cx="81720" cy="5760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02E3BCF9-8AC4-32B2-47CB-BF14058A1E3F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563267" y="5174000"/>
                  <a:ext cx="9036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0435C2A4-F0A7-F0FA-D04B-13BCF5755579}"/>
                    </a:ext>
                  </a:extLst>
                </p14:cNvPr>
                <p14:cNvContentPartPr/>
                <p14:nvPr/>
              </p14:nvContentPartPr>
              <p14:xfrm>
                <a:off x="1217747" y="4918400"/>
                <a:ext cx="41040" cy="18936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0435C2A4-F0A7-F0FA-D04B-13BCF5755579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213427" y="4914080"/>
                  <a:ext cx="4968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866F67E5-AFD2-E6DA-996A-C25BBF4357F3}"/>
                    </a:ext>
                  </a:extLst>
                </p14:cNvPr>
                <p14:cNvContentPartPr/>
                <p14:nvPr/>
              </p14:nvContentPartPr>
              <p14:xfrm>
                <a:off x="1436267" y="4865120"/>
                <a:ext cx="160200" cy="25668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866F67E5-AFD2-E6DA-996A-C25BBF4357F3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1431947" y="4860800"/>
                  <a:ext cx="16884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42946BD7-E1EF-4472-605B-19943C9C50F4}"/>
                    </a:ext>
                  </a:extLst>
                </p14:cNvPr>
                <p14:cNvContentPartPr/>
                <p14:nvPr/>
              </p14:nvContentPartPr>
              <p14:xfrm>
                <a:off x="1628507" y="4921640"/>
                <a:ext cx="141480" cy="17100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42946BD7-E1EF-4472-605B-19943C9C50F4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1624187" y="4917320"/>
                  <a:ext cx="15012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4776D229-B79B-3D4E-B951-0E47B2271D9F}"/>
                    </a:ext>
                  </a:extLst>
                </p14:cNvPr>
                <p14:cNvContentPartPr/>
                <p14:nvPr/>
              </p14:nvContentPartPr>
              <p14:xfrm>
                <a:off x="1829387" y="4884920"/>
                <a:ext cx="142560" cy="17856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4776D229-B79B-3D4E-B951-0E47B2271D9F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1825067" y="4880600"/>
                  <a:ext cx="15120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6B3897C6-D2B6-7220-6465-D8DEE5FE970D}"/>
                    </a:ext>
                  </a:extLst>
                </p14:cNvPr>
                <p14:cNvContentPartPr/>
                <p14:nvPr/>
              </p14:nvContentPartPr>
              <p14:xfrm>
                <a:off x="2144747" y="4868000"/>
                <a:ext cx="160920" cy="17352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6B3897C6-D2B6-7220-6465-D8DEE5FE970D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2140427" y="4863680"/>
                  <a:ext cx="16956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D7D598E7-D560-C831-1BF8-77CC995AC9E5}"/>
                    </a:ext>
                  </a:extLst>
                </p14:cNvPr>
                <p14:cNvContentPartPr/>
                <p14:nvPr/>
              </p14:nvContentPartPr>
              <p14:xfrm>
                <a:off x="2145467" y="4898960"/>
                <a:ext cx="58680" cy="17532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D7D598E7-D560-C831-1BF8-77CC995AC9E5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2141147" y="4894640"/>
                  <a:ext cx="6732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25887538-A4C7-88B3-965B-FA1FED3CDA1D}"/>
                    </a:ext>
                  </a:extLst>
                </p14:cNvPr>
                <p14:cNvContentPartPr/>
                <p14:nvPr/>
              </p14:nvContentPartPr>
              <p14:xfrm>
                <a:off x="2455067" y="4869080"/>
                <a:ext cx="205560" cy="21924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25887538-A4C7-88B3-965B-FA1FED3CDA1D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2450747" y="4864760"/>
                  <a:ext cx="21420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47FEE47D-EAC5-1F9C-A21C-12D811DD5AEC}"/>
                    </a:ext>
                  </a:extLst>
                </p14:cNvPr>
                <p14:cNvContentPartPr/>
                <p14:nvPr/>
              </p14:nvContentPartPr>
              <p14:xfrm>
                <a:off x="83027" y="5702120"/>
                <a:ext cx="41040" cy="25344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47FEE47D-EAC5-1F9C-A21C-12D811DD5AEC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78707" y="5697800"/>
                  <a:ext cx="4968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807D781C-BD92-D430-60F5-DF4E875AE693}"/>
                    </a:ext>
                  </a:extLst>
                </p14:cNvPr>
                <p14:cNvContentPartPr/>
                <p14:nvPr/>
              </p14:nvContentPartPr>
              <p14:xfrm>
                <a:off x="100307" y="5692760"/>
                <a:ext cx="146520" cy="24048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807D781C-BD92-D430-60F5-DF4E875AE693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95987" y="5688440"/>
                  <a:ext cx="15516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98874E7B-5578-2536-DBCC-C0D4CAE6249F}"/>
                    </a:ext>
                  </a:extLst>
                </p14:cNvPr>
                <p14:cNvContentPartPr/>
                <p14:nvPr/>
              </p14:nvContentPartPr>
              <p14:xfrm>
                <a:off x="284627" y="5786360"/>
                <a:ext cx="73800" cy="14472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98874E7B-5578-2536-DBCC-C0D4CAE6249F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280307" y="5782040"/>
                  <a:ext cx="8244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9388D53B-3A17-AECE-3273-076A403866BD}"/>
                    </a:ext>
                  </a:extLst>
                </p14:cNvPr>
                <p14:cNvContentPartPr/>
                <p14:nvPr/>
              </p14:nvContentPartPr>
              <p14:xfrm>
                <a:off x="418907" y="5851880"/>
                <a:ext cx="2520" cy="5904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9388D53B-3A17-AECE-3273-076A403866BD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414587" y="5847560"/>
                  <a:ext cx="1116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044676B5-CCF9-12D4-0BE1-B09F3162A88D}"/>
                    </a:ext>
                  </a:extLst>
                </p14:cNvPr>
                <p14:cNvContentPartPr/>
                <p14:nvPr/>
              </p14:nvContentPartPr>
              <p14:xfrm>
                <a:off x="479027" y="5675480"/>
                <a:ext cx="28080" cy="5400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044676B5-CCF9-12D4-0BE1-B09F3162A88D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474707" y="5671160"/>
                  <a:ext cx="3672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DB5A3E72-697C-F026-786D-5C6BA828AE4D}"/>
                    </a:ext>
                  </a:extLst>
                </p14:cNvPr>
                <p14:cNvContentPartPr/>
                <p14:nvPr/>
              </p14:nvContentPartPr>
              <p14:xfrm>
                <a:off x="553187" y="5835680"/>
                <a:ext cx="111960" cy="9036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DB5A3E72-697C-F026-786D-5C6BA828AE4D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548867" y="5831360"/>
                  <a:ext cx="12060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571FC1E3-9529-24B3-B677-20B39557A799}"/>
                    </a:ext>
                  </a:extLst>
                </p14:cNvPr>
                <p14:cNvContentPartPr/>
                <p14:nvPr/>
              </p14:nvContentPartPr>
              <p14:xfrm>
                <a:off x="725987" y="5850800"/>
                <a:ext cx="102960" cy="7092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571FC1E3-9529-24B3-B677-20B39557A799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721667" y="5846480"/>
                  <a:ext cx="11160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C5D47419-ABFF-6AA5-B7DD-A30333FBE518}"/>
                    </a:ext>
                  </a:extLst>
                </p14:cNvPr>
                <p14:cNvContentPartPr/>
                <p14:nvPr/>
              </p14:nvContentPartPr>
              <p14:xfrm>
                <a:off x="1616267" y="5602760"/>
                <a:ext cx="221760" cy="20412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C5D47419-ABFF-6AA5-B7DD-A30333FBE518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1611947" y="5598440"/>
                  <a:ext cx="23040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5ADCF3F0-CDE1-B853-D278-D259B579E968}"/>
                    </a:ext>
                  </a:extLst>
                </p14:cNvPr>
                <p14:cNvContentPartPr/>
                <p14:nvPr/>
              </p14:nvContentPartPr>
              <p14:xfrm>
                <a:off x="433667" y="3652667"/>
                <a:ext cx="9057600" cy="319788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5ADCF3F0-CDE1-B853-D278-D259B579E968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429347" y="3648347"/>
                  <a:ext cx="9066240" cy="320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77252433-3EFE-5431-1FE5-204D42688E0F}"/>
                    </a:ext>
                  </a:extLst>
                </p14:cNvPr>
                <p14:cNvContentPartPr/>
                <p14:nvPr/>
              </p14:nvContentPartPr>
              <p14:xfrm>
                <a:off x="824267" y="6650387"/>
                <a:ext cx="7452000" cy="26568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77252433-3EFE-5431-1FE5-204D42688E0F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819947" y="6646067"/>
                  <a:ext cx="746064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5E3792A9-7D2C-9D3E-E02A-44A1C0EF1968}"/>
                    </a:ext>
                  </a:extLst>
                </p14:cNvPr>
                <p14:cNvContentPartPr/>
                <p14:nvPr/>
              </p14:nvContentPartPr>
              <p14:xfrm>
                <a:off x="3362987" y="6017147"/>
                <a:ext cx="2615040" cy="3132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5E3792A9-7D2C-9D3E-E02A-44A1C0EF1968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3358667" y="6012827"/>
                  <a:ext cx="262368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A4FBDA32-0DCF-F22E-3705-13CA790F652E}"/>
                    </a:ext>
                  </a:extLst>
                </p14:cNvPr>
                <p14:cNvContentPartPr/>
                <p14:nvPr/>
              </p14:nvContentPartPr>
              <p14:xfrm>
                <a:off x="4512827" y="3568427"/>
                <a:ext cx="138600" cy="359424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A4FBDA32-0DCF-F22E-3705-13CA790F652E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4508507" y="3564107"/>
                  <a:ext cx="147240" cy="360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3EC662F1-7847-A3A4-EFF9-7C8DFE000DE6}"/>
                    </a:ext>
                  </a:extLst>
                </p14:cNvPr>
                <p14:cNvContentPartPr/>
                <p14:nvPr/>
              </p14:nvContentPartPr>
              <p14:xfrm>
                <a:off x="2104427" y="6477227"/>
                <a:ext cx="50760" cy="36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3EC662F1-7847-A3A4-EFF9-7C8DFE000DE6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2100107" y="6472907"/>
                  <a:ext cx="594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D4CE2389-1626-E602-E658-11F5529C4973}"/>
                    </a:ext>
                  </a:extLst>
                </p14:cNvPr>
                <p14:cNvContentPartPr/>
                <p14:nvPr/>
              </p14:nvContentPartPr>
              <p14:xfrm>
                <a:off x="5790467" y="6422507"/>
                <a:ext cx="20520" cy="252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D4CE2389-1626-E602-E658-11F5529C4973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5786147" y="6418187"/>
                  <a:ext cx="29160" cy="1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98006DD3-64E8-E5F1-A3F4-17550726EACB}"/>
                    </a:ext>
                  </a:extLst>
                </p14:cNvPr>
                <p14:cNvContentPartPr/>
                <p14:nvPr/>
              </p14:nvContentPartPr>
              <p14:xfrm>
                <a:off x="5987" y="4887107"/>
                <a:ext cx="11081520" cy="66888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98006DD3-64E8-E5F1-A3F4-17550726EACB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1667" y="4882787"/>
                  <a:ext cx="11090160" cy="67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3408A563-27F9-8F85-70E2-402D751F050C}"/>
                    </a:ext>
                  </a:extLst>
                </p14:cNvPr>
                <p14:cNvContentPartPr/>
                <p14:nvPr/>
              </p14:nvContentPartPr>
              <p14:xfrm>
                <a:off x="10280747" y="4492547"/>
                <a:ext cx="43200" cy="6552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3408A563-27F9-8F85-70E2-402D751F050C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10276427" y="4488227"/>
                  <a:ext cx="5184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54D16FA1-E9A9-64A9-DD2B-9FADD332A1C9}"/>
                    </a:ext>
                  </a:extLst>
                </p14:cNvPr>
                <p14:cNvContentPartPr/>
                <p14:nvPr/>
              </p14:nvContentPartPr>
              <p14:xfrm>
                <a:off x="10052147" y="5496227"/>
                <a:ext cx="76320" cy="2520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54D16FA1-E9A9-64A9-DD2B-9FADD332A1C9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10047827" y="5491907"/>
                  <a:ext cx="84960" cy="33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36">
            <p14:nvContentPartPr>
              <p14:cNvPr id="223" name="Ink 222">
                <a:extLst>
                  <a:ext uri="{FF2B5EF4-FFF2-40B4-BE49-F238E27FC236}">
                    <a16:creationId xmlns:a16="http://schemas.microsoft.com/office/drawing/2014/main" id="{571771A2-B281-C452-AB77-2196A315112B}"/>
                  </a:ext>
                </a:extLst>
              </p14:cNvPr>
              <p14:cNvContentPartPr/>
              <p14:nvPr/>
            </p14:nvContentPartPr>
            <p14:xfrm>
              <a:off x="2117027" y="6463187"/>
              <a:ext cx="51840" cy="25920"/>
            </p14:xfrm>
          </p:contentPart>
        </mc:Choice>
        <mc:Fallback xmlns="">
          <p:pic>
            <p:nvPicPr>
              <p:cNvPr id="223" name="Ink 222">
                <a:extLst>
                  <a:ext uri="{FF2B5EF4-FFF2-40B4-BE49-F238E27FC236}">
                    <a16:creationId xmlns:a16="http://schemas.microsoft.com/office/drawing/2014/main" id="{571771A2-B281-C452-AB77-2196A315112B}"/>
                  </a:ext>
                </a:extLst>
              </p:cNvPr>
              <p:cNvPicPr/>
              <p:nvPr/>
            </p:nvPicPr>
            <p:blipFill>
              <a:blip r:embed="rId337"/>
              <a:stretch>
                <a:fillRect/>
              </a:stretch>
            </p:blipFill>
            <p:spPr>
              <a:xfrm>
                <a:off x="2112707" y="6458867"/>
                <a:ext cx="60480" cy="3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8">
            <p14:nvContentPartPr>
              <p14:cNvPr id="224" name="Ink 223">
                <a:extLst>
                  <a:ext uri="{FF2B5EF4-FFF2-40B4-BE49-F238E27FC236}">
                    <a16:creationId xmlns:a16="http://schemas.microsoft.com/office/drawing/2014/main" id="{1EA3238E-81C6-58AF-320C-9BBEA2AA01AB}"/>
                  </a:ext>
                </a:extLst>
              </p14:cNvPr>
              <p14:cNvContentPartPr/>
              <p14:nvPr/>
            </p14:nvContentPartPr>
            <p14:xfrm>
              <a:off x="6346667" y="6410627"/>
              <a:ext cx="91440" cy="59400"/>
            </p14:xfrm>
          </p:contentPart>
        </mc:Choice>
        <mc:Fallback xmlns="">
          <p:pic>
            <p:nvPicPr>
              <p:cNvPr id="224" name="Ink 223">
                <a:extLst>
                  <a:ext uri="{FF2B5EF4-FFF2-40B4-BE49-F238E27FC236}">
                    <a16:creationId xmlns:a16="http://schemas.microsoft.com/office/drawing/2014/main" id="{1EA3238E-81C6-58AF-320C-9BBEA2AA01AB}"/>
                  </a:ext>
                </a:extLst>
              </p:cNvPr>
              <p:cNvPicPr/>
              <p:nvPr/>
            </p:nvPicPr>
            <p:blipFill>
              <a:blip r:embed="rId339"/>
              <a:stretch>
                <a:fillRect/>
              </a:stretch>
            </p:blipFill>
            <p:spPr>
              <a:xfrm>
                <a:off x="6342347" y="6406307"/>
                <a:ext cx="100080" cy="68040"/>
              </a:xfrm>
              <a:prstGeom prst="rect">
                <a:avLst/>
              </a:prstGeom>
            </p:spPr>
          </p:pic>
        </mc:Fallback>
      </mc:AlternateContent>
      <p:grpSp>
        <p:nvGrpSpPr>
          <p:cNvPr id="234" name="Group 233">
            <a:extLst>
              <a:ext uri="{FF2B5EF4-FFF2-40B4-BE49-F238E27FC236}">
                <a16:creationId xmlns:a16="http://schemas.microsoft.com/office/drawing/2014/main" id="{0300D583-0355-2BE1-0135-D7957A4D63B1}"/>
              </a:ext>
            </a:extLst>
          </p:cNvPr>
          <p:cNvGrpSpPr/>
          <p:nvPr/>
        </p:nvGrpSpPr>
        <p:grpSpPr>
          <a:xfrm>
            <a:off x="9615827" y="6279227"/>
            <a:ext cx="939600" cy="303120"/>
            <a:chOff x="9615827" y="6279227"/>
            <a:chExt cx="939600" cy="303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5ECCD12B-90CD-1830-F169-70F4BD6C8621}"/>
                    </a:ext>
                  </a:extLst>
                </p14:cNvPr>
                <p14:cNvContentPartPr/>
                <p14:nvPr/>
              </p14:nvContentPartPr>
              <p14:xfrm>
                <a:off x="9807347" y="6279227"/>
                <a:ext cx="94320" cy="1008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5ECCD12B-90CD-1830-F169-70F4BD6C8621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9803027" y="6274907"/>
                  <a:ext cx="10296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27C77402-B9BE-E42D-3026-84A82371A013}"/>
                    </a:ext>
                  </a:extLst>
                </p14:cNvPr>
                <p14:cNvContentPartPr/>
                <p14:nvPr/>
              </p14:nvContentPartPr>
              <p14:xfrm>
                <a:off x="9853427" y="6303707"/>
                <a:ext cx="6840" cy="1872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27C77402-B9BE-E42D-3026-84A82371A013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9849107" y="6299387"/>
                  <a:ext cx="1548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ECEE4F81-F724-D379-5445-6FBD4E2D3CA1}"/>
                    </a:ext>
                  </a:extLst>
                </p14:cNvPr>
                <p14:cNvContentPartPr/>
                <p14:nvPr/>
              </p14:nvContentPartPr>
              <p14:xfrm>
                <a:off x="9615827" y="6345467"/>
                <a:ext cx="240120" cy="22140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ECEE4F81-F724-D379-5445-6FBD4E2D3CA1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9611507" y="6341147"/>
                  <a:ext cx="24876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4DAC631C-C927-E804-B38D-6C3120256CDA}"/>
                    </a:ext>
                  </a:extLst>
                </p14:cNvPr>
                <p14:cNvContentPartPr/>
                <p14:nvPr/>
              </p14:nvContentPartPr>
              <p14:xfrm>
                <a:off x="9926147" y="6436547"/>
                <a:ext cx="146880" cy="11376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4DAC631C-C927-E804-B38D-6C3120256CDA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9921827" y="6432227"/>
                  <a:ext cx="15552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7DEECAFC-0415-4C83-BB1B-E4C2EBEC047F}"/>
                    </a:ext>
                  </a:extLst>
                </p14:cNvPr>
                <p14:cNvContentPartPr/>
                <p14:nvPr/>
              </p14:nvContentPartPr>
              <p14:xfrm>
                <a:off x="10102907" y="6417107"/>
                <a:ext cx="78120" cy="10404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7DEECAFC-0415-4C83-BB1B-E4C2EBEC047F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10098587" y="6412787"/>
                  <a:ext cx="8676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BA7BD633-9A74-3A74-165A-6310F9132EA1}"/>
                    </a:ext>
                  </a:extLst>
                </p14:cNvPr>
                <p14:cNvContentPartPr/>
                <p14:nvPr/>
              </p14:nvContentPartPr>
              <p14:xfrm>
                <a:off x="10211627" y="6434387"/>
                <a:ext cx="46440" cy="10368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BA7BD633-9A74-3A74-165A-6310F9132EA1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10207307" y="6430067"/>
                  <a:ext cx="5508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B5A081EA-E6EE-F57B-66E6-1A0CF62DDB4D}"/>
                    </a:ext>
                  </a:extLst>
                </p14:cNvPr>
                <p14:cNvContentPartPr/>
                <p14:nvPr/>
              </p14:nvContentPartPr>
              <p14:xfrm>
                <a:off x="10304867" y="6455627"/>
                <a:ext cx="84600" cy="7956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B5A081EA-E6EE-F57B-66E6-1A0CF62DDB4D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10300547" y="6451307"/>
                  <a:ext cx="9324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87F95E24-04A1-5D16-F30C-77ECEB41AB33}"/>
                    </a:ext>
                  </a:extLst>
                </p14:cNvPr>
                <p14:cNvContentPartPr/>
                <p14:nvPr/>
              </p14:nvContentPartPr>
              <p14:xfrm>
                <a:off x="10454267" y="6354107"/>
                <a:ext cx="46440" cy="16380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87F95E24-04A1-5D16-F30C-77ECEB41AB33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10449947" y="6349787"/>
                  <a:ext cx="5508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3AD33FC8-7067-2E6E-3EA0-644334833BF5}"/>
                    </a:ext>
                  </a:extLst>
                </p14:cNvPr>
                <p14:cNvContentPartPr/>
                <p14:nvPr/>
              </p14:nvContentPartPr>
              <p14:xfrm>
                <a:off x="10502507" y="6368147"/>
                <a:ext cx="52920" cy="21420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3AD33FC8-7067-2E6E-3EA0-644334833BF5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10498187" y="6363827"/>
                  <a:ext cx="61560" cy="222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8248287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332</TotalTime>
  <Words>107</Words>
  <Application>Microsoft Office PowerPoint</Application>
  <PresentationFormat>Widescreen</PresentationFormat>
  <Paragraphs>24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Calculating the Cost</vt:lpstr>
      <vt:lpstr>Project Management Tools</vt:lpstr>
      <vt:lpstr>Work Breakdown structure</vt:lpstr>
      <vt:lpstr>PowerPoint Presentation</vt:lpstr>
      <vt:lpstr>PowerPoint Presentation</vt:lpstr>
      <vt:lpstr>PowerPoint Presentation</vt:lpstr>
      <vt:lpstr>PowerPoint Presentation</vt:lpstr>
    </vt:vector>
  </TitlesOfParts>
  <Company>Cape Peninsula University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Tem Makhurane</dc:creator>
  <cp:lastModifiedBy>Tem Makhurane</cp:lastModifiedBy>
  <cp:revision>1</cp:revision>
  <dcterms:created xsi:type="dcterms:W3CDTF">2025-03-26T16:44:20Z</dcterms:created>
  <dcterms:modified xsi:type="dcterms:W3CDTF">2025-03-27T19:25:12Z</dcterms:modified>
</cp:coreProperties>
</file>