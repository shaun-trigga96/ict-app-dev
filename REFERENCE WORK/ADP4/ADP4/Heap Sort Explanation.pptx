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notesSlides/notesSlide1.xml" ContentType="application/vnd.openxmlformats-officedocument.presentationml.notesSlide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ppt/ink/ink396.xml" ContentType="application/inkml+xml"/>
  <Override PartName="/ppt/ink/ink397.xml" ContentType="application/inkml+xml"/>
  <Override PartName="/ppt/ink/ink398.xml" ContentType="application/inkml+xml"/>
  <Override PartName="/ppt/ink/ink399.xml" ContentType="application/inkml+xml"/>
  <Override PartName="/ppt/ink/ink400.xml" ContentType="application/inkml+xml"/>
  <Override PartName="/ppt/ink/ink401.xml" ContentType="application/inkml+xml"/>
  <Override PartName="/ppt/ink/ink402.xml" ContentType="application/inkml+xml"/>
  <Override PartName="/ppt/ink/ink403.xml" ContentType="application/inkml+xml"/>
  <Override PartName="/ppt/ink/ink404.xml" ContentType="application/inkml+xml"/>
  <Override PartName="/ppt/ink/ink405.xml" ContentType="application/inkml+xml"/>
  <Override PartName="/ppt/ink/ink406.xml" ContentType="application/inkml+xml"/>
  <Override PartName="/ppt/ink/ink407.xml" ContentType="application/inkml+xml"/>
  <Override PartName="/ppt/ink/ink408.xml" ContentType="application/inkml+xml"/>
  <Override PartName="/ppt/ink/ink409.xml" ContentType="application/inkml+xml"/>
  <Override PartName="/ppt/ink/ink410.xml" ContentType="application/inkml+xml"/>
  <Override PartName="/ppt/ink/ink411.xml" ContentType="application/inkml+xml"/>
  <Override PartName="/ppt/ink/ink412.xml" ContentType="application/inkml+xml"/>
  <Override PartName="/ppt/ink/ink413.xml" ContentType="application/inkml+xml"/>
  <Override PartName="/ppt/ink/ink414.xml" ContentType="application/inkml+xml"/>
  <Override PartName="/ppt/ink/ink415.xml" ContentType="application/inkml+xml"/>
  <Override PartName="/ppt/ink/ink416.xml" ContentType="application/inkml+xml"/>
  <Override PartName="/ppt/ink/ink417.xml" ContentType="application/inkml+xml"/>
  <Override PartName="/ppt/ink/ink418.xml" ContentType="application/inkml+xml"/>
  <Override PartName="/ppt/ink/ink419.xml" ContentType="application/inkml+xml"/>
  <Override PartName="/ppt/ink/ink420.xml" ContentType="application/inkml+xml"/>
  <Override PartName="/ppt/ink/ink421.xml" ContentType="application/inkml+xml"/>
  <Override PartName="/ppt/ink/ink422.xml" ContentType="application/inkml+xml"/>
  <Override PartName="/ppt/ink/ink423.xml" ContentType="application/inkml+xml"/>
  <Override PartName="/ppt/ink/ink424.xml" ContentType="application/inkml+xml"/>
  <Override PartName="/ppt/ink/ink425.xml" ContentType="application/inkml+xml"/>
  <Override PartName="/ppt/ink/ink426.xml" ContentType="application/inkml+xml"/>
  <Override PartName="/ppt/ink/ink427.xml" ContentType="application/inkml+xml"/>
  <Override PartName="/ppt/ink/ink428.xml" ContentType="application/inkml+xml"/>
  <Override PartName="/ppt/ink/ink429.xml" ContentType="application/inkml+xml"/>
  <Override PartName="/ppt/ink/ink430.xml" ContentType="application/inkml+xml"/>
  <Override PartName="/ppt/ink/ink431.xml" ContentType="application/inkml+xml"/>
  <Override PartName="/ppt/ink/ink432.xml" ContentType="application/inkml+xml"/>
  <Override PartName="/ppt/ink/ink433.xml" ContentType="application/inkml+xml"/>
  <Override PartName="/ppt/ink/ink434.xml" ContentType="application/inkml+xml"/>
  <Override PartName="/ppt/ink/ink435.xml" ContentType="application/inkml+xml"/>
  <Override PartName="/ppt/ink/ink436.xml" ContentType="application/inkml+xml"/>
  <Override PartName="/ppt/ink/ink437.xml" ContentType="application/inkml+xml"/>
  <Override PartName="/ppt/ink/ink438.xml" ContentType="application/inkml+xml"/>
  <Override PartName="/ppt/ink/ink439.xml" ContentType="application/inkml+xml"/>
  <Override PartName="/ppt/ink/ink440.xml" ContentType="application/inkml+xml"/>
  <Override PartName="/ppt/ink/ink441.xml" ContentType="application/inkml+xml"/>
  <Override PartName="/ppt/ink/ink442.xml" ContentType="application/inkml+xml"/>
  <Override PartName="/ppt/ink/ink443.xml" ContentType="application/inkml+xml"/>
  <Override PartName="/ppt/ink/ink444.xml" ContentType="application/inkml+xml"/>
  <Override PartName="/ppt/ink/ink445.xml" ContentType="application/inkml+xml"/>
  <Override PartName="/ppt/ink/ink446.xml" ContentType="application/inkml+xml"/>
  <Override PartName="/ppt/ink/ink447.xml" ContentType="application/inkml+xml"/>
  <Override PartName="/ppt/ink/ink448.xml" ContentType="application/inkml+xml"/>
  <Override PartName="/ppt/ink/ink449.xml" ContentType="application/inkml+xml"/>
  <Override PartName="/ppt/ink/ink450.xml" ContentType="application/inkml+xml"/>
  <Override PartName="/ppt/ink/ink451.xml" ContentType="application/inkml+xml"/>
  <Override PartName="/ppt/ink/ink452.xml" ContentType="application/inkml+xml"/>
  <Override PartName="/ppt/ink/ink453.xml" ContentType="application/inkml+xml"/>
  <Override PartName="/ppt/ink/ink454.xml" ContentType="application/inkml+xml"/>
  <Override PartName="/ppt/ink/ink455.xml" ContentType="application/inkml+xml"/>
  <Override PartName="/ppt/ink/ink456.xml" ContentType="application/inkml+xml"/>
  <Override PartName="/ppt/ink/ink457.xml" ContentType="application/inkml+xml"/>
  <Override PartName="/ppt/ink/ink458.xml" ContentType="application/inkml+xml"/>
  <Override PartName="/ppt/ink/ink459.xml" ContentType="application/inkml+xml"/>
  <Override PartName="/ppt/ink/ink460.xml" ContentType="application/inkml+xml"/>
  <Override PartName="/ppt/ink/ink461.xml" ContentType="application/inkml+xml"/>
  <Override PartName="/ppt/ink/ink462.xml" ContentType="application/inkml+xml"/>
  <Override PartName="/ppt/ink/ink463.xml" ContentType="application/inkml+xml"/>
  <Override PartName="/ppt/ink/ink464.xml" ContentType="application/inkml+xml"/>
  <Override PartName="/ppt/ink/ink465.xml" ContentType="application/inkml+xml"/>
  <Override PartName="/ppt/ink/ink466.xml" ContentType="application/inkml+xml"/>
  <Override PartName="/ppt/ink/ink467.xml" ContentType="application/inkml+xml"/>
  <Override PartName="/ppt/ink/ink468.xml" ContentType="application/inkml+xml"/>
  <Override PartName="/ppt/ink/ink469.xml" ContentType="application/inkml+xml"/>
  <Override PartName="/ppt/ink/ink470.xml" ContentType="application/inkml+xml"/>
  <Override PartName="/ppt/ink/ink471.xml" ContentType="application/inkml+xml"/>
  <Override PartName="/ppt/ink/ink472.xml" ContentType="application/inkml+xml"/>
  <Override PartName="/ppt/ink/ink473.xml" ContentType="application/inkml+xml"/>
  <Override PartName="/ppt/ink/ink474.xml" ContentType="application/inkml+xml"/>
  <Override PartName="/ppt/ink/ink475.xml" ContentType="application/inkml+xml"/>
  <Override PartName="/ppt/ink/ink476.xml" ContentType="application/inkml+xml"/>
  <Override PartName="/ppt/ink/ink477.xml" ContentType="application/inkml+xml"/>
  <Override PartName="/ppt/ink/ink478.xml" ContentType="application/inkml+xml"/>
  <Override PartName="/ppt/ink/ink479.xml" ContentType="application/inkml+xml"/>
  <Override PartName="/ppt/ink/ink480.xml" ContentType="application/inkml+xml"/>
  <Override PartName="/ppt/ink/ink481.xml" ContentType="application/inkml+xml"/>
  <Override PartName="/ppt/ink/ink482.xml" ContentType="application/inkml+xml"/>
  <Override PartName="/ppt/ink/ink483.xml" ContentType="application/inkml+xml"/>
  <Override PartName="/ppt/ink/ink484.xml" ContentType="application/inkml+xml"/>
  <Override PartName="/ppt/ink/ink485.xml" ContentType="application/inkml+xml"/>
  <Override PartName="/ppt/ink/ink486.xml" ContentType="application/inkml+xml"/>
  <Override PartName="/ppt/ink/ink487.xml" ContentType="application/inkml+xml"/>
  <Override PartName="/ppt/ink/ink488.xml" ContentType="application/inkml+xml"/>
  <Override PartName="/ppt/ink/ink489.xml" ContentType="application/inkml+xml"/>
  <Override PartName="/ppt/ink/ink490.xml" ContentType="application/inkml+xml"/>
  <Override PartName="/ppt/ink/ink491.xml" ContentType="application/inkml+xml"/>
  <Override PartName="/ppt/ink/ink492.xml" ContentType="application/inkml+xml"/>
  <Override PartName="/ppt/ink/ink493.xml" ContentType="application/inkml+xml"/>
  <Override PartName="/ppt/ink/ink494.xml" ContentType="application/inkml+xml"/>
  <Override PartName="/ppt/ink/ink495.xml" ContentType="application/inkml+xml"/>
  <Override PartName="/ppt/ink/ink496.xml" ContentType="application/inkml+xml"/>
  <Override PartName="/ppt/ink/ink497.xml" ContentType="application/inkml+xml"/>
  <Override PartName="/ppt/ink/ink498.xml" ContentType="application/inkml+xml"/>
  <Override PartName="/ppt/ink/ink499.xml" ContentType="application/inkml+xml"/>
  <Override PartName="/ppt/ink/ink500.xml" ContentType="application/inkml+xml"/>
  <Override PartName="/ppt/ink/ink501.xml" ContentType="application/inkml+xml"/>
  <Override PartName="/ppt/ink/ink502.xml" ContentType="application/inkml+xml"/>
  <Override PartName="/ppt/ink/ink503.xml" ContentType="application/inkml+xml"/>
  <Override PartName="/ppt/ink/ink504.xml" ContentType="application/inkml+xml"/>
  <Override PartName="/ppt/ink/ink505.xml" ContentType="application/inkml+xml"/>
  <Override PartName="/ppt/ink/ink506.xml" ContentType="application/inkml+xml"/>
  <Override PartName="/ppt/ink/ink507.xml" ContentType="application/inkml+xml"/>
  <Override PartName="/ppt/ink/ink508.xml" ContentType="application/inkml+xml"/>
  <Override PartName="/ppt/ink/ink509.xml" ContentType="application/inkml+xml"/>
  <Override PartName="/ppt/ink/ink510.xml" ContentType="application/inkml+xml"/>
  <Override PartName="/ppt/ink/ink511.xml" ContentType="application/inkml+xml"/>
  <Override PartName="/ppt/ink/ink512.xml" ContentType="application/inkml+xml"/>
  <Override PartName="/ppt/ink/ink513.xml" ContentType="application/inkml+xml"/>
  <Override PartName="/ppt/ink/ink514.xml" ContentType="application/inkml+xml"/>
  <Override PartName="/ppt/ink/ink515.xml" ContentType="application/inkml+xml"/>
  <Override PartName="/ppt/ink/ink516.xml" ContentType="application/inkml+xml"/>
  <Override PartName="/ppt/ink/ink517.xml" ContentType="application/inkml+xml"/>
  <Override PartName="/ppt/ink/ink518.xml" ContentType="application/inkml+xml"/>
  <Override PartName="/ppt/ink/ink519.xml" ContentType="application/inkml+xml"/>
  <Override PartName="/ppt/ink/ink520.xml" ContentType="application/inkml+xml"/>
  <Override PartName="/ppt/ink/ink521.xml" ContentType="application/inkml+xml"/>
  <Override PartName="/ppt/ink/ink522.xml" ContentType="application/inkml+xml"/>
  <Override PartName="/ppt/ink/ink523.xml" ContentType="application/inkml+xml"/>
  <Override PartName="/ppt/ink/ink524.xml" ContentType="application/inkml+xml"/>
  <Override PartName="/ppt/ink/ink525.xml" ContentType="application/inkml+xml"/>
  <Override PartName="/ppt/ink/ink526.xml" ContentType="application/inkml+xml"/>
  <Override PartName="/ppt/ink/ink527.xml" ContentType="application/inkml+xml"/>
  <Override PartName="/ppt/ink/ink528.xml" ContentType="application/inkml+xml"/>
  <Override PartName="/ppt/ink/ink529.xml" ContentType="application/inkml+xml"/>
  <Override PartName="/ppt/ink/ink530.xml" ContentType="application/inkml+xml"/>
  <Override PartName="/ppt/ink/ink531.xml" ContentType="application/inkml+xml"/>
  <Override PartName="/ppt/ink/ink532.xml" ContentType="application/inkml+xml"/>
  <Override PartName="/ppt/ink/ink533.xml" ContentType="application/inkml+xml"/>
  <Override PartName="/ppt/ink/ink534.xml" ContentType="application/inkml+xml"/>
  <Override PartName="/ppt/ink/ink535.xml" ContentType="application/inkml+xml"/>
  <Override PartName="/ppt/ink/ink536.xml" ContentType="application/inkml+xml"/>
  <Override PartName="/ppt/ink/ink537.xml" ContentType="application/inkml+xml"/>
  <Override PartName="/ppt/ink/ink538.xml" ContentType="application/inkml+xml"/>
  <Override PartName="/ppt/ink/ink539.xml" ContentType="application/inkml+xml"/>
  <Override PartName="/ppt/ink/ink540.xml" ContentType="application/inkml+xml"/>
  <Override PartName="/ppt/ink/ink541.xml" ContentType="application/inkml+xml"/>
  <Override PartName="/ppt/ink/ink542.xml" ContentType="application/inkml+xml"/>
  <Override PartName="/ppt/ink/ink543.xml" ContentType="application/inkml+xml"/>
  <Override PartName="/ppt/ink/ink544.xml" ContentType="application/inkml+xml"/>
  <Override PartName="/ppt/ink/ink545.xml" ContentType="application/inkml+xml"/>
  <Override PartName="/ppt/ink/ink546.xml" ContentType="application/inkml+xml"/>
  <Override PartName="/ppt/ink/ink547.xml" ContentType="application/inkml+xml"/>
  <Override PartName="/ppt/ink/ink548.xml" ContentType="application/inkml+xml"/>
  <Override PartName="/ppt/ink/ink549.xml" ContentType="application/inkml+xml"/>
  <Override PartName="/ppt/ink/ink550.xml" ContentType="application/inkml+xml"/>
  <Override PartName="/ppt/ink/ink551.xml" ContentType="application/inkml+xml"/>
  <Override PartName="/ppt/ink/ink552.xml" ContentType="application/inkml+xml"/>
  <Override PartName="/ppt/ink/ink553.xml" ContentType="application/inkml+xml"/>
  <Override PartName="/ppt/ink/ink554.xml" ContentType="application/inkml+xml"/>
  <Override PartName="/ppt/ink/ink555.xml" ContentType="application/inkml+xml"/>
  <Override PartName="/ppt/ink/ink556.xml" ContentType="application/inkml+xml"/>
  <Override PartName="/ppt/ink/ink557.xml" ContentType="application/inkml+xml"/>
  <Override PartName="/ppt/ink/ink558.xml" ContentType="application/inkml+xml"/>
  <Override PartName="/ppt/ink/ink559.xml" ContentType="application/inkml+xml"/>
  <Override PartName="/ppt/ink/ink560.xml" ContentType="application/inkml+xml"/>
  <Override PartName="/ppt/ink/ink561.xml" ContentType="application/inkml+xml"/>
  <Override PartName="/ppt/ink/ink562.xml" ContentType="application/inkml+xml"/>
  <Override PartName="/ppt/ink/ink563.xml" ContentType="application/inkml+xml"/>
  <Override PartName="/ppt/ink/ink564.xml" ContentType="application/inkml+xml"/>
  <Override PartName="/ppt/ink/ink565.xml" ContentType="application/inkml+xml"/>
  <Override PartName="/ppt/ink/ink566.xml" ContentType="application/inkml+xml"/>
  <Override PartName="/ppt/ink/ink567.xml" ContentType="application/inkml+xml"/>
  <Override PartName="/ppt/ink/ink568.xml" ContentType="application/inkml+xml"/>
  <Override PartName="/ppt/ink/ink569.xml" ContentType="application/inkml+xml"/>
  <Override PartName="/ppt/ink/ink570.xml" ContentType="application/inkml+xml"/>
  <Override PartName="/ppt/ink/ink571.xml" ContentType="application/inkml+xml"/>
  <Override PartName="/ppt/ink/ink572.xml" ContentType="application/inkml+xml"/>
  <Override PartName="/ppt/ink/ink573.xml" ContentType="application/inkml+xml"/>
  <Override PartName="/ppt/ink/ink574.xml" ContentType="application/inkml+xml"/>
  <Override PartName="/ppt/ink/ink575.xml" ContentType="application/inkml+xml"/>
  <Override PartName="/ppt/ink/ink576.xml" ContentType="application/inkml+xml"/>
  <Override PartName="/ppt/ink/ink577.xml" ContentType="application/inkml+xml"/>
  <Override PartName="/ppt/ink/ink578.xml" ContentType="application/inkml+xml"/>
  <Override PartName="/ppt/ink/ink579.xml" ContentType="application/inkml+xml"/>
  <Override PartName="/ppt/ink/ink580.xml" ContentType="application/inkml+xml"/>
  <Override PartName="/ppt/ink/ink581.xml" ContentType="application/inkml+xml"/>
  <Override PartName="/ppt/ink/ink582.xml" ContentType="application/inkml+xml"/>
  <Override PartName="/ppt/ink/ink583.xml" ContentType="application/inkml+xml"/>
  <Override PartName="/ppt/ink/ink584.xml" ContentType="application/inkml+xml"/>
  <Override PartName="/ppt/ink/ink585.xml" ContentType="application/inkml+xml"/>
  <Override PartName="/ppt/ink/ink586.xml" ContentType="application/inkml+xml"/>
  <Override PartName="/ppt/ink/ink587.xml" ContentType="application/inkml+xml"/>
  <Override PartName="/ppt/ink/ink588.xml" ContentType="application/inkml+xml"/>
  <Override PartName="/ppt/ink/ink589.xml" ContentType="application/inkml+xml"/>
  <Override PartName="/ppt/ink/ink590.xml" ContentType="application/inkml+xml"/>
  <Override PartName="/ppt/ink/ink591.xml" ContentType="application/inkml+xml"/>
  <Override PartName="/ppt/ink/ink592.xml" ContentType="application/inkml+xml"/>
  <Override PartName="/ppt/ink/ink593.xml" ContentType="application/inkml+xml"/>
  <Override PartName="/ppt/ink/ink594.xml" ContentType="application/inkml+xml"/>
  <Override PartName="/ppt/ink/ink595.xml" ContentType="application/inkml+xml"/>
  <Override PartName="/ppt/ink/ink596.xml" ContentType="application/inkml+xml"/>
  <Override PartName="/ppt/ink/ink597.xml" ContentType="application/inkml+xml"/>
  <Override PartName="/ppt/ink/ink598.xml" ContentType="application/inkml+xml"/>
  <Override PartName="/ppt/ink/ink599.xml" ContentType="application/inkml+xml"/>
  <Override PartName="/ppt/ink/ink600.xml" ContentType="application/inkml+xml"/>
  <Override PartName="/ppt/ink/ink601.xml" ContentType="application/inkml+xml"/>
  <Override PartName="/ppt/ink/ink602.xml" ContentType="application/inkml+xml"/>
  <Override PartName="/ppt/ink/ink603.xml" ContentType="application/inkml+xml"/>
  <Override PartName="/ppt/ink/ink604.xml" ContentType="application/inkml+xml"/>
  <Override PartName="/ppt/ink/ink605.xml" ContentType="application/inkml+xml"/>
  <Override PartName="/ppt/ink/ink606.xml" ContentType="application/inkml+xml"/>
  <Override PartName="/ppt/ink/ink607.xml" ContentType="application/inkml+xml"/>
  <Override PartName="/ppt/ink/ink608.xml" ContentType="application/inkml+xml"/>
  <Override PartName="/ppt/ink/ink609.xml" ContentType="application/inkml+xml"/>
  <Override PartName="/ppt/ink/ink610.xml" ContentType="application/inkml+xml"/>
  <Override PartName="/ppt/ink/ink611.xml" ContentType="application/inkml+xml"/>
  <Override PartName="/ppt/ink/ink612.xml" ContentType="application/inkml+xml"/>
  <Override PartName="/ppt/ink/ink613.xml" ContentType="application/inkml+xml"/>
  <Override PartName="/ppt/ink/ink614.xml" ContentType="application/inkml+xml"/>
  <Override PartName="/ppt/ink/ink615.xml" ContentType="application/inkml+xml"/>
  <Override PartName="/ppt/ink/ink616.xml" ContentType="application/inkml+xml"/>
  <Override PartName="/ppt/ink/ink617.xml" ContentType="application/inkml+xml"/>
  <Override PartName="/ppt/ink/ink618.xml" ContentType="application/inkml+xml"/>
  <Override PartName="/ppt/ink/ink619.xml" ContentType="application/inkml+xml"/>
  <Override PartName="/ppt/ink/ink620.xml" ContentType="application/inkml+xml"/>
  <Override PartName="/ppt/ink/ink621.xml" ContentType="application/inkml+xml"/>
  <Override PartName="/ppt/ink/ink622.xml" ContentType="application/inkml+xml"/>
  <Override PartName="/ppt/ink/ink623.xml" ContentType="application/inkml+xml"/>
  <Override PartName="/ppt/ink/ink624.xml" ContentType="application/inkml+xml"/>
  <Override PartName="/ppt/ink/ink625.xml" ContentType="application/inkml+xml"/>
  <Override PartName="/ppt/ink/ink626.xml" ContentType="application/inkml+xml"/>
  <Override PartName="/ppt/ink/ink627.xml" ContentType="application/inkml+xml"/>
  <Override PartName="/ppt/ink/ink628.xml" ContentType="application/inkml+xml"/>
  <Override PartName="/ppt/ink/ink629.xml" ContentType="application/inkml+xml"/>
  <Override PartName="/ppt/ink/ink630.xml" ContentType="application/inkml+xml"/>
  <Override PartName="/ppt/ink/ink631.xml" ContentType="application/inkml+xml"/>
  <Override PartName="/ppt/ink/ink632.xml" ContentType="application/inkml+xml"/>
  <Override PartName="/ppt/ink/ink633.xml" ContentType="application/inkml+xml"/>
  <Override PartName="/ppt/ink/ink634.xml" ContentType="application/inkml+xml"/>
  <Override PartName="/ppt/ink/ink635.xml" ContentType="application/inkml+xml"/>
  <Override PartName="/ppt/ink/ink636.xml" ContentType="application/inkml+xml"/>
  <Override PartName="/ppt/ink/ink637.xml" ContentType="application/inkml+xml"/>
  <Override PartName="/ppt/ink/ink638.xml" ContentType="application/inkml+xml"/>
  <Override PartName="/ppt/ink/ink639.xml" ContentType="application/inkml+xml"/>
  <Override PartName="/ppt/ink/ink640.xml" ContentType="application/inkml+xml"/>
  <Override PartName="/ppt/ink/ink641.xml" ContentType="application/inkml+xml"/>
  <Override PartName="/ppt/ink/ink642.xml" ContentType="application/inkml+xml"/>
  <Override PartName="/ppt/ink/ink643.xml" ContentType="application/inkml+xml"/>
  <Override PartName="/ppt/ink/ink644.xml" ContentType="application/inkml+xml"/>
  <Override PartName="/ppt/ink/ink645.xml" ContentType="application/inkml+xml"/>
  <Override PartName="/ppt/ink/ink646.xml" ContentType="application/inkml+xml"/>
  <Override PartName="/ppt/ink/ink647.xml" ContentType="application/inkml+xml"/>
  <Override PartName="/ppt/ink/ink648.xml" ContentType="application/inkml+xml"/>
  <Override PartName="/ppt/ink/ink649.xml" ContentType="application/inkml+xml"/>
  <Override PartName="/ppt/ink/ink650.xml" ContentType="application/inkml+xml"/>
  <Override PartName="/ppt/ink/ink651.xml" ContentType="application/inkml+xml"/>
  <Override PartName="/ppt/ink/ink652.xml" ContentType="application/inkml+xml"/>
  <Override PartName="/ppt/ink/ink653.xml" ContentType="application/inkml+xml"/>
  <Override PartName="/ppt/ink/ink654.xml" ContentType="application/inkml+xml"/>
  <Override PartName="/ppt/ink/ink655.xml" ContentType="application/inkml+xml"/>
  <Override PartName="/ppt/ink/ink656.xml" ContentType="application/inkml+xml"/>
  <Override PartName="/ppt/ink/ink657.xml" ContentType="application/inkml+xml"/>
  <Override PartName="/ppt/ink/ink658.xml" ContentType="application/inkml+xml"/>
  <Override PartName="/ppt/ink/ink659.xml" ContentType="application/inkml+xml"/>
  <Override PartName="/ppt/ink/ink660.xml" ContentType="application/inkml+xml"/>
  <Override PartName="/ppt/ink/ink661.xml" ContentType="application/inkml+xml"/>
  <Override PartName="/ppt/ink/ink662.xml" ContentType="application/inkml+xml"/>
  <Override PartName="/ppt/ink/ink663.xml" ContentType="application/inkml+xml"/>
  <Override PartName="/ppt/ink/ink664.xml" ContentType="application/inkml+xml"/>
  <Override PartName="/ppt/ink/ink665.xml" ContentType="application/inkml+xml"/>
  <Override PartName="/ppt/ink/ink666.xml" ContentType="application/inkml+xml"/>
  <Override PartName="/ppt/ink/ink667.xml" ContentType="application/inkml+xml"/>
  <Override PartName="/ppt/ink/ink668.xml" ContentType="application/inkml+xml"/>
  <Override PartName="/ppt/ink/ink669.xml" ContentType="application/inkml+xml"/>
  <Override PartName="/ppt/ink/ink670.xml" ContentType="application/inkml+xml"/>
  <Override PartName="/ppt/ink/ink671.xml" ContentType="application/inkml+xml"/>
  <Override PartName="/ppt/ink/ink672.xml" ContentType="application/inkml+xml"/>
  <Override PartName="/ppt/ink/ink673.xml" ContentType="application/inkml+xml"/>
  <Override PartName="/ppt/ink/ink674.xml" ContentType="application/inkml+xml"/>
  <Override PartName="/ppt/ink/ink675.xml" ContentType="application/inkml+xml"/>
  <Override PartName="/ppt/ink/ink676.xml" ContentType="application/inkml+xml"/>
  <Override PartName="/ppt/ink/ink677.xml" ContentType="application/inkml+xml"/>
  <Override PartName="/ppt/ink/ink678.xml" ContentType="application/inkml+xml"/>
  <Override PartName="/ppt/ink/ink679.xml" ContentType="application/inkml+xml"/>
  <Override PartName="/ppt/ink/ink680.xml" ContentType="application/inkml+xml"/>
  <Override PartName="/ppt/ink/ink681.xml" ContentType="application/inkml+xml"/>
  <Override PartName="/ppt/ink/ink682.xml" ContentType="application/inkml+xml"/>
  <Override PartName="/ppt/ink/ink683.xml" ContentType="application/inkml+xml"/>
  <Override PartName="/ppt/ink/ink684.xml" ContentType="application/inkml+xml"/>
  <Override PartName="/ppt/ink/ink685.xml" ContentType="application/inkml+xml"/>
  <Override PartName="/ppt/ink/ink686.xml" ContentType="application/inkml+xml"/>
  <Override PartName="/ppt/ink/ink687.xml" ContentType="application/inkml+xml"/>
  <Override PartName="/ppt/ink/ink688.xml" ContentType="application/inkml+xml"/>
  <Override PartName="/ppt/ink/ink689.xml" ContentType="application/inkml+xml"/>
  <Override PartName="/ppt/ink/ink690.xml" ContentType="application/inkml+xml"/>
  <Override PartName="/ppt/ink/ink691.xml" ContentType="application/inkml+xml"/>
  <Override PartName="/ppt/ink/ink692.xml" ContentType="application/inkml+xml"/>
  <Override PartName="/ppt/ink/ink693.xml" ContentType="application/inkml+xml"/>
  <Override PartName="/ppt/ink/ink694.xml" ContentType="application/inkml+xml"/>
  <Override PartName="/ppt/ink/ink695.xml" ContentType="application/inkml+xml"/>
  <Override PartName="/ppt/ink/ink696.xml" ContentType="application/inkml+xml"/>
  <Override PartName="/ppt/ink/ink697.xml" ContentType="application/inkml+xml"/>
  <Override PartName="/ppt/ink/ink698.xml" ContentType="application/inkml+xml"/>
  <Override PartName="/ppt/ink/ink699.xml" ContentType="application/inkml+xml"/>
  <Override PartName="/ppt/ink/ink700.xml" ContentType="application/inkml+xml"/>
  <Override PartName="/ppt/ink/ink701.xml" ContentType="application/inkml+xml"/>
  <Override PartName="/ppt/ink/ink702.xml" ContentType="application/inkml+xml"/>
  <Override PartName="/ppt/ink/ink703.xml" ContentType="application/inkml+xml"/>
  <Override PartName="/ppt/ink/ink704.xml" ContentType="application/inkml+xml"/>
  <Override PartName="/ppt/ink/ink705.xml" ContentType="application/inkml+xml"/>
  <Override PartName="/ppt/ink/ink706.xml" ContentType="application/inkml+xml"/>
  <Override PartName="/ppt/ink/ink707.xml" ContentType="application/inkml+xml"/>
  <Override PartName="/ppt/ink/ink708.xml" ContentType="application/inkml+xml"/>
  <Override PartName="/ppt/ink/ink709.xml" ContentType="application/inkml+xml"/>
  <Override PartName="/ppt/ink/ink710.xml" ContentType="application/inkml+xml"/>
  <Override PartName="/ppt/ink/ink711.xml" ContentType="application/inkml+xml"/>
  <Override PartName="/ppt/ink/ink712.xml" ContentType="application/inkml+xml"/>
  <Override PartName="/ppt/ink/ink713.xml" ContentType="application/inkml+xml"/>
  <Override PartName="/ppt/ink/ink714.xml" ContentType="application/inkml+xml"/>
  <Override PartName="/ppt/ink/ink715.xml" ContentType="application/inkml+xml"/>
  <Override PartName="/ppt/ink/ink716.xml" ContentType="application/inkml+xml"/>
  <Override PartName="/ppt/ink/ink717.xml" ContentType="application/inkml+xml"/>
  <Override PartName="/ppt/ink/ink718.xml" ContentType="application/inkml+xml"/>
  <Override PartName="/ppt/ink/ink719.xml" ContentType="application/inkml+xml"/>
  <Override PartName="/ppt/ink/ink720.xml" ContentType="application/inkml+xml"/>
  <Override PartName="/ppt/ink/ink721.xml" ContentType="application/inkml+xml"/>
  <Override PartName="/ppt/ink/ink722.xml" ContentType="application/inkml+xml"/>
  <Override PartName="/ppt/ink/ink723.xml" ContentType="application/inkml+xml"/>
  <Override PartName="/ppt/ink/ink724.xml" ContentType="application/inkml+xml"/>
  <Override PartName="/ppt/ink/ink725.xml" ContentType="application/inkml+xml"/>
  <Override PartName="/ppt/ink/ink726.xml" ContentType="application/inkml+xml"/>
  <Override PartName="/ppt/ink/ink727.xml" ContentType="application/inkml+xml"/>
  <Override PartName="/ppt/ink/ink728.xml" ContentType="application/inkml+xml"/>
  <Override PartName="/ppt/ink/ink729.xml" ContentType="application/inkml+xml"/>
  <Override PartName="/ppt/ink/ink730.xml" ContentType="application/inkml+xml"/>
  <Override PartName="/ppt/ink/ink731.xml" ContentType="application/inkml+xml"/>
  <Override PartName="/ppt/ink/ink732.xml" ContentType="application/inkml+xml"/>
  <Override PartName="/ppt/ink/ink733.xml" ContentType="application/inkml+xml"/>
  <Override PartName="/ppt/ink/ink734.xml" ContentType="application/inkml+xml"/>
  <Override PartName="/ppt/ink/ink735.xml" ContentType="application/inkml+xml"/>
  <Override PartName="/ppt/ink/ink736.xml" ContentType="application/inkml+xml"/>
  <Override PartName="/ppt/ink/ink737.xml" ContentType="application/inkml+xml"/>
  <Override PartName="/ppt/ink/ink738.xml" ContentType="application/inkml+xml"/>
  <Override PartName="/ppt/ink/ink739.xml" ContentType="application/inkml+xml"/>
  <Override PartName="/ppt/ink/ink740.xml" ContentType="application/inkml+xml"/>
  <Override PartName="/ppt/ink/ink741.xml" ContentType="application/inkml+xml"/>
  <Override PartName="/ppt/ink/ink742.xml" ContentType="application/inkml+xml"/>
  <Override PartName="/ppt/ink/ink743.xml" ContentType="application/inkml+xml"/>
  <Override PartName="/ppt/ink/ink744.xml" ContentType="application/inkml+xml"/>
  <Override PartName="/ppt/ink/ink745.xml" ContentType="application/inkml+xml"/>
  <Override PartName="/ppt/ink/ink746.xml" ContentType="application/inkml+xml"/>
  <Override PartName="/ppt/ink/ink747.xml" ContentType="application/inkml+xml"/>
  <Override PartName="/ppt/ink/ink748.xml" ContentType="application/inkml+xml"/>
  <Override PartName="/ppt/ink/ink749.xml" ContentType="application/inkml+xml"/>
  <Override PartName="/ppt/ink/ink750.xml" ContentType="application/inkml+xml"/>
  <Override PartName="/ppt/ink/ink751.xml" ContentType="application/inkml+xml"/>
  <Override PartName="/ppt/ink/ink752.xml" ContentType="application/inkml+xml"/>
  <Override PartName="/ppt/ink/ink753.xml" ContentType="application/inkml+xml"/>
  <Override PartName="/ppt/ink/ink754.xml" ContentType="application/inkml+xml"/>
  <Override PartName="/ppt/ink/ink755.xml" ContentType="application/inkml+xml"/>
  <Override PartName="/ppt/ink/ink756.xml" ContentType="application/inkml+xml"/>
  <Override PartName="/ppt/ink/ink757.xml" ContentType="application/inkml+xml"/>
  <Override PartName="/ppt/ink/ink758.xml" ContentType="application/inkml+xml"/>
  <Override PartName="/ppt/ink/ink759.xml" ContentType="application/inkml+xml"/>
  <Override PartName="/ppt/ink/ink760.xml" ContentType="application/inkml+xml"/>
  <Override PartName="/ppt/ink/ink761.xml" ContentType="application/inkml+xml"/>
  <Override PartName="/ppt/ink/ink762.xml" ContentType="application/inkml+xml"/>
  <Override PartName="/ppt/ink/ink763.xml" ContentType="application/inkml+xml"/>
  <Override PartName="/ppt/ink/ink764.xml" ContentType="application/inkml+xml"/>
  <Override PartName="/ppt/ink/ink765.xml" ContentType="application/inkml+xml"/>
  <Override PartName="/ppt/ink/ink766.xml" ContentType="application/inkml+xml"/>
  <Override PartName="/ppt/ink/ink767.xml" ContentType="application/inkml+xml"/>
  <Override PartName="/ppt/ink/ink768.xml" ContentType="application/inkml+xml"/>
  <Override PartName="/ppt/ink/ink769.xml" ContentType="application/inkml+xml"/>
  <Override PartName="/ppt/ink/ink770.xml" ContentType="application/inkml+xml"/>
  <Override PartName="/ppt/ink/ink771.xml" ContentType="application/inkml+xml"/>
  <Override PartName="/ppt/ink/ink772.xml" ContentType="application/inkml+xml"/>
  <Override PartName="/ppt/ink/ink773.xml" ContentType="application/inkml+xml"/>
  <Override PartName="/ppt/ink/ink774.xml" ContentType="application/inkml+xml"/>
  <Override PartName="/ppt/ink/ink775.xml" ContentType="application/inkml+xml"/>
  <Override PartName="/ppt/ink/ink776.xml" ContentType="application/inkml+xml"/>
  <Override PartName="/ppt/ink/ink777.xml" ContentType="application/inkml+xml"/>
  <Override PartName="/ppt/ink/ink778.xml" ContentType="application/inkml+xml"/>
  <Override PartName="/ppt/ink/ink779.xml" ContentType="application/inkml+xml"/>
  <Override PartName="/ppt/ink/ink780.xml" ContentType="application/inkml+xml"/>
  <Override PartName="/ppt/ink/ink781.xml" ContentType="application/inkml+xml"/>
  <Override PartName="/ppt/ink/ink782.xml" ContentType="application/inkml+xml"/>
  <Override PartName="/ppt/ink/ink783.xml" ContentType="application/inkml+xml"/>
  <Override PartName="/ppt/ink/ink784.xml" ContentType="application/inkml+xml"/>
  <Override PartName="/ppt/ink/ink785.xml" ContentType="application/inkml+xml"/>
  <Override PartName="/ppt/ink/ink786.xml" ContentType="application/inkml+xml"/>
  <Override PartName="/ppt/ink/ink787.xml" ContentType="application/inkml+xml"/>
  <Override PartName="/ppt/ink/ink788.xml" ContentType="application/inkml+xml"/>
  <Override PartName="/ppt/ink/ink789.xml" ContentType="application/inkml+xml"/>
  <Override PartName="/ppt/ink/ink790.xml" ContentType="application/inkml+xml"/>
  <Override PartName="/ppt/ink/ink791.xml" ContentType="application/inkml+xml"/>
  <Override PartName="/ppt/ink/ink792.xml" ContentType="application/inkml+xml"/>
  <Override PartName="/ppt/ink/ink793.xml" ContentType="application/inkml+xml"/>
  <Override PartName="/ppt/ink/ink794.xml" ContentType="application/inkml+xml"/>
  <Override PartName="/ppt/ink/ink795.xml" ContentType="application/inkml+xml"/>
  <Override PartName="/ppt/ink/ink796.xml" ContentType="application/inkml+xml"/>
  <Override PartName="/ppt/ink/ink797.xml" ContentType="application/inkml+xml"/>
  <Override PartName="/ppt/ink/ink798.xml" ContentType="application/inkml+xml"/>
  <Override PartName="/ppt/ink/ink799.xml" ContentType="application/inkml+xml"/>
  <Override PartName="/ppt/ink/ink800.xml" ContentType="application/inkml+xml"/>
  <Override PartName="/ppt/ink/ink801.xml" ContentType="application/inkml+xml"/>
  <Override PartName="/ppt/ink/ink802.xml" ContentType="application/inkml+xml"/>
  <Override PartName="/ppt/ink/ink803.xml" ContentType="application/inkml+xml"/>
  <Override PartName="/ppt/ink/ink804.xml" ContentType="application/inkml+xml"/>
  <Override PartName="/ppt/ink/ink805.xml" ContentType="application/inkml+xml"/>
  <Override PartName="/ppt/ink/ink806.xml" ContentType="application/inkml+xml"/>
  <Override PartName="/ppt/ink/ink807.xml" ContentType="application/inkml+xml"/>
  <Override PartName="/ppt/ink/ink808.xml" ContentType="application/inkml+xml"/>
  <Override PartName="/ppt/ink/ink809.xml" ContentType="application/inkml+xml"/>
  <Override PartName="/ppt/ink/ink810.xml" ContentType="application/inkml+xml"/>
  <Override PartName="/ppt/ink/ink811.xml" ContentType="application/inkml+xml"/>
  <Override PartName="/ppt/ink/ink812.xml" ContentType="application/inkml+xml"/>
  <Override PartName="/ppt/ink/ink813.xml" ContentType="application/inkml+xml"/>
  <Override PartName="/ppt/ink/ink814.xml" ContentType="application/inkml+xml"/>
  <Override PartName="/ppt/ink/ink815.xml" ContentType="application/inkml+xml"/>
  <Override PartName="/ppt/ink/ink816.xml" ContentType="application/inkml+xml"/>
  <Override PartName="/ppt/ink/ink817.xml" ContentType="application/inkml+xml"/>
  <Override PartName="/ppt/ink/ink818.xml" ContentType="application/inkml+xml"/>
  <Override PartName="/ppt/ink/ink819.xml" ContentType="application/inkml+xml"/>
  <Override PartName="/ppt/ink/ink820.xml" ContentType="application/inkml+xml"/>
  <Override PartName="/ppt/ink/ink821.xml" ContentType="application/inkml+xml"/>
  <Override PartName="/ppt/ink/ink822.xml" ContentType="application/inkml+xml"/>
  <Override PartName="/ppt/ink/ink823.xml" ContentType="application/inkml+xml"/>
  <Override PartName="/ppt/ink/ink824.xml" ContentType="application/inkml+xml"/>
  <Override PartName="/ppt/ink/ink825.xml" ContentType="application/inkml+xml"/>
  <Override PartName="/ppt/ink/ink826.xml" ContentType="application/inkml+xml"/>
  <Override PartName="/ppt/ink/ink827.xml" ContentType="application/inkml+xml"/>
  <Override PartName="/ppt/ink/ink828.xml" ContentType="application/inkml+xml"/>
  <Override PartName="/ppt/ink/ink829.xml" ContentType="application/inkml+xml"/>
  <Override PartName="/ppt/ink/ink830.xml" ContentType="application/inkml+xml"/>
  <Override PartName="/ppt/ink/ink831.xml" ContentType="application/inkml+xml"/>
  <Override PartName="/ppt/ink/ink832.xml" ContentType="application/inkml+xml"/>
  <Override PartName="/ppt/ink/ink833.xml" ContentType="application/inkml+xml"/>
  <Override PartName="/ppt/ink/ink834.xml" ContentType="application/inkml+xml"/>
  <Override PartName="/ppt/ink/ink835.xml" ContentType="application/inkml+xml"/>
  <Override PartName="/ppt/ink/ink836.xml" ContentType="application/inkml+xml"/>
  <Override PartName="/ppt/ink/ink837.xml" ContentType="application/inkml+xml"/>
  <Override PartName="/ppt/ink/ink838.xml" ContentType="application/inkml+xml"/>
  <Override PartName="/ppt/ink/ink839.xml" ContentType="application/inkml+xml"/>
  <Override PartName="/ppt/ink/ink840.xml" ContentType="application/inkml+xml"/>
  <Override PartName="/ppt/ink/ink841.xml" ContentType="application/inkml+xml"/>
  <Override PartName="/ppt/ink/ink842.xml" ContentType="application/inkml+xml"/>
  <Override PartName="/ppt/ink/ink843.xml" ContentType="application/inkml+xml"/>
  <Override PartName="/ppt/ink/ink844.xml" ContentType="application/inkml+xml"/>
  <Override PartName="/ppt/ink/ink845.xml" ContentType="application/inkml+xml"/>
  <Override PartName="/ppt/ink/ink846.xml" ContentType="application/inkml+xml"/>
  <Override PartName="/ppt/ink/ink847.xml" ContentType="application/inkml+xml"/>
  <Override PartName="/ppt/ink/ink848.xml" ContentType="application/inkml+xml"/>
  <Override PartName="/ppt/ink/ink849.xml" ContentType="application/inkml+xml"/>
  <Override PartName="/ppt/ink/ink850.xml" ContentType="application/inkml+xml"/>
  <Override PartName="/ppt/ink/ink851.xml" ContentType="application/inkml+xml"/>
  <Override PartName="/ppt/ink/ink852.xml" ContentType="application/inkml+xml"/>
  <Override PartName="/ppt/ink/ink853.xml" ContentType="application/inkml+xml"/>
  <Override PartName="/ppt/ink/ink854.xml" ContentType="application/inkml+xml"/>
  <Override PartName="/ppt/ink/ink855.xml" ContentType="application/inkml+xml"/>
  <Override PartName="/ppt/ink/ink856.xml" ContentType="application/inkml+xml"/>
  <Override PartName="/ppt/ink/ink857.xml" ContentType="application/inkml+xml"/>
  <Override PartName="/ppt/ink/ink858.xml" ContentType="application/inkml+xml"/>
  <Override PartName="/ppt/ink/ink859.xml" ContentType="application/inkml+xml"/>
  <Override PartName="/ppt/ink/ink860.xml" ContentType="application/inkml+xml"/>
  <Override PartName="/ppt/ink/ink861.xml" ContentType="application/inkml+xml"/>
  <Override PartName="/ppt/ink/ink862.xml" ContentType="application/inkml+xml"/>
  <Override PartName="/ppt/ink/ink863.xml" ContentType="application/inkml+xml"/>
  <Override PartName="/ppt/ink/ink864.xml" ContentType="application/inkml+xml"/>
  <Override PartName="/ppt/ink/ink865.xml" ContentType="application/inkml+xml"/>
  <Override PartName="/ppt/ink/ink866.xml" ContentType="application/inkml+xml"/>
  <Override PartName="/ppt/ink/ink867.xml" ContentType="application/inkml+xml"/>
  <Override PartName="/ppt/ink/ink868.xml" ContentType="application/inkml+xml"/>
  <Override PartName="/ppt/ink/ink869.xml" ContentType="application/inkml+xml"/>
  <Override PartName="/ppt/ink/ink870.xml" ContentType="application/inkml+xml"/>
  <Override PartName="/ppt/ink/ink871.xml" ContentType="application/inkml+xml"/>
  <Override PartName="/ppt/ink/ink872.xml" ContentType="application/inkml+xml"/>
  <Override PartName="/ppt/ink/ink873.xml" ContentType="application/inkml+xml"/>
  <Override PartName="/ppt/ink/ink874.xml" ContentType="application/inkml+xml"/>
  <Override PartName="/ppt/ink/ink875.xml" ContentType="application/inkml+xml"/>
  <Override PartName="/ppt/ink/ink876.xml" ContentType="application/inkml+xml"/>
  <Override PartName="/ppt/ink/ink877.xml" ContentType="application/inkml+xml"/>
  <Override PartName="/ppt/ink/ink878.xml" ContentType="application/inkml+xml"/>
  <Override PartName="/ppt/ink/ink879.xml" ContentType="application/inkml+xml"/>
  <Override PartName="/ppt/ink/ink880.xml" ContentType="application/inkml+xml"/>
  <Override PartName="/ppt/ink/ink881.xml" ContentType="application/inkml+xml"/>
  <Override PartName="/ppt/ink/ink882.xml" ContentType="application/inkml+xml"/>
  <Override PartName="/ppt/ink/ink883.xml" ContentType="application/inkml+xml"/>
  <Override PartName="/ppt/ink/ink884.xml" ContentType="application/inkml+xml"/>
  <Override PartName="/ppt/ink/ink885.xml" ContentType="application/inkml+xml"/>
  <Override PartName="/ppt/ink/ink886.xml" ContentType="application/inkml+xml"/>
  <Override PartName="/ppt/ink/ink887.xml" ContentType="application/inkml+xml"/>
  <Override PartName="/ppt/ink/ink888.xml" ContentType="application/inkml+xml"/>
  <Override PartName="/ppt/ink/ink889.xml" ContentType="application/inkml+xml"/>
  <Override PartName="/ppt/ink/ink890.xml" ContentType="application/inkml+xml"/>
  <Override PartName="/ppt/ink/ink891.xml" ContentType="application/inkml+xml"/>
  <Override PartName="/ppt/ink/ink892.xml" ContentType="application/inkml+xml"/>
  <Override PartName="/ppt/ink/ink893.xml" ContentType="application/inkml+xml"/>
  <Override PartName="/ppt/ink/ink894.xml" ContentType="application/inkml+xml"/>
  <Override PartName="/ppt/ink/ink895.xml" ContentType="application/inkml+xml"/>
  <Override PartName="/ppt/ink/ink896.xml" ContentType="application/inkml+xml"/>
  <Override PartName="/ppt/ink/ink897.xml" ContentType="application/inkml+xml"/>
  <Override PartName="/ppt/ink/ink898.xml" ContentType="application/inkml+xml"/>
  <Override PartName="/ppt/ink/ink899.xml" ContentType="application/inkml+xml"/>
  <Override PartName="/ppt/ink/ink900.xml" ContentType="application/inkml+xml"/>
  <Override PartName="/ppt/ink/ink901.xml" ContentType="application/inkml+xml"/>
  <Override PartName="/ppt/ink/ink902.xml" ContentType="application/inkml+xml"/>
  <Override PartName="/ppt/ink/ink903.xml" ContentType="application/inkml+xml"/>
  <Override PartName="/ppt/ink/ink904.xml" ContentType="application/inkml+xml"/>
  <Override PartName="/ppt/ink/ink905.xml" ContentType="application/inkml+xml"/>
  <Override PartName="/ppt/ink/ink906.xml" ContentType="application/inkml+xml"/>
  <Override PartName="/ppt/ink/ink907.xml" ContentType="application/inkml+xml"/>
  <Override PartName="/ppt/ink/ink908.xml" ContentType="application/inkml+xml"/>
  <Override PartName="/ppt/ink/ink909.xml" ContentType="application/inkml+xml"/>
  <Override PartName="/ppt/ink/ink910.xml" ContentType="application/inkml+xml"/>
  <Override PartName="/ppt/ink/ink911.xml" ContentType="application/inkml+xml"/>
  <Override PartName="/ppt/ink/ink912.xml" ContentType="application/inkml+xml"/>
  <Override PartName="/ppt/ink/ink913.xml" ContentType="application/inkml+xml"/>
  <Override PartName="/ppt/ink/ink914.xml" ContentType="application/inkml+xml"/>
  <Override PartName="/ppt/ink/ink915.xml" ContentType="application/inkml+xml"/>
  <Override PartName="/ppt/ink/ink916.xml" ContentType="application/inkml+xml"/>
  <Override PartName="/ppt/ink/ink917.xml" ContentType="application/inkml+xml"/>
  <Override PartName="/ppt/ink/ink918.xml" ContentType="application/inkml+xml"/>
  <Override PartName="/ppt/ink/ink919.xml" ContentType="application/inkml+xml"/>
  <Override PartName="/ppt/ink/ink920.xml" ContentType="application/inkml+xml"/>
  <Override PartName="/ppt/ink/ink921.xml" ContentType="application/inkml+xml"/>
  <Override PartName="/ppt/ink/ink922.xml" ContentType="application/inkml+xml"/>
  <Override PartName="/ppt/ink/ink923.xml" ContentType="application/inkml+xml"/>
  <Override PartName="/ppt/ink/ink924.xml" ContentType="application/inkml+xml"/>
  <Override PartName="/ppt/ink/ink925.xml" ContentType="application/inkml+xml"/>
  <Override PartName="/ppt/ink/ink926.xml" ContentType="application/inkml+xml"/>
  <Override PartName="/ppt/ink/ink927.xml" ContentType="application/inkml+xml"/>
  <Override PartName="/ppt/ink/ink928.xml" ContentType="application/inkml+xml"/>
  <Override PartName="/ppt/ink/ink929.xml" ContentType="application/inkml+xml"/>
  <Override PartName="/ppt/ink/ink930.xml" ContentType="application/inkml+xml"/>
  <Override PartName="/ppt/ink/ink931.xml" ContentType="application/inkml+xml"/>
  <Override PartName="/ppt/ink/ink932.xml" ContentType="application/inkml+xml"/>
  <Override PartName="/ppt/ink/ink933.xml" ContentType="application/inkml+xml"/>
  <Override PartName="/ppt/ink/ink934.xml" ContentType="application/inkml+xml"/>
  <Override PartName="/ppt/ink/ink935.xml" ContentType="application/inkml+xml"/>
  <Override PartName="/ppt/ink/ink936.xml" ContentType="application/inkml+xml"/>
  <Override PartName="/ppt/ink/ink937.xml" ContentType="application/inkml+xml"/>
  <Override PartName="/ppt/ink/ink938.xml" ContentType="application/inkml+xml"/>
  <Override PartName="/ppt/ink/ink939.xml" ContentType="application/inkml+xml"/>
  <Override PartName="/ppt/ink/ink940.xml" ContentType="application/inkml+xml"/>
  <Override PartName="/ppt/ink/ink941.xml" ContentType="application/inkml+xml"/>
  <Override PartName="/ppt/ink/ink942.xml" ContentType="application/inkml+xml"/>
  <Override PartName="/ppt/ink/ink943.xml" ContentType="application/inkml+xml"/>
  <Override PartName="/ppt/ink/ink944.xml" ContentType="application/inkml+xml"/>
  <Override PartName="/ppt/ink/ink945.xml" ContentType="application/inkml+xml"/>
  <Override PartName="/ppt/ink/ink946.xml" ContentType="application/inkml+xml"/>
  <Override PartName="/ppt/ink/ink947.xml" ContentType="application/inkml+xml"/>
  <Override PartName="/ppt/ink/ink948.xml" ContentType="application/inkml+xml"/>
  <Override PartName="/ppt/ink/ink949.xml" ContentType="application/inkml+xml"/>
  <Override PartName="/ppt/ink/ink950.xml" ContentType="application/inkml+xml"/>
  <Override PartName="/ppt/ink/ink951.xml" ContentType="application/inkml+xml"/>
  <Override PartName="/ppt/ink/ink952.xml" ContentType="application/inkml+xml"/>
  <Override PartName="/ppt/ink/ink953.xml" ContentType="application/inkml+xml"/>
  <Override PartName="/ppt/ink/ink954.xml" ContentType="application/inkml+xml"/>
  <Override PartName="/ppt/ink/ink955.xml" ContentType="application/inkml+xml"/>
  <Override PartName="/ppt/ink/ink956.xml" ContentType="application/inkml+xml"/>
  <Override PartName="/ppt/ink/ink957.xml" ContentType="application/inkml+xml"/>
  <Override PartName="/ppt/ink/ink958.xml" ContentType="application/inkml+xml"/>
  <Override PartName="/ppt/ink/ink959.xml" ContentType="application/inkml+xml"/>
  <Override PartName="/ppt/ink/ink960.xml" ContentType="application/inkml+xml"/>
  <Override PartName="/ppt/ink/ink961.xml" ContentType="application/inkml+xml"/>
  <Override PartName="/ppt/ink/ink962.xml" ContentType="application/inkml+xml"/>
  <Override PartName="/ppt/ink/ink963.xml" ContentType="application/inkml+xml"/>
  <Override PartName="/ppt/ink/ink964.xml" ContentType="application/inkml+xml"/>
  <Override PartName="/ppt/ink/ink965.xml" ContentType="application/inkml+xml"/>
  <Override PartName="/ppt/ink/ink966.xml" ContentType="application/inkml+xml"/>
  <Override PartName="/ppt/ink/ink967.xml" ContentType="application/inkml+xml"/>
  <Override PartName="/ppt/ink/ink968.xml" ContentType="application/inkml+xml"/>
  <Override PartName="/ppt/ink/ink969.xml" ContentType="application/inkml+xml"/>
  <Override PartName="/ppt/ink/ink970.xml" ContentType="application/inkml+xml"/>
  <Override PartName="/ppt/ink/ink971.xml" ContentType="application/inkml+xml"/>
  <Override PartName="/ppt/ink/ink972.xml" ContentType="application/inkml+xml"/>
  <Override PartName="/ppt/ink/ink973.xml" ContentType="application/inkml+xml"/>
  <Override PartName="/ppt/ink/ink974.xml" ContentType="application/inkml+xml"/>
  <Override PartName="/ppt/ink/ink975.xml" ContentType="application/inkml+xml"/>
  <Override PartName="/ppt/ink/ink976.xml" ContentType="application/inkml+xml"/>
  <Override PartName="/ppt/ink/ink977.xml" ContentType="application/inkml+xml"/>
  <Override PartName="/ppt/ink/ink978.xml" ContentType="application/inkml+xml"/>
  <Override PartName="/ppt/ink/ink979.xml" ContentType="application/inkml+xml"/>
  <Override PartName="/ppt/ink/ink980.xml" ContentType="application/inkml+xml"/>
  <Override PartName="/ppt/ink/ink981.xml" ContentType="application/inkml+xml"/>
  <Override PartName="/ppt/ink/ink982.xml" ContentType="application/inkml+xml"/>
  <Override PartName="/ppt/ink/ink983.xml" ContentType="application/inkml+xml"/>
  <Override PartName="/ppt/ink/ink984.xml" ContentType="application/inkml+xml"/>
  <Override PartName="/ppt/ink/ink985.xml" ContentType="application/inkml+xml"/>
  <Override PartName="/ppt/ink/ink986.xml" ContentType="application/inkml+xml"/>
  <Override PartName="/ppt/ink/ink987.xml" ContentType="application/inkml+xml"/>
  <Override PartName="/ppt/ink/ink988.xml" ContentType="application/inkml+xml"/>
  <Override PartName="/ppt/ink/ink989.xml" ContentType="application/inkml+xml"/>
  <Override PartName="/ppt/ink/ink990.xml" ContentType="application/inkml+xml"/>
  <Override PartName="/ppt/ink/ink991.xml" ContentType="application/inkml+xml"/>
  <Override PartName="/ppt/ink/ink992.xml" ContentType="application/inkml+xml"/>
  <Override PartName="/ppt/ink/ink993.xml" ContentType="application/inkml+xml"/>
  <Override PartName="/ppt/ink/ink994.xml" ContentType="application/inkml+xml"/>
  <Override PartName="/ppt/ink/ink995.xml" ContentType="application/inkml+xml"/>
  <Override PartName="/ppt/ink/ink996.xml" ContentType="application/inkml+xml"/>
  <Override PartName="/ppt/ink/ink997.xml" ContentType="application/inkml+xml"/>
  <Override PartName="/ppt/ink/ink998.xml" ContentType="application/inkml+xml"/>
  <Override PartName="/ppt/ink/ink999.xml" ContentType="application/inkml+xml"/>
  <Override PartName="/ppt/ink/ink1000.xml" ContentType="application/inkml+xml"/>
  <Override PartName="/ppt/ink/ink1001.xml" ContentType="application/inkml+xml"/>
  <Override PartName="/ppt/ink/ink1002.xml" ContentType="application/inkml+xml"/>
  <Override PartName="/ppt/ink/ink1003.xml" ContentType="application/inkml+xml"/>
  <Override PartName="/ppt/ink/ink1004.xml" ContentType="application/inkml+xml"/>
  <Override PartName="/ppt/ink/ink1005.xml" ContentType="application/inkml+xml"/>
  <Override PartName="/ppt/ink/ink1006.xml" ContentType="application/inkml+xml"/>
  <Override PartName="/ppt/ink/ink1007.xml" ContentType="application/inkml+xml"/>
  <Override PartName="/ppt/ink/ink1008.xml" ContentType="application/inkml+xml"/>
  <Override PartName="/ppt/ink/ink1009.xml" ContentType="application/inkml+xml"/>
  <Override PartName="/ppt/ink/ink1010.xml" ContentType="application/inkml+xml"/>
  <Override PartName="/ppt/ink/ink1011.xml" ContentType="application/inkml+xml"/>
  <Override PartName="/ppt/ink/ink1012.xml" ContentType="application/inkml+xml"/>
  <Override PartName="/ppt/ink/ink1013.xml" ContentType="application/inkml+xml"/>
  <Override PartName="/ppt/ink/ink1014.xml" ContentType="application/inkml+xml"/>
  <Override PartName="/ppt/ink/ink1015.xml" ContentType="application/inkml+xml"/>
  <Override PartName="/ppt/ink/ink1016.xml" ContentType="application/inkml+xml"/>
  <Override PartName="/ppt/ink/ink1017.xml" ContentType="application/inkml+xml"/>
  <Override PartName="/ppt/ink/ink1018.xml" ContentType="application/inkml+xml"/>
  <Override PartName="/ppt/ink/ink1019.xml" ContentType="application/inkml+xml"/>
  <Override PartName="/ppt/ink/ink1020.xml" ContentType="application/inkml+xml"/>
  <Override PartName="/ppt/ink/ink1021.xml" ContentType="application/inkml+xml"/>
  <Override PartName="/ppt/ink/ink1022.xml" ContentType="application/inkml+xml"/>
  <Override PartName="/ppt/ink/ink1023.xml" ContentType="application/inkml+xml"/>
  <Override PartName="/ppt/ink/ink1024.xml" ContentType="application/inkml+xml"/>
  <Override PartName="/ppt/ink/ink1025.xml" ContentType="application/inkml+xml"/>
  <Override PartName="/ppt/ink/ink1026.xml" ContentType="application/inkml+xml"/>
  <Override PartName="/ppt/ink/ink1027.xml" ContentType="application/inkml+xml"/>
  <Override PartName="/ppt/ink/ink1028.xml" ContentType="application/inkml+xml"/>
  <Override PartName="/ppt/ink/ink1029.xml" ContentType="application/inkml+xml"/>
  <Override PartName="/ppt/ink/ink1030.xml" ContentType="application/inkml+xml"/>
  <Override PartName="/ppt/ink/ink1031.xml" ContentType="application/inkml+xml"/>
  <Override PartName="/ppt/ink/ink1032.xml" ContentType="application/inkml+xml"/>
  <Override PartName="/ppt/ink/ink1033.xml" ContentType="application/inkml+xml"/>
  <Override PartName="/ppt/ink/ink1034.xml" ContentType="application/inkml+xml"/>
  <Override PartName="/ppt/ink/ink1035.xml" ContentType="application/inkml+xml"/>
  <Override PartName="/ppt/ink/ink1036.xml" ContentType="application/inkml+xml"/>
  <Override PartName="/ppt/ink/ink1037.xml" ContentType="application/inkml+xml"/>
  <Override PartName="/ppt/ink/ink1038.xml" ContentType="application/inkml+xml"/>
  <Override PartName="/ppt/ink/ink1039.xml" ContentType="application/inkml+xml"/>
  <Override PartName="/ppt/ink/ink1040.xml" ContentType="application/inkml+xml"/>
  <Override PartName="/ppt/ink/ink1041.xml" ContentType="application/inkml+xml"/>
  <Override PartName="/ppt/ink/ink1042.xml" ContentType="application/inkml+xml"/>
  <Override PartName="/ppt/ink/ink1043.xml" ContentType="application/inkml+xml"/>
  <Override PartName="/ppt/ink/ink1044.xml" ContentType="application/inkml+xml"/>
  <Override PartName="/ppt/ink/ink1045.xml" ContentType="application/inkml+xml"/>
  <Override PartName="/ppt/ink/ink1046.xml" ContentType="application/inkml+xml"/>
  <Override PartName="/ppt/ink/ink1047.xml" ContentType="application/inkml+xml"/>
  <Override PartName="/ppt/ink/ink1048.xml" ContentType="application/inkml+xml"/>
  <Override PartName="/ppt/ink/ink1049.xml" ContentType="application/inkml+xml"/>
  <Override PartName="/ppt/ink/ink1050.xml" ContentType="application/inkml+xml"/>
  <Override PartName="/ppt/ink/ink1051.xml" ContentType="application/inkml+xml"/>
  <Override PartName="/ppt/ink/ink1052.xml" ContentType="application/inkml+xml"/>
  <Override PartName="/ppt/ink/ink1053.xml" ContentType="application/inkml+xml"/>
  <Override PartName="/ppt/ink/ink1054.xml" ContentType="application/inkml+xml"/>
  <Override PartName="/ppt/ink/ink1055.xml" ContentType="application/inkml+xml"/>
  <Override PartName="/ppt/ink/ink1056.xml" ContentType="application/inkml+xml"/>
  <Override PartName="/ppt/ink/ink1057.xml" ContentType="application/inkml+xml"/>
  <Override PartName="/ppt/ink/ink1058.xml" ContentType="application/inkml+xml"/>
  <Override PartName="/ppt/ink/ink1059.xml" ContentType="application/inkml+xml"/>
  <Override PartName="/ppt/ink/ink1060.xml" ContentType="application/inkml+xml"/>
  <Override PartName="/ppt/ink/ink1061.xml" ContentType="application/inkml+xml"/>
  <Override PartName="/ppt/ink/ink1062.xml" ContentType="application/inkml+xml"/>
  <Override PartName="/ppt/ink/ink1063.xml" ContentType="application/inkml+xml"/>
  <Override PartName="/ppt/ink/ink1064.xml" ContentType="application/inkml+xml"/>
  <Override PartName="/ppt/ink/ink1065.xml" ContentType="application/inkml+xml"/>
  <Override PartName="/ppt/ink/ink1066.xml" ContentType="application/inkml+xml"/>
  <Override PartName="/ppt/ink/ink1067.xml" ContentType="application/inkml+xml"/>
  <Override PartName="/ppt/ink/ink1068.xml" ContentType="application/inkml+xml"/>
  <Override PartName="/ppt/ink/ink1069.xml" ContentType="application/inkml+xml"/>
  <Override PartName="/ppt/ink/ink1070.xml" ContentType="application/inkml+xml"/>
  <Override PartName="/ppt/ink/ink1071.xml" ContentType="application/inkml+xml"/>
  <Override PartName="/ppt/ink/ink1072.xml" ContentType="application/inkml+xml"/>
  <Override PartName="/ppt/ink/ink1073.xml" ContentType="application/inkml+xml"/>
  <Override PartName="/ppt/ink/ink1074.xml" ContentType="application/inkml+xml"/>
  <Override PartName="/ppt/ink/ink1075.xml" ContentType="application/inkml+xml"/>
  <Override PartName="/ppt/ink/ink1076.xml" ContentType="application/inkml+xml"/>
  <Override PartName="/ppt/ink/ink1077.xml" ContentType="application/inkml+xml"/>
  <Override PartName="/ppt/ink/ink1078.xml" ContentType="application/inkml+xml"/>
  <Override PartName="/ppt/ink/ink1079.xml" ContentType="application/inkml+xml"/>
  <Override PartName="/ppt/ink/ink1080.xml" ContentType="application/inkml+xml"/>
  <Override PartName="/ppt/ink/ink1081.xml" ContentType="application/inkml+xml"/>
  <Override PartName="/ppt/ink/ink1082.xml" ContentType="application/inkml+xml"/>
  <Override PartName="/ppt/ink/ink1083.xml" ContentType="application/inkml+xml"/>
  <Override PartName="/ppt/ink/ink1084.xml" ContentType="application/inkml+xml"/>
  <Override PartName="/ppt/ink/ink1085.xml" ContentType="application/inkml+xml"/>
  <Override PartName="/ppt/ink/ink1086.xml" ContentType="application/inkml+xml"/>
  <Override PartName="/ppt/ink/ink1087.xml" ContentType="application/inkml+xml"/>
  <Override PartName="/ppt/ink/ink1088.xml" ContentType="application/inkml+xml"/>
  <Override PartName="/ppt/ink/ink1089.xml" ContentType="application/inkml+xml"/>
  <Override PartName="/ppt/ink/ink1090.xml" ContentType="application/inkml+xml"/>
  <Override PartName="/ppt/ink/ink1091.xml" ContentType="application/inkml+xml"/>
  <Override PartName="/ppt/ink/ink1092.xml" ContentType="application/inkml+xml"/>
  <Override PartName="/ppt/ink/ink1093.xml" ContentType="application/inkml+xml"/>
  <Override PartName="/ppt/ink/ink1094.xml" ContentType="application/inkml+xml"/>
  <Override PartName="/ppt/ink/ink1095.xml" ContentType="application/inkml+xml"/>
  <Override PartName="/ppt/ink/ink1096.xml" ContentType="application/inkml+xml"/>
  <Override PartName="/ppt/ink/ink1097.xml" ContentType="application/inkml+xml"/>
  <Override PartName="/ppt/ink/ink1098.xml" ContentType="application/inkml+xml"/>
  <Override PartName="/ppt/ink/ink1099.xml" ContentType="application/inkml+xml"/>
  <Override PartName="/ppt/ink/ink1100.xml" ContentType="application/inkml+xml"/>
  <Override PartName="/ppt/ink/ink1101.xml" ContentType="application/inkml+xml"/>
  <Override PartName="/ppt/ink/ink1102.xml" ContentType="application/inkml+xml"/>
  <Override PartName="/ppt/ink/ink1103.xml" ContentType="application/inkml+xml"/>
  <Override PartName="/ppt/ink/ink1104.xml" ContentType="application/inkml+xml"/>
  <Override PartName="/ppt/ink/ink1105.xml" ContentType="application/inkml+xml"/>
  <Override PartName="/ppt/ink/ink1106.xml" ContentType="application/inkml+xml"/>
  <Override PartName="/ppt/ink/ink1107.xml" ContentType="application/inkml+xml"/>
  <Override PartName="/ppt/ink/ink1108.xml" ContentType="application/inkml+xml"/>
  <Override PartName="/ppt/ink/ink1109.xml" ContentType="application/inkml+xml"/>
  <Override PartName="/ppt/ink/ink1110.xml" ContentType="application/inkml+xml"/>
  <Override PartName="/ppt/ink/ink1111.xml" ContentType="application/inkml+xml"/>
  <Override PartName="/ppt/ink/ink1112.xml" ContentType="application/inkml+xml"/>
  <Override PartName="/ppt/ink/ink1113.xml" ContentType="application/inkml+xml"/>
  <Override PartName="/ppt/ink/ink1114.xml" ContentType="application/inkml+xml"/>
  <Override PartName="/ppt/ink/ink1115.xml" ContentType="application/inkml+xml"/>
  <Override PartName="/ppt/ink/ink1116.xml" ContentType="application/inkml+xml"/>
  <Override PartName="/ppt/ink/ink1117.xml" ContentType="application/inkml+xml"/>
  <Override PartName="/ppt/ink/ink1118.xml" ContentType="application/inkml+xml"/>
  <Override PartName="/ppt/ink/ink1119.xml" ContentType="application/inkml+xml"/>
  <Override PartName="/ppt/ink/ink1120.xml" ContentType="application/inkml+xml"/>
  <Override PartName="/ppt/ink/ink1121.xml" ContentType="application/inkml+xml"/>
  <Override PartName="/ppt/ink/ink1122.xml" ContentType="application/inkml+xml"/>
  <Override PartName="/ppt/ink/ink1123.xml" ContentType="application/inkml+xml"/>
  <Override PartName="/ppt/ink/ink1124.xml" ContentType="application/inkml+xml"/>
  <Override PartName="/ppt/ink/ink1125.xml" ContentType="application/inkml+xml"/>
  <Override PartName="/ppt/ink/ink1126.xml" ContentType="application/inkml+xml"/>
  <Override PartName="/ppt/ink/ink1127.xml" ContentType="application/inkml+xml"/>
  <Override PartName="/ppt/ink/ink1128.xml" ContentType="application/inkml+xml"/>
  <Override PartName="/ppt/ink/ink1129.xml" ContentType="application/inkml+xml"/>
  <Override PartName="/ppt/ink/ink1130.xml" ContentType="application/inkml+xml"/>
  <Override PartName="/ppt/ink/ink1131.xml" ContentType="application/inkml+xml"/>
  <Override PartName="/ppt/ink/ink1132.xml" ContentType="application/inkml+xml"/>
  <Override PartName="/ppt/ink/ink1133.xml" ContentType="application/inkml+xml"/>
  <Override PartName="/ppt/ink/ink1134.xml" ContentType="application/inkml+xml"/>
  <Override PartName="/ppt/ink/ink1135.xml" ContentType="application/inkml+xml"/>
  <Override PartName="/ppt/ink/ink1136.xml" ContentType="application/inkml+xml"/>
  <Override PartName="/ppt/ink/ink1137.xml" ContentType="application/inkml+xml"/>
  <Override PartName="/ppt/ink/ink1138.xml" ContentType="application/inkml+xml"/>
  <Override PartName="/ppt/ink/ink1139.xml" ContentType="application/inkml+xml"/>
  <Override PartName="/ppt/ink/ink1140.xml" ContentType="application/inkml+xml"/>
  <Override PartName="/ppt/ink/ink1141.xml" ContentType="application/inkml+xml"/>
  <Override PartName="/ppt/ink/ink1142.xml" ContentType="application/inkml+xml"/>
  <Override PartName="/ppt/ink/ink1143.xml" ContentType="application/inkml+xml"/>
  <Override PartName="/ppt/ink/ink1144.xml" ContentType="application/inkml+xml"/>
  <Override PartName="/ppt/ink/ink1145.xml" ContentType="application/inkml+xml"/>
  <Override PartName="/ppt/ink/ink1146.xml" ContentType="application/inkml+xml"/>
  <Override PartName="/ppt/ink/ink1147.xml" ContentType="application/inkml+xml"/>
  <Override PartName="/ppt/ink/ink1148.xml" ContentType="application/inkml+xml"/>
  <Override PartName="/ppt/ink/ink1149.xml" ContentType="application/inkml+xml"/>
  <Override PartName="/ppt/ink/ink1150.xml" ContentType="application/inkml+xml"/>
  <Override PartName="/ppt/ink/ink1151.xml" ContentType="application/inkml+xml"/>
  <Override PartName="/ppt/ink/ink1152.xml" ContentType="application/inkml+xml"/>
  <Override PartName="/ppt/ink/ink1153.xml" ContentType="application/inkml+xml"/>
  <Override PartName="/ppt/ink/ink1154.xml" ContentType="application/inkml+xml"/>
  <Override PartName="/ppt/ink/ink1155.xml" ContentType="application/inkml+xml"/>
  <Override PartName="/ppt/ink/ink1156.xml" ContentType="application/inkml+xml"/>
  <Override PartName="/ppt/ink/ink1157.xml" ContentType="application/inkml+xml"/>
  <Override PartName="/ppt/ink/ink1158.xml" ContentType="application/inkml+xml"/>
  <Override PartName="/ppt/ink/ink1159.xml" ContentType="application/inkml+xml"/>
  <Override PartName="/ppt/ink/ink1160.xml" ContentType="application/inkml+xml"/>
  <Override PartName="/ppt/ink/ink1161.xml" ContentType="application/inkml+xml"/>
  <Override PartName="/ppt/ink/ink1162.xml" ContentType="application/inkml+xml"/>
  <Override PartName="/ppt/ink/ink1163.xml" ContentType="application/inkml+xml"/>
  <Override PartName="/ppt/ink/ink1164.xml" ContentType="application/inkml+xml"/>
  <Override PartName="/ppt/ink/ink1165.xml" ContentType="application/inkml+xml"/>
  <Override PartName="/ppt/ink/ink1166.xml" ContentType="application/inkml+xml"/>
  <Override PartName="/ppt/ink/ink1167.xml" ContentType="application/inkml+xml"/>
  <Override PartName="/ppt/ink/ink1168.xml" ContentType="application/inkml+xml"/>
  <Override PartName="/ppt/ink/ink1169.xml" ContentType="application/inkml+xml"/>
  <Override PartName="/ppt/ink/ink1170.xml" ContentType="application/inkml+xml"/>
  <Override PartName="/ppt/ink/ink1171.xml" ContentType="application/inkml+xml"/>
  <Override PartName="/ppt/ink/ink1172.xml" ContentType="application/inkml+xml"/>
  <Override PartName="/ppt/ink/ink1173.xml" ContentType="application/inkml+xml"/>
  <Override PartName="/ppt/ink/ink1174.xml" ContentType="application/inkml+xml"/>
  <Override PartName="/ppt/ink/ink1175.xml" ContentType="application/inkml+xml"/>
  <Override PartName="/ppt/ink/ink1176.xml" ContentType="application/inkml+xml"/>
  <Override PartName="/ppt/ink/ink1177.xml" ContentType="application/inkml+xml"/>
  <Override PartName="/ppt/ink/ink1178.xml" ContentType="application/inkml+xml"/>
  <Override PartName="/ppt/ink/ink1179.xml" ContentType="application/inkml+xml"/>
  <Override PartName="/ppt/ink/ink1180.xml" ContentType="application/inkml+xml"/>
  <Override PartName="/ppt/ink/ink1181.xml" ContentType="application/inkml+xml"/>
  <Override PartName="/ppt/ink/ink1182.xml" ContentType="application/inkml+xml"/>
  <Override PartName="/ppt/ink/ink1183.xml" ContentType="application/inkml+xml"/>
  <Override PartName="/ppt/ink/ink1184.xml" ContentType="application/inkml+xml"/>
  <Override PartName="/ppt/ink/ink1185.xml" ContentType="application/inkml+xml"/>
  <Override PartName="/ppt/ink/ink1186.xml" ContentType="application/inkml+xml"/>
  <Override PartName="/ppt/ink/ink1187.xml" ContentType="application/inkml+xml"/>
  <Override PartName="/ppt/ink/ink1188.xml" ContentType="application/inkml+xml"/>
  <Override PartName="/ppt/ink/ink1189.xml" ContentType="application/inkml+xml"/>
  <Override PartName="/ppt/ink/ink1190.xml" ContentType="application/inkml+xml"/>
  <Override PartName="/ppt/ink/ink1191.xml" ContentType="application/inkml+xml"/>
  <Override PartName="/ppt/ink/ink1192.xml" ContentType="application/inkml+xml"/>
  <Override PartName="/ppt/ink/ink1193.xml" ContentType="application/inkml+xml"/>
  <Override PartName="/ppt/ink/ink1194.xml" ContentType="application/inkml+xml"/>
  <Override PartName="/ppt/ink/ink1195.xml" ContentType="application/inkml+xml"/>
  <Override PartName="/ppt/ink/ink1196.xml" ContentType="application/inkml+xml"/>
  <Override PartName="/ppt/ink/ink1197.xml" ContentType="application/inkml+xml"/>
  <Override PartName="/ppt/ink/ink1198.xml" ContentType="application/inkml+xml"/>
  <Override PartName="/ppt/ink/ink1199.xml" ContentType="application/inkml+xml"/>
  <Override PartName="/ppt/ink/ink1200.xml" ContentType="application/inkml+xml"/>
  <Override PartName="/ppt/ink/ink1201.xml" ContentType="application/inkml+xml"/>
  <Override PartName="/ppt/ink/ink1202.xml" ContentType="application/inkml+xml"/>
  <Override PartName="/ppt/ink/ink1203.xml" ContentType="application/inkml+xml"/>
  <Override PartName="/ppt/ink/ink1204.xml" ContentType="application/inkml+xml"/>
  <Override PartName="/ppt/ink/ink1205.xml" ContentType="application/inkml+xml"/>
  <Override PartName="/ppt/ink/ink1206.xml" ContentType="application/inkml+xml"/>
  <Override PartName="/ppt/ink/ink1207.xml" ContentType="application/inkml+xml"/>
  <Override PartName="/ppt/ink/ink1208.xml" ContentType="application/inkml+xml"/>
  <Override PartName="/ppt/ink/ink1209.xml" ContentType="application/inkml+xml"/>
  <Override PartName="/ppt/ink/ink1210.xml" ContentType="application/inkml+xml"/>
  <Override PartName="/ppt/ink/ink1211.xml" ContentType="application/inkml+xml"/>
  <Override PartName="/ppt/ink/ink1212.xml" ContentType="application/inkml+xml"/>
  <Override PartName="/ppt/ink/ink1213.xml" ContentType="application/inkml+xml"/>
  <Override PartName="/ppt/ink/ink1214.xml" ContentType="application/inkml+xml"/>
  <Override PartName="/ppt/ink/ink1215.xml" ContentType="application/inkml+xml"/>
  <Override PartName="/ppt/ink/ink1216.xml" ContentType="application/inkml+xml"/>
  <Override PartName="/ppt/ink/ink1217.xml" ContentType="application/inkml+xml"/>
  <Override PartName="/ppt/ink/ink1218.xml" ContentType="application/inkml+xml"/>
  <Override PartName="/ppt/ink/ink1219.xml" ContentType="application/inkml+xml"/>
  <Override PartName="/ppt/ink/ink1220.xml" ContentType="application/inkml+xml"/>
  <Override PartName="/ppt/ink/ink1221.xml" ContentType="application/inkml+xml"/>
  <Override PartName="/ppt/ink/ink1222.xml" ContentType="application/inkml+xml"/>
  <Override PartName="/ppt/ink/ink1223.xml" ContentType="application/inkml+xml"/>
  <Override PartName="/ppt/ink/ink1224.xml" ContentType="application/inkml+xml"/>
  <Override PartName="/ppt/ink/ink1225.xml" ContentType="application/inkml+xml"/>
  <Override PartName="/ppt/ink/ink1226.xml" ContentType="application/inkml+xml"/>
  <Override PartName="/ppt/ink/ink1227.xml" ContentType="application/inkml+xml"/>
  <Override PartName="/ppt/ink/ink1228.xml" ContentType="application/inkml+xml"/>
  <Override PartName="/ppt/ink/ink1229.xml" ContentType="application/inkml+xml"/>
  <Override PartName="/ppt/ink/ink1230.xml" ContentType="application/inkml+xml"/>
  <Override PartName="/ppt/ink/ink1231.xml" ContentType="application/inkml+xml"/>
  <Override PartName="/ppt/ink/ink1232.xml" ContentType="application/inkml+xml"/>
  <Override PartName="/ppt/ink/ink1233.xml" ContentType="application/inkml+xml"/>
  <Override PartName="/ppt/ink/ink1234.xml" ContentType="application/inkml+xml"/>
  <Override PartName="/ppt/ink/ink1235.xml" ContentType="application/inkml+xml"/>
  <Override PartName="/ppt/ink/ink1236.xml" ContentType="application/inkml+xml"/>
  <Override PartName="/ppt/ink/ink1237.xml" ContentType="application/inkml+xml"/>
  <Override PartName="/ppt/ink/ink1238.xml" ContentType="application/inkml+xml"/>
  <Override PartName="/ppt/ink/ink1239.xml" ContentType="application/inkml+xml"/>
  <Override PartName="/ppt/ink/ink1240.xml" ContentType="application/inkml+xml"/>
  <Override PartName="/ppt/ink/ink1241.xml" ContentType="application/inkml+xml"/>
  <Override PartName="/ppt/ink/ink1242.xml" ContentType="application/inkml+xml"/>
  <Override PartName="/ppt/ink/ink1243.xml" ContentType="application/inkml+xml"/>
  <Override PartName="/ppt/ink/ink1244.xml" ContentType="application/inkml+xml"/>
  <Override PartName="/ppt/ink/ink1245.xml" ContentType="application/inkml+xml"/>
  <Override PartName="/ppt/ink/ink1246.xml" ContentType="application/inkml+xml"/>
  <Override PartName="/ppt/ink/ink1247.xml" ContentType="application/inkml+xml"/>
  <Override PartName="/ppt/ink/ink1248.xml" ContentType="application/inkml+xml"/>
  <Override PartName="/ppt/ink/ink1249.xml" ContentType="application/inkml+xml"/>
  <Override PartName="/ppt/ink/ink1250.xml" ContentType="application/inkml+xml"/>
  <Override PartName="/ppt/ink/ink1251.xml" ContentType="application/inkml+xml"/>
  <Override PartName="/ppt/ink/ink1252.xml" ContentType="application/inkml+xml"/>
  <Override PartName="/ppt/ink/ink1253.xml" ContentType="application/inkml+xml"/>
  <Override PartName="/ppt/ink/ink1254.xml" ContentType="application/inkml+xml"/>
  <Override PartName="/ppt/ink/ink1255.xml" ContentType="application/inkml+xml"/>
  <Override PartName="/ppt/ink/ink1256.xml" ContentType="application/inkml+xml"/>
  <Override PartName="/ppt/ink/ink1257.xml" ContentType="application/inkml+xml"/>
  <Override PartName="/ppt/ink/ink1258.xml" ContentType="application/inkml+xml"/>
  <Override PartName="/ppt/ink/ink1259.xml" ContentType="application/inkml+xml"/>
  <Override PartName="/ppt/ink/ink1260.xml" ContentType="application/inkml+xml"/>
  <Override PartName="/ppt/ink/ink1261.xml" ContentType="application/inkml+xml"/>
  <Override PartName="/ppt/ink/ink1262.xml" ContentType="application/inkml+xml"/>
  <Override PartName="/ppt/ink/ink1263.xml" ContentType="application/inkml+xml"/>
  <Override PartName="/ppt/ink/ink1264.xml" ContentType="application/inkml+xml"/>
  <Override PartName="/ppt/ink/ink1265.xml" ContentType="application/inkml+xml"/>
  <Override PartName="/ppt/ink/ink1266.xml" ContentType="application/inkml+xml"/>
  <Override PartName="/ppt/ink/ink1267.xml" ContentType="application/inkml+xml"/>
  <Override PartName="/ppt/ink/ink1268.xml" ContentType="application/inkml+xml"/>
  <Override PartName="/ppt/ink/ink1269.xml" ContentType="application/inkml+xml"/>
  <Override PartName="/ppt/ink/ink1270.xml" ContentType="application/inkml+xml"/>
  <Override PartName="/ppt/ink/ink1271.xml" ContentType="application/inkml+xml"/>
  <Override PartName="/ppt/ink/ink1272.xml" ContentType="application/inkml+xml"/>
  <Override PartName="/ppt/ink/ink1273.xml" ContentType="application/inkml+xml"/>
  <Override PartName="/ppt/ink/ink1274.xml" ContentType="application/inkml+xml"/>
  <Override PartName="/ppt/ink/ink1275.xml" ContentType="application/inkml+xml"/>
  <Override PartName="/ppt/ink/ink1276.xml" ContentType="application/inkml+xml"/>
  <Override PartName="/ppt/ink/ink1277.xml" ContentType="application/inkml+xml"/>
  <Override PartName="/ppt/ink/ink1278.xml" ContentType="application/inkml+xml"/>
  <Override PartName="/ppt/ink/ink1279.xml" ContentType="application/inkml+xml"/>
  <Override PartName="/ppt/ink/ink1280.xml" ContentType="application/inkml+xml"/>
  <Override PartName="/ppt/ink/ink1281.xml" ContentType="application/inkml+xml"/>
  <Override PartName="/ppt/ink/ink1282.xml" ContentType="application/inkml+xml"/>
  <Override PartName="/ppt/ink/ink1283.xml" ContentType="application/inkml+xml"/>
  <Override PartName="/ppt/ink/ink1284.xml" ContentType="application/inkml+xml"/>
  <Override PartName="/ppt/ink/ink1285.xml" ContentType="application/inkml+xml"/>
  <Override PartName="/ppt/ink/ink1286.xml" ContentType="application/inkml+xml"/>
  <Override PartName="/ppt/ink/ink1287.xml" ContentType="application/inkml+xml"/>
  <Override PartName="/ppt/ink/ink1288.xml" ContentType="application/inkml+xml"/>
  <Override PartName="/ppt/ink/ink1289.xml" ContentType="application/inkml+xml"/>
  <Override PartName="/ppt/ink/ink1290.xml" ContentType="application/inkml+xml"/>
  <Override PartName="/ppt/ink/ink1291.xml" ContentType="application/inkml+xml"/>
  <Override PartName="/ppt/ink/ink1292.xml" ContentType="application/inkml+xml"/>
  <Override PartName="/ppt/ink/ink1293.xml" ContentType="application/inkml+xml"/>
  <Override PartName="/ppt/ink/ink1294.xml" ContentType="application/inkml+xml"/>
  <Override PartName="/ppt/ink/ink1295.xml" ContentType="application/inkml+xml"/>
  <Override PartName="/ppt/ink/ink1296.xml" ContentType="application/inkml+xml"/>
  <Override PartName="/ppt/ink/ink1297.xml" ContentType="application/inkml+xml"/>
  <Override PartName="/ppt/ink/ink1298.xml" ContentType="application/inkml+xml"/>
  <Override PartName="/ppt/ink/ink1299.xml" ContentType="application/inkml+xml"/>
  <Override PartName="/ppt/ink/ink1300.xml" ContentType="application/inkml+xml"/>
  <Override PartName="/ppt/ink/ink1301.xml" ContentType="application/inkml+xml"/>
  <Override PartName="/ppt/ink/ink1302.xml" ContentType="application/inkml+xml"/>
  <Override PartName="/ppt/ink/ink1303.xml" ContentType="application/inkml+xml"/>
  <Override PartName="/ppt/ink/ink1304.xml" ContentType="application/inkml+xml"/>
  <Override PartName="/ppt/ink/ink1305.xml" ContentType="application/inkml+xml"/>
  <Override PartName="/ppt/ink/ink1306.xml" ContentType="application/inkml+xml"/>
  <Override PartName="/ppt/ink/ink1307.xml" ContentType="application/inkml+xml"/>
  <Override PartName="/ppt/ink/ink1308.xml" ContentType="application/inkml+xml"/>
  <Override PartName="/ppt/ink/ink1309.xml" ContentType="application/inkml+xml"/>
  <Override PartName="/ppt/ink/ink1310.xml" ContentType="application/inkml+xml"/>
  <Override PartName="/ppt/ink/ink1311.xml" ContentType="application/inkml+xml"/>
  <Override PartName="/ppt/ink/ink1312.xml" ContentType="application/inkml+xml"/>
  <Override PartName="/ppt/ink/ink1313.xml" ContentType="application/inkml+xml"/>
  <Override PartName="/ppt/ink/ink1314.xml" ContentType="application/inkml+xml"/>
  <Override PartName="/ppt/ink/ink1315.xml" ContentType="application/inkml+xml"/>
  <Override PartName="/ppt/ink/ink1316.xml" ContentType="application/inkml+xml"/>
  <Override PartName="/ppt/ink/ink1317.xml" ContentType="application/inkml+xml"/>
  <Override PartName="/ppt/ink/ink1318.xml" ContentType="application/inkml+xml"/>
  <Override PartName="/ppt/ink/ink1319.xml" ContentType="application/inkml+xml"/>
  <Override PartName="/ppt/ink/ink1320.xml" ContentType="application/inkml+xml"/>
  <Override PartName="/ppt/ink/ink1321.xml" ContentType="application/inkml+xml"/>
  <Override PartName="/ppt/ink/ink1322.xml" ContentType="application/inkml+xml"/>
  <Override PartName="/ppt/ink/ink1323.xml" ContentType="application/inkml+xml"/>
  <Override PartName="/ppt/ink/ink1324.xml" ContentType="application/inkml+xml"/>
  <Override PartName="/ppt/ink/ink1325.xml" ContentType="application/inkml+xml"/>
  <Override PartName="/ppt/ink/ink1326.xml" ContentType="application/inkml+xml"/>
  <Override PartName="/ppt/ink/ink1327.xml" ContentType="application/inkml+xml"/>
  <Override PartName="/ppt/ink/ink1328.xml" ContentType="application/inkml+xml"/>
  <Override PartName="/ppt/ink/ink1329.xml" ContentType="application/inkml+xml"/>
  <Override PartName="/ppt/ink/ink1330.xml" ContentType="application/inkml+xml"/>
  <Override PartName="/ppt/ink/ink1331.xml" ContentType="application/inkml+xml"/>
  <Override PartName="/ppt/ink/ink1332.xml" ContentType="application/inkml+xml"/>
  <Override PartName="/ppt/ink/ink1333.xml" ContentType="application/inkml+xml"/>
  <Override PartName="/ppt/ink/ink1334.xml" ContentType="application/inkml+xml"/>
  <Override PartName="/ppt/ink/ink1335.xml" ContentType="application/inkml+xml"/>
  <Override PartName="/ppt/ink/ink1336.xml" ContentType="application/inkml+xml"/>
  <Override PartName="/ppt/ink/ink1337.xml" ContentType="application/inkml+xml"/>
  <Override PartName="/ppt/ink/ink1338.xml" ContentType="application/inkml+xml"/>
  <Override PartName="/ppt/ink/ink1339.xml" ContentType="application/inkml+xml"/>
  <Override PartName="/ppt/ink/ink1340.xml" ContentType="application/inkml+xml"/>
  <Override PartName="/ppt/ink/ink1341.xml" ContentType="application/inkml+xml"/>
  <Override PartName="/ppt/ink/ink1342.xml" ContentType="application/inkml+xml"/>
  <Override PartName="/ppt/ink/ink1343.xml" ContentType="application/inkml+xml"/>
  <Override PartName="/ppt/ink/ink1344.xml" ContentType="application/inkml+xml"/>
  <Override PartName="/ppt/ink/ink1345.xml" ContentType="application/inkml+xml"/>
  <Override PartName="/ppt/ink/ink1346.xml" ContentType="application/inkml+xml"/>
  <Override PartName="/ppt/ink/ink1347.xml" ContentType="application/inkml+xml"/>
  <Override PartName="/ppt/ink/ink1348.xml" ContentType="application/inkml+xml"/>
  <Override PartName="/ppt/ink/ink1349.xml" ContentType="application/inkml+xml"/>
  <Override PartName="/ppt/ink/ink1350.xml" ContentType="application/inkml+xml"/>
  <Override PartName="/ppt/ink/ink1351.xml" ContentType="application/inkml+xml"/>
  <Override PartName="/ppt/ink/ink1352.xml" ContentType="application/inkml+xml"/>
  <Override PartName="/ppt/ink/ink1353.xml" ContentType="application/inkml+xml"/>
  <Override PartName="/ppt/ink/ink1354.xml" ContentType="application/inkml+xml"/>
  <Override PartName="/ppt/ink/ink1355.xml" ContentType="application/inkml+xml"/>
  <Override PartName="/ppt/ink/ink1356.xml" ContentType="application/inkml+xml"/>
  <Override PartName="/ppt/ink/ink1357.xml" ContentType="application/inkml+xml"/>
  <Override PartName="/ppt/ink/ink1358.xml" ContentType="application/inkml+xml"/>
  <Override PartName="/ppt/ink/ink1359.xml" ContentType="application/inkml+xml"/>
  <Override PartName="/ppt/ink/ink1360.xml" ContentType="application/inkml+xml"/>
  <Override PartName="/ppt/ink/ink1361.xml" ContentType="application/inkml+xml"/>
  <Override PartName="/ppt/ink/ink1362.xml" ContentType="application/inkml+xml"/>
  <Override PartName="/ppt/ink/ink1363.xml" ContentType="application/inkml+xml"/>
  <Override PartName="/ppt/ink/ink1364.xml" ContentType="application/inkml+xml"/>
  <Override PartName="/ppt/ink/ink1365.xml" ContentType="application/inkml+xml"/>
  <Override PartName="/ppt/ink/ink1366.xml" ContentType="application/inkml+xml"/>
  <Override PartName="/ppt/ink/ink1367.xml" ContentType="application/inkml+xml"/>
  <Override PartName="/ppt/ink/ink1368.xml" ContentType="application/inkml+xml"/>
  <Override PartName="/ppt/ink/ink1369.xml" ContentType="application/inkml+xml"/>
  <Override PartName="/ppt/ink/ink1370.xml" ContentType="application/inkml+xml"/>
  <Override PartName="/ppt/ink/ink1371.xml" ContentType="application/inkml+xml"/>
  <Override PartName="/ppt/ink/ink1372.xml" ContentType="application/inkml+xml"/>
  <Override PartName="/ppt/ink/ink1373.xml" ContentType="application/inkml+xml"/>
  <Override PartName="/ppt/ink/ink1374.xml" ContentType="application/inkml+xml"/>
  <Override PartName="/ppt/ink/ink1375.xml" ContentType="application/inkml+xml"/>
  <Override PartName="/ppt/ink/ink1376.xml" ContentType="application/inkml+xml"/>
  <Override PartName="/ppt/ink/ink1377.xml" ContentType="application/inkml+xml"/>
  <Override PartName="/ppt/ink/ink1378.xml" ContentType="application/inkml+xml"/>
  <Override PartName="/ppt/ink/ink1379.xml" ContentType="application/inkml+xml"/>
  <Override PartName="/ppt/ink/ink1380.xml" ContentType="application/inkml+xml"/>
  <Override PartName="/ppt/ink/ink1381.xml" ContentType="application/inkml+xml"/>
  <Override PartName="/ppt/ink/ink1382.xml" ContentType="application/inkml+xml"/>
  <Override PartName="/ppt/ink/ink1383.xml" ContentType="application/inkml+xml"/>
  <Override PartName="/ppt/ink/ink1384.xml" ContentType="application/inkml+xml"/>
  <Override PartName="/ppt/ink/ink1385.xml" ContentType="application/inkml+xml"/>
  <Override PartName="/ppt/ink/ink1386.xml" ContentType="application/inkml+xml"/>
  <Override PartName="/ppt/ink/ink1387.xml" ContentType="application/inkml+xml"/>
  <Override PartName="/ppt/ink/ink1388.xml" ContentType="application/inkml+xml"/>
  <Override PartName="/ppt/ink/ink1389.xml" ContentType="application/inkml+xml"/>
  <Override PartName="/ppt/ink/ink1390.xml" ContentType="application/inkml+xml"/>
  <Override PartName="/ppt/ink/ink1391.xml" ContentType="application/inkml+xml"/>
  <Override PartName="/ppt/ink/ink1392.xml" ContentType="application/inkml+xml"/>
  <Override PartName="/ppt/ink/ink1393.xml" ContentType="application/inkml+xml"/>
  <Override PartName="/ppt/ink/ink1394.xml" ContentType="application/inkml+xml"/>
  <Override PartName="/ppt/ink/ink1395.xml" ContentType="application/inkml+xml"/>
  <Override PartName="/ppt/ink/ink1396.xml" ContentType="application/inkml+xml"/>
  <Override PartName="/ppt/ink/ink1397.xml" ContentType="application/inkml+xml"/>
  <Override PartName="/ppt/ink/ink1398.xml" ContentType="application/inkml+xml"/>
  <Override PartName="/ppt/ink/ink1399.xml" ContentType="application/inkml+xml"/>
  <Override PartName="/ppt/ink/ink1400.xml" ContentType="application/inkml+xml"/>
  <Override PartName="/ppt/ink/ink1401.xml" ContentType="application/inkml+xml"/>
  <Override PartName="/ppt/ink/ink1402.xml" ContentType="application/inkml+xml"/>
  <Override PartName="/ppt/ink/ink1403.xml" ContentType="application/inkml+xml"/>
  <Override PartName="/ppt/ink/ink1404.xml" ContentType="application/inkml+xml"/>
  <Override PartName="/ppt/ink/ink1405.xml" ContentType="application/inkml+xml"/>
  <Override PartName="/ppt/ink/ink1406.xml" ContentType="application/inkml+xml"/>
  <Override PartName="/ppt/ink/ink1407.xml" ContentType="application/inkml+xml"/>
  <Override PartName="/ppt/ink/ink1408.xml" ContentType="application/inkml+xml"/>
  <Override PartName="/ppt/ink/ink1409.xml" ContentType="application/inkml+xml"/>
  <Override PartName="/ppt/ink/ink1410.xml" ContentType="application/inkml+xml"/>
  <Override PartName="/ppt/ink/ink1411.xml" ContentType="application/inkml+xml"/>
  <Override PartName="/ppt/ink/ink1412.xml" ContentType="application/inkml+xml"/>
  <Override PartName="/ppt/ink/ink1413.xml" ContentType="application/inkml+xml"/>
  <Override PartName="/ppt/ink/ink1414.xml" ContentType="application/inkml+xml"/>
  <Override PartName="/ppt/ink/ink1415.xml" ContentType="application/inkml+xml"/>
  <Override PartName="/ppt/ink/ink1416.xml" ContentType="application/inkml+xml"/>
  <Override PartName="/ppt/ink/ink1417.xml" ContentType="application/inkml+xml"/>
  <Override PartName="/ppt/ink/ink1418.xml" ContentType="application/inkml+xml"/>
  <Override PartName="/ppt/ink/ink1419.xml" ContentType="application/inkml+xml"/>
  <Override PartName="/ppt/ink/ink1420.xml" ContentType="application/inkml+xml"/>
  <Override PartName="/ppt/ink/ink1421.xml" ContentType="application/inkml+xml"/>
  <Override PartName="/ppt/ink/ink1422.xml" ContentType="application/inkml+xml"/>
  <Override PartName="/ppt/ink/ink1423.xml" ContentType="application/inkml+xml"/>
  <Override PartName="/ppt/ink/ink1424.xml" ContentType="application/inkml+xml"/>
  <Override PartName="/ppt/ink/ink1425.xml" ContentType="application/inkml+xml"/>
  <Override PartName="/ppt/ink/ink1426.xml" ContentType="application/inkml+xml"/>
  <Override PartName="/ppt/ink/ink1427.xml" ContentType="application/inkml+xml"/>
  <Override PartName="/ppt/ink/ink1428.xml" ContentType="application/inkml+xml"/>
  <Override PartName="/ppt/ink/ink1429.xml" ContentType="application/inkml+xml"/>
  <Override PartName="/ppt/ink/ink1430.xml" ContentType="application/inkml+xml"/>
  <Override PartName="/ppt/ink/ink1431.xml" ContentType="application/inkml+xml"/>
  <Override PartName="/ppt/ink/ink1432.xml" ContentType="application/inkml+xml"/>
  <Override PartName="/ppt/ink/ink1433.xml" ContentType="application/inkml+xml"/>
  <Override PartName="/ppt/ink/ink1434.xml" ContentType="application/inkml+xml"/>
  <Override PartName="/ppt/ink/ink1435.xml" ContentType="application/inkml+xml"/>
  <Override PartName="/ppt/ink/ink1436.xml" ContentType="application/inkml+xml"/>
  <Override PartName="/ppt/ink/ink1437.xml" ContentType="application/inkml+xml"/>
  <Override PartName="/ppt/ink/ink1438.xml" ContentType="application/inkml+xml"/>
  <Override PartName="/ppt/ink/ink1439.xml" ContentType="application/inkml+xml"/>
  <Override PartName="/ppt/ink/ink1440.xml" ContentType="application/inkml+xml"/>
  <Override PartName="/ppt/ink/ink1441.xml" ContentType="application/inkml+xml"/>
  <Override PartName="/ppt/ink/ink1442.xml" ContentType="application/inkml+xml"/>
  <Override PartName="/ppt/ink/ink1443.xml" ContentType="application/inkml+xml"/>
  <Override PartName="/ppt/ink/ink1444.xml" ContentType="application/inkml+xml"/>
  <Override PartName="/ppt/ink/ink1445.xml" ContentType="application/inkml+xml"/>
  <Override PartName="/ppt/ink/ink1446.xml" ContentType="application/inkml+xml"/>
  <Override PartName="/ppt/ink/ink1447.xml" ContentType="application/inkml+xml"/>
  <Override PartName="/ppt/ink/ink1448.xml" ContentType="application/inkml+xml"/>
  <Override PartName="/ppt/ink/ink1449.xml" ContentType="application/inkml+xml"/>
  <Override PartName="/ppt/ink/ink1450.xml" ContentType="application/inkml+xml"/>
  <Override PartName="/ppt/ink/ink1451.xml" ContentType="application/inkml+xml"/>
  <Override PartName="/ppt/ink/ink1452.xml" ContentType="application/inkml+xml"/>
  <Override PartName="/ppt/ink/ink1453.xml" ContentType="application/inkml+xml"/>
  <Override PartName="/ppt/ink/ink1454.xml" ContentType="application/inkml+xml"/>
  <Override PartName="/ppt/ink/ink1455.xml" ContentType="application/inkml+xml"/>
  <Override PartName="/ppt/ink/ink1456.xml" ContentType="application/inkml+xml"/>
  <Override PartName="/ppt/ink/ink1457.xml" ContentType="application/inkml+xml"/>
  <Override PartName="/ppt/ink/ink1458.xml" ContentType="application/inkml+xml"/>
  <Override PartName="/ppt/ink/ink1459.xml" ContentType="application/inkml+xml"/>
  <Override PartName="/ppt/ink/ink1460.xml" ContentType="application/inkml+xml"/>
  <Override PartName="/ppt/ink/ink1461.xml" ContentType="application/inkml+xml"/>
  <Override PartName="/ppt/ink/ink1462.xml" ContentType="application/inkml+xml"/>
  <Override PartName="/ppt/ink/ink1463.xml" ContentType="application/inkml+xml"/>
  <Override PartName="/ppt/ink/ink1464.xml" ContentType="application/inkml+xml"/>
  <Override PartName="/ppt/ink/ink1465.xml" ContentType="application/inkml+xml"/>
  <Override PartName="/ppt/ink/ink1466.xml" ContentType="application/inkml+xml"/>
  <Override PartName="/ppt/ink/ink1467.xml" ContentType="application/inkml+xml"/>
  <Override PartName="/ppt/ink/ink1468.xml" ContentType="application/inkml+xml"/>
  <Override PartName="/ppt/ink/ink1469.xml" ContentType="application/inkml+xml"/>
  <Override PartName="/ppt/ink/ink1470.xml" ContentType="application/inkml+xml"/>
  <Override PartName="/ppt/ink/ink1471.xml" ContentType="application/inkml+xml"/>
  <Override PartName="/ppt/ink/ink1472.xml" ContentType="application/inkml+xml"/>
  <Override PartName="/ppt/ink/ink1473.xml" ContentType="application/inkml+xml"/>
  <Override PartName="/ppt/ink/ink1474.xml" ContentType="application/inkml+xml"/>
  <Override PartName="/ppt/ink/ink1475.xml" ContentType="application/inkml+xml"/>
  <Override PartName="/ppt/ink/ink1476.xml" ContentType="application/inkml+xml"/>
  <Override PartName="/ppt/ink/ink1477.xml" ContentType="application/inkml+xml"/>
  <Override PartName="/ppt/ink/ink1478.xml" ContentType="application/inkml+xml"/>
  <Override PartName="/ppt/ink/ink1479.xml" ContentType="application/inkml+xml"/>
  <Override PartName="/ppt/ink/ink1480.xml" ContentType="application/inkml+xml"/>
  <Override PartName="/ppt/ink/ink1481.xml" ContentType="application/inkml+xml"/>
  <Override PartName="/ppt/ink/ink1482.xml" ContentType="application/inkml+xml"/>
  <Override PartName="/ppt/ink/ink1483.xml" ContentType="application/inkml+xml"/>
  <Override PartName="/ppt/ink/ink1484.xml" ContentType="application/inkml+xml"/>
  <Override PartName="/ppt/ink/ink1485.xml" ContentType="application/inkml+xml"/>
  <Override PartName="/ppt/ink/ink1486.xml" ContentType="application/inkml+xml"/>
  <Override PartName="/ppt/ink/ink1487.xml" ContentType="application/inkml+xml"/>
  <Override PartName="/ppt/ink/ink1488.xml" ContentType="application/inkml+xml"/>
  <Override PartName="/ppt/ink/ink1489.xml" ContentType="application/inkml+xml"/>
  <Override PartName="/ppt/ink/ink1490.xml" ContentType="application/inkml+xml"/>
  <Override PartName="/ppt/ink/ink1491.xml" ContentType="application/inkml+xml"/>
  <Override PartName="/ppt/ink/ink1492.xml" ContentType="application/inkml+xml"/>
  <Override PartName="/ppt/ink/ink1493.xml" ContentType="application/inkml+xml"/>
  <Override PartName="/ppt/ink/ink1494.xml" ContentType="application/inkml+xml"/>
  <Override PartName="/ppt/ink/ink1495.xml" ContentType="application/inkml+xml"/>
  <Override PartName="/ppt/ink/ink1496.xml" ContentType="application/inkml+xml"/>
  <Override PartName="/ppt/ink/ink1497.xml" ContentType="application/inkml+xml"/>
  <Override PartName="/ppt/ink/ink1498.xml" ContentType="application/inkml+xml"/>
  <Override PartName="/ppt/ink/ink1499.xml" ContentType="application/inkml+xml"/>
  <Override PartName="/ppt/ink/ink1500.xml" ContentType="application/inkml+xml"/>
  <Override PartName="/ppt/ink/ink1501.xml" ContentType="application/inkml+xml"/>
  <Override PartName="/ppt/ink/ink1502.xml" ContentType="application/inkml+xml"/>
  <Override PartName="/ppt/ink/ink1503.xml" ContentType="application/inkml+xml"/>
  <Override PartName="/ppt/ink/ink1504.xml" ContentType="application/inkml+xml"/>
  <Override PartName="/ppt/ink/ink1505.xml" ContentType="application/inkml+xml"/>
  <Override PartName="/ppt/ink/ink1506.xml" ContentType="application/inkml+xml"/>
  <Override PartName="/ppt/ink/ink1507.xml" ContentType="application/inkml+xml"/>
  <Override PartName="/ppt/ink/ink1508.xml" ContentType="application/inkml+xml"/>
  <Override PartName="/ppt/ink/ink1509.xml" ContentType="application/inkml+xml"/>
  <Override PartName="/ppt/ink/ink1510.xml" ContentType="application/inkml+xml"/>
  <Override PartName="/ppt/ink/ink1511.xml" ContentType="application/inkml+xml"/>
  <Override PartName="/ppt/ink/ink1512.xml" ContentType="application/inkml+xml"/>
  <Override PartName="/ppt/ink/ink1513.xml" ContentType="application/inkml+xml"/>
  <Override PartName="/ppt/ink/ink1514.xml" ContentType="application/inkml+xml"/>
  <Override PartName="/ppt/ink/ink1515.xml" ContentType="application/inkml+xml"/>
  <Override PartName="/ppt/ink/ink1516.xml" ContentType="application/inkml+xml"/>
  <Override PartName="/ppt/ink/ink1517.xml" ContentType="application/inkml+xml"/>
  <Override PartName="/ppt/ink/ink1518.xml" ContentType="application/inkml+xml"/>
  <Override PartName="/ppt/ink/ink1519.xml" ContentType="application/inkml+xml"/>
  <Override PartName="/ppt/ink/ink1520.xml" ContentType="application/inkml+xml"/>
  <Override PartName="/ppt/ink/ink1521.xml" ContentType="application/inkml+xml"/>
  <Override PartName="/ppt/ink/ink1522.xml" ContentType="application/inkml+xml"/>
  <Override PartName="/ppt/ink/ink1523.xml" ContentType="application/inkml+xml"/>
  <Override PartName="/ppt/ink/ink1524.xml" ContentType="application/inkml+xml"/>
  <Override PartName="/ppt/ink/ink1525.xml" ContentType="application/inkml+xml"/>
  <Override PartName="/ppt/ink/ink1526.xml" ContentType="application/inkml+xml"/>
  <Override PartName="/ppt/ink/ink1527.xml" ContentType="application/inkml+xml"/>
  <Override PartName="/ppt/ink/ink1528.xml" ContentType="application/inkml+xml"/>
  <Override PartName="/ppt/ink/ink1529.xml" ContentType="application/inkml+xml"/>
  <Override PartName="/ppt/ink/ink1530.xml" ContentType="application/inkml+xml"/>
  <Override PartName="/ppt/ink/ink1531.xml" ContentType="application/inkml+xml"/>
  <Override PartName="/ppt/ink/ink1532.xml" ContentType="application/inkml+xml"/>
  <Override PartName="/ppt/ink/ink1533.xml" ContentType="application/inkml+xml"/>
  <Override PartName="/ppt/ink/ink1534.xml" ContentType="application/inkml+xml"/>
  <Override PartName="/ppt/ink/ink1535.xml" ContentType="application/inkml+xml"/>
  <Override PartName="/ppt/ink/ink1536.xml" ContentType="application/inkml+xml"/>
  <Override PartName="/ppt/ink/ink1537.xml" ContentType="application/inkml+xml"/>
  <Override PartName="/ppt/ink/ink1538.xml" ContentType="application/inkml+xml"/>
  <Override PartName="/ppt/ink/ink1539.xml" ContentType="application/inkml+xml"/>
  <Override PartName="/ppt/ink/ink1540.xml" ContentType="application/inkml+xml"/>
  <Override PartName="/ppt/ink/ink1541.xml" ContentType="application/inkml+xml"/>
  <Override PartName="/ppt/ink/ink1542.xml" ContentType="application/inkml+xml"/>
  <Override PartName="/ppt/ink/ink1543.xml" ContentType="application/inkml+xml"/>
  <Override PartName="/ppt/ink/ink1544.xml" ContentType="application/inkml+xml"/>
  <Override PartName="/ppt/ink/ink1545.xml" ContentType="application/inkml+xml"/>
  <Override PartName="/ppt/ink/ink1546.xml" ContentType="application/inkml+xml"/>
  <Override PartName="/ppt/ink/ink1547.xml" ContentType="application/inkml+xml"/>
  <Override PartName="/ppt/ink/ink1548.xml" ContentType="application/inkml+xml"/>
  <Override PartName="/ppt/ink/ink1549.xml" ContentType="application/inkml+xml"/>
  <Override PartName="/ppt/ink/ink1550.xml" ContentType="application/inkml+xml"/>
  <Override PartName="/ppt/ink/ink1551.xml" ContentType="application/inkml+xml"/>
  <Override PartName="/ppt/ink/ink1552.xml" ContentType="application/inkml+xml"/>
  <Override PartName="/ppt/ink/ink1553.xml" ContentType="application/inkml+xml"/>
  <Override PartName="/ppt/ink/ink1554.xml" ContentType="application/inkml+xml"/>
  <Override PartName="/ppt/ink/ink1555.xml" ContentType="application/inkml+xml"/>
  <Override PartName="/ppt/ink/ink1556.xml" ContentType="application/inkml+xml"/>
  <Override PartName="/ppt/ink/ink1557.xml" ContentType="application/inkml+xml"/>
  <Override PartName="/ppt/ink/ink1558.xml" ContentType="application/inkml+xml"/>
  <Override PartName="/ppt/ink/ink1559.xml" ContentType="application/inkml+xml"/>
  <Override PartName="/ppt/ink/ink1560.xml" ContentType="application/inkml+xml"/>
  <Override PartName="/ppt/ink/ink1561.xml" ContentType="application/inkml+xml"/>
  <Override PartName="/ppt/ink/ink1562.xml" ContentType="application/inkml+xml"/>
  <Override PartName="/ppt/ink/ink1563.xml" ContentType="application/inkml+xml"/>
  <Override PartName="/ppt/ink/ink1564.xml" ContentType="application/inkml+xml"/>
  <Override PartName="/ppt/ink/ink1565.xml" ContentType="application/inkml+xml"/>
  <Override PartName="/ppt/ink/ink1566.xml" ContentType="application/inkml+xml"/>
  <Override PartName="/ppt/ink/ink1567.xml" ContentType="application/inkml+xml"/>
  <Override PartName="/ppt/ink/ink1568.xml" ContentType="application/inkml+xml"/>
  <Override PartName="/ppt/ink/ink1569.xml" ContentType="application/inkml+xml"/>
  <Override PartName="/ppt/ink/ink1570.xml" ContentType="application/inkml+xml"/>
  <Override PartName="/ppt/ink/ink1571.xml" ContentType="application/inkml+xml"/>
  <Override PartName="/ppt/ink/ink1572.xml" ContentType="application/inkml+xml"/>
  <Override PartName="/ppt/ink/ink1573.xml" ContentType="application/inkml+xml"/>
  <Override PartName="/ppt/ink/ink1574.xml" ContentType="application/inkml+xml"/>
  <Override PartName="/ppt/ink/ink1575.xml" ContentType="application/inkml+xml"/>
  <Override PartName="/ppt/ink/ink1576.xml" ContentType="application/inkml+xml"/>
  <Override PartName="/ppt/ink/ink1577.xml" ContentType="application/inkml+xml"/>
  <Override PartName="/ppt/ink/ink1578.xml" ContentType="application/inkml+xml"/>
  <Override PartName="/ppt/ink/ink1579.xml" ContentType="application/inkml+xml"/>
  <Override PartName="/ppt/ink/ink1580.xml" ContentType="application/inkml+xml"/>
  <Override PartName="/ppt/ink/ink1581.xml" ContentType="application/inkml+xml"/>
  <Override PartName="/ppt/ink/ink1582.xml" ContentType="application/inkml+xml"/>
  <Override PartName="/ppt/ink/ink1583.xml" ContentType="application/inkml+xml"/>
  <Override PartName="/ppt/ink/ink1584.xml" ContentType="application/inkml+xml"/>
  <Override PartName="/ppt/ink/ink1585.xml" ContentType="application/inkml+xml"/>
  <Override PartName="/ppt/ink/ink1586.xml" ContentType="application/inkml+xml"/>
  <Override PartName="/ppt/ink/ink1587.xml" ContentType="application/inkml+xml"/>
  <Override PartName="/ppt/ink/ink1588.xml" ContentType="application/inkml+xml"/>
  <Override PartName="/ppt/ink/ink1589.xml" ContentType="application/inkml+xml"/>
  <Override PartName="/ppt/ink/ink1590.xml" ContentType="application/inkml+xml"/>
  <Override PartName="/ppt/ink/ink1591.xml" ContentType="application/inkml+xml"/>
  <Override PartName="/ppt/ink/ink1592.xml" ContentType="application/inkml+xml"/>
  <Override PartName="/ppt/ink/ink1593.xml" ContentType="application/inkml+xml"/>
  <Override PartName="/ppt/ink/ink1594.xml" ContentType="application/inkml+xml"/>
  <Override PartName="/ppt/ink/ink1595.xml" ContentType="application/inkml+xml"/>
  <Override PartName="/ppt/ink/ink1596.xml" ContentType="application/inkml+xml"/>
  <Override PartName="/ppt/ink/ink1597.xml" ContentType="application/inkml+xml"/>
  <Override PartName="/ppt/ink/ink1598.xml" ContentType="application/inkml+xml"/>
  <Override PartName="/ppt/ink/ink1599.xml" ContentType="application/inkml+xml"/>
  <Override PartName="/ppt/ink/ink1600.xml" ContentType="application/inkml+xml"/>
  <Override PartName="/ppt/ink/ink1601.xml" ContentType="application/inkml+xml"/>
  <Override PartName="/ppt/ink/ink1602.xml" ContentType="application/inkml+xml"/>
  <Override PartName="/ppt/ink/ink1603.xml" ContentType="application/inkml+xml"/>
  <Override PartName="/ppt/ink/ink1604.xml" ContentType="application/inkml+xml"/>
  <Override PartName="/ppt/ink/ink1605.xml" ContentType="application/inkml+xml"/>
  <Override PartName="/ppt/ink/ink1606.xml" ContentType="application/inkml+xml"/>
  <Override PartName="/ppt/ink/ink1607.xml" ContentType="application/inkml+xml"/>
  <Override PartName="/ppt/ink/ink1608.xml" ContentType="application/inkml+xml"/>
  <Override PartName="/ppt/ink/ink1609.xml" ContentType="application/inkml+xml"/>
  <Override PartName="/ppt/ink/ink1610.xml" ContentType="application/inkml+xml"/>
  <Override PartName="/ppt/ink/ink1611.xml" ContentType="application/inkml+xml"/>
  <Override PartName="/ppt/ink/ink1612.xml" ContentType="application/inkml+xml"/>
  <Override PartName="/ppt/ink/ink1613.xml" ContentType="application/inkml+xml"/>
  <Override PartName="/ppt/ink/ink1614.xml" ContentType="application/inkml+xml"/>
  <Override PartName="/ppt/ink/ink1615.xml" ContentType="application/inkml+xml"/>
  <Override PartName="/ppt/ink/ink1616.xml" ContentType="application/inkml+xml"/>
  <Override PartName="/ppt/ink/ink1617.xml" ContentType="application/inkml+xml"/>
  <Override PartName="/ppt/ink/ink1618.xml" ContentType="application/inkml+xml"/>
  <Override PartName="/ppt/ink/ink1619.xml" ContentType="application/inkml+xml"/>
  <Override PartName="/ppt/ink/ink1620.xml" ContentType="application/inkml+xml"/>
  <Override PartName="/ppt/ink/ink1621.xml" ContentType="application/inkml+xml"/>
  <Override PartName="/ppt/ink/ink1622.xml" ContentType="application/inkml+xml"/>
  <Override PartName="/ppt/ink/ink1623.xml" ContentType="application/inkml+xml"/>
  <Override PartName="/ppt/ink/ink1624.xml" ContentType="application/inkml+xml"/>
  <Override PartName="/ppt/ink/ink1625.xml" ContentType="application/inkml+xml"/>
  <Override PartName="/ppt/ink/ink1626.xml" ContentType="application/inkml+xml"/>
  <Override PartName="/ppt/ink/ink1627.xml" ContentType="application/inkml+xml"/>
  <Override PartName="/ppt/ink/ink1628.xml" ContentType="application/inkml+xml"/>
  <Override PartName="/ppt/ink/ink1629.xml" ContentType="application/inkml+xml"/>
  <Override PartName="/ppt/ink/ink1630.xml" ContentType="application/inkml+xml"/>
  <Override PartName="/ppt/ink/ink1631.xml" ContentType="application/inkml+xml"/>
  <Override PartName="/ppt/ink/ink1632.xml" ContentType="application/inkml+xml"/>
  <Override PartName="/ppt/ink/ink1633.xml" ContentType="application/inkml+xml"/>
  <Override PartName="/ppt/ink/ink1634.xml" ContentType="application/inkml+xml"/>
  <Override PartName="/ppt/ink/ink1635.xml" ContentType="application/inkml+xml"/>
  <Override PartName="/ppt/ink/ink1636.xml" ContentType="application/inkml+xml"/>
  <Override PartName="/ppt/ink/ink1637.xml" ContentType="application/inkml+xml"/>
  <Override PartName="/ppt/ink/ink1638.xml" ContentType="application/inkml+xml"/>
  <Override PartName="/ppt/ink/ink1639.xml" ContentType="application/inkml+xml"/>
  <Override PartName="/ppt/ink/ink1640.xml" ContentType="application/inkml+xml"/>
  <Override PartName="/ppt/ink/ink1641.xml" ContentType="application/inkml+xml"/>
  <Override PartName="/ppt/ink/ink1642.xml" ContentType="application/inkml+xml"/>
  <Override PartName="/ppt/ink/ink1643.xml" ContentType="application/inkml+xml"/>
  <Override PartName="/ppt/ink/ink1644.xml" ContentType="application/inkml+xml"/>
  <Override PartName="/ppt/ink/ink1645.xml" ContentType="application/inkml+xml"/>
  <Override PartName="/ppt/ink/ink1646.xml" ContentType="application/inkml+xml"/>
  <Override PartName="/ppt/ink/ink1647.xml" ContentType="application/inkml+xml"/>
  <Override PartName="/ppt/ink/ink1648.xml" ContentType="application/inkml+xml"/>
  <Override PartName="/ppt/ink/ink1649.xml" ContentType="application/inkml+xml"/>
  <Override PartName="/ppt/ink/ink1650.xml" ContentType="application/inkml+xml"/>
  <Override PartName="/ppt/ink/ink1651.xml" ContentType="application/inkml+xml"/>
  <Override PartName="/ppt/ink/ink1652.xml" ContentType="application/inkml+xml"/>
  <Override PartName="/ppt/ink/ink1653.xml" ContentType="application/inkml+xml"/>
  <Override PartName="/ppt/ink/ink1654.xml" ContentType="application/inkml+xml"/>
  <Override PartName="/ppt/ink/ink1655.xml" ContentType="application/inkml+xml"/>
  <Override PartName="/ppt/ink/ink1656.xml" ContentType="application/inkml+xml"/>
  <Override PartName="/ppt/ink/ink1657.xml" ContentType="application/inkml+xml"/>
  <Override PartName="/ppt/ink/ink1658.xml" ContentType="application/inkml+xml"/>
  <Override PartName="/ppt/ink/ink1659.xml" ContentType="application/inkml+xml"/>
  <Override PartName="/ppt/ink/ink1660.xml" ContentType="application/inkml+xml"/>
  <Override PartName="/ppt/ink/ink1661.xml" ContentType="application/inkml+xml"/>
  <Override PartName="/ppt/ink/ink1662.xml" ContentType="application/inkml+xml"/>
  <Override PartName="/ppt/ink/ink1663.xml" ContentType="application/inkml+xml"/>
  <Override PartName="/ppt/ink/ink1664.xml" ContentType="application/inkml+xml"/>
  <Override PartName="/ppt/ink/ink1665.xml" ContentType="application/inkml+xml"/>
  <Override PartName="/ppt/ink/ink1666.xml" ContentType="application/inkml+xml"/>
  <Override PartName="/ppt/ink/ink1667.xml" ContentType="application/inkml+xml"/>
  <Override PartName="/ppt/ink/ink1668.xml" ContentType="application/inkml+xml"/>
  <Override PartName="/ppt/ink/ink1669.xml" ContentType="application/inkml+xml"/>
  <Override PartName="/ppt/ink/ink1670.xml" ContentType="application/inkml+xml"/>
  <Override PartName="/ppt/ink/ink1671.xml" ContentType="application/inkml+xml"/>
  <Override PartName="/ppt/ink/ink1672.xml" ContentType="application/inkml+xml"/>
  <Override PartName="/ppt/ink/ink1673.xml" ContentType="application/inkml+xml"/>
  <Override PartName="/ppt/ink/ink1674.xml" ContentType="application/inkml+xml"/>
  <Override PartName="/ppt/ink/ink1675.xml" ContentType="application/inkml+xml"/>
  <Override PartName="/ppt/ink/ink1676.xml" ContentType="application/inkml+xml"/>
  <Override PartName="/ppt/ink/ink1677.xml" ContentType="application/inkml+xml"/>
  <Override PartName="/ppt/ink/ink1678.xml" ContentType="application/inkml+xml"/>
  <Override PartName="/ppt/ink/ink1679.xml" ContentType="application/inkml+xml"/>
  <Override PartName="/ppt/ink/ink1680.xml" ContentType="application/inkml+xml"/>
  <Override PartName="/ppt/ink/ink1681.xml" ContentType="application/inkml+xml"/>
  <Override PartName="/ppt/ink/ink1682.xml" ContentType="application/inkml+xml"/>
  <Override PartName="/ppt/ink/ink1683.xml" ContentType="application/inkml+xml"/>
  <Override PartName="/ppt/ink/ink1684.xml" ContentType="application/inkml+xml"/>
  <Override PartName="/ppt/ink/ink1685.xml" ContentType="application/inkml+xml"/>
  <Override PartName="/ppt/ink/ink1686.xml" ContentType="application/inkml+xml"/>
  <Override PartName="/ppt/ink/ink1687.xml" ContentType="application/inkml+xml"/>
  <Override PartName="/ppt/ink/ink1688.xml" ContentType="application/inkml+xml"/>
  <Override PartName="/ppt/ink/ink1689.xml" ContentType="application/inkml+xml"/>
  <Override PartName="/ppt/ink/ink1690.xml" ContentType="application/inkml+xml"/>
  <Override PartName="/ppt/ink/ink1691.xml" ContentType="application/inkml+xml"/>
  <Override PartName="/ppt/ink/ink1692.xml" ContentType="application/inkml+xml"/>
  <Override PartName="/ppt/ink/ink1693.xml" ContentType="application/inkml+xml"/>
  <Override PartName="/ppt/ink/ink1694.xml" ContentType="application/inkml+xml"/>
  <Override PartName="/ppt/ink/ink1695.xml" ContentType="application/inkml+xml"/>
  <Override PartName="/ppt/ink/ink1696.xml" ContentType="application/inkml+xml"/>
  <Override PartName="/ppt/ink/ink1697.xml" ContentType="application/inkml+xml"/>
  <Override PartName="/ppt/ink/ink1698.xml" ContentType="application/inkml+xml"/>
  <Override PartName="/ppt/ink/ink1699.xml" ContentType="application/inkml+xml"/>
  <Override PartName="/ppt/ink/ink1700.xml" ContentType="application/inkml+xml"/>
  <Override PartName="/ppt/ink/ink1701.xml" ContentType="application/inkml+xml"/>
  <Override PartName="/ppt/ink/ink1702.xml" ContentType="application/inkml+xml"/>
  <Override PartName="/ppt/ink/ink1703.xml" ContentType="application/inkml+xml"/>
  <Override PartName="/ppt/ink/ink1704.xml" ContentType="application/inkml+xml"/>
  <Override PartName="/ppt/ink/ink1705.xml" ContentType="application/inkml+xml"/>
  <Override PartName="/ppt/ink/ink1706.xml" ContentType="application/inkml+xml"/>
  <Override PartName="/ppt/ink/ink1707.xml" ContentType="application/inkml+xml"/>
  <Override PartName="/ppt/ink/ink1708.xml" ContentType="application/inkml+xml"/>
  <Override PartName="/ppt/ink/ink1709.xml" ContentType="application/inkml+xml"/>
  <Override PartName="/ppt/ink/ink1710.xml" ContentType="application/inkml+xml"/>
  <Override PartName="/ppt/ink/ink1711.xml" ContentType="application/inkml+xml"/>
  <Override PartName="/ppt/ink/ink1712.xml" ContentType="application/inkml+xml"/>
  <Override PartName="/ppt/ink/ink1713.xml" ContentType="application/inkml+xml"/>
  <Override PartName="/ppt/ink/ink1714.xml" ContentType="application/inkml+xml"/>
  <Override PartName="/ppt/ink/ink1715.xml" ContentType="application/inkml+xml"/>
  <Override PartName="/ppt/ink/ink1716.xml" ContentType="application/inkml+xml"/>
  <Override PartName="/ppt/ink/ink1717.xml" ContentType="application/inkml+xml"/>
  <Override PartName="/ppt/ink/ink1718.xml" ContentType="application/inkml+xml"/>
  <Override PartName="/ppt/ink/ink1719.xml" ContentType="application/inkml+xml"/>
  <Override PartName="/ppt/ink/ink1720.xml" ContentType="application/inkml+xml"/>
  <Override PartName="/ppt/ink/ink1721.xml" ContentType="application/inkml+xml"/>
  <Override PartName="/ppt/ink/ink1722.xml" ContentType="application/inkml+xml"/>
  <Override PartName="/ppt/ink/ink1723.xml" ContentType="application/inkml+xml"/>
  <Override PartName="/ppt/ink/ink1724.xml" ContentType="application/inkml+xml"/>
  <Override PartName="/ppt/ink/ink1725.xml" ContentType="application/inkml+xml"/>
  <Override PartName="/ppt/ink/ink1726.xml" ContentType="application/inkml+xml"/>
  <Override PartName="/ppt/ink/ink1727.xml" ContentType="application/inkml+xml"/>
  <Override PartName="/ppt/ink/ink1728.xml" ContentType="application/inkml+xml"/>
  <Override PartName="/ppt/ink/ink1729.xml" ContentType="application/inkml+xml"/>
  <Override PartName="/ppt/ink/ink1730.xml" ContentType="application/inkml+xml"/>
  <Override PartName="/ppt/ink/ink1731.xml" ContentType="application/inkml+xml"/>
  <Override PartName="/ppt/ink/ink1732.xml" ContentType="application/inkml+xml"/>
  <Override PartName="/ppt/ink/ink1733.xml" ContentType="application/inkml+xml"/>
  <Override PartName="/ppt/ink/ink1734.xml" ContentType="application/inkml+xml"/>
  <Override PartName="/ppt/ink/ink1735.xml" ContentType="application/inkml+xml"/>
  <Override PartName="/ppt/ink/ink1736.xml" ContentType="application/inkml+xml"/>
  <Override PartName="/ppt/ink/ink1737.xml" ContentType="application/inkml+xml"/>
  <Override PartName="/ppt/ink/ink1738.xml" ContentType="application/inkml+xml"/>
  <Override PartName="/ppt/ink/ink1739.xml" ContentType="application/inkml+xml"/>
  <Override PartName="/ppt/ink/ink1740.xml" ContentType="application/inkml+xml"/>
  <Override PartName="/ppt/ink/ink1741.xml" ContentType="application/inkml+xml"/>
  <Override PartName="/ppt/ink/ink1742.xml" ContentType="application/inkml+xml"/>
  <Override PartName="/ppt/ink/ink1743.xml" ContentType="application/inkml+xml"/>
  <Override PartName="/ppt/ink/ink1744.xml" ContentType="application/inkml+xml"/>
  <Override PartName="/ppt/ink/ink1745.xml" ContentType="application/inkml+xml"/>
  <Override PartName="/ppt/ink/ink1746.xml" ContentType="application/inkml+xml"/>
  <Override PartName="/ppt/ink/ink1747.xml" ContentType="application/inkml+xml"/>
  <Override PartName="/ppt/ink/ink1748.xml" ContentType="application/inkml+xml"/>
  <Override PartName="/ppt/ink/ink1749.xml" ContentType="application/inkml+xml"/>
  <Override PartName="/ppt/ink/ink1750.xml" ContentType="application/inkml+xml"/>
  <Override PartName="/ppt/ink/ink1751.xml" ContentType="application/inkml+xml"/>
  <Override PartName="/ppt/ink/ink1752.xml" ContentType="application/inkml+xml"/>
  <Override PartName="/ppt/ink/ink1753.xml" ContentType="application/inkml+xml"/>
  <Override PartName="/ppt/ink/ink1754.xml" ContentType="application/inkml+xml"/>
  <Override PartName="/ppt/ink/ink1755.xml" ContentType="application/inkml+xml"/>
  <Override PartName="/ppt/ink/ink1756.xml" ContentType="application/inkml+xml"/>
  <Override PartName="/ppt/ink/ink1757.xml" ContentType="application/inkml+xml"/>
  <Override PartName="/ppt/ink/ink1758.xml" ContentType="application/inkml+xml"/>
  <Override PartName="/ppt/ink/ink1759.xml" ContentType="application/inkml+xml"/>
  <Override PartName="/ppt/ink/ink1760.xml" ContentType="application/inkml+xml"/>
  <Override PartName="/ppt/ink/ink1761.xml" ContentType="application/inkml+xml"/>
  <Override PartName="/ppt/ink/ink1762.xml" ContentType="application/inkml+xml"/>
  <Override PartName="/ppt/ink/ink1763.xml" ContentType="application/inkml+xml"/>
  <Override PartName="/ppt/ink/ink1764.xml" ContentType="application/inkml+xml"/>
  <Override PartName="/ppt/ink/ink1765.xml" ContentType="application/inkml+xml"/>
  <Override PartName="/ppt/ink/ink1766.xml" ContentType="application/inkml+xml"/>
  <Override PartName="/ppt/ink/ink1767.xml" ContentType="application/inkml+xml"/>
  <Override PartName="/ppt/ink/ink1768.xml" ContentType="application/inkml+xml"/>
  <Override PartName="/ppt/ink/ink1769.xml" ContentType="application/inkml+xml"/>
  <Override PartName="/ppt/ink/ink1770.xml" ContentType="application/inkml+xml"/>
  <Override PartName="/ppt/ink/ink1771.xml" ContentType="application/inkml+xml"/>
  <Override PartName="/ppt/ink/ink1772.xml" ContentType="application/inkml+xml"/>
  <Override PartName="/ppt/ink/ink1773.xml" ContentType="application/inkml+xml"/>
  <Override PartName="/ppt/ink/ink1774.xml" ContentType="application/inkml+xml"/>
  <Override PartName="/ppt/ink/ink1775.xml" ContentType="application/inkml+xml"/>
  <Override PartName="/ppt/ink/ink1776.xml" ContentType="application/inkml+xml"/>
  <Override PartName="/ppt/ink/ink1777.xml" ContentType="application/inkml+xml"/>
  <Override PartName="/ppt/ink/ink1778.xml" ContentType="application/inkml+xml"/>
  <Override PartName="/ppt/ink/ink1779.xml" ContentType="application/inkml+xml"/>
  <Override PartName="/ppt/ink/ink1780.xml" ContentType="application/inkml+xml"/>
  <Override PartName="/ppt/ink/ink1781.xml" ContentType="application/inkml+xml"/>
  <Override PartName="/ppt/ink/ink1782.xml" ContentType="application/inkml+xml"/>
  <Override PartName="/ppt/ink/ink1783.xml" ContentType="application/inkml+xml"/>
  <Override PartName="/ppt/ink/ink1784.xml" ContentType="application/inkml+xml"/>
  <Override PartName="/ppt/ink/ink1785.xml" ContentType="application/inkml+xml"/>
  <Override PartName="/ppt/ink/ink1786.xml" ContentType="application/inkml+xml"/>
  <Override PartName="/ppt/ink/ink1787.xml" ContentType="application/inkml+xml"/>
  <Override PartName="/ppt/ink/ink1788.xml" ContentType="application/inkml+xml"/>
  <Override PartName="/ppt/ink/ink1789.xml" ContentType="application/inkml+xml"/>
  <Override PartName="/ppt/ink/ink1790.xml" ContentType="application/inkml+xml"/>
  <Override PartName="/ppt/ink/ink1791.xml" ContentType="application/inkml+xml"/>
  <Override PartName="/ppt/ink/ink1792.xml" ContentType="application/inkml+xml"/>
  <Override PartName="/ppt/ink/ink1793.xml" ContentType="application/inkml+xml"/>
  <Override PartName="/ppt/ink/ink1794.xml" ContentType="application/inkml+xml"/>
  <Override PartName="/ppt/ink/ink1795.xml" ContentType="application/inkml+xml"/>
  <Override PartName="/ppt/ink/ink1796.xml" ContentType="application/inkml+xml"/>
  <Override PartName="/ppt/ink/ink1797.xml" ContentType="application/inkml+xml"/>
  <Override PartName="/ppt/ink/ink1798.xml" ContentType="application/inkml+xml"/>
  <Override PartName="/ppt/ink/ink1799.xml" ContentType="application/inkml+xml"/>
  <Override PartName="/ppt/ink/ink1800.xml" ContentType="application/inkml+xml"/>
  <Override PartName="/ppt/ink/ink1801.xml" ContentType="application/inkml+xml"/>
  <Override PartName="/ppt/ink/ink1802.xml" ContentType="application/inkml+xml"/>
  <Override PartName="/ppt/ink/ink1803.xml" ContentType="application/inkml+xml"/>
  <Override PartName="/ppt/ink/ink1804.xml" ContentType="application/inkml+xml"/>
  <Override PartName="/ppt/ink/ink1805.xml" ContentType="application/inkml+xml"/>
  <Override PartName="/ppt/ink/ink1806.xml" ContentType="application/inkml+xml"/>
  <Override PartName="/ppt/ink/ink1807.xml" ContentType="application/inkml+xml"/>
  <Override PartName="/ppt/ink/ink1808.xml" ContentType="application/inkml+xml"/>
  <Override PartName="/ppt/ink/ink1809.xml" ContentType="application/inkml+xml"/>
  <Override PartName="/ppt/ink/ink1810.xml" ContentType="application/inkml+xml"/>
  <Override PartName="/ppt/ink/ink1811.xml" ContentType="application/inkml+xml"/>
  <Override PartName="/ppt/ink/ink1812.xml" ContentType="application/inkml+xml"/>
  <Override PartName="/ppt/ink/ink1813.xml" ContentType="application/inkml+xml"/>
  <Override PartName="/ppt/ink/ink1814.xml" ContentType="application/inkml+xml"/>
  <Override PartName="/ppt/ink/ink1815.xml" ContentType="application/inkml+xml"/>
  <Override PartName="/ppt/ink/ink1816.xml" ContentType="application/inkml+xml"/>
  <Override PartName="/ppt/ink/ink1817.xml" ContentType="application/inkml+xml"/>
  <Override PartName="/ppt/ink/ink1818.xml" ContentType="application/inkml+xml"/>
  <Override PartName="/ppt/ink/ink1819.xml" ContentType="application/inkml+xml"/>
  <Override PartName="/ppt/ink/ink1820.xml" ContentType="application/inkml+xml"/>
  <Override PartName="/ppt/ink/ink1821.xml" ContentType="application/inkml+xml"/>
  <Override PartName="/ppt/ink/ink1822.xml" ContentType="application/inkml+xml"/>
  <Override PartName="/ppt/ink/ink1823.xml" ContentType="application/inkml+xml"/>
  <Override PartName="/ppt/ink/ink1824.xml" ContentType="application/inkml+xml"/>
  <Override PartName="/ppt/ink/ink1825.xml" ContentType="application/inkml+xml"/>
  <Override PartName="/ppt/ink/ink1826.xml" ContentType="application/inkml+xml"/>
  <Override PartName="/ppt/ink/ink1827.xml" ContentType="application/inkml+xml"/>
  <Override PartName="/ppt/ink/ink1828.xml" ContentType="application/inkml+xml"/>
  <Override PartName="/ppt/ink/ink1829.xml" ContentType="application/inkml+xml"/>
  <Override PartName="/ppt/ink/ink1830.xml" ContentType="application/inkml+xml"/>
  <Override PartName="/ppt/ink/ink1831.xml" ContentType="application/inkml+xml"/>
  <Override PartName="/ppt/ink/ink1832.xml" ContentType="application/inkml+xml"/>
  <Override PartName="/ppt/ink/ink1833.xml" ContentType="application/inkml+xml"/>
  <Override PartName="/ppt/ink/ink1834.xml" ContentType="application/inkml+xml"/>
  <Override PartName="/ppt/ink/ink1835.xml" ContentType="application/inkml+xml"/>
  <Override PartName="/ppt/ink/ink1836.xml" ContentType="application/inkml+xml"/>
  <Override PartName="/ppt/ink/ink1837.xml" ContentType="application/inkml+xml"/>
  <Override PartName="/ppt/ink/ink1838.xml" ContentType="application/inkml+xml"/>
  <Override PartName="/ppt/ink/ink1839.xml" ContentType="application/inkml+xml"/>
  <Override PartName="/ppt/ink/ink1840.xml" ContentType="application/inkml+xml"/>
  <Override PartName="/ppt/ink/ink1841.xml" ContentType="application/inkml+xml"/>
  <Override PartName="/ppt/ink/ink1842.xml" ContentType="application/inkml+xml"/>
  <Override PartName="/ppt/ink/ink1843.xml" ContentType="application/inkml+xml"/>
  <Override PartName="/ppt/ink/ink1844.xml" ContentType="application/inkml+xml"/>
  <Override PartName="/ppt/ink/ink1845.xml" ContentType="application/inkml+xml"/>
  <Override PartName="/ppt/ink/ink1846.xml" ContentType="application/inkml+xml"/>
  <Override PartName="/ppt/ink/ink1847.xml" ContentType="application/inkml+xml"/>
  <Override PartName="/ppt/ink/ink1848.xml" ContentType="application/inkml+xml"/>
  <Override PartName="/ppt/ink/ink1849.xml" ContentType="application/inkml+xml"/>
  <Override PartName="/ppt/ink/ink1850.xml" ContentType="application/inkml+xml"/>
  <Override PartName="/ppt/ink/ink1851.xml" ContentType="application/inkml+xml"/>
  <Override PartName="/ppt/ink/ink1852.xml" ContentType="application/inkml+xml"/>
  <Override PartName="/ppt/ink/ink1853.xml" ContentType="application/inkml+xml"/>
  <Override PartName="/ppt/ink/ink1854.xml" ContentType="application/inkml+xml"/>
  <Override PartName="/ppt/ink/ink1855.xml" ContentType="application/inkml+xml"/>
  <Override PartName="/ppt/ink/ink1856.xml" ContentType="application/inkml+xml"/>
  <Override PartName="/ppt/ink/ink1857.xml" ContentType="application/inkml+xml"/>
  <Override PartName="/ppt/ink/ink1858.xml" ContentType="application/inkml+xml"/>
  <Override PartName="/ppt/ink/ink1859.xml" ContentType="application/inkml+xml"/>
  <Override PartName="/ppt/ink/ink1860.xml" ContentType="application/inkml+xml"/>
  <Override PartName="/ppt/ink/ink1861.xml" ContentType="application/inkml+xml"/>
  <Override PartName="/ppt/ink/ink1862.xml" ContentType="application/inkml+xml"/>
  <Override PartName="/ppt/ink/ink1863.xml" ContentType="application/inkml+xml"/>
  <Override PartName="/ppt/ink/ink1864.xml" ContentType="application/inkml+xml"/>
  <Override PartName="/ppt/ink/ink1865.xml" ContentType="application/inkml+xml"/>
  <Override PartName="/ppt/ink/ink1866.xml" ContentType="application/inkml+xml"/>
  <Override PartName="/ppt/ink/ink1867.xml" ContentType="application/inkml+xml"/>
  <Override PartName="/ppt/ink/ink1868.xml" ContentType="application/inkml+xml"/>
  <Override PartName="/ppt/ink/ink1869.xml" ContentType="application/inkml+xml"/>
  <Override PartName="/ppt/ink/ink1870.xml" ContentType="application/inkml+xml"/>
  <Override PartName="/ppt/ink/ink1871.xml" ContentType="application/inkml+xml"/>
  <Override PartName="/ppt/ink/ink1872.xml" ContentType="application/inkml+xml"/>
  <Override PartName="/ppt/ink/ink1873.xml" ContentType="application/inkml+xml"/>
  <Override PartName="/ppt/ink/ink1874.xml" ContentType="application/inkml+xml"/>
  <Override PartName="/ppt/ink/ink1875.xml" ContentType="application/inkml+xml"/>
  <Override PartName="/ppt/ink/ink1876.xml" ContentType="application/inkml+xml"/>
  <Override PartName="/ppt/ink/ink1877.xml" ContentType="application/inkml+xml"/>
  <Override PartName="/ppt/ink/ink1878.xml" ContentType="application/inkml+xml"/>
  <Override PartName="/ppt/ink/ink1879.xml" ContentType="application/inkml+xml"/>
  <Override PartName="/ppt/ink/ink1880.xml" ContentType="application/inkml+xml"/>
  <Override PartName="/ppt/ink/ink1881.xml" ContentType="application/inkml+xml"/>
  <Override PartName="/ppt/ink/ink1882.xml" ContentType="application/inkml+xml"/>
  <Override PartName="/ppt/ink/ink1883.xml" ContentType="application/inkml+xml"/>
  <Override PartName="/ppt/ink/ink1884.xml" ContentType="application/inkml+xml"/>
  <Override PartName="/ppt/ink/ink1885.xml" ContentType="application/inkml+xml"/>
  <Override PartName="/ppt/ink/ink1886.xml" ContentType="application/inkml+xml"/>
  <Override PartName="/ppt/ink/ink1887.xml" ContentType="application/inkml+xml"/>
  <Override PartName="/ppt/ink/ink1888.xml" ContentType="application/inkml+xml"/>
  <Override PartName="/ppt/ink/ink1889.xml" ContentType="application/inkml+xml"/>
  <Override PartName="/ppt/ink/ink1890.xml" ContentType="application/inkml+xml"/>
  <Override PartName="/ppt/ink/ink1891.xml" ContentType="application/inkml+xml"/>
  <Override PartName="/ppt/ink/ink1892.xml" ContentType="application/inkml+xml"/>
  <Override PartName="/ppt/ink/ink1893.xml" ContentType="application/inkml+xml"/>
  <Override PartName="/ppt/ink/ink1894.xml" ContentType="application/inkml+xml"/>
  <Override PartName="/ppt/ink/ink1895.xml" ContentType="application/inkml+xml"/>
  <Override PartName="/ppt/ink/ink1896.xml" ContentType="application/inkml+xml"/>
  <Override PartName="/ppt/ink/ink1897.xml" ContentType="application/inkml+xml"/>
  <Override PartName="/ppt/ink/ink1898.xml" ContentType="application/inkml+xml"/>
  <Override PartName="/ppt/ink/ink1899.xml" ContentType="application/inkml+xml"/>
  <Override PartName="/ppt/ink/ink1900.xml" ContentType="application/inkml+xml"/>
  <Override PartName="/ppt/ink/ink1901.xml" ContentType="application/inkml+xml"/>
  <Override PartName="/ppt/ink/ink1902.xml" ContentType="application/inkml+xml"/>
  <Override PartName="/ppt/ink/ink1903.xml" ContentType="application/inkml+xml"/>
  <Override PartName="/ppt/ink/ink1904.xml" ContentType="application/inkml+xml"/>
  <Override PartName="/ppt/ink/ink1905.xml" ContentType="application/inkml+xml"/>
  <Override PartName="/ppt/ink/ink1906.xml" ContentType="application/inkml+xml"/>
  <Override PartName="/ppt/ink/ink1907.xml" ContentType="application/inkml+xml"/>
  <Override PartName="/ppt/ink/ink1908.xml" ContentType="application/inkml+xml"/>
  <Override PartName="/ppt/ink/ink1909.xml" ContentType="application/inkml+xml"/>
  <Override PartName="/ppt/ink/ink1910.xml" ContentType="application/inkml+xml"/>
  <Override PartName="/ppt/ink/ink1911.xml" ContentType="application/inkml+xml"/>
  <Override PartName="/ppt/ink/ink1912.xml" ContentType="application/inkml+xml"/>
  <Override PartName="/ppt/ink/ink1913.xml" ContentType="application/inkml+xml"/>
  <Override PartName="/ppt/ink/ink1914.xml" ContentType="application/inkml+xml"/>
  <Override PartName="/ppt/ink/ink1915.xml" ContentType="application/inkml+xml"/>
  <Override PartName="/ppt/ink/ink1916.xml" ContentType="application/inkml+xml"/>
  <Override PartName="/ppt/ink/ink1917.xml" ContentType="application/inkml+xml"/>
  <Override PartName="/ppt/ink/ink1918.xml" ContentType="application/inkml+xml"/>
  <Override PartName="/ppt/ink/ink1919.xml" ContentType="application/inkml+xml"/>
  <Override PartName="/ppt/ink/ink1920.xml" ContentType="application/inkml+xml"/>
  <Override PartName="/ppt/ink/ink1921.xml" ContentType="application/inkml+xml"/>
  <Override PartName="/ppt/ink/ink1922.xml" ContentType="application/inkml+xml"/>
  <Override PartName="/ppt/ink/ink1923.xml" ContentType="application/inkml+xml"/>
  <Override PartName="/ppt/ink/ink1924.xml" ContentType="application/inkml+xml"/>
  <Override PartName="/ppt/ink/ink1925.xml" ContentType="application/inkml+xml"/>
  <Override PartName="/ppt/ink/ink1926.xml" ContentType="application/inkml+xml"/>
  <Override PartName="/ppt/ink/ink1927.xml" ContentType="application/inkml+xml"/>
  <Override PartName="/ppt/ink/ink1928.xml" ContentType="application/inkml+xml"/>
  <Override PartName="/ppt/ink/ink1929.xml" ContentType="application/inkml+xml"/>
  <Override PartName="/ppt/ink/ink1930.xml" ContentType="application/inkml+xml"/>
  <Override PartName="/ppt/ink/ink1931.xml" ContentType="application/inkml+xml"/>
  <Override PartName="/ppt/ink/ink1932.xml" ContentType="application/inkml+xml"/>
  <Override PartName="/ppt/ink/ink1933.xml" ContentType="application/inkml+xml"/>
  <Override PartName="/ppt/ink/ink1934.xml" ContentType="application/inkml+xml"/>
  <Override PartName="/ppt/ink/ink1935.xml" ContentType="application/inkml+xml"/>
  <Override PartName="/ppt/ink/ink1936.xml" ContentType="application/inkml+xml"/>
  <Override PartName="/ppt/ink/ink1937.xml" ContentType="application/inkml+xml"/>
  <Override PartName="/ppt/ink/ink1938.xml" ContentType="application/inkml+xml"/>
  <Override PartName="/ppt/ink/ink1939.xml" ContentType="application/inkml+xml"/>
  <Override PartName="/ppt/ink/ink1940.xml" ContentType="application/inkml+xml"/>
  <Override PartName="/ppt/ink/ink1941.xml" ContentType="application/inkml+xml"/>
  <Override PartName="/ppt/ink/ink1942.xml" ContentType="application/inkml+xml"/>
  <Override PartName="/ppt/ink/ink1943.xml" ContentType="application/inkml+xml"/>
  <Override PartName="/ppt/ink/ink1944.xml" ContentType="application/inkml+xml"/>
  <Override PartName="/ppt/ink/ink1945.xml" ContentType="application/inkml+xml"/>
  <Override PartName="/ppt/ink/ink1946.xml" ContentType="application/inkml+xml"/>
  <Override PartName="/ppt/ink/ink1947.xml" ContentType="application/inkml+xml"/>
  <Override PartName="/ppt/ink/ink1948.xml" ContentType="application/inkml+xml"/>
  <Override PartName="/ppt/ink/ink1949.xml" ContentType="application/inkml+xml"/>
  <Override PartName="/ppt/ink/ink1950.xml" ContentType="application/inkml+xml"/>
  <Override PartName="/ppt/ink/ink1951.xml" ContentType="application/inkml+xml"/>
  <Override PartName="/ppt/ink/ink1952.xml" ContentType="application/inkml+xml"/>
  <Override PartName="/ppt/ink/ink1953.xml" ContentType="application/inkml+xml"/>
  <Override PartName="/ppt/ink/ink1954.xml" ContentType="application/inkml+xml"/>
  <Override PartName="/ppt/ink/ink1955.xml" ContentType="application/inkml+xml"/>
  <Override PartName="/ppt/ink/ink1956.xml" ContentType="application/inkml+xml"/>
  <Override PartName="/ppt/ink/ink1957.xml" ContentType="application/inkml+xml"/>
  <Override PartName="/ppt/ink/ink1958.xml" ContentType="application/inkml+xml"/>
  <Override PartName="/ppt/ink/ink1959.xml" ContentType="application/inkml+xml"/>
  <Override PartName="/ppt/ink/ink1960.xml" ContentType="application/inkml+xml"/>
  <Override PartName="/ppt/ink/ink1961.xml" ContentType="application/inkml+xml"/>
  <Override PartName="/ppt/ink/ink1962.xml" ContentType="application/inkml+xml"/>
  <Override PartName="/ppt/ink/ink1963.xml" ContentType="application/inkml+xml"/>
  <Override PartName="/ppt/ink/ink1964.xml" ContentType="application/inkml+xml"/>
  <Override PartName="/ppt/ink/ink1965.xml" ContentType="application/inkml+xml"/>
  <Override PartName="/ppt/ink/ink1966.xml" ContentType="application/inkml+xml"/>
  <Override PartName="/ppt/ink/ink1967.xml" ContentType="application/inkml+xml"/>
  <Override PartName="/ppt/ink/ink1968.xml" ContentType="application/inkml+xml"/>
  <Override PartName="/ppt/ink/ink1969.xml" ContentType="application/inkml+xml"/>
  <Override PartName="/ppt/ink/ink1970.xml" ContentType="application/inkml+xml"/>
  <Override PartName="/ppt/ink/ink1971.xml" ContentType="application/inkml+xml"/>
  <Override PartName="/ppt/ink/ink1972.xml" ContentType="application/inkml+xml"/>
  <Override PartName="/ppt/ink/ink1973.xml" ContentType="application/inkml+xml"/>
  <Override PartName="/ppt/ink/ink1974.xml" ContentType="application/inkml+xml"/>
  <Override PartName="/ppt/ink/ink1975.xml" ContentType="application/inkml+xml"/>
  <Override PartName="/ppt/ink/ink1976.xml" ContentType="application/inkml+xml"/>
  <Override PartName="/ppt/ink/ink1977.xml" ContentType="application/inkml+xml"/>
  <Override PartName="/ppt/ink/ink1978.xml" ContentType="application/inkml+xml"/>
  <Override PartName="/ppt/ink/ink1979.xml" ContentType="application/inkml+xml"/>
  <Override PartName="/ppt/ink/ink1980.xml" ContentType="application/inkml+xml"/>
  <Override PartName="/ppt/ink/ink1981.xml" ContentType="application/inkml+xml"/>
  <Override PartName="/ppt/ink/ink1982.xml" ContentType="application/inkml+xml"/>
  <Override PartName="/ppt/ink/ink1983.xml" ContentType="application/inkml+xml"/>
  <Override PartName="/ppt/ink/ink1984.xml" ContentType="application/inkml+xml"/>
  <Override PartName="/ppt/ink/ink1985.xml" ContentType="application/inkml+xml"/>
  <Override PartName="/ppt/ink/ink1986.xml" ContentType="application/inkml+xml"/>
  <Override PartName="/ppt/ink/ink1987.xml" ContentType="application/inkml+xml"/>
  <Override PartName="/ppt/ink/ink1988.xml" ContentType="application/inkml+xml"/>
  <Override PartName="/ppt/ink/ink1989.xml" ContentType="application/inkml+xml"/>
  <Override PartName="/ppt/ink/ink1990.xml" ContentType="application/inkml+xml"/>
  <Override PartName="/ppt/ink/ink1991.xml" ContentType="application/inkml+xml"/>
  <Override PartName="/ppt/ink/ink1992.xml" ContentType="application/inkml+xml"/>
  <Override PartName="/ppt/ink/ink1993.xml" ContentType="application/inkml+xml"/>
  <Override PartName="/ppt/ink/ink1994.xml" ContentType="application/inkml+xml"/>
  <Override PartName="/ppt/ink/ink1995.xml" ContentType="application/inkml+xml"/>
  <Override PartName="/ppt/ink/ink1996.xml" ContentType="application/inkml+xml"/>
  <Override PartName="/ppt/ink/ink1997.xml" ContentType="application/inkml+xml"/>
  <Override PartName="/ppt/ink/ink1998.xml" ContentType="application/inkml+xml"/>
  <Override PartName="/ppt/ink/ink1999.xml" ContentType="application/inkml+xml"/>
  <Override PartName="/ppt/ink/ink2000.xml" ContentType="application/inkml+xml"/>
  <Override PartName="/ppt/ink/ink2001.xml" ContentType="application/inkml+xml"/>
  <Override PartName="/ppt/ink/ink2002.xml" ContentType="application/inkml+xml"/>
  <Override PartName="/ppt/ink/ink2003.xml" ContentType="application/inkml+xml"/>
  <Override PartName="/ppt/ink/ink2004.xml" ContentType="application/inkml+xml"/>
  <Override PartName="/ppt/ink/ink2005.xml" ContentType="application/inkml+xml"/>
  <Override PartName="/ppt/ink/ink2006.xml" ContentType="application/inkml+xml"/>
  <Override PartName="/ppt/ink/ink2007.xml" ContentType="application/inkml+xml"/>
  <Override PartName="/ppt/ink/ink2008.xml" ContentType="application/inkml+xml"/>
  <Override PartName="/ppt/ink/ink2009.xml" ContentType="application/inkml+xml"/>
  <Override PartName="/ppt/ink/ink2010.xml" ContentType="application/inkml+xml"/>
  <Override PartName="/ppt/ink/ink2011.xml" ContentType="application/inkml+xml"/>
  <Override PartName="/ppt/ink/ink2012.xml" ContentType="application/inkml+xml"/>
  <Override PartName="/ppt/ink/ink2013.xml" ContentType="application/inkml+xml"/>
  <Override PartName="/ppt/ink/ink2014.xml" ContentType="application/inkml+xml"/>
  <Override PartName="/ppt/ink/ink2015.xml" ContentType="application/inkml+xml"/>
  <Override PartName="/ppt/ink/ink2016.xml" ContentType="application/inkml+xml"/>
  <Override PartName="/ppt/ink/ink2017.xml" ContentType="application/inkml+xml"/>
  <Override PartName="/ppt/ink/ink2018.xml" ContentType="application/inkml+xml"/>
  <Override PartName="/ppt/ink/ink2019.xml" ContentType="application/inkml+xml"/>
  <Override PartName="/ppt/ink/ink2020.xml" ContentType="application/inkml+xml"/>
  <Override PartName="/ppt/ink/ink2021.xml" ContentType="application/inkml+xml"/>
  <Override PartName="/ppt/ink/ink2022.xml" ContentType="application/inkml+xml"/>
  <Override PartName="/ppt/ink/ink2023.xml" ContentType="application/inkml+xml"/>
  <Override PartName="/ppt/ink/ink2024.xml" ContentType="application/inkml+xml"/>
  <Override PartName="/ppt/ink/ink2025.xml" ContentType="application/inkml+xml"/>
  <Override PartName="/ppt/ink/ink2026.xml" ContentType="application/inkml+xml"/>
  <Override PartName="/ppt/ink/ink2027.xml" ContentType="application/inkml+xml"/>
  <Override PartName="/ppt/ink/ink2028.xml" ContentType="application/inkml+xml"/>
  <Override PartName="/ppt/ink/ink2029.xml" ContentType="application/inkml+xml"/>
  <Override PartName="/ppt/ink/ink2030.xml" ContentType="application/inkml+xml"/>
  <Override PartName="/ppt/ink/ink2031.xml" ContentType="application/inkml+xml"/>
  <Override PartName="/ppt/ink/ink2032.xml" ContentType="application/inkml+xml"/>
  <Override PartName="/ppt/ink/ink2033.xml" ContentType="application/inkml+xml"/>
  <Override PartName="/ppt/ink/ink2034.xml" ContentType="application/inkml+xml"/>
  <Override PartName="/ppt/ink/ink2035.xml" ContentType="application/inkml+xml"/>
  <Override PartName="/ppt/ink/ink2036.xml" ContentType="application/inkml+xml"/>
  <Override PartName="/ppt/ink/ink2037.xml" ContentType="application/inkml+xml"/>
  <Override PartName="/ppt/ink/ink2038.xml" ContentType="application/inkml+xml"/>
  <Override PartName="/ppt/ink/ink2039.xml" ContentType="application/inkml+xml"/>
  <Override PartName="/ppt/ink/ink2040.xml" ContentType="application/inkml+xml"/>
  <Override PartName="/ppt/ink/ink2041.xml" ContentType="application/inkml+xml"/>
  <Override PartName="/ppt/ink/ink2042.xml" ContentType="application/inkml+xml"/>
  <Override PartName="/ppt/ink/ink2043.xml" ContentType="application/inkml+xml"/>
  <Override PartName="/ppt/ink/ink2044.xml" ContentType="application/inkml+xml"/>
  <Override PartName="/ppt/ink/ink2045.xml" ContentType="application/inkml+xml"/>
  <Override PartName="/ppt/ink/ink2046.xml" ContentType="application/inkml+xml"/>
  <Override PartName="/ppt/ink/ink2047.xml" ContentType="application/inkml+xml"/>
  <Override PartName="/ppt/ink/ink2048.xml" ContentType="application/inkml+xml"/>
  <Override PartName="/ppt/ink/ink2049.xml" ContentType="application/inkml+xml"/>
  <Override PartName="/ppt/ink/ink2050.xml" ContentType="application/inkml+xml"/>
  <Override PartName="/ppt/ink/ink2051.xml" ContentType="application/inkml+xml"/>
  <Override PartName="/ppt/ink/ink2052.xml" ContentType="application/inkml+xml"/>
  <Override PartName="/ppt/ink/ink2053.xml" ContentType="application/inkml+xml"/>
  <Override PartName="/ppt/ink/ink2054.xml" ContentType="application/inkml+xml"/>
  <Override PartName="/ppt/ink/ink2055.xml" ContentType="application/inkml+xml"/>
  <Override PartName="/ppt/ink/ink2056.xml" ContentType="application/inkml+xml"/>
  <Override PartName="/ppt/ink/ink2057.xml" ContentType="application/inkml+xml"/>
  <Override PartName="/ppt/ink/ink2058.xml" ContentType="application/inkml+xml"/>
  <Override PartName="/ppt/ink/ink2059.xml" ContentType="application/inkml+xml"/>
  <Override PartName="/ppt/ink/ink2060.xml" ContentType="application/inkml+xml"/>
  <Override PartName="/ppt/ink/ink2061.xml" ContentType="application/inkml+xml"/>
  <Override PartName="/ppt/ink/ink2062.xml" ContentType="application/inkml+xml"/>
  <Override PartName="/ppt/ink/ink2063.xml" ContentType="application/inkml+xml"/>
  <Override PartName="/ppt/ink/ink2064.xml" ContentType="application/inkml+xml"/>
  <Override PartName="/ppt/ink/ink2065.xml" ContentType="application/inkml+xml"/>
  <Override PartName="/ppt/ink/ink2066.xml" ContentType="application/inkml+xml"/>
  <Override PartName="/ppt/ink/ink2067.xml" ContentType="application/inkml+xml"/>
  <Override PartName="/ppt/ink/ink2068.xml" ContentType="application/inkml+xml"/>
  <Override PartName="/ppt/ink/ink2069.xml" ContentType="application/inkml+xml"/>
  <Override PartName="/ppt/ink/ink2070.xml" ContentType="application/inkml+xml"/>
  <Override PartName="/ppt/ink/ink2071.xml" ContentType="application/inkml+xml"/>
  <Override PartName="/ppt/ink/ink2072.xml" ContentType="application/inkml+xml"/>
  <Override PartName="/ppt/ink/ink2073.xml" ContentType="application/inkml+xml"/>
  <Override PartName="/ppt/ink/ink2074.xml" ContentType="application/inkml+xml"/>
  <Override PartName="/ppt/ink/ink2075.xml" ContentType="application/inkml+xml"/>
  <Override PartName="/ppt/ink/ink2076.xml" ContentType="application/inkml+xml"/>
  <Override PartName="/ppt/ink/ink2077.xml" ContentType="application/inkml+xml"/>
  <Override PartName="/ppt/ink/ink2078.xml" ContentType="application/inkml+xml"/>
  <Override PartName="/ppt/ink/ink2079.xml" ContentType="application/inkml+xml"/>
  <Override PartName="/ppt/ink/ink2080.xml" ContentType="application/inkml+xml"/>
  <Override PartName="/ppt/ink/ink2081.xml" ContentType="application/inkml+xml"/>
  <Override PartName="/ppt/ink/ink2082.xml" ContentType="application/inkml+xml"/>
  <Override PartName="/ppt/ink/ink2083.xml" ContentType="application/inkml+xml"/>
  <Override PartName="/ppt/ink/ink2084.xml" ContentType="application/inkml+xml"/>
  <Override PartName="/ppt/ink/ink2085.xml" ContentType="application/inkml+xml"/>
  <Override PartName="/ppt/ink/ink2086.xml" ContentType="application/inkml+xml"/>
  <Override PartName="/ppt/ink/ink2087.xml" ContentType="application/inkml+xml"/>
  <Override PartName="/ppt/ink/ink2088.xml" ContentType="application/inkml+xml"/>
  <Override PartName="/ppt/ink/ink2089.xml" ContentType="application/inkml+xml"/>
  <Override PartName="/ppt/ink/ink2090.xml" ContentType="application/inkml+xml"/>
  <Override PartName="/ppt/ink/ink2091.xml" ContentType="application/inkml+xml"/>
  <Override PartName="/ppt/ink/ink2092.xml" ContentType="application/inkml+xml"/>
  <Override PartName="/ppt/ink/ink2093.xml" ContentType="application/inkml+xml"/>
  <Override PartName="/ppt/ink/ink2094.xml" ContentType="application/inkml+xml"/>
  <Override PartName="/ppt/ink/ink2095.xml" ContentType="application/inkml+xml"/>
  <Override PartName="/ppt/ink/ink2096.xml" ContentType="application/inkml+xml"/>
  <Override PartName="/ppt/ink/ink2097.xml" ContentType="application/inkml+xml"/>
  <Override PartName="/ppt/ink/ink2098.xml" ContentType="application/inkml+xml"/>
  <Override PartName="/ppt/ink/ink2099.xml" ContentType="application/inkml+xml"/>
  <Override PartName="/ppt/ink/ink2100.xml" ContentType="application/inkml+xml"/>
  <Override PartName="/ppt/ink/ink2101.xml" ContentType="application/inkml+xml"/>
  <Override PartName="/ppt/ink/ink2102.xml" ContentType="application/inkml+xml"/>
  <Override PartName="/ppt/ink/ink2103.xml" ContentType="application/inkml+xml"/>
  <Override PartName="/ppt/ink/ink2104.xml" ContentType="application/inkml+xml"/>
  <Override PartName="/ppt/ink/ink2105.xml" ContentType="application/inkml+xml"/>
  <Override PartName="/ppt/ink/ink2106.xml" ContentType="application/inkml+xml"/>
  <Override PartName="/ppt/ink/ink2107.xml" ContentType="application/inkml+xml"/>
  <Override PartName="/ppt/ink/ink2108.xml" ContentType="application/inkml+xml"/>
  <Override PartName="/ppt/ink/ink2109.xml" ContentType="application/inkml+xml"/>
  <Override PartName="/ppt/ink/ink2110.xml" ContentType="application/inkml+xml"/>
  <Override PartName="/ppt/ink/ink2111.xml" ContentType="application/inkml+xml"/>
  <Override PartName="/ppt/ink/ink2112.xml" ContentType="application/inkml+xml"/>
  <Override PartName="/ppt/ink/ink2113.xml" ContentType="application/inkml+xml"/>
  <Override PartName="/ppt/ink/ink2114.xml" ContentType="application/inkml+xml"/>
  <Override PartName="/ppt/ink/ink2115.xml" ContentType="application/inkml+xml"/>
  <Override PartName="/ppt/ink/ink2116.xml" ContentType="application/inkml+xml"/>
  <Override PartName="/ppt/ink/ink2117.xml" ContentType="application/inkml+xml"/>
  <Override PartName="/ppt/ink/ink2118.xml" ContentType="application/inkml+xml"/>
  <Override PartName="/ppt/ink/ink2119.xml" ContentType="application/inkml+xml"/>
  <Override PartName="/ppt/ink/ink2120.xml" ContentType="application/inkml+xml"/>
  <Override PartName="/ppt/ink/ink2121.xml" ContentType="application/inkml+xml"/>
  <Override PartName="/ppt/ink/ink2122.xml" ContentType="application/inkml+xml"/>
  <Override PartName="/ppt/ink/ink2123.xml" ContentType="application/inkml+xml"/>
  <Override PartName="/ppt/ink/ink2124.xml" ContentType="application/inkml+xml"/>
  <Override PartName="/ppt/ink/ink2125.xml" ContentType="application/inkml+xml"/>
  <Override PartName="/ppt/ink/ink2126.xml" ContentType="application/inkml+xml"/>
  <Override PartName="/ppt/ink/ink2127.xml" ContentType="application/inkml+xml"/>
  <Override PartName="/ppt/ink/ink2128.xml" ContentType="application/inkml+xml"/>
  <Override PartName="/ppt/ink/ink2129.xml" ContentType="application/inkml+xml"/>
  <Override PartName="/ppt/ink/ink2130.xml" ContentType="application/inkml+xml"/>
  <Override PartName="/ppt/ink/ink2131.xml" ContentType="application/inkml+xml"/>
  <Override PartName="/ppt/ink/ink2132.xml" ContentType="application/inkml+xml"/>
  <Override PartName="/ppt/ink/ink2133.xml" ContentType="application/inkml+xml"/>
  <Override PartName="/ppt/ink/ink2134.xml" ContentType="application/inkml+xml"/>
  <Override PartName="/ppt/ink/ink2135.xml" ContentType="application/inkml+xml"/>
  <Override PartName="/ppt/ink/ink2136.xml" ContentType="application/inkml+xml"/>
  <Override PartName="/ppt/ink/ink2137.xml" ContentType="application/inkml+xml"/>
  <Override PartName="/ppt/ink/ink2138.xml" ContentType="application/inkml+xml"/>
  <Override PartName="/ppt/ink/ink2139.xml" ContentType="application/inkml+xml"/>
  <Override PartName="/ppt/ink/ink2140.xml" ContentType="application/inkml+xml"/>
  <Override PartName="/ppt/ink/ink2141.xml" ContentType="application/inkml+xml"/>
  <Override PartName="/ppt/ink/ink2142.xml" ContentType="application/inkml+xml"/>
  <Override PartName="/ppt/ink/ink2143.xml" ContentType="application/inkml+xml"/>
  <Override PartName="/ppt/ink/ink2144.xml" ContentType="application/inkml+xml"/>
  <Override PartName="/ppt/ink/ink2145.xml" ContentType="application/inkml+xml"/>
  <Override PartName="/ppt/ink/ink2146.xml" ContentType="application/inkml+xml"/>
  <Override PartName="/ppt/ink/ink2147.xml" ContentType="application/inkml+xml"/>
  <Override PartName="/ppt/ink/ink2148.xml" ContentType="application/inkml+xml"/>
  <Override PartName="/ppt/ink/ink2149.xml" ContentType="application/inkml+xml"/>
  <Override PartName="/ppt/ink/ink2150.xml" ContentType="application/inkml+xml"/>
  <Override PartName="/ppt/ink/ink2151.xml" ContentType="application/inkml+xml"/>
  <Override PartName="/ppt/ink/ink2152.xml" ContentType="application/inkml+xml"/>
  <Override PartName="/ppt/ink/ink2153.xml" ContentType="application/inkml+xml"/>
  <Override PartName="/ppt/ink/ink2154.xml" ContentType="application/inkml+xml"/>
  <Override PartName="/ppt/ink/ink2155.xml" ContentType="application/inkml+xml"/>
  <Override PartName="/ppt/ink/ink2156.xml" ContentType="application/inkml+xml"/>
  <Override PartName="/ppt/ink/ink2157.xml" ContentType="application/inkml+xml"/>
  <Override PartName="/ppt/ink/ink2158.xml" ContentType="application/inkml+xml"/>
  <Override PartName="/ppt/ink/ink2159.xml" ContentType="application/inkml+xml"/>
  <Override PartName="/ppt/ink/ink2160.xml" ContentType="application/inkml+xml"/>
  <Override PartName="/ppt/ink/ink2161.xml" ContentType="application/inkml+xml"/>
  <Override PartName="/ppt/ink/ink2162.xml" ContentType="application/inkml+xml"/>
  <Override PartName="/ppt/ink/ink2163.xml" ContentType="application/inkml+xml"/>
  <Override PartName="/ppt/ink/ink2164.xml" ContentType="application/inkml+xml"/>
  <Override PartName="/ppt/ink/ink2165.xml" ContentType="application/inkml+xml"/>
  <Override PartName="/ppt/ink/ink2166.xml" ContentType="application/inkml+xml"/>
  <Override PartName="/ppt/ink/ink2167.xml" ContentType="application/inkml+xml"/>
  <Override PartName="/ppt/ink/ink2168.xml" ContentType="application/inkml+xml"/>
  <Override PartName="/ppt/ink/ink2169.xml" ContentType="application/inkml+xml"/>
  <Override PartName="/ppt/ink/ink2170.xml" ContentType="application/inkml+xml"/>
  <Override PartName="/ppt/ink/ink2171.xml" ContentType="application/inkml+xml"/>
  <Override PartName="/ppt/ink/ink2172.xml" ContentType="application/inkml+xml"/>
  <Override PartName="/ppt/ink/ink2173.xml" ContentType="application/inkml+xml"/>
  <Override PartName="/ppt/ink/ink2174.xml" ContentType="application/inkml+xml"/>
  <Override PartName="/ppt/ink/ink2175.xml" ContentType="application/inkml+xml"/>
  <Override PartName="/ppt/ink/ink2176.xml" ContentType="application/inkml+xml"/>
  <Override PartName="/ppt/ink/ink2177.xml" ContentType="application/inkml+xml"/>
  <Override PartName="/ppt/ink/ink2178.xml" ContentType="application/inkml+xml"/>
  <Override PartName="/ppt/ink/ink2179.xml" ContentType="application/inkml+xml"/>
  <Override PartName="/ppt/ink/ink2180.xml" ContentType="application/inkml+xml"/>
  <Override PartName="/ppt/ink/ink2181.xml" ContentType="application/inkml+xml"/>
  <Override PartName="/ppt/ink/ink2182.xml" ContentType="application/inkml+xml"/>
  <Override PartName="/ppt/ink/ink2183.xml" ContentType="application/inkml+xml"/>
  <Override PartName="/ppt/ink/ink2184.xml" ContentType="application/inkml+xml"/>
  <Override PartName="/ppt/ink/ink2185.xml" ContentType="application/inkml+xml"/>
  <Override PartName="/ppt/ink/ink2186.xml" ContentType="application/inkml+xml"/>
  <Override PartName="/ppt/ink/ink2187.xml" ContentType="application/inkml+xml"/>
  <Override PartName="/ppt/ink/ink2188.xml" ContentType="application/inkml+xml"/>
  <Override PartName="/ppt/ink/ink2189.xml" ContentType="application/inkml+xml"/>
  <Override PartName="/ppt/ink/ink2190.xml" ContentType="application/inkml+xml"/>
  <Override PartName="/ppt/ink/ink2191.xml" ContentType="application/inkml+xml"/>
  <Override PartName="/ppt/ink/ink2192.xml" ContentType="application/inkml+xml"/>
  <Override PartName="/ppt/ink/ink2193.xml" ContentType="application/inkml+xml"/>
  <Override PartName="/ppt/ink/ink2194.xml" ContentType="application/inkml+xml"/>
  <Override PartName="/ppt/ink/ink2195.xml" ContentType="application/inkml+xml"/>
  <Override PartName="/ppt/ink/ink2196.xml" ContentType="application/inkml+xml"/>
  <Override PartName="/ppt/ink/ink2197.xml" ContentType="application/inkml+xml"/>
  <Override PartName="/ppt/ink/ink2198.xml" ContentType="application/inkml+xml"/>
  <Override PartName="/ppt/ink/ink2199.xml" ContentType="application/inkml+xml"/>
  <Override PartName="/ppt/ink/ink2200.xml" ContentType="application/inkml+xml"/>
  <Override PartName="/ppt/ink/ink2201.xml" ContentType="application/inkml+xml"/>
  <Override PartName="/ppt/ink/ink2202.xml" ContentType="application/inkml+xml"/>
  <Override PartName="/ppt/ink/ink2203.xml" ContentType="application/inkml+xml"/>
  <Override PartName="/ppt/ink/ink2204.xml" ContentType="application/inkml+xml"/>
  <Override PartName="/ppt/ink/ink2205.xml" ContentType="application/inkml+xml"/>
  <Override PartName="/ppt/ink/ink2206.xml" ContentType="application/inkml+xml"/>
  <Override PartName="/ppt/ink/ink2207.xml" ContentType="application/inkml+xml"/>
  <Override PartName="/ppt/ink/ink2208.xml" ContentType="application/inkml+xml"/>
  <Override PartName="/ppt/ink/ink2209.xml" ContentType="application/inkml+xml"/>
  <Override PartName="/ppt/ink/ink2210.xml" ContentType="application/inkml+xml"/>
  <Override PartName="/ppt/ink/ink2211.xml" ContentType="application/inkml+xml"/>
  <Override PartName="/ppt/ink/ink2212.xml" ContentType="application/inkml+xml"/>
  <Override PartName="/ppt/ink/ink2213.xml" ContentType="application/inkml+xml"/>
  <Override PartName="/ppt/ink/ink2214.xml" ContentType="application/inkml+xml"/>
  <Override PartName="/ppt/ink/ink2215.xml" ContentType="application/inkml+xml"/>
  <Override PartName="/ppt/ink/ink2216.xml" ContentType="application/inkml+xml"/>
  <Override PartName="/ppt/ink/ink2217.xml" ContentType="application/inkml+xml"/>
  <Override PartName="/ppt/ink/ink2218.xml" ContentType="application/inkml+xml"/>
  <Override PartName="/ppt/ink/ink2219.xml" ContentType="application/inkml+xml"/>
  <Override PartName="/ppt/ink/ink2220.xml" ContentType="application/inkml+xml"/>
  <Override PartName="/ppt/ink/ink2221.xml" ContentType="application/inkml+xml"/>
  <Override PartName="/ppt/ink/ink2222.xml" ContentType="application/inkml+xml"/>
  <Override PartName="/ppt/ink/ink2223.xml" ContentType="application/inkml+xml"/>
  <Override PartName="/ppt/ink/ink2224.xml" ContentType="application/inkml+xml"/>
  <Override PartName="/ppt/ink/ink2225.xml" ContentType="application/inkml+xml"/>
  <Override PartName="/ppt/ink/ink2226.xml" ContentType="application/inkml+xml"/>
  <Override PartName="/ppt/ink/ink2227.xml" ContentType="application/inkml+xml"/>
  <Override PartName="/ppt/ink/ink2228.xml" ContentType="application/inkml+xml"/>
  <Override PartName="/ppt/ink/ink2229.xml" ContentType="application/inkml+xml"/>
  <Override PartName="/ppt/ink/ink2230.xml" ContentType="application/inkml+xml"/>
  <Override PartName="/ppt/ink/ink2231.xml" ContentType="application/inkml+xml"/>
  <Override PartName="/ppt/ink/ink2232.xml" ContentType="application/inkml+xml"/>
  <Override PartName="/ppt/ink/ink2233.xml" ContentType="application/inkml+xml"/>
  <Override PartName="/ppt/ink/ink2234.xml" ContentType="application/inkml+xml"/>
  <Override PartName="/ppt/ink/ink2235.xml" ContentType="application/inkml+xml"/>
  <Override PartName="/ppt/ink/ink2236.xml" ContentType="application/inkml+xml"/>
  <Override PartName="/ppt/ink/ink2237.xml" ContentType="application/inkml+xml"/>
  <Override PartName="/ppt/ink/ink2238.xml" ContentType="application/inkml+xml"/>
  <Override PartName="/ppt/ink/ink2239.xml" ContentType="application/inkml+xml"/>
  <Override PartName="/ppt/ink/ink2240.xml" ContentType="application/inkml+xml"/>
  <Override PartName="/ppt/ink/ink2241.xml" ContentType="application/inkml+xml"/>
  <Override PartName="/ppt/ink/ink2242.xml" ContentType="application/inkml+xml"/>
  <Override PartName="/ppt/ink/ink2243.xml" ContentType="application/inkml+xml"/>
  <Override PartName="/ppt/ink/ink2244.xml" ContentType="application/inkml+xml"/>
  <Override PartName="/ppt/ink/ink2245.xml" ContentType="application/inkml+xml"/>
  <Override PartName="/ppt/ink/ink2246.xml" ContentType="application/inkml+xml"/>
  <Override PartName="/ppt/ink/ink2247.xml" ContentType="application/inkml+xml"/>
  <Override PartName="/ppt/ink/ink2248.xml" ContentType="application/inkml+xml"/>
  <Override PartName="/ppt/ink/ink2249.xml" ContentType="application/inkml+xml"/>
  <Override PartName="/ppt/ink/ink2250.xml" ContentType="application/inkml+xml"/>
  <Override PartName="/ppt/ink/ink2251.xml" ContentType="application/inkml+xml"/>
  <Override PartName="/ppt/ink/ink2252.xml" ContentType="application/inkml+xml"/>
  <Override PartName="/ppt/ink/ink2253.xml" ContentType="application/inkml+xml"/>
  <Override PartName="/ppt/ink/ink2254.xml" ContentType="application/inkml+xml"/>
  <Override PartName="/ppt/ink/ink2255.xml" ContentType="application/inkml+xml"/>
  <Override PartName="/ppt/ink/ink2256.xml" ContentType="application/inkml+xml"/>
  <Override PartName="/ppt/ink/ink2257.xml" ContentType="application/inkml+xml"/>
  <Override PartName="/ppt/ink/ink2258.xml" ContentType="application/inkml+xml"/>
  <Override PartName="/ppt/ink/ink2259.xml" ContentType="application/inkml+xml"/>
  <Override PartName="/ppt/ink/ink2260.xml" ContentType="application/inkml+xml"/>
  <Override PartName="/ppt/ink/ink2261.xml" ContentType="application/inkml+xml"/>
  <Override PartName="/ppt/ink/ink2262.xml" ContentType="application/inkml+xml"/>
  <Override PartName="/ppt/ink/ink2263.xml" ContentType="application/inkml+xml"/>
  <Override PartName="/ppt/ink/ink2264.xml" ContentType="application/inkml+xml"/>
  <Override PartName="/ppt/ink/ink2265.xml" ContentType="application/inkml+xml"/>
  <Override PartName="/ppt/ink/ink2266.xml" ContentType="application/inkml+xml"/>
  <Override PartName="/ppt/ink/ink2267.xml" ContentType="application/inkml+xml"/>
  <Override PartName="/ppt/ink/ink2268.xml" ContentType="application/inkml+xml"/>
  <Override PartName="/ppt/ink/ink2269.xml" ContentType="application/inkml+xml"/>
  <Override PartName="/ppt/ink/ink2270.xml" ContentType="application/inkml+xml"/>
  <Override PartName="/ppt/ink/ink2271.xml" ContentType="application/inkml+xml"/>
  <Override PartName="/ppt/ink/ink2272.xml" ContentType="application/inkml+xml"/>
  <Override PartName="/ppt/ink/ink2273.xml" ContentType="application/inkml+xml"/>
  <Override PartName="/ppt/ink/ink2274.xml" ContentType="application/inkml+xml"/>
  <Override PartName="/ppt/ink/ink2275.xml" ContentType="application/inkml+xml"/>
  <Override PartName="/ppt/ink/ink2276.xml" ContentType="application/inkml+xml"/>
  <Override PartName="/ppt/ink/ink2277.xml" ContentType="application/inkml+xml"/>
  <Override PartName="/ppt/ink/ink2278.xml" ContentType="application/inkml+xml"/>
  <Override PartName="/ppt/ink/ink2279.xml" ContentType="application/inkml+xml"/>
  <Override PartName="/ppt/ink/ink2280.xml" ContentType="application/inkml+xml"/>
  <Override PartName="/ppt/ink/ink2281.xml" ContentType="application/inkml+xml"/>
  <Override PartName="/ppt/ink/ink2282.xml" ContentType="application/inkml+xml"/>
  <Override PartName="/ppt/ink/ink2283.xml" ContentType="application/inkml+xml"/>
  <Override PartName="/ppt/ink/ink2284.xml" ContentType="application/inkml+xml"/>
  <Override PartName="/ppt/ink/ink2285.xml" ContentType="application/inkml+xml"/>
  <Override PartName="/ppt/ink/ink2286.xml" ContentType="application/inkml+xml"/>
  <Override PartName="/ppt/ink/ink2287.xml" ContentType="application/inkml+xml"/>
  <Override PartName="/ppt/ink/ink2288.xml" ContentType="application/inkml+xml"/>
  <Override PartName="/ppt/ink/ink2289.xml" ContentType="application/inkml+xml"/>
  <Override PartName="/ppt/ink/ink2290.xml" ContentType="application/inkml+xml"/>
  <Override PartName="/ppt/ink/ink2291.xml" ContentType="application/inkml+xml"/>
  <Override PartName="/ppt/ink/ink2292.xml" ContentType="application/inkml+xml"/>
  <Override PartName="/ppt/ink/ink2293.xml" ContentType="application/inkml+xml"/>
  <Override PartName="/ppt/ink/ink2294.xml" ContentType="application/inkml+xml"/>
  <Override PartName="/ppt/ink/ink2295.xml" ContentType="application/inkml+xml"/>
  <Override PartName="/ppt/ink/ink2296.xml" ContentType="application/inkml+xml"/>
  <Override PartName="/ppt/ink/ink2297.xml" ContentType="application/inkml+xml"/>
  <Override PartName="/ppt/ink/ink2298.xml" ContentType="application/inkml+xml"/>
  <Override PartName="/ppt/ink/ink2299.xml" ContentType="application/inkml+xml"/>
  <Override PartName="/ppt/ink/ink2300.xml" ContentType="application/inkml+xml"/>
  <Override PartName="/ppt/ink/ink2301.xml" ContentType="application/inkml+xml"/>
  <Override PartName="/ppt/ink/ink2302.xml" ContentType="application/inkml+xml"/>
  <Override PartName="/ppt/ink/ink2303.xml" ContentType="application/inkml+xml"/>
  <Override PartName="/ppt/ink/ink2304.xml" ContentType="application/inkml+xml"/>
  <Override PartName="/ppt/ink/ink2305.xml" ContentType="application/inkml+xml"/>
  <Override PartName="/ppt/ink/ink2306.xml" ContentType="application/inkml+xml"/>
  <Override PartName="/ppt/ink/ink2307.xml" ContentType="application/inkml+xml"/>
  <Override PartName="/ppt/ink/ink2308.xml" ContentType="application/inkml+xml"/>
  <Override PartName="/ppt/ink/ink2309.xml" ContentType="application/inkml+xml"/>
  <Override PartName="/ppt/ink/ink2310.xml" ContentType="application/inkml+xml"/>
  <Override PartName="/ppt/ink/ink2311.xml" ContentType="application/inkml+xml"/>
  <Override PartName="/ppt/ink/ink2312.xml" ContentType="application/inkml+xml"/>
  <Override PartName="/ppt/ink/ink2313.xml" ContentType="application/inkml+xml"/>
  <Override PartName="/ppt/ink/ink2314.xml" ContentType="application/inkml+xml"/>
  <Override PartName="/ppt/ink/ink2315.xml" ContentType="application/inkml+xml"/>
  <Override PartName="/ppt/ink/ink2316.xml" ContentType="application/inkml+xml"/>
  <Override PartName="/ppt/ink/ink2317.xml" ContentType="application/inkml+xml"/>
  <Override PartName="/ppt/ink/ink2318.xml" ContentType="application/inkml+xml"/>
  <Override PartName="/ppt/ink/ink2319.xml" ContentType="application/inkml+xml"/>
  <Override PartName="/ppt/ink/ink2320.xml" ContentType="application/inkml+xml"/>
  <Override PartName="/ppt/ink/ink2321.xml" ContentType="application/inkml+xml"/>
  <Override PartName="/ppt/ink/ink2322.xml" ContentType="application/inkml+xml"/>
  <Override PartName="/ppt/ink/ink2323.xml" ContentType="application/inkml+xml"/>
  <Override PartName="/ppt/ink/ink2324.xml" ContentType="application/inkml+xml"/>
  <Override PartName="/ppt/ink/ink2325.xml" ContentType="application/inkml+xml"/>
  <Override PartName="/ppt/ink/ink2326.xml" ContentType="application/inkml+xml"/>
  <Override PartName="/ppt/ink/ink2327.xml" ContentType="application/inkml+xml"/>
  <Override PartName="/ppt/ink/ink2328.xml" ContentType="application/inkml+xml"/>
  <Override PartName="/ppt/ink/ink2329.xml" ContentType="application/inkml+xml"/>
  <Override PartName="/ppt/ink/ink2330.xml" ContentType="application/inkml+xml"/>
  <Override PartName="/ppt/ink/ink2331.xml" ContentType="application/inkml+xml"/>
  <Override PartName="/ppt/ink/ink2332.xml" ContentType="application/inkml+xml"/>
  <Override PartName="/ppt/ink/ink2333.xml" ContentType="application/inkml+xml"/>
  <Override PartName="/ppt/ink/ink2334.xml" ContentType="application/inkml+xml"/>
  <Override PartName="/ppt/ink/ink2335.xml" ContentType="application/inkml+xml"/>
  <Override PartName="/ppt/ink/ink2336.xml" ContentType="application/inkml+xml"/>
  <Override PartName="/ppt/ink/ink2337.xml" ContentType="application/inkml+xml"/>
  <Override PartName="/ppt/ink/ink2338.xml" ContentType="application/inkml+xml"/>
  <Override PartName="/ppt/ink/ink2339.xml" ContentType="application/inkml+xml"/>
  <Override PartName="/ppt/ink/ink2340.xml" ContentType="application/inkml+xml"/>
  <Override PartName="/ppt/ink/ink2341.xml" ContentType="application/inkml+xml"/>
  <Override PartName="/ppt/ink/ink2342.xml" ContentType="application/inkml+xml"/>
  <Override PartName="/ppt/ink/ink2343.xml" ContentType="application/inkml+xml"/>
  <Override PartName="/ppt/ink/ink2344.xml" ContentType="application/inkml+xml"/>
  <Override PartName="/ppt/ink/ink2345.xml" ContentType="application/inkml+xml"/>
  <Override PartName="/ppt/ink/ink2346.xml" ContentType="application/inkml+xml"/>
  <Override PartName="/ppt/ink/ink2347.xml" ContentType="application/inkml+xml"/>
  <Override PartName="/ppt/ink/ink2348.xml" ContentType="application/inkml+xml"/>
  <Override PartName="/ppt/ink/ink2349.xml" ContentType="application/inkml+xml"/>
  <Override PartName="/ppt/ink/ink2350.xml" ContentType="application/inkml+xml"/>
  <Override PartName="/ppt/ink/ink2351.xml" ContentType="application/inkml+xml"/>
  <Override PartName="/ppt/ink/ink2352.xml" ContentType="application/inkml+xml"/>
  <Override PartName="/ppt/ink/ink2353.xml" ContentType="application/inkml+xml"/>
  <Override PartName="/ppt/ink/ink2354.xml" ContentType="application/inkml+xml"/>
  <Override PartName="/ppt/ink/ink2355.xml" ContentType="application/inkml+xml"/>
  <Override PartName="/ppt/ink/ink2356.xml" ContentType="application/inkml+xml"/>
  <Override PartName="/ppt/ink/ink2357.xml" ContentType="application/inkml+xml"/>
  <Override PartName="/ppt/ink/ink2358.xml" ContentType="application/inkml+xml"/>
  <Override PartName="/ppt/ink/ink2359.xml" ContentType="application/inkml+xml"/>
  <Override PartName="/ppt/ink/ink2360.xml" ContentType="application/inkml+xml"/>
  <Override PartName="/ppt/ink/ink2361.xml" ContentType="application/inkml+xml"/>
  <Override PartName="/ppt/ink/ink2362.xml" ContentType="application/inkml+xml"/>
  <Override PartName="/ppt/ink/ink2363.xml" ContentType="application/inkml+xml"/>
  <Override PartName="/ppt/ink/ink2364.xml" ContentType="application/inkml+xml"/>
  <Override PartName="/ppt/ink/ink2365.xml" ContentType="application/inkml+xml"/>
  <Override PartName="/ppt/ink/ink2366.xml" ContentType="application/inkml+xml"/>
  <Override PartName="/ppt/ink/ink2367.xml" ContentType="application/inkml+xml"/>
  <Override PartName="/ppt/ink/ink2368.xml" ContentType="application/inkml+xml"/>
  <Override PartName="/ppt/ink/ink2369.xml" ContentType="application/inkml+xml"/>
  <Override PartName="/ppt/ink/ink2370.xml" ContentType="application/inkml+xml"/>
  <Override PartName="/ppt/ink/ink2371.xml" ContentType="application/inkml+xml"/>
  <Override PartName="/ppt/ink/ink2372.xml" ContentType="application/inkml+xml"/>
  <Override PartName="/ppt/ink/ink2373.xml" ContentType="application/inkml+xml"/>
  <Override PartName="/ppt/ink/ink2374.xml" ContentType="application/inkml+xml"/>
  <Override PartName="/ppt/ink/ink2375.xml" ContentType="application/inkml+xml"/>
  <Override PartName="/ppt/ink/ink2376.xml" ContentType="application/inkml+xml"/>
  <Override PartName="/ppt/ink/ink2377.xml" ContentType="application/inkml+xml"/>
  <Override PartName="/ppt/ink/ink2378.xml" ContentType="application/inkml+xml"/>
  <Override PartName="/ppt/ink/ink2379.xml" ContentType="application/inkml+xml"/>
  <Override PartName="/ppt/ink/ink2380.xml" ContentType="application/inkml+xml"/>
  <Override PartName="/ppt/ink/ink2381.xml" ContentType="application/inkml+xml"/>
  <Override PartName="/ppt/ink/ink2382.xml" ContentType="application/inkml+xml"/>
  <Override PartName="/ppt/ink/ink2383.xml" ContentType="application/inkml+xml"/>
  <Override PartName="/ppt/ink/ink2384.xml" ContentType="application/inkml+xml"/>
  <Override PartName="/ppt/ink/ink2385.xml" ContentType="application/inkml+xml"/>
  <Override PartName="/ppt/ink/ink2386.xml" ContentType="application/inkml+xml"/>
  <Override PartName="/ppt/ink/ink2387.xml" ContentType="application/inkml+xml"/>
  <Override PartName="/ppt/ink/ink2388.xml" ContentType="application/inkml+xml"/>
  <Override PartName="/ppt/ink/ink2389.xml" ContentType="application/inkml+xml"/>
  <Override PartName="/ppt/ink/ink2390.xml" ContentType="application/inkml+xml"/>
  <Override PartName="/ppt/ink/ink2391.xml" ContentType="application/inkml+xml"/>
  <Override PartName="/ppt/ink/ink2392.xml" ContentType="application/inkml+xml"/>
  <Override PartName="/ppt/ink/ink2393.xml" ContentType="application/inkml+xml"/>
  <Override PartName="/ppt/ink/ink2394.xml" ContentType="application/inkml+xml"/>
  <Override PartName="/ppt/ink/ink2395.xml" ContentType="application/inkml+xml"/>
  <Override PartName="/ppt/ink/ink2396.xml" ContentType="application/inkml+xml"/>
  <Override PartName="/ppt/ink/ink2397.xml" ContentType="application/inkml+xml"/>
  <Override PartName="/ppt/ink/ink2398.xml" ContentType="application/inkml+xml"/>
  <Override PartName="/ppt/ink/ink2399.xml" ContentType="application/inkml+xml"/>
  <Override PartName="/ppt/ink/ink2400.xml" ContentType="application/inkml+xml"/>
  <Override PartName="/ppt/ink/ink2401.xml" ContentType="application/inkml+xml"/>
  <Override PartName="/ppt/ink/ink2402.xml" ContentType="application/inkml+xml"/>
  <Override PartName="/ppt/ink/ink2403.xml" ContentType="application/inkml+xml"/>
  <Override PartName="/ppt/ink/ink2404.xml" ContentType="application/inkml+xml"/>
  <Override PartName="/ppt/ink/ink2405.xml" ContentType="application/inkml+xml"/>
  <Override PartName="/ppt/ink/ink2406.xml" ContentType="application/inkml+xml"/>
  <Override PartName="/ppt/ink/ink2407.xml" ContentType="application/inkml+xml"/>
  <Override PartName="/ppt/ink/ink2408.xml" ContentType="application/inkml+xml"/>
  <Override PartName="/ppt/ink/ink2409.xml" ContentType="application/inkml+xml"/>
  <Override PartName="/ppt/ink/ink2410.xml" ContentType="application/inkml+xml"/>
  <Override PartName="/ppt/ink/ink2411.xml" ContentType="application/inkml+xml"/>
  <Override PartName="/ppt/ink/ink2412.xml" ContentType="application/inkml+xml"/>
  <Override PartName="/ppt/ink/ink2413.xml" ContentType="application/inkml+xml"/>
  <Override PartName="/ppt/ink/ink2414.xml" ContentType="application/inkml+xml"/>
  <Override PartName="/ppt/ink/ink2415.xml" ContentType="application/inkml+xml"/>
  <Override PartName="/ppt/ink/ink2416.xml" ContentType="application/inkml+xml"/>
  <Override PartName="/ppt/ink/ink2417.xml" ContentType="application/inkml+xml"/>
  <Override PartName="/ppt/ink/ink2418.xml" ContentType="application/inkml+xml"/>
  <Override PartName="/ppt/ink/ink2419.xml" ContentType="application/inkml+xml"/>
  <Override PartName="/ppt/ink/ink2420.xml" ContentType="application/inkml+xml"/>
  <Override PartName="/ppt/ink/ink2421.xml" ContentType="application/inkml+xml"/>
  <Override PartName="/ppt/ink/ink2422.xml" ContentType="application/inkml+xml"/>
  <Override PartName="/ppt/ink/ink2423.xml" ContentType="application/inkml+xml"/>
  <Override PartName="/ppt/ink/ink2424.xml" ContentType="application/inkml+xml"/>
  <Override PartName="/ppt/ink/ink2425.xml" ContentType="application/inkml+xml"/>
  <Override PartName="/ppt/ink/ink2426.xml" ContentType="application/inkml+xml"/>
  <Override PartName="/ppt/ink/ink2427.xml" ContentType="application/inkml+xml"/>
  <Override PartName="/ppt/ink/ink2428.xml" ContentType="application/inkml+xml"/>
  <Override PartName="/ppt/ink/ink2429.xml" ContentType="application/inkml+xml"/>
  <Override PartName="/ppt/ink/ink2430.xml" ContentType="application/inkml+xml"/>
  <Override PartName="/ppt/ink/ink2431.xml" ContentType="application/inkml+xml"/>
  <Override PartName="/ppt/ink/ink2432.xml" ContentType="application/inkml+xml"/>
  <Override PartName="/ppt/ink/ink2433.xml" ContentType="application/inkml+xml"/>
  <Override PartName="/ppt/ink/ink2434.xml" ContentType="application/inkml+xml"/>
  <Override PartName="/ppt/ink/ink2435.xml" ContentType="application/inkml+xml"/>
  <Override PartName="/ppt/ink/ink2436.xml" ContentType="application/inkml+xml"/>
  <Override PartName="/ppt/ink/ink2437.xml" ContentType="application/inkml+xml"/>
  <Override PartName="/ppt/ink/ink2438.xml" ContentType="application/inkml+xml"/>
  <Override PartName="/ppt/ink/ink2439.xml" ContentType="application/inkml+xml"/>
  <Override PartName="/ppt/ink/ink2440.xml" ContentType="application/inkml+xml"/>
  <Override PartName="/ppt/ink/ink2441.xml" ContentType="application/inkml+xml"/>
  <Override PartName="/ppt/ink/ink2442.xml" ContentType="application/inkml+xml"/>
  <Override PartName="/ppt/ink/ink2443.xml" ContentType="application/inkml+xml"/>
  <Override PartName="/ppt/ink/ink2444.xml" ContentType="application/inkml+xml"/>
  <Override PartName="/ppt/ink/ink2445.xml" ContentType="application/inkml+xml"/>
  <Override PartName="/ppt/ink/ink2446.xml" ContentType="application/inkml+xml"/>
  <Override PartName="/ppt/ink/ink2447.xml" ContentType="application/inkml+xml"/>
  <Override PartName="/ppt/ink/ink2448.xml" ContentType="application/inkml+xml"/>
  <Override PartName="/ppt/ink/ink2449.xml" ContentType="application/inkml+xml"/>
  <Override PartName="/ppt/ink/ink2450.xml" ContentType="application/inkml+xml"/>
  <Override PartName="/ppt/ink/ink2451.xml" ContentType="application/inkml+xml"/>
  <Override PartName="/ppt/ink/ink2452.xml" ContentType="application/inkml+xml"/>
  <Override PartName="/ppt/ink/ink2453.xml" ContentType="application/inkml+xml"/>
  <Override PartName="/ppt/ink/ink2454.xml" ContentType="application/inkml+xml"/>
  <Override PartName="/ppt/ink/ink2455.xml" ContentType="application/inkml+xml"/>
  <Override PartName="/ppt/ink/ink2456.xml" ContentType="application/inkml+xml"/>
  <Override PartName="/ppt/ink/ink2457.xml" ContentType="application/inkml+xml"/>
  <Override PartName="/ppt/ink/ink2458.xml" ContentType="application/inkml+xml"/>
  <Override PartName="/ppt/ink/ink2459.xml" ContentType="application/inkml+xml"/>
  <Override PartName="/ppt/ink/ink2460.xml" ContentType="application/inkml+xml"/>
  <Override PartName="/ppt/ink/ink2461.xml" ContentType="application/inkml+xml"/>
  <Override PartName="/ppt/ink/ink2462.xml" ContentType="application/inkml+xml"/>
  <Override PartName="/ppt/ink/ink2463.xml" ContentType="application/inkml+xml"/>
  <Override PartName="/ppt/ink/ink2464.xml" ContentType="application/inkml+xml"/>
  <Override PartName="/ppt/ink/ink2465.xml" ContentType="application/inkml+xml"/>
  <Override PartName="/ppt/ink/ink2466.xml" ContentType="application/inkml+xml"/>
  <Override PartName="/ppt/ink/ink2467.xml" ContentType="application/inkml+xml"/>
  <Override PartName="/ppt/ink/ink2468.xml" ContentType="application/inkml+xml"/>
  <Override PartName="/ppt/ink/ink2469.xml" ContentType="application/inkml+xml"/>
  <Override PartName="/ppt/ink/ink2470.xml" ContentType="application/inkml+xml"/>
  <Override PartName="/ppt/ink/ink2471.xml" ContentType="application/inkml+xml"/>
  <Override PartName="/ppt/ink/ink2472.xml" ContentType="application/inkml+xml"/>
  <Override PartName="/ppt/ink/ink2473.xml" ContentType="application/inkml+xml"/>
  <Override PartName="/ppt/ink/ink2474.xml" ContentType="application/inkml+xml"/>
  <Override PartName="/ppt/ink/ink2475.xml" ContentType="application/inkml+xml"/>
  <Override PartName="/ppt/ink/ink2476.xml" ContentType="application/inkml+xml"/>
  <Override PartName="/ppt/ink/ink2477.xml" ContentType="application/inkml+xml"/>
  <Override PartName="/ppt/ink/ink2478.xml" ContentType="application/inkml+xml"/>
  <Override PartName="/ppt/ink/ink2479.xml" ContentType="application/inkml+xml"/>
  <Override PartName="/ppt/ink/ink2480.xml" ContentType="application/inkml+xml"/>
  <Override PartName="/ppt/ink/ink2481.xml" ContentType="application/inkml+xml"/>
  <Override PartName="/ppt/ink/ink2482.xml" ContentType="application/inkml+xml"/>
  <Override PartName="/ppt/ink/ink2483.xml" ContentType="application/inkml+xml"/>
  <Override PartName="/ppt/ink/ink2484.xml" ContentType="application/inkml+xml"/>
  <Override PartName="/ppt/ink/ink2485.xml" ContentType="application/inkml+xml"/>
  <Override PartName="/ppt/ink/ink2486.xml" ContentType="application/inkml+xml"/>
  <Override PartName="/ppt/ink/ink2487.xml" ContentType="application/inkml+xml"/>
  <Override PartName="/ppt/ink/ink2488.xml" ContentType="application/inkml+xml"/>
  <Override PartName="/ppt/ink/ink2489.xml" ContentType="application/inkml+xml"/>
  <Override PartName="/ppt/ink/ink2490.xml" ContentType="application/inkml+xml"/>
  <Override PartName="/ppt/ink/ink2491.xml" ContentType="application/inkml+xml"/>
  <Override PartName="/ppt/ink/ink2492.xml" ContentType="application/inkml+xml"/>
  <Override PartName="/ppt/ink/ink2493.xml" ContentType="application/inkml+xml"/>
  <Override PartName="/ppt/ink/ink2494.xml" ContentType="application/inkml+xml"/>
  <Override PartName="/ppt/ink/ink2495.xml" ContentType="application/inkml+xml"/>
  <Override PartName="/ppt/ink/ink2496.xml" ContentType="application/inkml+xml"/>
  <Override PartName="/ppt/ink/ink2497.xml" ContentType="application/inkml+xml"/>
  <Override PartName="/ppt/ink/ink2498.xml" ContentType="application/inkml+xml"/>
  <Override PartName="/ppt/ink/ink2499.xml" ContentType="application/inkml+xml"/>
  <Override PartName="/ppt/ink/ink2500.xml" ContentType="application/inkml+xml"/>
  <Override PartName="/ppt/ink/ink2501.xml" ContentType="application/inkml+xml"/>
  <Override PartName="/ppt/ink/ink2502.xml" ContentType="application/inkml+xml"/>
  <Override PartName="/ppt/ink/ink2503.xml" ContentType="application/inkml+xml"/>
  <Override PartName="/ppt/ink/ink2504.xml" ContentType="application/inkml+xml"/>
  <Override PartName="/ppt/ink/ink2505.xml" ContentType="application/inkml+xml"/>
  <Override PartName="/ppt/ink/ink2506.xml" ContentType="application/inkml+xml"/>
  <Override PartName="/ppt/ink/ink2507.xml" ContentType="application/inkml+xml"/>
  <Override PartName="/ppt/ink/ink2508.xml" ContentType="application/inkml+xml"/>
  <Override PartName="/ppt/ink/ink2509.xml" ContentType="application/inkml+xml"/>
  <Override PartName="/ppt/ink/ink2510.xml" ContentType="application/inkml+xml"/>
  <Override PartName="/ppt/ink/ink2511.xml" ContentType="application/inkml+xml"/>
  <Override PartName="/ppt/ink/ink2512.xml" ContentType="application/inkml+xml"/>
  <Override PartName="/ppt/ink/ink2513.xml" ContentType="application/inkml+xml"/>
  <Override PartName="/ppt/ink/ink2514.xml" ContentType="application/inkml+xml"/>
  <Override PartName="/ppt/ink/ink2515.xml" ContentType="application/inkml+xml"/>
  <Override PartName="/ppt/ink/ink2516.xml" ContentType="application/inkml+xml"/>
  <Override PartName="/ppt/ink/ink2517.xml" ContentType="application/inkml+xml"/>
  <Override PartName="/ppt/ink/ink2518.xml" ContentType="application/inkml+xml"/>
  <Override PartName="/ppt/ink/ink2519.xml" ContentType="application/inkml+xml"/>
  <Override PartName="/ppt/ink/ink2520.xml" ContentType="application/inkml+xml"/>
  <Override PartName="/ppt/ink/ink2521.xml" ContentType="application/inkml+xml"/>
  <Override PartName="/ppt/ink/ink2522.xml" ContentType="application/inkml+xml"/>
  <Override PartName="/ppt/ink/ink2523.xml" ContentType="application/inkml+xml"/>
  <Override PartName="/ppt/ink/ink2524.xml" ContentType="application/inkml+xml"/>
  <Override PartName="/ppt/ink/ink2525.xml" ContentType="application/inkml+xml"/>
  <Override PartName="/ppt/ink/ink2526.xml" ContentType="application/inkml+xml"/>
  <Override PartName="/ppt/ink/ink2527.xml" ContentType="application/inkml+xml"/>
  <Override PartName="/ppt/ink/ink2528.xml" ContentType="application/inkml+xml"/>
  <Override PartName="/ppt/ink/ink2529.xml" ContentType="application/inkml+xml"/>
  <Override PartName="/ppt/ink/ink2530.xml" ContentType="application/inkml+xml"/>
  <Override PartName="/ppt/ink/ink2531.xml" ContentType="application/inkml+xml"/>
  <Override PartName="/ppt/ink/ink2532.xml" ContentType="application/inkml+xml"/>
  <Override PartName="/ppt/ink/ink2533.xml" ContentType="application/inkml+xml"/>
  <Override PartName="/ppt/ink/ink2534.xml" ContentType="application/inkml+xml"/>
  <Override PartName="/ppt/ink/ink2535.xml" ContentType="application/inkml+xml"/>
  <Override PartName="/ppt/ink/ink2536.xml" ContentType="application/inkml+xml"/>
  <Override PartName="/ppt/ink/ink2537.xml" ContentType="application/inkml+xml"/>
  <Override PartName="/ppt/ink/ink2538.xml" ContentType="application/inkml+xml"/>
  <Override PartName="/ppt/ink/ink2539.xml" ContentType="application/inkml+xml"/>
  <Override PartName="/ppt/ink/ink2540.xml" ContentType="application/inkml+xml"/>
  <Override PartName="/ppt/ink/ink2541.xml" ContentType="application/inkml+xml"/>
  <Override PartName="/ppt/ink/ink2542.xml" ContentType="application/inkml+xml"/>
  <Override PartName="/ppt/ink/ink2543.xml" ContentType="application/inkml+xml"/>
  <Override PartName="/ppt/ink/ink2544.xml" ContentType="application/inkml+xml"/>
  <Override PartName="/ppt/ink/ink2545.xml" ContentType="application/inkml+xml"/>
  <Override PartName="/ppt/ink/ink2546.xml" ContentType="application/inkml+xml"/>
  <Override PartName="/ppt/ink/ink2547.xml" ContentType="application/inkml+xml"/>
  <Override PartName="/ppt/ink/ink2548.xml" ContentType="application/inkml+xml"/>
  <Override PartName="/ppt/ink/ink2549.xml" ContentType="application/inkml+xml"/>
  <Override PartName="/ppt/ink/ink2550.xml" ContentType="application/inkml+xml"/>
  <Override PartName="/ppt/ink/ink2551.xml" ContentType="application/inkml+xml"/>
  <Override PartName="/ppt/ink/ink2552.xml" ContentType="application/inkml+xml"/>
  <Override PartName="/ppt/ink/ink2553.xml" ContentType="application/inkml+xml"/>
  <Override PartName="/ppt/ink/ink2554.xml" ContentType="application/inkml+xml"/>
  <Override PartName="/ppt/ink/ink2555.xml" ContentType="application/inkml+xml"/>
  <Override PartName="/ppt/ink/ink2556.xml" ContentType="application/inkml+xml"/>
  <Override PartName="/ppt/ink/ink2557.xml" ContentType="application/inkml+xml"/>
  <Override PartName="/ppt/ink/ink2558.xml" ContentType="application/inkml+xml"/>
  <Override PartName="/ppt/ink/ink2559.xml" ContentType="application/inkml+xml"/>
  <Override PartName="/ppt/ink/ink2560.xml" ContentType="application/inkml+xml"/>
  <Override PartName="/ppt/ink/ink2561.xml" ContentType="application/inkml+xml"/>
  <Override PartName="/ppt/ink/ink2562.xml" ContentType="application/inkml+xml"/>
  <Override PartName="/ppt/ink/ink2563.xml" ContentType="application/inkml+xml"/>
  <Override PartName="/ppt/ink/ink2564.xml" ContentType="application/inkml+xml"/>
  <Override PartName="/ppt/ink/ink2565.xml" ContentType="application/inkml+xml"/>
  <Override PartName="/ppt/ink/ink2566.xml" ContentType="application/inkml+xml"/>
  <Override PartName="/ppt/ink/ink2567.xml" ContentType="application/inkml+xml"/>
  <Override PartName="/ppt/ink/ink2568.xml" ContentType="application/inkml+xml"/>
  <Override PartName="/ppt/ink/ink2569.xml" ContentType="application/inkml+xml"/>
  <Override PartName="/ppt/ink/ink2570.xml" ContentType="application/inkml+xml"/>
  <Override PartName="/ppt/ink/ink2571.xml" ContentType="application/inkml+xml"/>
  <Override PartName="/ppt/ink/ink2572.xml" ContentType="application/inkml+xml"/>
  <Override PartName="/ppt/ink/ink2573.xml" ContentType="application/inkml+xml"/>
  <Override PartName="/ppt/ink/ink2574.xml" ContentType="application/inkml+xml"/>
  <Override PartName="/ppt/ink/ink2575.xml" ContentType="application/inkml+xml"/>
  <Override PartName="/ppt/ink/ink2576.xml" ContentType="application/inkml+xml"/>
  <Override PartName="/ppt/ink/ink2577.xml" ContentType="application/inkml+xml"/>
  <Override PartName="/ppt/ink/ink2578.xml" ContentType="application/inkml+xml"/>
  <Override PartName="/ppt/ink/ink2579.xml" ContentType="application/inkml+xml"/>
  <Override PartName="/ppt/ink/ink2580.xml" ContentType="application/inkml+xml"/>
  <Override PartName="/ppt/ink/ink2581.xml" ContentType="application/inkml+xml"/>
  <Override PartName="/ppt/ink/ink2582.xml" ContentType="application/inkml+xml"/>
  <Override PartName="/ppt/ink/ink2583.xml" ContentType="application/inkml+xml"/>
  <Override PartName="/ppt/ink/ink2584.xml" ContentType="application/inkml+xml"/>
  <Override PartName="/ppt/ink/ink2585.xml" ContentType="application/inkml+xml"/>
  <Override PartName="/ppt/notesSlides/notesSlide2.xml" ContentType="application/vnd.openxmlformats-officedocument.presentationml.notesSlide+xml"/>
  <Override PartName="/ppt/ink/ink2586.xml" ContentType="application/inkml+xml"/>
  <Override PartName="/ppt/ink/ink2587.xml" ContentType="application/inkml+xml"/>
  <Override PartName="/ppt/ink/ink2588.xml" ContentType="application/inkml+xml"/>
  <Override PartName="/ppt/ink/ink2589.xml" ContentType="application/inkml+xml"/>
  <Override PartName="/ppt/ink/ink2590.xml" ContentType="application/inkml+xml"/>
  <Override PartName="/ppt/ink/ink2591.xml" ContentType="application/inkml+xml"/>
  <Override PartName="/ppt/ink/ink2592.xml" ContentType="application/inkml+xml"/>
  <Override PartName="/ppt/ink/ink2593.xml" ContentType="application/inkml+xml"/>
  <Override PartName="/ppt/ink/ink2594.xml" ContentType="application/inkml+xml"/>
  <Override PartName="/ppt/ink/ink2595.xml" ContentType="application/inkml+xml"/>
  <Override PartName="/ppt/ink/ink2596.xml" ContentType="application/inkml+xml"/>
  <Override PartName="/ppt/ink/ink2597.xml" ContentType="application/inkml+xml"/>
  <Override PartName="/ppt/ink/ink2598.xml" ContentType="application/inkml+xml"/>
  <Override PartName="/ppt/ink/ink2599.xml" ContentType="application/inkml+xml"/>
  <Override PartName="/ppt/ink/ink2600.xml" ContentType="application/inkml+xml"/>
  <Override PartName="/ppt/ink/ink2601.xml" ContentType="application/inkml+xml"/>
  <Override PartName="/ppt/ink/ink2602.xml" ContentType="application/inkml+xml"/>
  <Override PartName="/ppt/ink/ink2603.xml" ContentType="application/inkml+xml"/>
  <Override PartName="/ppt/ink/ink2604.xml" ContentType="application/inkml+xml"/>
  <Override PartName="/ppt/ink/ink2605.xml" ContentType="application/inkml+xml"/>
  <Override PartName="/ppt/ink/ink2606.xml" ContentType="application/inkml+xml"/>
  <Override PartName="/ppt/ink/ink2607.xml" ContentType="application/inkml+xml"/>
  <Override PartName="/ppt/ink/ink2608.xml" ContentType="application/inkml+xml"/>
  <Override PartName="/ppt/ink/ink2609.xml" ContentType="application/inkml+xml"/>
  <Override PartName="/ppt/ink/ink2610.xml" ContentType="application/inkml+xml"/>
  <Override PartName="/ppt/ink/ink2611.xml" ContentType="application/inkml+xml"/>
  <Override PartName="/ppt/ink/ink2612.xml" ContentType="application/inkml+xml"/>
  <Override PartName="/ppt/ink/ink2613.xml" ContentType="application/inkml+xml"/>
  <Override PartName="/ppt/ink/ink2614.xml" ContentType="application/inkml+xml"/>
  <Override PartName="/ppt/ink/ink2615.xml" ContentType="application/inkml+xml"/>
  <Override PartName="/ppt/ink/ink2616.xml" ContentType="application/inkml+xml"/>
  <Override PartName="/ppt/ink/ink2617.xml" ContentType="application/inkml+xml"/>
  <Override PartName="/ppt/ink/ink2618.xml" ContentType="application/inkml+xml"/>
  <Override PartName="/ppt/ink/ink2619.xml" ContentType="application/inkml+xml"/>
  <Override PartName="/ppt/ink/ink2620.xml" ContentType="application/inkml+xml"/>
  <Override PartName="/ppt/ink/ink2621.xml" ContentType="application/inkml+xml"/>
  <Override PartName="/ppt/ink/ink2622.xml" ContentType="application/inkml+xml"/>
  <Override PartName="/ppt/ink/ink2623.xml" ContentType="application/inkml+xml"/>
  <Override PartName="/ppt/ink/ink2624.xml" ContentType="application/inkml+xml"/>
  <Override PartName="/ppt/ink/ink2625.xml" ContentType="application/inkml+xml"/>
  <Override PartName="/ppt/ink/ink2626.xml" ContentType="application/inkml+xml"/>
  <Override PartName="/ppt/ink/ink2627.xml" ContentType="application/inkml+xml"/>
  <Override PartName="/ppt/ink/ink2628.xml" ContentType="application/inkml+xml"/>
  <Override PartName="/ppt/ink/ink2629.xml" ContentType="application/inkml+xml"/>
  <Override PartName="/ppt/ink/ink2630.xml" ContentType="application/inkml+xml"/>
  <Override PartName="/ppt/ink/ink2631.xml" ContentType="application/inkml+xml"/>
  <Override PartName="/ppt/ink/ink2632.xml" ContentType="application/inkml+xml"/>
  <Override PartName="/ppt/ink/ink2633.xml" ContentType="application/inkml+xml"/>
  <Override PartName="/ppt/ink/ink2634.xml" ContentType="application/inkml+xml"/>
  <Override PartName="/ppt/ink/ink2635.xml" ContentType="application/inkml+xml"/>
  <Override PartName="/ppt/ink/ink2636.xml" ContentType="application/inkml+xml"/>
  <Override PartName="/ppt/ink/ink2637.xml" ContentType="application/inkml+xml"/>
  <Override PartName="/ppt/ink/ink2638.xml" ContentType="application/inkml+xml"/>
  <Override PartName="/ppt/ink/ink2639.xml" ContentType="application/inkml+xml"/>
  <Override PartName="/ppt/ink/ink2640.xml" ContentType="application/inkml+xml"/>
  <Override PartName="/ppt/ink/ink2641.xml" ContentType="application/inkml+xml"/>
  <Override PartName="/ppt/ink/ink2642.xml" ContentType="application/inkml+xml"/>
  <Override PartName="/ppt/ink/ink2643.xml" ContentType="application/inkml+xml"/>
  <Override PartName="/ppt/ink/ink2644.xml" ContentType="application/inkml+xml"/>
  <Override PartName="/ppt/ink/ink2645.xml" ContentType="application/inkml+xml"/>
  <Override PartName="/ppt/ink/ink2646.xml" ContentType="application/inkml+xml"/>
  <Override PartName="/ppt/ink/ink2647.xml" ContentType="application/inkml+xml"/>
  <Override PartName="/ppt/ink/ink2648.xml" ContentType="application/inkml+xml"/>
  <Override PartName="/ppt/ink/ink2649.xml" ContentType="application/inkml+xml"/>
  <Override PartName="/ppt/ink/ink2650.xml" ContentType="application/inkml+xml"/>
  <Override PartName="/ppt/ink/ink2651.xml" ContentType="application/inkml+xml"/>
  <Override PartName="/ppt/ink/ink2652.xml" ContentType="application/inkml+xml"/>
  <Override PartName="/ppt/ink/ink2653.xml" ContentType="application/inkml+xml"/>
  <Override PartName="/ppt/ink/ink2654.xml" ContentType="application/inkml+xml"/>
  <Override PartName="/ppt/ink/ink2655.xml" ContentType="application/inkml+xml"/>
  <Override PartName="/ppt/ink/ink2656.xml" ContentType="application/inkml+xml"/>
  <Override PartName="/ppt/ink/ink2657.xml" ContentType="application/inkml+xml"/>
  <Override PartName="/ppt/ink/ink2658.xml" ContentType="application/inkml+xml"/>
  <Override PartName="/ppt/ink/ink2659.xml" ContentType="application/inkml+xml"/>
  <Override PartName="/ppt/ink/ink2660.xml" ContentType="application/inkml+xml"/>
  <Override PartName="/ppt/ink/ink2661.xml" ContentType="application/inkml+xml"/>
  <Override PartName="/ppt/ink/ink2662.xml" ContentType="application/inkml+xml"/>
  <Override PartName="/ppt/ink/ink2663.xml" ContentType="application/inkml+xml"/>
  <Override PartName="/ppt/ink/ink2664.xml" ContentType="application/inkml+xml"/>
  <Override PartName="/ppt/ink/ink2665.xml" ContentType="application/inkml+xml"/>
  <Override PartName="/ppt/ink/ink2666.xml" ContentType="application/inkml+xml"/>
  <Override PartName="/ppt/ink/ink2667.xml" ContentType="application/inkml+xml"/>
  <Override PartName="/ppt/ink/ink2668.xml" ContentType="application/inkml+xml"/>
  <Override PartName="/ppt/ink/ink2669.xml" ContentType="application/inkml+xml"/>
  <Override PartName="/ppt/ink/ink2670.xml" ContentType="application/inkml+xml"/>
  <Override PartName="/ppt/ink/ink2671.xml" ContentType="application/inkml+xml"/>
  <Override PartName="/ppt/ink/ink2672.xml" ContentType="application/inkml+xml"/>
  <Override PartName="/ppt/ink/ink2673.xml" ContentType="application/inkml+xml"/>
  <Override PartName="/ppt/ink/ink2674.xml" ContentType="application/inkml+xml"/>
  <Override PartName="/ppt/ink/ink2675.xml" ContentType="application/inkml+xml"/>
  <Override PartName="/ppt/ink/ink2676.xml" ContentType="application/inkml+xml"/>
  <Override PartName="/ppt/ink/ink2677.xml" ContentType="application/inkml+xml"/>
  <Override PartName="/ppt/ink/ink2678.xml" ContentType="application/inkml+xml"/>
  <Override PartName="/ppt/ink/ink2679.xml" ContentType="application/inkml+xml"/>
  <Override PartName="/ppt/ink/ink2680.xml" ContentType="application/inkml+xml"/>
  <Override PartName="/ppt/ink/ink2681.xml" ContentType="application/inkml+xml"/>
  <Override PartName="/ppt/ink/ink2682.xml" ContentType="application/inkml+xml"/>
  <Override PartName="/ppt/ink/ink2683.xml" ContentType="application/inkml+xml"/>
  <Override PartName="/ppt/ink/ink2684.xml" ContentType="application/inkml+xml"/>
  <Override PartName="/ppt/ink/ink2685.xml" ContentType="application/inkml+xml"/>
  <Override PartName="/ppt/ink/ink2686.xml" ContentType="application/inkml+xml"/>
  <Override PartName="/ppt/ink/ink2687.xml" ContentType="application/inkml+xml"/>
  <Override PartName="/ppt/ink/ink2688.xml" ContentType="application/inkml+xml"/>
  <Override PartName="/ppt/ink/ink2689.xml" ContentType="application/inkml+xml"/>
  <Override PartName="/ppt/ink/ink2690.xml" ContentType="application/inkml+xml"/>
  <Override PartName="/ppt/ink/ink2691.xml" ContentType="application/inkml+xml"/>
  <Override PartName="/ppt/ink/ink2692.xml" ContentType="application/inkml+xml"/>
  <Override PartName="/ppt/ink/ink2693.xml" ContentType="application/inkml+xml"/>
  <Override PartName="/ppt/ink/ink2694.xml" ContentType="application/inkml+xml"/>
  <Override PartName="/ppt/ink/ink2695.xml" ContentType="application/inkml+xml"/>
  <Override PartName="/ppt/ink/ink2696.xml" ContentType="application/inkml+xml"/>
  <Override PartName="/ppt/ink/ink2697.xml" ContentType="application/inkml+xml"/>
  <Override PartName="/ppt/ink/ink2698.xml" ContentType="application/inkml+xml"/>
  <Override PartName="/ppt/ink/ink2699.xml" ContentType="application/inkml+xml"/>
  <Override PartName="/ppt/ink/ink2700.xml" ContentType="application/inkml+xml"/>
  <Override PartName="/ppt/ink/ink2701.xml" ContentType="application/inkml+xml"/>
  <Override PartName="/ppt/ink/ink2702.xml" ContentType="application/inkml+xml"/>
  <Override PartName="/ppt/ink/ink2703.xml" ContentType="application/inkml+xml"/>
  <Override PartName="/ppt/ink/ink2704.xml" ContentType="application/inkml+xml"/>
  <Override PartName="/ppt/ink/ink2705.xml" ContentType="application/inkml+xml"/>
  <Override PartName="/ppt/ink/ink2706.xml" ContentType="application/inkml+xml"/>
  <Override PartName="/ppt/ink/ink2707.xml" ContentType="application/inkml+xml"/>
  <Override PartName="/ppt/ink/ink2708.xml" ContentType="application/inkml+xml"/>
  <Override PartName="/ppt/ink/ink2709.xml" ContentType="application/inkml+xml"/>
  <Override PartName="/ppt/ink/ink2710.xml" ContentType="application/inkml+xml"/>
  <Override PartName="/ppt/ink/ink2711.xml" ContentType="application/inkml+xml"/>
  <Override PartName="/ppt/ink/ink2712.xml" ContentType="application/inkml+xml"/>
  <Override PartName="/ppt/ink/ink2713.xml" ContentType="application/inkml+xml"/>
  <Override PartName="/ppt/ink/ink2714.xml" ContentType="application/inkml+xml"/>
  <Override PartName="/ppt/ink/ink2715.xml" ContentType="application/inkml+xml"/>
  <Override PartName="/ppt/ink/ink2716.xml" ContentType="application/inkml+xml"/>
  <Override PartName="/ppt/ink/ink2717.xml" ContentType="application/inkml+xml"/>
  <Override PartName="/ppt/ink/ink2718.xml" ContentType="application/inkml+xml"/>
  <Override PartName="/ppt/ink/ink2719.xml" ContentType="application/inkml+xml"/>
  <Override PartName="/ppt/ink/ink2720.xml" ContentType="application/inkml+xml"/>
  <Override PartName="/ppt/ink/ink2721.xml" ContentType="application/inkml+xml"/>
  <Override PartName="/ppt/ink/ink2722.xml" ContentType="application/inkml+xml"/>
  <Override PartName="/ppt/ink/ink2723.xml" ContentType="application/inkml+xml"/>
  <Override PartName="/ppt/ink/ink2724.xml" ContentType="application/inkml+xml"/>
  <Override PartName="/ppt/ink/ink2725.xml" ContentType="application/inkml+xml"/>
  <Override PartName="/ppt/ink/ink2726.xml" ContentType="application/inkml+xml"/>
  <Override PartName="/ppt/ink/ink2727.xml" ContentType="application/inkml+xml"/>
  <Override PartName="/ppt/ink/ink2728.xml" ContentType="application/inkml+xml"/>
  <Override PartName="/ppt/ink/ink2729.xml" ContentType="application/inkml+xml"/>
  <Override PartName="/ppt/ink/ink2730.xml" ContentType="application/inkml+xml"/>
  <Override PartName="/ppt/ink/ink2731.xml" ContentType="application/inkml+xml"/>
  <Override PartName="/ppt/ink/ink2732.xml" ContentType="application/inkml+xml"/>
  <Override PartName="/ppt/ink/ink2733.xml" ContentType="application/inkml+xml"/>
  <Override PartName="/ppt/ink/ink2734.xml" ContentType="application/inkml+xml"/>
  <Override PartName="/ppt/ink/ink2735.xml" ContentType="application/inkml+xml"/>
  <Override PartName="/ppt/ink/ink2736.xml" ContentType="application/inkml+xml"/>
  <Override PartName="/ppt/ink/ink2737.xml" ContentType="application/inkml+xml"/>
  <Override PartName="/ppt/ink/ink2738.xml" ContentType="application/inkml+xml"/>
  <Override PartName="/ppt/ink/ink2739.xml" ContentType="application/inkml+xml"/>
  <Override PartName="/ppt/ink/ink2740.xml" ContentType="application/inkml+xml"/>
  <Override PartName="/ppt/ink/ink2741.xml" ContentType="application/inkml+xml"/>
  <Override PartName="/ppt/ink/ink2742.xml" ContentType="application/inkml+xml"/>
  <Override PartName="/ppt/ink/ink2743.xml" ContentType="application/inkml+xml"/>
  <Override PartName="/ppt/ink/ink2744.xml" ContentType="application/inkml+xml"/>
  <Override PartName="/ppt/ink/ink2745.xml" ContentType="application/inkml+xml"/>
  <Override PartName="/ppt/ink/ink2746.xml" ContentType="application/inkml+xml"/>
  <Override PartName="/ppt/ink/ink2747.xml" ContentType="application/inkml+xml"/>
  <Override PartName="/ppt/ink/ink2748.xml" ContentType="application/inkml+xml"/>
  <Override PartName="/ppt/ink/ink2749.xml" ContentType="application/inkml+xml"/>
  <Override PartName="/ppt/ink/ink2750.xml" ContentType="application/inkml+xml"/>
  <Override PartName="/ppt/ink/ink2751.xml" ContentType="application/inkml+xml"/>
  <Override PartName="/ppt/ink/ink2752.xml" ContentType="application/inkml+xml"/>
  <Override PartName="/ppt/ink/ink2753.xml" ContentType="application/inkml+xml"/>
  <Override PartName="/ppt/ink/ink2754.xml" ContentType="application/inkml+xml"/>
  <Override PartName="/ppt/ink/ink2755.xml" ContentType="application/inkml+xml"/>
  <Override PartName="/ppt/ink/ink2756.xml" ContentType="application/inkml+xml"/>
  <Override PartName="/ppt/ink/ink2757.xml" ContentType="application/inkml+xml"/>
  <Override PartName="/ppt/ink/ink2758.xml" ContentType="application/inkml+xml"/>
  <Override PartName="/ppt/ink/ink2759.xml" ContentType="application/inkml+xml"/>
  <Override PartName="/ppt/ink/ink2760.xml" ContentType="application/inkml+xml"/>
  <Override PartName="/ppt/ink/ink2761.xml" ContentType="application/inkml+xml"/>
  <Override PartName="/ppt/ink/ink2762.xml" ContentType="application/inkml+xml"/>
  <Override PartName="/ppt/ink/ink2763.xml" ContentType="application/inkml+xml"/>
  <Override PartName="/ppt/ink/ink2764.xml" ContentType="application/inkml+xml"/>
  <Override PartName="/ppt/ink/ink2765.xml" ContentType="application/inkml+xml"/>
  <Override PartName="/ppt/ink/ink2766.xml" ContentType="application/inkml+xml"/>
  <Override PartName="/ppt/ink/ink2767.xml" ContentType="application/inkml+xml"/>
  <Override PartName="/ppt/ink/ink2768.xml" ContentType="application/inkml+xml"/>
  <Override PartName="/ppt/ink/ink2769.xml" ContentType="application/inkml+xml"/>
  <Override PartName="/ppt/ink/ink2770.xml" ContentType="application/inkml+xml"/>
  <Override PartName="/ppt/ink/ink2771.xml" ContentType="application/inkml+xml"/>
  <Override PartName="/ppt/ink/ink2772.xml" ContentType="application/inkml+xml"/>
  <Override PartName="/ppt/ink/ink2773.xml" ContentType="application/inkml+xml"/>
  <Override PartName="/ppt/ink/ink2774.xml" ContentType="application/inkml+xml"/>
  <Override PartName="/ppt/ink/ink2775.xml" ContentType="application/inkml+xml"/>
  <Override PartName="/ppt/ink/ink2776.xml" ContentType="application/inkml+xml"/>
  <Override PartName="/ppt/ink/ink2777.xml" ContentType="application/inkml+xml"/>
  <Override PartName="/ppt/ink/ink2778.xml" ContentType="application/inkml+xml"/>
  <Override PartName="/ppt/ink/ink2779.xml" ContentType="application/inkml+xml"/>
  <Override PartName="/ppt/ink/ink2780.xml" ContentType="application/inkml+xml"/>
  <Override PartName="/ppt/ink/ink2781.xml" ContentType="application/inkml+xml"/>
  <Override PartName="/ppt/ink/ink2782.xml" ContentType="application/inkml+xml"/>
  <Override PartName="/ppt/ink/ink2783.xml" ContentType="application/inkml+xml"/>
  <Override PartName="/ppt/ink/ink2784.xml" ContentType="application/inkml+xml"/>
  <Override PartName="/ppt/ink/ink2785.xml" ContentType="application/inkml+xml"/>
  <Override PartName="/ppt/ink/ink2786.xml" ContentType="application/inkml+xml"/>
  <Override PartName="/ppt/ink/ink2787.xml" ContentType="application/inkml+xml"/>
  <Override PartName="/ppt/ink/ink2788.xml" ContentType="application/inkml+xml"/>
  <Override PartName="/ppt/ink/ink2789.xml" ContentType="application/inkml+xml"/>
  <Override PartName="/ppt/ink/ink2790.xml" ContentType="application/inkml+xml"/>
  <Override PartName="/ppt/ink/ink2791.xml" ContentType="application/inkml+xml"/>
  <Override PartName="/ppt/ink/ink2792.xml" ContentType="application/inkml+xml"/>
  <Override PartName="/ppt/ink/ink2793.xml" ContentType="application/inkml+xml"/>
  <Override PartName="/ppt/ink/ink2794.xml" ContentType="application/inkml+xml"/>
  <Override PartName="/ppt/ink/ink2795.xml" ContentType="application/inkml+xml"/>
  <Override PartName="/ppt/ink/ink2796.xml" ContentType="application/inkml+xml"/>
  <Override PartName="/ppt/ink/ink2797.xml" ContentType="application/inkml+xml"/>
  <Override PartName="/ppt/ink/ink2798.xml" ContentType="application/inkml+xml"/>
  <Override PartName="/ppt/ink/ink2799.xml" ContentType="application/inkml+xml"/>
  <Override PartName="/ppt/ink/ink2800.xml" ContentType="application/inkml+xml"/>
  <Override PartName="/ppt/ink/ink2801.xml" ContentType="application/inkml+xml"/>
  <Override PartName="/ppt/ink/ink2802.xml" ContentType="application/inkml+xml"/>
  <Override PartName="/ppt/ink/ink2803.xml" ContentType="application/inkml+xml"/>
  <Override PartName="/ppt/ink/ink2804.xml" ContentType="application/inkml+xml"/>
  <Override PartName="/ppt/ink/ink2805.xml" ContentType="application/inkml+xml"/>
  <Override PartName="/ppt/ink/ink2806.xml" ContentType="application/inkml+xml"/>
  <Override PartName="/ppt/ink/ink2807.xml" ContentType="application/inkml+xml"/>
  <Override PartName="/ppt/ink/ink2808.xml" ContentType="application/inkml+xml"/>
  <Override PartName="/ppt/ink/ink2809.xml" ContentType="application/inkml+xml"/>
  <Override PartName="/ppt/ink/ink2810.xml" ContentType="application/inkml+xml"/>
  <Override PartName="/ppt/ink/ink2811.xml" ContentType="application/inkml+xml"/>
  <Override PartName="/ppt/ink/ink2812.xml" ContentType="application/inkml+xml"/>
  <Override PartName="/ppt/ink/ink2813.xml" ContentType="application/inkml+xml"/>
  <Override PartName="/ppt/ink/ink2814.xml" ContentType="application/inkml+xml"/>
  <Override PartName="/ppt/ink/ink2815.xml" ContentType="application/inkml+xml"/>
  <Override PartName="/ppt/ink/ink2816.xml" ContentType="application/inkml+xml"/>
  <Override PartName="/ppt/ink/ink2817.xml" ContentType="application/inkml+xml"/>
  <Override PartName="/ppt/ink/ink2818.xml" ContentType="application/inkml+xml"/>
  <Override PartName="/ppt/ink/ink2819.xml" ContentType="application/inkml+xml"/>
  <Override PartName="/ppt/ink/ink2820.xml" ContentType="application/inkml+xml"/>
  <Override PartName="/ppt/ink/ink2821.xml" ContentType="application/inkml+xml"/>
  <Override PartName="/ppt/ink/ink2822.xml" ContentType="application/inkml+xml"/>
  <Override PartName="/ppt/ink/ink2823.xml" ContentType="application/inkml+xml"/>
  <Override PartName="/ppt/ink/ink2824.xml" ContentType="application/inkml+xml"/>
  <Override PartName="/ppt/ink/ink2825.xml" ContentType="application/inkml+xml"/>
  <Override PartName="/ppt/ink/ink2826.xml" ContentType="application/inkml+xml"/>
  <Override PartName="/ppt/ink/ink2827.xml" ContentType="application/inkml+xml"/>
  <Override PartName="/ppt/ink/ink2828.xml" ContentType="application/inkml+xml"/>
  <Override PartName="/ppt/ink/ink2829.xml" ContentType="application/inkml+xml"/>
  <Override PartName="/ppt/ink/ink2830.xml" ContentType="application/inkml+xml"/>
  <Override PartName="/ppt/ink/ink2831.xml" ContentType="application/inkml+xml"/>
  <Override PartName="/ppt/ink/ink2832.xml" ContentType="application/inkml+xml"/>
  <Override PartName="/ppt/ink/ink2833.xml" ContentType="application/inkml+xml"/>
  <Override PartName="/ppt/ink/ink2834.xml" ContentType="application/inkml+xml"/>
  <Override PartName="/ppt/ink/ink2835.xml" ContentType="application/inkml+xml"/>
  <Override PartName="/ppt/ink/ink2836.xml" ContentType="application/inkml+xml"/>
  <Override PartName="/ppt/ink/ink2837.xml" ContentType="application/inkml+xml"/>
  <Override PartName="/ppt/ink/ink2838.xml" ContentType="application/inkml+xml"/>
  <Override PartName="/ppt/ink/ink2839.xml" ContentType="application/inkml+xml"/>
  <Override PartName="/ppt/ink/ink2840.xml" ContentType="application/inkml+xml"/>
  <Override PartName="/ppt/ink/ink2841.xml" ContentType="application/inkml+xml"/>
  <Override PartName="/ppt/ink/ink2842.xml" ContentType="application/inkml+xml"/>
  <Override PartName="/ppt/ink/ink2843.xml" ContentType="application/inkml+xml"/>
  <Override PartName="/ppt/ink/ink2844.xml" ContentType="application/inkml+xml"/>
  <Override PartName="/ppt/ink/ink2845.xml" ContentType="application/inkml+xml"/>
  <Override PartName="/ppt/ink/ink2846.xml" ContentType="application/inkml+xml"/>
  <Override PartName="/ppt/ink/ink2847.xml" ContentType="application/inkml+xml"/>
  <Override PartName="/ppt/ink/ink2848.xml" ContentType="application/inkml+xml"/>
  <Override PartName="/ppt/ink/ink2849.xml" ContentType="application/inkml+xml"/>
  <Override PartName="/ppt/ink/ink2850.xml" ContentType="application/inkml+xml"/>
  <Override PartName="/ppt/ink/ink2851.xml" ContentType="application/inkml+xml"/>
  <Override PartName="/ppt/ink/ink2852.xml" ContentType="application/inkml+xml"/>
  <Override PartName="/ppt/ink/ink2853.xml" ContentType="application/inkml+xml"/>
  <Override PartName="/ppt/ink/ink2854.xml" ContentType="application/inkml+xml"/>
  <Override PartName="/ppt/ink/ink2855.xml" ContentType="application/inkml+xml"/>
  <Override PartName="/ppt/ink/ink2856.xml" ContentType="application/inkml+xml"/>
  <Override PartName="/ppt/ink/ink2857.xml" ContentType="application/inkml+xml"/>
  <Override PartName="/ppt/ink/ink2858.xml" ContentType="application/inkml+xml"/>
  <Override PartName="/ppt/ink/ink2859.xml" ContentType="application/inkml+xml"/>
  <Override PartName="/ppt/ink/ink2860.xml" ContentType="application/inkml+xml"/>
  <Override PartName="/ppt/ink/ink2861.xml" ContentType="application/inkml+xml"/>
  <Override PartName="/ppt/ink/ink2862.xml" ContentType="application/inkml+xml"/>
  <Override PartName="/ppt/ink/ink2863.xml" ContentType="application/inkml+xml"/>
  <Override PartName="/ppt/ink/ink2864.xml" ContentType="application/inkml+xml"/>
  <Override PartName="/ppt/ink/ink2865.xml" ContentType="application/inkml+xml"/>
  <Override PartName="/ppt/ink/ink2866.xml" ContentType="application/inkml+xml"/>
  <Override PartName="/ppt/ink/ink2867.xml" ContentType="application/inkml+xml"/>
  <Override PartName="/ppt/ink/ink2868.xml" ContentType="application/inkml+xml"/>
  <Override PartName="/ppt/ink/ink2869.xml" ContentType="application/inkml+xml"/>
  <Override PartName="/ppt/ink/ink2870.xml" ContentType="application/inkml+xml"/>
  <Override PartName="/ppt/ink/ink2871.xml" ContentType="application/inkml+xml"/>
  <Override PartName="/ppt/ink/ink2872.xml" ContentType="application/inkml+xml"/>
  <Override PartName="/ppt/ink/ink2873.xml" ContentType="application/inkml+xml"/>
  <Override PartName="/ppt/ink/ink2874.xml" ContentType="application/inkml+xml"/>
  <Override PartName="/ppt/ink/ink2875.xml" ContentType="application/inkml+xml"/>
  <Override PartName="/ppt/ink/ink2876.xml" ContentType="application/inkml+xml"/>
  <Override PartName="/ppt/ink/ink2877.xml" ContentType="application/inkml+xml"/>
  <Override PartName="/ppt/ink/ink2878.xml" ContentType="application/inkml+xml"/>
  <Override PartName="/ppt/ink/ink2879.xml" ContentType="application/inkml+xml"/>
  <Override PartName="/ppt/ink/ink2880.xml" ContentType="application/inkml+xml"/>
  <Override PartName="/ppt/ink/ink2881.xml" ContentType="application/inkml+xml"/>
  <Override PartName="/ppt/ink/ink2882.xml" ContentType="application/inkml+xml"/>
  <Override PartName="/ppt/ink/ink2883.xml" ContentType="application/inkml+xml"/>
  <Override PartName="/ppt/ink/ink2884.xml" ContentType="application/inkml+xml"/>
  <Override PartName="/ppt/ink/ink2885.xml" ContentType="application/inkml+xml"/>
  <Override PartName="/ppt/ink/ink2886.xml" ContentType="application/inkml+xml"/>
  <Override PartName="/ppt/ink/ink2887.xml" ContentType="application/inkml+xml"/>
  <Override PartName="/ppt/ink/ink2888.xml" ContentType="application/inkml+xml"/>
  <Override PartName="/ppt/ink/ink2889.xml" ContentType="application/inkml+xml"/>
  <Override PartName="/ppt/ink/ink2890.xml" ContentType="application/inkml+xml"/>
  <Override PartName="/ppt/ink/ink2891.xml" ContentType="application/inkml+xml"/>
  <Override PartName="/ppt/ink/ink2892.xml" ContentType="application/inkml+xml"/>
  <Override PartName="/ppt/ink/ink2893.xml" ContentType="application/inkml+xml"/>
  <Override PartName="/ppt/ink/ink2894.xml" ContentType="application/inkml+xml"/>
  <Override PartName="/ppt/ink/ink2895.xml" ContentType="application/inkml+xml"/>
  <Override PartName="/ppt/ink/ink2896.xml" ContentType="application/inkml+xml"/>
  <Override PartName="/ppt/ink/ink2897.xml" ContentType="application/inkml+xml"/>
  <Override PartName="/ppt/ink/ink2898.xml" ContentType="application/inkml+xml"/>
  <Override PartName="/ppt/ink/ink2899.xml" ContentType="application/inkml+xml"/>
  <Override PartName="/ppt/ink/ink2900.xml" ContentType="application/inkml+xml"/>
  <Override PartName="/ppt/ink/ink2901.xml" ContentType="application/inkml+xml"/>
  <Override PartName="/ppt/ink/ink2902.xml" ContentType="application/inkml+xml"/>
  <Override PartName="/ppt/ink/ink2903.xml" ContentType="application/inkml+xml"/>
  <Override PartName="/ppt/ink/ink2904.xml" ContentType="application/inkml+xml"/>
  <Override PartName="/ppt/ink/ink2905.xml" ContentType="application/inkml+xml"/>
  <Override PartName="/ppt/ink/ink2906.xml" ContentType="application/inkml+xml"/>
  <Override PartName="/ppt/ink/ink2907.xml" ContentType="application/inkml+xml"/>
  <Override PartName="/ppt/ink/ink2908.xml" ContentType="application/inkml+xml"/>
  <Override PartName="/ppt/ink/ink2909.xml" ContentType="application/inkml+xml"/>
  <Override PartName="/ppt/ink/ink2910.xml" ContentType="application/inkml+xml"/>
  <Override PartName="/ppt/ink/ink2911.xml" ContentType="application/inkml+xml"/>
  <Override PartName="/ppt/ink/ink2912.xml" ContentType="application/inkml+xml"/>
  <Override PartName="/ppt/ink/ink2913.xml" ContentType="application/inkml+xml"/>
  <Override PartName="/ppt/ink/ink2914.xml" ContentType="application/inkml+xml"/>
  <Override PartName="/ppt/ink/ink2915.xml" ContentType="application/inkml+xml"/>
  <Override PartName="/ppt/ink/ink2916.xml" ContentType="application/inkml+xml"/>
  <Override PartName="/ppt/ink/ink2917.xml" ContentType="application/inkml+xml"/>
  <Override PartName="/ppt/ink/ink2918.xml" ContentType="application/inkml+xml"/>
  <Override PartName="/ppt/ink/ink2919.xml" ContentType="application/inkml+xml"/>
  <Override PartName="/ppt/ink/ink2920.xml" ContentType="application/inkml+xml"/>
  <Override PartName="/ppt/ink/ink2921.xml" ContentType="application/inkml+xml"/>
  <Override PartName="/ppt/ink/ink2922.xml" ContentType="application/inkml+xml"/>
  <Override PartName="/ppt/ink/ink2923.xml" ContentType="application/inkml+xml"/>
  <Override PartName="/ppt/ink/ink2924.xml" ContentType="application/inkml+xml"/>
  <Override PartName="/ppt/ink/ink2925.xml" ContentType="application/inkml+xml"/>
  <Override PartName="/ppt/ink/ink2926.xml" ContentType="application/inkml+xml"/>
  <Override PartName="/ppt/ink/ink2927.xml" ContentType="application/inkml+xml"/>
  <Override PartName="/ppt/ink/ink2928.xml" ContentType="application/inkml+xml"/>
  <Override PartName="/ppt/ink/ink2929.xml" ContentType="application/inkml+xml"/>
  <Override PartName="/ppt/ink/ink2930.xml" ContentType="application/inkml+xml"/>
  <Override PartName="/ppt/ink/ink2931.xml" ContentType="application/inkml+xml"/>
  <Override PartName="/ppt/ink/ink2932.xml" ContentType="application/inkml+xml"/>
  <Override PartName="/ppt/ink/ink2933.xml" ContentType="application/inkml+xml"/>
  <Override PartName="/ppt/ink/ink2934.xml" ContentType="application/inkml+xml"/>
  <Override PartName="/ppt/ink/ink2935.xml" ContentType="application/inkml+xml"/>
  <Override PartName="/ppt/ink/ink2936.xml" ContentType="application/inkml+xml"/>
  <Override PartName="/ppt/ink/ink2937.xml" ContentType="application/inkml+xml"/>
  <Override PartName="/ppt/ink/ink2938.xml" ContentType="application/inkml+xml"/>
  <Override PartName="/ppt/ink/ink2939.xml" ContentType="application/inkml+xml"/>
  <Override PartName="/ppt/ink/ink2940.xml" ContentType="application/inkml+xml"/>
  <Override PartName="/ppt/ink/ink2941.xml" ContentType="application/inkml+xml"/>
  <Override PartName="/ppt/ink/ink2942.xml" ContentType="application/inkml+xml"/>
  <Override PartName="/ppt/ink/ink2943.xml" ContentType="application/inkml+xml"/>
  <Override PartName="/ppt/ink/ink2944.xml" ContentType="application/inkml+xml"/>
  <Override PartName="/ppt/ink/ink2945.xml" ContentType="application/inkml+xml"/>
  <Override PartName="/ppt/ink/ink2946.xml" ContentType="application/inkml+xml"/>
  <Override PartName="/ppt/ink/ink2947.xml" ContentType="application/inkml+xml"/>
  <Override PartName="/ppt/ink/ink2948.xml" ContentType="application/inkml+xml"/>
  <Override PartName="/ppt/ink/ink2949.xml" ContentType="application/inkml+xml"/>
  <Override PartName="/ppt/ink/ink2950.xml" ContentType="application/inkml+xml"/>
  <Override PartName="/ppt/ink/ink2951.xml" ContentType="application/inkml+xml"/>
  <Override PartName="/ppt/ink/ink2952.xml" ContentType="application/inkml+xml"/>
  <Override PartName="/ppt/ink/ink2953.xml" ContentType="application/inkml+xml"/>
  <Override PartName="/ppt/ink/ink2954.xml" ContentType="application/inkml+xml"/>
  <Override PartName="/ppt/ink/ink2955.xml" ContentType="application/inkml+xml"/>
  <Override PartName="/ppt/ink/ink2956.xml" ContentType="application/inkml+xml"/>
  <Override PartName="/ppt/ink/ink2957.xml" ContentType="application/inkml+xml"/>
  <Override PartName="/ppt/ink/ink2958.xml" ContentType="application/inkml+xml"/>
  <Override PartName="/ppt/ink/ink2959.xml" ContentType="application/inkml+xml"/>
  <Override PartName="/ppt/ink/ink2960.xml" ContentType="application/inkml+xml"/>
  <Override PartName="/ppt/ink/ink2961.xml" ContentType="application/inkml+xml"/>
  <Override PartName="/ppt/ink/ink2962.xml" ContentType="application/inkml+xml"/>
  <Override PartName="/ppt/ink/ink2963.xml" ContentType="application/inkml+xml"/>
  <Override PartName="/ppt/ink/ink2964.xml" ContentType="application/inkml+xml"/>
  <Override PartName="/ppt/ink/ink2965.xml" ContentType="application/inkml+xml"/>
  <Override PartName="/ppt/ink/ink2966.xml" ContentType="application/inkml+xml"/>
  <Override PartName="/ppt/ink/ink2967.xml" ContentType="application/inkml+xml"/>
  <Override PartName="/ppt/ink/ink2968.xml" ContentType="application/inkml+xml"/>
  <Override PartName="/ppt/ink/ink2969.xml" ContentType="application/inkml+xml"/>
  <Override PartName="/ppt/ink/ink2970.xml" ContentType="application/inkml+xml"/>
  <Override PartName="/ppt/ink/ink2971.xml" ContentType="application/inkml+xml"/>
  <Override PartName="/ppt/ink/ink2972.xml" ContentType="application/inkml+xml"/>
  <Override PartName="/ppt/ink/ink2973.xml" ContentType="application/inkml+xml"/>
  <Override PartName="/ppt/ink/ink2974.xml" ContentType="application/inkml+xml"/>
  <Override PartName="/ppt/ink/ink2975.xml" ContentType="application/inkml+xml"/>
  <Override PartName="/ppt/ink/ink2976.xml" ContentType="application/inkml+xml"/>
  <Override PartName="/ppt/ink/ink2977.xml" ContentType="application/inkml+xml"/>
  <Override PartName="/ppt/ink/ink2978.xml" ContentType="application/inkml+xml"/>
  <Override PartName="/ppt/ink/ink2979.xml" ContentType="application/inkml+xml"/>
  <Override PartName="/ppt/ink/ink2980.xml" ContentType="application/inkml+xml"/>
  <Override PartName="/ppt/ink/ink2981.xml" ContentType="application/inkml+xml"/>
  <Override PartName="/ppt/ink/ink2982.xml" ContentType="application/inkml+xml"/>
  <Override PartName="/ppt/ink/ink2983.xml" ContentType="application/inkml+xml"/>
  <Override PartName="/ppt/ink/ink2984.xml" ContentType="application/inkml+xml"/>
  <Override PartName="/ppt/ink/ink2985.xml" ContentType="application/inkml+xml"/>
  <Override PartName="/ppt/ink/ink2986.xml" ContentType="application/inkml+xml"/>
  <Override PartName="/ppt/ink/ink2987.xml" ContentType="application/inkml+xml"/>
  <Override PartName="/ppt/ink/ink2988.xml" ContentType="application/inkml+xml"/>
  <Override PartName="/ppt/ink/ink2989.xml" ContentType="application/inkml+xml"/>
  <Override PartName="/ppt/ink/ink2990.xml" ContentType="application/inkml+xml"/>
  <Override PartName="/ppt/ink/ink2991.xml" ContentType="application/inkml+xml"/>
  <Override PartName="/ppt/ink/ink2992.xml" ContentType="application/inkml+xml"/>
  <Override PartName="/ppt/ink/ink2993.xml" ContentType="application/inkml+xml"/>
  <Override PartName="/ppt/ink/ink2994.xml" ContentType="application/inkml+xml"/>
  <Override PartName="/ppt/ink/ink2995.xml" ContentType="application/inkml+xml"/>
  <Override PartName="/ppt/ink/ink2996.xml" ContentType="application/inkml+xml"/>
  <Override PartName="/ppt/ink/ink2997.xml" ContentType="application/inkml+xml"/>
  <Override PartName="/ppt/ink/ink2998.xml" ContentType="application/inkml+xml"/>
  <Override PartName="/ppt/ink/ink2999.xml" ContentType="application/inkml+xml"/>
  <Override PartName="/ppt/ink/ink3000.xml" ContentType="application/inkml+xml"/>
  <Override PartName="/ppt/ink/ink3001.xml" ContentType="application/inkml+xml"/>
  <Override PartName="/ppt/ink/ink3002.xml" ContentType="application/inkml+xml"/>
  <Override PartName="/ppt/ink/ink3003.xml" ContentType="application/inkml+xml"/>
  <Override PartName="/ppt/ink/ink3004.xml" ContentType="application/inkml+xml"/>
  <Override PartName="/ppt/ink/ink3005.xml" ContentType="application/inkml+xml"/>
  <Override PartName="/ppt/ink/ink3006.xml" ContentType="application/inkml+xml"/>
  <Override PartName="/ppt/ink/ink3007.xml" ContentType="application/inkml+xml"/>
  <Override PartName="/ppt/ink/ink3008.xml" ContentType="application/inkml+xml"/>
  <Override PartName="/ppt/ink/ink3009.xml" ContentType="application/inkml+xml"/>
  <Override PartName="/ppt/ink/ink3010.xml" ContentType="application/inkml+xml"/>
  <Override PartName="/ppt/ink/ink3011.xml" ContentType="application/inkml+xml"/>
  <Override PartName="/ppt/ink/ink3012.xml" ContentType="application/inkml+xml"/>
  <Override PartName="/ppt/ink/ink3013.xml" ContentType="application/inkml+xml"/>
  <Override PartName="/ppt/ink/ink3014.xml" ContentType="application/inkml+xml"/>
  <Override PartName="/ppt/ink/ink3015.xml" ContentType="application/inkml+xml"/>
  <Override PartName="/ppt/ink/ink3016.xml" ContentType="application/inkml+xml"/>
  <Override PartName="/ppt/ink/ink3017.xml" ContentType="application/inkml+xml"/>
  <Override PartName="/ppt/ink/ink3018.xml" ContentType="application/inkml+xml"/>
  <Override PartName="/ppt/ink/ink3019.xml" ContentType="application/inkml+xml"/>
  <Override PartName="/ppt/ink/ink3020.xml" ContentType="application/inkml+xml"/>
  <Override PartName="/ppt/ink/ink3021.xml" ContentType="application/inkml+xml"/>
  <Override PartName="/ppt/ink/ink3022.xml" ContentType="application/inkml+xml"/>
  <Override PartName="/ppt/ink/ink3023.xml" ContentType="application/inkml+xml"/>
  <Override PartName="/ppt/ink/ink3024.xml" ContentType="application/inkml+xml"/>
  <Override PartName="/ppt/ink/ink3025.xml" ContentType="application/inkml+xml"/>
  <Override PartName="/ppt/ink/ink3026.xml" ContentType="application/inkml+xml"/>
  <Override PartName="/ppt/ink/ink3027.xml" ContentType="application/inkml+xml"/>
  <Override PartName="/ppt/ink/ink3028.xml" ContentType="application/inkml+xml"/>
  <Override PartName="/ppt/ink/ink3029.xml" ContentType="application/inkml+xml"/>
  <Override PartName="/ppt/ink/ink3030.xml" ContentType="application/inkml+xml"/>
  <Override PartName="/ppt/ink/ink3031.xml" ContentType="application/inkml+xml"/>
  <Override PartName="/ppt/ink/ink3032.xml" ContentType="application/inkml+xml"/>
  <Override PartName="/ppt/ink/ink3033.xml" ContentType="application/inkml+xml"/>
  <Override PartName="/ppt/ink/ink3034.xml" ContentType="application/inkml+xml"/>
  <Override PartName="/ppt/ink/ink3035.xml" ContentType="application/inkml+xml"/>
  <Override PartName="/ppt/ink/ink3036.xml" ContentType="application/inkml+xml"/>
  <Override PartName="/ppt/ink/ink3037.xml" ContentType="application/inkml+xml"/>
  <Override PartName="/ppt/ink/ink3038.xml" ContentType="application/inkml+xml"/>
  <Override PartName="/ppt/ink/ink3039.xml" ContentType="application/inkml+xml"/>
  <Override PartName="/ppt/ink/ink3040.xml" ContentType="application/inkml+xml"/>
  <Override PartName="/ppt/ink/ink3041.xml" ContentType="application/inkml+xml"/>
  <Override PartName="/ppt/ink/ink3042.xml" ContentType="application/inkml+xml"/>
  <Override PartName="/ppt/ink/ink3043.xml" ContentType="application/inkml+xml"/>
  <Override PartName="/ppt/ink/ink3044.xml" ContentType="application/inkml+xml"/>
  <Override PartName="/ppt/ink/ink3045.xml" ContentType="application/inkml+xml"/>
  <Override PartName="/ppt/ink/ink3046.xml" ContentType="application/inkml+xml"/>
  <Override PartName="/ppt/ink/ink3047.xml" ContentType="application/inkml+xml"/>
  <Override PartName="/ppt/ink/ink3048.xml" ContentType="application/inkml+xml"/>
  <Override PartName="/ppt/ink/ink3049.xml" ContentType="application/inkml+xml"/>
  <Override PartName="/ppt/ink/ink3050.xml" ContentType="application/inkml+xml"/>
  <Override PartName="/ppt/ink/ink3051.xml" ContentType="application/inkml+xml"/>
  <Override PartName="/ppt/ink/ink3052.xml" ContentType="application/inkml+xml"/>
  <Override PartName="/ppt/ink/ink3053.xml" ContentType="application/inkml+xml"/>
  <Override PartName="/ppt/ink/ink3054.xml" ContentType="application/inkml+xml"/>
  <Override PartName="/ppt/ink/ink3055.xml" ContentType="application/inkml+xml"/>
  <Override PartName="/ppt/ink/ink3056.xml" ContentType="application/inkml+xml"/>
  <Override PartName="/ppt/ink/ink3057.xml" ContentType="application/inkml+xml"/>
  <Override PartName="/ppt/ink/ink3058.xml" ContentType="application/inkml+xml"/>
  <Override PartName="/ppt/ink/ink3059.xml" ContentType="application/inkml+xml"/>
  <Override PartName="/ppt/ink/ink3060.xml" ContentType="application/inkml+xml"/>
  <Override PartName="/ppt/ink/ink3061.xml" ContentType="application/inkml+xml"/>
  <Override PartName="/ppt/ink/ink3062.xml" ContentType="application/inkml+xml"/>
  <Override PartName="/ppt/ink/ink3063.xml" ContentType="application/inkml+xml"/>
  <Override PartName="/ppt/ink/ink3064.xml" ContentType="application/inkml+xml"/>
  <Override PartName="/ppt/ink/ink3065.xml" ContentType="application/inkml+xml"/>
  <Override PartName="/ppt/ink/ink3066.xml" ContentType="application/inkml+xml"/>
  <Override PartName="/ppt/ink/ink3067.xml" ContentType="application/inkml+xml"/>
  <Override PartName="/ppt/ink/ink3068.xml" ContentType="application/inkml+xml"/>
  <Override PartName="/ppt/ink/ink3069.xml" ContentType="application/inkml+xml"/>
  <Override PartName="/ppt/ink/ink3070.xml" ContentType="application/inkml+xml"/>
  <Override PartName="/ppt/ink/ink3071.xml" ContentType="application/inkml+xml"/>
  <Override PartName="/ppt/ink/ink3072.xml" ContentType="application/inkml+xml"/>
  <Override PartName="/ppt/ink/ink3073.xml" ContentType="application/inkml+xml"/>
  <Override PartName="/ppt/ink/ink3074.xml" ContentType="application/inkml+xml"/>
  <Override PartName="/ppt/ink/ink3075.xml" ContentType="application/inkml+xml"/>
  <Override PartName="/ppt/ink/ink3076.xml" ContentType="application/inkml+xml"/>
  <Override PartName="/ppt/ink/ink3077.xml" ContentType="application/inkml+xml"/>
  <Override PartName="/ppt/ink/ink3078.xml" ContentType="application/inkml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331BCA9-FA6D-4B12-81AE-42E0A71CA751}" v="286" dt="2025-02-20T16:26:44.92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>
        <p:scale>
          <a:sx n="85" d="100"/>
          <a:sy n="85" d="100"/>
        </p:scale>
        <p:origin x="499" y="-2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5/10/relationships/revisionInfo" Target="revisionInfo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07:20.12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277 162 56,'2'0'10612,"-5"0"-9863,-5 0-531,0 1 0,-1 0 0,1 0 0,0 1 0,0 0 0,0 1 0,0-1 0,1 1 0,-1 1 0,1 0 0,-1 0 0,1 0 0,-12 11-1,6-7-61,-6 7 210,0 1 0,-32 33 0,31-29 9,17-16-311,-1 1 1,1 0 0,0 0-1,0 0 1,0 1 0,1-1-1,-1 1 1,1-1-1,1 1 1,-1 0 0,1-1-1,0 1 1,0 7 0,0 88 307,2-60-49,-1-20-221,0-6 2,0 0 0,0 0 0,5 23 0,-3-33-57,-1-1 0,1 1 0,-1 0 1,1-1-1,1 0 0,-1 1 0,1-1 0,-1 0 0,1 0 0,0 0 0,1-1 0,-1 1 0,1-1 0,5 5 0,24 17 497,-20-14-394,0 0 0,1-2 0,0 0 0,1 0-1,27 11 1,-3-8 245,0-2-1,1-1 0,0-2 0,0-2 0,0-2 0,49-2 1,-82-2-314,1-1 1,-1 0-1,0 0 1,0-1 0,0 0-1,0 0 1,-1-1 0,1 0-1,-1 0 1,0 0-1,9-10 1,24-13 147,-32 23-198,27-15 106,-1-2 0,34-26-1,-58 39-99,0 0 0,-1 0 0,0-1 0,0 0 0,-1 0 0,0 0 0,-1-1 0,0-1 0,0 1 0,-1-1 0,5-15 0,-5 11 21,-2-1 0,0 1 0,0-1 0,-2 0 0,0 0-1,-1-17 1,-1 23-47,1 1 0,-2 0-1,1 0 1,-1 0 0,-1 0 0,0 1-1,0-1 1,0 1 0,-1-1-1,-1 1 1,-9-14 0,-5-2 0,-65-74 7,49 56-16,30 34-3,-1 0 1,0 1 0,0-1 0,-1 1 0,0 1-1,-10-8 1,2 4-1,2 0 1,1 1-1,-1 1 1,-1 0-1,1 1 0,-1 1 1,-1 0-1,1 0 1,-1 2-1,-25-6 0,35 10 1,-4-2 0,0 0-1,-1 1 0,1 0 1,-1 1-1,1 0 0,-1 0 0,1 1 1,0 0-1,-1 1 0,1 0 1,0 0-1,-12 6 0,17-6 3,-1 0 2,0 0 1,1 0 0,-1 1-1,1 0 1,0 0 0,0 0-1,0 0 1,0 1 0,-5 5-1,-20 13 88,-5 3 11,-22 62 176,53-82-321,2 0 0,-1 0 0,0 0 0,1 0 0,0 0 1,0 0-1,0 0 0,1 0 0,0 9 0,-1 5-909,-6 66-4941,6-45-89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07:22.17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558 40 3161,'0'0'458,"5"0"-398,21 0 2025,-6-28 1013,-13 17 3009,-13 24-352,-17 34-3982,-11 24-1652,30-63-72,-166 341 1513,81-192-963,61-112-447,18-29-74,1-1 1,0 1-1,-8 21 0,-28 54 135,21-44-66,-45 67 430,12-24-77,55-85-460,0 0 0,-1 0 1,2 0-1,-1 0 0,0 0 1,1 0-1,0 0 0,-1 11 0,2-16-43,0 0 0,0 0-1,0 0 1,0-1 0,0 1-1,0 0 1,0 0 0,0 0-1,0 0 1,0 0 0,0 0-1,0 0 1,0 0 0,0 0-1,0 0 1,0 0 0,0 0-1,-1 0 1,1-1 0,0 1-1,0 0 1,0 0 0,0 0-1,0 0 1,0 0 0,0 0-1,0 0 1,0 0 0,0 0-1,-1 0 1,1 0 0,0 0-1,0 0 1,0 0 0,0 0-1,0 0 1,0 0 0,0 0-1,0 0 1,0 0 0,0 0-1,-1 0 1,1 1 0,-3-15-753,3 7 151,3-46-3745,8 18-1754,7-3-5114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07:23.47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1 128 1192,'0'0'2210,"15"-3"-2418,46-10 283,-59 12 76,0 0 1,1 0 0,-1 0 0,0-1 0,0 1-1,0-1 1,0 1 0,0-1 0,-1 0 0,1 0-1,0 0 1,-1 0 0,1 0 0,-1 0-1,0 0 1,0 0 0,0-1 0,0 1 0,0 0-1,0-1 1,-1 1 0,1-1 0,-1 1-1,1-4 1,4-11 1743,1 1-37,-1-9 7424,-5 25-8877,0-2 1876,0 5-1583,0 36-180,-1-10-289,1 0 0,1 0 0,1 0 1,2 0-1,1 0 0,9 29 0,38 113 362,33 75 460,-76-213-917,1 1 0,2-2 1,1 1-1,1-2 0,29 46 0,-32-63-85,-1 1 0,0-1-1,-1 2 1,-1-1 0,0 1-1,-2 0 1,1 1 0,-2 0-1,6 29 1,12 58 114,-21-99-150,0-1 1,1 1 0,-1-1-1,1 0 1,0 1-1,0-1 1,0-1 0,0 1-1,7 5 1,-6-5-11,-1-1 0,1 0 0,-1 1 1,0 0-1,0-1 0,0 1 0,-1 1 0,0-1 1,4 7-1,9 9-1078,-23-26 491,-66-48-6454,37 34 853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07:24.72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727 159 3313,'0'0'11139,"-10"-2"-10045,7 1-1042,-36-8 993,0 2 0,-56-3 0,76 11-868,1 1-1,-1 1 0,1 1 1,0 0-1,0 1 0,1 1 1,-1 1-1,1 0 1,1 1-1,-17 11 0,-6 6 431,1 2-1,-63 57 1,86-71-521,2 0 0,0 1 1,1 1-1,0 0 0,1 0 1,1 1-1,0 0 0,1 1 0,1 0 1,1 1-1,0 0 0,2 0 1,-1 0-1,2 0 0,1 1 0,-2 30 1,4-7-49,1-11 88,0 1 0,7 44 0,-5-64-89,1 0 0,0-1 0,1 0 0,0 0 0,1 0 0,0 0 1,1-1-1,0 0 0,1 0 0,8 10 0,-2-6 49,0 0 0,1-1 0,0-1 0,1 0 0,0-1 0,1-1 0,0 0 0,0-1 0,1-1 0,1-1 0,-1 0 0,1-1 0,28 5 0,4-3 27,-1-2-1,1-2 0,97-6 1,-123-1-96,0 0 1,0-2-1,-1 0 1,0-2 0,0 0-1,-1-2 1,0 0-1,0-1 1,-1-2-1,24-16 1,-19 10 3,-1-2 0,-1 0 0,-1-1-1,0-1 1,-2-1 0,-1-1 0,25-38 0,-36 46-9,0-1 0,-1 0-1,-1 0 1,0-1 0,-2 0 0,0-1 0,0 1 0,1-20 0,-3-7 29,-1 0-1,-4-55 1,0 85-37,0 0 0,0 0 0,-2 0 0,0 1 0,-1-1 0,0 1 0,-1 0 0,0 0 0,-1 1 0,-1 0 0,0 0 0,-1 1 0,0 0-1,-13-13 1,7 10 0,0 1 0,-1 1 0,-1 0 0,0 1 0,0 1 0,-1 1 0,0 0 0,-1 1 0,-38-12 0,-248-62 52,303 82-56,1 1 0,-1-1 1,1 0-1,-1 1 0,0-1 0,1 1 1,-1 0-1,0-1 0,0 1 1,1 0-1,-1 0 0,0 0 0,0 1 1,1-1-1,-1 0 0,0 0 1,1 1-1,-1-1 0,0 1 0,1 0 1,-1-1-1,1 1 0,-1 0 1,1 0-1,-1 0 0,1 0 0,0 0 1,-1 1-1,1-1 0,0 0 1,0 0-1,-2 3 0,1 2-228,1 0 0,-1 1 0,1 0 0,0-1-1,1 1 1,-1 0 0,2 10 0,-1-14 22,0 13-751,2 40-7032,9-32-3336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07:25.86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714 242 3281,'0'0'8151,"4"-13"-6467,2-2-1148,-3 10-324,-1-1 0,0 1-1,0-1 1,0 1 0,-1-1 0,0 0 0,0 1-1,0-1 1,-1-8 0,0 12-109,0 1 0,0 0 0,0 0 0,0 0 0,-1 0 0,1-1 0,0 1 0,-1 0 0,1 0 0,-1 0 0,1 0 0,-1 0 0,0 0 0,1 0 0,-1 0 0,0 0 0,0 0 0,1 1 0,-1-1 0,0 0 0,0 0 0,0 1 0,0-1 0,0 1 0,0-1 0,0 1 0,0-1 0,0 1 0,-1-1 0,1 1 0,-1 0 0,-43-3 945,34 3-830,-15-1 58,0 1-1,0 2 1,0 0-1,0 2 1,0 1-1,-41 13 1,24-2-22,1 2 1,1 2-1,1 1 1,1 2 0,-38 30-1,64-43-212,1 0 0,0 1 0,0 1-1,1-1 1,0 2 0,1 0 0,1 0 0,0 1 0,1 0 0,0 0-1,1 1 1,1 0 0,0 0 0,1 1 0,1 0 0,0 0-1,-2 25 1,5-12 30,0 0 0,7 55 0,-4-69-39,1 0 0,1 0-1,1 0 1,0-1 0,1 0 0,0 0 0,11 17 0,0-4 91,1-1-1,1-1 1,2 0-1,0-2 1,2 0 0,0-1-1,46 31 1,-50-40-50,1-1 0,1-1 0,0 0 1,1-2-1,0 0 0,0-2 0,1 0 0,-1-2 0,2 0 1,-1-2-1,26 1 0,1-3 30,-1-3-1,1-2 1,-1-3-1,79-20 1,-93 17-68,0-1 0,-1-2 0,0-2 0,-1-1 0,-1-1 0,0-2 0,30-24 0,-50 34-9,0-1 0,-1 0 0,0 0 0,0-2 0,-1 1 0,-1-1 0,0 0 0,-1-1 0,0 0 0,-1-1 0,0 1 0,-1-1 0,0-1 0,-1 1 0,-1-1 0,-1 0 0,0 0 1,-1 0-1,0 0 0,-1-17 0,-1-24 6,-2-1 1,-3 0 0,-19-90-1,19 125-14,-2-1 0,0 1 0,-2 1-1,0-1 1,-2 1 0,0 1 0,-1 0 0,-1 1-1,-1 0 1,-1 1 0,-29-29 0,30 36 21,0 1 0,0 0 1,-1 1-1,0 1 0,-1 0 0,0 1 1,0 0-1,-1 2 0,0 0 1,0 1-1,-25-4 0,-21 2 32,-115 3-1,111 3-77,56 0 2,1 0 0,-1 1 1,1 0-1,-1 0 0,1 1 0,-1 1 1,1 0-1,0 0 0,0 1 0,-10 5 1,18 32-3458,-7 2-852,-1-15-1920,-9 0-7404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07:27.18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860 199 1664,'0'0'3298,"7"-6"-2484,23-21 111,-28 25-597,-1 0-1,0 0 1,1 0-1,-1 0 1,0 0-1,0 0 0,-1 0 1,1-1-1,0 1 1,-1 0-1,1 0 1,-1-1-1,0 1 0,0 0 1,0-1-1,0 1 1,-1-4-1,3-14 2589,10-2-1939,-8 16-462,0 0 0,-1-1 0,0 1 0,0-1 0,-1 0 0,1 0 0,-2 0 0,1 0 0,1-14 1428,-6 23-1851,1 0 0,0-1 0,0 1 1,0 0-1,0 0 0,0 0 0,0 0 0,0 1 0,1-1 0,-1 0 0,1 1 0,0-1 0,-2 6 0,-3 3 144,-83 150 1089,61-106-920,-41 63 0,-205 254 951,84-111-758,14-17-32,159-224-494,4-6-13,1 1 0,1 0-1,0 1 1,-15 30 0,25-41-47,1-3 124,33-8-1346,-32 5 1043,-1 1-1,1 0 0,-1 0 1,1 0-1,-1-1 1,1 1-1,0 0 1,-1 0-1,1 0 1,-1 0-1,1 0 0,-1 0 1,1 0-1,-1 0 1,1 0-1,-1 0 1,1 0-1,0 1 0,-1-1 1,1 0-1,-1 0 1,1 0-1,-1 1 1,1-1-1,-1 0 1,1 1-1,-1-1 0,0 0 1,1 1-1,-1-1 1,1 1-1,-1-1 1,0 0-1,1 1 1,-1-1-1,0 1 0,0-1 1,1 1-1,-1-1 1,0 1-1,0-1 1,0 1-1,0 0 0,0-1 1,0 1-1,0-1 1,0 1-1,0-1 1,0 1-1,0-1 1,0 1-1,0 0 0,0-1 1,0 1-1,0 0 1,0 17-7854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07:28.20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751 132 3537,'0'0'10347,"8"-17"-9109,22-55-189,-29 70-857,0 1-1,-1-1 0,1 0 0,0 1 0,-1-1 0,1 0 0,-1 1 0,1-1 1,-1 0-1,0 0 0,1 1 0,-1-1 0,0 0 0,0 0 0,0 1 0,-1-1 0,1 0 1,0 0-1,-2-2 0,1 3-47,0 1-1,1-1 1,-1 1 0,0-1-1,0 1 1,0 0 0,0-1 0,0 1-1,0 0 1,0 0 0,0 0 0,0 0-1,0 0 1,0 0 0,0 0 0,-1 0-1,1 0 1,-1 1 0,-8 0-539,-2 0 550,0 0-1,0 1 1,0 1 0,0 0 0,0 0-1,0 1 1,1 1 0,-14 7-1,-88 55 779,89-52-709,-31 21 109,2 2 0,1 2 1,3 3-1,1 1 1,-79 95-1,112-116-285,0 1 0,1 0 0,1 1 1,1 0-1,2 1 0,0 0 0,2 1 0,1 0 0,1 0 0,1 0 0,2 1 0,0 0 0,3 35 1,0-51-34,0-1 1,2 0 0,-1 1 0,1-1-1,1 0 1,0 0 0,1 0 0,0 0-1,1-1 1,0 1 0,11 17 0,-6-15 12,0 0 0,1-1 1,0-1-1,0 0 1,2 0-1,-1-1 0,26 15 1,-13-11 16,1-2 1,0 0-1,0-2 1,1-1-1,1-1 1,-1-1-1,1-1 1,1-2-1,36 1 0,-42-3-22,-1-1 0,1-2 0,0 0 0,0-1 0,-1-2 0,1 0 0,-1-1 0,0-2 0,26-10 0,15-13 14,-2-2-1,-2-3 1,91-69 0,-112 73-28,0-2-1,-2-2 1,-2-1 0,-2-1 0,52-77 0,-77 101 4,0 0 0,-1-1 0,0 1 0,-1-2 0,-1 1 0,0 0 1,3-30-1,-5 18-8,-1-1 1,-1 0 0,-5-42 0,2 55-6,0 1 0,-1 0 0,-1 0 0,0 1 0,-1-1 0,0 1 0,0 0 0,-2 1 0,1 0 0,-1 0 0,-1 0 0,0 1 0,-1 1 0,0-1 0,0 2 0,-1-1 0,-21-12 0,3 3-2,-2 2 0,0 0-1,-1 2 1,0 2 0,-62-16 0,-7 2 3,-93-19 20,160 45-14,34 0-8,0 0-1,-1 0 1,1 0 0,-1 1-1,1-1 1,0 0 0,-1 0-1,1 0 1,-1 1 0,1-1-1,0 0 1,-1 1 0,1-1 0,0 0-1,0 1 1,-1-1 0,1 0-1,0 1 1,0-1 0,-1 0-1,1 1 1,0-1 0,0 1-1,0-1 1,0 1 0,0-1 0,0 0-1,0 1 1,0-1 0,0 1-1,0-1 1,0 1 0,0-1-1,0 0 1,0 1 0,0-1-1,0 1 1,4 14-659,0-13 422,-1 0 0,1 0 0,-1 0 0,1-1-1,0 0 1,0 0 0,0 0 0,0 0 0,0 0 0,7-1-1,6 3-848,29 5-3023,-1-3-1821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07:29.20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 1 1096,'0'0'2578,"-3"5"-2693,-5 36 12922,9 4-6827,18 51-4901,-3-20 35,3 59-299,45 233 1422,-40-272-1676,50 167 140,-72-256-685,1 2-2,0 0 0,1 0 0,-1-1-1,2 1 1,-1-1 0,8 11 0,1-10 131,-12-22-965,-1 2-496,0 10-1118,-6 1-7944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07:30.00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760 428 3417,'0'0'7803,"6"-31"-6040,15-96 89,-20 120-1502,0-1 0,0 0-1,-1 1 1,0-1 0,-2-13-1,2 19-225,-1 0 1,1 0-1,-1 0 0,0 0 0,0 0 0,1 0 0,-1 0 0,-1 0 0,1 0 0,0 0 1,0 0-1,-1 0 0,-2-2 0,-1 1 39,1 1 0,0 0 0,-1 0 0,1 0 0,-1 1 1,1 0-1,-1 0 0,0 0 0,0 0 0,0 1 0,1 0 0,-8 0 0,8 0-119,-17 0 191,0 1 0,1 0-1,-1 2 1,0 0 0,0 2-1,1 0 1,0 1 0,0 1 0,1 1-1,0 0 1,0 2 0,-26 18-1,0-1 193,1 3-1,2 1 0,1 2 0,-58 62 0,84-79-373,1 1 1,0 0-1,2 1 1,0 1-1,1 0 0,1 0 1,0 1-1,2 1 0,0-1 1,2 1-1,0 0 1,1 1-1,-3 36 0,6-27-43,1 1 0,1-1-1,2 1 1,1-1-1,11 51 1,-12-75-10,0 0 0,0 1-1,1-1 1,0-1 0,0 1 0,1 0 0,0-1-1,0 1 1,1-1 0,-1 0 0,1-1 0,0 1 0,1-1-1,0 0 1,-1 0 0,2-1 0,-1 1 0,0-1-1,1-1 1,0 1 0,0-1 0,0-1 0,0 1 0,0-1-1,0 0 1,1-1 0,-1 0 0,1 0 0,9 0-1,8-1 13,1-1 0,-1-1 0,0-2 0,0 0 0,-1-1 0,1-2 0,-1 0 0,-1-2 0,1-1 0,-1 0 0,-1-2 0,0 0 0,22-18 0,11-7 28,-2-2-1,91-88 1,-130 112-30,1 0 0,-2-1 0,0-1 0,-1 0 1,-1-1-1,0 0 0,-1 0 0,-1-1 0,-1-1 0,-1 1 0,-1-1 0,0 0 0,3-28 0,-6 30 2,-2-1 0,0 1-1,-1 0 1,0-1 0,-2 1-1,0 0 1,-1 0-1,-1 0 1,-1 0 0,0 0-1,-2 1 1,1 0 0,-15-24-1,5 16 17,-1 1 0,-1 1 1,-2 0-1,0 2 0,-1 0 0,-1 1 0,-1 2 0,0 0 0,-1 1 0,-1 1 0,-1 2 0,-45-19 1,55 29-629,15 7-2258,24 12-1915,9-4-966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07:30.95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219 282 784,'0'0'2662,"7"-8"-2559,-6 7-75,98-100 24,-58 54 2556,-24 6 7951,-16 39-10710,1-4 210,1 1-1,-1 0 1,1-1 0,1 2-1,-1-1 1,1 0 0,6-6 0,16-24 873,-60 87 4738,-9 12-4946,12-5 33,1 1 0,4 2 0,-27 89 0,28-71-142,-59 126 1,49-129-53,-38 124-1,71-189-499,0 1-1,0 0 1,1-1 0,1 19 0,0-24 16,2-11-77,0 0-1,0 1 1,0 0-1,0-1 1,1 1-1,0 0 1,-1 0-1,1 1 1,0-1-1,7-4 1,1-3-640,-11 10 539,0 0 1,0 0-1,0 0 1,0 0-1,0 0 1,0 0-1,0 0 1,0 0-1,0-1 1,0 1-1,0 0 1,1 0-1,-1 0 1,0 0-1,0 0 1,0 0-1,0 0 1,0 0-1,0 0 1,0 0-1,0 0 1,1 0-1,-1 0 1,0 0-1,0 0 1,0 0-1,0 0 1,0 0-1,0 0 1,0 0-1,1 0 1,-1 0-1,0 0 1,0 0-1,0 0 1,0 0-1,0 0 1,0 0-1,0 0 1,1 0-1,-1 0 1,0 0-1,0 0 1,0 0-1,0 0 1,0 1-1,0-1 1,0 0-1,0 0 1,0 0-1,0 0 1,0 0-1,1 0 1,-1 0-1,0 0 0,0 0 1,0 1-1,0-1 1,0 0-1,0 0 1,0 0-1,0 0 1,0 0-1,0 0 1,0 0-1,0 1 1,-1 13-3055,-4 18-1201,-7-3-3190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07:31.85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547 331 3321,'0'0'13704,"2"-29"-12289,6-89-309,-7 115-1006,0 1 0,-1-1 0,0 1 0,0-1 0,1 1 0,-2-1 0,1 0 0,0 1 0,0-1 0,-1 1 0,1-1 0,-1 1 0,0-1 0,0 1 0,0-1 0,0 1 0,0 0 1,0 0-1,-1-1 0,1 1 0,-1 0 0,0 0 0,1 0 0,-5-3 0,2 4-9,1 0 0,-1 0 1,1 0-1,-1 0 0,0 1 0,0 0 0,1 0 1,-1 0-1,0 0 0,1 0 0,-7 2 0,-8-1 160,5 0-141,1 1 1,0 0-1,0 1 1,1 0 0,-1 1-1,1 0 1,-1 1-1,1 0 1,0 0-1,1 1 1,0 1 0,0 0-1,-9 8 1,-18 17 468,-60 67 1,79-78-499,0 0 1,2 2-1,0 0 1,2 1-1,0 0 0,2 1 1,0 1-1,2 0 1,1 0-1,1 1 1,2 0-1,0 0 0,2 1 1,1 0-1,1 0 1,3 51-1,1-64-76,1-1 0,1 1-1,0-1 1,0 0 0,1 0-1,1-1 1,1 1 0,0-1 0,0 0-1,1-1 1,1 0 0,0 0-1,1-1 1,0 0 0,1-1 0,0 0-1,0-1 1,1 0 0,0 0 0,1-2-1,0 1 1,0-2 0,1 0-1,-1 0 1,1-1 0,1-1 0,24 5-1,-21-9 12,0 1-1,0-2 0,0 0 1,0-2-1,0 0 0,-1 0 1,1-2-1,28-11 0,-19 4-4,0-1-1,0-2 0,-2-1 0,34-25 1,-43 28 6,-1-1 0,0 0 0,-1-1 0,0-1 0,-1 0 0,-1 0 0,-1-1 0,0-1 0,-2 0 0,0-1 0,0 1 0,-2-2 0,6-20 0,-3-9-8,-1 1 1,-2-1 0,-3-1 0,-2-61-1,-3 92 8,0 0-1,-1 0 1,-1 0-1,0 0 1,-2 0 0,0 1-1,-1 0 1,-1 0-1,-1 0 1,-1 1-1,0 0 1,-1 1-1,-16-21 1,17 26 24,-1-1 1,-1 1 0,0 1-1,0 0 1,-1 0-1,-1 1 1,1 1 0,-1 0-1,-1 1 1,0 0-1,0 1 1,0 1 0,0 0-1,-1 1 1,0 0-1,0 2 1,-19-2 0,-113 2-69,314 5-10926,-98-6 4479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07:32.64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10 3193,'0'0'6326,"7"-9"2616,-3 14-8555,0 1 0,0 0 0,-1 0 0,0 0 0,-1 0 0,1 0-1,-1 1 1,2 11 0,-2-10-168,16 36 318,1 0 0,2-1 1,2-1-1,46 63 0,24 44 478,146 263 717,-223-382-1593,1 0-1,1 0 0,2-2 1,1-1-1,1 0 0,1-1 1,33 27-1,-50-48-7,0-1 0,0 1 0,1-2-1,-1 1 1,1 0 0,0-1 0,0-1 0,0 1-1,0-1 1,9 2 0,-15-4 843,-1-13-5495,0 5-3838,0 0-3875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07:33.55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1400 81 3145,'0'0'12665,"-18"-10"-11307,17 10-1348,-17-11 462,0 2-1,0 0 0,-1 1 0,0 1 1,0 1-1,-1 1 0,-36-6 0,22 8 8,-1 2-1,1 1 0,0 1 0,0 2 0,0 1 1,-57 16-1,24 6-70,0 2 0,2 4 0,1 3 0,2 2-1,1 3 1,2 2 0,-103 98 0,127-104-342,1 0 0,2 2 0,2 2 0,1 1 0,2 1 0,-42 90 0,62-111-63,0 0 0,1 1 0,1 0 0,1 0-1,1 0 1,1 1 0,1-1 0,3 40 0,-1-53-2,1-1 0,0 0 0,0 0 0,1-1 0,-1 1 0,2 0 0,-1-1 0,1 0 0,0 0 0,1 0 0,0 0 0,0-1 0,0 1 0,1-2 0,-1 1-1,2 0 1,-1-1 0,0 0 0,1-1 0,0 1 0,0-1 0,9 3 0,9 5 2,1-1 0,-1-2 0,2 0-1,0-2 1,35 5 0,-18-6 8,1-2 0,-1-2 0,1-2 0,-1-1 0,1-3 0,-1-2 0,0-1-1,-1-3 1,61-20 0,2-7 10,130-65 0,-201 85-3,-1-3 1,0 0-1,-2-2 0,-1-2 0,0 0 1,-2-3-1,37-41 0,-59 59-9,0-1-1,-1 0 1,0 0 0,0 0-1,-1-1 1,0 0-1,-1 0 1,-1 0-1,5-23 1,-4 0 56,-1 0 1,-2-38-1,-1 67-59,-1-13 29,0 0 0,-2 1 0,0-1 0,-1 1 0,0 0 0,-2 0 0,0 0 0,-1 1 0,0 0-1,-1 0 1,-1 1 0,-1 0 0,0 0 0,-1 1 0,0 1 0,-24-22 0,16 18 40,-1 0 0,-1 2 0,0 0 0,-1 1 0,-1 1 0,0 2 0,-1 0 0,0 1 0,0 2 0,-49-11 0,21 12-34,-1 2 0,0 2-1,-96 8 1,123-1-40,0 1-1,1 0 0,-1 2 1,1 1-1,-37 18 1,61-26-25,1 0 0,-1 0-1,1 1 1,0-1 0,-1 0 0,1 0 0,-1 0 0,1 0 0,-1 1 0,1-1 0,0 0-1,-1 0 1,1 1 0,0-1 0,-1 0 0,1 1 0,0-1 0,-1 0 0,1 1 0,0-1 0,0 1-1,-1-1 1,1 0 0,0 1 0,0-1 0,0 1 0,-1-1 0,1 1 0,0-1 0,0 1-1,12 9-1010,36 5-2390,-32-11 722,10 5-3292,-6-4-2729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07:47.72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706 187 2601,'0'0'6176,"9"-14"-5410,25-50 101,-32 60-618,0 0-1,-1-1 0,1 1 0,-1-1 1,0 0-1,0 1 0,0-1 1,-1 0-1,1 0 0,-1 0 1,0 1-1,-1-1 0,1 0 0,-1 0 1,-2-6-1,2 9-212,0 1 0,0-1 0,0 1 0,-1-1-1,1 1 1,0-1 0,-1 1 0,1 0 0,-1 0 0,0-1 0,1 1 0,-1 0-1,0 1 1,0-1 0,0 0 0,0 0 0,1 1 0,-1-1 0,0 1 0,0 0-1,-4-1 1,-44-3 123,27 4-153,5 0 21,1 0-1,0 1 0,-20 4 1,29-3 11,1 0 0,0 0 0,0 1 0,0 0 0,0 0 1,1 1-1,-1 0 0,1 0 0,0 1 0,-7 6 0,-7 11 56,0 0 1,2 1-1,0 1 0,-26 49 1,26-42-31,4-2-13,1 1-1,2 0 1,0 0-1,3 1 1,0 0-1,-5 49 1,-6 25 122,5-56 334,-24 58-1,23-68-42,1 0 1,-14 70-1,25-85-245,2 0 1,1 0-1,3 35 0,-1-37 60,0 1-1,-2-1 0,-1 1 0,-4 26 0,-9-16 19,11-30-240,1 0-1,1 0 1,-1 1-1,0-1 1,1 0-1,0 1 1,-1 0-1,1-1 1,1 1 0,-2 5-1,-4 78 2906,3-93-2940,1 1 1,0-2-1,0 1 0,0 0 1,1 0-1,-2-8 0,0-3-6,-10-8-11,11 22-1,1 1 0,-1-1 1,1 0-1,-1 0 0,1 0 0,0 1 1,0-1-1,0 0 0,0 0 1,1-1-1,-1-3 0,-12-77-44,11 80 45,11 2 230,-8 2-235,1 0 0,-1 1 0,1-1 0,-1 0 0,1 1 1,-1-1-1,1 1 0,-1-1 0,0 1 0,1 0 0,-1 0 0,0-1 0,0 1 0,1 0 0,-1 0 0,0 0 0,0 1 0,0-1 0,0 0 0,0 0 0,0 0 0,-1 1 0,1-1 1,0 2-1,13 39 0,-12-35 1,34 114 22,-34-118-23,3 17 9,-5-17-2,21-5 255,-12-6-249,-1 0 0,1 0 0,-1 0 0,-1-1 0,0-1 0,7-10 0,-5 7-7,0 0-1,0 1 0,16-14 0,-8 13-8,0 0 0,1 2 0,0 0-1,21-9 1,-24 11 85,-23 11 130,-31 18-111,-30 39-65,-81 52 0,146-107-31,3-3-4,0 0 1,1 1-1,-1-1 1,0 0-1,0 0 1,0 0-1,0-1 1,0 1-1,-1 0 1,1 0 0,0 0-1,0-1 1,0 1-1,-1-1 1,1 1-1,-3 0 1,0-1 125,2-6 926,2-5-1184,6-120 1178,-6 129-1023,-1 0-1,0 1 0,0-1 1,0 1-1,0-1 1,0 0-1,0 1 1,0 0-1,0-1 0,-1 1 1,1 0-1,0 0 1,-1-1-1,1 1 0,-1 0 1,0 1-1,-1-2 1,-17-15 156,7 5-102,11 10-64,0 1 1,0-1 0,0 0-1,1 1 1,-1-1-1,0 0 1,1 0 0,-1 0-1,1 0 1,0 0-1,-2-3 1,-3-2 171,5 6-178,1 1 0,-1-1 0,0 1 0,0-1 0,0 0 0,0 1 0,1-1 0,-1 0 0,0 0 0,1 1 0,-1-1 0,1 0 0,-1 0 0,1 0 0,-1 0 0,1 0 0,-1 0 0,1 0 0,0 0 1,0 0-1,-1 0 0,1 0 0,0 0 0,0-1 0,0 1 206,0 1-172,0-2-30,0 1-19,2 30-5502,10-17-962,6-5-5673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07:48.50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0 219 1632,'0'0'13020,"0"-13"-11607,0-54 1305,21 70-666,-14 5-1868,1 2 0,-1-1 0,-1 1 0,0 0 0,0 1 0,-1-1 0,0 1 0,-1 0 0,0 1 0,-1-1 0,0 1-1,-1-1 1,1 13 0,-3-24-16,0 1-161,-1-1 1,1 0-1,-1 1 0,1-1 0,-1 0 0,0 0 0,1 0 0,-1 0 0,1 0 0,-1 1 0,1-1 0,-1 0 0,0 0 0,1 0 0,-1-1 1,1 1-1,-1 0 0,1 0 0,-1 0 0,0 0 0,1 0 0,-1-1 0,1 1 0,-1 0 0,1 0 0,-1-1 0,1 1 0,-1-1 0,1 1 1,-1 0-1,1-1 0,0 1 0,-1-1 0,1 1 0,0-1 0,-1 1 0,1-1 0,-14-20 14,11 16-12,0-1 1,0 1 0,1-1-1,0 0 1,0 0-1,0 0 1,1-1 0,0 1-1,0 0 1,0 0-1,1-1 1,0 1 0,0 0-1,1-1 1,0 1-1,0 0 1,0 0-1,1 0 1,0 0 0,0 0-1,0 0 1,1 0-1,0 1 1,0-1 0,0 1-1,1 0 1,0 0-1,0 0 1,0 0 0,0 1-1,1-1 1,0 1-1,0 0 1,0 1 0,10-6-1,5-4-313,1 0 465,41-19 1,-56 29-806,0 1 1,0 0-1,1 0 0,-1 1 0,1 0 0,11-1 1,-16 7-3714,-2 11 781,0 1-2992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07:48.95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133 33 2417,'0'0'16647,"-11"0"-15837,-34 1-337,42 0-438,0-1 0,0 1 1,0 0-1,0 0 0,1 0 0,-1 1 0,0-1 1,1 1-1,-1-1 0,0 1 0,1 0 0,0 0 1,0 0-1,-1 0 0,1 1 0,0-1 0,1 0 1,-1 1-1,0-1 0,-1 4 0,0 0-17,0 0 1,0 1-1,0-1 0,1 1 0,0-1 1,-2 13-1,3-10-13,0 3 2,-1 1 1,2-1-1,1 20 0,-2-30-5,2 0-1,-1 0 1,0 0-1,0 0 1,1 0 0,-1 0-1,1 0 1,-1 0-1,1-1 1,0 1-1,0 0 1,0 0-1,0-1 1,0 1 0,0-1-1,0 1 1,1-1-1,-1 1 1,1-1-1,-1 0 1,1 1 0,-1-1-1,1 0 1,-1 0-1,1 0 1,0-1-1,0 1 1,0 0-1,-1-1 1,4 1 0,0 0-1,0 0 1,1 0-1,0-1 1,-1 0-1,1 0 1,-1-1 0,1 1-1,-1-1 1,1-1-1,-1 1 1,0-1 0,0 0-1,1 0 1,-1 0-1,0-1 1,-1 1 0,1-1-1,0 0 1,-1-1-1,0 1 1,0-1-1,6-7 1,-4 3 11,0-1 1,0 0-1,-1-1 0,-1 0 1,1 1-1,-2-1 0,1-1 0,-1 1 1,-1 0-1,0-1 0,1-10 1,-2 17 29,-1 0 0,1 0 1,-1 0-1,0 0 1,0 0-1,0 0 1,0 0-1,0 0 0,-1 0 1,0 0-1,0 0 1,0 0-1,-3-7 1,1 9-15,1 0 0,0 1 0,0-1 0,-1 0 1,1 1-1,-1-1 0,1 1 0,-1 0 1,0 0-1,0 0 0,1 0 0,-1 1 0,0-1 1,0 1-1,0-1 0,0 1 0,0 0 0,0 0 1,-5 1-1,-4-1-126,8 0 110,0-1 1,-1 1 0,1 1 0,0-1 0,0 0-1,-1 1 1,1 0 0,-7 3 0,9-3-129,1 0 1,-1 0 0,1 0 0,-1 1-1,1-1 1,0 1 0,0-1-1,0 1 1,0-1 0,0 1 0,0 0-1,0 0 1,1-1 0,-1 1 0,0 0-1,1 0 1,0 0 0,-1 0 0,1 0-1,0-1 1,0 1 0,0 0-1,0 0 1,1 2 0,-1 29-6845,0-22 1129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07:49.45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181 45 2585,'0'0'16059,"-2"-6"-15322,1 4-690,0 0 0,0 1 0,0-1 0,0 0 0,0 1 0,0-1-1,0 1 1,0-1 0,-1 1 0,1-1 0,0 1 0,-1 0-1,1 0 1,-1 0 0,0 0 0,1 0 0,-1 0 0,0 0-1,0 0 1,1 1 0,-5-1 0,3 0-2,0 1-1,-1 0 1,1-1 0,0 2 0,-1-1-1,1 0 1,0 1 0,-1-1 0,1 1-1,0 0 1,0 0 0,0 1 0,0-1-1,-6 4 1,5-3-5,-6 4 84,0 0 1,0 0-1,1 1 1,-13 11-1,19-15-112,1 0 0,-1 1 0,1-1 0,0 0 0,0 1 0,0-1 0,0 1 0,1 0 0,0 0 0,-1 0 0,1 0 0,1-1 0,-1 1 0,0 0 0,1 1 0,0 4 0,0-8-12,0 1 1,0 0-1,0 0 1,0 0-1,0 0 1,0-1-1,0 1 1,1 0-1,-1 0 1,1 0-1,-1-1 1,1 1-1,0 0 0,0-1 1,-1 1-1,1-1 1,0 1-1,1-1 1,-1 1-1,0-1 1,0 0-1,1 1 1,1 1-1,1-2 1,0 1-1,0-1 1,1 0 0,-1 0-1,0-1 1,0 1-1,0-1 1,1 0-1,4 0 1,0 0 11,-1 0-1,1 0 1,-1-1-1,0 0 1,1-1-1,10-3 1,-17 4-4,0 0 0,0 0 0,0 0 0,0 0-1,-1 0 1,1 0 0,0-1 0,0 1 0,-1-1 0,1 1 0,-1-1 0,1 0-1,-1 0 1,0 1 0,0-1 0,0 0 0,0 0 0,0 0 0,0 0 0,0 0-1,-1-1 1,1 1 0,-1 0 0,1 0 0,-1 0 0,0 0 0,0-1 0,0-1-1,0-4-46,0-3 198,0 0 0,0 0 0,-1 0 0,-1 1 0,-3-16 0,4 24-192,1 0 0,-1 1 1,0-1-1,0 0 1,0 0-1,0 1 0,0-1 1,0 0-1,0 1 0,0-1 1,-1 1-1,1 0 1,0-1-1,-1 1 0,0 0 1,1 0-1,-1 0 0,0 0 1,1 0-1,-1 0 1,0 0-1,0 1 0,0-1 1,1 1-1,-1-1 0,0 1 1,0 0-1,0-1 1,0 1-1,0 0 0,0 1 1,0-1-1,0 0 1,0 0-1,0 1 0,0-1 1,-2 2-1,3-1-206,1 1 0,-1-1-1,0 1 1,0 0 0,0-1 0,1 1 0,-1 0 0,1 0-1,0-1 1,-1 1 0,1 0 0,0 0 0,0 2-1,0-3-221,-1 21-2854,1-4-1524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07:49.93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136 0 776,'0'0'18304,"-6"4"-17221,0 0-840,1 1 0,0 0 1,1 1-1,-1-1 0,1 1 0,0 0 1,0 0-1,1 0 0,0 0 1,0 1-1,0-1 0,1 1 0,0-1 1,-2 12-1,-30 153 820,4-19-445,27-134-616,0 1-1,1-1 1,1 1-1,2 20 1,-1-11-2,1-26 1,-1-1-1,0 0 1,1 0 0,-1 0-1,1 0 1,0 0-1,-1 1 1,1-1-1,0 0 1,-1 0-1,1 0 1,0-1-1,0 1 1,0 0-1,0 0 1,0 0-1,0-1 1,0 1-1,0 0 1,0-1-1,0 1 1,0-1 0,0 1-1,1-1 1,-1 0-1,0 1 1,0-1-1,0 0 1,1 0-1,-1 0 1,2 0-1,49 1-18,-39-2-19,-9 1-54,1-1 1,-1 0-1,1-1 1,-1 1-1,0-1 0,1 0 1,-1 0-1,0 0 1,0-1-1,0 1 1,-1-1-1,1 0 1,6-6-1,-8 7-238,-1 0-1,1 0 1,0 0 0,0 0-1,-1 0 1,1-1 0,-1 1-1,0 0 1,0-1 0,0 1-1,0-1 1,0 1 0,0-1-1,0-4 1,-8 5-4706,6 3 3974,-17-1-4704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07:50.38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1 102 1408,'0'0'14146,"7"-10"-13054,26-31-69,-30 38-847,1 1-1,-1 0 1,0 0-1,1 0 1,-1 0 0,1 1-1,0-1 1,0 1-1,-1 0 1,1 0 0,0 0-1,0 0 1,0 1-1,0 0 1,6 0 0,8-1 454,12-2 510,50 2 0,-59 2-997,1-1-1,-1-1 0,0 0 1,0-2-1,36-9 1,-46 7-537,-13 1-2593,-18 7-1953,0 11-1,1-2-1352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07:53.08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411 113 1016,'0'0'12775,"0"-10"-11632,0-31-262,0 40-837,0 1-1,-1-1 0,1 0 0,0 0 1,-1 1-1,1-1 0,-1 1 0,1-1 1,0 0-1,-1 1 0,0-1 0,1 1 1,-1-1-1,1 1 0,-1-1 1,1 1-1,-1 0 0,0-1 0,0 1 1,1 0-1,-1-1 0,0 1 0,1 0 1,-1 0-1,0 0 0,0 0 0,1 0 1,-1-1-1,0 1 0,0 1 0,1-1 1,-1 0-1,0 0 0,0 0 0,1 0 1,-1 0-1,0 1 0,-1 0 1,0-1 69,-7 1-48,0 1 0,0 0 1,0 0-1,0 1 1,0 0-1,1 1 0,-1 0 1,1 0-1,0 1 0,0 0 1,-14 12-1,-7 7 156,-40 41 1,52-46-154,0 0 0,1 1 0,1 1-1,1 0 1,1 1 0,1 0 0,1 1 0,1 1 0,1-1 0,1 1 0,1 1 0,1 0 0,1 0 0,1 0 0,1 0 0,2 28 0,0-36-28,2 0 0,0 0 1,1-1-1,1 1 0,0-1 1,8 22-1,-9-31-15,1 0 0,1-1 0,-1 1-1,1-1 1,0 0 0,0 0 0,1 0 0,0-1 0,0 0-1,0 0 1,0 0 0,1 0 0,0-1 0,0 0 0,0 0-1,1-1 1,10 5 0,3-2 60,0-1 0,0-1 0,0-1 0,0-1 0,0 0 0,1-2 0,-1 0 0,1-2 0,21-3 0,-30 2-61,0 0 1,0-1 0,0-1 0,-1 0 0,1 0 0,-1-1 0,0 0-1,-1-1 1,0 0 0,0-1 0,0 0 0,11-13 0,-2 0 115,-1 0 1,-1-1 0,-1-1 0,20-38 0,-27 41 8,-1 0 0,-1 0 0,0-1 0,-2 1 1,0-2-1,-1 1 0,-1 0 0,0-44 0,-4 33-67,-1-1 0,-2 1 0,-1 0 0,-1 0 1,-14-40-1,16 58-80,-1 0 1,-1 0-1,-1 0 1,0 1-1,-17-25 1,20 33 5,0 1 0,0 0 0,0 0 0,0 0 0,-1 0 0,1 0 0,-1 1 0,0 0 0,0 0 0,0 0 0,-1 1-1,1 0 1,-1 0 0,1 0 0,-1 1 0,0-1 0,1 1 0,-9 0 0,5 0-9,-1 1-1,0 0 1,0 1-1,0 0 1,1 1 0,-1 0-1,0 0 1,1 1-1,0 0 1,-1 0-1,1 1 1,1 1 0,-1 0-1,1 0 1,-1 0-1,2 1 1,-1 0-1,0 1 1,1-1-1,1 2 1,-1-1 0,1 1-1,0 0 1,-6 10-1,6-8-153,1 0 0,0 0 1,1 1-1,0-1 0,0 1 0,1 0 0,0 0 0,1 0 0,-1 15 0,2-14-1118,1-1 0,1 1 0,0 0 0,0-1 0,4 15 0,2-2-4211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07:57.05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0 568,'0'0'5016,"14"2"-4140,113 6 2234,-86-9-2813,-26 0-44,0 0 1,0 1-1,0 1 0,16 3 1,-26-3-168,-1 0-1,1 1 1,0 0 0,-1 0 0,1 0 0,-1 0-1,1 1 1,-1-1 0,0 1 0,0 0-1,0 0 1,-1 1 0,1-1 0,-1 1-1,0 0 1,4 5 0,2 8 96,-1 0 0,-1 1 0,0 0 0,-1 0-1,-2 0 1,1 1 0,-2-1 0,-1 1 0,1 22 0,6 34-114,-6-46 252,-1-1 0,-4 48-1,0-16 390,-17 27 516,6-46 2877,7-44-2753,-2-7-1047,4 2-271,-1 0 0,0 1-1,0 0 1,-1 0 0,0 0 0,-10-9 0,12 12-26,-1 0 0,0 0 0,1 0 1,0-1-1,0 0 0,0 0 0,0 0 1,1 0-1,0-1 0,0 1 1,1-1-1,-1 0 0,1 0 0,-2-11 1,3 16-6,1-1 0,0 1 0,-1 0 1,0 0-1,1-1 0,-1 1 0,0 0 1,1 0-1,-1 0 0,0 0 0,0 0 1,0 0-1,0 0 0,0 0 0,0 0 0,0 1 1,0-1-1,0 0 0,-1 1 0,1-1 1,0 0-1,0 1 0,-2-1 0,2 1 0,1 0 0,0 0 1,0 0-1,-1 0 0,1-1 0,0 1 0,-1 0 0,1 0 0,0 0 0,-1 0 0,1 0 0,0 0 0,-1 0 0,1 0 0,0 0 1,-1 0-1,1 0 0,0 1 0,-1-1 0,1 0 0,0 0 0,0 0 0,-1 0 0,1 0 0,0 1 0,0-1 0,-1 0 0,1 0 1,0 0-1,0 1 0,-1-1 0,1 0 0,0 1 0,7 19 1,1-9-2,-1 1 0,2-2 0,0 1-1,0-1 1,1 0 0,13 9 0,-20-16 2,0-1-1,0 1 1,-1-1-1,1 1 1,-1 0-1,1 0 1,-1 0-1,0 0 1,0 0-1,-1 1 1,1-1-1,0 1 1,-1-1-1,0 1 1,1 5-1,6 15 300,-7-24-295,-1 1 1,0-1-1,1 1 0,-1-1 0,0 0 1,1 1-1,-1-1 0,1 1 0,-1-1 1,1 0-1,-1 1 0,1-1 1,-1 0-1,1 0 0,-1 1 0,1-1 1,-1 0-1,1 0 0,0 0 0,-1 0 1,1 0-1,-1 1 0,1-1 0,-1 0 1,1 0-1,0-1 0,-1 1 0,1 0 1,-1 0-1,1 0 0,-1 0 1,1 0-1,-1-1 0,1 1 0,0 0 1,-1 0-1,1-1 0,-1 1 0,0 0 1,1-1-1,-1 1 0,1-1 0,-1 1 1,0-1-1,1 1 0,-1 0 0,0-1 1,1 1-1,-1-1 0,0 1 1,1-1-1,-1 0 0,0 1 0,0-1 1,0 1-1,0-1 0,12-14-3,1 1 0,1 0 0,0 1 0,0 1 0,27-18 0,12-9 57,-49 35-18,0 1-1,0 0 1,0 0 0,0 0-1,1 0 1,-1 1 0,1 0-1,0 0 1,0 0 0,0 1-1,0-1 1,0 1 0,0 0-1,0 1 1,7-1 0,2-1 376,-17-1-742,2 2 150,-1 1 0,0 0 0,0 0 0,1 0 0,-1 0 0,0 0 0,1 1 0,-1-1 0,0 0 0,0 1 0,1-1 0,-1 1 0,1 0 0,-1-1 1,0 1-1,-1 2 0,-40 23-7878,23-19 1006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07:58.04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0 183 2913,'0'0'8296,"5"-11"-7228,19-33-208,-23 43-777,0-1 0,0 0 0,1 1 0,-1-1 0,0 1 0,1-1 0,-1 1 0,1 0 0,0 0 0,-1 0 0,1 0 0,0 0 0,0 0 0,-1 0 0,1 0 0,0 1 0,0-1 0,0 1 0,0-1 0,0 1 0,0 0 0,0 0 0,0 0-1,0 0 1,0 0 0,0 0 0,3 1 0,-1 0 27,-1 0-1,1 0 1,0 0-1,-1 1 1,1 0-1,-1 0 1,1 0-1,-1 0 1,0 0-1,5 4 1,7 12 95,0 1 0,-1 1-1,-1 0 1,-2 0 0,1 1 0,-2 1 0,11 33 0,-16-43-156,0-133 2755,-4 111-2824,0 0 0,1 0 1,0 0-1,1 0 1,0 1-1,1-1 1,-1 1-1,2 0 0,0 0 1,0 0-1,0 0 1,1 1-1,0 0 1,1 0-1,0 1 1,0 0-1,0 0 0,1 1 1,0-1-1,0 2 1,1-1-1,0 1 1,0 1-1,0-1 1,0 2-1,15-5 0,-21 7-307,0-1 0,1 1 0,-1 1 0,0-1 0,1 0 0,-1 1 0,0 0-1,1-1 1,-1 1 0,0 1 0,1-1 0,-1 0 0,0 1 0,1 0 0,-1 0-1,0 0 1,0 0 0,0 0 0,1 1 0,-1-1 0,-1 1 0,1 0 0,0 0-1,0 0 1,-1 0 0,1 0 0,-1 1 0,0-1 0,1 1 0,2 5 0,8 12-3960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07:58.49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 49 1272,'0'0'10246,"0"0"-10100,1 0 0,0 0 0,0 0-1,0 1 1,-1-1 0,1 0-1,0 0 1,0 0 0,0 1-1,-1-1 1,1 0 0,0 1-1,0-1 1,-1 1 0,1-1-1,0 1 1,-1-1 0,1 1-1,-1-1 1,1 1 0,0 0 0,-1-1-1,1 1 1,0 1 0,-3 7 251,-3 5-160,1 1 0,1 0 0,0 0 0,1 0 0,1 1 0,0-1 0,1 0-1,4 27 1,-4-41-223,0 0 0,0 1 0,1-1-1,-1 0 1,0 0 0,1 0-1,-1 0 1,1 0 0,-1 0 0,1 0-1,0 0 1,-1 0 0,1 0 0,0 0-1,0-1 1,0 1 0,-1 0-1,1 0 1,0-1 0,0 1 0,0 0-1,0-1 1,0 1 0,0-1-1,1 0 1,-1 1 0,0-1 0,0 0-1,0 0 1,0 1 0,0-1 0,1 0-1,-1 0 1,0 0 0,0 0-1,0-1 1,0 1 0,0 0 0,1 0-1,-1-1 1,0 1 0,0 0-1,0-1 1,0 0 0,1 0 0,2-1 55,0 0-1,0 0 1,-1 0 0,1-1 0,-1 0 0,0 1-1,1-1 1,-1 0 0,0-1 0,3-4 0,-1-3 88,0-1 0,-1 0 0,-1 0 0,0 0 0,0-1 0,-1 1 0,-1-1 0,0 1 0,-1-1 0,-1-17 0,1 9 186,0 20-334,-1-1 0,1 0 0,0 1 0,0-1 0,-1 0 0,1 1 0,-1-1 0,1 0 0,-1 1 0,0-1 0,0 1 0,0-1 0,0 1 0,0 0 1,0-1-1,0 1 0,0 0 0,0-1 0,-1 1 0,1 0 0,0 0 0,-1 0 0,1 0 0,-1 1 0,1-1 0,-1 0 0,1 1 0,-1-1 0,0 1 0,1-1 1,-4 1-1,-5-2-79,-1 0 1,1 2 0,-1-1 0,-11 2 0,7-1-333,14 42-3964,1-37 3882,0-1 0,0 0 1,0 0-1,1 1 0,0-1 1,0 0-1,0 0 0,0 0 0,0 0 1,1 0-1,0 0 0,0 0 1,0-1-1,0 1 0,1 0 0,3 3 1,8 8-5587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07:58.93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103 69 1296,'0'0'14805,"0"-4"-13828,0 3-940,0 0 0,0 0 0,0 0 0,-1 0 0,1 0-1,0 0 1,-1 0 0,1 0 0,-1 0 0,1 0 0,-1 1 0,1-1 0,-1 0-1,1 0 1,-1 0 0,0 1 0,1-1 0,-1 0 0,0 1 0,0-1-1,0 1 1,0-1 0,1 1 0,-1-1 0,0 1 0,0-1 0,0 1-1,0 0 1,0 0 0,0-1 0,0 1 0,0 0 0,0 0 0,0 0-1,0 0 1,0 0 0,0 0 0,0 0 0,0 1 0,0-1 0,0 0 0,0 0-1,0 1 1,0-1 0,0 1 0,0-1 0,0 1 0,1-1 0,-2 2-1,-2 0-23,0 0 0,0 0-1,1 0 1,-1 1 0,1-1-1,0 1 1,0 0 0,0 0-1,0 0 1,0 0-1,0 1 1,1-1 0,0 1-1,0-1 1,0 1 0,0 0-1,0 0 1,1 0 0,0 0-1,-1 5 1,-2 8-19,2-1 0,0 1-1,2 28 1,0-44 7,0 0-2,0 0 1,0 0 0,0 0-1,0 0 1,0 0-1,1-1 1,-1 1-1,0 0 1,1 0 0,-1 0-1,1-1 1,-1 1-1,1 0 1,-1 0-1,1-1 1,0 1 0,-1 0-1,1-1 1,0 1-1,-1-1 1,1 1-1,0-1 1,0 1 0,0-1-1,1 1 1,31 5 136,-29-6-114,0 0 0,0 0 0,0 0 0,1-1 1,-1 0-1,0 0 0,0 0 0,0 0 0,0 0 0,0-1 0,-1 0 0,1 0 0,5-3 1,-5-1 11,-1 0 0,1-1 1,-1 0-1,0 1 0,0-1 1,-1 0-1,0 0 0,0-1 1,-1 1-1,0 0 0,0-1 1,-1 1-1,0-1 0,0 1 1,-2-13-1,1-7 55,1 24-75,0 0 0,0 0 0,0 0 0,0 1 0,-1-1 0,1 0 0,-1 0 0,0 1 0,0-1 0,0 0 0,0 1 0,0-1 0,-1 1-1,1-1 1,-1 1 0,0 0 0,1-1 0,-1 1 0,0 0 0,0 0 0,-5-3 0,3 3-96,0 0 1,0 1-1,0-1 0,0 1 1,0-1-1,-1 1 1,1 1-1,-1-1 0,1 0 1,0 1-1,-1 0 0,1 0 1,-9 2-1,12-2-36,0 0 0,0 1 0,0-1 0,0 0 0,0 1 0,0-1 0,0 1 0,1-1 0,-1 1 0,0 0 0,0-1 0,0 1 0,1 0 0,-1-1 0,0 1 0,1 0 0,-1 0 0,0 0-1,1 0 1,0 0 0,-1-1 0,1 1 0,-1 0 0,1 0 0,0 0 0,0 0 0,-1 0 0,1 2 0,-1 35-3544,2-26 1807,-1 8-2124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07:59.31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1144,'0'0'15417,"1"4"-14322,3 24 2,-1 1 1,-1-1-1,-4 55 1,0-19-654,-4 55-329,6-118-123,1 0-1,-1 0 1,1 0 0,0 0 0,0 0-1,-1 0 1,1 0 0,0-1 0,0 1-1,0 0 1,0-1 0,0 1 0,0-1-1,0 1 1,0-1 0,0 1 0,0-1-1,0 0 1,0 1 0,0-1 0,1 0 0,-1 0-1,0 0 1,2 0 0,30 3-1453,-19-2 162,22-2-2041,-16-7-2539,-7-6-652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07:59.59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23 1768,'0'0'16260,"103"-16"-15844,-64 13 16,5 0-200,-5 3-184,-1 0-48,-12 0-224,-13 0-1064,-7 13-3057,-6-1-2641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08:03.48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389 55 2929,'0'0'7130,"6"-3"-6475,32-19-29,-38 22-507,1-1 0,-1 1-1,1 0 1,-1-1 0,1 1 0,-1-1 0,1 1 0,-1-1 0,1 1 0,-1-1-1,1 1 1,-1-1 0,0 1 0,1-1 0,-1 1 0,0-1 0,1 0 0,-1 1-1,0-1 1,0 0 0,0 1 0,0-1 0,0 0 0,0 1 0,0-1 0,0 0-1,0 1 1,0-1 0,0 0 0,0 1 0,0-1 0,0 0 0,-1 1 0,1-1-1,0 0 1,0 1 0,-1-1 0,1 1 0,-1-1 0,1 1 0,0-1 0,-1 1-1,1-1 1,-1 1 0,1-1 0,-1 1 0,1-1 0,-1 1 0,0 0 0,1-1-1,-1 1 1,1 0 0,-1 0 0,0-1 0,1 1 0,-1 0 0,-1 0 0,-9 1-9,0 0 0,1 1 1,-1 1-1,0-1 1,1 2-1,0 0 0,-1 0 1,1 1-1,1 0 1,-1 0-1,1 1 0,-17 14 1,-4 6 203,1 2 1,-31 36 0,42-44-240,2 0-1,0 1 1,2 1 0,0 1 0,1 0 0,2 0-1,0 1 1,2 1 0,0 0 0,2 0 0,1 1 0,0-1-1,2 1 1,2 1 0,0-1 0,1 0 0,2 0-1,0 1 1,8 35 0,-4-45 50,0-1 0,0 0-1,2 0 1,0 0 0,1-1 0,0 0 0,2-1-1,-1 0 1,2 0 0,16 17 0,-19-22-75,1-1 1,1 0-1,-1 0 1,1-1-1,0-1 1,1 1-1,0-2 1,0 1-1,0-1 1,0-1-1,1 0 1,0-1-1,0 0 1,0-1-1,16 1 1,-5-1 33,-1-2 0,1 0 0,0-2 0,-1-1 0,1 0 0,37-12 0,-51 12-48,0-1 0,0 0 0,-1-1 0,1 0 0,-1 0 0,0-1 1,0 0-1,-1 0 0,0-1 0,0 0 0,0 0 0,-1-1 0,0 0 0,-1 0 0,1 0 0,-2 0 0,1-1 0,4-12 0,-3 3 20,-1 0 0,0 0 0,-1-1 0,-1 1 0,0-23-1,-2-99-5,-3 68-48,3 42 7,-2 0 1,-2 0 0,0 0-1,-9-31 1,8 47-9,-1 0-1,0 0 1,-1 1 0,-1-1 0,0 1-1,0 1 1,-1-1 0,-1 1-1,0 1 1,-15-14 0,16 17-6,0 0 1,0 1-1,-1 0 0,0 1 1,0 0-1,0 0 1,-1 1-1,-19-8 0,13 9 3,1 1-1,-1 0 0,0 1 0,0 0 0,-24 1 0,9 1 0,5-1 2,-1 2 1,1 0-1,-44 9 1,65-8 4,4-2-29,1 26-3678,0 21-3469,0-30 535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08:04.62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1135 1 1512,'0'0'6987,"13"4"4976,-15 4-11753,-1 1 1,0-1-1,-1 0 0,1 0 1,-1-1-1,-1 1 1,1-1-1,-1 0 0,-1 0 1,-10 10-1,-6 12 124,-162 235 1090,-421 551 253,549-748-1663,-41 47 7,74-91-13,1 1 0,1 0 0,1 1 1,-23 40-1,73-92 1084,-28 25-1470,1 0 0,-1 1 0,0 0 0,1-1 0,-1 1 0,1 0 0,-1 0 0,1 1 1,-1-1-1,1 0 0,2 1 0,-3 4-4113,-4 14 689,-3 5-4004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08:05.57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535 109 1688,'0'0'14178,"-15"-8"-13467,-50-22-74,61 29-553,0 0 0,-1 0 0,1 0 0,0 0 0,-1 1 0,1 0 0,0 0 0,-1 0 0,1 0-1,0 1 1,-1-1 0,1 1 0,0 0 0,0 1 0,0-1 0,-1 1 0,-3 2 0,-5 3 190,0 1 0,1 1 1,-17 15-1,5-5 48,-6 3-81,1 2 0,1 1 0,1 1 0,2 1 0,-32 44 0,46-54-215,0 0 0,2 0-1,0 1 1,0 0 0,2 1 0,1-1-1,0 1 1,1 1 0,1-1 0,1 1-1,1 0 1,0 20 0,1-22-26,0-1 13,1 0-1,0 1 1,1-1 0,1 0-1,1 0 1,0 0-1,1-1 1,1 1 0,12 28-1,-4-20 12,2-1 0,0 0 0,2-1 0,0-1 0,29 28 0,-36-40-11,0-1 1,0-1 0,1 0 0,0 0-1,1-1 1,0-1 0,0 0 0,0 0 0,0-1-1,1-1 1,0 0 0,0-1 0,22 3-1,-12-4 64,0 0 0,0-2 0,0-1-1,0 0 1,0-2 0,0-1 0,-1 0-1,0-2 1,1-1 0,-2 0 0,1-2-1,37-20 1,-33 13-15,-1 0 0,0-2 0,-2 0 0,0-2 0,-1-1 0,-1 0 0,-1-2 0,-1 0 0,-1-1 0,-1-1 0,-1 0 0,-1-2 0,-2 1 0,0-2 0,-2 0 0,-1 0 0,-1-1 0,7-48 0,-6-4 120,-1-122 0,-10 196-176,1 1 0,-1 0 0,1 0 0,-2-1 0,1 1 0,-1 0 0,0 0 0,0 0-1,0 1 1,-1-1 0,0 0 0,0 1 0,-1 0 0,-7-9 0,4 6 20,-1 0-1,-1 1 1,0 0-1,0 0 1,0 1-1,0 0 1,-19-7-1,-4 1 81,0 1-1,-1 2 1,0 1 0,-53-6-1,45 12 22,30 2-62,0 0-1,1-1 1,-1 0-1,0-1 1,0 0-1,-16-6 1,26 5 215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08:06.52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0 138 2841,'0'0'12878,"5"-5"-11613,0 0-874,-1 0 1,1 1-1,-1 0 1,1 0 0,1 0-1,-1 0 1,11-5-1,-13 8-333,-1 0-1,0 1 1,1-1 0,-1 1-1,0-1 1,1 1 0,-1 0-1,1 0 1,-1 0-1,0 0 1,1 0 0,-1 1-1,0-1 1,1 1-1,-1-1 1,0 1 0,1 0-1,-1 0 1,0 0 0,0 0-1,0 0 1,0 1-1,0-1 1,0 1 0,0-1-1,0 1 1,-1 0-1,1 0 1,1 2 0,5 5-32,-1 0 0,0 1 0,0 0 0,-1 0 0,0 1 0,-1 0 0,0 0 0,-1 0 1,0 0-1,-1 1 0,0-1 0,-1 1 0,2 21 0,-4-32 367,-1-12 104,-12-35-172,9 32-291,0-1 1,0 1-1,2-1 1,-2-27-1,4 32-19,-1 4-11,1 0 1,0 1-1,0-1 0,1 0 1,0 0-1,3-10 0,-3 13-8,1 0 0,0 1-1,0-1 1,0 0 0,0 1 0,0 0-1,0-1 1,1 1 0,-1 0 0,1 0-1,0 1 1,-1-1 0,1 0 0,5-1-1,60-25-960,-63 26 262,0 1-1,0 0 1,0 1-1,-1-1 1,1 1-1,0 0 0,8 1 1,-6 3-3849,0 4-1520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08:06.90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132 23 1216,'0'0'16506,"-11"5"-15964,0-1-396,1 1 0,0 0-1,0 1 1,-14 10 0,21-13-102,-1 1 1,0-1-1,0 0 1,1 1-1,0 0 0,0 0 1,0 0-1,0 0 0,1 1 1,0-1-1,0 1 0,0-1 1,0 1-1,0 0 1,-1 8-1,0 10 41,1-16-74,0-1-1,1 1 0,0 0 0,0 0 1,1 0-1,0 0 0,0 0 1,1 0-1,-1 0 0,3 7 1,1-13 23,0 0 1,1 0 0,-1 0-1,0 0 1,1-1 0,-1 1-1,0-1 1,1 0 0,-1-1-1,0 1 1,1-1 0,6-2-1,-6 0-3,0 0 0,-1 0 0,1-1-1,-1 1 1,0-1 0,0 0 0,0 0 0,-1-1-1,1 1 1,-1-1 0,0 0 0,0 0-1,-1 0 1,0 0 0,1 0 0,-2-1-1,1 1 1,1-11 0,0 3 26,0-1-1,-2 1 1,1-1 0,-2 1-1,0-1 1,-3-26 0,2 39-58,1-1-1,0 1 1,-1-1 0,1 1-1,-1 0 1,1-1 0,-1 1 0,1 0-1,-1-1 1,0 1 0,0 0-1,0 0 1,0 0 0,0-1 0,0 1-1,0 0 1,0 0 0,0 1-1,-1-1 1,1 0 0,0 0 0,0 0-1,-1 1 1,1-1 0,-1 1-1,1-1 1,0 1 0,-3-1 0,3 1-113,-1 0 0,1 0 1,-1 1-1,1-1 1,-1 0-1,1 0 1,-1 1-1,1-1 1,0 1-1,-1-1 1,1 1-1,0 0 1,-1 0-1,1-1 1,0 1-1,0 0 0,0 0 1,0 0-1,-1 0 1,2 0-1,-1 0 1,0 1-1,0-1 1,0 0-1,0 0 1,1 1-1,-1-1 1,1 1-1,-2 1 0,0 5-785,-1 1-1,1-1 0,1 1 0,-1-1 0,1 14 0,1 4-3021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08:07.04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0 0 968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08:07.36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39 968,'134'9'6479,"-106"-13"-2103,-31-4 3780,-4 17-8088,2-1 0,-1 1-1,1 0 1,1 1 0,-1-1 0,2 1 0,-1 0-1,1 0 1,1 0 0,0 1 0,0-1 0,0 20-1,3-29-60,-1 0-1,0 0 1,1 0-1,-1 0 1,1 0 0,-1 0-1,1 0 1,0 0-1,-1 0 1,1 0-1,0 0 1,0 0-1,-1 0 1,1 0-1,0-1 1,0 1-1,0 0 1,0-1-1,0 1 1,0-1-1,0 1 1,1-1-1,-1 1 1,0-1-1,0 0 1,0 1-1,0-1 1,0 0-1,1 0 1,-1 0-1,1 0 1,48 1 322,-39-1-270,-8 0-37,-1-1 0,1 0 0,-1 1 0,1-1 0,-1 0 0,0 0 0,1-1 0,-1 1 0,0 0 0,0-1 1,0 1-1,0-1 0,0 0 0,0 0 0,0 1 0,0-1 0,-1 0 0,1-1 0,-1 1 0,0 0 0,1 0 1,-1-1-1,0 1 0,0 0 0,-1-1 0,1 1 0,0-1 0,-1 0 0,0 1 0,1-3 0,2-13 287,-1 0-1,0-34 0,-2 49-245,0 1-39,0 0 0,-1 0 0,1 0 1,0 0-1,-1 0 0,1 0 0,-1 0 0,0 0 0,0 0 0,0 0 1,0 0-1,0 1 0,0-1 0,0 0 0,-1 0 0,1 1 0,0-1 1,-1 1-1,0 0 0,1-1 0,-1 1 0,0 0 0,1 0 0,-1 0 1,0 0-1,0 0 0,0 0 0,0 1 0,-4-2 0,-4 0-63,0 0 0,-1 0 0,1 1-1,-18 1 1,27 1-62,0-1 0,-1 1-1,1 0 1,0 0 0,0 0 0,0 0 0,1 0-1,-1 0 1,0 0 0,0 0 0,0 0 0,1 1-1,-1-1 1,1 0 0,-1 0 0,1 1-1,-1-1 1,1 0 0,0 1 0,0-1 0,-1 0-1,1 1 1,0-1 0,0 0 0,0 1 0,1-1-1,-1 3 1,5 40-4684,10-25 968,-1-5-1042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08:07.74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133 2 4721,'0'0'17862,"-5"-1"-17267,3 0-541,-1 1 0,0 0 0,1 1-1,-1-1 1,0 0 0,1 1 0,-1 0-1,1-1 1,-1 1 0,1 0 0,-1 0-1,1 0 1,0 1 0,-1-1 0,1 1-1,0-1 1,0 1 0,0 0 0,0 0-1,0 0 1,0 0 0,1 0 0,-1 0-1,-1 4 1,-6 6 95,0 0 0,1 1 1,-10 22-1,12-20-131,1 0 1,1 0 0,1 0-1,0 1 1,1-1 0,0 1-1,1-1 1,1 1 0,1 0-1,3 22 1,-3-34-36,0-1 0,0 0-1,0 0 1,0 0 0,0 1 0,1-1 0,0 0-1,-1-1 1,1 1 0,0 0 0,0 0-1,1-1 1,-1 1 0,0-1 0,1 0 0,-1 0-1,1 0 1,0 0 0,0 0 0,0 0-1,0-1 1,0 0 0,0 1 0,0-1 0,1 0-1,2 0 1,10 2-1190,-1 0 0,1-2 0,0 0 0,19-1 0,-19 0-1300,-9-1-1639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08:07.96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45 1672,'0'0'17132,"174"-41"-16756,-136 37-184,-6 4-192,7 0-40,-7 0-1032,-13 10-1769,0 0-3976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08:09.98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92 1488,'0'2'10254,"0"-4"-8945,0-2-1140,0 0 0,1 0 0,0 1 0,0-1 0,0 0 0,0 1 0,1-1 0,-1 1 0,1-1 0,0 1 0,0 0 0,0-1 0,0 1-1,1 0 1,-1 1 0,1-1 0,0 0 0,-1 1 0,1-1 0,1 1 0,-1 0 0,0 0 0,4-1 0,-2 0-117,0 1 0,0 0 0,1 0-1,-1 0 1,0 1 0,1-1 0,-1 1-1,1 1 1,-1-1 0,1 1 0,0 0-1,-1 0 1,1 1 0,-1 0 0,11 2-1,-13-1-25,0-1 0,0 1 0,0 0-1,0 0 1,0 0 0,-1 0 0,1 0-1,-1 1 1,1-1 0,-1 1 0,0 0-1,0-1 1,0 1 0,-1 0-1,1 0 1,-1 0 0,1 0 0,-1 1-1,0-1 1,0 0 0,0 1 0,0 5-1,1 11 370,0 0-1,-2 36 1,0-33 198,-7 154 485,1-78-156,6-99-876,0-1 0,-1 1 0,1 0 0,0 0 0,0-1 0,0 1 0,0 0 0,-1 0-1,1 0 1,0-1 0,0 1 0,-1 0 0,1 0 0,0 0 0,0 0 0,-1-1 0,1 1 0,0 0-1,0 0 1,-1 0 0,1 0 0,0 0 0,-1 0 0,1 0 0,0 0 0,0 0 0,-1 0-1,1 0 1,0 0 0,-1 0 0,1 0 0,0 0 0,-1 0 0,1 0 0,0 0 0,0 0 0,-1 1-1,1-1 1,0 0 0,0 0 0,-1 0 0,1 0 0,0 1 0,0-1 0,0 0 0,-1 0 0,1 0-1,0 1 1,0-1 0,0 0 0,0 0 0,-1 1 0,1-1 0,0 0 0,0 1 0,0-1-1,0 0 1,0 0 0,0 1 0,0-1 0,0 0 0,0 1 0,0-1 0,0 0 0,0 1 0,-25-30 271,11 12-235,-42-51 40,50 63-110,1 0 0,0-1 0,1 0 0,-1 0 1,1 0-1,-5-10 0,-17-23 237,26 39-249,0 0 0,0 0-1,0 0 1,1 0 0,-1 0 0,0 0-1,0 0 1,0 0 0,1 0 0,-1 0-1,0 0 1,0 0 0,0 0-1,0 0 1,1 0 0,-1 0 0,0 0-1,0-1 1,0 1 0,0 0-1,1 0 1,-1 0 0,0 0 0,0 0-1,0 0 1,0-1 0,0 1 0,0 0-1,1 0 1,-1 0 0,0 0-1,0-1 1,0 1 0,0 0 0,0 0-1,0 0 1,0-1 0,0 1 0,0 0-1,0 0 1,0 0 0,0-1-1,0 1 1,0 0 0,0 0 0,0 0-1,0 0 1,0-1 0,0 1-1,18 7-57,5 10 53,1 0-1,1-2 0,39 18 1,-62-31-2,-1 0 0,1-1 0,0 1 1,-1 0-1,0 0 0,1 0 0,-1 0 1,0 0-1,0 0 0,0 0 0,0 0 1,0 1-1,-1-1 0,1 0 1,-1 1-1,1-1 0,-1 0 0,0 3 1,0-4 7,0 0-1,0-1 1,1 1 0,-1 0 0,0 0 0,0-1 0,0 1 0,1 0 0,-1-1 0,0 1 0,1-1 0,-1 1 0,1 0 0,-1-1 0,1 1 0,-1-1 0,1 1 0,-1-1 0,1 1 0,-1-1 0,1 1 0,0-1 0,-1 0 0,1 1 0,0-1 0,-1 0 0,1 0 0,0 1 0,-1-1 0,2 0 0,35 3 33,-36-3-31,0 0 0,1-1 0,-1 1 0,0-1 0,0 0 0,1 1 0,-1-1 1,0 0-1,0 0 0,0 0 0,0 0 0,0 0 0,0 0 0,0 0 0,0 0 1,0 0-1,0 0 0,0-1 0,-1 1 0,1 0 0,-1 0 0,1-2 0,17-45 133,-2 6-55,-8 30-92,0 1 0,0-1 0,1 2 0,15-15 0,-9 5 99,-14 18-53,-1 1 1,1-1-1,0 1 0,0 0 0,0-1 0,-1 1 1,1 0-1,0 0 0,1 0 0,-1 0 0,0 0 0,0 0 1,0 0-1,3-1 0,-5 6-5203,-11 19 1054,-6 5-832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08:11.84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0 146 2897,'0'0'11003,"10"1"-10217,6-1-807,36 3 1442,-49-3-1307,0 1 0,0-1 0,1 1 0,-1 0 0,0 0 0,0 0 0,0 0 1,0 0-1,0 1 0,0-1 0,0 1 0,3 3 0,4 7 75,-1 1 0,-1 0 0,0 0 0,-1 1 0,-1 0 0,0 1 0,-1-1 0,0 1 0,3 18-1,17 46 548,-26-154 1446,3 31-2137,-2 27-52,1-1 1,1 1 0,1 0-1,0-1 1,1 1-1,1 0 1,1 1 0,0 0-1,1-1 1,1 2-1,0-1 1,1 1 0,1 1-1,19-24 1,-27 37-129,-1 0 0,0-1 0,1 1 0,-1 0 0,1 0 0,0 0 0,-1 0 0,1 0 0,0 0 0,-1 0 0,1 1 0,0-1 0,0 0 0,0 1 0,0 0 0,0-1 0,0 1 0,0 0 0,0 0 0,-1 0 0,1 0 0,0 1 0,0-1 1,0 0-1,0 1 0,0 0 0,0-1 0,-1 1 0,1 0 0,0 0 0,0 0 0,2 1 0,3 4-884,-1-1 0,1 1 0,-1 0 0,-1 0 0,8 10 0,-10-12 395,12 16-4164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08:12.24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85 108 1176,'0'0'16460,"-2"-3"-15743,1 2-692,1 0 0,-1 1-1,0-1 1,1 0-1,-1 0 1,0 1 0,1-1-1,-1 0 1,0 1 0,0-1-1,0 0 1,0 1-1,0-1 1,0 1 0,1 0-1,-1-1 1,0 1 0,0 0-1,0-1 1,0 1-1,-1 0 1,1 0 0,0 0-1,0 0 1,0 0 0,0 0-1,0 0 1,0 0-1,0 1 1,0-1 0,-1 1-1,0 0-1,-1 1 0,1-1-1,0 1 1,0 0 0,0 0-1,0 0 1,0 0-1,0 0 1,0 1 0,1-1-1,-3 5 1,0 0-17,0 1 0,1 0 0,-1 1 0,2-1 0,-1 0-1,1 1 1,-1 15 0,2-22-1,1-1-1,0 1 0,0 0 1,0 0-1,0 0 1,0 0-1,1 0 0,-1 0 1,0-1-1,1 1 1,-1 0-1,1 0 1,0-1-1,0 1 0,0 0 1,0-1-1,0 1 1,0-1-1,0 1 0,0-1 1,0 1-1,3 1 1,1-1 25,-1-1-1,0 0 1,0 1 0,0-2 0,1 1 0,-1-1 0,0 1 0,1-1-1,5-1 1,-7 2-3,1-1 1,-1 0-1,0 0 0,1-1 0,-1 1 1,0-1-1,1 0 0,-1 0 0,0 0 1,0 0-1,1 0 0,-1-1 0,0 1 1,0-1-1,-1 0 0,6-3 0,-5 1 32,-1 0-1,1 0 0,-1 0 1,0 0-1,0 0 0,0 0 1,0-1-1,-1 1 0,0 0 1,0-1-1,0 1 0,0-9 1,1-19 389,-2-48-1,-1 30 78,1 50-538,0-1 0,0 1 0,0 0 0,0-1-1,0 1 1,0-1 0,0 1 0,-1 0 0,1-1 0,0 1-1,0 0 1,0-1 0,0 1 0,-1 0 0,1 0 0,0-1 0,0 1-1,-1 0 1,1 0 0,0-1 0,-1 1 0,1 0 0,0 0 0,-1-1-1,1 1 1,0 0 0,-1 0 0,1 0 0,0 0 0,-1 0-1,1 0 1,0 0 0,-1 0 0,1 0 0,-1 0 0,1 0 0,0 0-1,-1 0 1,1 0 0,0 0 0,-1 0 0,1 0 0,0 0 0,-1 0-1,1 0 1,0 1 0,-1-1 0,-17 11-2183,16-7 1748,1-1-1,0 1 1,0 0-1,0 0 1,0 0 0,0-1-1,1 1 1,-1 0 0,1 0-1,0 0 1,0 0 0,1 4-1,0 7-2397,-1 5-1593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08:12.67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90 36 928,'0'0'18300,"-2"-3"-18026,2 3-265,-1-1 0,1 1 1,0-1-1,-1 1 1,1-1-1,-1 1 1,1 0-1,-1-1 0,1 1 1,0 0-1,-1 0 1,1-1-1,-1 1 1,0 0-1,1 0 0,-1 0 1,1-1-1,-1 1 1,1 0-1,-1 0 1,1 0-1,-1 0 0,0 0 1,1 0-1,-1 0 1,1 0-1,-1 1 1,1-1-1,-1 0 0,1 0 1,-2 1-1,-20 15 252,17-11-205,0 0 0,1 0 0,-1 1 0,1 0 0,1 0 0,-7 13 0,7-10 14,-7 30-14,12-38-33,0-1-1,0 1 1,0 0 0,0-1 0,0 1 0,0-1 0,1 0 0,-1 0 0,0 1-1,0-1 1,0-1 0,4 1 0,-5 0 2,2 0-1,0 0 0,0 0-1,0 1 1,0-2 0,0 1-1,0 0 1,0 0-1,0-1 1,0 0 0,-1 0-1,1 0 1,0 0-1,0 0 1,-1 0 0,1 0-1,-1-1 1,4-2-1,-4 0 96,0 0 0,-1 1-1,1-1 1,-1 0 0,0 0-1,0 0 1,0 0-1,-1 0 1,0 0 0,0 0-1,0 0 1,0-6 0,0-4 64,-1-28 569,1 41-818,0 0 1,0 0-1,-1 0 1,1 0-1,0 0 1,-1 0-1,1 1 1,-1-1-1,1 0 1,-1 0-1,1 0 1,-1 0-1,1 0 1,-1 1-1,0-1 1,0 0-1,1 0 0,-1 1 1,0-1-1,0 1 1,0-1-1,0 1 1,0-1-1,1 1 1,-1-1-1,0 1 1,0 0-1,0-1 1,0 1-1,0 0 1,0 0-1,-2 0 1,2 9-4891,1 13 2962,0-21 1385,1 20-3523,4-7-1541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08:13.15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211 27 928,'0'0'15672,"0"-4"-14368,0 3-1201,0 0 0,0 0 0,0 0 0,0 0-1,-1 0 1,1 0 0,0 0 0,0 0 0,-1 0 0,1 0 0,-1 1 0,1-1 0,0 0 0,-1 0 0,0 0 0,1 1 0,-1-1 0,1 0 0,-1 1-1,0-1 1,0 0 0,1 1 0,-1-1 0,0 1 0,-1-1 0,0 0-17,1 1 1,0 0-1,-1 0 0,1 0 0,0 0 1,-1 0-1,1 0 0,-1 0 0,1 0 1,0 0-1,-1 1 0,1-1 0,0 1 1,0-1-1,-1 1 0,1-1 0,0 1 1,0 0-1,-1-1 0,1 1 0,0 0 1,0 0-1,-1 1 0,-17 18 106,0 1 0,2 0-1,1 1 1,0 1 0,2 0-1,0 1 1,-11 30 0,19-36-176,1 0 1,1 0 0,0 0-1,1 1 1,1 0-1,1-1 1,1 1 0,3 31-1,-1 6 2,-2-54-29,0-1 1,0 0-1,1 0 1,-1 0-1,0 1 1,1-1-1,-1 0 1,1 0-1,0 0 1,-1 0-1,1 0 1,0 0-1,0 0 1,-1 0-1,1 0 1,0 0-1,0 0 1,0-1 0,0 1-1,0 0 1,0-1-1,0 1 1,3 0-1,0 1 94,0 0 0,0-1 1,0 0-1,1 0 0,-1 0 0,1 0 0,7 0 0,-9-1-301,1 0 1,0-1-1,0 1 0,0-1 1,0 1-1,0-1 0,-1 0 0,1-1 1,3-1-1,-5 3-133,-1-1 0,0 1 0,0-1 0,0 0 0,1 0-1,-1 0 1,0 0 0,0 0 0,-1 0 0,1 0 0,0 0 0,0 0 0,0 0 0,-1 0 0,1 0-1,0 0 1,-1-1 0,1 1 0,-1 0 0,1-1 0,-1 1 0,0 0 0,0-1 0,1-1 0,-1-12-7706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08:13.43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1408,'0'0'17356,"26"0"-16748,-1 0 104,7 0-72,13 0-279,0 0-257,7 0-104,-1 13-385,-13 6-1903,-5-6-3441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08:14.25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0 106 1528,'0'0'14295,"8"-8"-13190,4-2-763,1 0 1,-1 1-1,2 0 0,0 1 1,0 0-1,0 1 1,1 1-1,30-9 1,-33 11-302,0 1 1,0 0 0,0 1 0,0 1 0,1-1 0,-1 2 0,1 0 0,-1 0-1,17 4 1,-26-1-14,1 1 0,-1 0-1,0 0 1,0 1 0,-1-1 0,1 0-1,-1 1 1,0 0 0,0-1-1,0 1 1,-1 0 0,2 9-1,1 38 620,-5 92 0,-1-52-59,3-72-453,-2-1 0,0 1-1,-1-1 1,-8 34 0,5-31-13,1-1 0,-2 27 0,-6 28 157,3-27 232,2 0-1,2 1 0,2 61 1,3-110-11,23-39-204,9-17-1483,-23 18-3603,-10 26-113,-4 2-1858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08:14.67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3065,'0'0'15623,"11"22"-14057,-2-12-1245,-1-1 0,1 0 0,0 0 0,1-1 0,0-1 1,1 0-1,-1 0 0,20 8 0,-5-3-285,1-2 0,47 13 0,-63-21-13,0-1 0,0 1 0,0-1 0,18-1 0,-18 0 4,-9 0-280,-9 11-5066,-9 6 1124,-3 0-1086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08:14.99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135 1 1408,'0'0'17269,"-2"35"-14441,-7-13-2667,-1 0 0,0-1 0,-20 30 0,0-1-41,30-49-121,-5 6-438,1 0 0,1 0-1,0 1 1,0 0 0,0-1 0,-2 12-1,-1 0-3275,-6-5-1585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08:15.82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734 275 1200,'0'0'16380,"0"-17"-15260,-3-52-281,2 68-814,1 0 0,0-1 0,0 1 0,-1 0-1,1 0 1,-1 0 0,1 0 0,-1 0 0,1 0 0,-1 0 0,1 0 0,-1 1 0,0-1 0,0 0 0,1 0 0,-1 0 0,0 1 0,0-1-1,0 0 1,0 1 0,0-1 0,0 1 0,0-1 0,0 1 0,0 0 0,0-1 0,0 1 0,0 0 0,0 0 0,0-1 0,-1 1 0,1 0-1,0 0 1,0 0 0,0 1 0,0-1 0,0 0 0,0 0 0,0 1 0,-2-1 0,-4 1 100,-8-1-37,1 1 0,-1 1 0,1 0 0,0 1 0,0 0 1,0 1-1,0 1 0,0 0 0,1 1 0,-25 14 0,-22 13 28,1 2-1,2 3 0,2 2 1,-53 50-1,92-75-89,1 1-1,0 0 1,1 1 0,1 0 0,1 1-1,0 0 1,1 1 0,1 1-1,1 0 1,1 0 0,1 0-1,0 1 1,2 0 0,0 1-1,2-1 1,-3 39 0,6-36-26,-1-9 0,1 0 1,0 0 0,0 0 0,2 0-1,0 0 1,1-1 0,0 1 0,1-1-1,1 0 1,12 27 0,-6-21 17,1-1 0,1 0-1,1-1 1,0-1 0,2 0 0,0 0 0,0-2 0,2 0-1,0-1 1,0-1 0,1 0 0,1-2 0,0 0 0,1-1 0,0-2-1,0 0 1,1-1 0,0-1 0,0 0 0,1-2 0,-1-1 0,1-1-1,0-1 1,0-1 0,41-5 0,-42 1 1,1-2-1,-2-1 1,1 0 0,-1-2-1,0 0 1,-1-1 0,0-2-1,-1 0 1,32-25 0,-20 12 63,-1-2 0,-1-2 0,-1 0 0,40-57 0,-53 63 33,-1 0-1,-1-2 0,-1 1 0,-1-1 1,-1-1-1,12-49 0,-14 36 38,-2 0 1,-2 0-1,-2-1 1,-3-45-1,-1 64-129,-1 0 0,0 0 0,-2 0-1,-1 1 1,0 0 0,-1 0 0,-2 1 0,0 0 0,-1 0-1,-21-30 1,7 16 12,-2 1-1,-1 2 1,-1 0 0,-51-40-1,68 61-57,-2 0 0,0 0 0,0 2 0,0-1 0,-1 2 0,0 0 0,0 0 0,-1 1 0,1 1 0,-1 1-1,0 0 1,0 0 0,0 2 0,-1 0 0,1 1 0,-26 2 0,37-1-116,-1 0 0,1 0 0,0 0 0,0 0 0,-1 1 0,1 0 0,0 0-1,0 0 1,1 0 0,-1 1 0,0-1 0,1 1 0,0 0 0,-1 0 0,1 0 0,0 1 0,0-1 0,1 1 0,-5 7-1,-1 4-1018,0 1-1,2 1 0,-9 28 1,3-7-1525,-6 4-1828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08:16.67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1078 77 2689,'0'0'7655,"2"-9"-6995,0 1-79,4-23-493,-4 2 7486,-5 30-7432,-1 0 0,0 0 0,0 0 0,1 1 1,-1-1-1,1 1 0,-1 0 0,1 0 0,0 0 0,-1 0 1,1 1-1,1-1 0,-1 1 0,0 0 0,0 0 0,1 0 1,0 0-1,-1 0 0,-2 6 0,-15 17 194,-40 45 433,3 2-1,-52 89 0,-82 171 181,156-267-829,-46 85 64,26-43 38,-5-4 1,-103 139-1,-30-34 147,193-209-367,16 3-9151,-8-3 3303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08:17.34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534 158 1744,'0'0'15830,"-21"0"-15063,1-1-556,11 0-111,-1 1 0,1-1 1,0 2-1,-1-1 1,1 1-1,0 0 1,0 1-1,0 0 1,0 1-1,0 0 1,0 0-1,-13 8 1,-8 6 292,1 3 1,0 0-1,1 1 1,2 2-1,0 1 1,-30 36-1,41-41-283,0 1-1,2 0 1,0 1-1,1 1 1,1 0 0,1 1-1,1 0 1,1 0-1,-8 44 1,10-30-42,1 0 0,2 0 0,2 1 1,4 38-1,-1-53-57,1-1 1,1 1-1,1-1 1,1 0 0,1-1-1,1 0 1,20 38-1,-14-35-6,1 0 0,0-1 0,2-1 1,21 22-1,-31-36-4,2-1 0,-1 0 0,1 0 0,0 0 0,0-1 0,0-1 1,1 0-1,0 0 0,0-1 0,1 0 0,-1 0 0,1-1 0,12 1 1,-6-2 7,0-1 0,1-1 0,-1 0 1,0-1-1,1-1 0,-1-1 1,0-1-1,-1 0 0,1-1 0,-1-1 1,0 0-1,0-1 0,29-18 1,-11 2-11,-1-1 1,-1-2 0,-2-1 0,52-59 0,-50 49 12,-2-2 0,-1-1 1,-2-2-1,-2 0 0,26-61 1,-37 70 19,-2-1 1,-2 0-1,-1 0 1,-1-1-1,-2-1 1,-1 1-1,-2-1 1,-2-39 0,-3 57 27,0-1 0,-1 1 1,-1 0-1,0 0 0,-2 0 1,0 0-1,-1 1 0,-1 0 1,0 0-1,-1 1 0,-1 0 1,0 1-1,-15-16 0,17 20-32,-2 1 1,0 0-1,0 1 0,-1 0 0,0 0 0,0 1 0,-1 1 0,0 0 0,0 0 0,-1 1 0,0 1 0,0 0 0,0 1 0,-1 0 0,0 1 0,1 1 0,-27-2 0,21 3-78,-31 2 54,49 0-55,-1-1 0,0 0-1,0 0 1,1 1 0,-1-1-1,0 1 1,1 0 0,-1-1-1,0 1 1,1 0 0,-1 0-1,1 0 1,-1 0 0,1 0 0,0 1-1,-1-1 1,1 0 0,0 1-1,0-1 1,0 0 0,-1 3-1,1-3-64,1-1 1,0 1-1,0 0 0,0 0 0,0 0 0,-1-1 0,1 1 1,0 0-1,0 0 0,0 0 0,0-1 0,1 1 0,-1 0 1,0 0-1,0 0 0,0-1 0,1 1 0,-1 0 0,0-1 0,1 1 1,-1 0-1,1 0 0,-1-1 0,1 1 0,-1-1 0,1 1 1,-1 0-1,1-1 0,-1 1 0,1-1 0,0 1 0,-1-1 0,1 0 1,0 1-1,0-1 0,-1 0 0,1 1 0,0-1 0,0 0 1,-1 0-1,2 0 0,33 7-6096,9-6-5228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08:18.46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1 155 1512,'0'0'10857,"5"-5"-9783,27-25 813,-30 26-1626,-1-1 0,1 1 0,-1 0 0,0 0 0,-1 0-1,1-1 1,-1 1 0,0 0 0,0-6 0,0 10-255,6-71 6436,-5 73-6293,17 34 300,0-2 0,3 0 0,31 41 0,-13-21 237,48 63-52,115 116-1,-123-148-447,-3 4-1,119 184 0,-172-233-115,57 100 479,177 235 0,-237-348-537,-16-19-2,1-1 0,0 0-1,1 0 1,0 0 0,0-1 0,1 0 0,11 9 0,-17-14 24,-1 1-24,0-1 4,-33-1-11911,15 0 4614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08:19.23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983 150 1568,'0'0'15918,"-29"-16"-14560,-96-48-351,117 60-891,0 1 0,0 0 0,-1 0 0,1 1 0,-1 0 0,1 1 0,-1 0 0,0 0 0,1 1 0,-1 0 0,0 1 0,0 0 0,-9 2 0,5-1 51,-18 4 165,0 1 0,1 2 0,0 1 0,0 1 0,1 1-1,-32 19 1,11-1 66,1 2 0,-65 54 0,93-67-363,1 0 0,1 1 1,0 0-1,1 2 0,2 0 1,0 1-1,1 1 0,2 0 0,0 1 1,2 1-1,0 0 0,2 0 1,1 1-1,1 0 0,2 0 1,0 0-1,2 1 0,1 0 1,1 0-1,6 54 0,-2-68-32,0-1 0,1 1 0,1-1 0,0 0 0,0 0-1,2-1 1,-1 0 0,2 0 0,0-1 0,0 1 0,1-2 0,0 1 0,1-1-1,0-1 1,0 0 0,1 0 0,19 11 0,-9-7 1,2 0 0,-1-2 0,2 0 1,-1-1-1,1-2 0,1 0 0,-1-2 0,47 6 1,-42-8 0,0-2 0,0-1 1,0-1-1,0-2 1,-1-1-1,1-1 1,-1-1-1,1-1 1,-2-2-1,1-1 0,41-20 1,-30 8 11,-1-2-1,-1-2 1,-1-2 0,-1 0 0,-1-3 0,-2-1-1,-1-1 1,34-46 0,-47 53 2,0-1 0,-2-1 0,-1 0 0,-1-1 1,-2-1-1,0 0 0,-2 0 0,-1-1 0,-2-1 0,-1 1 1,-1-1-1,1-50 0,-6 56 73,0 1 1,-2-1-1,-9-44 0,8 58-19,-1 0-1,0 0 1,0 1-1,-1 0 1,-1 0-1,0 0 1,0 0-1,0 1 1,-2 0-1,-11-13 1,5 10-26,0 0 0,0 1 0,-1 0 0,-1 1 0,0 0 0,0 2 0,-1 0 0,0 1 0,0 0 0,-1 2 0,-23-5 0,2 3 40,-1 2 0,0 2 0,0 1 0,-46 5 0,83-3-86,-1 1 1,1-1-1,0 1 1,0 0-1,0 0 1,0 1 0,0-1-1,0 1 1,0-1-1,0 1 1,1 0-1,-1 0 1,-3 4-1,5-6-15,0 1-1,1 0 0,-1-1 1,0 1-1,1 0 0,-1 0 1,1 0-1,-1-1 0,1 1 1,-1 0-1,1 0 0,-1 0 1,1 0-1,0 0 0,0 0 0,-1 0 1,1 0-1,0 0 0,0 0 1,0 0-1,0 0 0,0 0 1,0 0-1,1 0 0,-1 0 1,0 0-1,0 0 0,1-1 1,-1 1-1,0 0 0,1 0 1,-1 0-1,1 0 0,-1 0 1,1 0-1,0-1 0,-1 1 1,1 0-1,0-1 0,-1 1 1,1 0-1,0-1 0,0 1 1,0-1-1,-1 1 0,2 0 1,34 17-2897,4 4-5025,-26-12-208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08:26.12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0 240 3137,'0'0'3937,"4"4"-2402,-4-3-1315,1 0 0,0 0 1,0 0-1,0 0 0,0 0 1,0-1-1,0 1 0,0 0 1,0 0-1,0-1 0,0 1 1,0-1-1,0 1 1,1-1-1,-1 0 0,0 1 1,0-1-1,1 0 0,-1 0 1,0 0-1,0 0 0,1 0 1,-1 0-1,0 0 0,2 0 1,19-12 3449,-6-2-3954,7-11 850,-1 0 0,-2-2 0,0 0 0,-2-1 0,18-38 1,-29 45-188,-3 10 100,0 28-201,0 15 14,-2 0-1,-4 52 1,1-54-59,0-1 0,2 1 0,8 47 0,-2-28 197,-2 0 0,-2 0 0,-5 52 0,2-33 242,-13 45 1423,13-118-2788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08:27.80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71 112 2457,'0'0'7118,"3"4"-6144,8 7-17,-11-11-910,1 0-1,-1 0 1,0 1-1,0-1 1,0 0-1,0 0 1,0 0-1,0 1 1,0-1-1,1 0 1,-1 0-1,0 0 1,0 1-1,0-1 1,0 0-1,1 0 1,-1 0-1,0 0 1,0 0-1,1 1 1,-1-1-1,0 0 1,0 0-1,0 0 1,1 0-1,-1 0 1,0 0-1,0 0 1,1 0-1,-1 0 1,0 0-1,0 0 1,1 0-1,-1 0 1,0 0-1,0 0 1,1 0-1,-1 0 1,0 0-1,0 0 1,1 0-1,-1-1 1,0 1-1,0 0 1,0 0-1,1 0 1,-1 0-1,0 0 1,0-1-1,0 1 1,1 0-1,-1 0 1,0 0-1,0-1 1,0 1-1,0 0 1,0 0-1,0 0 1,0-1-1,1 1 1,-1 0-1,0 0 1,0-1-1,0 1 1,0 0-1,0-1 1,2-4 115,1 1-1,0-1 1,1 1 0,-1-1 0,1 1-1,0 0 1,0 0 0,0 1 0,0-1-1,1 1 1,-1 0 0,6-3 0,0-1-35,-2 0-114,0 0 0,1 1 0,-1 0 1,1 1-1,1-1 0,-1 2 0,1-1 0,0 1 1,0 1-1,0 0 0,0 0 0,20-2 1,-29 6-11,0 1 0,0-1 1,0 0-1,-1 1 1,1-1-1,0 1 0,-1-1 1,1 1-1,-1-1 0,1 1 1,-1 0-1,0-1 1,0 1-1,0-1 0,0 1 1,0 0-1,0-1 0,0 1 1,0 0-1,-1 1 1,1-2 14,0 13 80,-1-1 0,0 0 1,-1 1-1,0-1 0,-1 0 0,-1 0 1,0-1-1,0 1 0,-1-1 0,-1 0 1,-14 23-1,-3 1-63,-1 0 0,-2-2 0,-2-1-1,-1-1 1,-51 43 0,79-74-27,0 0 1,1-1-1,-1 1 0,1 0 0,-1-1 0,0 1 0,0-1 0,1 1 1,-1-1-1,0 0 0,0 1 0,1-1 0,-1 0 0,0 1 0,0-1 1,0 0-1,0 0 0,0 0 0,1 0 0,-1 0 0,0 0 0,0 0 1,0 0-1,0 0 0,0 0 0,0 0 0,1 0 0,-1-1 0,0 1 1,0 0-1,-1-2 0,0 1-3,1-1 1,0 0-1,-1 1 1,1-1-1,0 0 1,0 0-1,0 0 1,0 0-1,0 0 1,1 0-1,-1-1 0,0-2 1,-4-68-61,5 71 56,-1 1 3,1 0 1,0-1-1,0 1 1,0 0-1,0 0 1,0-1 0,0 1-1,1 0 1,-1 0-1,0-1 1,0 1-1,1 0 1,-1 0 0,1 0-1,-1 0 1,1 0-1,0 0 1,-1 0-1,1 0 1,0 0-1,1-1 1,25-2 532,-16 5-337,75-3 1594,94 4 1699,-175 0-3380,1-1 0,0 1 0,-1 0 0,0 1 0,1-1 0,-1 1 1,0 0-1,0 1 0,-1-1 0,1 1 0,-1 0 0,0 0 0,0 0 0,0 1 0,0-1 1,4 9-1,-6-11-60,1 0 0,-1 0 0,0 0 0,1 0 0,-1 0 0,1-1 1,-1 1-1,1-1 0,0 0 0,-1 0 0,1 0 0,0 0 0,0 0 0,0 0 1,0-1-1,0 0 0,0 1 0,0-1 0,5-1 0,-4 2-1,1-1 0,-1-1-1,1 1 1,-1-1 0,1 1 0,-1-1-1,0 0 1,1-1 0,-1 1 0,0-1-1,0 0 1,6-3 0,-5 1-25,0-1 0,0 1 0,0-1 0,-1 0 0,0 0 0,0 0 0,0-1 0,0 1 1,-1-1-1,0 0 0,-1 0 0,1 0 0,-1 0 0,0 0 0,2-13 0,-4 19-105,-15 5-2139,7 0-97,4 14-1,0 1-2615,3-5-3336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08:29.34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62 2505,'0'0'9606,"8"1"-8275,-3 0-1120,0 0 0,1 0 1,-1-1-1,0 0 0,0 0 1,0 0-1,0 0 1,0-1-1,1 0 0,-1 0 1,7-3-1,38-11 479,0 2 1,1 2-1,1 3 1,0 2-1,102 1 0,-152 5-664,-1 0-1,0 1 0,0-1 1,0 1-1,0-1 0,1 1 1,-1-1-1,0 1 0,0 0 0,0-1 1,0 1-1,0 0 0,0 0 1,0 0-1,-1 0 0,1 0 1,0 0-1,0 0 0,-1 0 1,1 0-1,-1 0 0,1 0 1,-1 1-1,1-1 0,-1 0 1,0 0-1,1 1 0,-1-1 1,0 0-1,0 0 0,0 1 1,0-1-1,0 0 0,0 0 0,-1 1 1,1-1-1,-1 2 0,1 1 31,0 0-1,-1 0 1,0 1-1,1-1 1,-2 0-1,1 0 1,0 0-1,-1 0 1,0 0-1,-2 4 1,-2-3 40,1 0-1,-1 0 1,0-1 0,0 0 0,0 0 0,-1 0 0,1-1-1,-1 0 1,0 0 0,0-1 0,0 1 0,0-2 0,-14 3 0,7-1-66,0 0 0,0 1 0,-26 12 1,40-16-32,0 0 0,1 0 0,-1 0 0,1 0 0,-1 1 0,0-1 0,1 0 0,-1 0 0,0 0 0,1 0 0,-1 0 0,0 1 0,1-1 0,-1 0 0,0 0 0,1 0 0,-1 1 0,0-1 0,0 0 0,1 1 0,-1-1 0,0 0 0,0 0 0,1 1 1,-1-1-1,0 0 0,0 1 0,0-1 0,0 1 0,0-1 0,0 0 0,1 1 0,-1-1 0,0 0 0,0 1 0,0-1 0,0 1 0,0-1 0,0 0 0,-1 1 0,1-1 0,0 0 0,0 1 0,0-1 0,0 0 0,0 1 0,0-1 0,-1 0 0,1 1 0,0-1 0,0 0 1,0 1-1,-1-1 0,1 0 0,0 1 0,-1-1 0,1 0 0,0 0 0,-1 0 0,1 1 0,0-1 0,-1 0 0,1 0 0,-1 0 0,37 9-70,-34-9 70,2 1-1,14 1-126,-1 2 0,35 11 1,-49-14 112,0 0 1,0 0-1,0 0 1,0 1-1,-1-1 1,1 1-1,0-1 0,-1 1 1,1 0-1,-1 0 1,1 0-1,-1 0 1,0 1-1,0-1 1,0 1-1,0-1 1,0 1-1,-1 0 1,1-1-1,-1 1 1,0 0-1,0 0 1,0 0-1,0 0 1,1 5-1,2 14-44,-1 2-18,-4-23 89,1-1-1,0 1 1,-1 0 0,1 0-1,-1-1 1,1 1-1,-1 0 1,1-1 0,-1 1-1,0 0 1,1-1 0,-1 1-1,0-1 1,1 1 0,-1-1-1,0 1 1,0-1-1,1 0 1,-1 1 0,0-1-1,0 0 1,0 0 0,0 0-1,0 1 1,1-1 0,-1 0-1,0 0 1,-1 0-1,-299 40 3798,287-38-3514,4-1 409,13 0 25,-1-1-805,0 1 1,0-1-1,1 0 0,-1 0 0,0 1 1,0 0-1,0-1 0,0 1 1,0 0-1,-1 0 0,1 0 1,0 0-1,0 0 0,0 0 1,-1 0-1,1 1 0,-1-1 0,1 1 1,-1-1-1,1 1 0,-1 0 1,0-1-1,0 1 0,0 0 1,0 0-1,1 3 0,-1 57-7267,-1-38-8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08:31.14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8 448 1872,'0'0'14638,"26"0"-12475,-20-1-2086,-1 1 0,0-1 0,0 0 0,1-1 0,-1 1 0,0-1 0,0 0 0,-1-1 0,1 1 0,0-1 0,-1 0 0,0 0 0,1 0 0,-1 0 0,0-1-1,-1 0 1,6-6 0,-5 5-64,0 0-1,0-1 0,0 1 1,-1-1-1,1 0 0,-2 0 1,1 0-1,-1 0 0,0-1 1,0 1-1,0-1 0,-1 1 1,1-10-1,-2 13-10,0 1-1,1 0 1,-1-1 0,0 1-1,0-1 1,-1 1 0,1 0-1,0-1 1,-1 1-1,0-1 1,1 1 0,-1 0-1,0 0 1,0 0 0,0-1-1,-1 1 1,1 0 0,0 0-1,-1 0 1,-1-2 0,-2 3-1,1-1 1,0 1 0,0-1-1,-1 1 1,1 1 0,-1-1 0,1 0-1,-1 1 1,1 0 0,-8 1-1,8 0 12,1-1-1,-1 1 1,1 0 0,-1 1-1,1-1 1,-1 0-1,1 1 1,0 0-1,0 0 1,0 0-1,0 0 1,0 0 0,0 1-1,1-1 1,-1 1-1,1 0 1,-1 0-1,1 0 1,0 0 0,0 0-1,1 0 1,-1 1-1,0-1 1,1 1-1,0-1 1,-1 5-1,-3 6 57,2 0-1,-1 0 0,2 0 0,0 1 0,-1 20 0,3-10 44,-1-5-33,1-1-1,1 0 1,5 25 0,-6-40-70,1 1 1,0-1-1,1 0 0,-1 1 1,1-1-1,0 0 1,0 0-1,0 0 1,1 0-1,-1 0 0,1 0 1,0-1-1,0 1 1,0-1-1,1 0 1,-1 0-1,1 0 0,-1 0 1,6 2-1,-5-3 3,-1-1 0,1 1 1,0-1-1,0 0 0,0 0 0,0-1 0,0 1 0,0-1 0,0 0 0,0 0 0,0 0 0,0 0 1,0-1-1,0 1 0,-1-1 0,1 0 0,0 0 0,0-1 0,0 1 0,-1-1 0,1 0 0,-1 0 0,1 0 1,-1 0-1,0-1 0,0 1 0,0-1 0,0 0 0,0 0 0,-1 0 0,4-4 0,6-10-5,1-1 1,-2-1-1,0 1 0,10-29 0,15-47-127,-5-1 0,29-151 0,-60 245 119,4-22 11,-2 8 48,-1 29-2,-3 23 276,-2-1-1,-9 44 1,6-42-122,1 0 0,-1 47 0,7 21-251,1-105-197,-1 0 0,1 1 0,0-1 0,-1 1 0,1-1 0,0 0 1,0 1-1,0-1 0,0 0 0,0 0 0,0 0 0,0 0 0,0 0 0,1 0 0,-1 0 0,2 1 0,10 11-6638,-12-8-59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08:31.53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69 81 2577,'0'0'12482,"10"0"-11674,99 0 697,-108-1-1496,0 0 0,0 0 1,0 1-1,-1-1 1,1 0-1,0 0 0,0 0 1,-1 0-1,1 0 0,-1 1 1,1-1-1,-1 0 0,1-1 1,-1 1-1,0 0 0,1 0 1,-1 0-1,0 0 1,0 0-1,0 0 0,0 0 1,0 0-1,0 0 0,0 0 1,0-1-1,-1-1 0,1 1 7,0-1-1,0 1 1,0 0-1,0-1 1,-1 1-1,1 0 1,-1-1-1,0 1 1,1 0-1,-1 0 1,0 0-1,0 0 1,-3-4-1,-1 4-20,-1-1 0,0 1 0,1-1 0,-1 2 0,0-1-1,0 1 1,0 0 0,-1 0 0,1 0 0,-8 1 0,-62 5-26,73-5 56,1 1 0,0 0 0,0 0 0,0 0 0,0 0 0,0 1 0,0-1 0,0 0 0,0 1 0,1 0 0,-1-1 0,0 1 0,1 0 0,-1 0 0,1 0 0,0 0-1,0 0 1,0 0 0,0 0 0,0 0 0,0 0 0,0 1 0,1-1 0,-1 0 0,1 0 0,0 1 0,-1-1 0,1 0 0,0 1 0,0-1 0,1 5 0,-1 2 69,1 0 1,0 0 0,1 0 0,-1-1 0,2 1-1,5 16 1,2-6-225,0 0-1,1 0 1,16 19-1,-20-29-1290,1-1 0,0 0-1,0 0 1,13 10 0,-2-10-3934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08:32.15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 56 1224,'0'0'16438,"0"6"-15876,-1 10-280,1-5 68,-1 1 0,1-1 0,1 0 0,0 1 0,4 17 0,-5-28-345,0-1 1,1 1 0,-1-1 0,0 1-1,0-1 1,0 0 0,0 1-1,1-1 1,-1 1 0,0-1-1,0 0 1,1 1 0,-1-1 0,0 0-1,1 1 1,-1-1 0,0 0-1,1 0 1,-1 1 0,1-1-1,-1 0 1,0 0 0,1 0 0,-1 0-1,1 1 1,-1-1 0,1 0-1,-1 0 1,0 0 0,1 0 0,-1 0-1,1 0 1,-1 0 0,1 0-1,-1 0 1,0 0 0,1 0-1,-1 0 1,1-1 0,-1 1 0,1 0-1,-1 0 1,0 0 0,1-1-1,-1 1 1,1 0 0,-1 0-1,0-1 1,1 1 0,-1 0 0,0-1-1,0 1 1,1 0 0,-1-1-1,0 1 1,1-1 0,20-29-9,-15 19 14,3 0-12,1 0 0,0 0 0,0 1 0,1 0-1,0 1 1,22-15 0,-32 24-1,0 0 0,-1 0-1,1 0 1,0 0 0,-1-1 0,1 1 0,0 0-1,-1 0 1,1 0 0,0 0 0,0 1-1,-1-1 1,1 0 0,0 0 0,-1 0 0,1 0-1,-1 1 1,1-1 0,0 0 0,-1 1-1,1-1 1,-1 0 0,1 1 0,-1-1-1,1 1 1,-1-1 0,1 1 0,-1-1 0,1 1-1,-1-1 1,0 1 0,1 0 0,-1-1-1,0 1 1,1-1 0,-1 1 0,0 0 0,0-1-1,0 1 1,1 1 0,8 34 99,-7-26-87,-2-9 0,0 0 0,0 0 0,0 0 0,0-1-1,0 1 1,0 0 0,0 0 0,1 0 0,-1-1 0,0 1 0,1 0 0,-1 0-1,1-1 1,-1 1 0,0 0 0,1-1 0,0 1 0,-1 0 0,1-1-1,-1 1 1,1-1 0,0 1 0,1 0 0,11-16 147,-10 10-183,16-26 28,-11 18 6,-1 1 0,1 0 0,14-16 0,-21 28 3,-1 0 1,0 0 0,0 0-1,0 0 1,0 0 0,1 0-1,-1-1 1,0 1 0,0 0-1,0 0 1,1 0 0,-1 0-1,0 0 1,0 0 0,0 0-1,1 0 1,-1 0 0,0 0 0,0 0-1,0 0 1,1 0 0,-1 0-1,0 0 1,0 0 0,0 0-1,1 0 1,-1 0 0,0 0-1,0 0 1,0 1 0,1-1-1,-1 0 1,0 0 0,0 0-1,0 0 1,0 0 0,0 0 0,1 1-1,-1-1 1,0 0 0,0 0-1,0 0 1,0 1 0,0-1-1,0 0 1,0 0 0,1 1-1,5 17 437,4 31 81,-8-36-465,-1-9-189,0 0 0,1 0 1,-1 0-1,1 0 0,0 0 0,0 0 0,0 0 0,0 0 0,1-1 0,0 1 0,3 3 1,-4-5-789,0-1 0,0 1 0,0-1 0,0 1 0,0-1 0,0 1 0,1-1 0,-1 0 0,0 0 0,1 0 0,4 1 0,5-2-5270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08:33.02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65 51 1320,'0'0'12186,"0"7"-11628,1 24-118,0-30-381,0 0-1,-1 0 0,1 0 0,0 0 0,0 0 0,0 0 0,0 0 0,1-1 0,-1 1 0,0 0 0,0 0 0,0-1 0,1 1 1,-1-1-1,0 1 0,1-1 0,-1 0 0,0 1 0,1-1 0,-1 0 0,1 0 0,-1 0 0,0 0 0,3 0 0,32-2 524,-33-1-570,0 1 0,0-1 0,0 1 0,-1-1 0,1 0 1,-1 0-1,0 0 0,0-1 0,0 1 0,0-1 0,0 1 0,-1-1 0,0 1 0,0-1 0,0 0 0,0 1 0,0-1 0,-1 0 0,1 0 0,-1 0 0,0 1 0,0-1 0,-1 0 1,1 0-1,-3-6 0,1 9-8,0 0 0,0 0 0,-1 1 0,1-1 0,0 0 0,-1 1 0,1-1 0,-1 1 0,1 0 1,-1 0-1,1 0 0,0 0 0,-1 1 0,-3 0 0,-7-1 0,3 0-5,-1 0-1,1 1 1,0 0 0,0 1 0,-11 2-1,19-3 27,0 0 0,-1-1-1,1 1 1,0 0-1,0 0 1,0 0-1,0 1 1,0-1 0,0 0-1,0 1 1,1-1-1,-1 1 1,0 0-1,1-1 1,-1 1-1,1 0 1,0 0 0,0 0-1,-1 0 1,1 0-1,1 0 1,-1 0-1,0 1 1,0-1 0,1 0-1,-1 0 1,1 1-1,0-1 1,0 4-1,-1 3 105,2-1 0,-1 1 0,1-1 0,0 1 0,1-1 0,0 1 0,0-1 0,1 0-1,6 15 1,-6-20-118,-1 1 0,0-1-1,1 0 1,0 0 0,0 0-1,0 0 1,0-1 0,0 1-1,1-1 1,-1 1-1,1-1 1,-1-1 0,1 1-1,0 0 1,0-1 0,0 0-1,0 0 1,0 0 0,0 0-1,0 0 1,0-1 0,0 0-1,6 0 1,-6 0-2,1 0 0,0 0 1,0 0-1,-1-1 0,1 0 1,0 0-1,-1 0 1,1 0-1,-1-1 0,1 1 1,-1-1-1,0 0 0,5-4 1,-5 2-11,1 0 0,-1 0 1,0-1-1,-1 0 1,1 0-1,-1 0 1,0 0-1,0-1 1,4-10-1,10-62-130,-15 63 481,-1 16 727,-1 154-92,0-154-983,0-1 0,1 0 0,-1 1 0,0-1 0,0 0 0,0 0 0,1 1 0,-1-1 0,0 0 0,0 0 1,1 1-1,-1-1 0,0 0 0,1 0 0,-1 0 0,0 0 0,0 1 0,1-1 0,-1 0 0,0 0 0,1 0 0,-1 0 1,0 0-1,1 0 0,-1 0 0,1 0 0,-1 0 0,0 0 0,1 0 0,-1 0 0,0 0 0,1 0 0,-1 0 0,0 0 0,1 0 1,-1-1-1,0 1 0,0 0 0,1 0 0,-1 0 0,0-1 0,1 1 0,-1 0 0,0 0 0,0 0 0,1-1 0,-1 1 1,0-1-1,17-10 50,-17 11-50,76-91 42,-67 83-17,-9 18 31,0 3-2,-1-11-98,1 0 1,0 1-1,-1-1 1,1 0-1,0 1 1,1-1-1,-1 0 1,0 1-1,1-1 1,-1 0-1,1 1 0,0-1 1,0 0-1,0 0 1,0 0-1,0 0 1,0 0-1,0 0 1,1 0-1,-1 0 0,1 0 1,-1-1-1,1 1 1,0 0-1,0-1 1,0 0-1,0 1 1,0-1-1,0 0 0,0 0 1,4 1-1,55 28-4371,-30-22-860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08:33.36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20 0 1040,'0'0'13079,"-1"5"-11559,-5 27 1033,-2 46-1,4 99-490,4-155-1942,0-19-131,0 4 31,0 0-1,0-1 1,0 1-1,1 0 1,0 0 0,1-1-1,2 8 1,-3-12-48,0 0-1,0 0 1,0 0 0,0-1 0,1 1 0,-1 0-1,1-1 1,-1 0 0,1 1 0,0-1-1,0 0 1,0 0 0,-1 1 0,1-2 0,0 1-1,0 0 1,0 0 0,0 0 0,0-1 0,1 0-1,-1 1 1,0-1 0,0 0 0,0 0 0,0 0-1,4 0 1,23 0-4926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08:33.55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4585,'0'0'17020,"180"0"-17020,-148 6-464,-7 11-3457,-5-8-5185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08:35.03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1 223 2505,'0'0'10727,"22"3"-9499,0 1-951,-6-1-57,0 0 1,1-1-1,0 0 1,-1-2-1,1 0 1,0-1-1,22-3 1,-30 1-142,0 0 0,0 0 0,0 0 0,-1-1 1,1 0-1,-1-1 0,0 0 0,0 0 0,0-1 0,-1 0 0,7-7 0,-11 9-60,0 0 0,1 0 0,-2 0 0,1 0 0,0 0 0,-1 0 0,0-1 0,0 1 0,0-1 0,-1 0 0,0 1 0,1-1 0,-2 0 0,1 0 0,0 0 0,-1 0 0,0 0-1,0 0 1,-1 1 0,1-1 0,-1 0 0,0 0 0,-2-5 0,2 7-16,-1-1 0,0 0 0,0 1 0,0 0 0,-1-1 0,1 1-1,-1 0 1,0 0 0,0 0 0,0 1 0,0-1 0,0 1 0,0-1 0,-1 1 0,1 0 0,-1 0-1,0 1 1,1-1 0,-5 0 0,5 1 13,0 0 0,0 0 0,0 0-1,1 1 1,-1-1 0,0 1 0,0 0 0,0-1 0,0 2-1,0-1 1,0 0 0,0 0 0,0 1 0,0 0 0,1-1-1,-1 1 1,0 0 0,0 1 0,1-1 0,-1 0 0,0 1-1,1-1 1,0 1 0,-1 0 0,1 0 0,-3 3 0,0 3 98,-1 1 0,2 0 0,-1 0 0,1 0 0,0 0 0,1 1 0,0 0 0,1 0 0,0-1 0,1 1 0,-1 0 1,2 1-1,0-1 0,0 0 0,0 0 0,2 0 0,-1 0 0,1 0 0,1-1 0,-1 1 0,2 0 0,-1-1 0,7 12 1,2-3 198,-4-5-218,0 1 0,1-2 1,1 1-1,0-1 1,1-1-1,0 0 0,19 15 1,-25-24-162,-1-1 1,0 0-1,0 0 1,1 0-1,-1 0 1,0-1-1,1 0 1,-1 1-1,1-2 1,-1 1-1,0 0 1,1-1-1,-1 0 1,0 0-1,1 0 1,-1-1-1,0 1 1,0-1-1,0 0 1,0 0-1,-1-1 1,1 1-1,0-1 1,3-3-1,-2 0-846,0 1 1,-1-1-1,1 0 0,-1 0 0,-1-1 1,6-12-1,-2 4-2281,10-15-4070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08:35.34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81 0 1504,'0'0'16025,"-12"32"-14807,-36 101-131,43-120-836,1 0 0,1 1 1,0-1-1,1 1 1,0 0-1,1 0 1,0-1-1,3 26 0,0 1 186,-2-29-365,1 0 1,0 0-1,0 0 1,1 0-1,1 0 1,4 11-1,-6-17-93,1 0 0,0 0 0,1-1-1,-1 1 1,1-1 0,0 0 0,0 0 0,0 0-1,1 0 1,-1 0 0,1-1 0,0 0 0,0 1-1,0-1 1,5 3 0,-7-6-735,4 6-9101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08:35.75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0 172 1088,'0'0'12834,"18"-8"-11949,1 0-659,-4 0 19,0 2 0,1 0 0,0 0 0,0 2 0,23-4 1,-36 8-200,1-1 1,-1 1-1,0-1 1,0 1-1,0-1 1,0 0 0,0 0-1,0 0 1,0-1-1,0 1 1,0-1 0,-1 1-1,1-1 1,4-4-1,-5 2 0,-1 1-1,1 0 1,-1-1 0,0 0-1,0 1 1,0-1-1,-1 0 1,0 1-1,1-1 1,-1 0 0,-1-7-1,1 9-36,-1 0-1,1 0 1,0 0 0,-1 0-1,0 0 1,1 0 0,-1 0-1,0 1 1,0-1 0,0 0-1,0 0 1,-1 1 0,1-1 0,0 1-1,-1-1 1,1 1 0,-1-1-1,1 1 1,-1 0 0,0 0-1,1 0 1,-1 0 0,0 0-1,0 0 1,0 0 0,0 1-1,0-1 1,0 1 0,0-1-1,-3 1 1,-4-2 94,0 1 1,1 0-1,-1 1 1,0 0 0,0 0-1,-9 2 1,16-1-72,0-1 1,0 1 0,0-1 0,0 1 0,0 0-1,1 0 1,-1 0 0,0 0 0,1 0-1,-1 0 1,1 1 0,-1-1 0,1 0 0,-1 1-1,1-1 1,0 1 0,0-1 0,0 1 0,0 0-1,0-1 1,0 1 0,0 0 0,0 0-1,1 0 1,-1 0 0,1 0 0,-1 2 0,0 7 95,-1 1 0,2-1 0,0 20 1,1-11-25,0-13-107,0 0 1,0 1 0,0-1 0,1 0 0,0 0-1,1 0 1,0 0 0,0-1 0,0 1-1,1-1 1,7 11 0,21 24-1956,2-7-3839,-26-23 302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08:36.33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61 1432,'0'0'16438,"1"0"-16346,-1 0 0,1 0 0,0 0 0,0 0-1,0 1 1,-1-1 0,1 0 0,0 0 0,-1 1-1,1-1 1,0 0 0,-1 1 0,1-1 0,0 0-1,-1 1 1,1-1 0,-1 1 0,1-1 0,0 1-1,-1 0 1,1-1 0,-1 1 0,1 1 0,0 1 50,0 0 1,0 1-1,-1-1 1,1 1-1,-1-1 1,0 1-1,0-1 0,0 0 1,-2 7-1,2-7-109,-1-1-1,0 1 0,1-1 0,0 1 0,-1-1 0,1 1 0,0 0 0,1-1 0,-1 1 0,0 0 0,1-1 1,-1 1-1,1-1 0,0 1 0,0-1 0,0 1 0,0-1 0,0 0 0,0 1 0,1-1 0,-1 0 1,1 0-1,2 3 0,-3-5-34,0 1 1,1-1 0,-1 1 0,0-1-1,1 0 1,-1 1 0,0-1 0,0 0-1,1 0 1,-1 0 0,0 0 0,1 0-1,-1 0 1,0-1 0,1 1-1,-1 0 1,0-1 0,0 1 0,0-1-1,1 1 1,-1-1 0,0 1 0,0-1-1,2-1 1,24-26-141,-16 15 54,96-104-338,-107 117 426,1-1 1,-1 1 0,0 0 0,1 0-1,-1 0 1,1 0 0,-1 0 0,1 0-1,-1-1 1,1 1 0,-1 0 0,1 1-1,-1-1 1,1 0 0,-1 0 0,1 0 0,-1 0-1,1 0 1,-1 0 0,1 1 0,-1-1-1,1 0 1,-1 0 0,1 1 0,-1-1-1,0 0 1,1 1 0,-1-1 0,0 0-1,1 1 1,-1-1 0,0 0 0,1 1-1,-1-1 1,0 1 0,0-1 0,1 1-1,-1-1 1,0 1 0,0-1 0,0 1 0,0-1-1,0 1 1,9 21 176,-8-19-162,-1 0 0,1-1-1,-1 1 1,1 0-1,0 0 1,0 0 0,1-1-1,-1 1 1,0-1 0,1 1-1,0-1 1,-1 1 0,1-1-1,0 0 1,0 0-1,0 0 1,1 0 0,-1 0-1,0 0 1,1-1 0,3 3-1,-3-4-14,1 0 0,-1 1 1,1-1-1,-1 0 0,1-1 0,-1 1 0,1-1 0,-1 1 0,0-1 0,1 0 0,-1 0 1,0-1-1,0 1 0,0 0 0,0-1 0,0 0 0,0 0 0,4-3 0,89-70 39,-96 75-20,0 0 0,0-1-1,0 1 1,1 0 0,-1 0-1,0 0 1,0 0 0,0 0 0,0 0-1,0 0 1,0 0 0,0 0 0,0 0-1,0 0 1,1 0 0,-1 0-1,0 0 1,0 0 0,0 0 0,0 0-1,0 0 1,0 0 0,0 0 0,0 0-1,1 0 1,-1 0 0,0 0 0,0 0-1,0 0 1,0 0 0,0 0-1,0 0 1,0 0 0,0 0 0,0 0-1,1 0 1,-1 0 0,0 0 0,0 0-1,0 0 1,0 0 0,0 0-1,0 0 1,0 0 0,0 1 0,0-1-1,0 0 1,0 0 0,0 0 0,0 0-1,1 0 1,-1 0 0,0 0-1,0 0 1,0 0 0,0 1 0,0-1-1,0 0 1,0 0 0,0 0 0,0 0-1,0 0 1,0 0 0,0 0 0,0 0-1,0 1 1,-1-1 0,-1 13 337,-5 12-216,4-14-103,0 0-1,1 0 1,0 1 0,1-1 0,1 0 0,-1 1-1,2-1 1,0 1 0,2 15 0,-1-24-152,0 0 0,1 0 1,-1 0-1,0 0 0,1-1 0,0 1 1,-1-1-1,1 1 0,0-1 0,0 0 0,0 0 1,1 0-1,-1-1 0,0 1 0,1-1 1,-1 0-1,1 0 0,3 1 0,16 7-1669,4 3-2357,-2-4-1235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08:37.18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84 132 1304,'0'0'14243,"5"-4"-13737,-3 2-502,-1 1 90,0 0 0,0-1-1,0 1 1,1 0 0,-1 0-1,0 0 1,1 0-1,-1 1 1,1-1 0,-1 0-1,1 0 1,-1 1 0,1-1-1,-1 1 1,1 0 0,0-1-1,-1 1 1,1 0 0,0 0-1,-1 0 1,1 0 0,0 0-1,-1 0 1,1 0 0,-1 1-1,1-1 1,0 1 0,2 0-1,-3 0-40,1 0-1,0 0 1,-1 0-1,1 0 1,0-1-1,0 1 1,0-1-1,-1 1 1,1-1-1,0 1 0,0-1 1,0 0-1,0 0 1,0 0-1,0 0 1,0-1-1,0 1 1,-1 0-1,1-1 1,0 1-1,0-1 1,0 0-1,2-1 0,-2 0-35,-1 1-1,1-1 1,-1 0-1,0 1 1,1-1-1,-1 0 1,0 0-1,0 0 1,0 0-1,0 0 1,-1 0-1,1 0 0,0-1 1,-1 1-1,1 0 1,-1 0-1,0 0 1,0-1-1,0-2 1,0 2-15,0 1 1,1-1 0,-1 1-1,0-1 1,-1 1 0,1-1 0,0 1-1,-1 0 1,1-1 0,-1 1-1,0 0 1,0-1 0,0 1-1,0 0 1,0 0 0,0-1 0,0 1-1,-1 0 1,1 1 0,-1-1-1,0 0 1,0 0 0,1 1 0,-1-1-1,0 1 1,0-1 0,0 1-1,-1 0 1,1 0 0,0 0-1,0 0 1,-1 0 0,1 0 0,0 1-1,-1-1 1,1 1 0,-1 0-1,-4-1 1,-5-1 2,-1 0 0,0 0 0,0 1-1,1 1 1,-1 0 0,0 1 0,-18 3 0,30-3 10,-1 0 0,1 0 0,0 0 1,-1 0-1,1 0 0,0 1 0,0-1 0,0 0 1,0 1-1,0-1 0,0 0 0,0 1 1,0 0-1,1-1 0,-1 1 0,1-1 0,-1 1 1,1 0-1,-1-1 0,1 1 0,0 2 1,-2 41 480,2-37-335,1 4-22,0-1 0,1 1 0,1-1 0,0 0 0,0 0 0,1 0 0,0-1 0,1 1 0,0-1 0,9 12 0,-12-18-244,1-1-1,0 1 1,0 0 0,0-1-1,0 0 1,1 0 0,-1 0-1,1 0 1,0 0 0,0-1-1,0 0 1,6 3 0,-7-4-240,0 0 1,0-1-1,0 1 1,0-1-1,0 0 0,0 0 1,0 0-1,0-1 1,0 1-1,0 0 1,0-1-1,0 0 1,0 0-1,0 0 1,-1 0-1,1 0 0,0-1 1,-1 1-1,1-1 1,-1 1-1,3-3 1,59-31-8506,-51 29 8561,0 0-1,-1-1 1,13-8-1,-21 12 722,0 0 0,-1-1 1,1 1-1,-1 0 0,0-1 0,0 0 0,0 0 1,-1 0-1,1 0 0,-1 0 0,0-1 0,0 1 1,3-9 6614,-4 18-3026,1 19-1412,-1 36-2664,-1-58 413,27-1-183,-21-3-170,0 1 0,0-1 1,0 0-1,-1 0 0,1 0 1,-1-1-1,1 0 0,-1 0 1,0 0-1,0-1 0,4-4 1,55-52 25,-46 41-29,-14 20 66,-5 12 94,-5 22 195,4-24-286,0 74-386,3-49-1864,-1-33 1785,1 0-1,-1-1 1,1 1 0,0 0 0,0 0 0,0-1 0,0 1 0,1 0-1,-1-1 1,1 0 0,-1 1 0,1-1 0,0 0 0,0 0-1,0 0 1,0 0 0,0 0 0,0 0 0,5 2 0,11 4-6482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08:37.46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 1 928,'0'0'18383,"0"15"-17066,0 6-972,-1 4 230,1 1 0,1-1 0,1 0 0,9 39 0,-5-47-943,4 18 918,-7-13-6772,-16-18-6825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08:37.60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52 3049,'0'0'17339,"192"-51"-16907,-140 51-336,25 0-96,-19 3-1344,-7 0-5441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08:39.74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15 456 160,'0'0'8801,"7"5"-8024,-6-4-854,46 21 1797,-46-21-1626,1 0 0,-1-1 0,1 1 0,-1-1 0,1 0 0,-1 1 0,1-1 0,-1 0 0,1 0 0,0 0 0,-1 0 0,1 0 0,-1-1 0,1 1 0,-1 0 1,1-1-1,-1 1 0,1-1 0,-1 1 0,1-1 0,-1 0 0,0 0 0,1 0 0,-1 1 0,0-1 0,0 0 0,0-1 0,1 1 0,-1 0 0,0 0 0,-1 0 0,1-1 0,0 1 0,0 0 0,1-3 0,-1 2 11,1 0 0,0 0 0,-1 0 1,1 0-1,0 0 0,1 0 0,-1 0 0,0 1 1,5-4-1,-5 5-53,0-1 1,0 0-1,-1 0 1,1 0 0,0 0-1,-1 0 1,1-1-1,-1 1 1,0 0-1,1-1 1,-1 1-1,0-1 1,0 0-1,0 1 1,0-1-1,0 0 1,1-1 0,4-37 1379,-4 12-1310,-1 20-108,0-1-1,-1 1 1,0-1-1,0 1 0,-1-1 1,-3-13-1,3 21-14,-1-1 0,1 1 0,0 0-1,-1 0 1,0-1 0,1 1 0,-1 0 0,0 1 0,1-1 0,-1 0 0,0 0-1,0 1 1,0-1 0,0 1 0,1 0 0,-1-1 0,0 1 0,0 0 0,0 0-1,-3 0 1,-43 2 55,46-2-43,-1 0 11,-1 1 0,1-1 0,-1 1 0,1 0 0,0 0 0,-1 0 0,1 0 0,0 0 0,0 1 0,0-1 0,0 1 0,0 0 0,0 0 0,0 0 0,0 1 0,1-1 0,-1 1 0,1-1 0,0 1 0,0 0 0,0 0 0,0 0 0,0 0 0,1 0 0,-1 0 0,1 0-1,0 1 1,-1 3 0,-1 8 107,0 1-1,1 0 1,1 0-1,1 31 1,1-21 213,0-14-263,1 1 0,0-1-1,0 0 1,1 0 0,1 0 0,0 0 0,1-1 0,0 1 0,1-1-1,0 0 1,1-1 0,0 0 0,0 0 0,1 0 0,1-1-1,10 10 1,-16-17-67,-1-1 1,1 1-1,-1-1 0,1 0 0,-1 0 0,1 0 0,0 0 0,0 0 0,-1-1 1,1 1-1,0-1 0,0 1 0,0-1 0,0 0 0,0 0 0,-1-1 1,1 1-1,0-1 0,0 1 0,0-1 0,-1 0 0,1 0 0,0 0 1,-1 0-1,1 0 0,-1-1 0,1 1 0,-1-1 0,4-3 0,8-5-6,-1-2 0,0 0 0,19-21 0,-27 27 2,22-24 0,-2-2 0,0-1 0,-2-1-1,33-65 1,-45 73-9,-1 1 1,-1-1-1,-1-1 0,-1 0 0,-2 0 1,0 0-1,-2 0 0,0-32 0,-3 43 22,0 11-54,1 0 0,-1 0 0,0 0 0,-1 0 0,0 0 0,1 0 0,-4-7 0,4 10 31,-1 1 0,0-1 0,0 1 1,0 0-1,0-1 0,-1 1 0,1 0 0,0 0 1,0 0-1,-1 0 0,1 0 0,-1 0 0,1 0 1,-1 1-1,1-1 0,-1 0 0,1 1 0,-1-1 1,1 1-1,-1 0 0,0-1 0,1 1 0,-1 0 1,0 0-1,0 0 0,-2 1 0,3-1 10,0 0 1,0 1-1,0-1 0,0 1 0,0-1 0,0 1 1,0 0-1,0-1 0,0 1 0,0 0 0,1 0 1,-1 0-1,0-1 0,0 1 0,1 0 0,-1 0 1,1 0-1,-1 0 0,1 0 0,-1 0 0,1 0 0,0 0 1,-1 1-1,1-1 0,0 0 0,0 0 0,0 0 1,0 0-1,0 2 0,-2 42 240,3-37-148,-1 23 305,3-1 1,0 0-1,2 0 0,1 0 1,1-1-1,12 30 1,-14-43-93,-2 1 0,0-1 0,-1 0 1,-1 1-1,-1 28 0,0-33 183,1-3-467,1 0 0,-1 0 0,1-1 0,1 1 0,0-1-1,6 14 1,10 29-62,-19-49-35,0-1-1,1 0 0,-1 0 1,1 1-1,-1-1 1,1 0-1,-1 0 0,1 0 1,0 0-1,0 0 1,-1 0-1,1 0 0,0 0 1,0 0-1,0 0 0,0 0 1,0-1-1,0 1 1,0 0-1,0-1 0,1 1 1,0 0-1,27 2-5488,-28-3 5312,13 0-4579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08:40.82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57 67 56,'0'0'19369,"0"7"-18795,0-1-488,-1 2 150,1-1-1,1 1 0,-1-1 0,1 0 1,4 12-1,-5-17-192,1 0 1,-1 0-1,1 0 0,0-1 1,0 1-1,0 0 1,0-1-1,0 1 1,1 0-1,-1-1 0,0 1 1,1-1-1,-1 0 1,1 1-1,-1-1 1,1 0-1,0 0 0,-1 0 1,1 0-1,0 0 1,0-1-1,0 1 1,0-1-1,0 1 0,0-1 1,-1 1-1,1-1 1,0 0-1,3 0 1,8 0 47,-6 1-60,0-1 1,0 0-1,0-1 1,0 0-1,0 0 0,13-3 1,-19 3-32,1 0 0,0 0 0,0-1 0,0 1 0,-1 0-1,1-1 1,-1 1 0,1-1 0,-1 1 0,0-1 0,1 0 0,-1 1 0,0-1 0,0 0 0,0 0 0,0 0 0,-1 0 0,1 0 0,0 0-1,-1 0 1,1 0 0,-1 0 0,0 0 0,0 0 0,0 0 0,0 0 0,0-3 0,0 2-40,0 1-1,0-1 1,0 1-1,0-1 1,-1 1 0,1-1-1,-1 1 1,1-1 0,-1 1-1,0-1 1,0 1-1,0 0 1,0-1 0,0 1-1,-1 0 1,1 0-1,-1 0 1,1 0 0,-3-2-1,0 1-4,0 1-1,-1 0 1,1 0-1,0 0 1,-1 0-1,1 1 1,-1 0-1,1 0 1,-1 0-1,-5 0 1,-56-3-37,63 4 85,1 0 0,-1 0 0,0 0 0,1 0 0,-1 0 0,1 1 0,-1-1 0,1 1 0,-1 0 0,1 0 0,-1 0 0,1 0 0,0 0 1,-1 0-1,1 1 0,0-1 0,0 1 0,0 0 0,0-1 0,0 1 0,-2 3 0,1 4 41,-1-1 0,1 2-1,1-1 1,0 0 0,0 0 0,1 1 0,0-1 0,1 1-1,0-1 1,0 1 0,1-1 0,0 1 0,1-1 0,0 0-1,0 1 1,1-1 0,5 10 0,-5-12-162,0 1 1,1-1 0,0-1-1,0 1 1,1-1-1,0 1 1,0-1 0,1-1-1,-1 1 1,1-1 0,0 0-1,1 0 1,-1-1-1,1 0 1,0 0 0,0 0-1,0-1 1,1 0-1,-1 0 1,13 2 0,-8-3-1389,0 0-1,1 0 1,-1-2 0,1 1 0,17-3 0,-26 2 1039,0-1 0,-1 0-1,1 0 1,0 0 0,-1 0 0,1-1 0,-1 1-1,1-1 1,-1 0 0,0 0 0,0 0 0,0 0-1,0-1 1,0 1 0,0-1 0,-1 0-1,1 0 1,-1 0 0,0 0 0,3-5 0,0-1 133,40-85 2425,-29 43 3342,-10 0 3435,-6 52-8802,0-1 0,0 0 0,0 0 0,0 0 1,0 1-1,0-1 0,0 0 0,0 0 0,0 0 1,1 1-1,-1-1 0,0 0 0,0 0 0,0 0 1,0 0-1,0 1 0,1-1 0,-1 0 0,0 0 0,0 0 1,0 0-1,0 0 0,1 0 0,-1 0 0,0 1 1,0-1-1,0 0 0,1 0 0,-1 0 0,0 0 1,0 0-1,0 0 0,1 0 0,-1 0 0,0 0 1,0 0-1,0 0 0,1 0 0,-1 0 0,0 0 0,0 0 1,0 0-1,1-1 0,-1 1 0,0 0 0,0 0 1,0 0-1,0 0 0,1 0 0,-1 0 0,0 0 1,0-1-1,0 1 0,0 0 0,1 0 0,-1 0 0,0 0 1,0-1-1,0 1 0,0 0 0,0 0 0,0 0 1,0-1-1,0 1 0,0 0 0,0 0 0,0 0 1,0-1-1,0 1 0,11 13 1345,0 5-524,-3-3-535,1-1 0,0-1 1,1 0-1,12 13 0,-21-25-348,0-1 0,0 1-1,0-1 1,0 1 0,0-1 0,0 0-1,0 1 1,0-1 0,0 0 0,0 0-1,0 0 1,0 0 0,0 0 0,0 0-1,0 0 1,0 0 0,1 0 0,-1-1-1,0 1 1,0 0 0,0-1 0,0 1-1,0-1 1,0 1 0,0-1 0,0 1-1,-1-1 1,1 0 0,0 1 0,0-1-1,0 0 1,-1 0 0,1 1 0,0-1-1,0-2 1,27-32-234,-27 34 220,9-15-32,0 0 0,1 1-1,1 0 1,1 1 0,0 0 0,1 1 0,0 1 0,1 0 0,28-17-1,-42 29 43,-1-1 0,1 1-1,0 0 1,-1-1-1,1 1 1,0 0-1,-1 0 1,1 0-1,0-1 1,0 1-1,-1 0 1,1 0 0,0 0-1,0 0 1,0 0-1,-1 0 1,1 1-1,0-1 1,0 0-1,-1 0 1,1 0-1,0 1 1,-1-1-1,1 0 1,0 1 0,-1-1-1,1 1 1,0-1-1,0 1 1,10 24 151,-6 30 374,-4-54-517,-1-1 1,0 1-1,0 0 0,1-1 0,-1 1 0,0 0 0,1-1 1,-1 1-1,1-1 0,-1 1 0,1 0 0,-1-1 1,1 1-1,-1-1 0,1 1 0,0-1 0,-1 0 0,1 1 1,-1-1-1,1 0 0,0 1 0,-1-1 0,1 0 0,0 0 1,0 0-1,-1 1 0,1-1 0,0 0 0,0 0 1,-1 0-1,1 0 0,0 0 0,0 0 0,-1-1 0,1 1 1,0 0-1,-1 0 0,1 0 0,0-1 0,0 1 0,34-12 35,161-85 61,-195 96 169,-1 40 422,0-36-726,0 1-1,1 0 1,-1 0 0,1 0 0,0 0 0,0 0-1,0 0 1,0-1 0,1 1 0,0-1 0,-1 1-1,1-1 1,1 1 0,-1-1 0,0 0-1,1 0 1,-1 0 0,7 4 0,25 14-3601,6-9-5443,-26-11 498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08:41.61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4 120 2801,'0'0'13032,"13"-4"-11744,10-2-416,1 2 0,0 0 1,39-1-1,20 5-15,-82 0-850,-1-1 0,1 1 0,0 0 0,-1-1 0,1 1-1,-1-1 1,1 1 0,0-1 0,-1 0 0,1 1 0,-1-1 0,1 0-1,-1 1 1,0-1 0,1 0 0,-1 0 0,0 1 0,1-1 0,-1 0 0,0 0-1,0 1 1,0-1 0,0 0 0,0 0 0,0 0 0,0 0 0,0 1-1,0-1 1,0 0 0,0 0 0,0 0 0,0 1 0,-1-1 0,1 0-1,0 0 1,-1 1 0,0-2 0,-13-32 35,11 31-45,-1-1 0,0 1 0,-1 0 0,1 1 0,0-1 0,-1 1 0,1-1 0,-1 1 0,0 1 0,0-1 0,0 1 0,-6-2 0,-63 0 36,53 3-26,18 0-5,0 1 0,0-1 1,0 1-1,0-1 0,1 1 0,-1 0 0,0 0 0,0 0 0,1 1 0,-1-1 0,1 1 0,-1-1 0,1 1 0,-1 0 0,1 0 0,0 0 0,0 0 0,0 0 1,0 1-1,0-1 0,1 0 0,-1 1 0,1 0 0,0-1 0,-1 1 0,1 0 0,0-1 0,1 1 0,-1 0 0,0 5 0,-1-2 10,1 0-1,1 0 1,-1 0 0,1-1-1,0 1 1,1 0-1,-1 0 1,1 0 0,0 0-1,1 0 1,-1 0-1,1-1 1,0 1 0,1-1-1,3 7 1,-1-4-1,0-1 1,1 0 0,0 0 0,0 0-1,1-1 1,0 0 0,0 0-1,0-1 1,1 0 0,0 0 0,0-1-1,11 5 1,-6-5-2,0 0 0,0-1-1,0 0 1,0-1 0,1-1 0,-1 0 0,25-2-1,-30 0-102,-1-1-1,1 0 1,0 0-1,-1-1 1,1 0-1,-1-1 1,0 0-1,0 0 1,0 0-1,-1-1 1,1 0-1,-1 0 1,0 0-1,0-1 1,7-10-1,3-3-42,-1-1-1,-1-1 1,21-39 0,-43 94 5016,8-31-4866,-1-1 0,2 1 0,-1-1-1,0 1 1,0-1 0,1 0 0,-1 1 0,1-1 0,0 0 0,0 1 0,0-1 0,0 0 0,0 0 0,0 0 0,1 0-1,-1 0 1,1 0 0,-1 0 0,1 0 0,0 0 0,0-1 0,0 1 0,0-1 0,0 0 0,0 1 0,0-1 0,0 0-1,0 0 1,1 0 0,-1 0 0,0-1 0,1 1 0,-1-1 0,0 1 0,5-1 0,2 1-8,67 0 9,-72-1-13,1 0 0,-1-1 0,1 1 1,-1-1-1,1 0 0,-1-1 0,0 1 1,1-1-1,-1 0 0,0 0 0,0 0 0,0-1 1,5-4-1,-8 8 26,0 0 0,-1 0 0,1-1 0,-1 1 0,1 0 0,-1 0 0,0 0 0,1 0 0,-1 0 0,0 0 0,1 0 0,-1 0 0,0 0 0,0 0 0,0 0 1,0 0-1,0 0 0,0 0 0,0 0 0,-1 0 0,1 0 0,-1 1 0,1 4-120,0-1 1,0 0-1,1 1 1,-1-1-1,1 1 1,0-1-1,0 0 1,1 0-1,0 1 1,3 7-1,23 7-2592,-5-10-3575,-5-8-2053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08:41.89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3001,'0'0'14437,"0"23"-13103,0 168 2081,0-180-3222,0 0 0,0 0 0,1 0 0,1 0 0,-1 0 0,2-1 0,6 19 0,-7-25-178,0 0 0,1 1-1,0-1 1,0 0 0,0 0 0,1-1 0,-1 1 0,1-1 0,0 0 0,0 0 0,0 0 0,0 0 0,1-1 0,-1 1 0,1-1-1,-1 0 1,1-1 0,0 1 0,5 0 0,6 2-157,-1-2 0,1 0 0,22 0 0,14-6-3392,-51 4 3280,0 0 1,0 0-1,0-1 1,0 1-1,0 0 1,-1-1-1,1 1 1,0 0-1,0-1 1,0 1-1,-1-1 1,1 0-1,0 1 1,-1-1-1,1 1 0,-1-1 1,1 0-1,0-1 1,7-18-7199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08:42.05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5353,'0'0'16060,"218"9"-15404,-116 11-656,-18-4-432,-7-10-4537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08:44.90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1 190 2761,'0'0'11675,"10"-1"-10710,-7 0-851,0 0 0,0 1 0,0-1 1,0 1-1,0 0 0,0 0 0,0 0 1,1 1-1,-1-1 0,0 1 0,0 0 1,0 0-1,0 0 0,0 0 0,0 0 1,-1 0-1,1 1 0,0-1 0,-1 1 1,1 0-1,-1 0 0,1 0 0,-1 0 1,0 1-1,0-1 0,4 5 0,6 9 720,-1-1 0,17 34 0,-30-72-202,1 0-1,3-43 1,0 6-574,-2 54-117,0 1 0,1-1 0,0 1 0,0 0 0,0-1 0,0 1 0,1 0 0,0 0 0,0 0 0,0 0 0,1 0 0,0 1 0,0-1 0,0 1 0,0-1 0,1 1-1,-1 0 1,1 0 0,0 1 0,0-1 0,1 1 0,-1 0 0,1 0 0,0 0 0,-1 1 0,1 0 0,0 0 0,1 0 0,-1 0 0,0 1 0,0 0 0,1 0 0,-1 0 0,0 1 0,1 0 0,5 0 0,-9 1-319,1-1-1,-1 1 0,0 0 1,1 0-1,-1 0 0,0 0 1,0 0-1,0 0 0,0 1 0,0-1 1,0 1-1,0-1 0,0 1 1,-1 0-1,1 0 0,0 0 1,-1 0-1,0 0 0,1 0 1,-1 0-1,0 0 0,0 1 0,0-1 1,-1 0-1,2 3 0,5 18-6858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08:45.33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86 78 1344,'0'0'14594,"-11"5"-14218,6-3-344,1-1-11,1 0-1,-1 0 1,0 0-1,1 1 1,0 0 0,-1-1-1,1 1 1,0 1-1,0-1 1,0 0 0,0 1-1,0-1 1,1 1-1,-1 0 1,1 0 0,-1 0-1,1 0 1,0 0-1,1 1 1,-1-1 0,0 1-1,1-1 1,0 1-1,-2 5 1,2-1 8,0 1-1,1-1 1,-1 1-1,2-1 1,-1 1-1,1-1 1,3 12 0,-3-17-26,0 0 1,0 0 0,1 0 0,-1 0-1,1-1 1,0 1 0,0 0-1,0-1 1,0 1 0,0-1 0,1 0-1,-1 1 1,1-1 0,-1 0 0,1-1-1,0 1 1,0 0 0,0-1-1,0 0 1,0 1 0,5 0 0,-2 0 3,-1 0 0,1-1 0,-1 0 0,1 0 0,0 0 0,-1-1 0,1 0 0,0 0 0,0 0 0,-1-1 0,1 0 0,0 0 1,-1 0-1,9-4 0,-11 4 3,-1-1 1,1 1-1,0-1 1,0 0-1,-1-1 1,1 1-1,-1 0 1,0-1 0,0 1-1,0-1 1,0 1-1,0-1 1,0 0-1,-1 0 1,1 0-1,-1 0 1,0 0-1,0 0 1,0-1-1,0 1 1,-1 0 0,1 0-1,-1-1 1,0 1-1,0-6 1,1-27 60,0 21 116,0-1-1,-1 1 1,-1-1-1,-1 1 1,-4-20-1,6 32-155,-1 0 0,0 0 0,-1 0 0,1 0-1,0 0 1,-1 0 0,0 1 0,1-1 0,-1 0 0,0 1 0,0 0 0,-1-1-1,1 1 1,0 0 0,-1 0 0,0 0 0,1 0 0,-1 1 0,0-1-1,0 1 1,0-1 0,0 1 0,0 0 0,0 0 0,0 1 0,0-1-1,0 1 1,0-1 0,-1 1 0,-5 0 0,6 0-45,0 0 1,-1 0-1,1 0 0,-1 1 0,1-1 1,0 1-1,-1-1 0,1 1 1,-5 2-1,6-2-63,1 1-1,-1-1 1,1 1-1,-1-1 1,1 1-1,0 0 1,0-1-1,-1 1 1,1 0-1,0 0 1,1 0 0,-1 0-1,0 0 1,0 0-1,1 0 1,-1 0-1,1 4 1,-7 63-5196,7-42-372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08:45.75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150 73 1224,'0'0'16370,"-16"-3"-15829,-51-5 11,64 9-514,1-1 1,-1 1 0,1-1 0,-1 1 0,1 0 0,0 0 0,0 0-1,-1 0 1,1 0 0,0 1 0,0-1 0,0 0 0,0 1-1,0 0 1,1-1 0,-1 1 0,0 0 0,1 0 0,-1 0-1,1 0 1,0 0 0,0 1 0,-2 2 0,0 2 21,0 0 1,1 1 0,-1-1 0,2 0-1,-3 11 1,3-11-35,0 0-1,1 1 1,-1-1 0,1 0 0,0 0-1,1 1 1,2 8 0,-3-14-22,1 0 0,0 0 0,0-1 0,0 1-1,0 0 1,0-1 0,0 1 0,1-1 0,-1 1 0,1-1 0,-1 0 0,1 1 0,-1-1 0,1 0 0,-1 0 0,1 0 0,0 0 0,0-1 0,0 1 0,-1 0 0,1-1-1,0 1 1,0-1 0,0 0 0,0 1 0,0-1 0,0 0 0,0 0 0,4-1 0,-1 1 4,0 0-1,0-1 1,1 0 0,-1 0 0,0 0-1,0-1 1,0 0 0,0 0-1,0 0 1,-1 0 0,1-1 0,-1 0-1,1 0 1,-1 0 0,0 0-1,0-1 1,0 1 0,-1-1 0,1 0-1,-1 0 1,0-1 0,0 1-1,-1-1 1,1 1 0,-1-1 0,0 0-1,2-6 1,0 2 63,-1 1-1,-1-1 1,0 0 0,0 0-1,0-1 1,-1 1 0,-1 0-1,0-17 1,0 23-61,-1 1 1,1-1-1,0 0 0,-1 0 1,0 1-1,1-1 0,-1 1 1,0-1-1,-1 1 0,1-1 1,0 1-1,-1 0 1,1-1-1,-1 1 0,0 0 1,1 0-1,-1 0 0,0 0 1,0 0-1,-1 1 0,1-1 1,0 1-1,0-1 0,-1 1 1,1 0-1,-1 0 0,1 0 1,-1 0-1,0 0 1,1 1-1,-1-1 0,-3 1 1,5-1-97,-1 1 0,0-1 0,0 1 0,1 0 0,-1 0 1,0 0-1,0 0 0,0 0 0,1 0 0,-1 1 0,0-1 0,0 0 1,1 1-1,-1 0 0,0-1 0,1 1 0,-1 0 0,1 0 0,-1 0 1,1 0-1,-1 0 0,1 0 0,0 0 0,-1 0 0,1 1 1,-2 2-1,1 0-519,1 1 1,0-1 0,0 1 0,0-1-1,0 1 1,1 0 0,0-1 0,0 9-1,0 8-4153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08:46.12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33 1 1304,'0'0'19626,"-2"9"-18894,-11 69 351,4 0 0,1 130 0,8-202-1075,0-1 1,0 1-1,1 0 1,0-1 0,0 1-1,0 0 1,1-1-1,3 9 1,-4-12-19,0 0 0,0 0 0,0-1 0,1 1 0,-1 0 0,0-1 0,1 1 0,0-1 0,-1 0 0,1 1 0,0-1 0,0 0 0,-1 0 0,1 0 0,0 0 0,0 0 0,0-1 0,0 1 0,0-1 0,0 1 1,0-1-1,1 0 0,-1 1 0,4-2 0,16 2-808,-13 0 363,1-1-1,-1 0 1,1-1-1,17-3 0,-2-10-3538,-23 13 3327,-1-1-1,1 0 1,-1 0-1,1 0 1,-1 0-1,0 0 1,0 0-1,0 0 1,0-1-1,0 1 1,0-4-1,0-10-8163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08:46.31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17 2969,'0'0'19012,"103"-16"-18556,-65 16-240,-5 0-144,5 0-72,-6 0-208,26 16-1265,-20 0-3392,7-6-3432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08:47.70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3 122 2697,'0'0'3532,"0"9"-1383,-1 6-2868,-1-2 5074,6-40 3197,-2 22-7407,0 0 0,0 0 0,1 0 0,-1 1 0,1-1 0,0 1 0,1-1 1,-1 1-1,1 0 0,-1 0 0,1 1 0,0-1 0,7-3 0,5-5 21,0 1 0,24-11 0,-33 19-163,1-1-1,0 1 0,-1 0 0,1 1 1,0 0-1,0 0 0,0 0 1,0 1-1,10 0 0,-17 2-2,0-1 0,0 0 1,0 1-1,0-1 0,-1 0 0,1 1 0,0-1 0,0 1 0,0-1 1,0 1-1,-1 0 0,1-1 0,0 1 0,-1 0 0,1 0 1,0-1-1,-1 1 0,1 0 0,-1 0 0,1 0 0,-1 0 0,1 0 1,-1 0-1,0 0 0,1 1 0,6 32 69,-5-25-19,3 32 60,-1 0 0,-2 0 0,-5 62 0,1-12 35,1-13 93,-3 0 0,-3-1-1,-25 106 1,31-181 140,1-5-144,3-15-66,-2 12-165,1 0-1,-1-1 1,1 1-1,1 0 0,4-10 1,0 0-383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08:48.15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1280,'0'0'16853,"8"0"-15874,6 0-648,0 1-1,-1 0 1,1 1 0,0 1-1,-1 0 1,0 0 0,1 2-1,-1-1 1,-1 2 0,1 0-1,-1 0 1,0 1 0,-1 1-1,1 0 1,-2 0 0,14 14-1,27 41-311,-50-61-15,-1 0 0,0-2 51,0-5-990,-2-7-2491,-10 10-3929,1 2-519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08:48.54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336 0 1280,'0'0'13589,"-9"15"-12717,-196 230 3659,167-206-3943,-44 34-1,81-71-868,6-2 523,21-8 550,10-2-1951,-6 4-5348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08:49.46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578 239 1528,'0'0'14535,"2"-16"-13305,3-46-379,-5 61-822,0 0-1,-1 0 1,1 0 0,0 0-1,-1 0 1,1 0 0,0 0-1,-1 0 1,0 1 0,1-1-1,-1 0 1,1 0 0,-1 0-1,0 1 1,1-1 0,-1 0-1,0 1 1,0-1 0,0 1-1,1-1 1,-1 1 0,0-1-1,0 1 1,0-1 0,0 1-1,0 0 1,0 0 0,0-1-1,0 1 1,0 0 0,-1 0-1,-37 1 532,28 0-314,-8-1 11,-1 1-1,1 1 1,-1 1 0,1 1 0,0 1 0,0 0-1,1 2 1,0 0 0,0 1 0,-30 17 0,21-10-112,1 1 0,1 1 0,0 1 1,1 1-1,-40 42 0,55-50-104,0 0 0,1 1-1,0 0 1,1 0 0,0 1-1,1-1 1,0 2 0,1-1-1,0 1 1,1-1 0,1 1-1,1 1 1,-1-1 0,1 27-1,2-10 3,2-1 1,0 1-1,3-1 0,0 1 1,2-1-1,1-1 0,14 34 1,-18-53-29,0 1 1,1-1 0,1 0 0,0 0 0,0-1 0,1 0-1,0 0 1,0 0 0,1-1 0,0 0 0,1-1 0,0 0 0,0 0-1,0-1 1,1 0 0,0 0 0,0-1 0,0-1 0,1 0-1,0 0 1,0-1 0,20 4 0,-12-5 24,1 0 1,-1-2-1,1 0 0,-1-1 0,1 0 1,-1-2-1,1 0 0,-1-2 1,-1 0-1,1-1 0,-1-1 1,1 0-1,27-17 0,-4-1-5,-1-1-1,-1-2 0,-2-2 1,0-1-1,-3-2 1,0-2-1,-2-1 0,-2-1 1,43-69-1,-66 91 3,-1 1 0,0-1 0,-1-1 0,-1 1 0,-1-1 0,0 0 0,-1 0 0,0 0 0,-2 0 0,0-1 0,0 1 0,-2 0 0,-4-30 0,3 39-28,0 1 1,0-1 0,-1 1-1,0 0 1,0 0 0,-1 0-1,0 0 1,0 0 0,0 1 0,-1 0-1,0 0 1,-9-8 0,-10-6-4,-41-26 1,39 29-2,-24-19 11,26 17 15,0 1 0,-1 1 0,-1 1 1,0 1-1,-1 2 0,-53-18 0,65 28-3,1 0 0,-1 2-1,-20 0 1,12 0 88,21 0-11,2 6-169,-1-1-1,1 1 1,0-1-1,1 0 0,0 1 1,-1-1-1,2 0 0,-1 1 1,0-1-1,1 0 0,0 0 1,1 0-1,-1 0 0,1-1 1,0 1-1,3 4 1,18 31-5790,-16-18 365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08:51.12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923 62 2993,'0'0'6922,"6"-4"-5532,-5 4-1369,27-20 1639,-26 18-1436,0 1 0,0-1-1,0 1 1,-1-1-1,1 0 1,-1 0 0,1 0-1,-1 1 1,0-2-1,0 1 1,0 0 0,0 0-1,0 0 1,0 0-1,0-1 1,0-3 6421,-41 32-5277,7 9-1273,1 2 0,2 1-1,2 1 1,-29 53-1,2-6 17,-313 437 792,260-373-768,34-43-8,-64 125-1,127-213-245,5-6 695,22-27-247,-13 10-404,18-14-508,-6 8-3077,-14 17-4182,-1 5-2043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08:52.31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662 216 3137,'0'0'13559,"-6"-9"-12371,4 6-1094,0 0-1,0 0 1,0 1 0,0-1-1,-1 0 1,1 1 0,-1-1-1,0 1 1,0 0 0,0 0 0,0 0-1,0 0 1,0 1 0,0-1-1,-1 1 1,1 0 0,0 0 0,-1 0-1,1 0 1,-1 1 0,0-1-1,1 1 1,-1 0 0,1 0 0,-1 0-1,1 1 1,-1-1 0,1 1-1,-6 1 1,-30 13 519,0 1 0,2 3 1,0 0-1,-66 48 0,76-48-433,1 1 0,1 1 0,0 1-1,2 1 1,0 1 0,2 1 0,-19 28 0,27-33-155,2 1 1,-1 0-1,2 1 1,1 0-1,1 1 1,1 0-1,1 0 1,0 0-1,2 1 1,-1 31-1,3-18-4,1 0 1,2 0-1,7 38 1,-5-59-13,0 1 0,2-1 0,0 0 0,1 0 0,1 0 1,0-1-1,1 0 0,19 27 0,-19-30 28,2 0 0,-1-1 0,2 0 0,-1-1 0,1 0 0,1-1 0,0 0 0,0-1 0,1 0 0,0-1 0,20 8 0,-10-7 57,0-2-1,0-1 1,1-1 0,0 0 0,-1-2 0,35-1-1,-27 0 14,0-1 0,0-1 0,0-2 0,0-1 0,-1-1 1,0-2-1,37-13 0,-42 9-94,0-1 0,-1-1 0,0-1 0,-1-1 1,0-1-1,-1-2 0,-1 0 0,-1-1 1,-1 0-1,0-2 0,-2 0 0,0-1 1,-2-1-1,0-1 0,-2 0 0,0-1 0,-2 0 1,0-1-1,-2 0 0,-1 0 0,-1-1 1,-2 0-1,0 0 0,0-34 0,-2-269 46,-4 178-47,0 146-9,1-1 1,-1 0-1,0 0 1,0 1-1,-1-1 1,0 1-1,0-1 1,-1 1-1,1 0 1,-1 0-1,-1 0 1,1 0-1,-1 0 1,0 1-1,0-1 1,-1 1-1,-10-9 1,-3 0-1,0 1 1,-1 0-1,-1 2 1,-23-11-1,28 17-9,0 0-1,-1 1 1,0 1 0,0 0 0,0 1-1,0 1 1,0 0 0,0 2 0,-27 3-1,35-3 11,0 1 0,0 0 0,0 0 0,0 1 0,1 0 0,-15 8 0,-13 6 7,24-13-13,2-1-1,0 0-1,0 1 1,0 0-1,1 0 1,-1 1-1,1 0 0,0 1 1,0-1-1,-10 12 1,17-16-135,0 1 0,1-1 0,0 0 0,-1 0 0,1 1 1,0-1-1,-1 0 0,1 1 0,0-1 0,0 0 0,0 1 1,0-1-1,0 0 0,1 1 0,-1-1 0,0 0 0,1 1 0,-1-1 1,1 0-1,-1 0 0,1 1 0,-1-1 0,1 0 0,0 0 1,0 0-1,0 0 0,-1 0 0,1 0 0,0 0 0,0 0 0,0 0 1,0-1-1,1 1 0,1 1 0,13 16-5734,-9 0-2590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08:56.88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51 3001,'0'0'8119,"0"-16"-740,0-16-5947,0 32-1347,0 0-1,0 0 1,0 0-1,1 0 1,-1 1-1,0-1 1,0 0 0,0 0-1,0 0 1,0 0-1,0 1 1,0-1-1,1 0 1,-1 0 0,0 0-1,0 0 1,0 0-1,0 0 1,1 0-1,-1 0 1,0 0 0,0 1-1,0-1 1,0 0-1,1 0 1,-1 0 0,0 0-1,0 0 1,0 0-1,1 0 1,-1 0-1,0 0 1,0 0 0,0 0-1,1 0 1,-1 0-1,0-1 1,0 1-1,0 0 1,0 0 0,1 0-1,-1 0 1,0 0-1,0 0 1,0 0-1,0 0 1,0-1 0,1 1-1,-1 0 1,0 0-1,0 0 1,0 0 0,0 0-1,0-1 1,0 1-1,0 0 1,0 0-1,1 0 1,-1-1 0,0 1-1,0 0 1,0 0-1,0 0 1,0 0-1,0-1 1,0 1 0,0 0-1,0 0 1,0-1-1,19 23 1224,16 29-1253,76 146 910,-41-68-873,-63-118-65,1 0 1,0-1-1,1 0 0,0-1 0,1 0 0,0 0 0,16 10 0,27 26 12,-41-30-20,-1 0 0,0 0-1,-2 2 1,0-1-1,0 1 1,-2 0 0,11 34-1,5 10-8,4 5-13,-16-35 106,1-1 0,2-1 0,21 33 1,5-7-33,-25-35 2,1 1 0,-2 1 1,15 31-1,-19-35 112,0-1 1,1 0-1,25 27 1,7 13 60,-41-55-221,11 17 112,-13-19-127,0 0 0,0 0 0,0 0-1,0-1 1,0 1 0,0 0 0,0 0-1,0-1 1,0 1 0,0 0 0,0 0 0,0-1-1,1 1 1,-1 0 0,0 0 0,0 0-1,0-1 1,0 1 0,0 0 0,0 0 0,1 0-1,-1 0 1,0-1 0,0 1 0,0 0-1,0 0 1,1 0 0,-1 0 0,0 0 0,0 0-1,0-1 1,1 1 0,-1 0 0,0 0-1,0 0 1,1 0 0,-1 0 0,0 0 0,0 0-1,1 0 1,-1 0 0,0 0 0,0 0-1,0 0 1,1 0 0,-1 0 0,0 0 0,0 0-1,1 0 1,-1 1 0,0-1 0,0 0-1,0 0 1,1 0 0,-1 0 0,0 0 0,0 1-1,0-1 1,0 0 0,1 0 0,-1 0-5,0 12-4153,-6 118-6674,5-89 1646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08:58.05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732 214 2561,'0'0'13522,"-4"-23"-12315,-17-69-162,21 88-931,-2 1 0,1-1 0,0 1 0,-1-1 0,1 1 0,-1-1 1,0 1-1,0 0 0,-1 0 0,1 0 0,-1 0 0,1 0 1,-1 1-1,0-1 0,0 1 0,0 0 0,0-1 0,0 1 0,-1 1 1,1-1-1,-7-2 0,0 2 66,1 0 0,-1 1 0,1 0 0,-1 1 0,1 0 0,-13 1 0,-3 0 119,4 0-106,0 2-1,1 0 1,-1 1 0,1 1 0,0 1 0,0 1-1,1 0 1,0 2 0,0 0 0,1 1 0,0 1-1,-29 23 1,22-14-55,0 2 0,2 0-1,0 2 1,1 1-1,2 0 1,0 2 0,-24 43-1,35-49-70,0-1-1,1 1 1,1 0 0,1 1-1,1 0 1,-4 37-1,2 137 483,8-149-362,-1-40-154,0 0 0,1 0 0,0 0-1,0 0 1,0 0 0,1 0 0,0-1 0,1 1 0,0-1 0,0 1 0,0-1 0,0 0 0,9 10 0,-5-8 35,0 0 1,1-1 0,0 1-1,1-2 1,0 1 0,0-1-1,0-1 1,11 6 0,12 2 144,0-2-1,0-1 1,1-1 0,56 7 0,-36-11-101,1-2 0,77-5 0,-114 0-99,0-1-1,-1-1 1,1 0-1,-1-1 1,0-1-1,0 0 1,0-1-1,-1-1 1,0-1-1,18-13 1,0-2-3,-1-2 0,-1 0-1,31-37 1,-32 31 3,-1-2 0,30-47 0,-51 68-6,-1 1 0,0-1-1,-1 0 1,0-1-1,-1 0 1,-1 0-1,0 0 1,-1 0-1,-1 0 1,2-28-1,-3 10 10,0 21-8,0 0 1,-1 0-1,0 0 0,-1 0 0,0-1 0,-1 1 1,0 1-1,-1-1 0,0 0 0,-1 0 1,-7-15-1,-15-16-3,-2 2 0,-2 1 1,-1 2-1,-2 1 0,-45-39 1,69 69-8,0 0 0,0 0 0,-1 1 0,1 1 0,-1 0 0,0 0 0,0 1 0,-1 0 0,1 0 0,-1 2 0,-13-2 0,-6 1-6,-1 2-1,-53 5 0,47 5 31,29-7-17,-1 0 0,0 0 0,0-1 0,0-1 1,0 1-1,0-1 0,-12-1 0,20 0-18,2 8-585,-1-1 67,1 1-1,1-1 1,-1 0 0,1 1-1,0-1 1,1 0 0,0 0 0,0 0-1,1-1 1,-1 1 0,6 6-1,1 3-2095,4 10-4265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09:17.89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1 190 2761,'0'0'11675,"10"-1"-10710,-7 0-851,0 0 0,0 1 0,0-1 1,0 1-1,0 0 0,0 0 0,0 0 1,1 1-1,-1-1 0,0 1 0,0 0 1,0 0-1,0 0 0,0 0 0,0 0 1,-1 0-1,1 1 0,0-1 0,-1 1 1,1 0-1,-1 0 0,1 0 0,-1 0 1,0 1-1,0-1 0,4 5 0,6 9 720,-1-1 0,17 34 0,-30-72-202,1 0-1,3-43 1,0 6-574,-2 54-117,0 1 0,1-1 0,0 1 0,0 0 0,0-1 0,0 1 0,1 0 0,0 0 0,0 0 0,0 0 0,1 0 0,0 1 0,0-1 0,0 1 0,0-1 0,1 1-1,-1 0 1,1 0 0,0 1 0,0-1 0,1 1 0,-1 0 0,1 0 0,0 0 0,-1 1 0,1 0 0,0 0 0,1 0 0,-1 0 0,0 1 0,0 0 0,1 0 0,-1 0 0,0 1 0,1 0 0,5 0 0,-9 1-319,1-1-1,-1 1 0,0 0 1,1 0-1,-1 0 0,0 0 1,0 0-1,0 0 0,0 1 0,0-1 1,0 1-1,0-1 0,0 1 1,-1 0-1,1 0 0,0 0 1,-1 0-1,0 0 0,1 0 1,-1 0-1,0 0 0,0 1 0,0-1 1,-1 0-1,2 3 0,5 18-6858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09:17.89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86 78 1344,'0'0'14594,"-11"5"-14218,6-3-344,1-1-11,1 0-1,-1 0 1,0 0-1,1 1 1,0 0 0,-1-1-1,1 1 1,0 1-1,0-1 1,0 0 0,0 1-1,0-1 1,1 1-1,-1 0 1,1 0 0,-1 0-1,1 0 1,0 0-1,1 1 1,-1-1 0,0 1-1,1-1 1,0 1-1,-2 5 1,2-1 8,0 1-1,1-1 1,-1 1-1,2-1 1,-1 1-1,1-1 1,3 12 0,-3-17-26,0 0 1,0 0 0,1 0 0,-1 0-1,1-1 1,0 1 0,0 0-1,0-1 1,0 1 0,0-1 0,1 0-1,-1 1 1,1-1 0,-1 0 0,1-1-1,0 1 1,0 0 0,0-1-1,0 0 1,0 1 0,5 0 0,-2 0 3,-1 0 0,1-1 0,-1 0 0,1 0 0,0 0 0,-1-1 0,1 0 0,0 0 0,0 0 0,-1-1 0,1 0 0,0 0 1,-1 0-1,9-4 0,-11 4 3,-1-1 1,1 1-1,0-1 1,0 0-1,-1-1 1,1 1-1,-1 0 1,0-1 0,0 1-1,0-1 1,0 1-1,0-1 1,0 0-1,-1 0 1,1 0-1,-1 0 1,0 0-1,0 0 1,0-1-1,0 1 1,-1 0 0,1 0-1,-1-1 1,0 1-1,0-6 1,1-27 60,0 21 116,0-1-1,-1 1 1,-1-1-1,-1 1 1,-4-20-1,6 32-155,-1 0 0,0 0 0,-1 0 0,1 0-1,0 0 1,-1 0 0,0 1 0,1-1 0,-1 0 0,0 1 0,0 0 0,-1-1-1,1 1 1,0 0 0,-1 0 0,0 0 0,1 0 0,-1 1 0,0-1-1,0 1 1,0-1 0,0 1 0,0 0 0,0 0 0,0 1 0,0-1-1,0 1 1,0-1 0,-1 1 0,-5 0 0,6 0-45,0 0 1,-1 0-1,1 0 0,-1 1 0,1-1 1,0 1-1,-1-1 0,1 1 1,-5 2-1,6-2-63,1 1-1,-1-1 1,1 1-1,-1-1 1,1 1-1,0 0 1,0-1-1,-1 1 1,1 0-1,0 0 1,1 0 0,-1 0-1,0 0 1,0 0-1,1 0 1,-1 0-1,1 4 1,-7 63-5196,7-42-372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09:17.89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150 73 1224,'0'0'16370,"-16"-3"-15829,-51-5 11,64 9-514,1-1 1,-1 1 0,1-1 0,-1 1 0,1 0 0,0 0 0,0 0-1,-1 0 1,1 0 0,0 1 0,0-1 0,0 0 0,0 1-1,0 0 1,1-1 0,-1 1 0,0 0 0,1 0 0,-1 0-1,1 0 1,0 0 0,0 1 0,-2 2 0,0 2 21,0 0 1,1 1 0,-1-1 0,2 0-1,-3 11 1,3-11-35,0 0-1,1 1 1,-1-1 0,1 0 0,0 0-1,1 1 1,2 8 0,-3-14-22,1 0 0,0 0 0,0-1 0,0 1-1,0 0 1,0-1 0,0 1 0,1-1 0,-1 1 0,1-1 0,-1 0 0,1 1 0,-1-1 0,1 0 0,-1 0 0,1 0 0,0 0 0,0-1 0,0 1 0,-1 0 0,1-1-1,0 1 1,0-1 0,0 0 0,0 1 0,0-1 0,0 0 0,0 0 0,4-1 0,-1 1 4,0 0-1,0-1 1,1 0 0,-1 0 0,0 0-1,0-1 1,0 0 0,0 0-1,0 0 1,-1 0 0,1-1 0,-1 0-1,1 0 1,-1 0 0,0 0-1,0-1 1,0 1 0,-1-1 0,1 0-1,-1 0 1,0-1 0,0 1-1,-1-1 1,1 1 0,-1-1 0,0 0-1,2-6 1,0 2 63,-1 1-1,-1-1 1,0 0 0,0 0-1,0-1 1,-1 1 0,-1 0-1,0-17 1,0 23-61,-1 1 1,1-1-1,0 0 0,-1 0 1,0 1-1,1-1 0,-1 1 1,0-1-1,-1 1 0,1-1 1,0 1-1,-1 0 1,1-1-1,-1 1 0,0 0 1,1 0-1,-1 0 0,0 0 1,0 0-1,-1 1 0,1-1 1,0 1-1,0-1 0,-1 1 1,1 0-1,-1 0 0,1 0 1,-1 0-1,0 0 1,1 1-1,-1-1 0,-3 1 1,5-1-97,-1 1 0,0-1 0,0 1 0,1 0 0,-1 0 1,0 0-1,0 0 0,0 0 0,1 0 0,-1 1 0,0-1 0,0 0 1,1 1-1,-1 0 0,0-1 0,1 1 0,-1 0 0,1 0 0,-1 0 1,1 0-1,-1 0 0,1 0 0,0 0 0,-1 0 0,1 1 1,-2 2-1,1 0-519,1 1 1,0-1 0,0 1 0,0-1-1,0 1 1,1 0 0,0-1 0,0 9-1,0 8-4153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09:17.89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33 1 1304,'0'0'19626,"-2"9"-18894,-11 69 351,4 0 0,1 130 0,8-202-1075,0-1 1,0 1-1,1 0 1,0-1 0,0 1-1,0 0 1,1-1-1,3 9 1,-4-12-19,0 0 0,0 0 0,0-1 0,1 1 0,-1 0 0,0-1 0,1 1 0,0-1 0,-1 0 0,1 1 0,0-1 0,0 0 0,-1 0 0,1 0 0,0 0 0,0 0 0,0-1 0,0 1 0,0-1 0,0 1 1,0-1-1,1 0 0,-1 1 0,4-2 0,16 2-808,-13 0 363,1-1-1,-1 0 1,1-1-1,17-3 0,-2-10-3538,-23 13 3327,-1-1-1,1 0 1,-1 0-1,1 0 1,-1 0-1,0 0 1,0 0-1,0 0 1,0-1-1,0 1 1,0-4-1,0-10-8163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09:17.89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17 2969,'0'0'19012,"103"-16"-18556,-65 16-240,-5 0-144,5 0-72,-6 0-208,26 16-1265,-20 0-3392,7-6-3432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09:17.89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3 122 2697,'0'0'3532,"0"9"-1383,-1 6-2868,-1-2 5074,6-40 3197,-2 22-7407,0 0 0,0 0 0,1 0 0,-1 1 0,1-1 0,0 1 0,1-1 1,-1 1-1,1 0 0,-1 0 0,1 1 0,0-1 0,7-3 0,5-5 21,0 1 0,24-11 0,-33 19-163,1-1-1,0 1 0,-1 0 0,1 1 1,0 0-1,0 0 0,0 0 1,0 1-1,10 0 0,-17 2-2,0-1 0,0 0 1,0 1-1,0-1 0,-1 0 0,1 1 0,0-1 0,0 1 0,0-1 1,0 1-1,-1 0 0,1-1 0,0 1 0,-1 0 0,1 0 1,0-1-1,-1 1 0,1 0 0,-1 0 0,1 0 0,-1 0 0,1 0 1,-1 0-1,0 0 0,1 1 0,6 32 69,-5-25-19,3 32 60,-1 0 0,-2 0 0,-5 62 0,1-12 35,1-13 93,-3 0 0,-3-1-1,-25 106 1,31-181 140,1-5-144,3-15-66,-2 12-165,1 0-1,-1-1 1,1 1-1,1 0 0,4-10 1,0 0-383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09:17.89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1280,'0'0'16853,"8"0"-15874,6 0-648,0 1-1,-1 0 1,1 1 0,0 1-1,-1 0 1,0 0 0,1 2-1,-1-1 1,-1 2 0,1 0-1,-1 0 1,0 1 0,-1 1-1,1 0 1,-2 0 0,14 14-1,27 41-311,-50-61-15,-1 0 0,0-2 51,0-5-990,-2-7-2491,-10 10-3929,1 2-519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09:17.89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336 0 1280,'0'0'13589,"-9"15"-12717,-196 230 3659,167-206-3943,-44 34-1,81-71-868,6-2 523,21-8 550,10-2-1951,-6 4-5348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09:17.90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578 239 1528,'0'0'14535,"2"-16"-13305,3-46-379,-5 61-822,0 0-1,-1 0 1,1 0 0,0 0-1,-1 0 1,1 0 0,0 0-1,-1 0 1,0 1 0,1-1-1,-1 0 1,1 0 0,-1 0-1,0 1 1,1-1 0,-1 0-1,0 1 1,0-1 0,0 1-1,1-1 1,-1 1 0,0-1-1,0 1 1,0-1 0,0 1-1,0 0 1,0 0 0,0-1-1,0 1 1,0 0 0,-1 0-1,-37 1 532,28 0-314,-8-1 11,-1 1-1,1 1 1,-1 1 0,1 1 0,0 1 0,0 0-1,1 2 1,0 0 0,0 1 0,-30 17 0,21-10-112,1 1 0,1 1 0,0 1 1,1 1-1,-40 42 0,55-50-104,0 0 0,1 1-1,0 0 1,1 0 0,0 1-1,1-1 1,0 2 0,1-1-1,0 1 1,1-1 0,1 1-1,1 1 1,-1-1 0,1 27-1,2-10 3,2-1 1,0 1-1,3-1 0,0 1 1,2-1-1,1-1 0,14 34 1,-18-53-29,0 1 1,1-1 0,1 0 0,0 0 0,0-1 0,1 0-1,0 0 1,0 0 0,1-1 0,0 0 0,1-1 0,0 0 0,0 0-1,0-1 1,1 0 0,0 0 0,0-1 0,0-1 0,1 0-1,0 0 1,0-1 0,20 4 0,-12-5 24,1 0 1,-1-2-1,1 0 0,-1-1 0,1 0 1,-1-2-1,1 0 0,-1-2 1,-1 0-1,1-1 0,-1-1 1,1 0-1,27-17 0,-4-1-5,-1-1-1,-1-2 0,-2-2 1,0-1-1,-3-2 1,0-2-1,-2-1 0,-2-1 1,43-69-1,-66 91 3,-1 1 0,0-1 0,-1-1 0,-1 1 0,-1-1 0,0 0 0,-1 0 0,0 0 0,-2 0 0,0-1 0,0 1 0,-2 0 0,-4-30 0,3 39-28,0 1 1,0-1 0,-1 1-1,0 0 1,0 0 0,-1 0-1,0 0 1,0 0 0,0 1 0,-1 0-1,0 0 1,-9-8 0,-10-6-4,-41-26 1,39 29-2,-24-19 11,26 17 15,0 1 0,-1 1 0,-1 1 1,0 1-1,-1 2 0,-53-18 0,65 28-3,1 0 0,-1 2-1,-20 0 1,12 0 88,21 0-11,2 6-169,-1-1-1,1 1 1,0-1-1,1 0 0,0 1 1,-1-1-1,2 0 0,-1 1 1,0-1-1,1 0 0,0 0 1,1 0-1,-1 0 0,1-1 1,0 1-1,3 4 1,18 31-5790,-16-18 365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09:17.90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923 62 2993,'0'0'6922,"6"-4"-5532,-5 4-1369,27-20 1639,-26 18-1436,0 1 0,0-1-1,0 1 1,-1-1-1,1 0 1,-1 0 0,1 0-1,-1 1 1,0-2-1,0 1 1,0 0 0,0 0-1,0 0 1,0 0-1,0-1 1,0-3 6421,-41 32-5277,7 9-1273,1 2 0,2 1-1,2 1 1,-29 53-1,2-6 17,-313 437 792,260-373-768,34-43-8,-64 125-1,127-213-245,5-6 695,22-27-247,-13 10-404,18-14-508,-6 8-3077,-14 17-4182,-1 5-2043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09:17.90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662 216 3137,'0'0'13559,"-6"-9"-12371,4 6-1094,0 0-1,0 0 1,0 1 0,0-1-1,-1 0 1,1 1 0,-1-1-1,0 1 1,0 0 0,0 0 0,0 0-1,0 0 1,0 1 0,0-1-1,-1 1 1,1 0 0,0 0 0,-1 0-1,1 0 1,-1 1 0,0-1-1,1 1 1,-1 0 0,1 0 0,-1 0-1,1 1 1,-1-1 0,1 1-1,-6 1 1,-30 13 519,0 1 0,2 3 1,0 0-1,-66 48 0,76-48-433,1 1 0,1 1 0,0 1-1,2 1 1,0 1 0,2 1 0,-19 28 0,27-33-155,2 1 1,-1 0-1,2 1 1,1 0-1,1 1 1,1 0-1,1 0 1,0 0-1,2 1 1,-1 31-1,3-18-4,1 0 1,2 0-1,7 38 1,-5-59-13,0 1 0,2-1 0,0 0 0,1 0 0,1 0 1,0-1-1,1 0 0,19 27 0,-19-30 28,2 0 0,-1-1 0,2 0 0,-1-1 0,1 0 0,1-1 0,0 0 0,0-1 0,1 0 0,0-1 0,20 8 0,-10-7 57,0-2-1,0-1 1,1-1 0,0 0 0,-1-2 0,35-1-1,-27 0 14,0-1 0,0-1 0,0-2 0,0-1 0,-1-1 1,0-2-1,37-13 0,-42 9-94,0-1 0,-1-1 0,0-1 0,-1-1 1,0-1-1,-1-2 0,-1 0 0,-1-1 1,-1 0-1,0-2 0,-2 0 0,0-1 1,-2-1-1,0-1 0,-2 0 0,0-1 0,-2 0 1,0-1-1,-2 0 0,-1 0 0,-1-1 1,-2 0-1,0 0 0,0-34 0,-2-269 46,-4 178-47,0 146-9,1-1 1,-1 0-1,0 0 1,0 1-1,-1-1 1,0 1-1,0-1 1,-1 1-1,1 0 1,-1 0-1,-1 0 1,1 0-1,-1 0 1,0 1-1,0-1 1,-1 1-1,-10-9 1,-3 0-1,0 1 1,-1 0-1,-1 2 1,-23-11-1,28 17-9,0 0-1,-1 1 1,0 1 0,0 0 0,0 1-1,0 1 1,0 0 0,0 2 0,-27 3-1,35-3 11,0 1 0,0 0 0,0 0 0,0 1 0,1 0 0,-15 8 0,-13 6 7,24-13-13,2-1-1,0 0-1,0 1 1,0 0-1,1 0 1,-1 1-1,1 0 0,0 1 1,0-1-1,-10 12 1,17-16-135,0 1 0,1-1 0,0 0 0,-1 0 0,1 1 1,0-1-1,-1 0 0,1 1 0,0-1 0,0 0 0,0 1 1,0-1-1,0 0 0,1 1 0,-1-1 0,0 0 0,1 1 0,-1-1 1,1 0-1,-1 0 0,1 1 0,-1-1 0,1 0 0,0 0 1,0 0-1,0 0 0,-1 0 0,1 0 0,0 0 0,0 0 0,0 0 1,0-1-1,1 1 0,1 1 0,13 16-5734,-9 0-2590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09:17.90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51 3001,'0'0'8119,"0"-16"-740,0-16-5947,0 32-1347,0 0-1,0 0 1,0 0-1,1 0 1,-1 1-1,0-1 1,0 0 0,0 0-1,0 0 1,0 0-1,0 1 1,0-1-1,1 0 1,-1 0 0,0 0-1,0 0 1,0 0-1,0 0 1,1 0-1,-1 0 1,0 0 0,0 1-1,0-1 1,0 0-1,1 0 1,-1 0 0,0 0-1,0 0 1,0 0-1,1 0 1,-1 0-1,0 0 1,0 0 0,0 0-1,1 0 1,-1 0-1,0-1 1,0 1-1,0 0 1,0 0 0,1 0-1,-1 0 1,0 0-1,0 0 1,0 0-1,0 0 1,0-1 0,1 1-1,-1 0 1,0 0-1,0 0 1,0 0 0,0 0-1,0-1 1,0 1-1,0 0 1,0 0-1,1 0 1,-1-1 0,0 1-1,0 0 1,0 0-1,0 0 1,0 0-1,0-1 1,0 1 0,0 0-1,0 0 1,0-1-1,19 23 1224,16 29-1253,76 146 910,-41-68-873,-63-118-65,1 0 1,0-1-1,1 0 0,0-1 0,1 0 0,0 0 0,16 10 0,27 26 12,-41-30-20,-1 0 0,0 0-1,-2 2 1,0-1-1,0 1 1,-2 0 0,11 34-1,5 10-8,4 5-13,-16-35 106,1-1 0,2-1 0,21 33 1,5-7-33,-25-35 2,1 1 0,-2 1 1,15 31-1,-19-35 112,0-1 1,1 0-1,25 27 1,7 13 60,-41-55-221,11 17 112,-13-19-127,0 0 0,0 0 0,0 0-1,0-1 1,0 1 0,0 0 0,0 0-1,0-1 1,0 1 0,0 0 0,0 0 0,0-1-1,1 1 1,-1 0 0,0 0 0,0 0-1,0-1 1,0 1 0,0 0 0,0 0 0,1 0-1,-1 0 1,0-1 0,0 1 0,0 0-1,0 0 1,1 0 0,-1 0 0,0 0 0,0 0-1,0-1 1,1 1 0,-1 0 0,0 0-1,0 0 1,1 0 0,-1 0 0,0 0 0,0 0-1,1 0 1,-1 0 0,0 0 0,0 0-1,0 0 1,1 0 0,-1 0 0,0 0 0,0 0-1,1 0 1,-1 1 0,0-1 0,0 0-1,0 0 1,1 0 0,-1 0 0,0 0 0,0 1-1,0-1 1,0 0 0,1 0 0,-1 0-5,0 12-4153,-6 118-6674,5-89 1646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09:17.90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732 214 2561,'0'0'13522,"-4"-23"-12315,-17-69-162,21 88-931,-2 1 0,1-1 0,0 1 0,-1-1 0,1 1 0,-1-1 1,0 1-1,0 0 0,-1 0 0,1 0 0,-1 0 0,1 0 1,-1 1-1,0-1 0,0 1 0,0 0 0,0-1 0,0 1 0,-1 1 1,1-1-1,-7-2 0,0 2 66,1 0 0,-1 1 0,1 0 0,-1 1 0,1 0 0,-13 1 0,-3 0 119,4 0-106,0 2-1,1 0 1,-1 1 0,1 1 0,0 1 0,0 1-1,1 0 1,0 2 0,0 0 0,1 1 0,0 1-1,-29 23 1,22-14-55,0 2 0,2 0-1,0 2 1,1 1-1,2 0 1,0 2 0,-24 43-1,35-49-70,0-1-1,1 1 1,1 0 0,1 1-1,1 0 1,-4 37-1,2 137 483,8-149-362,-1-40-154,0 0 0,1 0 0,0 0-1,0 0 1,0 0 0,1 0 0,0-1 0,1 1 0,0-1 0,0 1 0,0-1 0,0 0 0,9 10 0,-5-8 35,0 0 1,1-1 0,0 1-1,1-2 1,0 1 0,0-1-1,0-1 1,11 6 0,12 2 144,0-2-1,0-1 1,1-1 0,56 7 0,-36-11-101,1-2 0,77-5 0,-114 0-99,0-1-1,-1-1 1,1 0-1,-1-1 1,0-1-1,0 0 1,0-1-1,-1-1 1,0-1-1,18-13 1,0-2-3,-1-2 0,-1 0-1,31-37 1,-32 31 3,-1-2 0,30-47 0,-51 68-6,-1 1 0,0-1-1,-1 0 1,0-1-1,-1 0 1,-1 0-1,0 0 1,-1 0-1,-1 0 1,2-28-1,-3 10 10,0 21-8,0 0 1,-1 0-1,0 0 0,-1 0 0,0-1 0,-1 1 1,0 1-1,-1-1 0,0 0 0,-1 0 1,-7-15-1,-15-16-3,-2 2 0,-2 1 1,-1 2-1,-2 1 0,-45-39 1,69 69-8,0 0 0,0 0 0,-1 1 0,1 1 0,-1 0 0,0 0 0,0 1 0,-1 0 0,1 0 0,-1 2 0,-13-2 0,-6 1-6,-1 2-1,-53 5 0,47 5 31,29-7-17,-1 0 0,0 0 0,0-1 0,0-1 1,0 1-1,0-1 0,-12-1 0,20 0-18,2 8-585,-1-1 67,1 1-1,1-1 1,-1 0 0,1 1-1,0-1 1,1 0 0,0 0 0,0 0-1,1-1 1,-1 1 0,6 6-1,1 3-2095,4 10-4265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09:01.12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976 147 1384,'0'0'1766,"3"2"-1929,1 0 224,15 4 4290,-17-10-1302,9-21-2639,-5-39-674,0 3 3880,-6 61-3083,-8-2 9762,4 4-10800,-130 159 3164,93-112-2330,-43 70-1,9-12-62,-11 18-78,-27 33 20,38-67-102,-99 115 82,146-172-175,2 2-1,-31 55 1,7-11 70,-7 35 137,56-112-782,0-1-1,0 0 1,1 0-1,-1 0 0,1 1 1,0-1-1,0 0 1,0 0-1,0 1 1,0-1-1,1 3 1,-2 14-3183,-9 4-4224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09:02.39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478 325 3305,'0'0'7924,"8"-15"-6342,26-44 35,-33 58-1424,0 0-1,0-1 0,-1 1 1,1 0-1,0 0 0,-1-1 1,1 1-1,-1-1 0,0 1 1,0 0-1,1-1 1,-1 1-1,0-1 0,0 1 1,0-1-1,0 1 0,-1 0 1,1-1-1,-1-1 0,1 2-100,-1 0 0,1 1 1,-1-1-1,0 0 0,0 0 0,1 1 0,-1-1 0,0 0 0,0 1 0,0-1 1,0 0-1,0 1 0,0 0 0,1-1 0,-1 1 0,0-1 0,-1 1 0,1 0 0,-1 0 1,-6-1 127,0 0 1,0 1 0,1 1 0,-1-1 0,-8 3 0,9-2 213,-3 1-257,0 0 1,0 1-1,1 1 1,-1-1-1,1 2 1,0-1-1,0 1 0,1 1 1,-9 6-1,-74 63 817,85-69-952,-173 168 1347,172-164-1332,-1 1 0,2-1 0,-1 1 0,2 0 0,-1 1 0,2-1 0,-1 1 0,2 0 0,0 1 0,-3 19 0,2-5 74,2 1 0,1 0 0,4 47 0,-2-67-93,1-1-1,0 1 1,1-1-1,0 0 1,0 0-1,0 0 1,1 0-1,0-1 0,0 1 1,1-1-1,0 0 1,0-1-1,0 1 1,0-1-1,1 0 1,0 0-1,0 0 1,1-1-1,-1 0 1,11 4-1,5 3 102,1-1 0,-1-1 1,1-1-1,1-1 0,28 4 0,19 0 5,0-4 0,75-2 0,-135-5-136,-1-1-1,1-1 1,0 0 0,-1-1-1,0 0 1,1 0 0,18-10-1,68-42 43,-65 35-45,-18 11-5,10-4 47,0-1 0,-1-2-1,-1 0 1,-1-1-1,32-33 1,-36 30-22,-9 12-12,-1 0 1,1 0-1,-2-1 1,1 0-1,-1-1 1,0 1 0,-1-1-1,0 0 1,-1-1-1,0 1 1,-1-1 0,0 1-1,2-14 1,-2-36 26,-3-61 1,-2 36 15,1 70-51,0 0 1,-1 1-1,-1-1 1,0 1-1,-1-1 0,0 1 1,-2 1-1,1-1 0,-2 0 1,0 1-1,0 1 0,-14-19 1,14 22-7,0 1 1,0-1-1,-1 1 0,1 1 1,-2 0-1,1 0 0,-1 0 1,0 1-1,-1 1 1,1-1-1,-1 2 0,0-1 1,0 1-1,0 1 1,-1 0-1,0 0 0,-16-1 1,7 3 5,0-1 1,0-1 0,0 0-1,1-2 1,0 0 0,0-1-1,-24-12 1,36 16-9,0 0-1,-1 0 1,1 1 0,0 0-1,-1 0 1,1 0 0,-1 1-1,1 0 1,-1 1-1,1 0 1,-1 0 0,1 0-1,-1 1 1,1 0 0,0 0-1,0 1 1,0 0 0,0 1-1,1-1 1,-9 7-1,11-7-1,0 0-1,0 0 1,0 0-1,1 1 0,-1 0 1,1-1-1,0 1 1,0 0-1,0 1 0,1-1 1,-4 8-1,3-3-160,1 0 1,1-1-1,0 1 0,0 0 1,0 0-1,1 9 0,0 5-518,-1-5-694,1 0 1,1-1 0,0 1-1,1 0 1,1-1-1,1 0 1,6 18 0,9 11-5649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09:17.90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976 147 1384,'0'0'1766,"3"2"-1929,1 0 224,15 4 4290,-17-10-1302,9-21-2639,-5-39-674,0 3 3880,-6 61-3083,-8-2 9762,4 4-10800,-130 159 3164,93-112-2330,-43 70-1,9-12-62,-11 18-78,-27 33 20,38-67-102,-99 115 82,146-172-175,2 2-1,-31 55 1,7-11 70,-7 35 137,56-112-782,0-1-1,0 0 1,1 0-1,-1 0 0,1 1 1,0-1-1,0 0 1,0 0-1,0 1 1,0-1-1,1 3 1,-2 14-3183,-9 4-4224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09:17.90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478 325 3305,'0'0'7924,"8"-15"-6342,26-44 35,-33 58-1424,0 0-1,0-1 0,-1 1 1,1 0-1,0 0 0,-1-1 1,1 1-1,-1-1 0,0 1 1,0 0-1,1-1 1,-1 1-1,0-1 0,0 1 1,0-1-1,0 1 0,-1 0 1,1-1-1,-1-1 0,1 2-100,-1 0 0,1 1 1,-1-1-1,0 0 0,0 0 0,1 1 0,-1-1 0,0 0 0,0 1 0,0-1 1,0 0-1,0 1 0,0 0 0,1-1 0,-1 1 0,0-1 0,-1 1 0,1 0 0,-1 0 1,-6-1 127,0 0 1,0 1 0,1 1 0,-1-1 0,-8 3 0,9-2 213,-3 1-257,0 0 1,0 1-1,1 1 1,-1-1-1,1 2 1,0-1-1,0 1 0,1 1 1,-9 6-1,-74 63 817,85-69-952,-173 168 1347,172-164-1332,-1 1 0,2-1 0,-1 1 0,2 0 0,-1 1 0,2-1 0,-1 1 0,2 0 0,0 1 0,-3 19 0,2-5 74,2 1 0,1 0 0,4 47 0,-2-67-93,1-1-1,0 1 1,1-1-1,0 0 1,0 0-1,0 0 1,1 0-1,0-1 0,0 1 1,1-1-1,0 0 1,0-1-1,0 1 1,0-1-1,1 0 1,0 0-1,0 0 1,1-1-1,-1 0 1,11 4-1,5 3 102,1-1 0,-1-1 1,1-1-1,1-1 0,28 4 0,19 0 5,0-4 0,75-2 0,-135-5-136,-1-1-1,1-1 1,0 0 0,-1-1-1,0 0 1,1 0 0,18-10-1,68-42 43,-65 35-45,-18 11-5,10-4 47,0-1 0,-1-2-1,-1 0 1,-1-1-1,32-33 1,-36 30-22,-9 12-12,-1 0 1,1 0-1,-2-1 1,1 0-1,-1-1 1,0 1 0,-1-1-1,0 0 1,-1-1-1,0 1 1,-1-1 0,0 1-1,2-14 1,-2-36 26,-3-61 1,-2 36 15,1 70-51,0 0 1,-1 1-1,-1-1 1,0 1-1,-1-1 0,0 1 1,-2 1-1,1-1 0,-2 0 1,0 1-1,0 1 0,-14-19 1,14 22-7,0 1 1,0-1-1,-1 1 0,1 1 1,-2 0-1,1 0 0,-1 0 1,0 1-1,-1 1 1,1-1-1,-1 2 0,0-1 1,0 1-1,0 1 1,-1 0-1,0 0 0,-16-1 1,7 3 5,0-1 1,0-1 0,0 0-1,1-2 1,0 0 0,0-1-1,-24-12 1,36 16-9,0 0-1,-1 0 1,1 1 0,0 0-1,-1 0 1,1 0 0,-1 1-1,1 0 1,-1 1-1,1 0 1,-1 0 0,1 0-1,-1 1 1,1 0 0,0 0-1,0 1 1,0 0 0,0 1-1,1-1 1,-9 7-1,11-7-1,0 0-1,0 0 1,0 0-1,1 1 0,-1 0 1,1-1-1,0 1 1,0 0-1,0 1 0,1-1 1,-4 8-1,3-3-160,1 0 1,1-1-1,0 1 0,0 0 1,0 0-1,1 9 0,0 5-518,-1-5-694,1 0 1,1-1 0,0 1-1,1 0 1,1-1-1,1 0 1,6 18 0,9 11-5649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09:04.10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186 18 3081,'0'0'14552,"3"-5"-13573,8-7-386,-5 14 623,-9 40 586,-3-25-1572,0 0 0,-1 0-1,-1-1 1,0 0 0,-1 0-1,-1-1 1,-16 19-1,1 2 44,0 0-32,12-18-179,0 0 0,2 0 0,0 1 0,-13 35 0,24-53-63,0-1-1,0 1 1,0-1 0,1 1-1,-1-1 1,0 0-1,1 1 1,-1-1 0,0 1-1,1-1 1,-1 0 0,0 1-1,1-1 1,-1 0 0,0 1-1,1-1 1,-1 0-1,1 0 1,-1 0 0,1 1-1,-1-1 1,1 0 0,-1 0-1,1 0 1,-1 0 0,1 0-1,-1 0 1,1 0-1,-1 0 1,1 0 0,-1 0-1,1 0 1,-1 0 0,1 0-1,29 0 99,-23 0-71,209-19 156,-100 6-167,-33 0 4,-82 13-13,-8 6-2033,-18 29-4705,12-22 856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09:04.34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103 1 4561,'0'0'15155,"-83"186"-14107,70-135-471,13-3-185,-7-3-80,7-3-32,0-7-120,0-3-112,0-6-48,0-10-312,0-3-1265,0-3-3304,20-10-3408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09:05.07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2473,'0'0'6249,"8"4"-4633,2 1-589,-1 0-1,0 0 0,1 1 1,-2 1-1,1-1 0,-1 2 1,0-1-1,0 1 0,9 13 1,-13-17-986,0 0-1,0 0 1,0 0 0,1 0 0,-1-1 0,1 0 0,0 0 0,0 0 0,0-1-1,0 1 1,1-1 0,-1 0 0,1-1 0,-1 0 0,1 1 0,-1-2 0,1 1 0,0-1-1,7 0 1,-12 0-38,0-1 0,-1 0-1,1 1 1,0-1 0,-1 0-1,1 1 1,-1-1 0,1 0 0,-1 0-1,1 0 1,-1 0 0,1 0-1,-1 1 1,0-1 0,1 0-1,-1 0 1,0 0 0,0 0 0,0 0-1,0 0 1,0 0 0,0 0-1,0 0 1,0 0 0,0 0-1,0 0 1,0 0 0,-1 0 0,1 0-1,-1-1 1,0-1 1,1 0 1,0 0-1,-1 1 1,0-1-1,0 0 1,0 1-1,0-1 1,0 1-1,0-1 1,-1 1-1,-2-4 1,-3 2-4,0 1 1,0 0 0,0 0-1,-1 0 1,1 1 0,0 1-1,-1-1 1,0 1 0,1 0-1,-1 1 1,1 0 0,-1 0-1,0 0 1,1 1 0,-9 2-1,15-2 7,-1 0 0,1 0-1,0 0 1,-1 0 0,1 1 0,0-1-1,0 0 1,0 1 0,0-1 0,0 1-1,0-1 1,0 1 0,1-1-1,-1 1 1,1 0 0,-1-1 0,1 1-1,-1 0 1,1 0 0,0-1 0,0 4-1,-2 41 292,2-39-217,0 5 11,0-7-65,-1 0 0,1 0-1,1 0 1,-1 0 0,1-1 0,0 1-1,2 9 1,-1-12-23,-1 0 1,0 0 0,1 0-1,0 0 1,-1-1-1,1 1 1,0 0-1,0-1 1,0 1-1,0-1 1,0 0-1,0 1 1,1-1-1,-1 0 1,0 0 0,1-1-1,-1 1 1,4 0-1,3 2-99,0-1-1,0 0 1,0-1-1,1 0 1,-1 0-1,0-1 1,1 0-1,-1-1 1,0 0-1,16-4 1,-17 3-352,1-1 0,-1-1 1,1 0-1,-1 0 1,0-1-1,-1 0 0,1 0 1,-1 0-1,0-1 1,0 0-1,8-11 0,45-69-5487,-50 71 4249,22-36-5458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09:05.33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232 1 2705,'0'0'17227,"-25"20"-16040,25-20-1187,-102 92 939,93-82-815,2 0 0,0 0-1,0 0 1,0 1 0,2 0 0,-1 0-1,1 1 1,1-1 0,0 1 0,1 0-1,0 1 1,1-1 0,-2 20 0,-2 6 194,-5 42 430,-3 144 0,14-92-3784,0-96 1187,2-40-2464,6-3 2267,-5 5 388,9-11-5764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09:05.76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7 113 1560,'0'0'17653,"10"4"-17154,2 1-406,1 0-1,-1-2 0,1 1 1,0-2-1,-1 0 0,1 0 1,17-1-1,-18 0-85,13-4 115,-24 2-114,0 0-1,0 0 1,-1 0 0,1 0 0,0-1 0,-1 1 0,1 0 0,-1 0 0,1 0 0,-1 0 0,0-1 0,1 1-1,-1 0 1,0 0 0,0-1 0,0 1 0,0 0 0,0-1 0,0 1 0,0-1 0,0-13 83,1 5-97,-1 1 1,-1-1-1,0 0 1,-2-15-1,2 24 39,1-1-1,-1 0 0,1 1 0,-1-1 0,0 0 0,1 1 0,-1-1 1,0 1-1,0-1 0,0 1 0,0-1 0,0 1 0,-1 0 0,1-1 1,0 1-1,-1 0 0,1 0 0,-1 0 0,1 0 0,-1 0 1,1 0-1,-1 1 0,1-1 0,-1 0 0,0 1 0,0-1 0,1 1 1,-1 0-1,0-1 0,-3 1 0,1 0 32,0 0 0,0 1 0,0-1 0,0 1 0,0-1 0,0 1 0,0 0 1,1 1-1,-1-1 0,0 1 0,1 0 0,-1 0 0,1 0 0,-1 0 0,1 0 0,0 1 0,0-1 0,0 1 0,1 0 0,-1 0 0,0 0 0,1 0 0,0 1 1,0-1-1,-3 6 0,-2 2 7,1 1 0,1-1 0,-1 1 1,2 0-1,0 0 0,0 1 0,1-1 1,0 1-1,1 0 0,1-1 0,0 24 1,1-33-77,0-1 0,1 1 0,-1-1 0,1 1 0,-1-1 1,1 0-1,0 1 0,0-1 0,0 0 0,0 1 0,1-1 1,-1 0-1,0 0 0,1 0 0,0 0 0,-1 0 0,1-1 1,0 1-1,0 0 0,0-1 0,0 1 0,0-1 1,0 0-1,0 0 0,1 0 0,-1 0 0,0 0 0,1 0 1,2 0-1,8 2-546,1 0 0,0 0-1,27 0 1,-30-3-195,42 1-4480,-2-1-2897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09:06.51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71 3377,'0'0'9486,"11"2"-4266,16 9-2461,-20-4-2520,-2 1 0,1 0 0,-1 0 0,0 1 0,0-1 0,-1 1-1,0 0 1,2 11 0,11 21-13,-17-41-217,1 1-1,-1 0 1,0-1-1,0 1 0,0-1 1,0 1-1,1-1 1,-1 1-1,0 0 0,1-1 1,-1 1-1,0-1 1,1 1-1,-1-1 0,1 0 1,-1 1-1,1-1 1,-1 1-1,1-1 0,-1 0 1,1 1-1,-1-1 1,1 0-1,-1 0 0,1 1 1,0-1-1,6-13 322,0-4-381,0 4 44,1 1-1,1 0 1,0 0 0,0 0 0,1 2 0,1-1-1,0 1 1,0 1 0,1 0 0,0 0 0,0 1-1,1 1 1,0 0 0,1 1 0,-1 0 0,1 1 0,16-4-1,-29 9 7,0 1 1,-1-1-1,1 0 0,0 0 0,0 0 0,-1 1 0,1-1 0,0 1 0,-1-1 0,1 0 0,-1 1 0,1-1 1,0 1-1,-1-1 0,1 1 0,-1 0 0,1-1 0,-1 1 0,1-1 0,-1 1 0,0 0 0,1-1 0,-1 1 1,0 0-1,0 0 0,1-1 0,-1 1 0,0 0 0,0 0 0,0-1 0,0 1 0,0 0 0,0 0 1,0-1-1,0 3 0,-1 36 389,1-31-325,0 44 195,0-51-245,22-10 155,124-116 9,-123 112-169,-21 12 72,-1 9 203,3 44 213,-4-43-428,0-1-1,1 0 1,0 0-1,0 1 1,2 7 0,-3-16-140,0 1 1,0-1 0,0 1 0,0 0 0,1-1-1,-1 1 1,0 0 0,0-1 0,0 1 0,1-1-1,-1 1 1,0-1 0,1 1 0,-1-1 0,0 1 0,1-1-1,-1 1 1,0-1 0,1 1 0,-1-1 0,1 1-1,-1-1 1,1 0 0,-1 1 0,1-1 0,-1 0-1,1 0 1,0 1 0,-1-1 0,1 0 0,-1 0 0,1 0-1,0 0 1,-1 0 0,1 0 0,-1 0 0,1 0-1,0 0 1,-1 0 0,1 0 0,1 0 0,6 0-1362,5 0-4451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09:07.56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0 143 3313,'0'0'13545,"5"0"-13082,71 16 2215,-50-9-2059,-1-1 0,37 2-1,-52-7-566,0 0 1,0-1-1,0 0 0,0-1 0,0 0 0,-1-1 0,13-3 1,-20 4-46,1 0 1,0-1 0,-1 1-1,1-1 1,-1 1 0,1-1-1,-1 0 1,0 0 0,0 0-1,0 0 1,0-1 0,0 1-1,0-1 1,-1 1 0,1-1 0,-1 1-1,0-1 1,1 0 0,-1 0-1,-1 1 1,1-1 0,0 0-1,-1 0 1,1 0 0,-1 0-1,0 0 1,0 0 0,0-4-1,0 5-3,0-5 11,0 0 0,0 0 0,0-1 0,-1 1 0,0 0 0,0 1 0,-1-1 0,-2-8 0,2 13 0,1 0-1,-1 0 0,0 0 1,0 0-1,0 0 0,0 0 1,0 0-1,0 1 0,-1-1 1,1 1-1,0 0 0,-1 0 1,1 0-1,-1 0 0,1 0 1,-1 0-1,0 1 0,1-1 1,-1 1-1,0 0 1,1-1-1,-1 1 0,0 0 1,-4 1-1,-2-1 77,0 1 1,0-1-1,0 1 1,0 1-1,1 0 1,-1 0-1,0 0 0,1 1 1,-15 8-1,19-9-54,-1 1 0,2 0 0,-1 0 1,0 0-1,1 1 0,-1-1 0,1 1 0,0-1 0,0 1 0,0 0 0,1 1 0,-1-1 0,1 0 0,0 1 0,0-1 0,1 1 0,-1-1 0,1 1 0,0 0 0,0 7 0,0-6-28,0 0-1,0 0 1,1 1-1,0-1 1,0 0-1,1 0 0,0 1 1,0-1-1,0 0 1,1 0-1,-1 0 1,2 0-1,-1 0 1,1-1-1,0 1 0,0-1 1,0 1-1,1-1 1,-1 0-1,1 0 1,1-1-1,-1 1 1,1-1-1,-1 0 0,1 0 1,1-1-1,-1 1 1,0-1-1,1 0 1,0 0-1,-1-1 1,1 0-1,0 0 0,0 0 1,0-1-1,1 0 1,-1 0-1,9 0 1,-3 1-29,0-1 1,1 0 0,-1-1 0,0 0 0,1-1-1,-1-1 1,0 0 0,0 0 0,0-1-1,0-1 1,0 0 0,-1 0 0,1-1 0,-1-1-1,-1 0 1,18-12 0,-12 5-159,-1 0 0,-1-1 0,0-1 1,-1 0-1,22-33 0,-26 24 174,2 2 136,-11 24-47,-1-1-1,0 1 1,1 0-1,0 0 1,-1 0-1,1 0 1,0 0 0,0 0-1,0 0 1,0 0-1,1 0 1,-1 0-1,0 0 1,1-1-1,0 1 1,-1 0-1,2 2 1,16 37 56,-17-38-134,0-1-1,1 1 0,-1 0 1,1-1-1,0 1 1,0-1-1,0 1 1,0-1-1,0 0 0,1 0 1,-1 0-1,1 0 1,-1 0-1,1 0 1,0-1-1,0 1 0,-1-1 1,1 0-1,0 0 1,0 0-1,0 0 1,0-1-1,1 1 1,-1-1-1,0 0 0,0 0 1,0 0-1,0 0 1,0 0-1,0-1 1,1 1-1,-1-1 0,5-2 1,5-2 5,0 0 0,1-2-1,-2 0 1,1 0 0,-1-1 0,0 0 0,-1-1 0,12-11 0,16-12 1,-27 19 1,-1 2 13,-10 11-18,-1 0-1,0 0 1,0 0-1,0 0 1,1 0 0,-1 0-1,0 0 1,0 0 0,0 0-1,1 0 1,-1 0 0,0 0-1,0 1 1,0-1 0,1 0-1,-1 0 1,0 0 0,0 0-1,0 0 1,1 0 0,-1 1-1,0-1 1,0 0-1,0 0 1,0 0 0,0 0-1,0 1 1,1-1 0,-1 0-1,0 0 1,0 0 0,0 1-1,0-1 1,0 0 0,0 0-1,0 0 1,0 1 0,0-1-1,0 0 1,0 0 0,0 1-1,0-1 1,0 0-1,0 0 1,0 0 0,0 1-1,0-1 1,0 0 0,0 0-1,-1 0 1,1 1 0,0-1-1,0 0 1,-1 27-130,0-17 233,0 0-1,1 0 1,1-1-1,-1 1 1,4 13-1,-4-21-225,1 0-1,0 0 1,-1 0 0,1 0-1,0 0 1,0 0 0,0-1 0,0 1-1,1 0 1,-1-1 0,0 1-1,1-1 1,-1 1 0,1-1-1,-1 0 1,1 1 0,0-1-1,-1 0 1,1 0 0,0 0-1,0 0 1,0-1 0,0 1-1,0 0 1,0-1 0,0 1-1,0-1 1,0 0 0,0 0 0,0 0-1,2 0 1,0 0-683,-2 0 389,-1 1-1,1-1 1,0 0-1,-1 0 1,1 0-1,-1-1 1,1 1 0,-1 0-1,1-1 1,-1 1-1,1-1 1,-1 1-1,1-1 1,-1 0-1,2 0 1,5-13-4447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09:07.82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103 0 1304,'0'0'19139,"-4"31"-17667,-13 103-581,13-82-96,4 74 0,2-100-730,-1 1-1,-2-1 1,0 0 0,-2 0-1,-10 41 1,13-66-297,-1 0 0,1 0 0,-1 0 0,0 0 0,1 0 0,-1 0 0,0 0-1,0 0 1,0 0 0,1 0 0,-1 0 0,0-1 0,0 1 0,0 0 0,-1-1 0,1 1 0,0-1 0,0 1 0,0-1 0,0 1 0,0-1 0,-1 0 0,1 0 0,0 0-1,0 0 1,-1 1 0,1-1 0,0-1 0,0 1 0,-3 0 0,-6 0-2823,-10 1-4879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09:08.35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78 2513,'0'0'15900,"31"-4"-14743,214-21 203,-215 21-1090,-20 4-99,-1-1 1,1 0-1,0 0 0,-1-1 1,1 0-1,-1-1 0,1 0 1,-1 0-1,0-1 1,-1 0-1,1-1 0,15-10 1,-27 15 2541,-2-1-2557,1 1-1,0 0 1,-1 1-1,1-1 1,0 1-1,-1 0 1,1 0-1,-8 2 1,12-2-158,-1 0 0,0 0 0,0-1 0,0 1 0,1 0 1,-1 0-1,0 0 0,1 0 0,-1 0 0,0 0 1,1 0-1,0 0 0,-1 0 0,1 0 0,-1 0 1,1 0-1,0 0 0,0 0 0,0 0 0,0 1 0,0-1 1,0 0-1,0 0 0,0 0 0,0 0 0,0 0 1,1 0-1,-1 0 0,0 0 0,1 0 0,-1 0 1,1 2-1,0-1 1,1 0 0,-1 0 0,0-1 0,1 1 1,0 0-1,-1 0 0,1-1 0,0 1 0,0-1 0,0 1 1,0-1-1,3 2 0,23 8 39,41 18-18,-66-27-19,1-1 0,-1 1 0,0 0 0,0 0 0,0 1 0,0-1 0,0 1 0,0-1 0,-1 1 0,1 0 0,-1 0 0,0 0 0,0 0 0,3 5 0,-5-7 32,1 0 1,-1 0-1,0 0 0,1 0 0,-1 0 0,0 1 0,1-1 1,-1 0-1,0 0 0,0 0 0,0 0 0,0 0 1,0 0-1,-1 1 0,1-1 0,0 0 0,0 0 1,-1 0-1,1 0 0,-1 0 0,1 0 0,-1 0 0,1 0 1,-1 0-1,0 0 0,1 0 0,-1 0 0,0 0 1,0-1-1,1 1 0,-1 0 0,0 0 0,0-1 0,0 1 1,0-1-1,0 1 0,0-1 0,0 1 0,-2-1 1,-20 5-1305,1-4-7065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09:24.13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29 2577,'0'0'7917,"31"-16"-2866,-21 3-3002,-5 17 1278,-2 28 2110,-1-13-6472,16 78 1909,4 0 1,5-2-1,48 117 1,5-41-364,-71-153-442,9 23 196,-2 1-1,16 66 1,-21-72-182,-3-12 119,1-1-1,16 28 0,-14-29 4,0 2-1,10 31 1,-12-35-157,-8-18-35,0 0 1,1 0 0,-1 0 0,0 1 0,-1-1 0,1 0 0,0 1 0,-1-1-1,1 0 1,-1 4 0,2 1-1169,3 16-9712,-5-7 1547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09:25.31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591 120 2961,'0'0'12550,"3"-17"-11267,2-2-880,-2 10-79,-1 0 1,0 0-1,0 0 1,-1 0 0,0-19-1,-1 28-233,0-1 0,-1 1 0,1-1 0,0 1 0,0-1 0,-1 1 0,1-1 0,0 1 0,-1-1 0,1 1 0,0-1 0,-1 1 0,1-1 0,-1 1 0,1-1 1,-1 1-1,1 0 0,-1-1 0,1 1 0,-1 0 0,1 0 0,-1-1 0,1 1 0,-1 0 0,0 0 0,1 0 0,-1 0 0,1 0 0,-1 0 0,0 0 0,1 0 0,-1 0 0,-27 0 293,19 0-26,-6 0-84,2-1-26,-1 1 0,1 1 0,0-1 0,-1 2 0,1 0 0,0 1 0,0 0 0,0 1 0,-21 9 0,2 4 2,1 0 0,1 3-1,0 0 1,2 2 0,0 1 0,-29 32-1,42-38-156,0 0 0,1 1 0,1 1 0,0 1 0,2-1 0,0 2 0,2 0-1,0 0 1,1 0 0,-9 43 0,7 5 82,4-1 0,3 94 0,3-131-73,1-18-55,0 0 0,1 0 1,0 0-1,0-1 0,2 1 0,0-1 1,0 0-1,1 1 0,0-2 0,1 1 0,0-1 1,1 0-1,12 14 0,-12-16-20,0-1 0,0-1 0,1 1 0,0-1-1,1 0 1,-1-1 0,1 0 0,1-1 0,-1 0 0,1 0-1,0-1 1,0 0 0,0 0 0,0-1 0,1-1 0,17 3-1,26-2 84,1-1-1,78-9 1,-110 2-95,0-1 0,0-1 1,-1-1-1,1-1 0,-2-1 1,1-1-1,-2-1 1,1-1-1,-2 0 0,0-2 1,0 0-1,-2-1 0,0-1 1,15-20-1,-21 24-1,-1-1 0,0 0-1,-1-1 1,-1 0 0,-1-1 0,0 1-1,0-1 1,-2-1 0,0 1 0,-1-1-1,-1 0 1,2-31 0,7-288 87,-12 329-100,0 0 0,-1-1 0,0 1 0,-1 0-1,1 0 1,-1 0 0,-1 1 0,1-1 0,-1 0-1,0 1 1,-1 0 0,0-1 0,0 1 0,0 1 0,0-1-1,-1 1 1,0-1 0,0 1 0,-8-5 0,-10-6 5,0 1 0,-1 1 0,-47-20 0,41 20 31,-42-25 0,69 37-9,-1 0 0,1 0 0,-1 0 0,1 0 1,-1 1-1,0 0 0,0 0 0,1 0 0,-1 0 0,0 0 0,-5 1 0,8 0 23,0 0-1981,0 0 1703,1 0-1,0 0 0,-1 0 0,1 1 1,0-1-1,0 0 0,-1 0 0,1 0 1,0 0-1,0 1 0,-1-1 1,1 0-1,0 0 0,0 1 0,0-1 1,-1 0-1,1 0 0,0 1 1,0-1-1,0 0 0,0 0 0,0 1 1,-1-1-1,1 0 0,0 1 0,0-1 1,0 0-1,0 1 0,0-1 1,0 0-1,0 1 0,0-1 0,0 17-6496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09:26.59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148 48 3273,'0'0'16234,"-2"-8"-14602,1 5-1519,1 0 4,-1 0-1,0 0 1,0 0 0,0 0-1,0 0 1,0 1-1,-1-1 1,-2-4-1,3 6-88,0 0 1,0 1-1,0-1 0,0 1 0,0-1 0,0 1 0,0-1 0,0 1 1,0 0-1,0-1 0,0 1 0,0 0 0,0 0 0,0 0 0,-1 0 1,1 0-1,0 0 0,0 0 0,0 0 0,0 0 0,0 1 0,0-1 0,0 0 1,0 1-1,0-1 0,0 0 0,0 1 0,0 0 0,0-1 0,0 1 1,0 0-1,0-1 0,1 1 0,-1 0 0,0 0 0,0 0 0,-6 4 44,0 1 0,1-1 0,0 1 0,0 0 0,0 1 0,1-1 0,0 1 0,0 0 0,0 1 0,1-1 0,1 1 0,-1 0 0,1-1 0,0 2-1,1-1 1,0 0 0,-2 11 0,5-18-65,0 1-1,-1-1 1,1 0-1,0 1 1,-1-1-1,1 0 1,0 0-1,0 1 1,0-1-1,0 0 1,0 0-1,1 0 1,-1 0-1,0 0 1,0-1-1,1 1 1,-1 0-1,0-1 1,3 2-1,37 16 79,-21-10-58,-13-5-26,0 1 1,-1 0 0,1 0 0,-1 1-1,0-1 1,0 1 0,0 1-1,-1-1 1,0 1 0,0 0 0,0 0-1,-1 1 1,0-1 0,6 13 0,-5-6 9,-1 1 0,-1-1 0,0 1 0,-1 0 0,0 0 0,-1 0 0,-1 17 0,0-28 1,-1 0 0,0 0 0,1 1 0,-1-1-1,0 0 1,0 0 0,-1 0 0,1 0 0,-1-1 0,1 1-1,-1 0 1,0-1 0,0 1 0,0-1 0,0 1 0,0-1-1,-1 0 1,1 0 0,-1 0 0,0 0 0,1-1 0,-1 1-1,0-1 1,0 1 0,0-1 0,0 0 0,0 0 0,0-1-1,-4 2 1,-9 1 40,0 0-1,-1 0 1,1-2-1,-20 0 0,35-1-71,-1 0 0,1 0-1,0-1 1,-1 1-1,1-1 1,0 1 0,-1-1-1,1 1 1,0-1-1,0 1 1,0-1 0,-1 0-1,1 0 1,0 0-1,0 0 1,0 0-1,0 0 1,0 0 0,0 0-1,1 0 1,-1 0-1,0 0 1,1-1 0,-1 1-1,0 0 1,1-1-1,0 1 1,-1-2-1,-7-45-5357,6 31 89,1-4-3920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09:26.82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33 2617,'0'0'19308,"148"-32"-19028,-129 44-168,0 1-64,1-6-48,-1-1-248,7 10-865,-14-9-2927,8-7-3594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09:27.72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1 620 1872,'0'0'17389,"20"0"-15213,132 0-347,-151-1-1820,1 1 0,-1-1 0,0 1 0,0-1 0,0 1 0,0-1 0,1 1 0,-1-1 0,0 0 0,0 0 0,0 0 0,0 1 0,-1-1 0,1 0 0,0 0 0,0 0 0,0-1 0,-1 1 0,1 0 0,-1 0 0,1 0 0,-1 0 0,1-1 0,-1 1 0,1 0 0,-1 0 0,0-1 0,0 1 0,0 0 0,0-3 0,1 1 2,-1-1 1,0 1-1,0-1 1,0 0-1,0 1 1,-1-1-1,1 1 1,-1 0-1,0-1 0,0 1 1,-2-4-1,0 2-3,-1 0 0,0 1 0,0 0 0,0 0 0,-1 0 0,1 1 0,-1-1 0,0 1 0,0 0 0,0 1 0,0-1 0,-10-2 0,13 4 5,0 0 1,0 0 0,0 0-1,0 1 1,0-1 0,0 1-1,0-1 1,0 1 0,-1 0-1,1 0 1,0 0 0,0 0-1,0 0 1,0 1-1,-1-1 1,1 1 0,0-1-1,0 1 1,0 0 0,0 0-1,0 0 1,0 0 0,0 0-1,0 0 1,1 0 0,-1 1-1,0-1 1,1 0 0,-1 1-1,1 0 1,-1-1 0,1 1-1,0 0 1,0 0 0,-2 2-1,-1 7 71,0-1-1,1 1 1,1 0 0,-1 0-1,1 0 1,1 0-1,0 0 1,1 13 0,0-19-60,1 1 1,0-1-1,0 0 1,0 0-1,0 0 0,1 0 1,0 0-1,0-1 1,0 1-1,1 0 1,-1-1-1,1 0 1,0 1-1,0-1 1,1 0-1,-1-1 0,1 1 1,0 0-1,5 3 1,-2-3-16,-1 1 0,1-1 0,0 0 1,1-1-1,-1 1 0,0-2 0,1 1 1,0-1-1,-1 0 0,1 0 0,0-1 1,0 0-1,0-1 0,0 0 0,0 0 0,0 0 1,0-1-1,0-1 0,0 1 0,0-1 1,-1 0-1,1-1 0,-1 0 0,11-5 1,8-11-209,-2-1 1,-1-1-1,0-1 1,-1-1-1,-2-1 1,0 0-1,-2-2 1,-1 0-1,-1-1 1,-1-1-1,15-37 1,-13 20 126,-2 1 1,-3-2 0,-1 0 0,-2 0 0,-2-1 0,1-89 0,-8 134 674,0 14 227,-3 45 185,-16 85 1,2-25-170,5 124-600,12-241-309,0 1 1,0-1-1,0 1 1,0-1-1,0 0 1,0 1-1,1-1 1,-1 1-1,0-1 1,0 1-1,1-1 1,-1 0-1,0 1 1,1-1-1,-1 0 1,0 1-1,1-1 1,-1 0-1,1 1 1,-1-1-1,0 0 1,1 0-1,-1 0 1,1 1-1,-1-1 1,1 0-1,-1 0 1,1 0-1,-1 0 1,1 0-1,-1 0 1,1 0-1,22 0-6093,-14 0-1180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09:28.08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0 119 1384,'0'0'15504,"24"-3"-14187,-7 1-1093,25-3 631,0 1 0,51 3 0,-77 3-577,15-1 65,-30-2-336,0 1-1,-1 0 0,1-1 0,0 1 0,-1 0 0,1-1 0,0 1 0,-1-1 0,1 1 0,-1-1 0,1 0 1,-1 1-1,1-1 0,-1 1 0,1-1 0,-1 0 0,0 1 0,1-1 0,-1 0 0,0 0 0,0 1 0,1-1 0,-1 0 1,0 0-1,0 1 0,0-1 0,0 0 0,0 0 0,0 0 0,0 1 0,0-1 0,0 0 0,-1 0 0,1 1 1,0-1-1,-1-1 0,0-2 20,0 0-1,-1 1 1,0-1 0,0 0 0,0 1 0,0 0-1,0-1 1,-1 1 0,1 0 0,-1 0 0,0 0 0,0 0-1,0 1 1,0-1 0,-1 1 0,1 0 0,-1 0 0,-6-3-1,2 1 170,0 1 0,0 0-1,-1 0 1,1 0-1,-1 1 1,0 1-1,0 0 1,-9-1-1,17 3-174,0-1-1,0 0 0,0 1 0,0-1 0,0 1 0,0-1 0,0 1 0,0 0 0,0-1 0,1 1 0,-1 0 0,0 0 0,0 0 0,1-1 0,-1 1 0,0 0 1,1 0-1,-1 0 0,1 0 0,-1 0 0,1 0 0,0 0 0,-1 0 0,1 0 0,0 0 0,0 1 0,-1-1 0,1 0 0,0 0 0,0 0 0,1 1 0,-2 49 220,2-36-181,0-2-46,0-1 0,1 1-1,1 0 1,0-1 0,1 0-1,0 1 1,1-1 0,0-1-1,1 1 1,0-1 0,15 21-1,-11-19-598,1-1-1,0 0 0,21 19 0,-22-23-794,-1-1 1,1-1 0,1 1-1,-1-1 1,15 5 0,6-5-5387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09:28.67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74 1632,'0'0'18611,"3"-5"-17193,-3 5-1382,1-1 1,-1 1 0,0-1-1,0 1 1,0-1 0,0 1-1,0-1 1,1 1 0,-1-1-1,0 1 1,0 0 0,1-1-1,-1 1 1,0-1 0,1 1-1,-1 0 1,0-1 0,1 1-1,-1 0 1,1-1 0,-1 1-1,1 0 1,-1 0 0,1-1-1,-1 1 1,1 0 0,-1 0-1,1 0 1,-1 0 0,1-1-1,-1 1 1,1 0 0,-1 0-1,1 0 1,-1 0 0,1 0-1,-1 0 1,1 1 0,-1-1-1,1 0 1,-1 0 0,1 0-1,-1 0 1,1 1 0,-1-1-1,0 0 1,1 0 0,-1 1-1,1-1 1,-1 0 0,1 1 0,-1-1-1,0 0 1,1 1 0,-1-1-1,0 1 1,1 0 0,15 43 1481,-13-31-1301,-2-7-121,1-1 1,0 1-1,0-1 1,0 0 0,0 1-1,1-1 1,6 9-1,-8-13-89,0 0-1,0-1 1,0 1 0,1 0-1,-1 0 1,0-1 0,1 1-1,-1-1 1,0 1-1,1-1 1,-1 1 0,0-1-1,1 0 1,-1 0 0,1 0-1,-1 0 1,1 0-1,-1 0 1,1 0 0,-1 0-1,0 0 1,1-1 0,-1 1-1,0-1 1,1 1-1,-1-1 1,0 1 0,1-1-1,-1 0 1,0 0 0,0 0-1,0 1 1,0-1-1,0 0 1,0 0 0,2-2-1,110-102-203,-97 86 180,-7 11 168,-2 25 102,-6-4-130,-2-11-119,1 0 1,0 0-1,0-1 0,0 1 1,0 0-1,1 0 0,-1-1 1,0 1-1,1 0 1,-1-1-1,1 1 0,0 0 1,-1-1-1,1 1 0,0-1 1,2 3-1,1-3 10,1 0 1,0 0-1,0-1 0,0 0 0,0 0 1,-1 0-1,1-1 0,0 1 1,8-3-1,0-4-12,0 1 1,0-1-1,12-11 0,13-6-3,7-10 189,-44 33 273,-1 10 6,-1 8-381,1 41 423,0-57-583,0 1-1,1 0 1,-1-1 0,0 1 0,1 0-1,-1-1 1,1 1 0,-1-1 0,1 1 0,0 0-1,-1-1 1,1 0 0,0 1 0,0-1-1,0 1 1,0-1 0,0 0 0,1 0 0,-1 0-1,0 0 1,1 0 0,-1 0 0,0 0-1,1 0 1,-1 0 0,1 0 0,-1-1 0,3 1-1,38 0-5850,-29-1 745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09:29.48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51 68 1384,'0'0'19120,"10"5"-18374,1 1-528,1 0 1,0-1-1,1 0 1,-1-1-1,1 0 0,0-1 1,0 0-1,25 1 1,-37-5-214,0 0 1,0 1 0,0-1 0,0 0 0,0 1-1,0-1 1,0 0 0,0 0 0,-1 0 0,1 0-1,0 0 1,0 0 0,-1 0 0,1 0 0,-1 0 0,1 0-1,-1 0 1,1 0 0,-1 0 0,0-1 0,1 1-1,-1 0 1,0 0 0,0 0 0,0-1 0,0 1-1,0 0 1,0 0 0,0-1 0,-1-1 0,1 0-1,0 0 1,0-1 0,0 1 0,-1 0-1,1 0 1,-1 0 0,0 0 0,0 0-1,0 0 1,0 0 0,-1 0 0,-1-3-1,-2 2-1,0 0-1,-1 0 1,1 1 0,-1 0-1,0 0 1,0 0-1,0 1 1,0 0-1,0 0 1,0 0-1,0 1 1,-1 0 0,1 0-1,-1 1 1,-7 0-1,11 0 3,-1 0 0,0 0 0,1 0 0,-1 1-1,0-1 1,1 1 0,-1 0 0,0 0 0,1 0 0,-1 0-1,1 1 1,0 0 0,-1-1 0,1 1 0,0 0-1,0 1 1,0-1 0,0 0 0,1 1 0,-1 0 0,1 0-1,-1 0 1,1 0 0,0 0 0,0 0 0,0 0 0,-1 5-1,0 2 32,0 0 0,1 0-1,0 0 1,1 0-1,0 0 1,0 0-1,1 0 1,2 17-1,-1-22-18,1 1-1,-1-1 0,1 1 0,0-1 0,0 0 0,0 0 0,1 0 0,0 0 1,0 0-1,0-1 0,1 1 0,-1-1 0,1 0 0,0 0 0,0 0 0,8 5 1,0-2-9,-1-1 1,1 0 0,-1-1 0,2 0 0,-1-1 0,0 0 0,1-1 0,0 0 0,0-2 0,-1 1 0,1-1 0,0-1 0,0 0 0,19-3 0,-27 2-4,0-1 1,0 0-1,1 1 0,-1-1 1,0-1-1,-1 1 0,1-1 0,0 0 1,-1 0-1,0 0 0,1-1 1,-1 0-1,-1 1 0,1-1 1,0-1-1,-1 1 0,0 0 1,4-8-1,-2 5 33,-1-1 1,1 0-1,-1-1 1,0 1-1,-1-1 0,0 0 1,-1 0-1,1 0 1,-2 0-1,2-10 0,-3 18 1343,2 2-1364,0 0 0,1 0 1,-1 0-1,0 0 0,0 0 0,0 0 1,0 0-1,0 1 0,0-1 0,0 1 0,0 0 1,-1 0-1,1-1 0,-1 1 0,1 0 1,-1 0-1,0 0 0,0 0 0,2 4 0,-2-3-13,0-1-1,0 0 1,1 1-1,-1-1 0,1 0 1,-1 0-1,1 0 0,0 1 1,-1-2-1,1 1 0,0 0 1,1 0-1,-1-1 0,0 1 1,0-1-1,1 0 1,-1 1-1,1-1 0,-1 0 1,1-1-1,-1 1 0,1 0 1,0-1-1,3 1 0,0-2 7,0 0 0,1 0 0,-1-1 0,0 0-1,0 0 1,0-1 0,0 1 0,-1-1-1,1-1 1,-1 1 0,0-1 0,1 0 0,-2 0-1,1 0 1,0-1 0,3-5 0,0 2-6,1 1 0,-1 0 0,1 0 1,17-10-1,-26 17 3,1 0 1,-1 1 0,1-1 0,-1 0-1,1 0 1,-1 1 0,1-1-1,-1 0 1,0 1 0,1-1-1,-1 0 1,0 1 0,1-1 0,-1 1-1,0-1 1,1 1 0,-1-1-1,0 1 1,0-1 0,0 1-1,1-1 1,-1 1 0,0-1-1,0 1 1,0-1 0,0 1 0,0-1-1,0 1 1,0-1 0,0 1-1,0-1 1,0 1 0,0-1-1,0 1 1,-1 0 0,1 30 119,0-25-98,0 2-36,1 1 0,-1-1 0,1 0 0,1 1 1,0-1-1,4 13 0,-5-19-198,0 1 1,0-1-1,0 0 1,0 0 0,0 0-1,0 0 1,1 0-1,-1 0 1,1-1-1,-1 1 1,1 0-1,0-1 1,0 1-1,0-1 1,0 0-1,0 1 1,0-1-1,0 0 1,0 0-1,0 0 1,0-1-1,1 1 1,-1 0-1,0-1 1,1 0 0,3 1-1,15-1-5671,-2 0-3014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09:29.75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76 0 1608,'0'0'19238,"-10"29"-17199,-29 97-596,31-91-984,1 1 0,2 0 1,1 0-1,2 0 0,4 63 1,1-17-386,-4-68-223,3 40 455,-2-52-401,0-1 0,0 1 0,1 0 0,-1 0 0,0-1-1,1 1 1,-1-1 0,1 1 0,0 0 0,-1-1-1,1 1 1,0-1 0,0 1 0,0-1 0,0 0 0,0 0-1,1 1 1,-1-1 0,0 0 0,0 0 0,1 0 0,-1 0-1,1 0 1,2 1 0,6-1-4346,-1-4-3534,-2-7-272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09:29.94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1408,'0'0'20261,"166"0"-20117,-127 0-128,12 0-16,-12 0-592,25 0-1801,-19 0-2712,0 0-2265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09:30.28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164 0 4825,'0'0'18692,"-22"2"-17701,-66 6-376,86-7-595,-1 0 1,1-1-1,-1 1 0,1 0 1,-1 0-1,1 0 1,0 1-1,0-1 1,-1 0-1,1 1 1,0 0-1,0-1 0,0 1 1,1 0-1,-1 0 1,0 0-1,1 0 1,-1 0-1,1 1 0,0-1 1,-1 0-1,1 1 1,0-1-1,1 1 1,-1-1-1,0 1 1,1-1-1,-1 1 0,1 0 1,0-1-1,0 6 1,-1 0-10,0-3-4,0 1 0,0-1 0,1 1-1,0 0 1,0 0 0,0-1 0,1 1-1,-1 0 1,1-1 0,3 8 0,-2-9-14,0 0 1,0-1-1,0 0 1,0 1-1,0-1 1,1 0-1,0 0 1,0 0-1,0-1 1,0 1-1,0-1 1,0 0-1,1 1 1,-1-1-1,6 2 1,13 6-9,-13-6-53,0 0 0,0 1 0,0-1-1,9 9 1,-16-12 53,0 1 0,0 0 0,0 0 1,0 0-1,0 1 0,-1-1 0,1 0 0,-1 1 0,1-1 0,-1 1 0,0-1 0,0 1 1,0 0-1,0-1 0,0 1 0,-1 0 0,1 0 0,-1 0 0,0 3 0,-1-3 32,1-1 0,-1 0 0,0 1 0,0-1 0,-1 0 0,1 1 0,0-1 0,-1 0 0,0 0-1,1 0 1,-1 0 0,0 0 0,0-1 0,0 1 0,0-1 0,0 1 0,0-1 0,0 0 0,-1 1 0,1-1-1,0 0 1,-1 0 0,-4 0 0,-2 3-87,0-2 0,-1 1 0,1-1 0,-1 0 0,-12 0 0,-4-2-4426,13 0-960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09:35.53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 1 4353,'0'1'16438,"0"15"-16235,-13 243 2933,13 63-3161,8-339-4915,-4 13 3227,3-9-4897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09:35.77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3393,'0'0'22965,"12"16"-21261,-5-16-3520,-1 0-2009,1-9-3273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09:36.49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1 852 3833,'0'0'12534,"0"-4"-11508,1-7-679,2 0 0,-1-1 0,2 1 0,0 1 0,0-1 0,0 1 0,2-1 0,9-14 0,1-5-65,110-178 216,-29 52-468,87-186 29,-182 413 1753,-15 276 953,12-289-2557,-1-35-141,1 2 1,2-1-1,0 0 1,2-1-1,10 47 1,-11-63-669,-2-7 351,0 0 0,0 1 0,0-1 0,0 0 0,0 1 0,0-1 0,0 0 0,0 0 0,0 1 0,0-1 0,0 0-1,0 1 1,0-1 0,0 0 0,0 0 0,0 1 0,-1-1 0,1 0 0,0 0 0,0 1 0,0-1 0,0 0 0,0 0 0,-1 0 0,1 1 0,0-1 0,0 0 0,-1 0 0,1 0 0,0 0 0,0 1 0,-1-1 0,1 0-1,0 0 1,0 0 0,-1 0 0,1 0 0,0 0 0,0 0 0,-1 0 0,1 0 0,0 0 0,-1 0 0,-8 1-1342,-10 0-7835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09:36.70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1 135 6449,'0'0'15772,"180"-80"-15676,-136 70-96,8 4-128,18-7-1065,-6 0-2535,-6 1-2794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09:37.22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193 1 9378,'0'0'10990,"-2"35"-9391,-7 115-316,6 137 2012,4-173-3065,-1-114-227,0 0-1,0 1 1,0-1-1,0 0 1,0 0 0,0 1-1,0-1 1,0 0-1,0 0 1,0 1 0,0-1-1,0 0 1,0 0-1,0 1 1,0-1 0,0 0-1,-1 0 1,1 1-1,0-1 1,0 0-1,0 0 1,0 1 0,0-1-1,-1 0 1,1 0-1,0 0 1,0 0 0,0 1-1,-1-1 1,1 0-1,0 0 1,0 0 0,-1 0-1,1 0 1,0 0-1,0 0 1,-1 1 0,1-1-1,0 0 1,0 0-1,-1 0 1,1 0-1,-1 0 1,1-1-3,0 1 0,-1 0 0,1 0 0,-1-1 0,1 1 0,0 0 1,-1-1-1,1 1 0,0 0 0,-1-1 0,1 1 0,0-1 0,-1 1 0,1 0 0,0-1 0,0 1 0,0-1 0,-1 1 0,1-1 1,0 1-1,0-1 0,0 1 0,0-1 0,0 1 0,0-1 0,0 1 0,0-1 0,0-15-169,-1 3 14,1-1-1,1 1 1,0 0 0,0-1 0,2 1 0,4-17-1,-5 26 96,-1 1-1,1-1 0,0 1 0,0 0 0,0 0 0,0 0 0,1 0 1,-1 0-1,1 0 0,0 1 0,-1-1 0,1 1 0,0 0 0,1 0 1,-1 0-1,0 0 0,1 1 0,-1-1 0,1 1 0,-1 0 0,1 0 0,0 0 1,-1 0-1,1 1 0,0-1 0,-1 1 0,1 0 0,5 1 0,-8-1 52,1 0 0,-1 0 1,1 1-1,-1-1 0,1 1 0,-1-1 0,0 1 0,1-1 0,-1 1 0,0 0 0,1 0 0,-1 0 0,0-1 0,0 1 0,0 0 0,0 0 0,0 1 0,0-1 0,0 0 0,0 0 0,0 0 0,0 1 0,-1-1 0,1 0 0,0 1 0,-1-1 0,0 1 0,1-1 0,-1 1 0,0-1 0,1 1 0,-1 2 0,1 61 40,-2-44-39,1-16 18,0-1 0,0 0-1,-1 0 1,1 1 0,-1-1 0,0 0-1,0 0 1,0 1 0,-1-1-1,1 0 1,-1-1 0,0 1 0,0 0-1,0 0 1,-1-1 0,0 1 0,1-1-1,-1 0 1,0 0 0,0 0 0,-1 0-1,1 0 1,-1-1 0,1 0 0,-1 1-1,0-1 1,0-1 0,0 1 0,-7 2-1,-7 0 46,-1 0 0,0-1-1,0-1 1,0-1 0,-25-2 0,26 1-33,-27-6 85,44 6-103,-1-1 0,1 1 0,0-1-1,-1 1 1,1-1 0,0 1 0,0-1-1,-1 0 1,1 1 0,0-1-1,0 0 1,0 0 0,0 0 0,0 0-1,0 0 1,0 0 0,0 0 0,0-1-1,1 1 1,-1 0 0,0 0 0,1-1-1,-1 1 1,1 0 0,-1-1-1,1 1 1,-1-3 0,2 3-112,1-1 0,-1 1-1,1 0 1,-1 0 0,1 0 0,-1-1 0,1 2 0,-1-1 0,1 0-1,0 0 1,0 0 0,-1 1 0,1-1 0,0 1 0,0 0-1,3-1 1,0 0-286,75-18-7774,-42 9 606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09:37.44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104 0 8426,'0'0'13907,"-52"164"-13307,52-138-152,0-7-216,-6-6-160,6-7-24,-7-3-48,1-3-320,0 0-1064,-7-35-1497,6 0-2456,1-7-2697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09:37.61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11082,'0'0'10083,"32"192"-10348,-19-128-1207,-7-9-688,0-10-3241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09:38.03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9450,'0'0'12099,"8"15"-11402,55 97 233,-62-111-931,-1-1 0,0 1 0,1-1 0,-1 1 0,0-1 0,1 1 0,-1-1 0,1 0 0,-1 1 1,1-1-1,-1 0 0,1 1 0,-1-1 0,1 0 0,-1 0 0,1 1 0,-1-1 0,1 0 0,-1 0 0,1 0 1,-1 0-1,1 0 0,0 0 0,-1 0 0,1 0 0,-1 0 0,1 0 0,-1 0 0,1 0 0,0 0 0,-1 0 1,1 0-1,-1-1 0,1 1 0,-1 0 0,1 0 0,-1-1 0,1 1 0,-1 0 0,1-1 0,-1 1 0,0-1 1,1 1-1,-1 0 0,1-1 0,-1 1 0,0-1 0,0 1 0,1-1 0,-1 0 0,24-31-278,-20 25 137,7-8 23,-5 6 77,-1 2 0,1-1 0,1 1 0,-1 0 0,1 0 0,0 0 0,14-9 0,-20 16 49,-1 0 0,1-1 0,0 1 0,0 0 0,0-1 0,0 1 1,0 0-1,0 0 0,0 0 0,0 0 0,0 0 0,0 0 0,0 0 0,-1 0 1,1 0-1,0 0 0,0 0 0,0 1 0,0-1 0,0 0 0,0 1 0,0-1 0,-1 1 1,1-1-1,0 1 0,0-1 0,0 1 0,-1-1 0,1 1 0,0 0 0,-1 0 1,1-1-1,-1 1 0,1 0 0,-1 0 0,1-1 0,-1 1 0,1 0 0,-1 0 0,0 0 1,1 1-1,11 48 457,-9-32-374,-2-14-120,0-1-1,0 1 0,1-1 1,0 1-1,0-1 1,0 0-1,0 1 1,0-1-1,0 0 0,1 0 1,0-1-1,-1 1 1,1-1-1,0 1 0,0-1 1,5 3-1,-4-3-421,0 0 1,0 0-1,1-1 0,-1 1 0,1-1 0,-1 0 1,1 0-1,4 0 0,12-1-4273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09:38.48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215 1 11923,'0'0'9392,"-28"9"-9052,-85 29-80,107-36-228,1 0-1,0 0 0,0 1 0,0 0 0,0 0 1,0 0-1,-5 4 0,-3 16 175,9-13-111,2-6-71,0 0-1,1 0 1,0 0-1,0-1 0,0 1 1,0 0-1,0 0 1,1 1-1,0-1 1,-1 0-1,2 0 1,-1 0-1,0 0 1,2 5-1,-1-7-19,-1 0 0,1 0 0,0 0 0,0 0-1,0 0 1,0 0 0,0 0 0,0 0 0,0-1 0,1 1 0,-1-1 0,1 1-1,-1-1 1,1 1 0,0-1 0,-1 0 0,1 0 0,0 0 0,0 0-1,0 0 1,0 0 0,0 0 0,0 0 0,0-1 0,0 1 0,0-1 0,0 0-1,2 1 1,7-1-9,-1 1-1,0-1 0,1 0 0,-1-1 1,1 0-1,-1-1 0,16-5 1,-21 6 1,-1-1 1,0-1 0,1 1 0,-1 0-1,0-1 1,0 0 0,-1 0-1,1 0 1,-1 0 0,1-1 0,-1 1-1,0-1 1,0 0 0,-1 0-1,1 0 1,-1 0 0,0-1-1,3-8 1,-1 1-323,3-4 1469,-5 32-335,-2-3-819,-1-7-24,1 0 0,0-1 0,0 1 0,1-1 0,0 1 0,0-1 0,2 7 0,-2-10-106,0 0 1,0-1-1,0 1 1,0 0-1,0-1 1,1 1-1,-1-1 0,1 1 1,-1-1-1,1 0 1,-1 1-1,1-1 1,0 0-1,-1 0 1,1 0-1,0-1 1,0 1-1,0 0 1,0-1-1,0 1 0,0-1 1,0 1-1,0-1 1,0 0-1,2 0 1,86 1-9265,-56-1-412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09:38.78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4 316 7514,'0'0'13677,"1"20"-13206,4 70 631,-10-186-948,2 55-148,1 0 0,5-52 0,-2 83-19,0-1 0,1 1 0,0 0 0,1 0 0,0-1 0,1 2 1,0-1-1,0 0 0,1 1 0,0 0 0,1 0 0,0 0 0,12-13 1,-18 22-8,0 0 0,1-1 1,-1 1-1,0-1 1,0 1-1,1 0 1,-1-1-1,0 1 1,1 0-1,-1-1 1,1 1-1,-1 0 0,0 0 1,1-1-1,-1 1 1,1 0-1,-1 0 1,0 0-1,1 0 1,-1-1-1,1 1 1,-1 0-1,1 0 1,-1 0-1,1 0 0,-1 0 1,1 0-1,-1 0 1,1 0-1,-1 0 1,1 1-1,-1-1 1,0 0-1,1 0 1,-1 0-1,1 0 0,-1 1 1,1-1-1,-1 0 1,0 0-1,1 1 1,-1-1-1,0 0 1,1 1-1,-1-1 1,0 0-1,1 1 0,-1-1 1,0 1-1,0-1 1,1 0-1,-1 1 1,0-1-1,0 1 1,0-1-1,0 1 1,0-1-1,1 1 1,3 29-1388,-3-28 1235,0 34-2874,-1-4-1993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09:39.04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9522,'0'0'14491,"97"112"-14267,-91-96-152,7-3-64,0-4-8,-7-2-128,7-1-640,-7-3-752,7 4-585,-6-1-831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09:39.42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661 0 4993,'0'0'10382,"0"13"-6666,-2 26-2449,-2 1 1,-2-1 0,-21 75-1,15-68-817,-15 63 372,-126 446-289,94-401-528,49-133 11,-1 0-1,-1-1 1,0 0-1,-30 34 0,40-51 2,-1 0-1,1 0 0,-1-1 1,0 1-1,0-1 1,0 0-1,0 1 1,0-1-1,0-1 0,0 1 1,-1 0-1,1-1 1,-1 1-1,1-1 0,-1 0 1,0-1-1,1 1 1,-1 0-1,0-1 0,0 0 1,-7 0-1,7-2 6,0 1-1,0-1 0,0 1 0,1-1 0,-1 0 1,0-1-1,1 1 0,-1-1 0,1 1 0,0-1 1,0 0-1,0 0 0,0-1 0,1 1 1,-1 0-1,1-1 0,0 0 0,-3-6 0,-29-66-53,3-2-1,-37-154 1,66 226-106,0 0 0,1-1 1,0 1-1,0 0 0,0-1 0,1 1 0,-1-1 1,2 1-1,-1-1 0,1 1 0,2-9 1,-2 12-219,1 0 0,0 0 0,-1 0 0,1 0 0,1 1 0,-1-1 0,0 0 0,1 1 0,-1 0 1,1-1-1,0 1 0,0 0 0,0 1 0,0-1 0,0 0 0,0 1 0,0 0 0,1-1 1,-1 1-1,6 0 0,29-10-6158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09:39.90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142 1 4081,'0'0'14175,"0"5"-12465,-10 137 3340,-29 81-3342,23-136-1818,16-86-121,-1 0 0,1 0 1,0 1-1,0-1 0,-1 0 1,1 0-1,-1 0 0,1 0 1,-1 1-1,0-1 0,1 0 1,-1 0-1,0 0 0,0 0 1,1-1-1,-1 1 0,0 0 1,0 0-1,0 0 0,0-1 1,0 1-1,0 0 0,-1-1 0,1 1 1,-2 0-1,1-1-489,-1 0 0,0 1 0,1-1 0,-1 0 1,0 0-1,1-1 0,-1 1 0,1 0 0,-1-1 0,0 0 0,-3-1 0,-14-11-7536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09:40.20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0 103 7770,'0'0'13060,"31"-2"-12156,192-13 562,350-40 306,-348 28-2273,-193 24-1281,-34 17-3179,-14 7-300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09:40.66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1 225 11859,'0'0'12529,"6"13"-12000,32 76 283,-37-172-203,-1 69-613,0 1 0,1-1 0,0 0 0,1 1 0,1-1 0,0 1 0,1-1 0,0 1 0,1 1 0,1-1 0,0 1 0,1 0 0,0 0 0,0 0 0,2 1 0,10-12 0,-17 21-68,0 1 0,-1 0 1,1-1-1,0 1 0,0 0 0,0 0 1,0 0-1,0 0 0,0 0 1,0 1-1,0-1 0,0 0 0,0 1 1,0 0-1,1-1 0,-1 1 1,0 0-1,4 1 0,-3-1-661,1 1 1,-1-1-1,1 1 0,-1 0 0,1 1 0,-1-1 1,0 1-1,0-1 0,0 1 0,5 3 0,4 5-4382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09:41.09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46 5641,'0'0'15764,"18"11"-14623,58 34-309,-72-43-755,0 0 0,1 0 0,-1 0 0,0 0 0,1-1 0,-1 0-1,1 0 1,-1 0 0,1 0 0,-1-1 0,1 0 0,0 0 0,-1 0 0,1 0 0,7-2-1,0 0 35,-11 1-99,1 1 0,-1 0 0,1-1 0,-1 1 0,0-1 1,1 0-1,-1 1 0,0-1 0,1 0 0,-1 0 0,0 0 1,0 0-1,0 0 0,0 0 0,0 0 0,0 0 0,0 0 0,0-1 1,0 1-1,-1 0 0,1-1 0,-1 1 0,1 0 0,-1-1 1,1 1-1,-1-1 0,0 1 0,1 0 0,-1-1 0,0 1 1,0-1-1,0 1 0,0-3 0,0 1 8,-1 0 0,1 0-1,0 1 1,0-1 0,-1 0 0,0 0 0,0 1-1,1-1 1,-1 1 0,-1-1 0,1 0 0,0 1-1,-1 0 1,1-1 0,-1 1 0,0 0 0,0 0-1,-2-2 1,-1 1-4,0 0 0,0 0 0,0 1 0,-1-1 0,1 1 0,-1 0 0,1 1 0,-1 0 0,-11-2 0,15 3 3,0 0 1,0 0 0,1 0 0,-1 0 0,0 0 0,0 0-1,0 0 1,1 0 0,-1 1 0,0-1 0,1 1 0,-1 0-1,0-1 1,1 1 0,-1 0 0,1 0 0,-1 0 0,1 0-1,-1 0 1,1 0 0,0 0 0,0 0 0,-1 1 0,1-1-1,0 1 1,0-1 0,0 1 0,1-1 0,-1 1 0,0-1-1,0 1 1,1 0 0,-1-1 0,1 1 0,-1 2 0,-3 19 135,2 1 0,0-1 0,1 0 1,4 35-1,-3-56-162,0 0 0,1 0-1,0 0 1,-1 1 0,1-1 0,0 0 0,0 0 0,0 0 0,1 0 0,-1 0 0,0-1-1,1 1 1,-1 0 0,1 0 0,-1-1 0,1 1 0,0-1 0,0 0 0,3 3 0,0-2-184,-1 0 0,1 0 0,0-1 0,0 1 0,0-1 0,0 0 1,0-1-1,8 1 0,-2-1-820,-1 0-1,1-1 1,-1 0-1,0 0 1,1-2 0,-1 1-1,0-1 1,11-5-1,6-8-5917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09:41.59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 63 5169,'0'0'13191,"5"-2"-12009,-2 1-1015,-1 0 0,0 0 0,1 1 0,-1-1 0,0 1 0,1-1 0,-1 1 0,0 0 0,1 0 0,-1 0 0,1 0 1,-1 0-1,0 1 0,1-1 0,-1 1 0,1-1 0,-1 1 0,0 0 0,0 0 0,0 0 0,1 0 0,-1 1 0,0-1 0,0 0 1,-1 1-1,1-1 0,3 4 0,0 0-86,1-1 0,0 1 0,0-1 0,1 0 0,-1-1 0,1 0 0,0 0 1,9 3-1,-14-6-79,1 1 0,-1 0 1,1-1-1,-1 0 1,1 1-1,-1-1 1,1 0-1,-1 0 0,1-1 1,-1 1-1,1 0 1,-1-1-1,1 0 1,-1 1-1,0-1 0,1 0 1,-1 0-1,0 0 1,1-1-1,-1 1 1,0-1-1,0 1 0,0-1 1,0 1-1,-1-1 1,1 0-1,0 0 1,1-3-1,-1 3-1,-1 0-1,0 1 1,0-1 0,0 0 0,0 0-1,0 0 1,0 0 0,-1 0-1,1 0 1,0 0 0,-1 0 0,0 0-1,0 0 1,1 0 0,-1 0-1,0-1 1,-1 1 0,1 0-1,0 0 1,-1 0 0,1 0 0,-1 0-1,1 0 1,-1 0 0,0 0-1,0 0 1,0 0 0,0 0 0,0 1-1,-1-1 1,1 0 0,0 1-1,-1-1 1,1 1 0,-1-1 0,0 1-1,1 0 1,-1 0 0,0 0-1,0 0 1,0 0 0,0 0 0,0 0-1,0 0 1,0 1 0,-3-1-1,-4-2 22,-1 1 0,0 1-1,0 0 1,-1 0 0,1 1-1,0 0 1,0 0-1,-13 4 1,19-3 58,0 0 0,0 1 1,0-1-1,0 1 0,0 0 0,1 0 0,-1 1 0,1-1 0,-1 1 0,1 0 1,0-1-1,0 1 0,0 1 0,0-1 0,1 0 0,-1 1 0,1-1 1,0 1-1,0 0 0,0 0 0,-2 8 0,2-7-25,0 1 0,0 0 0,0-1 0,1 1 0,0 0 0,0 0 0,0 0 0,1 0 0,0 0-1,0 0 1,1 0 0,-1 0 0,1 0 0,1-1 0,-1 1 0,1 0 0,0 0 0,0-1 0,1 1 0,-1-1 0,1 0 0,0 0 0,1 0 0,-1 0 0,1-1 0,0 1-1,0-1 1,1 0 0,-1 0 0,1 0 0,0-1 0,0 1 0,0-1 0,0-1 0,10 5 0,5 1-210,0 0-1,1-2 1,0 0 0,0-2 0,0 0 0,0-1-1,36 0 1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09:43.72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80 64 3929,'0'0'15162,"19"-2"-14226,-6-8-887,1 1 1,0 1 0,25-12-1,-33 17-50,0 1-1,0 0 1,0 0-1,1 0 1,-1 1-1,1 0 1,-1 0-1,1 1 1,-1 0-1,1 0 1,-1 0-1,11 3 1,-15-2 11,0 0 1,-1 0-1,0 0 1,1 1-1,-1-1 1,0 0 0,1 1-1,-1-1 1,0 1-1,0-1 1,0 1-1,0 0 1,-1-1 0,1 1-1,0 0 1,-1 0-1,1-1 1,-1 1-1,1 0 1,-1 0-1,0 0 1,0 0 0,0-1-1,0 4 1,-1 58 393,1-44-229,0-8-104,-1 0 1,0-1 0,0 1-1,-1 0 1,0-1 0,-1 1-1,0-1 1,-1 0 0,0 0 0,-1 0-1,0 0 1,0-1 0,-1 0-1,0 0 1,-1 0 0,-10 10-1,-4 4 16,-1-1-1,-42 32 1,37-32-57,-41 42 1,66-62-5,1-1 1,-1 0-1,1 1 1,0-1-1,0 1 1,0 0 0,-1-1-1,1 1 1,1 0-1,-1 0 1,0 0 0,0-1-1,1 1 1,-1 0-1,1 0 1,-1 0 0,1 0-1,0 4 1,0-5-2,1 0 0,0 0 1,-1 0-1,1 0 1,-1 0-1,1 0 0,0 0 1,0 0-1,0 0 0,-1 0 1,1-1-1,0 1 0,0 0 1,0 0-1,0-1 0,1 1 1,-1-1-1,0 1 1,0-1-1,0 0 0,0 1 1,2-1-1,10 3 176,1-2 1,-1 0-1,1 0 0,17-2 0,-14 0-43,-7 2-147,1-2-1,0 1 1,-1-1-1,0-1 1,1 0-1,-1-1 1,0 0 0,0 0-1,0-1 1,0 0-1,-1-1 1,0 0 0,1-1-1,8-7 1,-17-2-8560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09:43.94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9994,'0'0'16684,"0"16"-16676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09:44.76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0 667 6369,'0'0'9492,"9"-2"-8617,-3 2-744,-1-2 1,1 1 0,-1-1 0,0 0 0,1 0-1,-1 0 1,0-1 0,0 0 0,0 0 0,-1 0-1,1 0 1,-1-1 0,0 0 0,0 0-1,0 0 1,6-8 0,56-82 469,-3-3 0,65-136 0,-86 153-534,11-24 22,-53 104-78,0 0-1,0 0 0,0 0 1,0-1-1,0 1 1,0 0-1,0 0 1,0 0-1,0 0 1,0 0-1,0 0 0,0-1 1,0 1-1,0 0 1,0 0-1,0 0 1,0 0-1,0 0 0,0 0 1,1 0-1,-1 0 1,0 0-1,0-1 1,0 1-1,0 0 1,0 0-1,0 0 0,0 0 1,1 0-1,-1 0 1,0 0-1,0 0 1,0 0-1,0 0 1,0 0-1,0 0 0,0 0 1,1 0-1,-1 0 1,0 0-1,0 0 1,0 0-1,0 0 0,0 0 1,0 0-1,1 0 1,-1 0-1,0 0 1,0 1-1,0-1 1,0 0-1,0 0 0,0 0 1,0 0-1,0 0 1,1 0-1,-1 0 1,0 0-1,0 0 0,0 0 1,0 1-1,0-1 1,0 0-1,0 0 1,0 0-1,0 0 1,0 0-1,0 0 0,0 1 1,6 15 407,3 23 436,10 179 1673,-1-2-1754,-16-206-774,-1-1 0,1 0 1,1 0-1,0 0 1,0 0-1,1 0 0,0-1 1,6 11-1,-10-20-74,0 1-1,0 0 1,0 0-1,0 0 0,0-1 1,0 1-1,0 0 1,0 0-1,0 0 1,0 0-1,0-1 1,0 1-1,0 0 0,0 0 1,1 0-1,-1-1 1,0 1-1,0 0 1,0 0-1,0 0 1,0 0-1,0-1 0,0 1 1,0 0-1,1 0 1,-1 0-1,0 0 1,0 0-1,0 0 0,0 0 1,1-1-1,-1 1 1,0 0-1,0 0 1,0 0-1,0 0 1,1 0-1,-1 0 0,0 0 1,0 0-1,0 0 1,1 0-1,-1 0 1,0 0-1,0 0 1,0 0-1,1 0 0,-1 0 1,0 0-1,0 0 1,0 0-1,0 0 1,1 0-1,-1 1 0,0-1 1,0 0-1,0 0 1,0 0-1,1 0 1,-1-21-1766,0 19 1331,-2-24-3557,-9 0-1044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09:44.98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48 9162,'0'0'13811,"116"0"-13451,-97 0-184,0 0-104,7 0 0,0-3-72,6-6-456,13-4-872,-7 3-3265,-12-3-10803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09:59.44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309 23 2633,'0'0'8529,"5"-9"-1286,-6 6-7734,-6 0 562,0 1-1,-1 0 0,1 1 1,-1 0-1,1 0 0,-1 0 0,1 1 1,-1 1-1,0-1 0,1 1 1,-1 0-1,1 1 0,0-1 0,-1 2 1,1-1-1,0 1 0,0 0 0,0 0 1,1 1-1,-1 0 0,1 0 1,-11 10-1,-1 2 290,2 1 0,0 0 0,1 1 0,-17 26 0,27-35-188,-1 1-1,1 1 0,1-1 0,0 0 1,0 1-1,1 0 0,0 0 1,1 0-1,1 0 0,-1 22 1,2-31-142,0 1 0,0-1-1,0 1 1,0 0 0,1-1 0,-1 1 0,1-1 0,-1 1 0,1 0 0,0-1 0,0 0 0,1 1 0,-1-1 0,0 0 0,1 1 0,-1-1 0,1 0 0,2 2 0,0-1 32,1 0 0,-1 0 0,1-1 0,-1 0 0,1 0 0,0 0 0,0 0 0,0-1 0,6 2 0,25 4 663,-1-1 0,69 3-1,-28-15-4385,-52 6-2513,-11 0 776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09:59.93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225 64 6937,'0'0'10492,"-11"0"-9948,1 0-325,1 0-1,-1 0 0,0 1 1,1 0-1,-1 1 0,1 0 1,0 1-1,-1 0 1,1 0-1,0 1 0,-16 9 1,18-8-165,1-1 1,0 2 0,0-1-1,0 1 1,1-1 0,0 1-1,0 1 1,1-1-1,-1 1 1,2 0 0,-1 0-1,-4 13 1,4-6-15,0 1 0,1 0 0,1 0 0,1 0-1,0 25 1,1-37-38,1 0 0,-1-1-1,1 1 1,0-1-1,0 1 1,0-1 0,0 0-1,0 1 1,0-1 0,0 0-1,1 0 1,-1 1 0,1-1-1,0 0 1,-1 0-1,1-1 1,0 1 0,0 0-1,0-1 1,1 1 0,-1-1-1,0 0 1,1 0 0,-1 1-1,0-2 1,1 1 0,-1 0-1,1 0 1,-1-1-1,1 1 1,0-1 0,-1 0-1,5 0 1,0 1 10,0-1 0,0 0 0,-1 0 0,1-1 0,0 1 0,0-2-1,-1 1 1,1-1 0,0 0 0,-1 0 0,0 0 0,10-6 0,-5-1 34,0-2-1,-1 1 1,0-1-1,0-1 1,-1 1-1,-1-2 1,0 1-1,-1-1 1,0 0-1,-1-1 1,0 1-1,-1-1 1,-1-1-1,0 1 1,-1 0-1,0-1 1,-2 0-1,1 0 1,-2 1-1,0-1 1,-4-26 0,4 40-32,-2-1 1,1 0-1,0 1 1,0-1 0,0 1-1,-1 0 1,1-1-1,-1 1 1,1 0-1,-1 0 1,1 0 0,-1 0-1,0 0 1,1 0-1,-1 0 1,0 1 0,0-1-1,0 1 1,0-1-1,1 1 1,-1 0 0,0 0-1,0-1 1,0 1-1,-3 1 1,-3-2-29,0 1-1,1 1 1,-1-1 0,0 1-1,-10 3 1,15-3-56,1 0 0,-1 0-1,0 0 1,1 0 0,-1 1 0,1-1 0,0 1 0,0 0 0,-1 0-1,1 0 1,0 0 0,1 0 0,-1 0 0,0 0 0,1 1-1,-1-1 1,1 1 0,-1-1 0,0 5 0,0 0-1112,0 0 1,0 1 0,1-1-1,0 1 1,0-1 0,1 10-1,0 3-4448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0:00.76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79 4081,'0'0'10302,"0"-8"-8049,1 6 1391,9 29-2489,25 48 0,-29-62-1099,-6-13-43,0 0 0,0 0 0,0-1 0,0 1 0,0 0 0,0 0 0,0 0 0,0 0 0,0-1 0,1 1 0,-1 0 0,0 0 0,0 0 0,0 0 0,0-1 0,0 1 0,0 0 0,0 0 0,0 0 0,1 0 0,-1 0 0,0 0 0,0-1 0,0 1 0,0 0 0,0 0 0,1 0 0,-1 0 0,0 0 0,0 0 0,0 0 0,1 0 0,-1 0 0,0 0 0,0 0 0,0 0 0,0 0 0,1 0 0,-1 0 0,0 0 0,0 0 0,0 0 0,0 0 0,1 0 0,-1 0 0,0 0 0,0 0 0,0 0 0,0 0 0,1 0 0,-1 1 0,0-1 0,0 0 0,0 0 0,0 0 0,0 0 0,1 0 0,-1 0 0,0 1 0,0-1 0,0 0 0,0 0 0,0 0 0,0 0 0,0 1 0,0-1 0,0 0 0,5-18-40,-4 15 81,3-10-61,0 1 0,1 0 1,1 1-1,0-1 0,0 1 0,1 0 1,0 1-1,1 0 0,1 0 0,-1 0 0,15-11 1,-22 20 19,-1 1 0,1-1 0,-1 1 0,1-1 1,-1 1-1,1-1 0,-1 1 0,1 0 0,-1-1 1,1 1-1,0 0 0,-1-1 0,1 1 0,0 0 0,0 0 1,-1-1-1,1 1 0,0 0 0,-1 0 0,1 0 1,0 0-1,0 0 0,-1 0 0,1 0 0,0 0 1,-1 1-1,1-1 0,0 0 0,-1 0 0,1 0 0,0 1 1,-1-1-1,1 0 0,0 1 0,-1-1 0,1 1 1,-1-1-1,1 1 0,-1-1 0,1 1 0,-1-1 1,1 1-1,-1-1 0,1 1 0,-1 0 0,0-1 0,1 2 1,11 38 839,-8-25-631,-3-14-210,-1 0 0,1 0 0,0 0 0,0 0 0,-1-1 0,1 1 0,0 0 0,0-1 0,0 1 0,0-1-1,0 1 1,0-1 0,0 1 0,0-1 0,0 1 0,0-1 0,0 0 0,1 0 0,-1 0 0,0 0 0,0 1 0,0-1 0,0-1 0,0 1 0,0 0 0,0 0 0,0 0 0,1-1 0,-1 1 0,0 0-1,0-1 1,0 1 0,0-1 0,0 1 0,0-1 0,0 0 0,0 0 0,48-32-32,-32 21 54,-14 9-27,6-3-10,-1 1 0,1 0 0,0 0 1,14-5-1,-22 10 6,1-1 1,0 0 0,0 1-1,-1 0 1,1-1 0,0 1 0,0 0-1,0 0 1,-1 0 0,1 0-1,0 0 1,0 0 0,0 0-1,0 1 1,-1-1 0,1 1-1,0-1 1,-1 1 0,1 0 0,0 0-1,-1 0 1,1 0 0,-1 0-1,1 0 1,-1 0 0,1 0-1,-1 0 1,0 1 0,0-1-1,1 1 1,0 2 0,18 38 275,-18-35-381,1-1 0,0 1 0,0 0-1,1-1 1,7 10 0,-9-14-99,0 0-1,0 0 1,0-1 0,0 1 0,0 0 0,1-1-1,-1 0 1,1 1 0,-1-1 0,1 0 0,-1 0-1,1 0 1,0-1 0,0 1 0,-1-1 0,1 1-1,0-1 1,5 0 0,17 0-3983,1 0-1564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0:01.09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 0 6753,'0'0'10949,"0"15"-9264,0 326 3118,0-105-9884,-7-337-4306,7 56 5234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0:01.41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27 175 1536,'0'0'9225,"5"-28"-7203,17-82-513,-21 108-1403,-1 0 0,1 0 0,-1 0 0,1 0 0,0-1 0,-1 1 0,1 0-1,0 1 1,0-1 0,1 0 0,-1 0 0,0 0 0,1 1 0,-1-1 0,3-1 0,-3 2-42,0 1 0,0-1 0,0 1 1,0-1-1,0 1 0,0 0 0,0-1 1,1 1-1,-1 0 0,0 0 0,0 0 1,0 0-1,0 0 0,0 0 0,1 0 0,-1 0 1,0 1-1,0-1 0,2 1 0,0 0 168,0 1-1,1 0 1,-1 0-1,0 0 0,0 0 1,0 0-1,0 1 1,0-1-1,2 4 1,0 3 105,-1-1 1,1 0-1,-2 1 1,1 0-1,-1 0 1,-1 0-1,0 0 1,0 0-1,-1 1 1,0-1-1,0 1 1,-2 16-1,1-25-325,0-1-1,0 1 1,-1 0-1,1-1 1,0 1-1,0-1 1,-1 1-1,1-1 1,-1 1-1,1-1 1,0 1-1,-1-1 1,1 1-1,-1-1 1,1 0-1,-1 1 1,1-1 0,-1 0-1,0 1 1,1-1-1,-1 0 1,1 0-1,-1 1 1,0-1-1,1 0 1,-1 0-1,1 0 1,-1 0-1,0 0 1,1 0-1,-2 0 1,-29 0 47,18-1 3,-87 1-1804,108-7-7569,10-2 2558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0:01.71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116 1 7098,'0'0'10136,"-9"30"-8526,-6 11-1055,-1 7 535,-14 70 0,12 7 843,14-83-1416,-13 56-1,11-49-701,6-49-427,0-3-1481,1 0 1102,0 0 0,0-1-1,0 1 1,0 0 0,1 0 0,-1 0 0,3-3 0,9-11-5405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0:02.15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92 1072,'0'0'16362,"3"4"-15388,0 0-852,1 1 1,-1-1-1,1 1 0,0-1 0,-1 0 1,2-1-1,-1 1 0,0-1 1,1 0-1,0 0 0,0 0 1,0 0-1,0-1 0,0 0 1,0 0-1,0-1 0,1 1 0,-1-1 1,1 0-1,-1-1 0,1 1 1,-1-1-1,7 0 0,-10 0-111,0 0 0,0 0-1,0 0 1,1 0 0,-1 0-1,0 0 1,0-1 0,0 1-1,0-1 1,0 1 0,0-1-1,0 0 1,0 0 0,0 0 0,-1 0-1,1 0 1,0 0 0,0 0-1,-1-1 1,2-1 0,-1 0 4,-1 0 0,1 0 0,-1-1 0,0 1 1,0 0-1,-1-1 0,1 1 0,-1 0 0,1-1 1,-1 1-1,-1-7 0,2 5-10,-1 0 0,-1 0-1,1 0 1,-1 0 0,0 0 0,0 1 0,0-1 0,-1 0-1,1 0 1,-1 1 0,0-1 0,-1 1 0,-3-6 0,4 8 1,0 0 0,0 0 0,0 0 1,-1 0-1,1 1 0,-1-1 0,1 1 0,-1-1 1,0 1-1,0 0 0,1 0 0,-1 0 1,0 0-1,0 1 0,0-1 0,0 1 1,0-1-1,0 1 0,0 0 0,0 0 1,0 1-1,0-1 0,-4 2 0,3-1 43,1 0 1,0 1-1,-1-1 0,1 1 0,0 0 0,0 0 0,0 0 0,0 0 0,1 1 0,-1-1 0,1 1 0,-1-1 0,1 1 0,0 0 0,0 0 1,0 0-1,0 0 0,1 1 0,-1-1 0,1 0 0,0 1 0,-1 3 0,-2 5 107,1 0 1,0 0-1,1 0 1,1 0-1,-1 15 0,1-25-153,1 0 0,0 0-1,0 0 1,-1 1-1,1-1 1,0 0-1,1 0 1,-1 0-1,0 0 1,0 0-1,1 0 1,-1 0-1,1 0 1,0 0-1,0-1 1,0 1-1,0 0 1,0 0-1,0 0 1,0-1-1,0 1 1,1-1-1,-1 1 1,1-1-1,-1 1 1,1-1-1,-1 0 1,1 0-1,0 0 1,0 0-1,-1 0 1,1 0-1,0 0 1,0 0 0,0-1-1,0 1 1,0-1-1,0 0 1,0 1-1,0-1 1,0 0-1,0 0 1,3-1-1,134 10-2997,-49-8-3399,-44-1 760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0:02.49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78 0 8570,'0'0'10257,"-2"13"-8925,-3 18-632,-58 303 3725,60-315-4396,1 1 0,0-1-1,2 31 1,0-26-93,2-23 43,0-1 0,0 1 0,1 0 0,-1-1 0,0 1 0,0-1 0,1 0 0,-1 1 0,0-1 0,1 0 0,-1-1 0,4 0 0,2 1-109,-2 0-98,0-1-1,1 1 1,-1-2-1,0 1 1,0-1 0,0 0-1,0 0 1,0 0-1,0-1 1,-1 0-1,8-5 1,34-29-5285,-22 14 157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0:02.73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10418,'0'0'11427,"57"3"-11043,-24-3-168,5 0-144,1 0-72,5 0-144,1 0-784,13 0-1713,-19 0-2728,-7 0-3289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0:03.12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72 8162,'0'0'11233,"10"10"-10236,33 29-242,-39-37-676,0 0-1,1 0 1,-1-1-1,1 1 1,0-1-1,0 0 0,-1 0 1,1 0-1,0-1 1,0 1-1,0-1 1,-1-1-1,1 1 1,8-2-1,11 0 121,-20 2-189,-1 0-1,1 0 0,-1 0 0,1 0 0,-1-1 0,1 0 1,-1 0-1,1 0 0,-1 0 0,0 0 0,0 0 0,1-1 1,-1 0-1,0 0 0,-1 0 0,1 0 0,0 0 0,0 0 0,-1-1 1,3-2-1,-2 0 6,0 0 0,-1 0 0,1 0 0,-1 0 1,-1 0-1,1 0 0,-1-1 0,0 1 0,0 0 0,0-1 1,-1 1-1,0-9 0,0 13-12,0 0 1,0-1-1,-1 1 1,1 0-1,0 0 0,-1 0 1,1 0-1,-1 0 1,1 0-1,-1 0 0,1 0 1,-1 0-1,0 0 1,0 0-1,1 1 1,-1-1-1,0 0 0,0 0 1,0 1-1,0-1 1,0 0-1,0 1 0,0-1 1,0 1-1,0 0 1,0-1-1,0 1 0,0 0 1,0-1-1,0 1 1,-1 0-1,1 0 1,-1 0-1,-50 0 119,34 1-67,12-1-5,0 0 0,0 0-1,0 1 1,0-1 0,0 2-1,0-1 1,0 1 0,0-1 0,-10 6-1,13-5-11,1 0 0,0-1 0,-1 1 0,1 0 0,0 0-1,0 1 1,0-1 0,1 0 0,-1 1 0,0-1 0,1 1 0,0-1-1,-1 1 1,1 0 0,0-1 0,1 1 0,-1 0 0,0 0 0,1 0-1,-1 0 1,1 0 0,0 0 0,0 3 0,0 0-13,0 0-1,0 0 1,0-1 0,1 1 0,0 0 0,0 0-1,1-1 1,-1 1 0,1-1 0,0 1-1,1-1 1,-1 0 0,1 0 0,0 0 0,0 0-1,1-1 1,-1 1 0,1-1 0,0 0 0,0 0-1,1 0 1,-1 0 0,1-1 0,0 0-1,0 0 1,0 0 0,0 0 0,0-1 0,1 0-1,5 1 1,4 1-177,0-1-1,0 0 1,0-1-1,1-1 1,-1-1 0,26-1-1,-17 0-268,75-9-3127,3-15-3801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0:07.14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386 0 5009,'0'0'10644,"-16"6"-9831,-5 2-465,1 2 1,0 0-1,1 1 0,0 1 0,1 0 1,0 2-1,-17 16 0,15-11-196,2 0 0,0 2 0,1 0 1,2 0-1,0 2 0,1 0 0,1 0 0,1 1 0,1 1 0,2 0 0,0 1 0,2-1 1,0 1-1,2 1 0,1-1 0,-1 47 0,5-67-122,0-1 1,1 1-1,-1 0 0,1-1 0,0 1 1,1-1-1,0 1 0,-1-1 1,2 1-1,-1-1 0,1 0 0,-1 0 1,1 0-1,1-1 0,-1 1 0,1-1 1,0 0-1,0 1 0,0-2 1,0 1-1,1 0 0,-1-1 0,1 0 1,0 0-1,0 0 0,0-1 1,1 0-1,7 3 0,3 0-422,1-1 0,-1 0 0,1-1 0,22 1 0,28-2-6166,-53-2-1383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0:07.77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1 129 7098,'0'0'10959,"0"23"-6820,0 33-3362,0-52-765,0 0 0,0-1 0,0 1 0,0 0 0,1-1 0,-1 1 0,1-1 0,0 1 0,0 0-1,0-1 1,1 0 0,-1 1 0,4 3 0,-3-5-7,0 0 0,0-1 0,0 1 0,0 0 0,1-1 0,-1 0 0,1 1 0,-1-1 0,1 0 0,0-1 0,-1 1 0,1 0 0,0-1 0,-1 1 0,1-1-1,0 0 1,0 0 0,4 0 0,0 0 4,0 0 0,0 0-1,0-1 1,-1 0 0,1 0-1,0 0 1,-1-1 0,1 0-1,-1-1 1,1 1 0,-1-1-1,0 0 1,0 0 0,-1-1-1,12-8 1,-13 7-15,1 1 1,-1 1-1,1-1 1,0 1-1,0 0 0,1 0 1,-1 0-1,1 0 1,8-2-1,22 4 2,-29 2 0,0-1-1,0 0 0,0 0 1,0 0-1,0-1 0,0-1 1,-1 1-1,1-1 1,0 0-1,8-4 0,-12 2 9,-1-1-1,0 1 1,-1 0-1,1-1 1,-1 1 0,1-1-1,-2 0 1,1 1-1,0-1 1,-1 0-1,0 1 1,0-1-1,-1-7 1,1 7 2,0-2 15,-1 1-1,1 0 0,-1-1 0,-1 1 1,1-1-1,-1 1 0,0 0 0,-1 0 1,-4-8-1,5 11-11,1 0 1,-1 0-1,0 0 1,-1 0-1,1 0 0,0 0 1,-1 1-1,0-1 1,1 1-1,-1 0 0,0 0 1,0 0-1,-1 0 1,1 1-1,0-1 1,0 1-1,-1-1 0,-5 0 1,9 2-60,-1 0 1,1-1-1,-1 1 1,1 0-1,-1 0 1,1 0-1,-1 0 1,1 0-1,-1 0 1,1 0-1,-1 0 1,1 0-1,-1 0 0,1 0 1,-1 1-1,1-1 1,-1 0-1,1 0 1,0 0-1,-1 0 1,1 1-1,-1-1 1,1 0-1,-1 1 1,1-1-1,0 0 1,-1 1-1,1-1 1,0 0-1,-1 1 1,1-1-1,0 1 1,0-1-1,-1 0 1,1 1-1,0-1 1,0 1-1,0-1 0,0 1 1,-1-1-1,1 1 1,0-1-1,0 1 1,0-1-1,0 1 1,0-1-1,0 1 1,0-1-1,0 1 1,1-1-1,-1 1 1,0-1-1,0 1 1,1 1-407,-1 0 1,1 0-1,0 0 0,0 0 1,0 0-1,0 0 1,0-1-1,0 1 1,0 0-1,0-1 0,1 1 1,1 2-1,15 6-4477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0:07.98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32 1 7762,'0'0'15027,"0"96"-14891,0-90-88,0-3-48,-6-3-1168,-1 0-1129,-5-12-1880,5-8-2984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0:08.16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12171,'0'0'9578,"7"112"-9578,-1-93-921,7-6-1143,6-3-1777,0-10-1920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0:08.42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184 1 5417,'0'0'17053,"-2"28"-15542,-1 20-965,-11 145 2025,10-161-2187,-1 0 0,-12 40 1,12-59-688,1-1-1,-2 1 1,0-1 0,0-1-1,-1 1 1,0-1 0,-1 0 0,-12 12-1,5-6-1433,-11 11-2654,-3-7-3982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0:08.94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1 330 7194,'0'0'13782,"32"-17"-13373,100-58-189,-64 30-105,-40 11-77,-19 19-33,-4 7-3,-1 0-1,0-1 1,0 0 0,-1 1-1,0-1 1,0-1-1,-1 1 1,0 0-1,-1 0 1,0-1-1,-1-15 1,0 23-2,-1 1 1,0 0-1,0-1 0,0 1 1,0 0-1,0 0 0,0 0 0,0 0 1,0 0-1,0 0 0,0 0 1,0 0-1,-1 0 0,1 0 1,0 1-1,-1-1 0,1 0 0,-1 1 1,1-1-1,-1 1 0,1 0 1,0-1-1,-1 1 0,0 0 1,1 0-1,-1 0 0,1 0 0,-3 1 1,-1-2 12,-1 1 1,1 0-1,0 0 1,-1 1 0,1-1-1,0 1 1,-10 3-1,10 0 52,0 0-1,0 0 0,0 0 1,1 1-1,-1 0 0,1 0 1,0 0-1,1 0 0,-1 0 1,1 1-1,0 0 0,0 0 0,-2 6 1,-4 14 549,-11 43 1,13-32-439,2 1 1,1-1-1,2 1 0,6 73 1,7-59-158,-11-49-15,1 0 1,0 0-1,0 0 0,0 0 1,1 0-1,-1 0 0,1-1 1,-1 1-1,1 0 0,0-1 1,0 0-1,0 1 0,5 3 1,-6-6 243,26-4 108,1-15-276,-23 14 41,1 1 0,0 0 0,0 0-1,0 1 1,0 0 0,9-4 0,-14 7-123,1-1 0,0 1 0,0 0 0,0 0 0,-1 0 0,1 0 0,0 0-1,0 0 1,0 0 0,-1 1 0,1-1 0,0 0 0,0 1 0,-1 0 0,1-1 0,0 1 0,-1 0 0,1 0 0,-1 0 0,1 0 0,-1 0 0,0 0-1,1 0 1,-1 1 0,0-1 0,0 0 0,1 1 0,-1-1 0,1 4 0,17 25-4827,-11-19-1694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0:09.49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263 1 7282,'0'0'15394,"-25"10"-14370,16-6-919,-40 17 983,-87 53 1,134-73-1086,0 0 0,0 0 1,0 0-1,0 0 0,0 1 1,1-1-1,-1 1 1,0-1-1,1 1 0,-1 0 1,1 0-1,-1-1 1,1 1-1,0 0 0,0 0 1,0 1-1,0-1 0,0 0 1,0 0-1,1 0 1,-1 1-1,1-1 0,-1 0 1,1 0-1,0 1 0,0-1 1,0 3-1,1-4-19,0 1-1,-1-1 1,1 0-1,0 1 1,0-1-1,0 0 1,0 0 0,0 0-1,0 0 1,0 0-1,0 0 1,0 0-1,1 0 1,-1-1-1,0 1 1,0 0-1,1-1 1,-1 1 0,1-1-1,-1 1 1,2-1-1,39 13-101,-34-11 74,4 1 2,-2-1-67,-1 1 0,0 0 0,0 0 0,17 9 0,-24-10 96,0-1 0,0 1 1,0 0-1,0-1 0,0 1 0,0 0 0,-1 0 1,1 0-1,0 0 0,-1 0 0,0 1 0,1-1 1,-1 0-1,0 1 0,0-1 0,-1 1 0,1-1 1,0 1-1,-1-1 0,1 1 0,-1 0 0,0 4 1,0-4 20,0 0 1,0 0-1,0 0 1,-1 0-1,1 0 1,-1 0-1,0-1 1,0 1-1,0 0 1,0 0-1,0 0 1,-1-1 0,1 1-1,-1-1 1,0 1-1,1-1 1,-1 1-1,0-1 1,-1 0-1,1 0 1,0 0-1,-1 0 1,1-1-1,-1 1 1,1-1-1,-1 1 1,-3 0 0,-1 3 9,-11 7 50,0-1 0,0 0-1,-1-2 1,0 0 0,-21 6 0,33-14-70,9-6-203,24-30-1982,2 2 0,44-40 0,-29 30-1862,9-12-2155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0:09.91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309 0 9858,'0'0'13838,"-21"30"-12742,-131 184 776,130-179-1414,1 0 0,-31 73-1,43-86-392,2 1-1,1-1 0,0 1 0,2 0 0,0 1 0,0 35 0,4-47-53,0-10-17,0 1 1,-1-1-1,1 0 1,1 1-1,-1-1 1,0 0-1,0 1 1,1-1-1,-1 0 1,1 1-1,0-1 1,1 2-1,-1-3-6,1 0 0,-1 0 0,1 0 0,0 0 0,-1 0 0,1 0 0,0-1-1,0 1 1,0-1 0,-1 1 0,1-1 0,0 0 0,0 1 0,0-1 0,0 0 0,0 0-1,3-1 1,0 0-26,0 0 0,0-1 0,0 0 0,-1 0 0,1 0 0,0 0 0,-1 0 0,1-1 0,-1 0 0,0 0 0,0 0 0,0-1-1,-1 1 1,1-1 0,-1 0 0,4-5 0,2-2-77,0-1-1,-1-1 1,0 1 0,10-24-1,-17 38 129,0-1-1,0 1 0,0 0 1,0 0-1,0-1 1,0 1-1,1 0 0,-1-1 1,1 1-1,-1-1 1,1 0-1,-1 1 1,1-1-1,0 0 0,0 0 1,-1 0-1,1 0 1,0-1-1,0 1 1,0 0-1,0-1 0,3 1 1,58 17-4064,-30-15-512,-1-3-2321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0:10.36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297 3 6121,'0'0'17464,"-15"0"-16909,9-1-533,-9 0 193,0 1 1,0 0-1,0 1 1,0 0-1,0 1 0,0 1 1,1 1-1,-1 0 1,-16 7-1,31-11-211,-14 6 182,1 2-1,-1-1 1,1 2 0,-13 11 0,23-18-171,1 0 0,-1 0-1,1 1 1,0-1 0,0 1-1,0-1 1,0 1 0,0 0-1,0 0 1,1 0 0,-1 0-1,1 0 1,0 0 0,0 0 0,0 0-1,0 0 1,1 1 0,-1-1-1,1 0 1,0 1 0,0-1-1,0 0 1,1 0 0,-1 1 0,1-1-1,0 4 1,0-6-18,0 0 1,0 0 0,0 0-1,0 0 1,0 0-1,0 0 1,1-1-1,-1 1 1,0 0-1,0-1 1,0 1 0,1-1-1,-1 1 1,0-1-1,1 0 1,-1 0-1,0 1 1,1-1-1,-1 0 1,0 0 0,3-1-1,40 1-60,-27-1-13,-7 0 30,-1 0 1,0 0 0,1-1 0,-1 0 0,0 0 0,0-1-1,0-1 1,0 1 0,-1-1 0,0-1 0,1 0 0,-2 0-1,1 0 1,9-10 1882,-17 18-1914,1 0 1,-1 0-1,1 0 1,0 0-1,-1 0 1,1 0-1,0 0 1,1-1 0,-1 1-1,0 0 1,1-1-1,0 1 1,0-1-1,-1 1 1,1-1-1,0 0 1,1 0-1,-1 0 1,0 0-1,1 0 1,3 2-1,2 0-1159,-1 0-1,1-1 1,-1 1-1,1-1 1,0-1-1,13 3 1,5-1-5873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0:10.76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78 1 4425,'0'0'16091,"-9"14"-15220,-1 2-558,5-11-174,1 1 0,0 0 0,0 1 0,1-1 1,0 1-1,0-1 0,0 1 0,1 0 0,0 0 0,0 0 0,-1 14 0,-11 174 2470,8 0-3994,6-194-28,0-10-3155,1-11 126,4-5-918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0:11.06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40 1 9130,'0'0'10914,"18"0"-10180,56 1 9,-73 0-707,1-1 0,-1 0 0,1 1 1,-1-1-1,0 1 0,1-1 0,-1 1 1,0 0-1,0 0 0,1-1 0,-1 1 1,0 0-1,0 0 0,0 0 1,0 0-1,0 1 0,0-1 0,0 0 1,0 0-1,-1 0 0,1 1 0,0-1 1,-1 0-1,1 1 0,-1-1 0,1 2 1,1 35 665,-2-30-502,0 5 81,1-9-195,-1 1-1,1-1 1,-1 0-1,0 0 1,0 0 0,-1 1-1,1-1 1,-1 0 0,0 0-1,0 0 1,0 0 0,-1 0-1,1 0 1,-1 0-1,0-1 1,0 1 0,0 0-1,-1-1 1,1 0 0,-1 1-1,-3 2 1,-3 0 105,0-1-1,-1 1 1,0-1 0,-10 3 0,16-6-174,1-1 0,-1 1 0,0-1 0,0 0 0,0 0 0,1-1 0,-1 1 0,0-1 0,0 0 0,0 0-1,0 0 1,0-1 0,0 1 0,0-1 0,-4-1 0,7 1-118,0 0-1,0 0 1,0 0 0,1-1-1,-1 1 1,0 0-1,0 0 1,1-1-1,-1 1 1,1 0-1,0-1 1,-1 1-1,1-1 1,0 1 0,0-1-1,-1 1 1,1 0-1,1-1 1,-1 1-1,0-4 1,0 4-203,0 0 1,1 0 0,-1 0-1,0 0 1,0 0-1,1 0 1,-1 0-1,0-1 1,1 1 0,-1 0-1,1 0 1,0 1-1,-1-1 1,1 0-1,0 0 1,-1 0 0,2-1-1,15-5-4600,2-2-1926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0:11.49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43 58 8602,'0'0'11241,"8"3"-10442,13 1-266,1 0-1,-1-1 1,29-1 0,-50-3-524,1 1 1,0-1-1,-1 0 1,1 1-1,0-1 1,-1 0-1,1 0 1,-1 0-1,1 0 1,-1 0-1,0 0 0,1 0 1,-1 0-1,0 1 1,1-1-1,-1 0 1,0 0-1,0 0 1,0 0-1,0 0 1,0 0-1,0 0 1,0 0-1,-1 0 1,1-2-1,0 1-3,0-1 0,0 1 0,-1 0 0,1-1-1,-1 1 1,1 0 0,-1 0 0,0-1 0,1 1 0,-1 0 0,-1 0 0,-1-3 0,-2 2 34,-1 1 0,1-1 1,-1 1-1,0 1 1,1-1-1,-1 1 0,0 0 1,0 0-1,0 1 1,0 0-1,0 0 0,0 0 1,-9 2-1,-8-1 272,21-1-272,1 0-1,-1 0 1,0 0-1,1 1 1,-1-1-1,1 1 1,-1-1-1,0 1 1,1 0-1,0 0 1,-1-1-1,1 1 1,-1 0-1,1 0 1,0 0-1,0 1 1,-1-1 0,1 0-1,0 0 1,0 1-1,-1 2 1,-1 0 58,1 0 0,0 0 0,1 1 0,-1-1 0,1 1 0,0-1 0,0 1 0,-1 6 0,2-7-55,-1 0-1,1 0 1,0 0-1,0 0 1,0 0-1,0 0 1,1 0-1,0 0 1,-1 0-1,1 0 1,1 0-1,-1 0 1,1-1-1,-1 1 1,1-1-1,0 1 1,0-1-1,1 1 1,-1-1-1,1 0 1,5 5-1,1-3-143,1-1 0,0 0 0,0 0-1,0-1 1,1-1 0,-1 0-1,0 0 1,13 0 0,48 0-4580,-49-3 1876,17 1-6912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0:03.69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8314,'0'0'12669,"0"3"-11762,0 298 2664,8-253-3603,-8-46-219,1 0 0,0 0 1,0-1-1,-1 1 0,1 0 1,0 0-1,0 0 0,1-1 1,-1 1-1,0 0 0,1-1 0,-1 1 1,0-1-1,1 0 0,0 1 1,-1-1-1,1 0 0,0 0 1,3 1-1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0:04.23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110 83 8602,'0'0'9802,"22"-13"-9450,72-41 1,-90 52-288,0 0-1,1 0 0,-1 0 1,0 0-1,1 1 0,-1 0 0,1 0 1,-1 0-1,1 0 0,-1 1 0,1 0 1,0-1-1,-1 2 0,8 0 1,-9 0-29,-1 0 0,1 0 0,-1 0 0,0 0 0,0 0 0,1 1 0,-1-1 0,0 1 0,0 0 0,0 0 0,-1-1 0,1 1 0,0 0 0,-1 0 0,1 1 0,-1-1 0,0 0 0,2 4 0,1 7 60,-1-1 1,0 1-1,0-1 0,-2 1 1,0 0-1,0 0 1,-1 14-1,-1-19-50,1-3-38,-1 0-1,0-1 0,0 1 1,-1 0-1,1 0 0,-1-1 1,0 1-1,0-1 1,-1 1-1,-5 7 0,-6 12-242,13-21 56,0 0 0,0 1 0,0-1 0,1 0 0,-1 1 0,1-1 0,0 1 0,0-1 0,0 1 0,1-1 0,-1 1 0,1-1 0,1 6 0,17 41 140,-11-34 11,-2 0 0,0 0 1,7 29-1,-12-42 68,0 1 0,0 0 0,-1 0 1,1 0-1,-1-1 0,0 1 0,0 0 0,0 0 1,-1 0-1,1-1 0,-1 1 0,0 0 0,0 0 1,0-1-1,-1 1 0,1-1 0,-1 1 0,0-1 1,0 0-1,0 1 0,0-1 0,-1 0 0,-2 3 1,-7 2 298,0 0 1,-1-1-1,0-1 1,0 0-1,-1 0 1,0-1-1,0-1 1,0-1-1,0 0 1,-1 0-1,1-2 1,-1 0 0,1 0-1,-19-2 1,30-1-324,-1 0 0,1 0 0,0-1 0,-1 1 0,1-1 1,0 1-1,1-1 0,-1 0 0,0 0 0,1 0 0,-1-1 1,1 1-1,0 0 0,0-1 0,-2-5 0,-19-25-22,21 31-1,-5-4-14,0 1 0,0 0-1,0 0 1,-13-9-1,19 15-299,7 2-2689,65 25-4042,-33-11 2348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0:04.47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8130,'0'0'16227,"0"38"-15571,0-12-320,0-3-240,0-4-48,0-3-48,0-7 0,0-2-432,0-23-15755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0:04.64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 1 7114,'0'0'15971,"0"102"-15971,0-63-1088,-6 12-1153,6-12-1832,-7-4-1512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0:05.04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12883,'0'0'11364,"5"10"-10871,19 32-180,-23-40-316,1 0-1,0 0 1,0 0-1,0 0 1,1-1-1,-1 1 1,0-1-1,1 1 1,-1-1-1,1 0 1,-1 0-1,1 0 1,-1 0-1,1-1 1,0 1-1,-1-1 1,1 1-1,0-1 1,0 0-1,-1 0 1,1 0-1,3-1 1,-2 1-131,0 0 0,0-1 0,-1 0 0,1 0 0,0 0 0,-1 0 0,1 0 0,-1-1 0,1 1 0,-1-1 1,0 0-1,6-4 0,-9 6 149,0-1 0,1 0 0,-1 1 0,1-1 0,-1 0 0,1 1 0,-1-1 0,1 1 0,-1-1 0,1 1 0,-1-1 0,1 1 0,0-1 0,-1 1 0,1 0 0,0-1 0,-1 1 0,1 0 0,0-1 0,0 1 0,-1 0 0,1 0 0,0 0 0,0 0 0,-1 0 0,1 0 0,0 0 0,0 0 0,-1 0 0,1 0 0,0 0 0,1 1 0,13 20 2148,0 2-2296,-12-20 49,1 1-1,-1-1 0,1 0 0,0-1 0,-1 1 0,1-1 0,0 0 0,0 1 0,1-2 0,-1 1 0,0 0 0,1-1 0,8 2 0,37-2-3841,-33-1 1905,25 0-4213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0:05.51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202 0 11362,'0'0'12232,"-27"12"-11808,-83 41-86,106-51-311,0 0-1,0 0 1,0 0 0,0 1-1,1-1 1,-1 1 0,1 0-1,-1 1 1,1-1 0,0 0-1,0 1 1,1 0-1,-1-1 1,1 1 0,0 0-1,0 0 1,0 1 0,0-1-1,1 0 1,-1 0 0,1 1-1,0-1 1,1 1 0,-1-1-1,1 1 1,0 0 0,0-1-1,0 1 1,2 4 0,-2 7-35,0-15 8,1 0 1,-1 0-1,1 0 1,0 0-1,-1 1 0,1-1 1,0 0-1,-1 0 0,1 0 1,0-1-1,0 1 1,0 0-1,0 0 0,0 0 1,0-1-1,0 1 1,0 0-1,0-1 0,0 1 1,0-1-1,0 1 0,1-1 1,-1 0-1,0 1 1,0-1-1,0 0 0,1 0 1,-1 0-1,0 0 1,0 0-1,2 0 0,51-1-1,-44 0-5,-2 0-18,-1 0-1,0-1 1,1-1-1,-1 1 1,0-1-1,-1 0 0,1-1 1,0 1-1,-1-1 1,0-1-1,0 1 1,0-1-1,0 0 1,-1 0-1,0-1 1,6-7-1,-6 16 3331,7 16-3101,-1-4-362,-8-11-94,1 0 0,0-1 0,0 1 0,0-1 0,0 0 0,1 0 0,-1-1 1,1 1-1,0-1 0,0 0 0,0 0 0,8 1 0,1-1-1612,0 0 1,0-1-1,18-1 1,-13 0-652,20 0-5677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0:05.78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54 133 9210,'0'0'13862,"0"7"-12978,0 79 1207,-13-89-1858,9 0-228,1 0 0,0 0 1,0 0-1,1 0 0,-1 0 0,1 0 0,-1-1 0,1 0 0,0 1 0,0-1 0,1 0 0,-1 0 0,1 0 0,0 0 1,0 0-1,0 0 0,0 0 0,1-7 0,-2-5-16,1 1 0,1 0 0,0 0 0,3-16 0,-2 28-48,0 0 0,0 1 0,1-1 0,-1 0 1,1 1-1,0-1 0,-1 1 0,1-1 1,0 1-1,0 0 0,1 0 0,-1 0 0,0 0 1,1 0-1,-1 0 0,1 1 0,0-1 0,-1 1 1,1-1-1,0 1 0,0 0 0,0 1 0,0-1 1,0 0-1,0 1 0,4-1 0,13-2-2109,0 1 0,35 1 0,-45 1 596,18 0-3662,-2 0-1901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0:06.34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738 3 1792,'0'0'17431,"4"6"-15798,-1-2-1417,0 0 101,0 0-1,0 0 0,-1 1 0,1-1 0,-1 0 1,0 1-1,-1 0 0,1-1 0,-1 1 0,0 0 0,1 9 1,-2-13-312,0 0 1,0 0-1,1 0 1,-1 0-1,0 0 1,1 0-1,-1 0 0,0 0 1,1 0-1,-1 0 1,1 0-1,0 0 1,-1 0-1,1 0 1,0 0-1,-1 0 1,1 0-1,0-1 1,0 1-1,0 0 1,0-1-1,-1 1 1,1-1-1,0 1 1,0-1-1,0 1 1,1-1-1,-1 1 1,0-1-1,0 0 1,0 0-1,0 0 1,2 1-1,42-2-1942,-32 0 911,-11 1 718,1 0-1,-1 0 1,1 0-1,0-1 1,-1 1-1,1-1 1,-1 1-1,1-1 1,-1 0-1,1 0 0,-1 0 1,0 0-1,0 0 1,1-1-1,-1 1 1,0-1-1,2-1 1,0-1 46,-1-1 0,0 0 0,0 0 0,0 0 0,0 0 0,-1 0-1,2-6 1,1-5-1043,-6-2 5939,1 17-4508,0 1 0,-1 0 0,1 0 0,0 0 0,0 0 0,0-1 0,0 1 0,0 0 0,0 0 0,-1 0-1,1 0 1,0-1 0,0 1 0,0 0 0,-1 0 0,1 0 0,0 0 0,0 0 0,0 0 0,-1 0 0,1 0 0,0 0 0,0 0 0,0 0 0,-1-1 0,1 1 0,0 0 0,0 0 0,-1 1 0,1-1 0,0 0 0,0 0-1,0 0 1,-1 0 0,1 0 0,0 0 0,0 0 0,0 0 0,-1 0 0,1 1 0,-14 15 1626,7-4-1502,1 1 0,0 0-1,1 1 1,1-1 0,0 1-1,0 0 1,-1 22 0,-4 107 588,8-96-536,0 71-47,3-77-236,-2-1 0,-2 1 0,-1 0 0,-2-1 0,-21 76-1,24-111-15,-1 1 0,1-1 0,-1 0 0,-1 1 0,1-1 0,-1-1 0,0 1-1,0 0 1,0-1 0,-1 0 0,0 0 0,1 0 0,-2-1 0,1 0 0,0 0 0,0 0-1,-1 0 1,0-1 0,1 0 0,-1 0 0,0 0 0,-10 0 0,-13 2-29,-1-1 0,1-1 0,-47-5 0,21 2-126,28 0 51,0 0-428,1 2 0,-1 0 0,1 2 1,0 0-1,-45 13 0,-103 51-5746,90-35 1073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0:11.93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6977,'0'0'13898,"7"27"-12584,2 8-915,-3-15-139,-1 0 1,-1 0-1,0 1 1,-2 0-1,0 36 0,1 115 1391,0 2-4915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0:12.28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109 0 7074,'0'0'10495,"13"0"-9549,41 1-145,-51-1-735,0 0 0,0 0-1,-1 1 1,1-1 0,0 1 0,0-1 0,-1 1-1,1 0 1,0 0 0,-1 0 0,1 1-1,-1-1 1,1 1 0,-1-1 0,0 1 0,1 0-1,-1-1 1,0 1 0,0 1 0,0-1-1,1 3 1,-1-1-15,0 0 1,0 0-1,-1 1 0,0-1 1,0 0-1,0 1 0,0-1 0,-1 1 1,1-1-1,-2 6 0,1-7-35,-1 0 0,0-1 0,0 1 0,0-1 0,-1 1 0,1-1 0,-1 1 0,1-1 0,-1 0 0,0 0 0,0 0 0,0 0 0,0 0 0,0 0 0,0-1 0,0 1 0,-1 0 0,1-1 0,0 0 0,-1 0 0,0 0 0,1 0 0,-5 1 0,-70 21 113,73-22-122,-17 2 17,0-1 0,-40-1-1,51-1-32,13-10-1534,44-21-5599,-21 15-97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0:12.66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84 5401,'0'0'15949,"8"17"-14976,26 55-243,-31-67-581,-1 0 1,0 1-1,0-1 1,0 1-1,-1-1 1,0 1-1,0 0 1,0-1-1,-1 8 1,0-10-73,0-3 302,-13-39-208,11 30-137,0-1 0,1 1 0,0-1 0,0 1 0,1-1 0,1 1 0,-1-1 0,1 0 1,1 1-1,3-14 0,-4 19-206,1-1-1,0 1 1,-1-1 0,1 1 0,1 0 0,-1 0 0,1 0-1,-1 0 1,1 0 0,0 1 0,1-1 0,-1 1 0,0 0 0,1 0-1,0 0 1,0 0 0,0 1 0,0 0 0,0-1 0,0 1-1,1 1 1,-1-1 0,8-1 0,19 2-6460,-18 1 1064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0:13.04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124 19 7762,'0'0'14313,"-18"19"-13652,-56 60-175,71-76-461,0 1 0,0-1-1,0 1 1,0-1 0,1 1 0,0 0-1,0 0 1,0 1 0,0-1-1,0 0 1,1 1 0,0-1 0,0 1-1,0-1 1,1 1 0,-1-1-1,1 1 1,0-1 0,1 9 0,0 6-17,0-18-4,0 0 0,0 0 0,-1 1 0,1-1 0,0 0 0,0 0 0,0-1 0,0 1 0,0 0 0,1 0 0,-1 0 0,0-1 0,0 1 0,1-1 0,-1 1 0,0-1 0,0 1 0,1-1 0,-1 0 0,0 1 0,1-1 0,-1 0 0,1 0 0,-1 0 0,0 0 0,1-1 0,1 1 0,3 0 9,-1 0 1,1 0 0,-1-1 0,1 0 0,-1 0 0,0 0 0,7-3 0,-7 1-10,1 0 1,-1-1-1,0 0 0,0-1 1,0 1-1,0-1 1,-1 0-1,0 0 0,0 0 1,0-1-1,-1 1 1,1-1-1,-2 0 0,1 0 1,3-10-1,-1 1 4,-1-1 0,-1 1 0,0-1 0,-1 1 0,-1-25 0,0 39-26,-1 0-1,0-1 1,0 1-1,-1 0 0,1 0 1,0 0-1,0 0 0,0 0 1,-1 0-1,1 0 1,-1 0-1,1 0 0,-1 0 1,1 0-1,-1 0 0,1 0 1,-1 1-1,0-1 1,1 0-1,-1 0 0,0 1 1,0-1-1,0 0 0,1 1 1,-1-1-1,-2 0 0,1 0-93,-1 0-1,1 1 0,-1-1 1,1 1-1,-1 0 0,1 0 1,-1 0-1,1 0 0,-1 0 1,1 0-1,-3 1 0,-2 0-491,0 1 0,1 0 0,0 0 0,-1 1 0,1-1 0,0 1 0,1 1 1,-8 4-1,-12 14-4690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0:13.56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3897,'0'0'17084,"0"15"-16210,0 29 483,4 133 724,-1-150-2105,1 0-1,1-1 1,1 0-1,16 42 1,-16-54-354,5 10-472,-8-10-5189,-9-14-3623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0:13.92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42 7218,'0'0'11210,"20"-7"-10355,59-23-119,-78 29-665,-1 1 0,1-1 0,0 1 0,0-1 0,0 1 0,0 0 0,0 0 1,0-1-1,0 1 0,0 0 0,0 0 0,0 0 0,0 0 0,0 0 0,0 0 0,0 0 0,0 0 0,0 1 0,0-1 0,0 0 0,0 1 1,0-1-1,0 0 0,0 1 0,0-1 0,0 1 0,0 0 0,0-1 0,-1 1 0,1 0 0,0-1 0,-1 1 0,1 0 0,0 0 0,-1 0 1,1 0-1,-1-1 0,1 1 0,-1 0 0,1 0 0,-1 0 0,1 2 0,0 2 174,-1 1-1,1 0 0,-1 0 1,0-1-1,-1 12 1,0-8 256,1-3-403,0 0 0,-1 0 0,1 0 0,-1 0 0,0 0 0,-1-1 0,0 1 0,0 0 0,0-1 0,0 1 0,-1-1 0,0 0 0,0 0 0,0 0 0,-1 0 0,0-1 0,1 1 0,-2-1 0,1 0 0,0 0 0,-1 0 0,0-1 0,-7 4 0,12-6-124,-1-1-1,1 1 1,-1-1-1,0 0 1,1 1-1,-1-1 1,0 0-1,1 1 1,-1-1-1,0 0 1,0 0-1,1 0 1,-1 0-1,0 0 1,0 0-1,1 0 1,-1 0 0,0 0-1,0 0 1,1 0-1,-1 0 1,0 0-1,0-1 1,1 1-1,-1 0 1,0-1-1,1 1 1,-1 0-1,0-1 1,1 1-1,-2-2 1,1 1-99,0-1-1,1 1 1,-1-1 0,1 0-1,-1 1 1,1-1 0,-1 0 0,1 1-1,0-1 1,0 0 0,0 0 0,0 0-1,0-2 1,1-2-811,0 0 0,0 0 0,0 0 0,1 0 0,0 0 0,0 0 0,5-9 0,11-6-5296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0:14.29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97 9434,'0'0'10520,"25"2"-10204,6 1-235,73 2 258,-102-5-321,-1 0 1,1 0 0,0-1-1,-1 1 1,1 0-1,-1-1 1,0 1 0,1-1-1,-1 0 1,1 1 0,-1-1-1,0 0 1,1 0-1,-1 0 1,0 0 0,0 0-1,0 0 1,0 0-1,0 0 1,0-1 0,0 1-1,0 0 1,0 0 0,0-1-1,-1 1 1,1-1-1,-1 1 1,1-1 0,-1 1-1,1-1 1,-1 1-1,0-1 1,0 1 0,0-3-1,0 2 4,1 0-1,-1-1 1,0 1-1,-1 0 1,1 0 0,0 0-1,-1 0 1,1-1-1,-1 1 1,1 0-1,-1 0 1,0 0-1,0 0 1,0 0-1,0 0 1,-1 0-1,1 1 1,0-1-1,-1 0 1,1 1-1,-1-1 1,0 1-1,-3-3 1,-3 0 45,0 1 1,0 0-1,-1 1 1,1-1-1,-1 2 1,1-1-1,-1 1 1,-11 0-1,17 1-5,0 0-1,0 0 0,-1 0 1,1 1-1,0-1 1,0 1-1,0-1 0,0 1 1,0 0-1,0 0 0,0 0 1,0 1-1,0-1 1,1 1-1,-1 0 0,0 0 1,1-1-1,0 2 0,-1-1 1,1 0-1,0 0 1,0 1-1,0-1 0,0 1 1,-1 3-1,0-1 17,1 0 0,0 1 1,0 0-1,1-1 0,0 1 0,0 0 0,0 0 0,1-1 1,-1 1-1,1 0 0,1 0 0,-1 0 0,1 0 0,0 0 1,1-1-1,-1 1 0,1 0 0,0-1 0,0 1 0,1-1 1,0 0-1,0 0 0,0 0 0,0 0 0,1-1 0,6 8 1,-5-7-304,1 0 0,0-1 0,0 1 0,1-1 0,-1 0 0,1-1 1,0 1-1,13 4 0,-12-6-807,0 0 0,1 0 1,-1-1-1,0 0 0,1 0 0,-1-1 0,1 0 1,11-2-1,0-4-6588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0:14.59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0 190 9618,'0'0'14638,"15"13"-14003,45 40-130,-41-33 1700,-24-36-2020,2-3-195,0 1 53,1-1 0,0 1 0,1 0 0,3-26-1,-2 39-95,1-1 0,0 1 0,1 0 0,-1 0 0,1 0 0,0 0 0,0 0 0,1 0 0,-1 0 0,1 1 0,0-1 0,0 1 0,1 0 0,-1 0 0,1 0 0,0 1 0,0-1 0,0 1 0,9-5 0,-7 4-740,11-7-1030,-8 3-3831,-8 2-1804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0:14.91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149 1 5457,'0'0'16861,"-15"27"-14759,-45 90-512,57-111-1444,0 0 0,1 0 0,-1 1 0,1-1 0,1 1-1,0-1 1,0 1 0,0 0 0,0 0 0,1-1 0,1 14 0,1 1 226,-3 2-175,2 0 0,0-1 1,1 1-1,2-1 1,7 28-1,-7-38-575,-1 1 1,-1-1-1,0 0 0,1 19 1,-4-30 141,-1 1 0,1-1 0,0 0 0,-1 0 1,1 0-1,0 0 0,-1-1 0,1 1 0,-1 0 1,0 0-1,1-1 0,-1 1 0,1-1 0,-1 0 1,0 1-1,-2-1 0,1 1-484,-25 5-4275,-3-2-2332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0:15.14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26 10386,'0'0'13443,"173"-13"-12419,-141 13-528,0 0-256,0 0-112,-13 0-120,7 0-8,-7 0-56,-6 0-704,19 0-1136,-6 0-3249,-7-13-6082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0:15.45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8730,'0'0'11880,"1"1"-11678,-1 0 1,0 0 0,0-1 0,0 1-1,0 0 1,1 0 0,-1 0-1,0 0 1,1 0 0,-1-1 0,0 1-1,1 0 1,-1 0 0,1-1-1,0 1 1,-1 0 0,1 0 0,0-1-1,0 1 1,15 9 592,0-2 1,26 11-1,-36-17-999,1 0 0,-1 0 0,1 0 0,0-1 0,11 1 0,-17-2-1462,5 0-4592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0:15.60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0 1 5801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0:15.99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436 112 5801,'177'-38'4727,"-142"31"1599,-35-13 368,0-27-4442,-1 47-2220,-1 0-1,0 1 1,1-1 0,-1 1-1,1-1 1,-1 1-1,1-1 1,0 1-1,-1 0 1,1 0 0,-1 0-1,1-1 1,0 1-1,0 1 1,0-1 0,-1 0-1,1 0 1,-1 2-1,-11 18-12,0 1 0,1 1 0,1 0 0,1 0 0,-11 39 0,-23 130-54,43-186 36,-13 127-138,12-94-79,-2 0 0,-10 44 0,12-78 213,0 1 0,0-1 0,-1 0 1,1 0-1,-1 0 0,0 0 0,-1-1 0,1 1 1,-1-1-1,0 0 0,0 0 0,-1 0 1,1 0-1,-1-1 0,1 0 0,-1 0 0,0 0 1,0 0-1,-1-1 0,1 0 0,0 0 0,-1 0 1,-11 1-1,-10 2 57,-1-1 0,-1-2 0,-42 0 0,58-3-46,-3 2 33,-1-2 1,1 0-1,0-1 0,-29-7 0,41 8-53,0 0-1,0-1 1,0 0-1,0 1 1,0-1 0,0 0-1,0-1 1,1 1-1,-1-1 1,1 1 0,-1-1-1,1 0 1,0-1-1,0 1 1,1 0-1,-1-1 1,1 1 0,-1-1-1,1 0 1,0 0-1,1 0 1,-1 0 0,-1-6-1,3 9-237,0-1 0,0 0-1,-1 1 1,1-1 0,1 0 0,-1 0-1,0 1 1,0-1 0,1 0 0,-1 1-1,0-1 1,1 0 0,0 1 0,-1-1-1,1 1 1,0-1 0,0 1-1,0-1 1,0 1 0,0 0 0,0-1-1,1 1 1,-1 0 0,0 0 0,0 0-1,1 0 1,-1 0 0,1 0 0,-1 0-1,1 0 1,2 0 0,26-12-5499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0:16.72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 24 3753,'0'0'6515,"-20"-23"-800,28 34 946,36 51-4977,-21-32-1036,42 56 844,102 180 1,-159-250-1436,-1 0 1,-1 0 0,0 1-1,-1 0 1,3 23-1,-7-34-4,0 1 0,0-1 1,-1 1-1,0-1 0,0 1 0,-1 0 0,0-1 0,0 0 0,0 1 0,-1-1 0,0 0 0,0 1 0,-1-1 0,1 0 0,-2-1 0,1 1 0,-5 7 0,-13 8 244,-1-1 1,-1 0-1,0-2 1,-31 19-1,9-7 75,9-4-60,32-25-307,3-1-49,2 1-241,0 0 108,1 0 1,-1 0-1,1-1 1,-1 1 0,1 0-1,-1-1 1,1 1-1,-1-1 1,1 1 0,-1-1-1,1 0 1,0 0-1,-1 0 1,1 0 0,2 0-1,18 1-3256,-9-1-4429,-6 0-2351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1:39.57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101 8 3729,'0'0'9847,"-21"3"-8981,10 0 7520,11-2-8374,0-1 1,0 1 0,0-1 0,1 1 0,-1-1-1,0 1 1,0-1 0,1 1 0,-1-1-1,0 1 1,1-1 0,-1 0 0,1 1 0,-1-1-1,0 0 1,1 1 0,-1-1 0,1 0 0,-1 1-1,1-1 1,-1 0 0,1 0 0,-1 0 0,1 1-1,-1-1 1,1 0 0,0 0 0,-1 0 0,1 0-1,-1 0 1,2 0 0,13-1-7,0 0 0,1-2-1,18-4 1,19-3 12,18 8 6,-26 3-25,-44 0 1,-1 0 1,1 0-1,0 0 0,0 1 1,-1-1-1,1 0 1,-1 0-1,1 0 0,-1 0 1,0 1-1,1-1 0,-1 0 1,0 0-1,0 1 1,0-1-1,0 0 0,0 1 1,0-1-1,0 2 0,0 40 74,-1-31-26,1-5-43,0 1 0,-1-1-1,0 0 1,-1 0 0,1 0 0,-1 0-1,-1 0 1,1 0 0,-1-1-1,0 1 1,-1-1 0,1 0 0,-1 0-1,-1 0 1,1 0 0,-1-1-1,0 1 1,0-1 0,-1 0 0,1-1-1,-1 0 1,-9 6 0,3-3 84,0-1 1,-1-1 0,1 0-1,-1 0 1,0-1 0,-1-1-1,1 0 1,-1-1 0,1-1 0,-16 1-1,39-2-98,-1 1 0,0 0 0,0 0 0,0 1 0,0 0 0,0 1 0,-1 0-1,1 0 1,-1 1 0,0 0 0,0 0 0,0 1 0,0 0 0,-1 1 0,0-1 0,11 13 0,-13-15 6,-1 1 1,1 0-1,-1 1 1,-1-1 0,1 1-1,-1 0 1,1 0 0,-1 0-1,-1 0 1,5 9 0,-6-10 3,-1 0 0,1 0 0,-1 0 0,1 0 0,-1-1 0,0 1 0,0 0 0,-1 0 0,1 0 0,-1 0 0,0-1 0,0 1 0,0 0 1,-1-1-1,1 1 0,-1 0 0,-3 4 0,2-1 9,-1 0 1,0 0-1,0 0 1,-1-1-1,0 1 1,0-1-1,0 0 1,-1-1 0,0 1-1,0-1 1,0 0-1,-1-1 1,0 1-1,0-1 1,0-1-1,0 1 1,-1-1-1,1-1 1,-1 1-1,0-1 1,1-1-1,-1 1 1,0-1-1,0 0 1,-9-1-1,13 0 32,1 0 0,-1-1-1,0 1 1,1-1-1,-1 0 1,0 0 0,1 0-1,-1 0 1,1-1-1,-1 1 1,1-1 0,0 0-1,0 0 1,-4-3 0,1-1 183,-1 0 1,1-1 0,0 0 0,-9-15 0,8 13 132,4 3-1003,12 5-655,5 1 542,18-1-3201,0-7-2189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1:40.59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478 1 7882,'0'0'7785,"22"2"-6557,-14-1 5206,-40 1-6404,-1 1 0,1 2 0,0 1 0,0 1 0,1 2 1,0 2-1,0 0 0,1 2 0,1 1 0,0 2 0,1 1 0,0 0 0,-27 26 0,49-38-31,1 0-1,-1 0 0,1 0 0,0 1 0,1 0 1,-1 0-1,1 1 0,-5 10 0,8-16 1,0 1 0,0 0 0,1 0 0,-1 0 0,1 0 0,-1 0 0,1 0 0,0 0-1,0 0 1,0 0 0,0 0 0,0 0 0,0 0 0,0 0 0,1 0 0,-1 0 0,1 0 0,-1 0 0,1 0 0,0 0-1,0 0 1,0 0 0,0-1 0,0 1 0,0 0 0,0-1 0,1 1 0,-1-1 0,1 1 0,-1-1 0,1 0 0,-1 1 0,1-1-1,0 0 1,-1 0 0,1 0 0,2 0 0,33 15-38,0-2 0,1-1 0,0-2 0,0-2 0,1-2 0,51 4 0,-87-11 15,0 0 0,1 1 1,-1 0-1,0-1 0,0 1 1,0 1-1,0-1 0,0 0 1,0 1-1,0-1 0,-1 1 1,5 3-1,-7-4 24,1-1 0,0 1 1,-1 0-1,1 0 0,0 0 1,-1 0-1,1 0 0,-1 0 0,0 1 1,1-1-1,-1 0 0,0 0 0,0 0 1,0 0-1,1 0 0,-1 0 0,0 1 1,-1-1-1,1 0 0,0 0 0,0 0 1,0 0-1,-1 0 0,1 1 0,0-1 1,-1 0-1,1 0 0,-1 0 0,0 0 1,1 0-1,-1 0 0,0-1 0,1 1 1,-1 0-1,0 0 0,0 0 1,0-1-1,0 1 0,-1 0 0,-25 23 131,-2-2 0,-1 0-1,-48 25 1,4-2 65,-44 46 201,107-82-347,11-9-49,-1 0 1,1 1-1,-1-1 1,0 0-1,1 1 1,-1-1-1,1 1 1,-1-1-1,1 1 1,-1-1-1,1 1 1,-1-1-1,1 1 1,0-1-1,-1 1 1,1 0-1,0-1 1,-1 1-1,1-1 1,0 1-1,0 0 1,0 0-1,-1-1 1,1 1-1,0 0 1,0-1-1,0 1 1,0 0-1,0-1 1,0 1-1,1 0 1,-1-1-1,0 1 1,0 0-1,2 1 8,-1-1-1,0 0 1,1 0 0,-1 0-1,1-1 1,-1 1-1,1 0 1,-1 0 0,1-1-1,-1 1 1,1-1-1,0 1 1,1-1 0,53 5 278,-21-5-124,-17 1-161,0 0 0,1-1 1,-1-1-1,0-1 0,0-1 1,0 0-1,0-2 1,33-11-1,-10-1-1688,-33 15 198,0-1 0,0 0 0,-1-1 0,1 0 0,-1 0-1,8-5 1,-2-4-4892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1:40.83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78 1 9434,'0'0'13875,"-58"160"-13507,45-141-152,13-3-112,-6-6-104,6 0-48,0-33-6833,0-9-1025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1:41.01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33 1 13115,'0'0'7417,"-32"38"-10089,57-38-2137,7 0-4873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1:41.26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405 0 5433,'0'0'12317,"-14"32"-10469,-44 105 60,41-87-839,2 0 0,-9 61 0,16-68-896,-24 73 0,17-76-117,-35 67-1,42-92-421,-1 0 0,-1-1-1,0-1 1,-1 1 0,0-2-1,-1 1 1,-18 14-1,28-26 56,-1 1-1,0 0 0,0-1 0,0 1 1,0-1-1,0 0 0,0 0 0,0 0 1,-4 0-1,-18-3-6395,13-6-587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1:41.91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1 418 8066,'0'0'7408,"27"-13"-5553,171-77 1568,-133 60-2654,89-55 0,-128 68-768,0-1-1,-2-1 1,0-2 0,-1 0-1,37-46 1,-58 65 14,-1 0-1,1 0 0,-1 0 1,0 0-1,0 0 1,0 0-1,0 0 0,0 0 1,0 0-1,-1 0 1,1 0-1,-1-1 0,1 1 1,-1-4-1,0 5 357,-4 1-108,-5 1-252,-1 0 0,1 1-1,-1 0 1,1 1 0,0 0 0,0 1 0,1 0 0,-1 0 0,1 0 0,-1 1 0,2 1 0,-1-1 0,0 1 0,1 1 0,-8 9 0,-16 16 354,-50 71 1,78-99-332,-21 31 351,1 1 0,-35 76-1,48-91-332,2 0 0,1 1 0,0 0-1,2 1 1,1 0 0,0-1-1,0 29 1,7-50-51,0-1 0,-1 1-1,1-1 1,0 0 0,-1 0-1,1 0 1,0-1 0,-1 1 0,1 0-1,0-1 1,-1 0 0,4-1-1,8-6-10,0-1-1,0 0 1,-1-1-1,-1-1 0,23-24 1,-27 28 9,-7 7 47,-1 1-1,1 0 0,0 0 1,-1 0-1,1 0 0,-1 0 1,1 0-1,-1 0 0,0 0 1,1 1-1,-1-1 0,0 0 1,0 0-1,0 0 0,0 0 1,0 0-1,0 0 0,0 1 0,0-1 1,0 0-1,-1 1 0,2 39 49,-1-40-70,0 0-22,0 14-38,0 0 1,1 0-1,1 0 0,0 0 0,6 18 0,-8-31-131,1 1-1,0 0 0,1-1 0,-1 1 0,0 0 0,1-1 0,-1 0 0,1 1 0,0-1 0,0 0 0,0 0 0,0 0 0,0 0 0,1 0 0,2 1 0,-3-2-170,1 0-1,0 0 0,-1 0 0,1-1 0,0 1 0,0-1 1,0 0-1,-1 0 0,1 0 0,0 0 0,0 0 0,0-1 0,-1 1 1,1-1-1,0 0 0,0 0 0,-1 0 0,6-2 0,-3 0-510,0 0 0,-1 0-1,1-1 1,0 0-1,-1 1 1,0-1 0,0-1-1,0 1 1,5-8 0,10-16-5591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1:42.30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66 5777,'0'0'10972,"8"13"-9390,-3-5-1165,1 0 0,0 0 0,0 0 0,1-1 1,0 0-1,9 7 0,-12-11-384,-1-1-1,1 0 1,-1 0-1,1 0 1,0-1 0,-1 1-1,1-1 1,0 0-1,0 0 1,0 0-1,0-1 1,0 1 0,0-1-1,0 0 1,0 0-1,0-1 1,0 1-1,7-3 1,-9 3-28,0-1 1,-1 0-1,1 0 1,-1 0-1,0 0 1,1 0-1,-1-1 1,0 1-1,1 0 1,-1-1-1,0 1 1,0-1-1,0 1 1,0-1-1,0 1 1,-1-1-1,1 0 1,0 1-1,-1-1 1,1 0-1,-1 1 1,0-1-1,1 0 1,-1-3-1,1-53 160,-1 43 24,0 13-134,0 1 0,1-1 1,-1 0-1,0 1 1,-1-1-1,1 1 0,0-1 1,0 0-1,-1 1 0,1-1 1,0 1-1,-1-1 0,0 1 1,1-1-1,-1 1 0,0 0 1,0-1-1,0 1 1,0 0-1,0 0 0,0-1 1,0 1-1,0 0 0,0 0 1,-2-1-1,-1 1 45,0 0 1,-1 0-1,1 0 1,0 1-1,0 0 0,0 0 1,0 0-1,0 0 1,-8 2-1,7-1-52,1 0-1,0 0 1,-1 1 0,1 0 0,0 0 0,0 0-1,0 0 1,0 0 0,0 1 0,1 0-1,-1 0 1,1 0 0,0 0 0,0 1-1,0-1 1,0 1 0,0-1 0,1 1-1,0 0 1,0 0 0,0 0 0,0 1-1,-1 4 1,-2 4 0,1 1-1,0 0 1,1 0-1,1 1 1,0-1-1,0 20 1,2-28-59,0-1 0,0 1 1,1-1-1,0 0 0,0 1 0,0-1 1,1 0-1,-1 1 0,1-1 0,3 6 1,-3-9-115,0 1 1,0-1 0,0 0 0,0 1 0,0-1 0,0 0 0,1 0 0,-1 0 0,1-1-1,-1 1 1,1-1 0,-1 1 0,1-1 0,0 0 0,0 0 0,0 0 0,0 0 0,0-1 0,0 1-1,5-1 1,1 2-686,0-1 0,1-1-1,-1 0 1,1 0-1,-1-1 1,0 0 0,1 0-1,-1-1 1,0-1-1,0 1 1,0-2 0,-1 1-1,1-1 1,8-5-1,29-20-9423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1:42.60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84 296 9706,'0'0'11441,"-10"28"-10521,-54 131 387,55-139-266,8-33 108,2-6-1182,0-7 57,1 1 0,2 0 1,0 0-1,2 0 0,0 0 1,2 1-1,1 0 0,23-45 1,-17 39-166,42-78-498,-49 95-216,1 1 0,1-1 1,10-10-1,-15 20-741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1:43.50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59 0 4537,'0'0'8088,"18"1"-7510,1 0-204,37 0-285,-2 0 6772,-56 1-6701,0 1-1,0-1 1,0 0-1,0 1 1,0-1 0,-1 0-1,1 0 1,-1-1 0,-4 4-1,-5 4 5,-32 25 203,24-20-177,2 1 1,-18 18-1,31-28-163,1 0 0,0 0-1,0 0 1,0 1 0,0-1 0,1 1 0,0 0 0,1 0 0,-1 0 0,1 0 0,-3 14 0,3-8-17,1-8-7,0 0 1,1 0 0,-1 0 0,1 0-1,0-1 1,0 1 0,0 0 0,0 0-1,2 5 1,-2-8-3,1 0-1,0 1 1,0-1 0,0 0-1,1 0 1,-1 0 0,0 0-1,0 0 1,0 0 0,1 0-1,-1-1 1,0 1 0,1 0-1,-1-1 1,1 1 0,-1-1-1,1 1 1,-1-1 0,1 0-1,-1 1 1,1-1 0,0 0-1,-1 0 1,1 0 0,-1 0-1,3-1 1,2 1-10,-1-1 0,0 1-1,1-1 1,-1 0 0,0-1-1,0 1 1,0-1 0,0 0 0,0 0-1,0-1 1,0 1 0,-1-1-1,1 0 1,-1 0 0,0-1 0,4-4-1,5-6-38,0-1 0,-1 0-1,11-20 1,-13 21 42,-5 5 133,9-8 831,-13 17-937,-1 0 0,1 0 1,0 0-1,0 0 0,-1 0 1,1 0-1,0 0 0,0 0 1,-1 0-1,1 1 0,0-1 0,-1 0 1,1 1-1,0-1 0,-1 0 1,1 1-1,0-1 0,-1 1 1,1-1-1,-1 1 0,1-1 1,-1 1-1,1-1 0,-1 1 1,1 0-1,-1-1 0,1 1 0,-1 0 1,0-1-1,0 1 0,1 0 1,-1 1-1,3 3-22,1 0-1,-1 0 1,1 0-1,0-1 1,0 1 0,0-1-1,1 0 1,0 0 0,-1 0-1,1-1 1,1 0-1,-1 0 1,0 0 0,1 0-1,0-1 1,7 2 0,5 0-1163,0-1 0,0-1 1,0-1-1,22-1 1,-25 0-514,36 0-6511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1:44.31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1 748 7434,'0'0'10296,"7"-6"-9727,4-4-380,-1-1 0,0 0 1,-1-1-1,0 0 1,-1 0-1,14-28 1,-10 18-148,35-62 41,-6 9-68,65-91 0,-91 145 8,2 1-1,0 1 0,1 0 0,1 1 0,1 1 0,0 1 0,1 0 0,39-20 0,-59 35-2,0 1 0,-1-1 0,1 1-1,0 0 1,-1-1 0,1 1 0,0 0 0,0 0 0,0-1 0,-1 1 0,1 0 0,0 0 0,0 0-1,-1 0 1,1 0 0,0 0 0,0 0 0,0 1 0,-1-1 0,1 0 0,0 0 0,0 1-1,-1-1 1,1 0 0,0 1 0,-1-1 0,1 0 0,0 1 0,-1-1 0,1 1 0,-1-1-1,1 1 1,0 0 0,-1-1 0,0 1 0,1 0 0,-1-1 0,1 1 0,-1 0 0,0-1-1,1 1 1,-1 0 0,0 0 0,0-1 0,0 1 0,1 0 0,-1 0 0,0-1 0,0 1-1,0 0 1,0 1 0,-1 56 1352,0-38-1096,-5 270 1260,7-290-1536,0 0 0,1 0 0,-1 0 0,0-1 0,0 1 0,1 0 0,-1-1 0,0 1 0,0-1 0,1 1 0,-1-1 0,0 1 0,0-1 0,2-1 0,248-233-1759,-114 100 550,-125 124 1192,7-7 72,-1 0 0,0-1-1,19-26 1,-36 43 693,-1 4-641,-1 0 0,0 0 0,1 0-1,-1 0 1,0 0 0,0-1 0,0 1 0,0 0-1,0-1 1,0 1 0,-2 2 0,-5 8 122,-25 46 740,-58 119 1431,77-144-2075,1 0 0,1 1-1,-10 56 1,13-32-339,3 1 1,1 68-1,6-126-119,-1-1 0,0 1 0,0 0 0,0-1 0,1 1 1,-1 0-1,0-1 0,1 1 0,-1-1 0,1 1 0,-1 0 1,0-1-1,1 1 0,0-1 0,-1 0 0,1 1 0,-1-1 0,1 1 1,-1-1-1,1 0 0,0 1 0,-1-1 0,1 0 0,0 0 0,-1 1 1,1-1-1,0 0 0,-1 0 0,1 0 0,0 0 0,0 0 0,-1 0 1,1 0-1,0 0 0,-1 0 0,1 0 0,0 0 0,-1-1 1,1 1-1,0 0 0,-1 0 0,1-1 0,0 1 0,-1-1 0,1 1 1,0-1-1,17-7-5480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1:44.88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286 16 7402,'0'0'13222,"0"-3"-12216,-2-10 115,-8 18-134,1 3-973,-74 40 1210,-14 8-504,89-50-686,-1 1 0,1-1 0,0 2 0,1-1-1,-1 1 1,2 0 0,-13 18 0,18-25-32,0 1-1,-1 0 1,1 0 0,0 0 0,0 0-1,0 0 1,1 0 0,-1 1-1,0-1 1,1 0 0,-1 0 0,1 0-1,0 1 1,0-1 0,0 0 0,0 0-1,0 1 1,0-1 0,1 0-1,-1 0 1,1 1 0,0-1 0,-1 0-1,1 0 1,0 0 0,0 0-1,0 0 1,3 3 0,-1-2-4,0-1 1,0 0 0,0 0-1,0 0 1,1 0-1,-1 0 1,1-1-1,-1 1 1,1-1-1,-1 0 1,1 0-1,0-1 1,-1 1 0,1-1-1,0 0 1,4 0-1,6 1-102,0-2 1,-1 1-1,1-2 0,-1 0 0,14-4 0,-20 4 15,0-1 0,0 0 0,-1-1 0,1 1 0,-1-2 0,0 1 0,0 0 0,0-1 0,-1 0 1,10-11-1,-9 10 119,0 0 0,0-1 1,-1 1-1,0-1 0,0-1 1,-1 1-1,1-1 0,-2 1 1,1-1-1,-1 0 0,0-1 1,-1 1-1,0 0 0,0-1 1,1-14-1,-3 23-14,0 0 1,0 0-1,0 0 0,0-1 1,0 1-1,0 0 0,0 0 1,0 0-1,0 0 0,-1-1 1,1 1-1,0 0 0,0 0 1,0 0-1,0-1 0,0 1 1,0 0-1,0 0 0,0 0 1,-1 0-1,1 0 0,0 0 1,0-1-1,0 1 0,0 0 1,0 0-1,-1 0 0,1 0 0,0 0 1,0 0-1,0 0 0,-1 0 1,1 0-1,0 0 0,0 0 1,0 0-1,-1 0 0,1 0 1,0 0-1,0 0 0,0 0 1,0 0-1,-1 0 0,1 0 1,0 0-1,0 0 0,0 0 1,-1 0-1,1 0 0,0 0 1,0 0-1,0 0 0,0 0 1,-1 1-1,1-1 0,0 0 1,0 0-1,0 0 0,0 0 1,0 0-1,0 1 0,0-1 1,-1 0-1,1 0 0,-10 14 166,6 5-212,1 0-1,0 0 1,2 0 0,0 1-1,2-1 1,4 35 0,-4-52-80,-1 0 1,0-1-1,1 1 0,0 0 1,-1-1-1,1 1 1,0-1-1,0 1 1,0-1-1,0 1 0,0-1 1,0 0-1,0 1 1,1-1-1,-1 0 0,0 0 1,1 0-1,-1 0 1,1 0-1,-1 0 0,1 0 1,0-1-1,-1 1 1,1-1-1,0 1 0,-1-1 1,1 1-1,2-1 1,55 2-4933,-40-3 2349,19 1-4467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1:45.17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219 1 13035,'0'0'9459,"-15"27"-8524,-46 89-76,49-89-292,1 1 0,-11 47 0,19-62-558,-1 0 1,0 0-1,0-1 0,-1 1 0,-1-1 0,0 0 1,-13 18-1,-1-11-2136,19-18 1838,1-1 0,-1 1 1,1-1-1,-1 1 0,0-1 0,1 0 0,-1 1 1,0-1-1,1 0 0,-1 1 0,0-1 0,1 0 1,-1 0-1,0 0 0,0 0 0,1 0 0,-1 1 0,0-1 1,0-1-1,1 1 0,-1 0 0,0 0 0,1 0 1,-1 0-1,0 0 0,0-1 0,1 1 0,-1 0 0,0-1 1,1 1-1,-1 0 0,1-1 0,-2 0 0,0-12-7066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1:45.46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7906,'0'0'12437,"8"5"-11430,7 6-572,0 1 1,-1 0 0,0 1-1,0 1 1,-2 0-1,0 1 1,11 17 0,-18-25-468,0-1 0,0 1 0,0-1 0,1-1 0,0 1 0,0-1 0,1 0 0,-1-1 0,1 1 0,0-1 0,9 4 0,5-1-4013,0-5-3730,-8-2-2127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1:45.84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 0 6473,'0'0'10759,"-1"1"-10535,0-1 0,0 1 0,0-1 0,0 1 0,0-1 0,0 1 0,1 0 1,-1-1-1,0 1 0,0 0 0,0 0 0,1 0 0,-1 0 0,0 0 0,1-1 1,-1 1-1,1 0 0,-1 0 0,0 3 0,9-2 37,0 1 0,0-1 0,1 0 0,-1-1 1,0 0-1,1 0 0,-1 0 0,1-1 0,-1-1 0,13-1 0,15 0-32,115 2-27,-86 0-8330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1:46.72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135 125 5801,'0'0'10801,"5"-21"-10037,12-65 82,-11 69 3637,-3 28-3133,-1 23-752,-2 2-336,-2 1 0,-1-1-1,-1 0 1,-3 0 0,0 0 0,-16 42 0,-37 122 627,18-49-387,37-137-441,1 0-1,0 1 0,2-1 0,-2 16 1,4-29 85,2-14-976,-1-1-284,-1 14 1104,0 0 1,0 0-1,0 0 0,0 0 0,0 0 1,0 0-1,0 0 0,0 1 0,0-1 1,0 0-1,0 0 0,0 0 0,0 0 1,0 0-1,0 0 0,0 0 0,0 0 1,0 1-1,0-1 0,0 0 0,1 0 1,-1 0-1,0 0 0,0 0 0,0 0 1,0 0-1,0 0 0,0 0 0,0 0 1,0 0-1,1 0 0,-1 0 0,0 0 1,0 0-1,0 0 0,0 0 0,0 0 1,0 0-1,0 0 0,1 0 0,-1 0 1,0 0-1,0 0 0,0 0 0,0 0 1,0 0-1,0 0 0,0 0 0,0 0 1,1 0-1,-1 0 0,0 0 0,0 0 1,0 0-1,0 0 0,0-1 0,0 1 1,0 1-133,1 0 0,-1-1 1,0 1-1,0 0 0,1 0 1,-1-1-1,0 1 0,1-1 1,-1 1-1,1 0 0,-1-1 1,1 1-1,-1-1 0,1 1 1,0-1-1,-1 1 0,1-1 1,-1 1-1,1-1 0,0 0 1,-1 1-1,1-1 0,0 0 1,0 0-1,1 1 0,15-12-5962,-11 6 5023,13-9-4105,0-2-3693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1:47.23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251 0 6161,'0'0'11515,"-18"31"-9339,-58 102-303,65-111-1429,2-1 0,0 2 0,1-1 0,1 1 0,2 0 0,0 0 0,1 1 0,1-1 1,1 48-1,0-6-14,2-10-243,-2 32-45,1-82-156,0 1 0,0-1 0,0 0 0,0 0 0,-1 0 0,0 0 0,0 0 0,0 0 0,-1 0 0,0-1 0,0 1 0,-6 7 0,-6-2-714,14-10 478,0 1 0,0-1 0,1 0 0,-1 0 0,0 0 1,0 0-1,0 0 0,1 0 0,-1 0 0,0 0 0,0 0 1,0 0-1,0 0 0,1 0 0,-1 0 0,0-1 0,0 1 1,1 0-1,-1-1 0,-1 0 0,0-1-368,0 1-1,1-1 1,-1 0-1,0 0 1,1 0-1,0 0 1,-1 0-1,1 0 1,0 0-1,0-1 1,0 1 0,-1-4-1,-4-16-4059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1:47.48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7218,'0'0'13825,"10"2"-12855,214 16 1656,-145-16-5013,-1-4-4807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1:47.95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17 5025,'0'0'13839,"18"11"-12807,59 35-76,-72-44-803,0 1-1,0-1 0,1 0 0,-1 0 0,1 0 1,-1-1-1,1 0 0,-1 0 0,1-1 0,0 1 1,-1-1-1,1 0 0,10-2 0,8 1 278,-18-1-409,0 0 1,0 0-1,-1 0 1,1 0-1,-1-1 1,0 0-1,0 0 1,0 0-1,0-1 1,0 0-1,-1 0 1,1 0-1,-1 0 1,0-1-1,-1 1 1,6-9-1,-9 12 10,1 1 0,-1-1-1,0 1 1,1-1-1,-1 1 1,0-1-1,1 1 1,-1-1 0,0 0-1,0 1 1,0-1-1,0 1 1,0-1-1,0 0 1,0 1 0,0-1-1,0 1 1,0-1-1,0 0 1,0 1-1,0-1 1,0 0 0,0 1-1,-1-1 1,1 1-1,0-1 1,0 1 0,-1-1-1,1 1 1,0-1-1,-1 1 1,1-1-1,-1 1 1,1-1 0,0 1-1,-1-1 1,1 1-1,-1 0 1,1-1-1,-1 1 1,0 0 0,1-1-1,-1 1 1,1 0-1,-1 0 1,1 0-1,-1 0 1,0-1 0,1 1-1,-1 0 1,0 0-1,1 0 1,-1 0-1,1 0 1,-1 0 0,-1 1-1,-44-2-141,38 2 210,7-1-97,-7 0 34,1 0 1,-1 0 0,1 1-1,0 0 1,-10 3 0,16-4-30,-1 1 0,0-1 0,1 1 1,-1 0-1,1 0 0,-1-1 1,1 1-1,-1 0 0,1 0 1,0 1-1,0-1 0,-1 0 0,1 0 1,0 1-1,0-1 0,0 0 1,0 1-1,1-1 0,-1 1 1,0-1-1,0 1 0,1 0 0,-1-1 1,1 1-1,0 0 0,-1-1 1,1 1-1,0 0 0,0 2 1,0 18-64,-1-16 54,1 0-1,0 0 1,0 0 0,0 0 0,1 0 0,0 0 0,0-1 0,4 11 0,-4-13-138,1-1 0,0 0-1,0 1 1,0-1 0,0 0-1,0 0 1,0 0 0,1-1-1,-1 1 1,1-1 0,-1 1-1,1-1 1,0 0 0,-1 0-1,1 0 1,0 0 0,0 0-1,0 0 1,0-1 0,-1 0-1,1 1 1,6-2 0,83 2-8290,-48-4 1173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1:48.42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194 8 10730,'0'0'10717,"-14"-1"-9658,-44-5-116,55 6-837,0 0 0,-1 0 1,1 0-1,-1 1 0,1 0 0,-1 0 0,1 0 0,0 0 1,0 0-1,-1 0 0,1 1 0,0 0 0,0 0 1,1 0-1,-1 0 0,-5 4 0,-27 37 900,34-41-943,-2 3-40,0 0-1,0 0 1,0 0 0,1 0 0,-1 0-1,1 1 1,0-1 0,1 1 0,0-1-1,-1 1 1,2 0 0,-1-1 0,1 1-1,0 0 1,0 0 0,2 9 0,-1-14-23,-1 0 0,1 0-1,0 0 1,0 0 0,0 0 0,0-1 0,1 1 0,-1 0 0,0-1 0,0 1 0,0-1 0,1 1 0,-1-1-1,0 1 1,0-1 0,1 0 0,-1 0 0,0 0 0,1 0 0,1 0 0,35 0-175,-27-1 1,-8 1 131,0 0 0,0-1 0,0 1 0,0-1 0,0 0 0,-1 0 0,1-1 1,0 1-1,0 0 0,0-1 0,-1 0 0,1 1 0,-1-1 0,0 0 0,1 0 0,-1 0 0,0-1 0,0 1 0,0-1 0,-1 1 1,1-1-1,2-4 0,-1 2 265,0-1-1,-1 1 1,0-1 0,0 0 0,0 0 0,0 0 0,-1 0 0,1-9 0,-4 40-128,1 34 204,1-55-376,0-1 0,1 0 0,-1 0 0,1 0 1,-1 1-1,1-1 0,0 0 0,0 0 0,0 0 0,1 0 0,-1 0 0,1 0 0,2 3 0,-1-4-238,-1 0 0,0-1 0,1 1 0,0-1 0,-1 1 0,1-1 0,0 0 0,-1 0 0,1 0 0,0-1 0,0 1 0,0-1 0,0 1 0,-1-1 0,1 0 0,0 0 0,0-1 0,0 1 0,3-1 0,14 0-3772,11 1-3084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1:48.71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251 1 10178,'0'0'13595,"-15"15"-12745,-46 51-90,58-62-679,0 0 0,0 1 1,0-1-1,0 0 0,1 1 0,-1 0 0,1-1 1,1 1-1,-1 0 0,1 0 0,-1 0 1,1 0-1,1 0 0,-1 8 0,-3 15 197,-72 227 136,37-109-1205,39-144 554,0 0 1,-1 0 0,0 0-1,0 0 1,1-1-1,-1 1 1,0 0 0,0-1-1,-1 1 1,1 0 0,0-1-1,0 1 1,-3 1 0,-3-5-3941,4-15 726,3-15-2485,0-5-1469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1:49.01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39 1 8634,'0'0'13333,"18"8"-12180,-11-5-1037,19 8 288,-1 1 0,0 1 0,-1 2 0,23 16 0,-2 14 45,-43-43-442,-1-1 0,0 1 0,1-1 0,-1 1 0,0-1 0,0 1 0,0 0 0,0 0 0,0-1 0,0 1 0,0 0 0,-1 0 0,1 0 0,-1 0 0,1 0 0,-1 0 0,0 0 0,0 0 0,1 0 0,-2 0 0,1 0 0,0 0 0,0 0 0,-1 0 0,1 0 0,-1 0 0,1 0 0,-2 3 0,-3-2 33,1-1 0,0 0-1,-1 0 1,0 0 0,1 0 0,-1-1 0,0 1-1,0-1 1,1-1 0,-1 1 0,0-1-1,-6 0 1,-3 2 14,-23 2-54,-72-1 1,69-4-730,39-6-4234,1-2-1302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1:51.52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361 2 7009,'0'0'9491,"-6"0"-8603,-5-1-512,1 0 0,-1 1 0,1 1 1,-1 0-1,0 0 0,1 1 0,-20 6 1,-9 8 204,-46 26 1,72-34-479,0 0 1,1 1 0,0 0-1,1 0 1,-1 2 0,2-1-1,-12 15 1,19-19-92,0-1 1,0 1-1,1 0 1,0 0-1,0 0 0,0 0 1,1 1-1,-1-1 0,2 0 1,-1 1-1,1-1 1,0 1-1,1 9 0,-1-1-9,0-12 1,1 0-1,-1-1 1,1 1-1,-1 0 1,1-1-1,0 1 0,0-1 1,1 1-1,-1-1 1,0 0-1,1 0 1,-1 1-1,1-1 1,0 0-1,0 0 1,-1 0-1,1 0 1,1-1-1,-1 1 1,0-1-1,0 1 1,1-1-1,-1 0 0,0 0 1,1 0-1,0 0 1,-1 0-1,1 0 1,-1-1-1,5 1 1,11 2 40,-1 0 1,1-2-1,25 0 1,-36-1-36,1-1-1,0 0 1,-1 0 0,1-1-1,-1 0 1,1 0-1,-1-1 1,0 0 0,0-1-1,0 1 1,0-1-1,-1 0 1,1-1 0,-1 0-1,0 0 1,-1 0-1,1 0 1,-1-1 0,0 0-1,8-13 1,-8 12 2,0-1 0,-1 1 0,0-1 1,0 1-1,-1-1 0,0 0 0,-1-1 1,0 1-1,0 0 0,0-1 0,-1 1 1,0-1-1,-1 1 0,0-1 0,0 1 1,-1-1-1,0 1 0,-4-12 0,4 17-7,-1 1 0,0-1 0,1 1-1,-1 0 1,0-1 0,-1 1-1,1 0 1,0 0 0,-1 1 0,1-1-1,-1 0 1,1 1 0,-1 0 0,0-1-1,0 1 1,1 0 0,-1 1 0,0-1-1,0 0 1,0 1 0,0-1 0,-5 1-1,-2-1-5,-1 1-1,1-1 1,0 2-1,0 0 1,-17 3-1,24-3-83,1 0 1,-1 0 0,0 0-1,0 1 1,0 0-1,1-1 1,-1 1-1,1 0 1,-1 0-1,1 0 1,0 1-1,0-1 1,0 0-1,0 1 1,0 0-1,0-1 1,1 1-1,-3 5 1,3-5-526,0 0 1,0 0-1,0 0 1,1 0-1,-1 0 1,1 0-1,0 0 1,0 0-1,0 0 1,0 0-1,0 0 1,1 4-1,5 4-5455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1:52.03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96 5857,'0'0'12491,"8"15"-11311,-1-5-999,-1-1 28,0 0 0,0 0 0,-1 1 0,0 0 0,-1 1 0,0-1 0,0 0 0,-1 1 1,-1 0-1,2 12 0,-4 22 1477,0-41 294,0-29-1483,1 17-492,1-1 0,0 1 0,0-1-1,1 1 1,0 0 0,1 0 0,0 0-1,0 0 1,0 1 0,1-1 0,0 1 0,1 0-1,0 1 1,7-7 0,12-13 4,1 2-1,32-22 1,0 9-19,-55 35 9,0 1 0,0-1 0,0 1 0,0 0 1,0-1-1,0 2 0,1-1 0,-1 0 1,0 0-1,0 1 0,1 0 0,-1 0 1,0 0-1,1 0 0,-1 0 0,1 1 0,4 1 1,-7-1-75,-1 1 1,0-1 0,1 1 0,-1-1 0,0 1-1,0-1 1,0 1 0,0-1 0,0 1 0,0 0-1,0-1 1,0 1 0,-1-1 0,1 1 0,-1-1-1,1 1 1,-1-1 0,1 0 0,-1 1 0,0-1-1,-1 2 1,-34 9-3294,8-5-1894,-4-3-4032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1:53.38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220 6 5633,'0'0'10801,"0"0"-10726,0 0 1,0-1-1,0 1 0,0 0 0,0 0 1,0 0-1,0-1 0,0 1 0,0 0 1,0 0-1,0 0 0,-1-1 0,1 1 1,0 0-1,0 0 0,0 0 0,0 0 1,0-1-1,0 1 0,0 0 0,-1 0 1,1 0-1,0 0 0,0-1 0,0 1 1,0 0-1,-1 0 0,1 0 0,0 0 1,0 0-1,0 0 0,-1 0 0,1 0 1,0 0-1,0 0 0,0 0 0,-1 0 1,1 0-1,0 0 0,0 0 0,0 0 1,-1 0-1,1 0 0,0 0 0,0 0 1,0 0-1,-1 0 0,1 0 0,0 0 1,0 0-1,0 0 0,-1 0 0,1 0 1,0 1-1,0-1 0,0 0 0,0 0 1,-1 0-1,-25 20 78,0 1 1,2 0-1,-43 50 0,59-60-147,0 0 0,1 0 0,0 1 0,1 0 0,0 1 0,1-1 0,1 1 0,0 0 0,0 0-1,1 1 1,1-1 0,0 0 0,1 1 0,1 0 0,1 14 0,-1-26-6,0 0 1,0 0 0,1 0-1,-1 0 1,1 0-1,0 0 1,-1 0-1,1-1 1,0 1-1,0 0 1,0 0-1,0-1 1,0 1-1,1 0 1,-1-1-1,1 0 1,-1 1-1,1-1 1,-1 0-1,1 1 1,-1-1-1,1 0 1,0 0-1,0 0 1,0-1 0,0 1-1,-1 0 1,1-1-1,4 1 1,-2 0 2,1 0 1,-1 0 0,1-1 0,-1 0 0,1 0 0,-1 0-1,1 0 1,-1-1 0,1 1 0,-1-1 0,0 0 0,1-1-1,5-2 1,2-5 17,0 0 0,0-2 0,-1 0 0,0 0-1,-1 0 1,0-2 0,-1 1 0,-1-1 0,12-22-1,-7 11 480,-1-1 1,-2 1-1,14-48 0,-24 79-466,0-1 0,0 0 1,1 0-1,0 0 0,0 0 0,1 0 1,0 0-1,0 0 0,0 0 1,1 0-1,-1-1 0,1 1 0,1-1 1,-1 0-1,1 0 0,0 0 0,0 0 1,0-1-1,8 7 0,44 23-1704,7-7-4399,-31-14-735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1:54.30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6 835 3273,'0'0'11203,"-6"17"-8244,9-12 1407,6-5-4206,1-1 1,-1 0 0,1-1-1,-1 0 1,0-1-1,0 1 1,0-2 0,0 1-1,0-1 1,0-1-1,-1 0 1,0 0 0,0 0-1,-1-1 1,13-12 0,270-236-38,-7 5-109,-238 206-12,-35 33 1,0 1-1,0-1 0,1 1 1,0 1-1,0 0 0,23-11 1,-34 19 3,0 0 1,1 0 0,-1 0 0,0 0 0,0 0 0,1 0 0,-1 0 0,0 0 0,1 0 0,-1 0 0,0 0 0,0 0-1,1 0 1,-1 0 0,0 0 0,0 0 0,1 0 0,-1 0 0,0 0 0,0 0 0,1 1 0,-1-1 0,0 0-1,0 0 1,1 0 0,-1 0 0,0 1 0,0-1 0,0 0 0,0 0 0,1 1 0,-1-1 0,0 0 0,0 0-1,0 1 1,0-1 0,0 0 0,0 0 0,0 1 0,0-1 0,1 0 0,-1 0 0,0 1 0,0-1 0,0 0 0,0 1-1,0 16 133,-1-11-44,-1 16 54,-1-1 0,-1 1 0,-1 0-1,0-1 1,-2 0 0,-13 28 0,-10 33-25,16-42-100,9-28-13,0 1 0,1 0 0,1 1 1,0-1-1,-2 20 0,8-19-80,2-16 9,-2 1 26,24-12-226,-1 0-1,0-2 1,-1-1 0,0-1 0,28-26 0,-27 22 6,167-134-1374,110-84 65,-267 208 1531,-27 23 342,1-1 0,0 1-1,0 1 1,15-9 0,-30 39 1018,-5-2-1022,-2-1 1,-17 25-1,-13 18 372,22-28-628,2 0 0,1 2 1,1 0-1,3 1 0,0 1 1,3 0-1,1 0 0,2 1 1,2 0-1,0 63 0,12-105-11820,5-14 2733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1:54.55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46 1 800,'0'0'23981,"-26"180"-22660,26-145-673,0-6-360,0-7-192,0-9-88,0-10-8,-6-3-2793,-1-54-1040,1-1-880,6 1-1256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1:54.70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9282,'0'0'12123,"13"60"-12123,-7-21-825,-6-7-1903,0-6-3025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1:55.21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10138,'0'0'9552,"22"0"-8888,72 1-150,-90-2-472,-1 1-1,0 0 0,0 0 0,1 1 0,-1-1 0,0 0 0,0 1 0,0 0 0,0 0 0,0 0 0,0 0 0,0 0 0,0 1 0,0 0 0,0-1 0,0 1 0,-1 0 0,1 0 0,-1 0 0,0 1 0,1-1 0,-1 0 1,0 1-1,0 0 0,-1-1 0,1 1 0,0 0 0,0 3 0,1 3 100,-1 0-1,-1 1 1,0-1 0,0 1 0,-1-1 0,0 1 0,-2 11 0,1 8 161,-1-5-116,2-10-46,16-24-156,13-17-42,1 0-1,2 3 0,0 0 1,2 2-1,57-28 0,-89 49 63,-1 1-1,1-1 1,0 0-1,0 0 1,0 1-1,0 0 1,0-1-1,0 1 0,0 0 1,0 0-1,0 0 1,4 0-1,-5 1 29,0-1 0,0 0 1,0 1-1,0-1 0,-1 1 0,1-1 0,0 1 0,0-1 0,-1 1 0,1-1 0,0 1 0,-1 0 0,1-1 0,0 1 0,-1 0 0,1 0 0,-1 0 0,0-1 0,1 1 1,0 1-1,0 4 173,0 0 1,0 1 0,0-1 0,-1 0 0,0 0 0,-1 12 0,0 3-223,-12 24-1726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1:55.51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4 6529,'0'0'11946,"13"1"-10801,192 11 865,-183-12-2673,-9 0-373,0 0 0,0-1 0,-1 0 0,19-4 0,6-4-4853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1:55.92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232 1 10386,'0'0'10524,"-12"28"-9376,-85 223 1289,20-13-1644,52-188-1455,6-14-3428,18-33 1450,5-5-1956,3-6 2914,-4 6 544,15-21-3445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1:56.18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270 1 9154,'0'0'10342,"-8"27"-8359,0 4-1521,-48 151 1365,34-111-1101,2 1 1,4 0 0,-10 106 0,15-95-760,9-71-158,0-1 0,-1 0 0,0 1 0,0-1 0,-7 11 0,10-20-28,-1 0 1,0 0-1,-1-1 1,1 1-1,0 0 1,0-1-1,-1 1 1,1 0-1,-1-1 0,0 0 1,1 1-1,-1-1 1,0 0-1,-3 2 1,3-3-67,1 1 0,-1-1 0,0 0 0,1 0 0,-1 0 0,1 0 0,-1 0 0,0-1 0,1 1 0,-1 0 0,1-1 0,-1 1 0,1-1 0,-1 1 0,1-1 0,0 0 0,-1 0 0,1 0 0,0 1 0,0-1 0,-1 0 0,1-1 0,-1 0 0,-18-23-6899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1:56.40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11090,'0'0'11427,"186"16"-10763,-128-16-328,-1 0-224,1 3-48,-7-3-64,1 0-768,-1 0-1401,-12 0-1791,-7 0-2754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1:56.80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1 101 1176,'0'0'15869,"28"1"-15036,11 2-520,91 2 1076,-126-5-1271,-1 0-1,1-1 1,-1 1 0,0-1-1,1 0 1,-1 0 0,0 0-1,0-1 1,0 1 0,0-1-1,0 0 1,0 1 0,0-1-1,-1-1 1,1 1-1,4-4 1,-6 4-55,0 0 1,1 1-1,-1-1 1,0 0-1,0 0 0,0 0 1,0 0-1,0 0 0,0 0 1,0 0-1,-1 0 1,1 0-1,-1 0 0,0-1 1,0 1-1,1 0 0,-1 0 1,-1 0-1,1 0 0,0-1 1,0 1-1,-1 0 1,1 0-1,-1 0 0,0 0 1,0 0-1,-1-4 0,-1 4-53,0-1 0,0 1 0,1 0 0,-1 0 0,0 0 0,-1 1 0,1-1 0,0 1 0,0 0 0,-1 0 0,1 0 0,-1 0 0,1 0 0,-1 1 0,1-1 0,-1 1 0,1 0 0,-1 0 0,-3 1 0,0-1-8,1 0 0,-1 1 0,1-1 0,-1 1-1,1 1 1,0-1 0,-1 1 0,1 0 0,-11 6 0,14-6-2,0 1 1,0-1-1,1 1 0,-1 0 0,1 0 1,-1 0-1,1 0 0,0 0 0,0 1 1,0-1-1,1 1 0,-1-1 1,1 1-1,0 0 0,0-1 0,0 1 1,0 0-1,1 0 0,0 0 0,0-1 1,0 1-1,0 0 0,0 0 0,1 0 1,-1 0-1,1-1 0,0 1 0,0 0 1,1-1-1,-1 1 0,1-1 1,0 1-1,0-1 0,0 0 0,0 1 1,0-1-1,1 0 0,-1-1 0,6 5 1,0-2-650,0 0 1,1-1 0,-1 0-1,1 0 1,0-1 0,0 0-1,0-1 1,0 0-1,1 0 1,-1-1 0,0 0-1,17-1 1,-23 0 368,30 1-5105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1:57.28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239 1 6121,'0'0'13910,"-16"5"-12977,-3 1-432,0 0 0,0 2-1,0 1 1,1 0-1,-26 18 1,38-23-440,-1 1 1,1 0 0,0 0-1,0 0 1,1 1 0,0-1-1,0 1 1,0 1-1,1-1 1,0 1 0,0-1-1,0 1 1,1 1 0,0-1-1,0 0 1,1 1-1,0-1 1,1 1 0,-1 0-1,1-1 1,1 1 0,0 0-1,1 15 1,-1-22-64,0-1 0,0 1 0,0 0 0,0-1 0,0 1-1,1-1 1,-1 1 0,0-1 0,0 1 0,1-1 0,-1 1 0,0-1 0,1 1 0,-1-1 0,0 1 0,1-1 0,-1 1 0,1-1 0,-1 1 0,1-1 0,-1 0 0,1 1 0,-1-1 0,1 0 0,-1 0 0,1 1 0,-1-1-1,1 0 1,0 0 0,26 2-312,-22-2 231,1-1 0,-1 0 0,0 0 0,0 0 0,0-1 0,0 0 0,0 0 0,6-3 0,-8 3 31,35-30-412,-36 31 500,0-1 0,0 0 0,0 0 0,0 0 1,-1 0-1,1 0 0,-1 0 0,1-1 0,-1 1 1,0 0-1,0-1 0,0 1 0,0-1 0,1-3 1,-1 6 35,0 0 1,0 0-1,0 0 1,0 0-1,0 0 1,0 1-1,-1-1 1,1 0-1,0 0 1,0 1-1,0-1 1,0 0-1,0 1 1,0-1-1,0 1 1,-1 0-1,1-1 1,0 1-1,0 0 1,0 0 0,13 26-210,10 16-214,-5-30-3048,6-8-4192,-11-5-3276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1:57.67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96 0 8106,'0'0'10011,"0"5"-8621,0 208 6847,0 113-7674,0-318-633,-1-1 0,1 1-1,-2-1 1,1 1 0,-1-1-1,0 0 1,0 1 0,-1-1-1,0-1 1,0 1 0,-1 0-1,-7 11 1,7-13-558,-1 0 0,0 0 0,0 0 0,0 0 0,0-1 0,-1 0 0,1 0 0,-11 5 0,11-8-1688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1:58.08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39 145 9314,'0'0'10409,"15"-24"-9886,50-73 2,-64 95-470,1 0 0,-1 1-1,1-1 1,0 0 0,-1 0 0,1 1 0,0-1-1,0 1 1,0-1 0,1 1 0,-1 0 0,0 0-1,0 0 1,1 0 0,2-1 0,-3 2-13,-1 0 0,1 0 0,0 0 0,-1 0 0,1 1 0,-1-1 0,1 0 0,0 1 0,-1-1 0,1 1 0,-1-1 0,0 1 0,1 0 0,-1 0 0,1 0 0,-1-1 0,2 3 0,2 2 76,-1 0-1,1 1 1,-1-1 0,0 1-1,0 0 1,5 13 0,-7-15-105,3 5 50,-1 1-1,-1 0 1,1 0 0,-2 0-1,1 0 1,-1 1 0,-1-1-1,1 18 1,-2-28-49,-1 1 1,1 0-1,0 0 0,-1-1 1,1 1-1,-1 0 0,1-1 1,0 1-1,-1 0 0,0-1 1,1 1-1,-1-1 0,1 1 1,-1-1-1,0 1 0,1-1 0,-1 1 1,0-1-1,1 0 0,-1 1 1,0-1-1,0 0 0,1 0 1,-1 0-1,0 1 0,0-1 1,0 0-1,1 0 0,-1 0 1,-1 0-1,-33 0 295,26-1-208,-28 0-376,-40 2 1029,71 0-2055,-1 0 0,1 1 0,0-1 0,-1 1 0,-9 5 0,-2 2-4893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0:41.53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1 190 2761,'0'0'11675,"10"-1"-10710,-7 0-851,0 0 0,0 1 0,0-1 1,0 1-1,0 0 0,0 0 0,0 0 1,1 1-1,-1-1 0,0 1 0,0 0 1,0 0-1,0 0 0,0 0 0,0 0 1,-1 0-1,1 1 0,0-1 0,-1 1 1,1 0-1,-1 0 0,1 0 0,-1 0 1,0 1-1,0-1 0,4 5 0,6 9 720,-1-1 0,17 34 0,-30-72-202,1 0-1,3-43 1,0 6-574,-2 54-117,0 1 0,1-1 0,0 1 0,0 0 0,0-1 0,0 1 0,1 0 0,0 0 0,0 0 0,0 0 0,1 0 0,0 1 0,0-1 0,0 1 0,0-1 0,1 1-1,-1 0 1,1 0 0,0 1 0,0-1 0,1 1 0,-1 0 0,1 0 0,0 0 0,-1 1 0,1 0 0,0 0 0,1 0 0,-1 0 0,0 1 0,0 0 0,1 0 0,-1 0 0,0 1 0,1 0 0,5 0 0,-9 1-319,1-1-1,-1 1 0,0 0 1,1 0-1,-1 0 0,0 0 1,0 0-1,0 0 0,0 1 0,0-1 1,0 1-1,0-1 0,0 1 1,-1 0-1,1 0 0,0 0 1,-1 0-1,0 0 0,1 0 1,-1 0-1,0 0 0,0 1 0,0-1 1,-1 0-1,2 3 0,5 18-6858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0:41.53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86 78 1344,'0'0'14594,"-11"5"-14218,6-3-344,1-1-11,1 0-1,-1 0 1,0 0-1,1 1 1,0 0 0,-1-1-1,1 1 1,0 1-1,0-1 1,0 0 0,0 1-1,0-1 1,1 1-1,-1 0 1,1 0 0,-1 0-1,1 0 1,0 0-1,1 1 1,-1-1 0,0 1-1,1-1 1,0 1-1,-2 5 1,2-1 8,0 1-1,1-1 1,-1 1-1,2-1 1,-1 1-1,1-1 1,3 12 0,-3-17-26,0 0 1,0 0 0,1 0 0,-1 0-1,1-1 1,0 1 0,0 0-1,0-1 1,0 1 0,0-1 0,1 0-1,-1 1 1,1-1 0,-1 0 0,1-1-1,0 1 1,0 0 0,0-1-1,0 0 1,0 1 0,5 0 0,-2 0 3,-1 0 0,1-1 0,-1 0 0,1 0 0,0 0 0,-1-1 0,1 0 0,0 0 0,0 0 0,-1-1 0,1 0 0,0 0 1,-1 0-1,9-4 0,-11 4 3,-1-1 1,1 1-1,0-1 1,0 0-1,-1-1 1,1 1-1,-1 0 1,0-1 0,0 1-1,0-1 1,0 1-1,0-1 1,0 0-1,-1 0 1,1 0-1,-1 0 1,0 0-1,0 0 1,0-1-1,0 1 1,-1 0 0,1 0-1,-1-1 1,0 1-1,0-6 1,1-27 60,0 21 116,0-1-1,-1 1 1,-1-1-1,-1 1 1,-4-20-1,6 32-155,-1 0 0,0 0 0,-1 0 0,1 0-1,0 0 1,-1 0 0,0 1 0,1-1 0,-1 0 0,0 1 0,0 0 0,-1-1-1,1 1 1,0 0 0,-1 0 0,0 0 0,1 0 0,-1 1 0,0-1-1,0 1 1,0-1 0,0 1 0,0 0 0,0 0 0,0 1 0,0-1-1,0 1 1,0-1 0,-1 1 0,-5 0 0,6 0-45,0 0 1,-1 0-1,1 0 0,-1 1 0,1-1 1,0 1-1,-1-1 0,1 1 1,-5 2-1,6-2-63,1 1-1,-1-1 1,1 1-1,-1-1 1,1 1-1,0 0 1,0-1-1,-1 1 1,1 0-1,0 0 1,1 0 0,-1 0-1,0 0 1,0 0-1,1 0 1,-1 0-1,1 4 1,-7 63-5196,7-42-372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0:41.53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150 73 1224,'0'0'16370,"-16"-3"-15829,-51-5 11,64 9-514,1-1 1,-1 1 0,1-1 0,-1 1 0,1 0 0,0 0 0,0 0-1,-1 0 1,1 0 0,0 1 0,0-1 0,0 0 0,0 1-1,0 0 1,1-1 0,-1 1 0,0 0 0,1 0 0,-1 0-1,1 0 1,0 0 0,0 1 0,-2 2 0,0 2 21,0 0 1,1 1 0,-1-1 0,2 0-1,-3 11 1,3-11-35,0 0-1,1 1 1,-1-1 0,1 0 0,0 0-1,1 1 1,2 8 0,-3-14-22,1 0 0,0 0 0,0-1 0,0 1-1,0 0 1,0-1 0,0 1 0,1-1 0,-1 1 0,1-1 0,-1 0 0,1 1 0,-1-1 0,1 0 0,-1 0 0,1 0 0,0 0 0,0-1 0,0 1 0,-1 0 0,1-1-1,0 1 1,0-1 0,0 0 0,0 1 0,0-1 0,0 0 0,0 0 0,4-1 0,-1 1 4,0 0-1,0-1 1,1 0 0,-1 0 0,0 0-1,0-1 1,0 0 0,0 0-1,0 0 1,-1 0 0,1-1 0,-1 0-1,1 0 1,-1 0 0,0 0-1,0-1 1,0 1 0,-1-1 0,1 0-1,-1 0 1,0-1 0,0 1-1,-1-1 1,1 1 0,-1-1 0,0 0-1,2-6 1,0 2 63,-1 1-1,-1-1 1,0 0 0,0 0-1,0-1 1,-1 1 0,-1 0-1,0-17 1,0 23-61,-1 1 1,1-1-1,0 0 0,-1 0 1,0 1-1,1-1 0,-1 1 1,0-1-1,-1 1 0,1-1 1,0 1-1,-1 0 1,1-1-1,-1 1 0,0 0 1,1 0-1,-1 0 0,0 0 1,0 0-1,-1 1 0,1-1 1,0 1-1,0-1 0,-1 1 1,1 0-1,-1 0 0,1 0 1,-1 0-1,0 0 1,1 1-1,-1-1 0,-3 1 1,5-1-97,-1 1 0,0-1 0,0 1 0,1 0 0,-1 0 1,0 0-1,0 0 0,0 0 0,1 0 0,-1 1 0,0-1 0,0 0 1,1 1-1,-1 0 0,0-1 0,1 1 0,-1 0 0,1 0 0,-1 0 1,1 0-1,-1 0 0,1 0 0,0 0 0,-1 0 0,1 1 1,-2 2-1,1 0-519,1 1 1,0-1 0,0 1 0,0-1-1,0 1 1,1 0 0,0-1 0,0 9-1,0 8-4153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0:41.53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33 1 1304,'0'0'19626,"-2"9"-18894,-11 69 351,4 0 0,1 130 0,8-202-1075,0-1 1,0 1-1,1 0 1,0-1 0,0 1-1,0 0 1,1-1-1,3 9 1,-4-12-19,0 0 0,0 0 0,0-1 0,1 1 0,-1 0 0,0-1 0,1 1 0,0-1 0,-1 0 0,1 1 0,0-1 0,0 0 0,-1 0 0,1 0 0,0 0 0,0 0 0,0-1 0,0 1 0,0-1 0,0 1 1,0-1-1,1 0 0,-1 1 0,4-2 0,16 2-808,-13 0 363,1-1-1,-1 0 1,1-1-1,17-3 0,-2-10-3538,-23 13 3327,-1-1-1,1 0 1,-1 0-1,1 0 1,-1 0-1,0 0 1,0 0-1,0 0 1,0-1-1,0 1 1,0-4-1,0-10-8163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0:41.53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17 2969,'0'0'19012,"103"-16"-18556,-65 16-240,-5 0-144,5 0-72,-6 0-208,26 16-1265,-20 0-3392,7-6-3432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0:41.53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3 122 2697,'0'0'3532,"0"9"-1383,-1 6-2868,-1-2 5074,6-40 3197,-2 22-7407,0 0 0,0 0 0,1 0 0,-1 1 0,1-1 0,0 1 0,1-1 1,-1 1-1,1 0 0,-1 0 0,1 1 0,0-1 0,7-3 0,5-5 21,0 1 0,24-11 0,-33 19-163,1-1-1,0 1 0,-1 0 0,1 1 1,0 0-1,0 0 0,0 0 1,0 1-1,10 0 0,-17 2-2,0-1 0,0 0 1,0 1-1,0-1 0,-1 0 0,1 1 0,0-1 0,0 1 0,0-1 1,0 1-1,-1 0 0,1-1 0,0 1 0,-1 0 0,1 0 1,0-1-1,-1 1 0,1 0 0,-1 0 0,1 0 0,-1 0 0,1 0 1,-1 0-1,0 0 0,1 1 0,6 32 69,-5-25-19,3 32 60,-1 0 0,-2 0 0,-5 62 0,1-12 35,1-13 93,-3 0 0,-3-1-1,-25 106 1,31-181 140,1-5-144,3-15-66,-2 12-165,1 0-1,-1-1 1,1 1-1,1 0 0,4-10 1,0 0-383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0:41.53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1280,'0'0'16853,"8"0"-15874,6 0-648,0 1-1,-1 0 1,1 1 0,0 1-1,-1 0 1,0 0 0,1 2-1,-1-1 1,-1 2 0,1 0-1,-1 0 1,0 1 0,-1 1-1,1 0 1,-2 0 0,14 14-1,27 41-311,-50-61-15,-1 0 0,0-2 51,0-5-990,-2-7-2491,-10 10-3929,1 2-519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0:41.54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336 0 1280,'0'0'13589,"-9"15"-12717,-196 230 3659,167-206-3943,-44 34-1,81-71-868,6-2 523,21-8 550,10-2-1951,-6 4-5348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0:41.54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578 239 1528,'0'0'14535,"2"-16"-13305,3-46-379,-5 61-822,0 0-1,-1 0 1,1 0 0,0 0-1,-1 0 1,1 0 0,0 0-1,-1 0 1,0 1 0,1-1-1,-1 0 1,1 0 0,-1 0-1,0 1 1,1-1 0,-1 0-1,0 1 1,0-1 0,0 1-1,1-1 1,-1 1 0,0-1-1,0 1 1,0-1 0,0 1-1,0 0 1,0 0 0,0-1-1,0 1 1,0 0 0,-1 0-1,-37 1 532,28 0-314,-8-1 11,-1 1-1,1 1 1,-1 1 0,1 1 0,0 1 0,0 0-1,1 2 1,0 0 0,0 1 0,-30 17 0,21-10-112,1 1 0,1 1 0,0 1 1,1 1-1,-40 42 0,55-50-104,0 0 0,1 1-1,0 0 1,1 0 0,0 1-1,1-1 1,0 2 0,1-1-1,0 1 1,1-1 0,1 1-1,1 1 1,-1-1 0,1 27-1,2-10 3,2-1 1,0 1-1,3-1 0,0 1 1,2-1-1,1-1 0,14 34 1,-18-53-29,0 1 1,1-1 0,1 0 0,0 0 0,0-1 0,1 0-1,0 0 1,0 0 0,1-1 0,0 0 0,1-1 0,0 0 0,0 0-1,0-1 1,1 0 0,0 0 0,0-1 0,0-1 0,1 0-1,0 0 1,0-1 0,20 4 0,-12-5 24,1 0 1,-1-2-1,1 0 0,-1-1 0,1 0 1,-1-2-1,1 0 0,-1-2 1,-1 0-1,1-1 0,-1-1 1,1 0-1,27-17 0,-4-1-5,-1-1-1,-1-2 0,-2-2 1,0-1-1,-3-2 1,0-2-1,-2-1 0,-2-1 1,43-69-1,-66 91 3,-1 1 0,0-1 0,-1-1 0,-1 1 0,-1-1 0,0 0 0,-1 0 0,0 0 0,-2 0 0,0-1 0,0 1 0,-2 0 0,-4-30 0,3 39-28,0 1 1,0-1 0,-1 1-1,0 0 1,0 0 0,-1 0-1,0 0 1,0 0 0,0 1 0,-1 0-1,0 0 1,-9-8 0,-10-6-4,-41-26 1,39 29-2,-24-19 11,26 17 15,0 1 0,-1 1 0,-1 1 1,0 1-1,-1 2 0,-53-18 0,65 28-3,1 0 0,-1 2-1,-20 0 1,12 0 88,21 0-11,2 6-169,-1-1-1,1 1 1,0-1-1,1 0 0,0 1 1,-1-1-1,2 0 0,-1 1 1,0-1-1,1 0 0,0 0 1,1 0-1,-1 0 0,1-1 1,0 1-1,3 4 1,18 31-5790,-16-18 365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0:41.54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923 62 2993,'0'0'6922,"6"-4"-5532,-5 4-1369,27-20 1639,-26 18-1436,0 1 0,0-1-1,0 1 1,-1-1-1,1 0 1,-1 0 0,1 0-1,-1 1 1,0-2-1,0 1 1,0 0 0,0 0-1,0 0 1,0 0-1,0-1 1,0-3 6421,-41 32-5277,7 9-1273,1 2 0,2 1-1,2 1 1,-29 53-1,2-6 17,-313 437 792,260-373-768,34-43-8,-64 125-1,127-213-245,5-6 695,22-27-247,-13 10-404,18-14-508,-6 8-3077,-14 17-4182,-1 5-2043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0:41.54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662 216 3137,'0'0'13559,"-6"-9"-12371,4 6-1094,0 0-1,0 0 1,0 1 0,0-1-1,-1 0 1,1 1 0,-1-1-1,0 1 1,0 0 0,0 0 0,0 0-1,0 0 1,0 1 0,0-1-1,-1 1 1,1 0 0,0 0 0,-1 0-1,1 0 1,-1 1 0,0-1-1,1 1 1,-1 0 0,1 0 0,-1 0-1,1 1 1,-1-1 0,1 1-1,-6 1 1,-30 13 519,0 1 0,2 3 1,0 0-1,-66 48 0,76-48-433,1 1 0,1 1 0,0 1-1,2 1 1,0 1 0,2 1 0,-19 28 0,27-33-155,2 1 1,-1 0-1,2 1 1,1 0-1,1 1 1,1 0-1,1 0 1,0 0-1,2 1 1,-1 31-1,3-18-4,1 0 1,2 0-1,7 38 1,-5-59-13,0 1 0,2-1 0,0 0 0,1 0 0,1 0 1,0-1-1,1 0 0,19 27 0,-19-30 28,2 0 0,-1-1 0,2 0 0,-1-1 0,1 0 0,1-1 0,0 0 0,0-1 0,1 0 0,0-1 0,20 8 0,-10-7 57,0-2-1,0-1 1,1-1 0,0 0 0,-1-2 0,35-1-1,-27 0 14,0-1 0,0-1 0,0-2 0,0-1 0,-1-1 1,0-2-1,37-13 0,-42 9-94,0-1 0,-1-1 0,0-1 0,-1-1 1,0-1-1,-1-2 0,-1 0 0,-1-1 1,-1 0-1,0-2 0,-2 0 0,0-1 1,-2-1-1,0-1 0,-2 0 0,0-1 0,-2 0 1,0-1-1,-2 0 0,-1 0 0,-1-1 1,-2 0-1,0 0 0,0-34 0,-2-269 46,-4 178-47,0 146-9,1-1 1,-1 0-1,0 0 1,0 1-1,-1-1 1,0 1-1,0-1 1,-1 1-1,1 0 1,-1 0-1,-1 0 1,1 0-1,-1 0 1,0 1-1,0-1 1,-1 1-1,-10-9 1,-3 0-1,0 1 1,-1 0-1,-1 2 1,-23-11-1,28 17-9,0 0-1,-1 1 1,0 1 0,0 0 0,0 1-1,0 1 1,0 0 0,0 2 0,-27 3-1,35-3 11,0 1 0,0 0 0,0 0 0,0 1 0,1 0 0,-15 8 0,-13 6 7,24-13-13,2-1-1,0 0-1,0 1 1,0 0-1,1 0 1,-1 1-1,1 0 0,0 1 1,0-1-1,-10 12 1,17-16-135,0 1 0,1-1 0,0 0 0,-1 0 0,1 1 1,0-1-1,-1 0 0,1 1 0,0-1 0,0 0 0,0 1 1,0-1-1,0 0 0,1 1 0,-1-1 0,0 0 0,1 1 0,-1-1 1,1 0-1,-1 0 0,1 1 0,-1-1 0,1 0 0,0 0 1,0 0-1,0 0 0,-1 0 0,1 0 0,0 0 0,0 0 0,0 0 1,0-1-1,1 1 0,1 1 0,13 16-5734,-9 0-2590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0:41.54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51 3001,'0'0'8119,"0"-16"-740,0-16-5947,0 32-1347,0 0-1,0 0 1,0 0-1,1 0 1,-1 1-1,0-1 1,0 0 0,0 0-1,0 0 1,0 0-1,0 1 1,0-1-1,1 0 1,-1 0 0,0 0-1,0 0 1,0 0-1,0 0 1,1 0-1,-1 0 1,0 0 0,0 1-1,0-1 1,0 0-1,1 0 1,-1 0 0,0 0-1,0 0 1,0 0-1,1 0 1,-1 0-1,0 0 1,0 0 0,0 0-1,1 0 1,-1 0-1,0-1 1,0 1-1,0 0 1,0 0 0,1 0-1,-1 0 1,0 0-1,0 0 1,0 0-1,0 0 1,0-1 0,1 1-1,-1 0 1,0 0-1,0 0 1,0 0 0,0 0-1,0-1 1,0 1-1,0 0 1,0 0-1,1 0 1,-1-1 0,0 1-1,0 0 1,0 0-1,0 0 1,0 0-1,0-1 1,0 1 0,0 0-1,0 0 1,0-1-1,19 23 1224,16 29-1253,76 146 910,-41-68-873,-63-118-65,1 0 1,0-1-1,1 0 0,0-1 0,1 0 0,0 0 0,16 10 0,27 26 12,-41-30-20,-1 0 0,0 0-1,-2 2 1,0-1-1,0 1 1,-2 0 0,11 34-1,5 10-8,4 5-13,-16-35 106,1-1 0,2-1 0,21 33 1,5-7-33,-25-35 2,1 1 0,-2 1 1,15 31-1,-19-35 112,0-1 1,1 0-1,25 27 1,7 13 60,-41-55-221,11 17 112,-13-19-127,0 0 0,0 0 0,0 0-1,0-1 1,0 1 0,0 0 0,0 0-1,0-1 1,0 1 0,0 0 0,0 0 0,0-1-1,1 1 1,-1 0 0,0 0 0,0 0-1,0-1 1,0 1 0,0 0 0,0 0 0,1 0-1,-1 0 1,0-1 0,0 1 0,0 0-1,0 0 1,1 0 0,-1 0 0,0 0 0,0 0-1,0-1 1,1 1 0,-1 0 0,0 0-1,0 0 1,1 0 0,-1 0 0,0 0 0,0 0-1,1 0 1,-1 0 0,0 0 0,0 0-1,0 0 1,1 0 0,-1 0 0,0 0 0,0 0-1,1 0 1,-1 1 0,0-1 0,0 0-1,0 0 1,1 0 0,-1 0 0,0 0 0,0 1-1,0-1 1,0 0 0,1 0 0,-1 0-5,0 12-4153,-6 118-6674,5-89 1646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0:41.54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732 214 2561,'0'0'13522,"-4"-23"-12315,-17-69-162,21 88-931,-2 1 0,1-1 0,0 1 0,-1-1 0,1 1 0,-1-1 1,0 1-1,0 0 0,-1 0 0,1 0 0,-1 0 0,1 0 1,-1 1-1,0-1 0,0 1 0,0 0 0,0-1 0,0 1 0,-1 1 1,1-1-1,-7-2 0,0 2 66,1 0 0,-1 1 0,1 0 0,-1 1 0,1 0 0,-13 1 0,-3 0 119,4 0-106,0 2-1,1 0 1,-1 1 0,1 1 0,0 1 0,0 1-1,1 0 1,0 2 0,0 0 0,1 1 0,0 1-1,-29 23 1,22-14-55,0 2 0,2 0-1,0 2 1,1 1-1,2 0 1,0 2 0,-24 43-1,35-49-70,0-1-1,1 1 1,1 0 0,1 1-1,1 0 1,-4 37-1,2 137 483,8-149-362,-1-40-154,0 0 0,1 0 0,0 0-1,0 0 1,0 0 0,1 0 0,0-1 0,1 1 0,0-1 0,0 1 0,0-1 0,0 0 0,9 10 0,-5-8 35,0 0 1,1-1 0,0 1-1,1-2 1,0 1 0,0-1-1,0-1 1,11 6 0,12 2 144,0-2-1,0-1 1,1-1 0,56 7 0,-36-11-101,1-2 0,77-5 0,-114 0-99,0-1-1,-1-1 1,1 0-1,-1-1 1,0-1-1,0 0 1,0-1-1,-1-1 1,0-1-1,18-13 1,0-2-3,-1-2 0,-1 0-1,31-37 1,-32 31 3,-1-2 0,30-47 0,-51 68-6,-1 1 0,0-1-1,-1 0 1,0-1-1,-1 0 1,-1 0-1,0 0 1,-1 0-1,-1 0 1,2-28-1,-3 10 10,0 21-8,0 0 1,-1 0-1,0 0 0,-1 0 0,0-1 0,-1 1 1,0 1-1,-1-1 0,0 0 0,-1 0 1,-7-15-1,-15-16-3,-2 2 0,-2 1 1,-1 2-1,-2 1 0,-45-39 1,69 69-8,0 0 0,0 0 0,-1 1 0,1 1 0,-1 0 0,0 0 0,0 1 0,-1 0 0,1 0 0,-1 2 0,-13-2 0,-6 1-6,-1 2-1,-53 5 0,47 5 31,29-7-17,-1 0 0,0 0 0,0-1 0,0-1 1,0 1-1,0-1 0,-12-1 0,20 0-18,2 8-585,-1-1 67,1 1-1,1-1 1,-1 0 0,1 1-1,0-1 1,1 0 0,0 0 0,0 0-1,1-1 1,-1 1 0,6 6-1,1 3-2095,4 10-4265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0:41.54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976 147 1384,'0'0'1766,"3"2"-1929,1 0 224,15 4 4290,-17-10-1302,9-21-2639,-5-39-674,0 3 3880,-6 61-3083,-8-2 9762,4 4-10800,-130 159 3164,93-112-2330,-43 70-1,9-12-62,-11 18-78,-27 33 20,38-67-102,-99 115 82,146-172-175,2 2-1,-31 55 1,7-11 70,-7 35 137,56-112-782,0-1-1,0 0 1,1 0-1,-1 0 0,1 1 1,0-1-1,0 0 1,0 0-1,0 1 1,0-1-1,1 3 1,-2 14-3183,-9 4-4224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0:41.54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478 325 3305,'0'0'7924,"8"-15"-6342,26-44 35,-33 58-1424,0 0-1,0-1 0,-1 1 1,1 0-1,0 0 0,-1-1 1,1 1-1,-1-1 0,0 1 1,0 0-1,1-1 1,-1 1-1,0-1 0,0 1 1,0-1-1,0 1 0,-1 0 1,1-1-1,-1-1 0,1 2-100,-1 0 0,1 1 1,-1-1-1,0 0 0,0 0 0,1 1 0,-1-1 0,0 0 0,0 1 0,0-1 1,0 0-1,0 1 0,0 0 0,1-1 0,-1 1 0,0-1 0,-1 1 0,1 0 0,-1 0 1,-6-1 127,0 0 1,0 1 0,1 1 0,-1-1 0,-8 3 0,9-2 213,-3 1-257,0 0 1,0 1-1,1 1 1,-1-1-1,1 2 1,0-1-1,0 1 0,1 1 1,-9 6-1,-74 63 817,85-69-952,-173 168 1347,172-164-1332,-1 1 0,2-1 0,-1 1 0,2 0 0,-1 1 0,2-1 0,-1 1 0,2 0 0,0 1 0,-3 19 0,2-5 74,2 1 0,1 0 0,4 47 0,-2-67-93,1-1-1,0 1 1,1-1-1,0 0 1,0 0-1,0 0 1,1 0-1,0-1 0,0 1 1,1-1-1,0 0 1,0-1-1,0 1 1,0-1-1,1 0 1,0 0-1,0 0 1,1-1-1,-1 0 1,11 4-1,5 3 102,1-1 0,-1-1 1,1-1-1,1-1 0,28 4 0,19 0 5,0-4 0,75-2 0,-135-5-136,-1-1-1,1-1 1,0 0 0,-1-1-1,0 0 1,1 0 0,18-10-1,68-42 43,-65 35-45,-18 11-5,10-4 47,0-1 0,-1-2-1,-1 0 1,-1-1-1,32-33 1,-36 30-22,-9 12-12,-1 0 1,1 0-1,-2-1 1,1 0-1,-1-1 1,0 1 0,-1-1-1,0 0 1,-1-1-1,0 1 1,-1-1 0,0 1-1,2-14 1,-2-36 26,-3-61 1,-2 36 15,1 70-51,0 0 1,-1 1-1,-1-1 1,0 1-1,-1-1 0,0 1 1,-2 1-1,1-1 0,-2 0 1,0 1-1,0 1 0,-14-19 1,14 22-7,0 1 1,0-1-1,-1 1 0,1 1 1,-2 0-1,1 0 0,-1 0 1,0 1-1,-1 1 1,1-1-1,-1 2 0,0-1 1,0 1-1,0 1 1,-1 0-1,0 0 0,-16-1 1,7 3 5,0-1 1,0-1 0,0 0-1,1-2 1,0 0 0,0-1-1,-24-12 1,36 16-9,0 0-1,-1 0 1,1 1 0,0 0-1,-1 0 1,1 0 0,-1 1-1,1 0 1,-1 1-1,1 0 1,-1 0 0,1 0-1,-1 1 1,1 0 0,0 0-1,0 1 1,0 0 0,0 1-1,1-1 1,-9 7-1,11-7-1,0 0-1,0 0 1,0 0-1,1 1 0,-1 0 1,1-1-1,0 1 1,0 0-1,0 1 0,1-1 1,-4 8-1,3-3-160,1 0 1,1-1-1,0 1 0,0 0 1,0 0-1,1 9 0,0 5-518,-1-5-694,1 0 1,1-1 0,0 1-1,1 0 1,1-1-1,1 0 1,6 18 0,9 11-5649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0:41.54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29 2577,'0'0'7917,"31"-16"-2866,-21 3-3002,-5 17 1278,-2 28 2110,-1-13-6472,16 78 1909,4 0 1,5-2-1,48 117 1,5-41-364,-71-153-442,9 23 196,-2 1-1,16 66 1,-21-72-182,-3-12 119,1-1-1,16 28 0,-14-29 4,0 2-1,10 31 1,-12-35-157,-8-18-35,0 0 1,1 0 0,-1 0 0,0 1 0,-1-1 0,1 0 0,0 1 0,-1-1-1,1 0 1,-1 4 0,2 1-1169,3 16-9712,-5-7 1547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0:41.54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591 120 2961,'0'0'12550,"3"-17"-11267,2-2-880,-2 10-79,-1 0 1,0 0-1,0 0 1,-1 0 0,0-19-1,-1 28-233,0-1 0,-1 1 0,1-1 0,0 1 0,0-1 0,-1 1 0,1-1 0,0 1 0,-1-1 0,1 1 0,0-1 0,-1 1 0,1-1 0,-1 1 0,1-1 1,-1 1-1,1 0 0,-1-1 0,1 1 0,-1 0 0,1 0 0,-1-1 0,1 1 0,-1 0 0,0 0 0,1 0 0,-1 0 0,1 0 0,-1 0 0,0 0 0,1 0 0,-1 0 0,-27 0 293,19 0-26,-6 0-84,2-1-26,-1 1 0,1 1 0,0-1 0,-1 2 0,1 0 0,0 1 0,0 0 0,0 1 0,-21 9 0,2 4 2,1 0 0,1 3-1,0 0 1,2 2 0,0 1 0,-29 32-1,42-38-156,0 0 0,1 1 0,1 1 0,0 1 0,2-1 0,0 2 0,2 0-1,0 0 1,1 0 0,-9 43 0,7 5 82,4-1 0,3 94 0,3-131-73,1-18-55,0 0 0,1 0 1,0 0-1,0-1 0,2 1 0,0-1 1,0 0-1,1 1 0,0-2 0,1 1 0,0-1 1,1 0-1,12 14 0,-12-16-20,0-1 0,0-1 0,1 1 0,0-1-1,1 0 1,-1-1 0,1 0 0,1-1 0,-1 0 0,1 0-1,0-1 1,0 0 0,0 0 0,0-1 0,1-1 0,17 3-1,26-2 84,1-1-1,78-9 1,-110 2-95,0-1 0,0-1 1,-1-1-1,1-1 0,-2-1 1,1-1-1,-2-1 1,1-1-1,-2 0 0,0-2 1,0 0-1,-2-1 0,0-1 1,15-20-1,-21 24-1,-1-1 0,0 0-1,-1-1 1,-1 0 0,-1-1 0,0 1-1,0-1 1,-2-1 0,0 1 0,-1-1-1,-1 0 1,2-31 0,7-288 87,-12 329-100,0 0 0,-1-1 0,0 1 0,-1 0-1,1 0 1,-1 0 0,-1 1 0,1-1 0,-1 0-1,0 1 1,-1 0 0,0-1 0,0 1 0,0 1 0,0-1-1,-1 1 1,0-1 0,0 1 0,-8-5 0,-10-6 5,0 1 0,-1 1 0,-47-20 0,41 20 31,-42-25 0,69 37-9,-1 0 0,1 0 0,-1 0 0,1 0 1,-1 1-1,0 0 0,0 0 0,1 0 0,-1 0 0,0 0 0,-5 1 0,8 0 23,0 0-1981,0 0 1703,1 0-1,0 0 0,-1 0 0,1 1 1,0-1-1,0 0 0,-1 0 0,1 0 1,0 0-1,0 1 0,-1-1 1,1 0-1,0 0 0,0 1 0,0-1 1,-1 0-1,1 0 0,0 1 1,0-1-1,0 0 0,0 0 0,0 1 1,-1-1-1,1 0 0,0 1 0,0-1 1,0 0-1,0 1 0,0-1 1,0 0-1,0 1 0,0-1 0,0 17-6496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0:41.55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1 620 1872,'0'0'17389,"20"0"-15213,132 0-347,-151-1-1820,1 1 0,-1-1 0,0 1 0,0-1 0,0 1 0,0-1 0,1 1 0,-1-1 0,0 0 0,0 0 0,0 0 0,0 1 0,-1-1 0,1 0 0,0 0 0,0 0 0,0-1 0,-1 1 0,1 0 0,-1 0 0,1 0 0,-1 0 0,1-1 0,-1 1 0,1 0 0,-1 0 0,0-1 0,0 1 0,0 0 0,0-3 0,1 1 2,-1-1 1,0 1-1,0-1 1,0 0-1,0 1 1,-1-1-1,1 1 1,-1 0-1,0-1 0,0 1 1,-2-4-1,0 2-3,-1 0 0,0 1 0,0 0 0,0 0 0,-1 0 0,1 1 0,-1-1 0,0 1 0,0 0 0,0 1 0,0-1 0,-10-2 0,13 4 5,0 0 1,0 0 0,0 0-1,0 1 1,0-1 0,0 1-1,0-1 1,0 1 0,-1 0-1,1 0 1,0 0 0,0 0-1,0 0 1,0 1-1,-1-1 1,1 1 0,0-1-1,0 1 1,0 0 0,0 0-1,0 0 1,0 0 0,0 0-1,0 0 1,1 0 0,-1 1-1,0-1 1,1 0 0,-1 1-1,1 0 1,-1-1 0,1 1-1,0 0 1,0 0 0,-2 2-1,-1 7 71,0-1-1,1 1 1,1 0 0,-1 0-1,1 0 1,1 0-1,0 0 1,1 13 0,0-19-60,1 1 1,0-1-1,0 0 1,0 0-1,0 0 0,1 0 1,0 0-1,0-1 1,0 1-1,1 0 1,-1-1-1,1 0 1,0 1-1,0-1 1,1 0-1,-1-1 0,1 1 1,0 0-1,5 3 1,-2-3-16,-1 1 0,1-1 0,0 0 1,1-1-1,-1 1 0,0-2 0,1 1 1,0-1-1,-1 0 0,1 0 0,0-1 1,0 0-1,0-1 0,0 0 0,0 0 0,0 0 1,0-1-1,0-1 0,0 1 0,0-1 1,-1 0-1,1-1 0,-1 0 0,11-5 1,8-11-209,-2-1 1,-1-1-1,0-1 1,-1-1-1,-2-1 1,0 0-1,-2-2 1,-1 0-1,-1-1 1,-1-1-1,15-37 1,-13 20 126,-2 1 1,-3-2 0,-1 0 0,-2 0 0,-2-1 0,1-89 0,-8 134 674,0 14 227,-3 45 185,-16 85 1,2-25-170,5 124-600,12-241-309,0 1 1,0-1-1,0 1 1,0-1-1,0 0 1,0 1-1,1-1 1,-1 1-1,0-1 1,0 1-1,1-1 1,-1 0-1,0 1 1,1-1-1,-1 0 1,0 1-1,1-1 1,-1 0-1,1 1 1,-1-1-1,0 0 1,1 0-1,-1 0 1,1 1-1,-1-1 1,1 0-1,-1 0 1,1 0-1,-1 0 1,1 0-1,-1 0 1,1 0-1,22 0-6093,-14 0-1180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0:41.55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0 119 1384,'0'0'15504,"24"-3"-14187,-7 1-1093,25-3 631,0 1 0,51 3 0,-77 3-577,15-1 65,-30-2-336,0 1-1,-1 0 0,1-1 0,0 1 0,-1 0 0,1-1 0,0 1 0,-1-1 0,1 1 0,-1-1 0,1 0 1,-1 1-1,1-1 0,-1 1 0,1-1 0,-1 0 0,0 1 0,1-1 0,-1 0 0,0 0 0,0 1 0,1-1 0,-1 0 1,0 0-1,0 1 0,0-1 0,0 0 0,0 0 0,0 0 0,0 1 0,0-1 0,0 0 0,-1 0 0,1 1 1,0-1-1,-1-1 0,0-2 20,0 0-1,-1 1 1,0-1 0,0 0 0,0 1 0,0 0-1,0-1 1,-1 1 0,1 0 0,-1 0 0,0 0 0,0 0-1,0 1 1,0-1 0,-1 1 0,1 0 0,-1 0 0,-6-3-1,2 1 170,0 1 0,0 0-1,-1 0 1,1 0-1,-1 1 1,0 1-1,0 0 1,-9-1-1,17 3-174,0-1-1,0 0 0,0 1 0,0-1 0,0 1 0,0-1 0,0 1 0,0 0 0,0-1 0,1 1 0,-1 0 0,0 0 0,0 0 0,1-1 0,-1 1 0,0 0 1,1 0-1,-1 0 0,1 0 0,-1 0 0,1 0 0,0 0 0,-1 0 0,1 0 0,0 0 0,0 1 0,-1-1 0,1 0 0,0 0 0,0 0 0,1 1 0,-2 49 220,2-36-181,0-2-46,0-1 0,1 1-1,1 0 1,0-1 0,1 0-1,0 1 1,1-1 0,0-1-1,1 1 1,0-1 0,15 21-1,-11-19-598,1-1-1,0 0 0,21 19 0,-22-23-794,-1-1 1,1-1 0,1 1-1,-1-1 1,15 5 0,6-5-5387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0:41.55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74 1632,'0'0'18611,"3"-5"-17193,-3 5-1382,1-1 1,-1 1 0,0-1-1,0 1 1,0-1 0,0 1-1,0-1 1,1 1 0,-1-1-1,0 1 1,0 0 0,1-1-1,-1 1 1,0-1 0,1 1-1,-1 0 1,0-1 0,1 1-1,-1 0 1,1-1 0,-1 1-1,1 0 1,-1 0 0,1-1-1,-1 1 1,1 0 0,-1 0-1,1 0 1,-1 0 0,1-1-1,-1 1 1,1 0 0,-1 0-1,1 0 1,-1 0 0,1 0-1,-1 0 1,1 1 0,-1-1-1,1 0 1,-1 0 0,1 0-1,-1 0 1,1 1 0,-1-1-1,0 0 1,1 0 0,-1 1-1,1-1 1,-1 0 0,1 1 0,-1-1-1,0 0 1,1 1 0,-1-1-1,0 1 1,1 0 0,15 43 1481,-13-31-1301,-2-7-121,1-1 1,0 1-1,0-1 1,0 0 0,0 1-1,1-1 1,6 9-1,-8-13-89,0 0-1,0-1 1,0 1 0,1 0-1,-1 0 1,0-1 0,1 1-1,-1-1 1,0 1-1,1-1 1,-1 1 0,0-1-1,1 0 1,-1 0 0,1 0-1,-1 0 1,1 0-1,-1 0 1,1 0 0,-1 0-1,0 0 1,1-1 0,-1 1-1,0-1 1,1 1-1,-1-1 1,0 1 0,1-1-1,-1 0 1,0 0 0,0 0-1,0 1 1,0-1-1,0 0 1,0 0 0,2-2-1,110-102-203,-97 86 180,-7 11 168,-2 25 102,-6-4-130,-2-11-119,1 0 1,0 0-1,0-1 0,0 1 1,0 0-1,1 0 0,-1-1 1,0 1-1,1 0 1,-1-1-1,1 1 0,0 0 1,-1-1-1,1 1 0,0-1 1,2 3-1,1-3 10,1 0 1,0 0-1,0-1 0,0 0 0,0 0 1,-1 0-1,1-1 0,0 1 1,8-3-1,0-4-12,0 1 1,0-1-1,12-11 0,13-6-3,7-10 189,-44 33 273,-1 10 6,-1 8-381,1 41 423,0-57-583,0 1-1,1 0 1,-1-1 0,0 1 0,1 0-1,-1-1 1,1 1 0,-1-1 0,1 1 0,0 0-1,-1-1 1,1 0 0,0 1 0,0-1-1,0 1 1,0-1 0,0 0 0,1 0 0,-1 0-1,0 0 1,1 0 0,-1 0 0,0 0-1,1 0 1,-1 0 0,1 0 0,-1-1 0,3 1-1,38 0-5850,-29-1 745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0:41.55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51 68 1384,'0'0'19120,"10"5"-18374,1 1-528,1 0 1,0-1-1,1 0 1,-1-1-1,1 0 0,0-1 1,0 0-1,25 1 1,-37-5-214,0 0 1,0 1 0,0-1 0,0 0 0,0 1-1,0-1 1,0 0 0,0 0 0,-1 0 0,1 0-1,0 0 1,0 0 0,-1 0 0,1 0 0,-1 0 0,1 0-1,-1 0 1,1 0 0,-1 0 0,0-1 0,1 1-1,-1 0 1,0 0 0,0 0 0,0-1 0,0 1-1,0 0 1,0 0 0,0-1 0,-1-1 0,1 0-1,0 0 1,0-1 0,0 1 0,-1 0-1,1 0 1,-1 0 0,0 0 0,0 0-1,0 0 1,0 0 0,-1 0 0,-1-3-1,-2 2-1,0 0-1,-1 0 1,1 1 0,-1 0-1,0 0 1,0 0-1,0 1 1,0 0-1,0 0 1,0 0-1,0 1 1,-1 0 0,1 0-1,-1 1 1,-7 0-1,11 0 3,-1 0 0,0 0 0,1 0 0,-1 1-1,0-1 1,1 1 0,-1 0 0,0 0 0,1 0 0,-1 0-1,1 1 1,0 0 0,-1-1 0,1 1 0,0 0-1,0 1 1,0-1 0,0 0 0,1 1 0,-1 0 0,1 0-1,-1 0 1,1 0 0,0 0 0,0 0 0,0 0 0,-1 5-1,0 2 32,0 0 0,1 0-1,0 0 1,1 0-1,0 0 1,0 0-1,1 0 1,2 17-1,-1-22-18,1 1-1,-1-1 0,1 1 0,0-1 0,0 0 0,0 0 0,1 0 0,0 0 1,0 0-1,0-1 0,1 1 0,-1-1 0,1 0 0,0 0 0,0 0 0,8 5 1,0-2-9,-1-1 1,1 0 0,-1-1 0,2 0 0,-1-1 0,0 0 0,1-1 0,0 0 0,0-2 0,-1 1 0,1-1 0,0-1 0,0 0 0,19-3 0,-27 2-4,0-1 1,0 0-1,1 1 0,-1-1 1,0-1-1,-1 1 0,1-1 0,0 0 1,-1 0-1,0 0 0,1-1 1,-1 0-1,-1 1 0,1-1 1,0-1-1,-1 1 0,0 0 1,4-8-1,-2 5 33,-1-1 1,1 0-1,-1-1 1,0 1-1,-1-1 0,0 0 1,-1 0-1,1 0 1,-2 0-1,2-10 0,-3 18 1343,2 2-1364,0 0 0,1 0 1,-1 0-1,0 0 0,0 0 0,0 0 1,0 0-1,0 1 0,0-1 0,0 1 0,0 0 1,-1 0-1,1-1 0,-1 1 0,1 0 1,-1 0-1,0 0 0,0 0 0,2 4 0,-2-3-13,0-1-1,0 0 1,1 1-1,-1-1 0,1 0 1,-1 0-1,1 0 0,0 1 1,-1-2-1,1 1 0,0 0 1,1 0-1,-1-1 0,0 1 1,0-1-1,1 0 1,-1 1-1,1-1 0,-1 0 1,1-1-1,-1 1 0,1 0 1,0-1-1,3 1 0,0-2 7,0 0 0,1 0 0,-1-1 0,0 0-1,0 0 1,0-1 0,0 1 0,-1-1-1,1-1 1,-1 1 0,0-1 0,1 0 0,-2 0-1,1 0 1,0-1 0,3-5 0,0 2-6,1 1 0,-1 0 0,1 0 1,17-10-1,-26 17 3,1 0 1,-1 1 0,1-1 0,-1 0-1,1 0 1,-1 1 0,1-1-1,-1 0 1,0 1 0,1-1-1,-1 0 1,0 1 0,1-1 0,-1 1-1,0-1 1,1 1 0,-1-1-1,0 1 1,0-1 0,0 1-1,1-1 1,-1 1 0,0-1-1,0 1 1,0-1 0,0 1 0,0-1-1,0 1 1,0-1 0,0 1-1,0-1 1,0 1 0,0-1-1,0 1 1,-1 0 0,1 30 119,0-25-98,0 2-36,1 1 0,-1-1 0,1 0 0,1 1 1,0-1-1,4 13 0,-5-19-198,0 1 1,0-1-1,0 0 1,0 0 0,0 0-1,0 0 1,1 0-1,-1 0 1,1-1-1,-1 1 1,1 0-1,0-1 1,0 1-1,0-1 1,0 0-1,0 1 1,0-1-1,0 0 1,0 0-1,0 0 1,0-1-1,1 1 1,-1 0-1,0-1 1,1 0 0,3 1-1,15-1-5671,-2 0-3014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0:41.55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76 0 1608,'0'0'19238,"-10"29"-17199,-29 97-596,31-91-984,1 1 0,2 0 1,1 0-1,2 0 0,4 63 1,1-17-386,-4-68-223,3 40 455,-2-52-401,0-1 0,0 1 0,1 0 0,-1 0 0,0-1-1,1 1 1,-1-1 0,1 1 0,0 0 0,-1-1-1,1 1 1,0-1 0,0 1 0,0-1 0,0 0 0,0 0-1,1 1 1,-1-1 0,0 0 0,0 0 0,1 0 0,-1 0-1,1 0 1,2 1 0,6-1-4346,-1-4-3534,-2-7-272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0:41.55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1408,'0'0'20261,"166"0"-20117,-127 0-128,12 0-16,-12 0-592,25 0-1801,-19 0-2712,0 0-2265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0:41.55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164 0 4825,'0'0'18692,"-22"2"-17701,-66 6-376,86-7-595,-1 0 1,1-1-1,-1 1 0,1 0 1,-1 0-1,1 0 1,0 1-1,0-1 1,-1 0-1,1 1 1,0 0-1,0-1 0,0 1 1,1 0-1,-1 0 1,0 0-1,1 0 1,-1 0-1,1 1 0,0-1 1,-1 0-1,1 1 1,0-1-1,1 1 1,-1-1-1,0 1 1,1-1-1,-1 1 0,1 0 1,0-1-1,0 6 1,-1 0-10,0-3-4,0 1 0,0-1 0,1 1-1,0 0 1,0 0 0,0-1 0,1 1-1,-1 0 1,1-1 0,3 8 0,-2-9-14,0 0 1,0-1-1,0 0 1,0 1-1,0-1 1,1 0-1,0 0 1,0 0-1,0-1 1,0 1-1,0-1 1,0 0-1,1 1 1,-1-1-1,6 2 1,13 6-9,-13-6-53,0 0 0,0 1 0,0-1-1,9 9 1,-16-12 53,0 1 0,0 0 0,0 0 1,0 0-1,0 1 0,-1-1 0,1 0 0,-1 1 0,1-1 0,-1 1 0,0-1 0,0 1 1,0 0-1,0-1 0,0 1 0,-1 0 0,1 0 0,-1 0 0,0 3 0,-1-3 32,1-1 0,-1 0 0,0 1 0,0-1 0,-1 0 0,1 1 0,0-1 0,-1 0 0,0 0-1,1 0 1,-1 0 0,0 0 0,0-1 0,0 1 0,0-1 0,0 1 0,0-1 0,0 0 0,-1 1 0,1-1-1,0 0 1,-1 0 0,-4 0 0,-2 3-87,0-2 0,-1 1 0,1-1 0,-1 0 0,-12 0 0,-4-2-4426,13 0-960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0:47.99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39 87 7362,'0'0'11706,"0"76"-11306,-6-140-400,-1-22-80,1 80-1080,-1 3-1353,-6-1-2800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0:53.94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341 2 5281,'0'0'7480,"5"0"-7113,5-1-1020,22 0 4890,-28 7-1812,-19 7-1658,-12 7-575,1 0-1,0 2 1,2 1-1,1 1 1,-39 51-1,24-21 24,3 3 0,-29 61 0,63-117-206,-5 11 48,-1 0 1,2 0-1,0 1 1,0 0 0,1 0-1,0 0 1,1 0-1,-2 26 1,2 2 32,1-34-65,1 1 0,1 0-1,-1-1 1,1 1 0,1 0 0,1 12-1,-1-17-17,0-1 0,0 0 0,0 0 0,0 1 0,0-1 0,1 0 0,-1 0-1,1 0 1,-1 0 0,1-1 0,0 1 0,0 0 0,-1-1 0,1 1 0,1-1 0,-1 1-1,0-1 1,0 0 0,0 0 0,1 0 0,-1 0 0,0 0 0,1-1 0,-1 1 0,4 0 0,13 2 17,0-1 0,0-1 1,0 0-1,0-1 0,0-1 1,20-4-1,-33 3-21,-1 1 0,0-2 0,0 1 0,0 0 0,0-1 0,0 0 0,-1 0 0,1-1-1,-1 1 1,0-1 0,0 0 0,4-5 0,-6 6 27,0 1-1,0-1 0,0 0 1,0 0-1,0 0 1,-1 0-1,0 0 1,1 0-1,-1 0 0,0-1 1,0 1-1,-1 0 1,1-1-1,-1 1 1,0 0-1,0-1 1,0 1-1,0-1 0,0 1 1,-1 0-1,0-5 1,-1 5-19,1 1 1,-1-1 0,0 1-1,0-1 1,0 1-1,0 0 1,0 0 0,0 0-1,0 0 1,-1 0-1,1 0 1,-1 1 0,0-1-1,1 1 1,-1 0-1,0-1 1,0 1 0,0 1-1,1-1 1,-5 0 0,-6-2 10,1 1 1,0 0 0,-18 1-1,6 0 56,17 1 207,0-1 1,0 1-1,0 0 0,0 0 0,-1 1 0,1 0 1,0 1-1,-9 2 0,15-3 1149,9-1-11549,4 0 1871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0:55.86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584 67 2024,'0'0'5854,"3"-11"-5209,10-35 225,-8 37 10686,-2 23-8914,-3 23-2783,-4-19 345,-1 0 0,-1 0 0,-1-1 0,-13 25 0,-9 24 93,5-11-102,-9 30 83,3 12 450,-62 140 0,12-79-539,28-60 4,15-29-109,16-31-57,2 1 1,-16 44-1,14-22 84,-21 70 292,11-22-258,21-73 7,0-1-12,10-30 691,5-17 907,-3-18-4775,-3 19-4459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0:57.32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487 18 4641,'0'0'13171,"-5"-3"-11951,1 1-1028,0 0 0,-1 0 0,1 0 0,0 1 0,-1-1 0,1 1 0,-1 0-1,1 1 1,-1-1 0,1 1 0,-1 0 0,0 0 0,1 0 0,-9 2 0,3 0 22,0 1 1,1 0-1,-1 0 1,1 1-1,0 1 1,-13 7-1,-8 9 246,0 1 0,-46 47 0,71-64-376,-13 11 40,2 0 0,0 1 0,1 0 0,0 2 0,2-1 0,0 2 0,1 0 0,1 0 0,1 1 0,1 0 0,1 1 0,1 0 0,0 0 0,-5 44 0,9-40 4,1 1-1,4 51 0,-1-66-46,1 0-1,1 0 1,0 0-1,1-1 0,0 1 1,0-1-1,1 0 1,10 16-1,1-1 63,-9-12-108,1-1 0,0 1 0,1-2 1,1 1-1,0-1 0,0-1 0,1 0 0,1 0 0,0-1 0,19 12 0,-18-15 13,1-1-1,0-1 0,0 0 0,0 0 0,1-2 0,0 0 0,22 2 1,5-3 200,60-4 1,-91 1-232,-1-1 0,1 0 0,0-1 0,-1 0-1,1-1 1,-1 0 0,0-1 0,-1 0 0,1 0 0,-1-1-1,0 0 1,0-1 0,14-13 0,3-7 108,-1 0 1,35-50-1,-49 61-28,-1-1 0,0 1-1,-2-2 1,0 1-1,0-1 1,-2-1 0,0 1-1,6-38 1,-6 0-17,-1-99 1,-5 134-61,-1 14-18,1 0 0,-1 0 0,0 0 0,-1 0 0,1 0-1,-2 0 1,1 0 0,-1 1 0,0-1 0,0 1 0,0 0 0,-1 0-1,-5-7 1,-6-4 5,-1-1 0,-29-24-1,3 4-10,37 34 3,1 0 1,-1 0 0,0 0 0,0 1 0,0 0 0,-1 0-1,1 0 1,-1 1 0,1 0 0,-1 0 0,-11-2-1,-3 1-5,1 1 0,-28 1 0,-32-3-5,33 2 13,6 4-3,37-2 145,-8 0 29,10 0-194,0 0-1129,1 1 1058,0-1 0,0 0 0,0 1 0,0-1 0,0 1 0,0-1 0,-1 0 0,1 1 0,0-1 0,0 1 0,0-1 0,1 0 0,-1 1 0,0-1 0,0 1 0,0-1 0,0 0 0,0 1 0,0-1 0,1 0 0,-1 1 0,0-1 0,0 0 0,0 1 0,1-1 0,-1 0 0,0 1 0,1-1 0,-1 0 0,0 0 0,0 1 0,1-1 0,0 0 0,4 4-1173,0-1 1,1 0-1,-1 0 0,1 0 1,0-1-1,0 0 1,8 2-1,18 1-9947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1:08.23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584 67 2024,'0'0'5854,"3"-11"-5209,10-35 225,-8 37 10686,-2 23-8914,-3 23-2783,-4-19 345,-1 0 0,-1 0 0,-1-1 0,-13 25 0,-9 24 93,5-11-102,-9 30 83,3 12 450,-62 140 0,12-79-539,28-60 4,15-29-109,16-31-57,2 1 1,-16 44-1,14-22 84,-21 70 292,11-22-258,21-73 7,0-1-12,10-30 691,5-17 907,-3-18-4775,-3 19-4459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1:08.23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487 18 4641,'0'0'13171,"-5"-3"-11951,1 1-1028,0 0 0,-1 0 0,1 0 0,0 1 0,-1-1 0,1 1 0,-1 0-1,1 1 1,-1-1 0,1 1 0,-1 0 0,0 0 0,1 0 0,-9 2 0,3 0 22,0 1 1,1 0-1,-1 0 1,1 1-1,0 1 1,-13 7-1,-8 9 246,0 1 0,-46 47 0,71-64-376,-13 11 40,2 0 0,0 1 0,1 0 0,0 2 0,2-1 0,0 2 0,1 0 0,1 0 0,1 1 0,1 0 0,1 1 0,1 0 0,0 0 0,-5 44 0,9-40 4,1 1-1,4 51 0,-1-66-46,1 0-1,1 0 1,0 0-1,1-1 0,0 1 1,0-1-1,1 0 1,10 16-1,1-1 63,-9-12-108,1-1 0,0 1 0,1-2 1,1 1-1,0-1 0,0-1 0,1 0 0,1 0 0,0-1 0,19 12 0,-18-15 13,1-1-1,0-1 0,0 0 0,0 0 0,1-2 0,0 0 0,22 2 1,5-3 200,60-4 1,-91 1-232,-1-1 0,1 0 0,0-1 0,-1 0-1,1-1 1,-1 0 0,0-1 0,-1 0 0,1 0 0,-1-1-1,0 0 1,0-1 0,14-13 0,3-7 108,-1 0 1,35-50-1,-49 61-28,-1-1 0,0 1-1,-2-2 1,0 1-1,0-1 1,-2-1 0,0 1-1,6-38 1,-6 0-17,-1-99 1,-5 134-61,-1 14-18,1 0 0,-1 0 0,0 0 0,-1 0 0,1 0-1,-2 0 1,1 0 0,-1 1 0,0-1 0,0 1 0,0 0 0,-1 0-1,-5-7 1,-6-4 5,-1-1 0,-29-24-1,3 4-10,37 34 3,1 0 1,-1 0 0,0 0 0,0 1 0,0 0 0,-1 0-1,1 0 1,-1 1 0,1 0 0,-1 0 0,-11-2-1,-3 1-5,1 1 0,-28 1 0,-32-3-5,33 2 13,6 4-3,37-2 145,-8 0 29,10 0-194,0 0-1129,1 1 1058,0-1 0,0 0 0,0 1 0,0-1 0,0 1 0,0-1 0,-1 0 0,1 1 0,0-1 0,0 1 0,0-1 0,1 0 0,-1 1 0,0-1 0,0 1 0,0-1 0,0 0 0,0 1 0,0-1 0,1 0 0,-1 1 0,0-1 0,0 0 0,0 1 0,1-1 0,-1 0 0,0 1 0,1-1 0,-1 0 0,0 0 0,0 1 0,1-1 0,0 0 0,4 4-1173,0-1 1,1 0-1,-1 0 0,1 0 1,0-1-1,0 0 1,8 2-1,18 1-9947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1:08.20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1 190 2761,'0'0'11675,"10"-1"-10710,-7 0-851,0 0 0,0 1 0,0-1 1,0 1-1,0 0 0,0 0 0,0 0 1,1 1-1,-1-1 0,0 1 0,0 0 1,0 0-1,0 0 0,0 0 0,0 0 1,-1 0-1,1 1 0,0-1 0,-1 1 1,1 0-1,-1 0 0,1 0 0,-1 0 1,0 1-1,0-1 0,4 5 0,6 9 720,-1-1 0,17 34 0,-30-72-202,1 0-1,3-43 1,0 6-574,-2 54-117,0 1 0,1-1 0,0 1 0,0 0 0,0-1 0,0 1 0,1 0 0,0 0 0,0 0 0,0 0 0,1 0 0,0 1 0,0-1 0,0 1 0,0-1 0,1 1-1,-1 0 1,1 0 0,0 1 0,0-1 0,1 1 0,-1 0 0,1 0 0,0 0 0,-1 1 0,1 0 0,0 0 0,1 0 0,-1 0 0,0 1 0,0 0 0,1 0 0,-1 0 0,0 1 0,1 0 0,5 0 0,-9 1-319,1-1-1,-1 1 0,0 0 1,1 0-1,-1 0 0,0 0 1,0 0-1,0 0 0,0 1 0,0-1 1,0 1-1,0-1 0,0 1 1,-1 0-1,1 0 0,0 0 1,-1 0-1,0 0 0,1 0 1,-1 0-1,0 0 0,0 1 0,0-1 1,-1 0-1,2 3 0,5 18-6858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1:08.20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86 78 1344,'0'0'14594,"-11"5"-14218,6-3-344,1-1-11,1 0-1,-1 0 1,0 0-1,1 1 1,0 0 0,-1-1-1,1 1 1,0 1-1,0-1 1,0 0 0,0 1-1,0-1 1,1 1-1,-1 0 1,1 0 0,-1 0-1,1 0 1,0 0-1,1 1 1,-1-1 0,0 1-1,1-1 1,0 1-1,-2 5 1,2-1 8,0 1-1,1-1 1,-1 1-1,2-1 1,-1 1-1,1-1 1,3 12 0,-3-17-26,0 0 1,0 0 0,1 0 0,-1 0-1,1-1 1,0 1 0,0 0-1,0-1 1,0 1 0,0-1 0,1 0-1,-1 1 1,1-1 0,-1 0 0,1-1-1,0 1 1,0 0 0,0-1-1,0 0 1,0 1 0,5 0 0,-2 0 3,-1 0 0,1-1 0,-1 0 0,1 0 0,0 0 0,-1-1 0,1 0 0,0 0 0,0 0 0,-1-1 0,1 0 0,0 0 1,-1 0-1,9-4 0,-11 4 3,-1-1 1,1 1-1,0-1 1,0 0-1,-1-1 1,1 1-1,-1 0 1,0-1 0,0 1-1,0-1 1,0 1-1,0-1 1,0 0-1,-1 0 1,1 0-1,-1 0 1,0 0-1,0 0 1,0-1-1,0 1 1,-1 0 0,1 0-1,-1-1 1,0 1-1,0-6 1,1-27 60,0 21 116,0-1-1,-1 1 1,-1-1-1,-1 1 1,-4-20-1,6 32-155,-1 0 0,0 0 0,-1 0 0,1 0-1,0 0 1,-1 0 0,0 1 0,1-1 0,-1 0 0,0 1 0,0 0 0,-1-1-1,1 1 1,0 0 0,-1 0 0,0 0 0,1 0 0,-1 1 0,0-1-1,0 1 1,0-1 0,0 1 0,0 0 0,0 0 0,0 1 0,0-1-1,0 1 1,0-1 0,-1 1 0,-5 0 0,6 0-45,0 0 1,-1 0-1,1 0 0,-1 1 0,1-1 1,0 1-1,-1-1 0,1 1 1,-5 2-1,6-2-63,1 1-1,-1-1 1,1 1-1,-1-1 1,1 1-1,0 0 1,0-1-1,-1 1 1,1 0-1,0 0 1,1 0 0,-1 0-1,0 0 1,0 0-1,1 0 1,-1 0-1,1 4 1,-7 63-5196,7-42-372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1:08.20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150 73 1224,'0'0'16370,"-16"-3"-15829,-51-5 11,64 9-514,1-1 1,-1 1 0,1-1 0,-1 1 0,1 0 0,0 0 0,0 0-1,-1 0 1,1 0 0,0 1 0,0-1 0,0 0 0,0 1-1,0 0 1,1-1 0,-1 1 0,0 0 0,1 0 0,-1 0-1,1 0 1,0 0 0,0 1 0,-2 2 0,0 2 21,0 0 1,1 1 0,-1-1 0,2 0-1,-3 11 1,3-11-35,0 0-1,1 1 1,-1-1 0,1 0 0,0 0-1,1 1 1,2 8 0,-3-14-22,1 0 0,0 0 0,0-1 0,0 1-1,0 0 1,0-1 0,0 1 0,1-1 0,-1 1 0,1-1 0,-1 0 0,1 1 0,-1-1 0,1 0 0,-1 0 0,1 0 0,0 0 0,0-1 0,0 1 0,-1 0 0,1-1-1,0 1 1,0-1 0,0 0 0,0 1 0,0-1 0,0 0 0,0 0 0,4-1 0,-1 1 4,0 0-1,0-1 1,1 0 0,-1 0 0,0 0-1,0-1 1,0 0 0,0 0-1,0 0 1,-1 0 0,1-1 0,-1 0-1,1 0 1,-1 0 0,0 0-1,0-1 1,0 1 0,-1-1 0,1 0-1,-1 0 1,0-1 0,0 1-1,-1-1 1,1 1 0,-1-1 0,0 0-1,2-6 1,0 2 63,-1 1-1,-1-1 1,0 0 0,0 0-1,0-1 1,-1 1 0,-1 0-1,0-17 1,0 23-61,-1 1 1,1-1-1,0 0 0,-1 0 1,0 1-1,1-1 0,-1 1 1,0-1-1,-1 1 0,1-1 1,0 1-1,-1 0 1,1-1-1,-1 1 0,0 0 1,1 0-1,-1 0 0,0 0 1,0 0-1,-1 1 0,1-1 1,0 1-1,0-1 0,-1 1 1,1 0-1,-1 0 0,1 0 1,-1 0-1,0 0 1,1 1-1,-1-1 0,-3 1 1,5-1-97,-1 1 0,0-1 0,0 1 0,1 0 0,-1 0 1,0 0-1,0 0 0,0 0 0,1 0 0,-1 1 0,0-1 0,0 0 1,1 1-1,-1 0 0,0-1 0,1 1 0,-1 0 0,1 0 0,-1 0 1,1 0-1,-1 0 0,1 0 0,0 0 0,-1 0 0,1 1 1,-2 2-1,1 0-519,1 1 1,0-1 0,0 1 0,0-1-1,0 1 1,1 0 0,0-1 0,0 9-1,0 8-4153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1:08.21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33 1 1304,'0'0'19626,"-2"9"-18894,-11 69 351,4 0 0,1 130 0,8-202-1075,0-1 1,0 1-1,1 0 1,0-1 0,0 1-1,0 0 1,1-1-1,3 9 1,-4-12-19,0 0 0,0 0 0,0-1 0,1 1 0,-1 0 0,0-1 0,1 1 0,0-1 0,-1 0 0,1 1 0,0-1 0,0 0 0,-1 0 0,1 0 0,0 0 0,0 0 0,0-1 0,0 1 0,0-1 0,0 1 1,0-1-1,1 0 0,-1 1 0,4-2 0,16 2-808,-13 0 363,1-1-1,-1 0 1,1-1-1,17-3 0,-2-10-3538,-23 13 3327,-1-1-1,1 0 1,-1 0-1,1 0 1,-1 0-1,0 0 1,0 0-1,0 0 1,0-1-1,0 1 1,0-4-1,0-10-8163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1:08.21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17 2969,'0'0'19012,"103"-16"-18556,-65 16-240,-5 0-144,5 0-72,-6 0-208,26 16-1265,-20 0-3392,7-6-3432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1:08.21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3 122 2697,'0'0'3532,"0"9"-1383,-1 6-2868,-1-2 5074,6-40 3197,-2 22-7407,0 0 0,0 0 0,1 0 0,-1 1 0,1-1 0,0 1 0,1-1 1,-1 1-1,1 0 0,-1 0 0,1 1 0,0-1 0,7-3 0,5-5 21,0 1 0,24-11 0,-33 19-163,1-1-1,0 1 0,-1 0 0,1 1 1,0 0-1,0 0 0,0 0 1,0 1-1,10 0 0,-17 2-2,0-1 0,0 0 1,0 1-1,0-1 0,-1 0 0,1 1 0,0-1 0,0 1 0,0-1 1,0 1-1,-1 0 0,1-1 0,0 1 0,-1 0 0,1 0 1,0-1-1,-1 1 0,1 0 0,-1 0 0,1 0 0,-1 0 0,1 0 1,-1 0-1,0 0 0,1 1 0,6 32 69,-5-25-19,3 32 60,-1 0 0,-2 0 0,-5 62 0,1-12 35,1-13 93,-3 0 0,-3-1-1,-25 106 1,31-181 140,1-5-144,3-15-66,-2 12-165,1 0-1,-1-1 1,1 1-1,1 0 0,4-10 1,0 0-383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1:08.21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1280,'0'0'16853,"8"0"-15874,6 0-648,0 1-1,-1 0 1,1 1 0,0 1-1,-1 0 1,0 0 0,1 2-1,-1-1 1,-1 2 0,1 0-1,-1 0 1,0 1 0,-1 1-1,1 0 1,-2 0 0,14 14-1,27 41-311,-50-61-15,-1 0 0,0-2 51,0-5-990,-2-7-2491,-10 10-3929,1 2-519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1:08.21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336 0 1280,'0'0'13589,"-9"15"-12717,-196 230 3659,167-206-3943,-44 34-1,81-71-868,6-2 523,21-8 550,10-2-1951,-6 4-5348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1:08.21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578 239 1528,'0'0'14535,"2"-16"-13305,3-46-379,-5 61-822,0 0-1,-1 0 1,1 0 0,0 0-1,-1 0 1,1 0 0,0 0-1,-1 0 1,0 1 0,1-1-1,-1 0 1,1 0 0,-1 0-1,0 1 1,1-1 0,-1 0-1,0 1 1,0-1 0,0 1-1,1-1 1,-1 1 0,0-1-1,0 1 1,0-1 0,0 1-1,0 0 1,0 0 0,0-1-1,0 1 1,0 0 0,-1 0-1,-37 1 532,28 0-314,-8-1 11,-1 1-1,1 1 1,-1 1 0,1 1 0,0 1 0,0 0-1,1 2 1,0 0 0,0 1 0,-30 17 0,21-10-112,1 1 0,1 1 0,0 1 1,1 1-1,-40 42 0,55-50-104,0 0 0,1 1-1,0 0 1,1 0 0,0 1-1,1-1 1,0 2 0,1-1-1,0 1 1,1-1 0,1 1-1,1 1 1,-1-1 0,1 27-1,2-10 3,2-1 1,0 1-1,3-1 0,0 1 1,2-1-1,1-1 0,14 34 1,-18-53-29,0 1 1,1-1 0,1 0 0,0 0 0,0-1 0,1 0-1,0 0 1,0 0 0,1-1 0,0 0 0,1-1 0,0 0 0,0 0-1,0-1 1,1 0 0,0 0 0,0-1 0,0-1 0,1 0-1,0 0 1,0-1 0,20 4 0,-12-5 24,1 0 1,-1-2-1,1 0 0,-1-1 0,1 0 1,-1-2-1,1 0 0,-1-2 1,-1 0-1,1-1 0,-1-1 1,1 0-1,27-17 0,-4-1-5,-1-1-1,-1-2 0,-2-2 1,0-1-1,-3-2 1,0-2-1,-2-1 0,-2-1 1,43-69-1,-66 91 3,-1 1 0,0-1 0,-1-1 0,-1 1 0,-1-1 0,0 0 0,-1 0 0,0 0 0,-2 0 0,0-1 0,0 1 0,-2 0 0,-4-30 0,3 39-28,0 1 1,0-1 0,-1 1-1,0 0 1,0 0 0,-1 0-1,0 0 1,0 0 0,0 1 0,-1 0-1,0 0 1,-9-8 0,-10-6-4,-41-26 1,39 29-2,-24-19 11,26 17 15,0 1 0,-1 1 0,-1 1 1,0 1-1,-1 2 0,-53-18 0,65 28-3,1 0 0,-1 2-1,-20 0 1,12 0 88,21 0-11,2 6-169,-1-1-1,1 1 1,0-1-1,1 0 0,0 1 1,-1-1-1,2 0 0,-1 1 1,0-1-1,1 0 0,0 0 1,1 0-1,-1 0 0,1-1 1,0 1-1,3 4 1,18 31-5790,-16-18 365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1:08.21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923 62 2993,'0'0'6922,"6"-4"-5532,-5 4-1369,27-20 1639,-26 18-1436,0 1 0,0-1-1,0 1 1,-1-1-1,1 0 1,-1 0 0,1 0-1,-1 1 1,0-2-1,0 1 1,0 0 0,0 0-1,0 0 1,0 0-1,0-1 1,0-3 6421,-41 32-5277,7 9-1273,1 2 0,2 1-1,2 1 1,-29 53-1,2-6 17,-313 437 792,260-373-768,34-43-8,-64 125-1,127-213-245,5-6 695,22-27-247,-13 10-404,18-14-508,-6 8-3077,-14 17-4182,-1 5-2043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1:08.21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662 216 3137,'0'0'13559,"-6"-9"-12371,4 6-1094,0 0-1,0 0 1,0 1 0,0-1-1,-1 0 1,1 1 0,-1-1-1,0 1 1,0 0 0,0 0 0,0 0-1,0 0 1,0 1 0,0-1-1,-1 1 1,1 0 0,0 0 0,-1 0-1,1 0 1,-1 1 0,0-1-1,1 1 1,-1 0 0,1 0 0,-1 0-1,1 1 1,-1-1 0,1 1-1,-6 1 1,-30 13 519,0 1 0,2 3 1,0 0-1,-66 48 0,76-48-433,1 1 0,1 1 0,0 1-1,2 1 1,0 1 0,2 1 0,-19 28 0,27-33-155,2 1 1,-1 0-1,2 1 1,1 0-1,1 1 1,1 0-1,1 0 1,0 0-1,2 1 1,-1 31-1,3-18-4,1 0 1,2 0-1,7 38 1,-5-59-13,0 1 0,2-1 0,0 0 0,1 0 0,1 0 1,0-1-1,1 0 0,19 27 0,-19-30 28,2 0 0,-1-1 0,2 0 0,-1-1 0,1 0 0,1-1 0,0 0 0,0-1 0,1 0 0,0-1 0,20 8 0,-10-7 57,0-2-1,0-1 1,1-1 0,0 0 0,-1-2 0,35-1-1,-27 0 14,0-1 0,0-1 0,0-2 0,0-1 0,-1-1 1,0-2-1,37-13 0,-42 9-94,0-1 0,-1-1 0,0-1 0,-1-1 1,0-1-1,-1-2 0,-1 0 0,-1-1 1,-1 0-1,0-2 0,-2 0 0,0-1 1,-2-1-1,0-1 0,-2 0 0,0-1 0,-2 0 1,0-1-1,-2 0 0,-1 0 0,-1-1 1,-2 0-1,0 0 0,0-34 0,-2-269 46,-4 178-47,0 146-9,1-1 1,-1 0-1,0 0 1,0 1-1,-1-1 1,0 1-1,0-1 1,-1 1-1,1 0 1,-1 0-1,-1 0 1,1 0-1,-1 0 1,0 1-1,0-1 1,-1 1-1,-10-9 1,-3 0-1,0 1 1,-1 0-1,-1 2 1,-23-11-1,28 17-9,0 0-1,-1 1 1,0 1 0,0 0 0,0 1-1,0 1 1,0 0 0,0 2 0,-27 3-1,35-3 11,0 1 0,0 0 0,0 0 0,0 1 0,1 0 0,-15 8 0,-13 6 7,24-13-13,2-1-1,0 0-1,0 1 1,0 0-1,1 0 1,-1 1-1,1 0 0,0 1 1,0-1-1,-10 12 1,17-16-135,0 1 0,1-1 0,0 0 0,-1 0 0,1 1 1,0-1-1,-1 0 0,1 1 0,0-1 0,0 0 0,0 1 1,0-1-1,0 0 0,1 1 0,-1-1 0,0 0 0,1 1 0,-1-1 1,1 0-1,-1 0 0,1 1 0,-1-1 0,1 0 0,0 0 1,0 0-1,0 0 0,-1 0 0,1 0 0,0 0 0,0 0 0,0 0 1,0-1-1,1 1 0,1 1 0,13 16-5734,-9 0-2590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1:08.21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51 3001,'0'0'8119,"0"-16"-740,0-16-5947,0 32-1347,0 0-1,0 0 1,0 0-1,1 0 1,-1 1-1,0-1 1,0 0 0,0 0-1,0 0 1,0 0-1,0 1 1,0-1-1,1 0 1,-1 0 0,0 0-1,0 0 1,0 0-1,0 0 1,1 0-1,-1 0 1,0 0 0,0 1-1,0-1 1,0 0-1,1 0 1,-1 0 0,0 0-1,0 0 1,0 0-1,1 0 1,-1 0-1,0 0 1,0 0 0,0 0-1,1 0 1,-1 0-1,0-1 1,0 1-1,0 0 1,0 0 0,1 0-1,-1 0 1,0 0-1,0 0 1,0 0-1,0 0 1,0-1 0,1 1-1,-1 0 1,0 0-1,0 0 1,0 0 0,0 0-1,0-1 1,0 1-1,0 0 1,0 0-1,1 0 1,-1-1 0,0 1-1,0 0 1,0 0-1,0 0 1,0 0-1,0-1 1,0 1 0,0 0-1,0 0 1,0-1-1,19 23 1224,16 29-1253,76 146 910,-41-68-873,-63-118-65,1 0 1,0-1-1,1 0 0,0-1 0,1 0 0,0 0 0,16 10 0,27 26 12,-41-30-20,-1 0 0,0 0-1,-2 2 1,0-1-1,0 1 1,-2 0 0,11 34-1,5 10-8,4 5-13,-16-35 106,1-1 0,2-1 0,21 33 1,5-7-33,-25-35 2,1 1 0,-2 1 1,15 31-1,-19-35 112,0-1 1,1 0-1,25 27 1,7 13 60,-41-55-221,11 17 112,-13-19-127,0 0 0,0 0 0,0 0-1,0-1 1,0 1 0,0 0 0,0 0-1,0-1 1,0 1 0,0 0 0,0 0 0,0-1-1,1 1 1,-1 0 0,0 0 0,0 0-1,0-1 1,0 1 0,0 0 0,0 0 0,1 0-1,-1 0 1,0-1 0,0 1 0,0 0-1,0 0 1,1 0 0,-1 0 0,0 0 0,0 0-1,0-1 1,1 1 0,-1 0 0,0 0-1,0 0 1,1 0 0,-1 0 0,0 0 0,0 0-1,1 0 1,-1 0 0,0 0 0,0 0-1,0 0 1,1 0 0,-1 0 0,0 0 0,0 0-1,1 0 1,-1 1 0,0-1 0,0 0-1,0 0 1,1 0 0,-1 0 0,0 0 0,0 1-1,0-1 1,0 0 0,1 0 0,-1 0-5,0 12-4153,-6 118-6674,5-89 1646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1:08.21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732 214 2561,'0'0'13522,"-4"-23"-12315,-17-69-162,21 88-931,-2 1 0,1-1 0,0 1 0,-1-1 0,1 1 0,-1-1 1,0 1-1,0 0 0,-1 0 0,1 0 0,-1 0 0,1 0 1,-1 1-1,0-1 0,0 1 0,0 0 0,0-1 0,0 1 0,-1 1 1,1-1-1,-7-2 0,0 2 66,1 0 0,-1 1 0,1 0 0,-1 1 0,1 0 0,-13 1 0,-3 0 119,4 0-106,0 2-1,1 0 1,-1 1 0,1 1 0,0 1 0,0 1-1,1 0 1,0 2 0,0 0 0,1 1 0,0 1-1,-29 23 1,22-14-55,0 2 0,2 0-1,0 2 1,1 1-1,2 0 1,0 2 0,-24 43-1,35-49-70,0-1-1,1 1 1,1 0 0,1 1-1,1 0 1,-4 37-1,2 137 483,8-149-362,-1-40-154,0 0 0,1 0 0,0 0-1,0 0 1,0 0 0,1 0 0,0-1 0,1 1 0,0-1 0,0 1 0,0-1 0,0 0 0,9 10 0,-5-8 35,0 0 1,1-1 0,0 1-1,1-2 1,0 1 0,0-1-1,0-1 1,11 6 0,12 2 144,0-2-1,0-1 1,1-1 0,56 7 0,-36-11-101,1-2 0,77-5 0,-114 0-99,0-1-1,-1-1 1,1 0-1,-1-1 1,0-1-1,0 0 1,0-1-1,-1-1 1,0-1-1,18-13 1,0-2-3,-1-2 0,-1 0-1,31-37 1,-32 31 3,-1-2 0,30-47 0,-51 68-6,-1 1 0,0-1-1,-1 0 1,0-1-1,-1 0 1,-1 0-1,0 0 1,-1 0-1,-1 0 1,2-28-1,-3 10 10,0 21-8,0 0 1,-1 0-1,0 0 0,-1 0 0,0-1 0,-1 1 1,0 1-1,-1-1 0,0 0 0,-1 0 1,-7-15-1,-15-16-3,-2 2 0,-2 1 1,-1 2-1,-2 1 0,-45-39 1,69 69-8,0 0 0,0 0 0,-1 1 0,1 1 0,-1 0 0,0 0 0,0 1 0,-1 0 0,1 0 0,-1 2 0,-13-2 0,-6 1-6,-1 2-1,-53 5 0,47 5 31,29-7-17,-1 0 0,0 0 0,0-1 0,0-1 1,0 1-1,0-1 0,-12-1 0,20 0-18,2 8-585,-1-1 67,1 1-1,1-1 1,-1 0 0,1 1-1,0-1 1,1 0 0,0 0 0,0 0-1,1-1 1,-1 1 0,6 6-1,1 3-2095,4 10-4265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1:08.22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976 147 1384,'0'0'1766,"3"2"-1929,1 0 224,15 4 4290,-17-10-1302,9-21-2639,-5-39-674,0 3 3880,-6 61-3083,-8-2 9762,4 4-10800,-130 159 3164,93-112-2330,-43 70-1,9-12-62,-11 18-78,-27 33 20,38-67-102,-99 115 82,146-172-175,2 2-1,-31 55 1,7-11 70,-7 35 137,56-112-782,0-1-1,0 0 1,1 0-1,-1 0 0,1 1 1,0-1-1,0 0 1,0 0-1,0 1 1,0-1-1,1 3 1,-2 14-3183,-9 4-4224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1:08.22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478 325 3305,'0'0'7924,"8"-15"-6342,26-44 35,-33 58-1424,0 0-1,0-1 0,-1 1 1,1 0-1,0 0 0,-1-1 1,1 1-1,-1-1 0,0 1 1,0 0-1,1-1 1,-1 1-1,0-1 0,0 1 1,0-1-1,0 1 0,-1 0 1,1-1-1,-1-1 0,1 2-100,-1 0 0,1 1 1,-1-1-1,0 0 0,0 0 0,1 1 0,-1-1 0,0 0 0,0 1 0,0-1 1,0 0-1,0 1 0,0 0 0,1-1 0,-1 1 0,0-1 0,-1 1 0,1 0 0,-1 0 1,-6-1 127,0 0 1,0 1 0,1 1 0,-1-1 0,-8 3 0,9-2 213,-3 1-257,0 0 1,0 1-1,1 1 1,-1-1-1,1 2 1,0-1-1,0 1 0,1 1 1,-9 6-1,-74 63 817,85-69-952,-173 168 1347,172-164-1332,-1 1 0,2-1 0,-1 1 0,2 0 0,-1 1 0,2-1 0,-1 1 0,2 0 0,0 1 0,-3 19 0,2-5 74,2 1 0,1 0 0,4 47 0,-2-67-93,1-1-1,0 1 1,1-1-1,0 0 1,0 0-1,0 0 1,1 0-1,0-1 0,0 1 1,1-1-1,0 0 1,0-1-1,0 1 1,0-1-1,1 0 1,0 0-1,0 0 1,1-1-1,-1 0 1,11 4-1,5 3 102,1-1 0,-1-1 1,1-1-1,1-1 0,28 4 0,19 0 5,0-4 0,75-2 0,-135-5-136,-1-1-1,1-1 1,0 0 0,-1-1-1,0 0 1,1 0 0,18-10-1,68-42 43,-65 35-45,-18 11-5,10-4 47,0-1 0,-1-2-1,-1 0 1,-1-1-1,32-33 1,-36 30-22,-9 12-12,-1 0 1,1 0-1,-2-1 1,1 0-1,-1-1 1,0 1 0,-1-1-1,0 0 1,-1-1-1,0 1 1,-1-1 0,0 1-1,2-14 1,-2-36 26,-3-61 1,-2 36 15,1 70-51,0 0 1,-1 1-1,-1-1 1,0 1-1,-1-1 0,0 1 1,-2 1-1,1-1 0,-2 0 1,0 1-1,0 1 0,-14-19 1,14 22-7,0 1 1,0-1-1,-1 1 0,1 1 1,-2 0-1,1 0 0,-1 0 1,0 1-1,-1 1 1,1-1-1,-1 2 0,0-1 1,0 1-1,0 1 1,-1 0-1,0 0 0,-16-1 1,7 3 5,0-1 1,0-1 0,0 0-1,1-2 1,0 0 0,0-1-1,-24-12 1,36 16-9,0 0-1,-1 0 1,1 1 0,0 0-1,-1 0 1,1 0 0,-1 1-1,1 0 1,-1 1-1,1 0 1,-1 0 0,1 0-1,-1 1 1,1 0 0,0 0-1,0 1 1,0 0 0,0 1-1,1-1 1,-9 7-1,11-7-1,0 0-1,0 0 1,0 0-1,1 1 0,-1 0 1,1-1-1,0 1 1,0 0-1,0 1 0,1-1 1,-4 8-1,3-3-160,1 0 1,1-1-1,0 1 0,0 0 1,0 0-1,1 9 0,0 5-518,-1-5-694,1 0 1,1-1 0,0 1-1,1 0 1,1-1-1,1 0 1,6 18 0,9 11-5649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1:08.22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29 2577,'0'0'7917,"31"-16"-2866,-21 3-3002,-5 17 1278,-2 28 2110,-1-13-6472,16 78 1909,4 0 1,5-2-1,48 117 1,5-41-364,-71-153-442,9 23 196,-2 1-1,16 66 1,-21-72-182,-3-12 119,1-1-1,16 28 0,-14-29 4,0 2-1,10 31 1,-12-35-157,-8-18-35,0 0 1,1 0 0,-1 0 0,0 1 0,-1-1 0,1 0 0,0 1 0,-1-1-1,1 0 1,-1 4 0,2 1-1169,3 16-9712,-5-7 1547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1:08.22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591 120 2961,'0'0'12550,"3"-17"-11267,2-2-880,-2 10-79,-1 0 1,0 0-1,0 0 1,-1 0 0,0-19-1,-1 28-233,0-1 0,-1 1 0,1-1 0,0 1 0,0-1 0,-1 1 0,1-1 0,0 1 0,-1-1 0,1 1 0,0-1 0,-1 1 0,1-1 0,-1 1 0,1-1 1,-1 1-1,1 0 0,-1-1 0,1 1 0,-1 0 0,1 0 0,-1-1 0,1 1 0,-1 0 0,0 0 0,1 0 0,-1 0 0,1 0 0,-1 0 0,0 0 0,1 0 0,-1 0 0,-27 0 293,19 0-26,-6 0-84,2-1-26,-1 1 0,1 1 0,0-1 0,-1 2 0,1 0 0,0 1 0,0 0 0,0 1 0,-21 9 0,2 4 2,1 0 0,1 3-1,0 0 1,2 2 0,0 1 0,-29 32-1,42-38-156,0 0 0,1 1 0,1 1 0,0 1 0,2-1 0,0 2 0,2 0-1,0 0 1,1 0 0,-9 43 0,7 5 82,4-1 0,3 94 0,3-131-73,1-18-55,0 0 0,1 0 1,0 0-1,0-1 0,2 1 0,0-1 1,0 0-1,1 1 0,0-2 0,1 1 0,0-1 1,1 0-1,12 14 0,-12-16-20,0-1 0,0-1 0,1 1 0,0-1-1,1 0 1,-1-1 0,1 0 0,1-1 0,-1 0 0,1 0-1,0-1 1,0 0 0,0 0 0,0-1 0,1-1 0,17 3-1,26-2 84,1-1-1,78-9 1,-110 2-95,0-1 0,0-1 1,-1-1-1,1-1 0,-2-1 1,1-1-1,-2-1 1,1-1-1,-2 0 0,0-2 1,0 0-1,-2-1 0,0-1 1,15-20-1,-21 24-1,-1-1 0,0 0-1,-1-1 1,-1 0 0,-1-1 0,0 1-1,0-1 1,-2-1 0,0 1 0,-1-1-1,-1 0 1,2-31 0,7-288 87,-12 329-100,0 0 0,-1-1 0,0 1 0,-1 0-1,1 0 1,-1 0 0,-1 1 0,1-1 0,-1 0-1,0 1 1,-1 0 0,0-1 0,0 1 0,0 1 0,0-1-1,-1 1 1,0-1 0,0 1 0,-8-5 0,-10-6 5,0 1 0,-1 1 0,-47-20 0,41 20 31,-42-25 0,69 37-9,-1 0 0,1 0 0,-1 0 0,1 0 1,-1 1-1,0 0 0,0 0 0,1 0 0,-1 0 0,0 0 0,-5 1 0,8 0 23,0 0-1981,0 0 1703,1 0-1,0 0 0,-1 0 0,1 1 1,0-1-1,0 0 0,-1 0 0,1 0 1,0 0-1,0 1 0,-1-1 1,1 0-1,0 0 0,0 1 0,0-1 1,-1 0-1,1 0 0,0 1 1,0-1-1,0 0 0,0 0 0,0 1 1,-1-1-1,1 0 0,0 1 0,0-1 1,0 0-1,0 1 0,0-1 1,0 0-1,0 1 0,0-1 0,0 17-6496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1:08.22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1 620 1872,'0'0'17389,"20"0"-15213,132 0-347,-151-1-1820,1 1 0,-1-1 0,0 1 0,0-1 0,0 1 0,0-1 0,1 1 0,-1-1 0,0 0 0,0 0 0,0 0 0,0 1 0,-1-1 0,1 0 0,0 0 0,0 0 0,0-1 0,-1 1 0,1 0 0,-1 0 0,1 0 0,-1 0 0,1-1 0,-1 1 0,1 0 0,-1 0 0,0-1 0,0 1 0,0 0 0,0-3 0,1 1 2,-1-1 1,0 1-1,0-1 1,0 0-1,0 1 1,-1-1-1,1 1 1,-1 0-1,0-1 0,0 1 1,-2-4-1,0 2-3,-1 0 0,0 1 0,0 0 0,0 0 0,-1 0 0,1 1 0,-1-1 0,0 1 0,0 0 0,0 1 0,0-1 0,-10-2 0,13 4 5,0 0 1,0 0 0,0 0-1,0 1 1,0-1 0,0 1-1,0-1 1,0 1 0,-1 0-1,1 0 1,0 0 0,0 0-1,0 0 1,0 1-1,-1-1 1,1 1 0,0-1-1,0 1 1,0 0 0,0 0-1,0 0 1,0 0 0,0 0-1,0 0 1,1 0 0,-1 1-1,0-1 1,1 0 0,-1 1-1,1 0 1,-1-1 0,1 1-1,0 0 1,0 0 0,-2 2-1,-1 7 71,0-1-1,1 1 1,1 0 0,-1 0-1,1 0 1,1 0-1,0 0 1,1 13 0,0-19-60,1 1 1,0-1-1,0 0 1,0 0-1,0 0 0,1 0 1,0 0-1,0-1 1,0 1-1,1 0 1,-1-1-1,1 0 1,0 1-1,0-1 1,1 0-1,-1-1 0,1 1 1,0 0-1,5 3 1,-2-3-16,-1 1 0,1-1 0,0 0 1,1-1-1,-1 1 0,0-2 0,1 1 1,0-1-1,-1 0 0,1 0 0,0-1 1,0 0-1,0-1 0,0 0 0,0 0 0,0 0 1,0-1-1,0-1 0,0 1 0,0-1 1,-1 0-1,1-1 0,-1 0 0,11-5 1,8-11-209,-2-1 1,-1-1-1,0-1 1,-1-1-1,-2-1 1,0 0-1,-2-2 1,-1 0-1,-1-1 1,-1-1-1,15-37 1,-13 20 126,-2 1 1,-3-2 0,-1 0 0,-2 0 0,-2-1 0,1-89 0,-8 134 674,0 14 227,-3 45 185,-16 85 1,2-25-170,5 124-600,12-241-309,0 1 1,0-1-1,0 1 1,0-1-1,0 0 1,0 1-1,1-1 1,-1 1-1,0-1 1,0 1-1,1-1 1,-1 0-1,0 1 1,1-1-1,-1 0 1,0 1-1,1-1 1,-1 0-1,1 1 1,-1-1-1,0 0 1,1 0-1,-1 0 1,1 1-1,-1-1 1,1 0-1,-1 0 1,1 0-1,-1 0 1,1 0-1,-1 0 1,1 0-1,22 0-6093,-14 0-1180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1:08.22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0 119 1384,'0'0'15504,"24"-3"-14187,-7 1-1093,25-3 631,0 1 0,51 3 0,-77 3-577,15-1 65,-30-2-336,0 1-1,-1 0 0,1-1 0,0 1 0,-1 0 0,1-1 0,0 1 0,-1-1 0,1 1 0,-1-1 0,1 0 1,-1 1-1,1-1 0,-1 1 0,1-1 0,-1 0 0,0 1 0,1-1 0,-1 0 0,0 0 0,0 1 0,1-1 0,-1 0 1,0 0-1,0 1 0,0-1 0,0 0 0,0 0 0,0 0 0,0 1 0,0-1 0,0 0 0,-1 0 0,1 1 1,0-1-1,-1-1 0,0-2 20,0 0-1,-1 1 1,0-1 0,0 0 0,0 1 0,0 0-1,0-1 1,-1 1 0,1 0 0,-1 0 0,0 0 0,0 0-1,0 1 1,0-1 0,-1 1 0,1 0 0,-1 0 0,-6-3-1,2 1 170,0 1 0,0 0-1,-1 0 1,1 0-1,-1 1 1,0 1-1,0 0 1,-9-1-1,17 3-174,0-1-1,0 0 0,0 1 0,0-1 0,0 1 0,0-1 0,0 1 0,0 0 0,0-1 0,1 1 0,-1 0 0,0 0 0,0 0 0,1-1 0,-1 1 0,0 0 1,1 0-1,-1 0 0,1 0 0,-1 0 0,1 0 0,0 0 0,-1 0 0,1 0 0,0 0 0,0 1 0,-1-1 0,1 0 0,0 0 0,0 0 0,1 1 0,-2 49 220,2-36-181,0-2-46,0-1 0,1 1-1,1 0 1,0-1 0,1 0-1,0 1 1,1-1 0,0-1-1,1 1 1,0-1 0,15 21-1,-11-19-598,1-1-1,0 0 0,21 19 0,-22-23-794,-1-1 1,1-1 0,1 1-1,-1-1 1,15 5 0,6-5-5387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1:08.22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74 1632,'0'0'18611,"3"-5"-17193,-3 5-1382,1-1 1,-1 1 0,0-1-1,0 1 1,0-1 0,0 1-1,0-1 1,1 1 0,-1-1-1,0 1 1,0 0 0,1-1-1,-1 1 1,0-1 0,1 1-1,-1 0 1,0-1 0,1 1-1,-1 0 1,1-1 0,-1 1-1,1 0 1,-1 0 0,1-1-1,-1 1 1,1 0 0,-1 0-1,1 0 1,-1 0 0,1-1-1,-1 1 1,1 0 0,-1 0-1,1 0 1,-1 0 0,1 0-1,-1 0 1,1 1 0,-1-1-1,1 0 1,-1 0 0,1 0-1,-1 0 1,1 1 0,-1-1-1,0 0 1,1 0 0,-1 1-1,1-1 1,-1 0 0,1 1 0,-1-1-1,0 0 1,1 1 0,-1-1-1,0 1 1,1 0 0,15 43 1481,-13-31-1301,-2-7-121,1-1 1,0 1-1,0-1 1,0 0 0,0 1-1,1-1 1,6 9-1,-8-13-89,0 0-1,0-1 1,0 1 0,1 0-1,-1 0 1,0-1 0,1 1-1,-1-1 1,0 1-1,1-1 1,-1 1 0,0-1-1,1 0 1,-1 0 0,1 0-1,-1 0 1,1 0-1,-1 0 1,1 0 0,-1 0-1,0 0 1,1-1 0,-1 1-1,0-1 1,1 1-1,-1-1 1,0 1 0,1-1-1,-1 0 1,0 0 0,0 0-1,0 1 1,0-1-1,0 0 1,0 0 0,2-2-1,110-102-203,-97 86 180,-7 11 168,-2 25 102,-6-4-130,-2-11-119,1 0 1,0 0-1,0-1 0,0 1 1,0 0-1,1 0 0,-1-1 1,0 1-1,1 0 1,-1-1-1,1 1 0,0 0 1,-1-1-1,1 1 0,0-1 1,2 3-1,1-3 10,1 0 1,0 0-1,0-1 0,0 0 0,0 0 1,-1 0-1,1-1 0,0 1 1,8-3-1,0-4-12,0 1 1,0-1-1,12-11 0,13-6-3,7-10 189,-44 33 273,-1 10 6,-1 8-381,1 41 423,0-57-583,0 1-1,1 0 1,-1-1 0,0 1 0,1 0-1,-1-1 1,1 1 0,-1-1 0,1 1 0,0 0-1,-1-1 1,1 0 0,0 1 0,0-1-1,0 1 1,0-1 0,0 0 0,1 0 0,-1 0-1,0 0 1,1 0 0,-1 0 0,0 0-1,1 0 1,-1 0 0,1 0 0,-1-1 0,3 1-1,38 0-5850,-29-1 745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1:08.22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51 68 1384,'0'0'19120,"10"5"-18374,1 1-528,1 0 1,0-1-1,1 0 1,-1-1-1,1 0 0,0-1 1,0 0-1,25 1 1,-37-5-214,0 0 1,0 1 0,0-1 0,0 0 0,0 1-1,0-1 1,0 0 0,0 0 0,-1 0 0,1 0-1,0 0 1,0 0 0,-1 0 0,1 0 0,-1 0 0,1 0-1,-1 0 1,1 0 0,-1 0 0,0-1 0,1 1-1,-1 0 1,0 0 0,0 0 0,0-1 0,0 1-1,0 0 1,0 0 0,0-1 0,-1-1 0,1 0-1,0 0 1,0-1 0,0 1 0,-1 0-1,1 0 1,-1 0 0,0 0 0,0 0-1,0 0 1,0 0 0,-1 0 0,-1-3-1,-2 2-1,0 0-1,-1 0 1,1 1 0,-1 0-1,0 0 1,0 0-1,0 1 1,0 0-1,0 0 1,0 0-1,0 1 1,-1 0 0,1 0-1,-1 1 1,-7 0-1,11 0 3,-1 0 0,0 0 0,1 0 0,-1 1-1,0-1 1,1 1 0,-1 0 0,0 0 0,1 0 0,-1 0-1,1 1 1,0 0 0,-1-1 0,1 1 0,0 0-1,0 1 1,0-1 0,0 0 0,1 1 0,-1 0 0,1 0-1,-1 0 1,1 0 0,0 0 0,0 0 0,0 0 0,-1 5-1,0 2 32,0 0 0,1 0-1,0 0 1,1 0-1,0 0 1,0 0-1,1 0 1,2 17-1,-1-22-18,1 1-1,-1-1 0,1 1 0,0-1 0,0 0 0,0 0 0,1 0 0,0 0 1,0 0-1,0-1 0,1 1 0,-1-1 0,1 0 0,0 0 0,0 0 0,8 5 1,0-2-9,-1-1 1,1 0 0,-1-1 0,2 0 0,-1-1 0,0 0 0,1-1 0,0 0 0,0-2 0,-1 1 0,1-1 0,0-1 0,0 0 0,19-3 0,-27 2-4,0-1 1,0 0-1,1 1 0,-1-1 1,0-1-1,-1 1 0,1-1 0,0 0 1,-1 0-1,0 0 0,1-1 1,-1 0-1,-1 1 0,1-1 1,0-1-1,-1 1 0,0 0 1,4-8-1,-2 5 33,-1-1 1,1 0-1,-1-1 1,0 1-1,-1-1 0,0 0 1,-1 0-1,1 0 1,-2 0-1,2-10 0,-3 18 1343,2 2-1364,0 0 0,1 0 1,-1 0-1,0 0 0,0 0 0,0 0 1,0 0-1,0 1 0,0-1 0,0 1 0,0 0 1,-1 0-1,1-1 0,-1 1 0,1 0 1,-1 0-1,0 0 0,0 0 0,2 4 0,-2-3-13,0-1-1,0 0 1,1 1-1,-1-1 0,1 0 1,-1 0-1,1 0 0,0 1 1,-1-2-1,1 1 0,0 0 1,1 0-1,-1-1 0,0 1 1,0-1-1,1 0 1,-1 1-1,1-1 0,-1 0 1,1-1-1,-1 1 0,1 0 1,0-1-1,3 1 0,0-2 7,0 0 0,1 0 0,-1-1 0,0 0-1,0 0 1,0-1 0,0 1 0,-1-1-1,1-1 1,-1 1 0,0-1 0,1 0 0,-2 0-1,1 0 1,0-1 0,3-5 0,0 2-6,1 1 0,-1 0 0,1 0 1,17-10-1,-26 17 3,1 0 1,-1 1 0,1-1 0,-1 0-1,1 0 1,-1 1 0,1-1-1,-1 0 1,0 1 0,1-1-1,-1 0 1,0 1 0,1-1 0,-1 1-1,0-1 1,1 1 0,-1-1-1,0 1 1,0-1 0,0 1-1,1-1 1,-1 1 0,0-1-1,0 1 1,0-1 0,0 1 0,0-1-1,0 1 1,0-1 0,0 1-1,0-1 1,0 1 0,0-1-1,0 1 1,-1 0 0,1 30 119,0-25-98,0 2-36,1 1 0,-1-1 0,1 0 0,1 1 1,0-1-1,4 13 0,-5-19-198,0 1 1,0-1-1,0 0 1,0 0 0,0 0-1,0 0 1,1 0-1,-1 0 1,1-1-1,-1 1 1,1 0-1,0-1 1,0 1-1,0-1 1,0 0-1,0 1 1,0-1-1,0 0 1,0 0-1,0 0 1,0-1-1,1 1 1,-1 0-1,0-1 1,1 0 0,3 1-1,15-1-5671,-2 0-3014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1:08.22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76 0 1608,'0'0'19238,"-10"29"-17199,-29 97-596,31-91-984,1 1 0,2 0 1,1 0-1,2 0 0,4 63 1,1-17-386,-4-68-223,3 40 455,-2-52-401,0-1 0,0 1 0,1 0 0,-1 0 0,0-1-1,1 1 1,-1-1 0,1 1 0,0 0 0,-1-1-1,1 1 1,0-1 0,0 1 0,0-1 0,0 0 0,0 0-1,1 1 1,-1-1 0,0 0 0,0 0 0,1 0 0,-1 0-1,1 0 1,2 1 0,6-1-4346,-1-4-3534,-2-7-272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1:08.22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1408,'0'0'20261,"166"0"-20117,-127 0-128,12 0-16,-12 0-592,25 0-1801,-19 0-2712,0 0-2265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1:08.23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164 0 4825,'0'0'18692,"-22"2"-17701,-66 6-376,86-7-595,-1 0 1,1-1-1,-1 1 0,1 0 1,-1 0-1,1 0 1,0 1-1,0-1 1,-1 0-1,1 1 1,0 0-1,0-1 0,0 1 1,1 0-1,-1 0 1,0 0-1,1 0 1,-1 0-1,1 1 0,0-1 1,-1 0-1,1 1 1,0-1-1,1 1 1,-1-1-1,0 1 1,1-1-1,-1 1 0,1 0 1,0-1-1,0 6 1,-1 0-10,0-3-4,0 1 0,0-1 0,1 1-1,0 0 1,0 0 0,0-1 0,1 1-1,-1 0 1,1-1 0,3 8 0,-2-9-14,0 0 1,0-1-1,0 0 1,0 1-1,0-1 1,1 0-1,0 0 1,0 0-1,0-1 1,0 1-1,0-1 1,0 0-1,1 1 1,-1-1-1,6 2 1,13 6-9,-13-6-53,0 0 0,0 1 0,0-1-1,9 9 1,-16-12 53,0 1 0,0 0 0,0 0 1,0 0-1,0 1 0,-1-1 0,1 0 0,-1 1 0,1-1 0,-1 1 0,0-1 0,0 1 1,0 0-1,0-1 0,0 1 0,-1 0 0,1 0 0,-1 0 0,0 3 0,-1-3 32,1-1 0,-1 0 0,0 1 0,0-1 0,-1 0 0,1 1 0,0-1 0,-1 0 0,0 0-1,1 0 1,-1 0 0,0 0 0,0-1 0,0 1 0,0-1 0,0 1 0,0-1 0,0 0 0,-1 1 0,1-1-1,0 0 1,-1 0 0,-4 0 0,-2 3-87,0-2 0,-1 1 0,1-1 0,-1 0 0,-12 0 0,-4-2-4426,13 0-960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1:12.75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3569,'0'0'8798,"32"52"-3837,44 56-2284,-52-76-1974,39 65 0,143 226 1338,-145-238-1276,-4 3 1,73 150-1,-114-201-519,2 1 0,1-2 0,2-1 0,1 0 0,42 47 0,-26-35-146,-1 1 0,-3 2-1,-1 1 1,-3 2-1,23 57 1,-40-83-97,0-1 6,-2 0 0,0 1 0,12 53 0,-20-70-8,0-1 0,0 1 0,1-1 0,0 0 0,1 0 0,8 11 0,9 17 1,3-6 22,-25-30 368,7-20 570,-7-6-1947,0 14-6855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1:13.76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447 53 5977,'0'0'10469,"-8"-2"-9709,-16-2-114,0 1 0,0 0 0,-28 2 0,42 2-468,1-1 0,-1 1 0,0 1 0,1 0 0,-1 0 0,1 1 0,0 0 0,0 1 0,0 0 0,0 0 0,-12 9 0,5 0-42,1 1-1,1 0 1,0 1 0,1 1-1,0 0 1,2 1 0,0 0-1,1 0 1,0 1 0,2 1-1,0 0 1,1 0 0,-7 31 0,5-9 68,2 0 0,2 0 1,1 1-1,3-1 1,6 72-1,-4-104-153,1 1-1,0-1 1,1 0-1,0 0 1,1-1-1,-1 1 1,2-1-1,-1 1 1,1-1 0,1-1-1,-1 1 1,1-1-1,0 0 1,1 0-1,0-1 1,10 8-1,-6-5 60,1-1-1,0 0 0,0-1 1,0-1-1,1 0 0,0 0 1,1-1-1,-1-1 0,1 0 0,16 2 1,-9-3-31,0-1 1,0-1-1,0-1 0,1-1 1,-1-1-1,0 0 1,-1-2-1,1 0 0,-1-2 1,1 0-1,-2-1 1,29-14-1,-1-5 59,0-2 0,-1-2 1,-2-3-1,70-65 0,-95 79-69,-1 0-1,-1-1 1,0 0 0,-2-2-1,0 0 1,-2-1 0,0 0-1,-2 0 1,0-2 0,-2 1-1,13-52 1,-20 59 27,0 1 0,-1-1 0,-1-25 0,0 36-75,-1 1-1,1-1 0,-1 1 0,0-1 0,-1 1 0,1-1 1,-1 1-1,0 0 0,0 0 0,-1 0 0,0 0 0,0 0 1,-6-8-1,-4 1-19,0 0 0,0 1 1,-1 0-1,-1 1 0,0 1 0,0 0 1,-1 1-1,0 1 0,0 0 0,-1 1 1,0 1-1,0 1 0,0 0 0,-1 1 1,1 1-1,-23 0 0,12 1-12,0 1 0,0 2 0,1 1 0,-1 0 0,1 3 0,-37 10 0,17 0-1,19-7 11,0 0 0,1 2 0,1 1 0,0 1 0,-29 20 0,53-32-54,1 0-1,0 0 0,-1 0 0,1 0 1,0 0-1,0 0 0,0 1 0,0-1 1,0 0-1,0 1 0,0-1 0,0 1 1,0-1-1,0 1 0,1-1 0,-1 1 1,1 0-1,-1-1 0,1 1 0,0 0 1,0-1-1,0 1 0,0 0 0,0-1 1,0 1-1,0 0 0,0-1 0,1 1 1,-1 0-1,1-1 0,-1 1 0,1 0 1,-1-1-1,1 1 0,0-1 0,0 1 1,0-1-1,0 0 0,0 1 0,0-1 1,0 0-1,0 0 0,1 0 0,-1 1 1,3 0-1,6 4-2340,-1 0-4646,-2-5-3024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1:20.55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 45 1744,'0'0'4740,"0"-34"-3271,-1 24 1803,-4 11 4453,7 8-5646,-1-7-2029,-1 0 1,1 0-1,0-1 0,0 1 0,0 0 0,1-1 0,-1 0 0,0 1 0,1-1 0,-1 1 0,0-1 1,3 1-1,9 3 40,0-2 1,0 0 0,0 0 0,0-2-1,0 1 1,1-2 0,-1 1-1,25-4 1,6 1-46,27 3 66,133-18 0,-190 14-158,7-1 245,-18 7-82,-9 5-61,-12 13-42,1 1 1,2 1-1,-21 36 0,9-14-4,-46 96 22,10-17 196,58-115-188,1 0 0,0 0 0,1 1 0,0 0 0,1 0-1,-1 0 1,0 13 0,3-22 6,0-6-5512,0-12 2147,0 0-2637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1:21.18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5337,'0'0'8099,"3"1"-3771,14 4-3744,483-5 4992,-501 0-5800,0 1-1,0-1 1,0 0 0,0 0 0,0 0 0,-1 1-1,1-1 1,0 0 0,0 1 0,0-1 0,0 1 0,0-1-1,0 1 1,1 0 0,-1-1 0,0 1 0,0 0-1,0 0 1,1 0 0,-1-1 0,0 1 0,0 2-1,-4 2-1545,-6 5-3312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3:00.71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411 113 1016,'0'0'12775,"0"-10"-11632,0-31-262,0 40-837,0 1-1,-1-1 0,1 0 0,0 0 1,-1 1-1,1-1 0,-1 1 0,1-1 1,0 0-1,-1 1 0,0-1 0,1 1 1,-1-1-1,1 1 0,-1-1 1,1 1-1,-1 0 0,0-1 0,0 1 1,1 0-1,-1-1 0,0 1 0,1 0 1,-1 0-1,0 0 0,0 0 0,1 0 1,-1-1-1,0 1 0,0 1 0,1-1 1,-1 0-1,0 0 0,0 0 0,1 0 1,-1 0-1,0 1 0,-1 0 1,0-1 69,-7 1-48,0 1 0,0 0 1,0 0-1,0 1 1,0 0-1,1 1 0,-1 0 1,1 0-1,0 1 0,0 0 1,-14 12-1,-7 7 156,-40 41 1,52-46-154,0 0 0,1 1 0,1 1-1,1 0 1,1 1 0,1 0 0,1 1 0,1 1 0,1-1 0,1 1 0,1 1 0,1 0 0,1 0 0,1 0 0,1 0 0,2 28 0,0-36-28,2 0 0,0 0 1,1-1-1,1 1 0,0-1 1,8 22-1,-9-31-15,1 0 0,1-1 0,-1 1-1,1-1 1,0 0 0,0 0 0,1 0 0,0-1 0,0 0-1,0 0 1,0 0 0,1 0 0,0-1 0,0 0 0,0 0-1,1-1 1,10 5 0,3-2 60,0-1 0,0-1 0,0-1 0,0-1 0,0 0 0,1-2 0,-1 0 0,1-2 0,21-3 0,-30 2-61,0 0 1,0-1 0,0-1 0,-1 0 0,1 0 0,-1-1 0,0 0-1,-1-1 1,0 0 0,0-1 0,0 0 0,11-13 0,-2 0 115,-1 0 1,-1-1 0,-1-1 0,20-38 0,-27 41 8,-1 0 0,-1 0 0,0-1 0,-2 1 1,0-2-1,-1 1 0,-1 0 0,0-44 0,-4 33-67,-1-1 0,-2 1 0,-1 0 0,-1 0 1,-14-40-1,16 58-80,-1 0 1,-1 0-1,-1 0 1,0 1-1,-17-25 1,20 33 5,0 1 0,0 0 0,0 0 0,0 0 0,-1 0 0,1 0 0,-1 1 0,0 0 0,0 0 0,0 0 0,-1 1-1,1 0 1,-1 0 0,1 0 0,-1 1 0,0-1 0,1 1 0,-9 0 0,5 0-9,-1 1-1,0 0 1,0 1-1,0 0 1,1 1 0,-1 0-1,0 0 1,1 1-1,0 0 1,-1 0-1,1 1 1,1 1 0,-1 0-1,1 0 1,-1 0-1,2 1 1,-1 0-1,0 1 1,1-1-1,1 2 1,-1-1 0,1 1-1,0 0 1,-6 10-1,6-8-153,1 0 0,0 0 1,1 1-1,0-1 0,0 1 0,1 0 0,0 0 0,1 0 0,-1 15 0,2-14-1118,1-1 0,1 1 0,0 0 0,0-1 0,4 15 0,2-2-4211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3:00.71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0 568,'0'0'5016,"14"2"-4140,113 6 2234,-86-9-2813,-26 0-44,0 0 1,0 1-1,0 1 0,16 3 1,-26-3-168,-1 0-1,1 1 1,0 0 0,-1 0 0,1 0 0,-1 0-1,1 1 1,-1-1 0,0 1 0,0 0-1,0 0 1,-1 1 0,1-1 0,-1 1-1,0 0 1,4 5 0,2 8 96,-1 0 0,-1 1 0,0 0 0,-1 0-1,-2 0 1,1 1 0,-2-1 0,-1 1 0,1 22 0,6 34-114,-6-46 252,-1-1 0,-4 48-1,0-16 390,-17 27 516,6-46 2877,7-44-2753,-2-7-1047,4 2-271,-1 0 0,0 1-1,0 0 1,-1 0 0,0 0 0,-10-9 0,12 12-26,-1 0 0,0 0 0,1 0 1,0-1-1,0 0 0,0 0 0,0 0 1,1 0-1,0-1 0,0 1 1,1-1-1,-1 0 0,1 0 0,-2-11 1,3 16-6,1-1 0,0 1 0,-1 0 1,0 0-1,1-1 0,-1 1 0,0 0 1,1 0-1,-1 0 0,0 0 0,0 0 1,0 0-1,0 0 0,0 0 0,0 0 0,0 1 1,0-1-1,0 0 0,-1 1 0,1-1 1,0 0-1,0 1 0,-2-1 0,2 1 0,1 0 0,0 0 1,0 0-1,-1 0 0,1-1 0,0 1 0,-1 0 0,1 0 0,0 0 0,-1 0 0,1 0 0,0 0 0,-1 0 0,1 0 0,0 0 1,-1 0-1,1 0 0,0 1 0,-1-1 0,1 0 0,0 0 0,0 0 0,-1 0 0,1 0 0,0 1 0,0-1 0,-1 0 0,1 0 1,0 0-1,0 1 0,-1-1 0,1 0 0,0 1 0,7 19 1,1-9-2,-1 1 0,2-2 0,0 1-1,0-1 1,1 0 0,13 9 0,-20-16 2,0-1-1,0 1 1,-1-1-1,1 1 1,-1 0-1,1 0 1,-1 0-1,0 0 1,0 0-1,-1 1 1,1-1-1,0 1 1,-1-1-1,0 1 1,1 5-1,6 15 300,-7-24-295,-1 1 1,0-1-1,1 1 0,-1-1 0,0 0 1,1 1-1,-1-1 0,1 1 0,-1-1 1,1 0-1,-1 1 0,1-1 1,-1 0-1,1 0 0,-1 1 0,1-1 1,-1 0-1,1 0 0,0 0 0,-1 0 1,1 0-1,-1 1 0,1-1 0,-1 0 1,1 0-1,0-1 0,-1 1 0,1 0 1,-1 0-1,1 0 0,-1 0 1,1 0-1,-1-1 0,1 1 0,0 0 1,-1 0-1,1-1 0,-1 1 0,0 0 1,1-1-1,-1 1 0,1-1 0,-1 1 1,0-1-1,1 1 0,-1 0 0,0-1 1,1 1-1,-1-1 0,0 1 1,1-1-1,-1 0 0,0 1 0,0-1 1,0 1-1,0-1 0,12-14-3,1 1 0,1 0 0,0 1 0,0 1 0,27-18 0,12-9 57,-49 35-18,0 1-1,0 0 1,0 0 0,0 0-1,1 0 1,-1 1 0,1 0-1,0 0 1,0 0 0,0 1-1,0-1 1,0 1 0,0 0-1,0 1 1,7-1 0,2-1 376,-17-1-742,2 2 150,-1 1 0,0 0 0,0 0 0,1 0 0,-1 0 0,0 0 0,1 1 0,-1-1 0,0 0 0,0 1 0,1-1 0,-1 1 0,1 0 0,-1-1 1,0 1-1,-1 2 0,-40 23-7878,23-19 1006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3:00.71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0 183 2913,'0'0'8296,"5"-11"-7228,19-33-208,-23 43-777,0-1 0,0 0 0,1 1 0,-1-1 0,0 1 0,1-1 0,-1 1 0,1 0 0,0 0 0,-1 0 0,1 0 0,0 0 0,0 0 0,-1 0 0,1 0 0,0 1 0,0-1 0,0 1 0,0-1 0,0 1 0,0 0 0,0 0 0,0 0-1,0 0 1,0 0 0,0 0 0,3 1 0,-1 0 27,-1 0-1,1 0 1,0 0-1,-1 1 1,1 0-1,-1 0 1,1 0-1,-1 0 1,0 0-1,5 4 1,7 12 95,0 1 0,-1 1-1,-1 0 1,-2 0 0,1 1 0,-2 1 0,11 33 0,-16-43-156,0-133 2755,-4 111-2824,0 0 0,1 0 1,0 0-1,1 0 1,0 1-1,1-1 1,-1 1-1,2 0 0,0 0 1,0 0-1,0 0 1,1 1-1,0 0 1,1 0-1,0 1 1,0 0-1,0 0 0,1 1 1,0-1-1,0 2 1,1-1-1,0 1 1,0 1-1,0-1 1,0 2-1,15-5 0,-21 7-307,0-1 0,1 1 0,-1 1 0,0-1 0,1 0 0,-1 1 0,0 0-1,1-1 1,-1 1 0,0 1 0,1-1 0,-1 0 0,0 1 0,1 0 0,-1 0-1,0 0 1,0 0 0,0 0 0,1 1 0,-1-1 0,-1 1 0,1 0 0,0 0-1,0 0 1,-1 0 0,1 0 0,-1 1 0,0-1 0,1 1 0,2 5 0,8 12-3960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3:00.71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 49 1272,'0'0'10246,"0"0"-10100,1 0 0,0 0 0,0 0-1,0 1 1,-1-1 0,1 0-1,0 0 1,0 0 0,0 1-1,-1-1 1,1 0 0,0 1-1,0-1 1,-1 1 0,1-1-1,0 1 1,-1-1 0,1 1-1,-1-1 1,1 1 0,0 0 0,-1-1-1,1 1 1,0 1 0,-3 7 251,-3 5-160,1 1 0,1 0 0,0 0 0,1 0 0,1 1 0,0-1 0,1 0-1,4 27 1,-4-41-223,0 0 0,0 1 0,1-1-1,-1 0 1,0 0 0,1 0-1,-1 0 1,1 0 0,-1 0 0,1 0-1,0 0 1,-1 0 0,1 0 0,0 0-1,0-1 1,0 1 0,-1 0-1,1 0 1,0-1 0,0 1 0,0 0-1,0-1 1,0 1 0,0-1-1,1 0 1,-1 1 0,0-1 0,0 0-1,0 0 1,0 1 0,0-1 0,1 0-1,-1 0 1,0 0 0,0 0-1,0-1 1,0 1 0,0 0 0,1 0-1,-1-1 1,0 1 0,0 0-1,0-1 1,0 0 0,1 0 0,2-1 55,0 0-1,0 0 1,-1 0 0,1-1 0,-1 0 0,0 1-1,1-1 1,-1 0 0,0-1 0,3-4 0,-1-3 88,0-1 0,-1 0 0,-1 0 0,0 0 0,0-1 0,-1 1 0,-1-1 0,0 1 0,-1-1 0,-1-17 0,1 9 186,0 20-334,-1-1 0,1 0 0,0 1 0,0-1 0,-1 0 0,1 1 0,-1-1 0,1 0 0,-1 1 0,0-1 0,0 1 0,0-1 0,0 1 0,0 0 1,0-1-1,0 1 0,0 0 0,0-1 0,-1 1 0,1 0 0,0 0 0,-1 0 0,1 0 0,-1 1 0,1-1 0,-1 0 0,1 1 0,-1-1 0,0 1 0,1-1 1,-4 1-1,-5-2-79,-1 0 1,1 2 0,-1-1 0,-11 2 0,7-1-333,14 42-3964,1-37 3882,0-1 0,0 0 1,0 0-1,1 1 0,0-1 1,0 0-1,0 0 0,0 0 0,0 0 1,1 0-1,0 0 0,0 0 1,0-1-1,0 1 0,1 0 0,3 3 1,8 8-5587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3:00.71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103 69 1296,'0'0'14805,"0"-4"-13828,0 3-940,0 0 0,0 0 0,0 0 0,-1 0 0,1 0-1,0 0 1,-1 0 0,1 0 0,-1 0 0,1 0 0,-1 1 0,1-1 0,-1 0-1,1 0 1,-1 0 0,0 1 0,1-1 0,-1 0 0,0 1 0,0-1-1,0 1 1,0-1 0,1 1 0,-1-1 0,0 1 0,0-1 0,0 1-1,0 0 1,0 0 0,0-1 0,0 1 0,0 0 0,0 0 0,0 0-1,0 0 1,0 0 0,0 0 0,0 0 0,0 1 0,0-1 0,0 0 0,0 0-1,0 1 1,0-1 0,0 1 0,0-1 0,0 1 0,1-1 0,-2 2-1,-2 0-23,0 0 0,0 0-1,1 0 1,-1 1 0,1-1-1,0 1 1,0 0 0,0 0-1,0 0 1,0 0-1,0 1 1,1-1 0,0 1-1,0-1 1,0 1 0,0 0-1,0 0 1,1 0 0,0 0-1,-1 5 1,-2 8-19,2-1 0,0 1-1,2 28 1,0-44 7,0 0-2,0 0 1,0 0 0,0 0-1,0 0 1,0 0-1,1-1 1,-1 1-1,0 0 1,1 0 0,-1 0-1,1-1 1,-1 1-1,1 0 1,-1 0-1,1-1 1,0 1 0,-1 0-1,1-1 1,0 1-1,-1-1 1,1 1-1,0-1 1,0 1 0,0-1-1,1 1 1,31 5 136,-29-6-114,0 0 0,0 0 0,0 0 0,1-1 1,-1 0-1,0 0 0,0 0 0,0 0 0,0 0 0,0-1 0,-1 0 0,1 0 0,5-3 1,-5-1 11,-1 0 0,1-1 1,-1 0-1,0 1 0,0-1 1,-1 0-1,0 0 0,0-1 1,-1 1-1,0 0 0,0-1 1,-1 1-1,0-1 0,0 1 1,-2-13-1,1-7 55,1 24-75,0 0 0,0 0 0,0 0 0,0 1 0,-1-1 0,1 0 0,-1 0 0,0 1 0,0-1 0,0 0 0,0 1 0,0-1 0,-1 1-1,1-1 1,-1 1 0,0 0 0,1-1 0,-1 1 0,0 0 0,0 0 0,-5-3 0,3 3-96,0 0 1,0 1-1,0-1 0,0 1 1,0-1-1,-1 1 1,1 1-1,-1-1 0,1 0 1,0 1-1,-1 0 0,1 0 1,-9 2-1,12-2-36,0 0 0,0 1 0,0-1 0,0 0 0,0 1 0,0-1 0,0 1 0,1-1 0,-1 1 0,0 0 0,0-1 0,0 1 0,1 0 0,-1-1 0,0 1 0,1 0 0,-1 0 0,0 0-1,1 0 1,0 0 0,-1-1 0,1 1 0,-1 0 0,1 0 0,0 0 0,0 0 0,-1 0 0,1 2 0,-1 35-3544,2-26 1807,-1 8-2124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3:00.71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1144,'0'0'15417,"1"4"-14322,3 24 2,-1 1 1,-1-1-1,-4 55 1,0-19-654,-4 55-329,6-118-123,1 0-1,-1 0 1,1 0 0,0 0 0,0 0-1,-1 0 1,1 0 0,0-1 0,0 1-1,0 0 1,0-1 0,0 1 0,0-1-1,0 1 1,0-1 0,0 1 0,0-1-1,0 0 1,0 1 0,0-1 0,1 0 0,-1 0-1,0 0 1,2 0 0,30 3-1453,-19-2 162,22-2-2041,-16-7-2539,-7-6-652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3:00.72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23 1768,'0'0'16260,"103"-16"-15844,-64 13 16,5 0-200,-5 3-184,-1 0-48,-12 0-224,-13 0-1064,-7 13-3057,-6-1-2641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3:00.72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389 55 2929,'0'0'7130,"6"-3"-6475,32-19-29,-38 22-507,1-1 0,-1 1-1,1 0 1,-1-1 0,1 1 0,-1-1 0,1 1 0,-1-1 0,1 1 0,-1-1-1,1 1 1,-1-1 0,0 1 0,1-1 0,-1 1 0,0-1 0,1 0 0,-1 1-1,0-1 1,0 0 0,0 1 0,0-1 0,0 0 0,0 1 0,0-1 0,0 0-1,0 1 1,0-1 0,0 0 0,0 1 0,0-1 0,0 0 0,-1 1 0,1-1-1,0 0 1,0 1 0,-1-1 0,1 1 0,-1-1 0,1 1 0,0-1 0,-1 1-1,1-1 1,-1 1 0,1-1 0,-1 1 0,1-1 0,-1 1 0,0 0 0,1-1-1,-1 1 1,1 0 0,-1 0 0,0-1 0,1 1 0,-1 0 0,-1 0 0,-9 1-9,0 0 0,1 1 1,-1 1-1,0-1 1,1 2-1,0 0 0,-1 0 1,1 1-1,1 0 1,-1 0-1,1 1 0,-17 14 1,-4 6 203,1 2 1,-31 36 0,42-44-240,2 0-1,0 1 1,2 1 0,0 1 0,1 0 0,2 0-1,0 1 1,2 1 0,0 0 0,2 0 0,1 1 0,0-1-1,2 1 1,2 1 0,0-1 0,1 0 0,2 0-1,0 1 1,8 35 0,-4-45 50,0-1 0,0 0-1,2 0 1,0 0 0,1-1 0,0 0 0,2-1-1,-1 0 1,2 0 0,16 17 0,-19-22-75,1-1 1,1 0-1,-1 0 1,1-1-1,0-1 1,1 1-1,0-2 1,0 1-1,0-1 1,0-1-1,1 0 1,0-1-1,0 0 1,0-1-1,16 1 1,-5-1 33,-1-2 0,1 0 0,0-2 0,-1-1 0,1 0 0,37-12 0,-51 12-48,0-1 0,0 0 0,-1-1 0,1 0 0,-1 0 0,0-1 1,0 0-1,-1 0 0,0-1 0,0 0 0,0 0 0,-1-1 0,0 0 0,-1 0 0,1 0 0,-2 0 0,1-1 0,4-12 0,-3 3 20,-1 0 0,0 0 0,-1-1 0,-1 1 0,0-23-1,-2-99-5,-3 68-48,3 42 7,-2 0 1,-2 0 0,0 0-1,-9-31 1,8 47-9,-1 0-1,0 0 1,-1 1 0,-1-1 0,0 1-1,0 1 1,-1-1 0,-1 1-1,0 1 1,-15-14 0,16 17-6,0 0 1,0 1-1,-1 0 0,0 1 1,0 0-1,0 0 1,-1 1-1,-19-8 0,13 9 3,1 1-1,-1 0 0,0 1 0,0 0 0,-24 1 0,9 1 0,5-1 2,-1 2 1,1 0-1,-44 9 1,65-8 4,4-2-29,1 26-3678,0 21-3469,0-30 535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3:00.72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1135 1 1512,'0'0'6987,"13"4"4976,-15 4-11753,-1 1 1,0-1-1,-1 0 0,1 0 1,-1-1-1,-1 1 1,1-1-1,-1 0 0,-1 0 1,-10 10-1,-6 12 124,-162 235 1090,-421 551 253,549-748-1663,-41 47 7,74-91-13,1 1 0,1 0 0,1 1 1,-23 40-1,73-92 1084,-28 25-1470,1 0 0,-1 1 0,0 0 0,1-1 0,-1 1 0,1 0 0,-1 0 0,1 1 1,-1-1-1,1 0 0,2 1 0,-3 4-4113,-4 14 689,-3 5-4004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3:00.72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535 109 1688,'0'0'14178,"-15"-8"-13467,-50-22-74,61 29-553,0 0 0,-1 0 0,1 0 0,0 0 0,-1 1 0,1 0 0,0 0 0,-1 0 0,1 0-1,0 1 1,-1-1 0,1 1 0,0 0 0,0 1 0,0-1 0,-1 1 0,-3 2 0,-5 3 190,0 1 0,1 1 1,-17 15-1,5-5 48,-6 3-81,1 2 0,1 1 0,1 1 0,2 1 0,-32 44 0,46-54-215,0 0 0,2 0-1,0 1 1,0 0 0,2 1 0,1-1-1,0 1 1,1 1 0,1-1 0,1 1-1,1 0 1,0 20 0,1-22-26,0-1 13,1 0-1,0 1 1,1-1 0,1 0-1,1 0 1,0 0-1,1-1 1,1 1 0,12 28-1,-4-20 12,2-1 0,0 0 0,2-1 0,0-1 0,29 28 0,-36-40-11,0-1 1,0-1 0,1 0 0,0 0-1,1-1 1,0-1 0,0 0 0,0 0 0,0-1-1,1-1 1,0 0 0,0-1 0,22 3-1,-12-4 64,0 0 0,0-2 0,0-1-1,0 0 1,0-2 0,0-1 0,-1 0-1,0-2 1,1-1 0,-2 0 0,1-2-1,37-20 1,-33 13-15,-1 0 0,0-2 0,-2 0 0,0-2 0,-1-1 0,-1 0 0,-1-2 0,-1 0 0,-1-1 0,-1-1 0,-1 0 0,-1-2 0,-2 1 0,0-2 0,-2 0 0,-1 0 0,-1-1 0,7-48 0,-6-4 120,-1-122 0,-10 196-176,1 1 0,-1 0 0,1 0 0,-2-1 0,1 1 0,-1 0 0,0 0 0,0 0-1,0 1 1,-1-1 0,0 0 0,0 1 0,-1 0 0,-7-9 0,4 6 20,-1 0-1,-1 1 1,0 0-1,0 0 1,0 1-1,0 0 1,-19-7-1,-4 1 81,0 1-1,-1 2 1,0 1 0,-53-6-1,45 12 22,30 2-62,0 0-1,1-1 1,-1 0-1,0-1 1,0 0-1,-16-6 1,26 5 215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3:00.72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0 138 2841,'0'0'12878,"5"-5"-11613,0 0-874,-1 0 1,1 1-1,-1 0 1,1 0 0,1 0-1,-1 0 1,11-5-1,-13 8-333,-1 0-1,0 1 1,1-1 0,-1 1-1,0-1 1,1 1 0,-1 0-1,1 0 1,-1 0-1,0 0 1,1 0 0,-1 1-1,0-1 1,1 1-1,-1-1 1,0 1 0,1 0-1,-1 0 1,0 0 0,0 0-1,0 0 1,0 1-1,0-1 1,0 1 0,0-1-1,0 1 1,-1 0-1,1 0 1,1 2 0,5 5-32,-1 0 0,0 1 0,0 0 0,-1 0 0,0 1 0,-1 0 0,0 0 0,-1 0 1,0 0-1,-1 1 0,0-1 0,-1 1 0,2 21 0,-4-32 367,-1-12 104,-12-35-172,9 32-291,0-1 1,0 1-1,2-1 1,-2-27-1,4 32-19,-1 4-11,1 0 1,0 1-1,0-1 0,1 0 1,0 0-1,3-10 0,-3 13-8,1 0 0,0 1-1,0-1 1,0 0 0,0 1 0,0 0-1,0-1 1,1 1 0,-1 0 0,1 0-1,0 1 1,-1-1 0,1 0 0,5-1-1,60-25-960,-63 26 262,0 1-1,0 0 1,0 1-1,-1-1 1,1 1-1,0 0 0,8 1 1,-6 3-3849,0 4-1520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3:00.72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132 23 1216,'0'0'16506,"-11"5"-15964,0-1-396,1 1 0,0 0-1,0 1 1,-14 10 0,21-13-102,-1 1 1,0-1-1,0 0 1,1 1-1,0 0 0,0 0 1,0 0-1,0 0 0,1 1 1,0-1-1,0 1 0,0-1 1,0 1-1,0 0 1,-1 8-1,0 10 41,1-16-74,0-1-1,1 1 0,0 0 0,0 0 1,1 0-1,0 0 0,0 0 1,1 0-1,-1 0 0,3 7 1,1-13 23,0 0 1,1 0 0,-1 0-1,0 0 1,1-1 0,-1 1-1,0-1 1,1 0 0,-1-1-1,0 1 1,1-1 0,6-2-1,-6 0-3,0 0 0,-1 0 0,1-1-1,-1 1 1,0-1 0,0 0 0,0 0 0,-1-1-1,1 1 1,-1-1 0,0 0 0,0 0-1,-1 0 1,0 0 0,1 0 0,-2-1-1,1 1 1,1-11 0,0 3 26,0-1-1,-2 1 1,1-1 0,-2 1-1,0-1 1,-3-26 0,2 39-58,1-1-1,0 1 1,-1-1 0,1 1-1,-1 0 1,1-1 0,-1 1 0,1 0-1,-1-1 1,0 1 0,0 0-1,0 0 1,0 0 0,0-1 0,0 1-1,0 0 1,0 0 0,0 1-1,-1-1 1,1 0 0,0 0 0,0 0-1,-1 1 1,1-1 0,-1 1-1,1-1 1,0 1 0,-3-1 0,3 1-113,-1 0 0,1 0 1,-1 1-1,1-1 1,-1 0-1,1 0 1,-1 1-1,1-1 1,0 1-1,-1-1 1,1 1-1,0 0 1,-1 0-1,1-1 1,0 1-1,0 0 0,0 0 1,0 0-1,-1 0 1,2 0-1,-1 0 1,0 1-1,0-1 1,0 0-1,0 0 1,1 1-1,-1-1 1,1 1-1,-2 1 0,0 5-785,-1 1-1,1-1 0,1 1 0,-1-1 0,1 14 0,1 4-3021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3:00.72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0 0 968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3:00.72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39 968,'134'9'6479,"-106"-13"-2103,-31-4 3780,-4 17-8088,2-1 0,-1 1-1,1 0 1,1 1 0,-1-1 0,2 1 0,-1 0-1,1 0 1,1 0 0,0 1 0,0-1 0,0 20-1,3-29-60,-1 0-1,0 0 1,1 0-1,-1 0 1,1 0 0,-1 0-1,1 0 1,0 0-1,-1 0 1,1 0-1,0 0 1,0 0-1,-1 0 1,1 0-1,0-1 1,0 1-1,0 0 1,0-1-1,0 1 1,0-1-1,0 1 1,1-1-1,-1 1 1,0-1-1,0 0 1,0 1-1,0-1 1,0 0-1,1 0 1,-1 0-1,1 0 1,48 1 322,-39-1-270,-8 0-37,-1-1 0,1 0 0,-1 1 0,1-1 0,-1 0 0,0 0 0,1-1 0,-1 1 0,0 0 0,0-1 1,0 1-1,0-1 0,0 0 0,0 0 0,0 1 0,0-1 0,-1 0 0,1-1 0,-1 1 0,0 0 0,1 0 1,-1-1-1,0 1 0,0 0 0,-1-1 0,1 1 0,0-1 0,-1 0 0,0 1 0,1-3 0,2-13 287,-1 0-1,0-34 0,-2 49-245,0 1-39,0 0 0,-1 0 0,1 0 1,0 0-1,-1 0 0,1 0 0,-1 0 0,0 0 0,0 0 0,0 0 1,0 0-1,0 1 0,0-1 0,0 0 0,-1 0 0,1 1 0,0-1 1,-1 1-1,0 0 0,1-1 0,-1 1 0,0 0 0,1 0 0,-1 0 1,0 0-1,0 0 0,0 0 0,0 1 0,-4-2 0,-4 0-63,0 0 0,-1 0 0,1 1-1,-18 1 1,27 1-62,0-1 0,-1 1-1,1 0 1,0 0 0,0 0 0,0 0 0,1 0-1,-1 0 1,0 0 0,0 0 0,0 0 0,1 1-1,-1-1 1,1 0 0,-1 0 0,1 1-1,-1-1 1,1 0 0,0 1 0,0-1 0,-1 0-1,1 1 1,0-1 0,0 0 0,0 1 0,1-1-1,-1 3 1,5 40-4684,10-25 968,-1-5-1042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3:00.72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133 2 4721,'0'0'17862,"-5"-1"-17267,3 0-541,-1 1 0,0 0 0,1 1-1,-1-1 1,0 0 0,1 1 0,-1 0-1,1-1 1,-1 1 0,1 0 0,-1 0-1,1 0 1,0 1 0,-1-1 0,1 1-1,0-1 1,0 1 0,0 0 0,0 0-1,0 0 1,0 0 0,1 0 0,-1 0-1,-1 4 1,-6 6 95,0 0 0,1 1 1,-10 22-1,12-20-131,1 0 1,1 0 0,1 0-1,0 1 1,1-1 0,0 1-1,1-1 1,1 1 0,1 0-1,3 22 1,-3-34-36,0-1 0,0 0-1,0 0 1,0 0 0,0 1 0,1-1 0,0 0-1,-1-1 1,1 1 0,0 0 0,0 0-1,1-1 1,-1 1 0,0-1 0,1 0 0,-1 0-1,1 0 1,0 0 0,0 0 0,0 0-1,0-1 1,0 0 0,0 1 0,0-1 0,1 0-1,2 0 1,10 2-1190,-1 0 0,1-2 0,0 0 0,19-1 0,-19 0-1300,-9-1-1639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3:00.72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45 1672,'0'0'17132,"174"-41"-16756,-136 37-184,-6 4-192,7 0-40,-7 0-1032,-13 10-1769,0 0-3976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3:00.73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92 1488,'0'2'10254,"0"-4"-8945,0-2-1140,0 0 0,1 0 0,0 1 0,0-1 0,0 0 0,0 1 0,1-1 0,-1 1 0,1-1 0,0 1 0,0 0 0,0-1 0,0 1-1,1 0 1,-1 1 0,1-1 0,0 0 0,-1 1 0,1-1 0,1 1 0,-1 0 0,0 0 0,4-1 0,-2 0-117,0 1 0,0 0 0,1 0-1,-1 0 1,0 1 0,1-1 0,-1 1-1,1 1 1,-1-1 0,1 1 0,0 0-1,-1 0 1,1 1 0,-1 0 0,11 2-1,-13-1-25,0-1 0,0 1 0,0 0-1,0 0 1,0 0 0,-1 0 0,1 0-1,-1 1 1,1-1 0,-1 1 0,0 0-1,0-1 1,0 1 0,-1 0-1,1 0 1,-1 0 0,1 0 0,-1 1-1,0-1 1,0 0 0,0 1 0,0 5-1,1 11 370,0 0-1,-2 36 1,0-33 198,-7 154 485,1-78-156,6-99-876,0-1 0,-1 1 0,1 0 0,0 0 0,0-1 0,0 1 0,0 0 0,-1 0-1,1 0 1,0-1 0,0 1 0,-1 0 0,1 0 0,0 0 0,0 0 0,-1-1 0,1 1 0,0 0-1,0 0 1,-1 0 0,1 0 0,0 0 0,-1 0 0,1 0 0,0 0 0,0 0 0,-1 0-1,1 0 1,0 0 0,-1 0 0,1 0 0,0 0 0,-1 0 0,1 0 0,0 0 0,0 0 0,-1 1-1,1-1 1,0 0 0,0 0 0,-1 0 0,1 0 0,0 1 0,0-1 0,0 0 0,-1 0 0,1 0-1,0 1 1,0-1 0,0 0 0,0 0 0,-1 1 0,1-1 0,0 0 0,0 1 0,0-1-1,0 0 1,0 0 0,0 1 0,0-1 0,0 0 0,0 1 0,0-1 0,0 0 0,0 1 0,-25-30 271,11 12-235,-42-51 40,50 63-110,1 0 0,0-1 0,1 0 0,-1 0 1,1 0-1,-5-10 0,-17-23 237,26 39-249,0 0 0,0 0-1,0 0 1,1 0 0,-1 0 0,0 0-1,0 0 1,0 0 0,1 0 0,-1 0-1,0 0 1,0 0 0,0 0-1,0 0 1,1 0 0,-1 0 0,0 0-1,0-1 1,0 1 0,0 0-1,1 0 1,-1 0 0,0 0 0,0 0-1,0 0 1,0-1 0,0 1 0,0 0-1,1 0 1,-1 0 0,0 0-1,0-1 1,0 1 0,0 0 0,0 0-1,0 0 1,0-1 0,0 1 0,0 0-1,0 0 1,0 0 0,0-1-1,0 1 1,0 0 0,0 0 0,0 0-1,0 0 1,0-1 0,0 1-1,18 7-57,5 10 53,1 0-1,1-2 0,39 18 1,-62-31-2,-1 0 0,1-1 0,0 1 1,-1 0-1,0 0 0,1 0 0,-1 0 1,0 0-1,0 0 0,0 0 0,0 0 1,0 1-1,-1-1 0,1 0 1,-1 1-1,1-1 0,-1 0 0,0 3 1,0-4 7,0 0-1,0-1 1,1 1 0,-1 0 0,0 0 0,0-1 0,0 1 0,1 0 0,-1-1 0,0 1 0,1-1 0,-1 1 0,1 0 0,-1-1 0,1 1 0,-1-1 0,1 1 0,-1-1 0,1 1 0,-1-1 0,1 1 0,0-1 0,-1 0 0,1 1 0,0-1 0,-1 0 0,1 0 0,0 1 0,-1-1 0,2 0 0,35 3 33,-36-3-31,0 0 0,1-1 0,-1 1 0,0-1 0,0 0 0,1 1 0,-1-1 1,0 0-1,0 0 0,0 0 0,0 0 0,0 0 0,0 0 0,0 0 0,0 0 1,0 0-1,0 0 0,0-1 0,-1 1 0,1 0 0,-1 0 0,1-2 0,17-45 133,-2 6-55,-8 30-92,0 1 0,0-1 0,1 2 0,15-15 0,-9 5 99,-14 18-53,-1 1 1,1-1-1,0 1 0,0 0 0,0-1 0,-1 1 1,1 0-1,0 0 0,1 0 0,-1 0 0,0 0 0,0 0 1,0 0-1,3-1 0,-5 6-5203,-11 19 1054,-6 5-832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3:00.73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0 146 2897,'0'0'11003,"10"1"-10217,6-1-807,36 3 1442,-49-3-1307,0 1 0,0-1 0,1 1 0,-1 0 0,0 0 0,0 0 0,0 0 1,0 0-1,0 1 0,0-1 0,0 1 0,3 3 0,4 7 75,-1 1 0,-1 0 0,0 0 0,-1 1 0,-1 0 0,0 1 0,-1-1 0,0 1 0,3 18-1,17 46 548,-26-154 1446,3 31-2137,-2 27-52,1-1 1,1 1 0,1 0-1,0-1 1,1 1-1,1 0 1,1 1 0,0 0-1,1-1 1,1 2-1,0-1 1,1 1 0,1 1-1,19-24 1,-27 37-129,-1 0 0,0-1 0,1 1 0,-1 0 0,1 0 0,0 0 0,-1 0 0,1 0 0,0 0 0,-1 0 0,1 1 0,0-1 0,0 0 0,0 1 0,0 0 0,0-1 0,0 1 0,0 0 0,0 0 0,-1 0 0,1 0 0,0 1 0,0-1 1,0 0-1,0 1 0,0 0 0,0-1 0,-1 1 0,1 0 0,0 0 0,0 0 0,2 1 0,3 4-884,-1-1 0,1 1 0,-1 0 0,-1 0 0,8 10 0,-10-12 395,12 16-4164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3:00.73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85 108 1176,'0'0'16460,"-2"-3"-15743,1 2-692,1 0 0,-1 1-1,0-1 1,1 0-1,-1 0 1,0 1 0,1-1-1,-1 0 1,0 1 0,0-1-1,0 0 1,0 1-1,0-1 1,0 1 0,1 0-1,-1-1 1,0 1 0,0 0-1,0-1 1,0 1-1,-1 0 1,1 0 0,0 0-1,0 0 1,0 0 0,0 0-1,0 0 1,0 0-1,0 1 1,0-1 0,-1 1-1,0 0-1,-1 1 0,1-1-1,0 1 1,0 0 0,0 0-1,0 0 1,0 0-1,0 0 1,0 1 0,1-1-1,-3 5 1,0 0-17,0 1 0,1 0 0,-1 1 0,2-1 0,-1 0-1,1 1 1,-1 15 0,2-22-1,1-1-1,0 1 0,0 0 1,0 0-1,0 0 1,0 0-1,1 0 0,-1 0 1,0-1-1,1 1 1,-1 0-1,1 0 1,0-1-1,0 1 0,0 0 1,0-1-1,0 1 1,0-1-1,0 1 0,0-1 1,0 1-1,3 1 1,1-1 25,-1-1-1,0 0 1,0 1 0,0-2 0,1 1 0,-1-1 0,0 1 0,1-1-1,5-1 1,-7 2-3,1-1 1,-1 0-1,0 0 0,1-1 0,-1 1 1,0-1-1,1 0 0,-1 0 0,0 0 1,0 0-1,1 0 0,-1-1 0,0 1 1,0-1-1,-1 0 0,6-3 0,-5 1 32,-1 0-1,1 0 0,-1 0 1,0 0-1,0 0 0,0 0 1,0-1-1,-1 1 0,0 0 1,0-1-1,0 1 0,0-9 1,1-19 389,-2-48-1,-1 30 78,1 50-538,0-1 0,0 1 0,0 0 0,0-1-1,0 1 1,0-1 0,0 1 0,-1 0 0,1-1 0,0 1-1,0 0 1,0-1 0,0 1 0,-1 0 0,1 0 0,0-1 0,0 1-1,-1 0 1,1 0 0,0-1 0,-1 1 0,1 0 0,0 0 0,-1-1-1,1 1 1,0 0 0,-1 0 0,1 0 0,0 0 0,-1 0-1,1 0 1,0 0 0,-1 0 0,1 0 0,-1 0 0,1 0 0,0 0-1,-1 0 1,1 0 0,0 0 0,-1 0 0,1 0 0,0 0 0,-1 0-1,1 0 1,0 1 0,-1-1 0,-17 11-2183,16-7 1748,1-1-1,0 1 1,0 0-1,0 0 1,0 0 0,0-1-1,1 1 1,-1 0 0,1 0-1,0 0 1,0 0 0,1 4-1,0 7-2397,-1 5-1593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3:00.73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90 36 928,'0'0'18300,"-2"-3"-18026,2 3-265,-1-1 0,1 1 1,0-1-1,-1 1 1,1-1-1,-1 1 1,1 0-1,-1-1 0,1 1 1,0 0-1,-1 0 1,1-1-1,-1 1 1,0 0-1,1 0 0,-1 0 1,1-1-1,-1 1 1,1 0-1,-1 0 1,1 0-1,-1 0 0,0 0 1,1 0-1,-1 0 1,1 0-1,-1 1 1,1-1-1,-1 0 0,1 0 1,-2 1-1,-20 15 252,17-11-205,0 0 0,1 0 0,-1 1 0,1 0 0,1 0 0,-7 13 0,7-10 14,-7 30-14,12-38-33,0-1-1,0 1 1,0 0 0,0-1 0,0 1 0,0-1 0,1 0 0,-1 0 0,0 1-1,0-1 1,0-1 0,4 1 0,-5 0 2,2 0-1,0 0 0,0 0-1,0 1 1,0-2 0,0 1-1,0 0 1,0 0-1,0-1 1,0 0 0,-1 0-1,1 0 1,0 0-1,0 0 1,-1 0 0,1 0-1,-1-1 1,4-2-1,-4 0 96,0 0 0,-1 1-1,1-1 1,-1 0 0,0 0-1,0 0 1,0 0-1,-1 0 1,0 0 0,0 0-1,0 0 1,0-6 0,0-4 64,-1-28 569,1 41-818,0 0 1,0 0-1,-1 0 1,1 0-1,0 0 1,-1 0-1,1 1 1,-1-1-1,1 0 1,-1 0-1,1 0 1,-1 0-1,1 0 1,-1 1-1,0-1 1,0 0-1,1 0 0,-1 1 1,0-1-1,0 1 1,0-1-1,0 1 1,0-1-1,1 1 1,-1-1-1,0 1 1,0 0-1,0-1 1,0 1-1,0 0 1,0 0-1,-2 0 1,2 9-4891,1 13 2962,0-21 1385,1 20-3523,4-7-1541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3:00.73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211 27 928,'0'0'15672,"0"-4"-14368,0 3-1201,0 0 0,0 0 0,0 0 0,0 0-1,-1 0 1,1 0 0,0 0 0,0 0 0,-1 0 0,1 0 0,-1 1 0,1-1 0,0 0 0,-1 0 0,0 0 0,1 1 0,-1-1 0,1 0 0,-1 1-1,0-1 1,0 0 0,1 1 0,-1-1 0,0 1 0,-1-1 0,0 0-17,1 1 1,0 0-1,-1 0 0,1 0 0,0 0 1,-1 0-1,1 0 0,-1 0 0,1 0 1,0 0-1,-1 1 0,1-1 0,0 1 1,0-1-1,-1 1 0,1-1 0,0 1 1,0 0-1,-1-1 0,1 1 0,0 0 1,0 0-1,-1 1 0,-17 18 106,0 1 0,2 0-1,1 1 1,0 1 0,2 0-1,0 1 1,-11 30 0,19-36-176,1 0 1,1 0 0,0 0-1,1 1 1,1 0-1,1-1 1,1 1 0,3 31-1,-1 6 2,-2-54-29,0-1 1,0 0-1,1 0 1,-1 0-1,0 1 1,1-1-1,-1 0 1,1 0-1,0 0 1,-1 0-1,1 0 1,0 0-1,0 0 1,-1 0-1,1 0 1,0 0-1,0 0 1,0-1 0,0 1-1,0 0 1,0-1-1,0 1 1,3 0-1,0 1 94,0 0 0,0-1 1,0 0-1,1 0 0,-1 0 0,1 0 0,7 0 0,-9-1-301,1 0 1,0-1-1,0 1 0,0-1 1,0 1-1,0-1 0,-1 0 0,1-1 1,3-1-1,-5 3-133,-1-1 0,0 1 0,0-1 0,0 0 0,1 0-1,-1 0 1,0 0 0,0 0 0,-1 0 0,1 0 0,0 0 0,0 0 0,0 0 0,-1 0 0,1 0-1,0 0 1,-1-1 0,1 1 0,-1 0 0,1-1 0,-1 1 0,0 0 0,0-1 0,1-1 0,-1-12-7706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3:00.73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1408,'0'0'17356,"26"0"-16748,-1 0 104,7 0-72,13 0-279,0 0-257,7 0-104,-1 13-385,-13 6-1903,-5-6-3441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3:00.73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0 106 1528,'0'0'14295,"8"-8"-13190,4-2-763,1 0 1,-1 1-1,2 0 0,0 1 1,0 0-1,0 1 1,1 1-1,30-9 1,-33 11-302,0 1 1,0 0 0,0 1 0,0 1 0,1-1 0,-1 2 0,1 0 0,-1 0-1,17 4 1,-26-1-14,1 1 0,-1 0-1,0 0 1,0 1 0,-1-1 0,1 0-1,-1 1 1,0 0 0,0-1-1,0 1 1,-1 0 0,2 9-1,1 38 620,-5 92 0,-1-52-59,3-72-453,-2-1 0,0 1-1,-1-1 1,-8 34 0,5-31-13,1-1 0,-2 27 0,-6 28 157,3-27 232,2 0-1,2 1 0,2 61 1,3-110-11,23-39-204,9-17-1483,-23 18-3603,-10 26-113,-4 2-1858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3:00.73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3065,'0'0'15623,"11"22"-14057,-2-12-1245,-1-1 0,1 0 0,0 0 0,1-1 0,0-1 1,1 0-1,-1 0 0,20 8 0,-5-3-285,1-2 0,47 13 0,-63-21-13,0-1 0,0 1 0,0-1 0,18-1 0,-18 0 4,-9 0-280,-9 11-5066,-9 6 1124,-3 0-1086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3:00.73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135 1 1408,'0'0'17269,"-2"35"-14441,-7-13-2667,-1 0 0,0-1 0,-20 30 0,0-1-41,30-49-121,-5 6-438,1 0 0,1 0-1,0 1 1,0 0 0,0-1 0,-2 12-1,-1 0-3275,-6-5-1585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3:00.73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734 275 1200,'0'0'16380,"0"-17"-15260,-3-52-281,2 68-814,1 0 0,0-1 0,0 1 0,-1 0-1,1 0 1,-1 0 0,1 0 0,-1 0 0,1 0 0,-1 0 0,1 0 0,-1 1 0,0-1 0,0 0 0,1 0 0,-1 0 0,0 1 0,0-1-1,0 0 1,0 1 0,0-1 0,0 1 0,0-1 0,0 1 0,0 0 0,0-1 0,0 1 0,0 0 0,0 0 0,0-1 0,-1 1 0,1 0-1,0 0 1,0 0 0,0 1 0,0-1 0,0 0 0,0 0 0,0 1 0,-2-1 0,-4 1 100,-8-1-37,1 1 0,-1 1 0,1 0 0,0 1 0,0 0 1,0 1-1,0 1 0,0 0 0,1 1 0,-25 14 0,-22 13 28,1 2-1,2 3 0,2 2 1,-53 50-1,92-75-89,1 1-1,0 0 1,1 1 0,1 0 0,1 1-1,0 0 1,1 1 0,1 1-1,1 0 1,1 0 0,1 0-1,0 1 1,2 0 0,0 1-1,2-1 1,-3 39 0,6-36-26,-1-9 0,1 0 1,0 0 0,0 0 0,2 0-1,0 0 1,1-1 0,0 1 0,1-1-1,1 0 1,12 27 0,-6-21 17,1-1 0,1 0-1,1-1 1,0-1 0,2 0 0,0 0 0,0-2 0,2 0-1,0-1 1,0-1 0,1 0 0,1-2 0,0 0 0,1-1 0,0-2-1,0 0 1,1-1 0,0-1 0,0 0 0,1-2 0,-1-1 0,1-1-1,0-1 1,0-1 0,41-5 0,-42 1 1,1-2-1,-2-1 1,1 0 0,-1-2-1,0 0 1,-1-1 0,0-2-1,-1 0 1,32-25 0,-20 12 63,-1-2 0,-1-2 0,-1 0 0,40-57 0,-53 63 33,-1 0-1,-1-2 0,-1 1 0,-1-1 1,-1-1-1,12-49 0,-14 36 38,-2 0 1,-2 0-1,-2-1 1,-3-45-1,-1 64-129,-1 0 0,0 0 0,-2 0-1,-1 1 1,0 0 0,-1 0 0,-2 1 0,0 0 0,-1 0-1,-21-30 1,7 16 12,-2 1-1,-1 2 1,-1 0 0,-51-40-1,68 61-57,-2 0 0,0 0 0,0 2 0,0-1 0,-1 2 0,0 0 0,0 0 0,-1 1 0,1 1 0,-1 1-1,0 0 1,0 0 0,0 2 0,-1 0 0,1 1 0,-26 2 0,37-1-116,-1 0 0,1 0 0,0 0 0,0 0 0,-1 1 0,1 0 0,0 0-1,0 0 1,1 0 0,-1 1 0,0-1 0,1 1 0,0 0 0,-1 0 0,1 0 0,0 1 0,0-1 0,1 1 0,-5 7-1,-1 4-1018,0 1-1,2 1 0,-9 28 1,3-7-1525,-6 4-1828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3:00.74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1078 77 2689,'0'0'7655,"2"-9"-6995,0 1-79,4-23-493,-4 2 7486,-5 30-7432,-1 0 0,0 0 0,0 0 0,1 1 1,-1-1-1,1 1 0,-1 0 0,1 0 0,0 0 0,-1 0 1,1 1-1,1-1 0,-1 1 0,0 0 0,0 0 0,1 0 1,0 0-1,-1 0 0,-2 6 0,-15 17 194,-40 45 433,3 2-1,-52 89 0,-82 171 181,156-267-829,-46 85 64,26-43 38,-5-4 1,-103 139-1,-30-34 147,193-209-367,16 3-9151,-8-3 3303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3:00.74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534 158 1744,'0'0'15830,"-21"0"-15063,1-1-556,11 0-111,-1 1 0,1-1 1,0 2-1,-1-1 1,1 1-1,0 0 1,0 1-1,0 0 1,0 1-1,0 0 1,0 0-1,-13 8 1,-8 6 292,1 3 1,0 0-1,1 1 1,2 2-1,0 1 1,-30 36-1,41-41-283,0 1-1,2 0 1,0 1-1,1 1 1,1 0 0,1 1-1,1 0 1,1 0-1,-8 44 1,10-30-42,1 0 0,2 0 0,2 1 1,4 38-1,-1-53-57,1-1 1,1 1-1,1-1 1,1 0 0,1-1-1,1 0 1,20 38-1,-14-35-6,1 0 0,0-1 0,2-1 1,21 22-1,-31-36-4,2-1 0,-1 0 0,1 0 0,0 0 0,0-1 0,0-1 1,1 0-1,0 0 0,0-1 0,1 0 0,-1 0 0,1-1 0,12 1 1,-6-2 7,0-1 0,1-1 0,-1 0 1,0-1-1,1-1 0,-1-1 1,0-1-1,-1 0 0,1-1 0,-1-1 1,0 0-1,0-1 0,29-18 1,-11 2-11,-1-1 1,-1-2 0,-2-1 0,52-59 0,-50 49 12,-2-2 0,-1-1 1,-2-2-1,-2 0 0,26-61 1,-37 70 19,-2-1 1,-2 0-1,-1 0 1,-1-1-1,-2-1 1,-1 1-1,-2-1 1,-2-39 0,-3 57 27,0-1 0,-1 1 1,-1 0-1,0 0 0,-2 0 1,0 0-1,-1 1 0,-1 0 1,0 0-1,-1 1 0,-1 0 1,0 1-1,-15-16 0,17 20-32,-2 1 1,0 0-1,0 1 0,-1 0 0,0 0 0,0 1 0,-1 1 0,0 0 0,0 0 0,-1 1 0,0 1 0,0 0 0,0 1 0,-1 0 0,0 1 0,1 1 0,-27-2 0,21 3-78,-31 2 54,49 0-55,-1-1 0,0 0-1,0 0 1,1 1 0,-1-1-1,0 1 1,1 0 0,-1-1-1,0 1 1,1 0 0,-1 0-1,1 0 1,-1 0 0,1 0 0,0 1-1,-1-1 1,1 0 0,0 1-1,0-1 1,0 0 0,-1 3-1,1-3-64,1-1 1,0 1-1,0 0 0,0 0 0,0 0 0,-1-1 0,1 1 1,0 0-1,0 0 0,0 0 0,0-1 0,1 1 0,-1 0 1,0 0-1,0 0 0,0-1 0,1 1 0,-1 0 0,0-1 0,1 1 1,-1 0-1,1 0 0,-1-1 0,1 1 0,-1-1 0,1 1 1,-1 0-1,1-1 0,-1 1 0,1-1 0,0 1 0,-1-1 0,1 0 1,0 1-1,0-1 0,-1 0 0,1 1 0,0-1 0,0 0 1,-1 0-1,2 0 0,33 7-6096,9-6-5228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3:00.74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1 155 1512,'0'0'10857,"5"-5"-9783,27-25 813,-30 26-1626,-1-1 0,1 1 0,-1 0 0,0 0 0,-1 0-1,1-1 1,-1 1 0,0 0 0,0-6 0,0 10-255,6-71 6436,-5 73-6293,17 34 300,0-2 0,3 0 0,31 41 0,-13-21 237,48 63-52,115 116-1,-123-148-447,-3 4-1,119 184 0,-172-233-115,57 100 479,177 235 0,-237-348-537,-16-19-2,1-1 0,0 0-1,1 0 1,0 0 0,0-1 0,1 0 0,11 9 0,-17-14 24,-1 1-24,0-1 4,-33-1-11911,15 0 4614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3:00.74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983 150 1568,'0'0'15918,"-29"-16"-14560,-96-48-351,117 60-891,0 1 0,0 0 0,-1 0 0,1 1 0,-1 0 0,1 1 0,-1 0 0,0 0 0,1 1 0,-1 0 0,0 1 0,0 0 0,-9 2 0,5-1 51,-18 4 165,0 1 0,1 2 0,0 1 0,0 1 0,1 1-1,-32 19 1,11-1 66,1 2 0,-65 54 0,93-67-363,1 0 0,1 1 1,0 0-1,1 2 0,2 0 1,0 1-1,1 1 0,2 0 0,0 1 1,2 1-1,0 0 0,2 0 1,1 1-1,1 0 0,2 0 1,0 0-1,2 1 0,1 0 1,1 0-1,6 54 0,-2-68-32,0-1 0,1 1 0,1-1 0,0 0 0,0 0-1,2-1 1,-1 0 0,2 0 0,0-1 0,0 1 0,1-2 0,0 1 0,1-1-1,0-1 1,0 0 0,1 0 0,19 11 0,-9-7 1,2 0 0,-1-2 0,2 0 1,-1-1-1,1-2 0,1 0 0,-1-2 0,47 6 1,-42-8 0,0-2 0,0-1 1,0-1-1,0-2 1,-1-1-1,1-1 1,-1-1-1,1-1 1,-2-2-1,1-1 0,41-20 1,-30 8 11,-1-2-1,-1-2 1,-1-2 0,-1 0 0,-1-3 0,-2-1-1,-1-1 1,34-46 0,-47 53 2,0-1 0,-2-1 0,-1 0 0,-1-1 1,-2-1-1,0 0 0,-2 0 0,-1-1 0,-2-1 0,-1 1 1,-1-1-1,1-50 0,-6 56 73,0 1 1,-2-1-1,-9-44 0,8 58-19,-1 0-1,0 0 1,0 1-1,-1 0 1,-1 0-1,0 0 1,0 0-1,0 1 1,-2 0-1,-11-13 1,5 10-26,0 0 0,0 1 0,-1 0 0,-1 1 0,0 0 0,0 2 0,-1 0 0,0 1 0,0 0 0,-1 2 0,-23-5 0,2 3 40,-1 2 0,0 2 0,0 1 0,-46 5 0,83-3-86,-1 1 1,1-1-1,0 1 1,0 0-1,0 0 1,0 1 0,0-1-1,0 1 1,0-1-1,0 1 1,1 0-1,-1 0 1,-3 4-1,5-6-15,0 1-1,1 0 0,-1-1 1,0 1-1,1 0 0,-1 0 1,1 0-1,-1-1 0,1 1 1,-1 0-1,1 0 0,-1 0 1,1 0-1,0 0 0,0 0 0,-1 0 1,1 0-1,0 0 0,0 0 1,0 0-1,0 0 0,0 0 1,0 0-1,1 0 0,-1 0 1,0 0-1,0 0 0,1-1 1,-1 1-1,0 0 0,1 0 1,-1 0-1,1 0 0,-1 0 1,1 0-1,0-1 0,-1 1 1,1 0-1,0-1 0,-1 1 1,1 0-1,0-1 0,0 1 1,0-1-1,-1 1 0,2 0 1,34 17-2897,4 4-5025,-26-12-208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3:00.74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0 240 3137,'0'0'3937,"4"4"-2402,-4-3-1315,1 0 0,0 0 1,0 0-1,0 0 0,0 0 1,0-1-1,0 1 0,0 0 1,0 0-1,0-1 0,0 1 1,0-1-1,0 1 1,1-1-1,-1 0 0,0 1 1,0-1-1,1 0 0,-1 0 1,0 0-1,0 0 0,1 0 1,-1 0-1,0 0 0,2 0 1,19-12 3449,-6-2-3954,7-11 850,-1 0 0,-2-2 0,0 0 0,-2-1 0,18-38 1,-29 45-188,-3 10 100,0 28-201,0 15 14,-2 0-1,-4 52 1,1-54-59,0-1 0,2 1 0,8 47 0,-2-28 197,-2 0 0,-2 0 0,-5 52 0,2-33 242,-13 45 1423,13-118-2788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3:00.74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71 112 2457,'0'0'7118,"3"4"-6144,8 7-17,-11-11-910,1 0-1,-1 0 1,0 1-1,0-1 1,0 0-1,0 0 1,0 0-1,0 1 1,0-1-1,1 0 1,-1 0-1,0 0 1,0 1-1,0-1 1,0 0-1,1 0 1,-1 0-1,0 0 1,0 0-1,1 1 1,-1-1-1,0 0 1,0 0-1,0 0 1,1 0-1,-1 0 1,0 0-1,0 0 1,1 0-1,-1 0 1,0 0-1,0 0 1,1 0-1,-1 0 1,0 0-1,0 0 1,1 0-1,-1 0 1,0 0-1,0 0 1,1 0-1,-1-1 1,0 1-1,0 0 1,0 0-1,1 0 1,-1 0-1,0 0 1,0-1-1,0 1 1,1 0-1,-1 0 1,0 0-1,0-1 1,0 1-1,0 0 1,0 0-1,0 0 1,0-1-1,1 1 1,-1 0-1,0 0 1,0-1-1,0 1 1,0 0-1,0-1 1,2-4 115,1 1-1,0-1 1,1 1 0,-1-1 0,1 1-1,0 0 1,0 0 0,0 1 0,0-1-1,1 1 1,-1 0 0,6-3 0,0-1-35,-2 0-114,0 0 0,1 1 0,-1 0 1,1 1-1,1-1 0,-1 2 0,1-1 0,0 1 1,0 1-1,0 0 0,0 0 0,20-2 1,-29 6-11,0 1 0,0-1 1,0 0-1,-1 1 1,1-1-1,0 1 0,-1-1 1,1 1-1,-1-1 0,1 1 1,-1 0-1,0-1 1,0 1-1,0-1 0,0 1 1,0 0-1,0-1 0,0 1 1,0 0-1,-1 1 1,1-2 14,0 13 80,-1-1 0,0 0 1,-1 1-1,0-1 0,-1 0 0,-1 0 1,0-1-1,0 1 0,-1-1 0,-1 0 1,-14 23-1,-3 1-63,-1 0 0,-2-2 0,-2-1-1,-1-1 1,-51 43 0,79-74-27,0 0 1,1-1-1,-1 1 0,1 0 0,-1-1 0,0 1 0,0-1 0,1 1 1,-1-1-1,0 0 0,0 1 0,1-1 0,-1 0 0,0 1 0,0-1 1,0 0-1,0 0 0,0 0 0,1 0 0,-1 0 0,0 0 0,0 0 1,0 0-1,0 0 0,0 0 0,0 0 0,1 0 0,-1-1 0,0 1 1,0 0-1,-1-2 0,0 1-3,1-1 1,0 0-1,-1 1 1,1-1-1,0 0 1,0 0-1,0 0 1,0 0-1,0 0 1,1 0-1,-1-1 0,0-2 1,-4-68-61,5 71 56,-1 1 3,1 0 1,0-1-1,0 1 1,0 0-1,0 0 1,0-1 0,0 1-1,1 0 1,-1 0-1,0-1 1,0 1-1,1 0 1,-1 0 0,1 0-1,-1 0 1,1 0-1,0 0 1,-1 0-1,1 0 1,0 0-1,1-1 1,25-2 532,-16 5-337,75-3 1594,94 4 1699,-175 0-3380,1-1 0,0 1 0,-1 0 0,0 1 0,1-1 0,-1 1 1,0 0-1,0 1 0,-1-1 0,1 1 0,-1 0 0,0 0 0,0 0 0,0 1 0,0-1 1,4 9-1,-6-11-60,1 0 0,-1 0 0,0 0 0,1 0 0,-1 0 0,1-1 1,-1 1-1,1-1 0,0 0 0,-1 0 0,1 0 0,0 0 0,0 0 0,0 0 1,0-1-1,0 0 0,0 1 0,0-1 0,5-1 0,-4 2-1,1-1 0,-1-1-1,1 1 1,-1-1 0,1 1 0,-1-1-1,0 0 1,1-1 0,-1 1 0,0-1-1,0 0 1,6-3 0,-5 1-25,0-1 0,0 1 0,0-1 0,-1 0 0,0 0 0,0 0 0,0-1 0,0 1 1,-1-1-1,0 0 0,-1 0 0,1 0 0,-1 0 0,0 0 0,2-13 0,-4 19-105,-15 5-2139,7 0-97,4 14-1,0 1-2615,3-5-3336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3:00.74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62 2505,'0'0'9606,"8"1"-8275,-3 0-1120,0 0 0,1 0 1,-1-1-1,0 0 0,0 0 1,0 0-1,0 0 1,0-1-1,1 0 0,-1 0 1,7-3-1,38-11 479,0 2 1,1 2-1,1 3 1,0 2-1,102 1 0,-152 5-664,-1 0-1,0 1 0,0-1 1,0 1-1,0-1 0,1 1 1,-1-1-1,0 1 0,0 0 0,0-1 1,0 1-1,0 0 0,0 0 1,0 0-1,-1 0 0,1 0 1,0 0-1,0 0 0,-1 0 1,1 0-1,-1 0 0,1 0 1,-1 1-1,1-1 0,-1 0 1,0 0-1,1 1 0,-1-1 1,0 0-1,0 0 0,0 1 1,0-1-1,0 0 0,0 0 0,-1 1 1,1-1-1,-1 2 0,1 1 31,0 0-1,-1 0 1,0 1-1,1-1 1,-2 0-1,1 0 1,0 0-1,-1 0 1,0 0-1,-2 4 1,-2-3 40,1 0-1,-1 0 1,0-1 0,0 0 0,0 0 0,-1 0 0,1-1-1,-1 0 1,0 0 0,0-1 0,0 1 0,0-2 0,-14 3 0,7-1-66,0 0 0,0 1 0,-26 12 1,40-16-32,0 0 0,1 0 0,-1 0 0,1 0 0,-1 1 0,0-1 0,1 0 0,-1 0 0,0 0 0,1 0 0,-1 0 0,0 1 0,1-1 0,-1 0 0,0 0 0,1 0 0,-1 1 0,0-1 0,0 0 0,1 1 0,-1-1 0,0 0 0,0 0 0,1 1 1,-1-1-1,0 0 0,0 1 0,0-1 0,0 1 0,0-1 0,0 0 0,1 1 0,-1-1 0,0 0 0,0 1 0,0-1 0,0 1 0,0-1 0,0 0 0,-1 1 0,1-1 0,0 0 0,0 1 0,0-1 0,0 0 0,0 1 0,0-1 0,-1 0 0,1 1 0,0-1 0,0 0 1,0 1-1,-1-1 0,1 0 0,0 1 0,-1-1 0,1 0 0,0 0 0,-1 0 0,1 1 0,0-1 0,-1 0 0,1 0 0,-1 0 0,37 9-70,-34-9 70,2 1-1,14 1-126,-1 2 0,35 11 1,-49-14 112,0 0 1,0 0-1,0 0 1,0 1-1,-1-1 1,1 1-1,0-1 0,-1 1 1,1 0-1,-1 0 1,1 0-1,-1 0 1,0 1-1,0-1 1,0 1-1,0-1 1,0 1-1,-1 0 1,1-1-1,-1 1 1,0 0-1,0 0 1,0 0-1,0 0 1,1 5-1,2 14-44,-1 2-18,-4-23 89,1-1-1,0 1 1,-1 0 0,1 0-1,-1-1 1,1 1-1,-1 0 1,1-1 0,-1 1-1,0 0 1,1-1 0,-1 1-1,0-1 1,1 1 0,-1-1-1,0 1 1,0-1-1,1 0 1,-1 1 0,0-1-1,0 0 1,0 0 0,0 0-1,0 1 1,1-1 0,-1 0-1,0 0 1,-1 0-1,-299 40 3798,287-38-3514,4-1 409,13 0 25,-1-1-805,0 1 1,0-1-1,1 0 0,-1 0 0,0 1 1,0 0-1,0-1 0,0 1 1,0 0-1,-1 0 0,1 0 1,0 0-1,0 0 0,0 0 1,-1 0-1,1 1 0,-1-1 0,1 1 1,-1-1-1,1 1 0,-1 0 1,0-1-1,0 1 0,0 0 1,0 0-1,1 3 0,-1 57-7267,-1-38-8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3:00.74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8 448 1872,'0'0'14638,"26"0"-12475,-20-1-2086,-1 1 0,0-1 0,0 0 0,1-1 0,-1 1 0,0-1 0,0 0 0,-1-1 0,1 1 0,0-1 0,-1 0 0,0 0 0,1 0 0,-1 0 0,0-1-1,-1 0 1,6-6 0,-5 5-64,0 0-1,0-1 0,0 1 1,-1-1-1,1 0 0,-2 0 1,1 0-1,-1 0 0,0-1 1,0 1-1,0-1 0,-1 1 1,1-10-1,-2 13-10,0 1-1,1 0 1,-1-1 0,0 1-1,0-1 1,-1 1 0,1 0-1,0-1 1,-1 1-1,0-1 1,1 1 0,-1 0-1,0 0 1,0 0 0,0-1-1,-1 1 1,1 0 0,0 0-1,-1 0 1,-1-2 0,-2 3-1,1-1 1,0 1 0,0-1-1,-1 1 1,1 1 0,-1-1 0,1 0-1,-1 1 1,1 0 0,-8 1-1,8 0 12,1-1-1,-1 1 1,1 0 0,-1 1-1,1-1 1,-1 0-1,1 1 1,0 0-1,0 0 1,0 0-1,0 0 1,0 0 0,0 1-1,1-1 1,-1 1-1,1 0 1,-1 0-1,1 0 1,0 0 0,0 0-1,1 0 1,-1 1-1,0-1 1,1 1-1,0-1 1,-1 5-1,-3 6 57,2 0-1,-1 0 0,2 0 0,0 1 0,-1 20 0,3-10 44,-1-5-33,1-1-1,1 0 1,5 25 0,-6-40-70,1 1 1,0-1-1,1 0 0,-1 1 1,1-1-1,0 0 1,0 0-1,0 0 1,1 0-1,-1 0 0,1 0 1,0-1-1,0 1 1,0-1-1,1 0 1,-1 0-1,1 0 0,-1 0 1,6 2-1,-5-3 3,-1-1 0,1 1 1,0-1-1,0 0 0,0 0 0,0-1 0,0 1 0,0-1 0,0 0 0,0 0 0,0 0 0,0 0 1,0-1-1,0 1 0,-1-1 0,1 0 0,0 0 0,0-1 0,0 1 0,-1-1 0,1 0 0,-1 0 0,1 0 1,-1 0-1,0-1 0,0 1 0,0-1 0,0 0 0,0 0 0,-1 0 0,4-4 0,6-10-5,1-1 1,-2-1-1,0 1 0,10-29 0,15-47-127,-5-1 0,29-151 0,-60 245 119,4-22 11,-2 8 48,-1 29-2,-3 23 276,-2-1-1,-9 44 1,6-42-122,1 0 0,-1 47 0,7 21-251,1-105-197,-1 0 0,1 1 0,0-1 0,-1 1 0,1-1 0,0 0 1,0 1-1,0-1 0,0 0 0,0 0 0,0 0 0,0 0 0,0 0 0,1 0 0,-1 0 0,2 1 0,10 11-6638,-12-8-59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3:00.74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69 81 2577,'0'0'12482,"10"0"-11674,99 0 697,-108-1-1496,0 0 0,0 0 1,0 1-1,-1-1 1,1 0-1,0 0 0,0 0 1,-1 0-1,1 0 0,-1 1 1,1-1-1,-1 0 0,1-1 1,-1 1-1,0 0 0,1 0 1,-1 0-1,0 0 1,0 0-1,0 0 0,0 0 1,0 0-1,0 0 0,0 0 1,0-1-1,-1-1 0,1 1 7,0-1-1,0 1 1,0 0-1,0-1 1,-1 1-1,1 0 1,-1-1-1,0 1 1,1 0-1,-1 0 1,0 0-1,0 0 1,-3-4-1,-1 4-20,-1-1 0,0 1 0,1-1 0,-1 2 0,0-1-1,0 1 1,0 0 0,-1 0 0,1 0 0,-8 1 0,-62 5-26,73-5 56,1 1 0,0 0 0,0 0 0,0 0 0,0 0 0,0 1 0,0-1 0,0 0 0,0 1 0,1 0 0,-1-1 0,0 1 0,1 0 0,-1 0 0,1 0 0,0 0-1,0 0 1,0 0 0,0 0 0,0 0 0,0 0 0,0 1 0,1-1 0,-1 0 0,1 0 0,0 1 0,-1-1 0,1 0 0,0 1 0,0-1 0,1 5 0,-1 2 69,1 0 1,0 0 0,1 0 0,-1-1 0,2 1-1,5 16 1,2-6-225,0 0-1,1 0 1,16 19-1,-20-29-1290,1-1 0,0 0-1,0 0 1,13 10 0,-2-10-3934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3:00.74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 56 1224,'0'0'16438,"0"6"-15876,-1 10-280,1-5 68,-1 1 0,1-1 0,1 0 0,0 1 0,4 17 0,-5-28-345,0-1 1,1 1 0,-1-1 0,0 1-1,0-1 1,0 0 0,0 1-1,1-1 1,-1 1 0,0-1-1,0 0 1,1 1 0,-1-1 0,0 0-1,1 1 1,-1-1 0,0 0-1,1 0 1,-1 1 0,1-1-1,-1 0 1,0 0 0,1 0 0,-1 0-1,1 1 1,-1-1 0,1 0-1,-1 0 1,0 0 0,1 0 0,-1 0-1,1 0 1,-1 0 0,1 0-1,-1 0 1,0 0 0,1 0-1,-1 0 1,1-1 0,-1 1 0,1 0-1,-1 0 1,0 0 0,1-1-1,-1 1 1,1 0 0,-1 0-1,0-1 1,1 1 0,-1 0 0,0-1-1,0 1 1,1 0 0,-1-1-1,0 1 1,1-1 0,20-29-9,-15 19 14,3 0-12,1 0 0,0 0 0,0 1 0,1 0-1,0 1 1,22-15 0,-32 24-1,0 0 0,-1 0-1,1 0 1,0 0 0,-1-1 0,1 1 0,0 0-1,-1 0 1,1 0 0,0 0 0,0 1-1,-1-1 1,1 0 0,0 0 0,-1 0 0,1 0-1,-1 1 1,1-1 0,0 0 0,-1 1-1,1-1 1,-1 0 0,1 1 0,-1-1-1,1 1 1,-1-1 0,1 1 0,-1-1 0,1 1-1,-1-1 1,0 1 0,1 0 0,-1-1-1,0 1 1,1-1 0,-1 1 0,0 0 0,0-1-1,0 1 1,1 1 0,8 34 99,-7-26-87,-2-9 0,0 0 0,0 0 0,0 0 0,0-1-1,0 1 1,0 0 0,0 0 0,1 0 0,-1-1 0,0 1 0,1 0 0,-1 0-1,1-1 1,-1 1 0,0 0 0,1-1 0,0 1 0,-1 0 0,1-1-1,-1 1 1,1-1 0,0 1 0,1 0 0,11-16 147,-10 10-183,16-26 28,-11 18 6,-1 1 0,1 0 0,14-16 0,-21 28 3,-1 0 1,0 0 0,0 0-1,0 0 1,0 0 0,1 0-1,-1-1 1,0 1 0,0 0-1,0 0 1,1 0 0,-1 0-1,0 0 1,0 0 0,0 0-1,1 0 1,-1 0 0,0 0 0,0 0-1,0 0 1,1 0 0,-1 0-1,0 0 1,0 0 0,0 0-1,1 0 1,-1 0 0,0 0-1,0 0 1,0 1 0,1-1-1,-1 0 1,0 0 0,0 0-1,0 0 1,0 0 0,0 0 0,1 1-1,-1-1 1,0 0 0,0 0-1,0 0 1,0 1 0,0-1-1,0 0 1,0 0 0,1 1-1,5 17 437,4 31 81,-8-36-465,-1-9-189,0 0 0,1 0 1,-1 0-1,1 0 0,0 0 0,0 0 0,0 0 0,0 0 0,1-1 0,0 1 0,3 3 1,-4-5-789,0-1 0,0 1 0,0-1 0,0 1 0,0-1 0,0 1 0,1-1 0,-1 0 0,0 0 0,1 0 0,4 1 0,5-2-5270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3:00.75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65 51 1320,'0'0'12186,"0"7"-11628,1 24-118,0-30-381,0 0-1,-1 0 0,1 0 0,0 0 0,0 0 0,0 0 0,0 0 0,1-1 0,-1 1 0,0 0 0,0 0 0,0-1 0,1 1 1,-1-1-1,0 1 0,1-1 0,-1 0 0,0 1 0,1-1 0,-1 0 0,1 0 0,-1 0 0,0 0 0,3 0 0,32-2 524,-33-1-570,0 1 0,0-1 0,0 1 0,-1-1 0,1 0 1,-1 0-1,0 0 0,0-1 0,0 1 0,0-1 0,0 1 0,-1-1 0,0 1 0,0-1 0,0 0 0,0 1 0,0-1 0,-1 0 0,1 0 0,-1 0 0,0 1 0,0-1 0,-1 0 1,1 0-1,-3-6 0,1 9-8,0 0 0,0 0 0,-1 1 0,1-1 0,0 0 0,-1 1 0,1-1 0,-1 1 0,1 0 1,-1 0-1,1 0 0,0 0 0,-1 1 0,-3 0 0,-7-1 0,3 0-5,-1 0-1,1 1 1,0 0 0,0 1 0,-11 2-1,19-3 27,0 0 0,-1-1-1,1 1 1,0 0-1,0 0 1,0 0-1,0 1 1,0-1 0,0 0-1,0 1 1,1-1-1,-1 1 1,0 0-1,1-1 1,-1 1-1,1 0 1,0 0 0,0 0-1,-1 0 1,1 0-1,1 0 1,-1 0-1,0 1 1,0-1 0,1 0-1,-1 0 1,1 1-1,0-1 1,0 4-1,-1 3 105,2-1 0,-1 1 0,1-1 0,0 1 0,1-1 0,0 1 0,0-1 0,1 0-1,6 15 1,-6-20-118,-1 1 0,0-1-1,1 0 1,0 0 0,0 0-1,0 0 1,0-1 0,0 1-1,1-1 1,-1 1-1,1-1 1,-1-1 0,1 1-1,0 0 1,0-1 0,0 0-1,0 0 1,0 0 0,0 0-1,0 0 1,0-1 0,0 0-1,6 0 1,-6 0-2,1 0 0,0 0 1,0 0-1,-1-1 0,1 0 1,0 0-1,-1 0 1,1 0-1,-1-1 0,1 1 1,-1-1-1,0 0 0,5-4 1,-5 2-11,1 0 0,-1 0 1,0-1-1,-1 0 1,1 0-1,-1 0 1,0 0-1,0-1 1,4-10-1,10-62-130,-15 63 481,-1 16 727,-1 154-92,0-154-983,0-1 0,1 0 0,-1 1 0,0-1 0,0 0 0,0 0 0,1 1 0,-1-1 0,0 0 0,0 0 1,1 1-1,-1-1 0,0 0 0,1 0 0,-1 0 0,0 0 0,0 1 0,1-1 0,-1 0 0,0 0 0,1 0 0,-1 0 1,0 0-1,1 0 0,-1 0 0,1 0 0,-1 0 0,0 0 0,1 0 0,-1 0 0,0 0 0,1 0 0,-1 0 0,0 0 0,1 0 1,-1-1-1,0 1 0,0 0 0,1 0 0,-1 0 0,0-1 0,1 1 0,-1 0 0,0 0 0,0 0 0,1-1 0,-1 1 1,0-1-1,17-10 50,-17 11-50,76-91 42,-67 83-17,-9 18 31,0 3-2,-1-11-98,1 0 1,0 1-1,-1-1 1,1 0-1,0 1 1,1-1-1,-1 0 1,0 1-1,1-1 1,-1 0-1,1 1 0,0-1 1,0 0-1,0 0 1,0 0-1,0 0 1,0 0-1,0 0 1,1 0-1,-1 0 0,1 0 1,-1-1-1,1 1 1,0 0-1,0-1 1,0 0-1,0 1 1,0-1-1,0 0 0,0 0 1,4 1-1,55 28-4371,-30-22-860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3:00.75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20 0 1040,'0'0'13079,"-1"5"-11559,-5 27 1033,-2 46-1,4 99-490,4-155-1942,0-19-131,0 4 31,0 0-1,0-1 1,0 1-1,1 0 1,0 0 0,1-1-1,2 8 1,-3-12-48,0 0-1,0 0 1,0 0 0,0-1 0,1 1 0,-1 0-1,1-1 1,-1 0 0,1 1 0,0-1-1,0 0 1,0 0 0,-1 1 0,1-2 0,0 1-1,0 0 1,0 0 0,0 0 0,0-1 0,1 0-1,-1 1 1,0-1 0,0 0 0,0 0 0,0 0-1,4 0 1,23 0-4926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3:00.75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4585,'0'0'17020,"180"0"-17020,-148 6-464,-7 11-3457,-5-8-5185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3:00.75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1 223 2505,'0'0'10727,"22"3"-9499,0 1-951,-6-1-57,0 0 1,1-1-1,0 0 1,-1-2-1,1 0 1,0-1-1,22-3 1,-30 1-142,0 0 0,0 0 0,0 0 0,-1-1 1,1 0-1,-1-1 0,0 0 0,0 0 0,0-1 0,-1 0 0,7-7 0,-11 9-60,0 0 0,1 0 0,-2 0 0,1 0 0,0 0 0,-1 0 0,0-1 0,0 1 0,0-1 0,-1 0 0,0 1 0,1-1 0,-2 0 0,1 0 0,0 0 0,-1 0 0,0 0-1,0 0 1,-1 1 0,1-1 0,-1 0 0,0 0 0,-2-5 0,2 7-16,-1-1 0,0 0 0,0 1 0,0 0 0,-1-1 0,1 1-1,-1 0 1,0 0 0,0 0 0,0 1 0,0-1 0,0 1 0,0-1 0,-1 1 0,1 0 0,-1 0-1,0 1 1,1-1 0,-5 0 0,5 1 13,0 0 0,0 0 0,0 0-1,1 1 1,-1-1 0,0 1 0,0 0 0,0-1 0,0 2-1,0-1 1,0 0 0,0 0 0,0 1 0,0 0 0,1-1-1,-1 1 1,0 0 0,0 1 0,1-1 0,-1 0 0,0 1-1,1-1 1,0 1 0,-1 0 0,1 0 0,-3 3 0,0 3 98,-1 1 0,2 0 0,-1 0 0,1 0 0,0 0 0,1 1 0,0 0 0,1 0 0,0-1 0,1 1 0,-1 0 1,2 1-1,0-1 0,0 0 0,0 0 0,2 0 0,-1 0 0,1 0 0,1-1 0,-1 1 0,2 0 0,-1-1 0,7 12 1,2-3 198,-4-5-218,0 1 0,1-2 1,1 1-1,0-1 1,1-1-1,0 0 0,19 15 1,-25-24-162,-1-1 1,0 0-1,0 0 1,1 0-1,-1 0 1,0-1-1,1 0 1,-1 1-1,1-2 1,-1 1-1,0 0 1,1-1-1,-1 0 1,0 0-1,1 0 1,-1-1-1,0 1 1,0-1-1,0 0 1,0 0-1,-1-1 1,1 1-1,0-1 1,3-3-1,-2 0-846,0 1 1,-1-1-1,1 0 0,-1 0 0,-1-1 1,6-12-1,-2 4-2281,10-15-4070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3:00.75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81 0 1504,'0'0'16025,"-12"32"-14807,-36 101-131,43-120-836,1 0 0,1 1 1,0-1-1,1 1 1,0 0-1,1 0 1,0-1-1,3 26 0,0 1 186,-2-29-365,1 0 1,0 0-1,0 0 1,1 0-1,1 0 1,4 11-1,-6-17-93,1 0 0,0 0 0,1-1-1,-1 1 1,1-1 0,0 0 0,0 0 0,0 0-1,1 0 1,-1 0 0,1-1 0,0 0 0,0 1-1,0-1 1,5 3 0,-7-6-735,4 6-9101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3:00.75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0 172 1088,'0'0'12834,"18"-8"-11949,1 0-659,-4 0 19,0 2 0,1 0 0,0 0 0,0 2 0,23-4 1,-36 8-200,1-1 1,-1 1-1,0-1 1,0 1-1,0-1 1,0 0 0,0 0-1,0 0 1,0-1-1,0 1 1,0-1 0,-1 1-1,1-1 1,4-4-1,-5 2 0,-1 1-1,1 0 1,-1-1 0,0 0-1,0 1 1,0-1-1,-1 0 1,0 1-1,1-1 1,-1 0 0,-1-7-1,1 9-36,-1 0-1,1 0 1,0 0 0,-1 0-1,0 0 1,1 0 0,-1 0-1,0 1 1,0-1 0,0 0-1,0 0 1,-1 1 0,1-1 0,0 1-1,-1-1 1,1 1 0,-1-1-1,1 1 1,-1 0 0,0 0-1,1 0 1,-1 0 0,0 0-1,0 0 1,0 0 0,0 1-1,0-1 1,0 1 0,0-1-1,-3 1 1,-4-2 94,0 1 1,1 0-1,-1 1 1,0 0 0,0 0-1,-9 2 1,16-1-72,0-1 1,0 1 0,0-1 0,0 1 0,0 0-1,1 0 1,-1 0 0,0 0 0,1 0-1,-1 0 1,1 1 0,-1-1 0,1 0 0,-1 1-1,1-1 1,0 1 0,0-1 0,0 1 0,0 0-1,0-1 1,0 1 0,0 0 0,0 0-1,1 0 1,-1 0 0,1 0 0,-1 2 0,0 7 95,-1 1 0,2-1 0,0 20 1,1-11-25,0-13-107,0 0 1,0 1 0,0-1 0,1 0 0,0 0-1,1 0 1,0 0 0,0-1 0,0 1-1,1-1 1,7 11 0,21 24-1956,2-7-3839,-26-23 302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3:00.75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61 1432,'0'0'16438,"1"0"-16346,-1 0 0,1 0 0,0 0 0,0 0-1,0 1 1,-1-1 0,1 0 0,0 0 0,-1 1-1,1-1 1,0 0 0,-1 1 0,1-1 0,0 0-1,-1 1 1,1-1 0,-1 1 0,1-1 0,0 1-1,-1 0 1,1-1 0,-1 1 0,1 1 0,0 1 50,0 0 1,0 1-1,-1-1 1,1 1-1,-1-1 1,0 1-1,0-1 0,0 0 1,-2 7-1,2-7-109,-1-1-1,0 1 0,1-1 0,0 1 0,-1-1 0,1 1 0,0 0 0,1-1 0,-1 1 0,0 0 0,1-1 1,-1 1-1,1-1 0,0 1 0,0-1 0,0 1 0,0-1 0,0 0 0,0 1 0,1-1 0,-1 0 1,1 0-1,2 3 0,-3-5-34,0 1 1,1-1 0,-1 1 0,0-1-1,1 0 1,-1 1 0,0-1 0,0 0-1,1 0 1,-1 0 0,0 0 0,1 0-1,-1 0 1,0-1 0,1 1-1,-1 0 1,0-1 0,0 1 0,0-1-1,1 1 1,-1-1 0,0 1 0,0-1-1,2-1 1,24-26-141,-16 15 54,96-104-338,-107 117 426,1-1 1,-1 1 0,0 0 0,1 0-1,-1 0 1,1 0 0,-1 0 0,1 0-1,-1-1 1,1 1 0,-1 0 0,1 1-1,-1-1 1,1 0 0,-1 0 0,1 0 0,-1 0-1,1 0 1,-1 0 0,1 1 0,-1-1-1,1 0 1,-1 0 0,1 1 0,-1-1-1,0 0 1,1 1 0,-1-1 0,0 0-1,1 1 1,-1-1 0,0 0 0,1 1-1,-1-1 1,0 1 0,0-1 0,1 1-1,-1-1 1,0 1 0,0-1 0,0 1 0,0-1-1,0 1 1,9 21 176,-8-19-162,-1 0 0,1-1-1,-1 1 1,1 0-1,0 0 1,0 0 0,1-1-1,-1 1 1,0-1 0,1 1-1,0-1 1,-1 1 0,1-1-1,0 0 1,0 0-1,0 0 1,1 0 0,-1 0-1,0 0 1,1-1 0,3 3-1,-3-4-14,1 0 0,-1 1 1,1-1-1,-1 0 0,1-1 0,-1 1 0,1-1 0,-1 1 0,0-1 0,1 0 0,-1 0 1,0-1-1,0 1 0,0 0 0,0-1 0,0 0 0,0 0 0,4-3 0,89-70 39,-96 75-20,0 0 0,0-1-1,0 1 1,1 0 0,-1 0-1,0 0 1,0 0 0,0 0 0,0 0-1,0 0 1,0 0 0,0 0 0,0 0-1,0 0 1,1 0 0,-1 0-1,0 0 1,0 0 0,0 0 0,0 0-1,0 0 1,0 0 0,0 0 0,0 0-1,1 0 1,-1 0 0,0 0 0,0 0-1,0 0 1,0 0 0,0 0-1,0 0 1,0 0 0,0 0 0,0 0-1,1 0 1,-1 0 0,0 0 0,0 0-1,0 0 1,0 0 0,0 0-1,0 0 1,0 0 0,0 1 0,0-1-1,0 0 1,0 0 0,0 0 0,0 0-1,1 0 1,-1 0 0,0 0-1,0 0 1,0 0 0,0 1 0,0-1-1,0 0 1,0 0 0,0 0 0,0 0-1,0 0 1,0 0 0,0 0 0,0 0-1,0 1 1,-1-1 0,-1 13 337,-5 12-216,4-14-103,0 0-1,1 0 1,0 1 0,1-1 0,1 0 0,-1 1-1,2-1 1,0 1 0,2 15 0,-1-24-152,0 0 0,1 0 1,-1 0-1,0 0 0,1-1 0,0 1 1,-1-1-1,1 1 0,0-1 0,0 0 0,0 0 1,1 0-1,-1-1 0,0 1 0,1-1 1,-1 0-1,1 0 0,3 1 0,16 7-1669,4 3-2357,-2-4-1235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3:00.75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84 132 1304,'0'0'14243,"5"-4"-13737,-3 2-502,-1 1 90,0 0 0,0-1-1,0 1 1,1 0 0,-1 0-1,0 0 1,1 0-1,-1 1 1,1-1 0,-1 0-1,1 0 1,-1 1 0,1-1-1,-1 1 1,1 0 0,0-1-1,-1 1 1,1 0 0,0 0-1,-1 0 1,1 0 0,0 0-1,-1 0 1,1 0 0,-1 1-1,1-1 1,0 1 0,2 0-1,-3 0-40,1 0-1,0 0 1,-1 0-1,1 0 1,0-1-1,0 1 1,0-1-1,-1 1 1,1-1-1,0 1 0,0-1 1,0 0-1,0 0 1,0 0-1,0 0 1,0-1-1,0 1 1,-1 0-1,1-1 1,0 1-1,0-1 1,0 0-1,2-1 0,-2 0-35,-1 1-1,1-1 1,-1 0-1,0 1 1,1-1-1,-1 0 1,0 0-1,0 0 1,0 0-1,0 0 1,-1 0-1,1 0 0,0-1 1,-1 1-1,1 0 1,-1 0-1,0 0 1,0-1-1,0-2 1,0 2-15,0 1 1,1-1 0,-1 1-1,0-1 1,-1 1 0,1-1 0,0 1-1,-1 0 1,1-1 0,-1 1-1,0 0 1,0-1 0,0 1-1,0 0 1,0 0 0,0-1 0,0 1-1,-1 0 1,1 1 0,-1-1-1,0 0 1,0 0 0,1 1 0,-1-1-1,0 1 1,0-1 0,0 1-1,-1 0 1,1 0 0,0 0-1,0 0 1,-1 0 0,1 0 0,0 1-1,-1-1 1,1 1 0,-1 0-1,-4-1 1,-5-1 2,-1 0 0,0 0 0,0 1-1,1 1 1,-1 0 0,0 1 0,-18 3 0,30-3 10,-1 0 0,1 0 0,0 0 1,-1 0-1,1 0 0,0 1 0,0-1 0,0 0 1,0 1-1,0-1 0,0 0 0,0 1 1,0 0-1,1-1 0,-1 1 0,1-1 0,-1 1 1,1 0-1,-1-1 0,1 1 0,0 2 1,-2 41 480,2-37-335,1 4-22,0-1 0,1 1 0,1-1 0,0 0 0,0 0 0,1 0 0,0-1 0,1 1 0,0-1 0,9 12 0,-12-18-244,1-1-1,0 1 1,0 0 0,0-1-1,0 0 1,1 0 0,-1 0-1,1 0 1,0 0 0,0-1-1,0 0 1,6 3 0,-7-4-240,0 0 1,0-1-1,0 1 1,0-1-1,0 0 0,0 0 1,0 0-1,0-1 1,0 1-1,0 0 1,0-1-1,0 0 1,0 0-1,0 0 1,-1 0-1,1 0 0,0-1 1,-1 1-1,1-1 1,-1 1-1,3-3 1,59-31-8506,-51 29 8561,0 0-1,-1-1 1,13-8-1,-21 12 722,0 0 0,-1-1 1,1 1-1,-1 0 0,0-1 0,0 0 0,0 0 1,-1 0-1,1 0 0,-1 0 0,0-1 0,0 1 1,3-9 6614,-4 18-3026,1 19-1412,-1 36-2664,-1-58 413,27-1-183,-21-3-170,0 1 0,0-1 1,0 0-1,-1 0 0,1 0 1,-1-1-1,1 0 0,-1 0 1,0 0-1,0-1 0,4-4 1,55-52 25,-46 41-29,-14 20 66,-5 12 94,-5 22 195,4-24-286,0 74-386,3-49-1864,-1-33 1785,1 0-1,-1-1 1,1 1 0,0 0 0,0 0 0,0-1 0,0 1 0,1 0-1,-1-1 1,1 0 0,-1 1 0,1-1 0,0 0 0,0 0-1,0 0 1,0 0 0,0 0 0,0 0 0,5 2 0,11 4-6482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3:00.75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 1 928,'0'0'18383,"0"15"-17066,0 6-972,-1 4 230,1 1 0,1-1 0,1 0 0,9 39 0,-5-47-943,4 18 918,-7-13-6772,-16-18-6825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3:00.75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52 3049,'0'0'17339,"192"-51"-16907,-140 51-336,25 0-96,-19 3-1344,-7 0-5441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3:00.76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15 456 160,'0'0'8801,"7"5"-8024,-6-4-854,46 21 1797,-46-21-1626,1 0 0,-1-1 0,1 1 0,-1-1 0,1 0 0,-1 1 0,1-1 0,-1 0 0,1 0 0,0 0 0,-1 0 0,1 0 0,-1-1 0,1 1 0,-1 0 1,1-1-1,-1 1 0,1-1 0,-1 1 0,1-1 0,-1 0 0,0 0 0,1 0 0,-1 1 0,0-1 0,0 0 0,0-1 0,1 1 0,-1 0 0,0 0 0,-1 0 0,1-1 0,0 1 0,0 0 0,1-3 0,-1 2 11,1 0 0,0 0 0,-1 0 1,1 0-1,0 0 0,1 0 0,-1 0 0,0 1 1,5-4-1,-5 5-53,0-1 1,0 0-1,-1 0 1,1 0 0,0 0-1,-1 0 1,1-1-1,-1 1 1,0 0-1,1-1 1,-1 1-1,0-1 1,0 0-1,0 1 1,0-1-1,0 0 1,1-1 0,4-37 1379,-4 12-1310,-1 20-108,0-1-1,-1 1 1,0-1-1,0 1 0,-1-1 1,-3-13-1,3 21-14,-1-1 0,1 1 0,0 0-1,-1 0 1,0-1 0,1 1 0,-1 0 0,0 1 0,1-1 0,-1 0 0,0 0-1,0 1 1,0-1 0,0 1 0,1 0 0,-1-1 0,0 1 0,0 0 0,0 0-1,-3 0 1,-43 2 55,46-2-43,-1 0 11,-1 1 0,1-1 0,-1 1 0,1 0 0,0 0 0,-1 0 0,1 0 0,0 0 0,0 1 0,0-1 0,0 1 0,0 0 0,0 0 0,0 0 0,0 1 0,1-1 0,-1 1 0,1-1 0,0 1 0,0 0 0,0 0 0,0 0 0,0 0 0,1 0 0,-1 0 0,1 0-1,0 1 1,-1 3 0,-1 8 107,0 1-1,1 0 1,1 0-1,1 31 1,1-21 213,0-14-263,1 1 0,0-1-1,0 0 1,1 0 0,1 0 0,0 0 0,1-1 0,0 1 0,1-1-1,0 0 1,1-1 0,0 0 0,0 0 0,1 0 0,1-1-1,10 10 1,-16-17-67,-1-1 1,1 1-1,-1-1 0,1 0 0,-1 0 0,1 0 0,0 0 0,0 0 0,-1-1 1,1 1-1,0-1 0,0 1 0,0-1 0,0 0 0,0 0 0,-1-1 1,1 1-1,0-1 0,0 1 0,0-1 0,-1 0 0,1 0 0,0 0 1,-1 0-1,1 0 0,-1-1 0,1 1 0,-1-1 0,4-3 0,8-5-6,-1-2 0,0 0 0,19-21 0,-27 27 2,22-24 0,-2-2 0,0-1 0,-2-1-1,33-65 1,-45 73-9,-1 1 1,-1-1-1,-1-1 0,-1 0 0,-2 0 1,0 0-1,-2 0 0,0-32 0,-3 43 22,0 11-54,1 0 0,-1 0 0,0 0 0,-1 0 0,0 0 0,1 0 0,-4-7 0,4 10 31,-1 1 0,0-1 0,0 1 1,0 0-1,0-1 0,-1 1 0,1 0 0,0 0 1,0 0-1,-1 0 0,1 0 0,-1 0 0,1 0 1,-1 1-1,1-1 0,-1 0 0,1 1 0,-1-1 1,1 1-1,-1 0 0,0-1 0,1 1 0,-1 0 1,0 0-1,0 0 0,-2 1 0,3-1 10,0 0 1,0 1-1,0-1 0,0 1 0,0-1 0,0 1 1,0 0-1,0-1 0,0 1 0,0 0 0,1 0 1,-1 0-1,0-1 0,0 1 0,1 0 0,-1 0 1,1 0-1,-1 0 0,1 0 0,-1 0 0,1 0 0,0 0 1,-1 1-1,1-1 0,0 0 0,0 0 0,0 0 1,0 0-1,0 2 0,-2 42 240,3-37-148,-1 23 305,3-1 1,0 0-1,2 0 0,1 0 1,1-1-1,12 30 1,-14-43-93,-2 1 0,0-1 0,-1 0 1,-1 1-1,-1 28 0,0-33 183,1-3-467,1 0 0,-1 0 0,1-1 0,1 1 0,0-1-1,6 14 1,10 29-62,-19-49-35,0-1-1,1 0 0,-1 0 1,1 1-1,-1-1 1,1 0-1,-1 0 0,1 0 1,0 0-1,0 0 1,-1 0-1,1 0 0,0 0 1,0 0-1,0 0 0,0 0 1,0-1-1,0 1 1,0 0-1,0-1 0,1 1 1,0 0-1,27 2-5488,-28-3 5312,13 0-4579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3:00.76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57 67 56,'0'0'19369,"0"7"-18795,0-1-488,-1 2 150,1-1-1,1 1 0,-1-1 0,1 0 1,4 12-1,-5-17-192,1 0 1,-1 0-1,1 0 0,0-1 1,0 1-1,0 0 1,0-1-1,0 1 1,1 0-1,-1-1 0,0 1 1,1-1-1,-1 0 1,1 1-1,-1-1 1,1 0-1,0 0 0,-1 0 1,1 0-1,0 0 1,0-1-1,0 1 1,0-1-1,0 1 0,0-1 1,-1 1-1,1-1 1,0 0-1,3 0 1,8 0 47,-6 1-60,0-1 1,0 0-1,0-1 1,0 0-1,0 0 0,13-3 1,-19 3-32,1 0 0,0 0 0,0-1 0,0 1 0,-1 0-1,1-1 1,-1 1 0,1-1 0,-1 1 0,0-1 0,1 0 0,-1 1 0,0-1 0,0 0 0,0 0 0,0 0 0,-1 0 0,1 0 0,0 0-1,-1 0 1,1 0 0,-1 0 0,0 0 0,0 0 0,0 0 0,0 0 0,0-3 0,0 2-40,0 1-1,0-1 1,0 1-1,0-1 1,-1 1 0,1-1-1,-1 1 1,1-1 0,-1 1-1,0-1 1,0 1-1,0 0 1,0-1 0,0 1-1,-1 0 1,1 0-1,-1 0 1,1 0 0,-3-2-1,0 1-4,0 1-1,-1 0 1,1 0-1,0 0 1,-1 0-1,1 1 1,-1 0-1,1 0 1,-1 0-1,-5 0 1,-56-3-37,63 4 85,1 0 0,-1 0 0,0 0 0,1 0 0,-1 0 0,1 1 0,-1-1 0,1 1 0,-1 0 0,1 0 0,-1 0 0,1 0 0,0 0 1,-1 0-1,1 1 0,0-1 0,0 1 0,0 0 0,0-1 0,0 1 0,-2 3 0,1 4 41,-1-1 0,1 2-1,1-1 1,0 0 0,0 0 0,1 1 0,0-1 0,1 1-1,0-1 1,0 1 0,1-1 0,0 1 0,1-1 0,0 0-1,0 1 1,1-1 0,5 10 0,-5-12-162,0 1 1,1-1 0,0-1-1,0 1 1,1-1-1,0 1 1,0-1 0,1-1-1,-1 1 1,1-1 0,0 0-1,1 0 1,-1-1-1,1 0 1,0 0 0,0 0-1,0-1 1,1 0-1,-1 0 1,13 2 0,-8-3-1389,0 0-1,1 0 1,-1-2 0,1 1 0,17-3 0,-26 2 1039,0-1 0,-1 0-1,1 0 1,0 0 0,-1 0 0,1-1 0,-1 1-1,1-1 1,-1 0 0,0 0 0,0 0 0,0 0-1,0-1 1,0 1 0,0-1 0,-1 0-1,1 0 1,-1 0 0,0 0 0,3-5 0,0-1 133,40-85 2425,-29 43 3342,-10 0 3435,-6 52-8802,0-1 0,0 0 0,0 0 0,0 0 1,0 1-1,0-1 0,0 0 0,0 0 0,0 0 1,1 1-1,-1-1 0,0 0 0,0 0 0,0 0 1,0 0-1,0 1 0,1-1 0,-1 0 0,0 0 0,0 0 1,0 0-1,0 0 0,1 0 0,-1 0 0,0 1 1,0-1-1,0 0 0,1 0 0,-1 0 0,0 0 1,0 0-1,0 0 0,1 0 0,-1 0 0,0 0 1,0 0-1,0 0 0,1 0 0,-1 0 0,0 0 0,0 0 1,0 0-1,1-1 0,-1 1 0,0 0 0,0 0 1,0 0-1,0 0 0,1 0 0,-1 0 0,0 0 1,0-1-1,0 1 0,0 0 0,1 0 0,-1 0 0,0 0 1,0-1-1,0 1 0,0 0 0,0 0 0,0 0 1,0-1-1,0 1 0,0 0 0,0 0 0,0 0 1,0-1-1,0 1 0,11 13 1345,0 5-524,-3-3-535,1-1 0,0-1 1,1 0-1,12 13 0,-21-25-348,0-1 0,0 1-1,0-1 1,0 1 0,0-1 0,0 0-1,0 1 1,0-1 0,0 0 0,0 0-1,0 0 1,0 0 0,0 0 0,0 0-1,0 0 1,0 0 0,1 0 0,-1-1-1,0 1 1,0 0 0,0-1 0,0 1-1,0-1 1,0 1 0,0-1 0,0 1-1,-1-1 1,1 0 0,0 1 0,0-1-1,0 0 1,-1 0 0,1 1 0,0-1-1,0-2 1,27-32-234,-27 34 220,9-15-32,0 0 0,1 1-1,1 0 1,1 1 0,0 0 0,1 1 0,0 1 0,1 0 0,28-17-1,-42 29 43,-1-1 0,1 1-1,0 0 1,-1-1-1,1 1 1,0 0-1,-1 0 1,1 0-1,0-1 1,0 1-1,-1 0 1,1 0 0,0 0-1,0 0 1,0 0-1,-1 0 1,1 1-1,0-1 1,0 0-1,-1 0 1,1 0-1,0 1 1,-1-1-1,1 0 1,0 1 0,-1-1-1,1 1 1,0-1-1,0 1 1,10 24 151,-6 30 374,-4-54-517,-1-1 1,0 1-1,0 0 0,1-1 0,-1 1 0,0 0 0,1-1 1,-1 1-1,1-1 0,-1 1 0,1 0 0,-1-1 1,1 1-1,-1-1 0,1 1 0,0-1 0,-1 0 0,1 1 1,-1-1-1,1 0 0,0 1 0,-1-1 0,1 0 0,0 0 1,0 0-1,-1 1 0,1-1 0,0 0 0,0 0 1,-1 0-1,1 0 0,0 0 0,0 0 0,-1-1 0,1 1 1,0 0-1,-1 0 0,1 0 0,0-1 0,0 1 0,34-12 35,161-85 61,-195 96 169,-1 40 422,0-36-726,0 1-1,1 0 1,-1 0 0,1 0 0,0 0 0,0 0-1,0 0 1,0-1 0,1 1 0,0-1 0,-1 1-1,1-1 1,1 1 0,-1-1 0,0 0-1,1 0 1,-1 0 0,7 4 0,25 14-3601,6-9-5443,-26-11 498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3:00.76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4 120 2801,'0'0'13032,"13"-4"-11744,10-2-416,1 2 0,0 0 1,39-1-1,20 5-15,-82 0-850,-1-1 0,1 1 0,0 0 0,-1-1 0,1 1-1,-1-1 1,1 1 0,0-1 0,-1 0 0,1 1 0,-1-1 0,1 0-1,-1 1 1,0-1 0,1 0 0,-1 0 0,0 1 0,1-1 0,-1 0 0,0 0-1,0 1 1,0-1 0,0 0 0,0 0 0,0 0 0,0 0 0,0 1-1,0-1 1,0 0 0,0 0 0,0 0 0,0 1 0,-1-1 0,1 0-1,0 0 1,-1 1 0,0-2 0,-13-32 35,11 31-45,-1-1 0,0 1 0,-1 0 0,1 1 0,0-1 0,-1 1 0,1-1 0,-1 1 0,0 1 0,0-1 0,0 1 0,-6-2 0,-63 0 36,53 3-26,18 0-5,0 1 0,0-1 1,0 1-1,0-1 0,1 1 0,-1 0 0,0 0 0,0 0 0,1 1 0,-1-1 0,1 1 0,-1-1 0,1 1 0,-1 0 0,1 0 0,0 0 0,0 0 0,0 0 1,0 1-1,0-1 0,1 0 0,-1 1 0,1 0 0,0-1 0,-1 1 0,1 0 0,0-1 0,1 1 0,-1 0 0,0 5 0,-1-2 10,1 0-1,1 0 1,-1 0 0,1-1-1,0 1 1,1 0-1,-1 0 1,1 0 0,0 0-1,1 0 1,-1 0-1,1-1 1,0 1 0,1-1-1,3 7 1,-1-4-1,0-1 1,1 0 0,0 0 0,0 0-1,1-1 1,0 0 0,0 0-1,0-1 1,1 0 0,0 0 0,0-1-1,11 5 1,-6-5-2,0 0 0,0-1-1,0 0 1,0-1 0,1-1 0,-1 0 0,25-2-1,-30 0-102,-1-1-1,1 0 1,0 0-1,-1-1 1,1 0-1,-1-1 1,0 0-1,0 0 1,0 0-1,-1-1 1,1 0-1,-1 0 1,0 0-1,0-1 1,7-10-1,3-3-42,-1-1-1,-1-1 1,21-39 0,-43 94 5016,8-31-4866,-1-1 0,2 1 0,-1-1-1,0 1 1,0-1 0,1 0 0,-1 1 0,1-1 0,0 0 0,0 1 0,0-1 0,0 0 0,0 0 0,0 0 0,1 0-1,-1 0 1,1 0 0,-1 0 0,1 0 0,0 0 0,0-1 0,0 1 0,0-1 0,0 0 0,0 1 0,0-1 0,0 0-1,0 0 1,1 0 0,-1 0 0,0-1 0,1 1 0,-1-1 0,0 1 0,5-1 0,2 1-8,67 0 9,-72-1-13,1 0 0,-1-1 0,1 1 1,-1-1-1,1 0 0,-1-1 0,0 1 1,1-1-1,-1 0 0,0 0 0,0 0 0,0-1 1,5-4-1,-8 8 26,0 0 0,-1 0 0,1-1 0,-1 1 0,1 0 0,-1 0 0,0 0 0,1 0 0,-1 0 0,0 0 0,1 0 0,-1 0 0,0 0 0,0 0 0,0 0 1,0 0-1,0 0 0,0 0 0,0 0 0,-1 0 0,1 0 0,-1 1 0,1 4-120,0-1 1,0 0-1,1 1 1,-1-1-1,1 1 1,0-1-1,0 0 1,1 0-1,0 1 1,3 7-1,23 7-2592,-5-10-3575,-5-8-2053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3:00.76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3001,'0'0'14437,"0"23"-13103,0 168 2081,0-180-3222,0 0 0,0 0 0,1 0 0,1 0 0,-1 0 0,2-1 0,6 19 0,-7-25-178,0 0 0,1 1-1,0-1 1,0 0 0,0 0 0,1-1 0,-1 1 0,1-1 0,0 0 0,0 0 0,0 0 0,0 0 0,1-1 0,-1 1 0,1-1-1,-1 0 1,1-1 0,0 1 0,5 0 0,6 2-157,-1-2 0,1 0 0,22 0 0,14-6-3392,-51 4 3280,0 0 1,0 0-1,0-1 1,0 1-1,0 0 1,-1-1-1,1 1 1,0 0-1,0-1 1,0 1-1,-1-1 1,1 0-1,0 1 1,-1-1-1,1 1 0,-1-1 1,1 0-1,0-1 1,7-18-7199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3:00.76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5353,'0'0'16060,"218"9"-15404,-116 11-656,-18-4-432,-7-10-4537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3:00.76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1 190 2761,'0'0'11675,"10"-1"-10710,-7 0-851,0 0 0,0 1 0,0-1 1,0 1-1,0 0 0,0 0 0,0 0 1,1 1-1,-1-1 0,0 1 0,0 0 1,0 0-1,0 0 0,0 0 0,0 0 1,-1 0-1,1 1 0,0-1 0,-1 1 1,1 0-1,-1 0 0,1 0 0,-1 0 1,0 1-1,0-1 0,4 5 0,6 9 720,-1-1 0,17 34 0,-30-72-202,1 0-1,3-43 1,0 6-574,-2 54-117,0 1 0,1-1 0,0 1 0,0 0 0,0-1 0,0 1 0,1 0 0,0 0 0,0 0 0,0 0 0,1 0 0,0 1 0,0-1 0,0 1 0,0-1 0,1 1-1,-1 0 1,1 0 0,0 1 0,0-1 0,1 1 0,-1 0 0,1 0 0,0 0 0,-1 1 0,1 0 0,0 0 0,1 0 0,-1 0 0,0 1 0,0 0 0,1 0 0,-1 0 0,0 1 0,1 0 0,5 0 0,-9 1-319,1-1-1,-1 1 0,0 0 1,1 0-1,-1 0 0,0 0 1,0 0-1,0 0 0,0 1 0,0-1 1,0 1-1,0-1 0,0 1 1,-1 0-1,1 0 0,0 0 1,-1 0-1,0 0 0,1 0 1,-1 0-1,0 0 0,0 1 0,0-1 1,-1 0-1,2 3 0,5 18-6858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3:00.76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86 78 1344,'0'0'14594,"-11"5"-14218,6-3-344,1-1-11,1 0-1,-1 0 1,0 0-1,1 1 1,0 0 0,-1-1-1,1 1 1,0 1-1,0-1 1,0 0 0,0 1-1,0-1 1,1 1-1,-1 0 1,1 0 0,-1 0-1,1 0 1,0 0-1,1 1 1,-1-1 0,0 1-1,1-1 1,0 1-1,-2 5 1,2-1 8,0 1-1,1-1 1,-1 1-1,2-1 1,-1 1-1,1-1 1,3 12 0,-3-17-26,0 0 1,0 0 0,1 0 0,-1 0-1,1-1 1,0 1 0,0 0-1,0-1 1,0 1 0,0-1 0,1 0-1,-1 1 1,1-1 0,-1 0 0,1-1-1,0 1 1,0 0 0,0-1-1,0 0 1,0 1 0,5 0 0,-2 0 3,-1 0 0,1-1 0,-1 0 0,1 0 0,0 0 0,-1-1 0,1 0 0,0 0 0,0 0 0,-1-1 0,1 0 0,0 0 1,-1 0-1,9-4 0,-11 4 3,-1-1 1,1 1-1,0-1 1,0 0-1,-1-1 1,1 1-1,-1 0 1,0-1 0,0 1-1,0-1 1,0 1-1,0-1 1,0 0-1,-1 0 1,1 0-1,-1 0 1,0 0-1,0 0 1,0-1-1,0 1 1,-1 0 0,1 0-1,-1-1 1,0 1-1,0-6 1,1-27 60,0 21 116,0-1-1,-1 1 1,-1-1-1,-1 1 1,-4-20-1,6 32-155,-1 0 0,0 0 0,-1 0 0,1 0-1,0 0 1,-1 0 0,0 1 0,1-1 0,-1 0 0,0 1 0,0 0 0,-1-1-1,1 1 1,0 0 0,-1 0 0,0 0 0,1 0 0,-1 1 0,0-1-1,0 1 1,0-1 0,0 1 0,0 0 0,0 0 0,0 1 0,0-1-1,0 1 1,0-1 0,-1 1 0,-5 0 0,6 0-45,0 0 1,-1 0-1,1 0 0,-1 1 0,1-1 1,0 1-1,-1-1 0,1 1 1,-5 2-1,6-2-63,1 1-1,-1-1 1,1 1-1,-1-1 1,1 1-1,0 0 1,0-1-1,-1 1 1,1 0-1,0 0 1,1 0 0,-1 0-1,0 0 1,0 0-1,1 0 1,-1 0-1,1 4 1,-7 63-5196,7-42-372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3:00.76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150 73 1224,'0'0'16370,"-16"-3"-15829,-51-5 11,64 9-514,1-1 1,-1 1 0,1-1 0,-1 1 0,1 0 0,0 0 0,0 0-1,-1 0 1,1 0 0,0 1 0,0-1 0,0 0 0,0 1-1,0 0 1,1-1 0,-1 1 0,0 0 0,1 0 0,-1 0-1,1 0 1,0 0 0,0 1 0,-2 2 0,0 2 21,0 0 1,1 1 0,-1-1 0,2 0-1,-3 11 1,3-11-35,0 0-1,1 1 1,-1-1 0,1 0 0,0 0-1,1 1 1,2 8 0,-3-14-22,1 0 0,0 0 0,0-1 0,0 1-1,0 0 1,0-1 0,0 1 0,1-1 0,-1 1 0,1-1 0,-1 0 0,1 1 0,-1-1 0,1 0 0,-1 0 0,1 0 0,0 0 0,0-1 0,0 1 0,-1 0 0,1-1-1,0 1 1,0-1 0,0 0 0,0 1 0,0-1 0,0 0 0,0 0 0,4-1 0,-1 1 4,0 0-1,0-1 1,1 0 0,-1 0 0,0 0-1,0-1 1,0 0 0,0 0-1,0 0 1,-1 0 0,1-1 0,-1 0-1,1 0 1,-1 0 0,0 0-1,0-1 1,0 1 0,-1-1 0,1 0-1,-1 0 1,0-1 0,0 1-1,-1-1 1,1 1 0,-1-1 0,0 0-1,2-6 1,0 2 63,-1 1-1,-1-1 1,0 0 0,0 0-1,0-1 1,-1 1 0,-1 0-1,0-17 1,0 23-61,-1 1 1,1-1-1,0 0 0,-1 0 1,0 1-1,1-1 0,-1 1 1,0-1-1,-1 1 0,1-1 1,0 1-1,-1 0 1,1-1-1,-1 1 0,0 0 1,1 0-1,-1 0 0,0 0 1,0 0-1,-1 1 0,1-1 1,0 1-1,0-1 0,-1 1 1,1 0-1,-1 0 0,1 0 1,-1 0-1,0 0 1,1 1-1,-1-1 0,-3 1 1,5-1-97,-1 1 0,0-1 0,0 1 0,1 0 0,-1 0 1,0 0-1,0 0 0,0 0 0,1 0 0,-1 1 0,0-1 0,0 0 1,1 1-1,-1 0 0,0-1 0,1 1 0,-1 0 0,1 0 0,-1 0 1,1 0-1,-1 0 0,1 0 0,0 0 0,-1 0 0,1 1 1,-2 2-1,1 0-519,1 1 1,0-1 0,0 1 0,0-1-1,0 1 1,1 0 0,0-1 0,0 9-1,0 8-4153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3:00.76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33 1 1304,'0'0'19626,"-2"9"-18894,-11 69 351,4 0 0,1 130 0,8-202-1075,0-1 1,0 1-1,1 0 1,0-1 0,0 1-1,0 0 1,1-1-1,3 9 1,-4-12-19,0 0 0,0 0 0,0-1 0,1 1 0,-1 0 0,0-1 0,1 1 0,0-1 0,-1 0 0,1 1 0,0-1 0,0 0 0,-1 0 0,1 0 0,0 0 0,0 0 0,0-1 0,0 1 0,0-1 0,0 1 1,0-1-1,1 0 0,-1 1 0,4-2 0,16 2-808,-13 0 363,1-1-1,-1 0 1,1-1-1,17-3 0,-2-10-3538,-23 13 3327,-1-1-1,1 0 1,-1 0-1,1 0 1,-1 0-1,0 0 1,0 0-1,0 0 1,0-1-1,0 1 1,0-4-1,0-10-8163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3:00.76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17 2969,'0'0'19012,"103"-16"-18556,-65 16-240,-5 0-144,5 0-72,-6 0-208,26 16-1265,-20 0-3392,7-6-3432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3:00.77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3 122 2697,'0'0'3532,"0"9"-1383,-1 6-2868,-1-2 5074,6-40 3197,-2 22-7407,0 0 0,0 0 0,1 0 0,-1 1 0,1-1 0,0 1 0,1-1 1,-1 1-1,1 0 0,-1 0 0,1 1 0,0-1 0,7-3 0,5-5 21,0 1 0,24-11 0,-33 19-163,1-1-1,0 1 0,-1 0 0,1 1 1,0 0-1,0 0 0,0 0 1,0 1-1,10 0 0,-17 2-2,0-1 0,0 0 1,0 1-1,0-1 0,-1 0 0,1 1 0,0-1 0,0 1 0,0-1 1,0 1-1,-1 0 0,1-1 0,0 1 0,-1 0 0,1 0 1,0-1-1,-1 1 0,1 0 0,-1 0 0,1 0 0,-1 0 0,1 0 1,-1 0-1,0 0 0,1 1 0,6 32 69,-5-25-19,3 32 60,-1 0 0,-2 0 0,-5 62 0,1-12 35,1-13 93,-3 0 0,-3-1-1,-25 106 1,31-181 140,1-5-144,3-15-66,-2 12-165,1 0-1,-1-1 1,1 1-1,1 0 0,4-10 1,0 0-383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3:00.77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1280,'0'0'16853,"8"0"-15874,6 0-648,0 1-1,-1 0 1,1 1 0,0 1-1,-1 0 1,0 0 0,1 2-1,-1-1 1,-1 2 0,1 0-1,-1 0 1,0 1 0,-1 1-1,1 0 1,-2 0 0,14 14-1,27 41-311,-50-61-15,-1 0 0,0-2 51,0-5-990,-2-7-2491,-10 10-3929,1 2-519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3:00.77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336 0 1280,'0'0'13589,"-9"15"-12717,-196 230 3659,167-206-3943,-44 34-1,81-71-868,6-2 523,21-8 550,10-2-1951,-6 4-5348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3:00.77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578 239 1528,'0'0'14535,"2"-16"-13305,3-46-379,-5 61-822,0 0-1,-1 0 1,1 0 0,0 0-1,-1 0 1,1 0 0,0 0-1,-1 0 1,0 1 0,1-1-1,-1 0 1,1 0 0,-1 0-1,0 1 1,1-1 0,-1 0-1,0 1 1,0-1 0,0 1-1,1-1 1,-1 1 0,0-1-1,0 1 1,0-1 0,0 1-1,0 0 1,0 0 0,0-1-1,0 1 1,0 0 0,-1 0-1,-37 1 532,28 0-314,-8-1 11,-1 1-1,1 1 1,-1 1 0,1 1 0,0 1 0,0 0-1,1 2 1,0 0 0,0 1 0,-30 17 0,21-10-112,1 1 0,1 1 0,0 1 1,1 1-1,-40 42 0,55-50-104,0 0 0,1 1-1,0 0 1,1 0 0,0 1-1,1-1 1,0 2 0,1-1-1,0 1 1,1-1 0,1 1-1,1 1 1,-1-1 0,1 27-1,2-10 3,2-1 1,0 1-1,3-1 0,0 1 1,2-1-1,1-1 0,14 34 1,-18-53-29,0 1 1,1-1 0,1 0 0,0 0 0,0-1 0,1 0-1,0 0 1,0 0 0,1-1 0,0 0 0,1-1 0,0 0 0,0 0-1,0-1 1,1 0 0,0 0 0,0-1 0,0-1 0,1 0-1,0 0 1,0-1 0,20 4 0,-12-5 24,1 0 1,-1-2-1,1 0 0,-1-1 0,1 0 1,-1-2-1,1 0 0,-1-2 1,-1 0-1,1-1 0,-1-1 1,1 0-1,27-17 0,-4-1-5,-1-1-1,-1-2 0,-2-2 1,0-1-1,-3-2 1,0-2-1,-2-1 0,-2-1 1,43-69-1,-66 91 3,-1 1 0,0-1 0,-1-1 0,-1 1 0,-1-1 0,0 0 0,-1 0 0,0 0 0,-2 0 0,0-1 0,0 1 0,-2 0 0,-4-30 0,3 39-28,0 1 1,0-1 0,-1 1-1,0 0 1,0 0 0,-1 0-1,0 0 1,0 0 0,0 1 0,-1 0-1,0 0 1,-9-8 0,-10-6-4,-41-26 1,39 29-2,-24-19 11,26 17 15,0 1 0,-1 1 0,-1 1 1,0 1-1,-1 2 0,-53-18 0,65 28-3,1 0 0,-1 2-1,-20 0 1,12 0 88,21 0-11,2 6-169,-1-1-1,1 1 1,0-1-1,1 0 0,0 1 1,-1-1-1,2 0 0,-1 1 1,0-1-1,1 0 0,0 0 1,1 0-1,-1 0 0,1-1 1,0 1-1,3 4 1,18 31-5790,-16-18 365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3:00.77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923 62 2993,'0'0'6922,"6"-4"-5532,-5 4-1369,27-20 1639,-26 18-1436,0 1 0,0-1-1,0 1 1,-1-1-1,1 0 1,-1 0 0,1 0-1,-1 1 1,0-2-1,0 1 1,0 0 0,0 0-1,0 0 1,0 0-1,0-1 1,0-3 6421,-41 32-5277,7 9-1273,1 2 0,2 1-1,2 1 1,-29 53-1,2-6 17,-313 437 792,260-373-768,34-43-8,-64 125-1,127-213-245,5-6 695,22-27-247,-13 10-404,18-14-508,-6 8-3077,-14 17-4182,-1 5-2043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3:00.77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662 216 3137,'0'0'13559,"-6"-9"-12371,4 6-1094,0 0-1,0 0 1,0 1 0,0-1-1,-1 0 1,1 1 0,-1-1-1,0 1 1,0 0 0,0 0 0,0 0-1,0 0 1,0 1 0,0-1-1,-1 1 1,1 0 0,0 0 0,-1 0-1,1 0 1,-1 1 0,0-1-1,1 1 1,-1 0 0,1 0 0,-1 0-1,1 1 1,-1-1 0,1 1-1,-6 1 1,-30 13 519,0 1 0,2 3 1,0 0-1,-66 48 0,76-48-433,1 1 0,1 1 0,0 1-1,2 1 1,0 1 0,2 1 0,-19 28 0,27-33-155,2 1 1,-1 0-1,2 1 1,1 0-1,1 1 1,1 0-1,1 0 1,0 0-1,2 1 1,-1 31-1,3-18-4,1 0 1,2 0-1,7 38 1,-5-59-13,0 1 0,2-1 0,0 0 0,1 0 0,1 0 1,0-1-1,1 0 0,19 27 0,-19-30 28,2 0 0,-1-1 0,2 0 0,-1-1 0,1 0 0,1-1 0,0 0 0,0-1 0,1 0 0,0-1 0,20 8 0,-10-7 57,0-2-1,0-1 1,1-1 0,0 0 0,-1-2 0,35-1-1,-27 0 14,0-1 0,0-1 0,0-2 0,0-1 0,-1-1 1,0-2-1,37-13 0,-42 9-94,0-1 0,-1-1 0,0-1 0,-1-1 1,0-1-1,-1-2 0,-1 0 0,-1-1 1,-1 0-1,0-2 0,-2 0 0,0-1 1,-2-1-1,0-1 0,-2 0 0,0-1 0,-2 0 1,0-1-1,-2 0 0,-1 0 0,-1-1 1,-2 0-1,0 0 0,0-34 0,-2-269 46,-4 178-47,0 146-9,1-1 1,-1 0-1,0 0 1,0 1-1,-1-1 1,0 1-1,0-1 1,-1 1-1,1 0 1,-1 0-1,-1 0 1,1 0-1,-1 0 1,0 1-1,0-1 1,-1 1-1,-10-9 1,-3 0-1,0 1 1,-1 0-1,-1 2 1,-23-11-1,28 17-9,0 0-1,-1 1 1,0 1 0,0 0 0,0 1-1,0 1 1,0 0 0,0 2 0,-27 3-1,35-3 11,0 1 0,0 0 0,0 0 0,0 1 0,1 0 0,-15 8 0,-13 6 7,24-13-13,2-1-1,0 0-1,0 1 1,0 0-1,1 0 1,-1 1-1,1 0 0,0 1 1,0-1-1,-10 12 1,17-16-135,0 1 0,1-1 0,0 0 0,-1 0 0,1 1 1,0-1-1,-1 0 0,1 1 0,0-1 0,0 0 0,0 1 1,0-1-1,0 0 0,1 1 0,-1-1 0,0 0 0,1 1 0,-1-1 1,1 0-1,-1 0 0,1 1 0,-1-1 0,1 0 0,0 0 1,0 0-1,0 0 0,-1 0 0,1 0 0,0 0 0,0 0 0,0 0 1,0-1-1,1 1 0,1 1 0,13 16-5734,-9 0-2590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3:00.77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51 3001,'0'0'8119,"0"-16"-740,0-16-5947,0 32-1347,0 0-1,0 0 1,0 0-1,1 0 1,-1 1-1,0-1 1,0 0 0,0 0-1,0 0 1,0 0-1,0 1 1,0-1-1,1 0 1,-1 0 0,0 0-1,0 0 1,0 0-1,0 0 1,1 0-1,-1 0 1,0 0 0,0 1-1,0-1 1,0 0-1,1 0 1,-1 0 0,0 0-1,0 0 1,0 0-1,1 0 1,-1 0-1,0 0 1,0 0 0,0 0-1,1 0 1,-1 0-1,0-1 1,0 1-1,0 0 1,0 0 0,1 0-1,-1 0 1,0 0-1,0 0 1,0 0-1,0 0 1,0-1 0,1 1-1,-1 0 1,0 0-1,0 0 1,0 0 0,0 0-1,0-1 1,0 1-1,0 0 1,0 0-1,1 0 1,-1-1 0,0 1-1,0 0 1,0 0-1,0 0 1,0 0-1,0-1 1,0 1 0,0 0-1,0 0 1,0-1-1,19 23 1224,16 29-1253,76 146 910,-41-68-873,-63-118-65,1 0 1,0-1-1,1 0 0,0-1 0,1 0 0,0 0 0,16 10 0,27 26 12,-41-30-20,-1 0 0,0 0-1,-2 2 1,0-1-1,0 1 1,-2 0 0,11 34-1,5 10-8,4 5-13,-16-35 106,1-1 0,2-1 0,21 33 1,5-7-33,-25-35 2,1 1 0,-2 1 1,15 31-1,-19-35 112,0-1 1,1 0-1,25 27 1,7 13 60,-41-55-221,11 17 112,-13-19-127,0 0 0,0 0 0,0 0-1,0-1 1,0 1 0,0 0 0,0 0-1,0-1 1,0 1 0,0 0 0,0 0 0,0-1-1,1 1 1,-1 0 0,0 0 0,0 0-1,0-1 1,0 1 0,0 0 0,0 0 0,1 0-1,-1 0 1,0-1 0,0 1 0,0 0-1,0 0 1,1 0 0,-1 0 0,0 0 0,0 0-1,0-1 1,1 1 0,-1 0 0,0 0-1,0 0 1,1 0 0,-1 0 0,0 0 0,0 0-1,1 0 1,-1 0 0,0 0 0,0 0-1,0 0 1,1 0 0,-1 0 0,0 0 0,0 0-1,1 0 1,-1 1 0,0-1 0,0 0-1,0 0 1,1 0 0,-1 0 0,0 0 0,0 1-1,0-1 1,0 0 0,1 0 0,-1 0-5,0 12-4153,-6 118-6674,5-89 1646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3:00.77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732 214 2561,'0'0'13522,"-4"-23"-12315,-17-69-162,21 88-931,-2 1 0,1-1 0,0 1 0,-1-1 0,1 1 0,-1-1 1,0 1-1,0 0 0,-1 0 0,1 0 0,-1 0 0,1 0 1,-1 1-1,0-1 0,0 1 0,0 0 0,0-1 0,0 1 0,-1 1 1,1-1-1,-7-2 0,0 2 66,1 0 0,-1 1 0,1 0 0,-1 1 0,1 0 0,-13 1 0,-3 0 119,4 0-106,0 2-1,1 0 1,-1 1 0,1 1 0,0 1 0,0 1-1,1 0 1,0 2 0,0 0 0,1 1 0,0 1-1,-29 23 1,22-14-55,0 2 0,2 0-1,0 2 1,1 1-1,2 0 1,0 2 0,-24 43-1,35-49-70,0-1-1,1 1 1,1 0 0,1 1-1,1 0 1,-4 37-1,2 137 483,8-149-362,-1-40-154,0 0 0,1 0 0,0 0-1,0 0 1,0 0 0,1 0 0,0-1 0,1 1 0,0-1 0,0 1 0,0-1 0,0 0 0,9 10 0,-5-8 35,0 0 1,1-1 0,0 1-1,1-2 1,0 1 0,0-1-1,0-1 1,11 6 0,12 2 144,0-2-1,0-1 1,1-1 0,56 7 0,-36-11-101,1-2 0,77-5 0,-114 0-99,0-1-1,-1-1 1,1 0-1,-1-1 1,0-1-1,0 0 1,0-1-1,-1-1 1,0-1-1,18-13 1,0-2-3,-1-2 0,-1 0-1,31-37 1,-32 31 3,-1-2 0,30-47 0,-51 68-6,-1 1 0,0-1-1,-1 0 1,0-1-1,-1 0 1,-1 0-1,0 0 1,-1 0-1,-1 0 1,2-28-1,-3 10 10,0 21-8,0 0 1,-1 0-1,0 0 0,-1 0 0,0-1 0,-1 1 1,0 1-1,-1-1 0,0 0 0,-1 0 1,-7-15-1,-15-16-3,-2 2 0,-2 1 1,-1 2-1,-2 1 0,-45-39 1,69 69-8,0 0 0,0 0 0,-1 1 0,1 1 0,-1 0 0,0 0 0,0 1 0,-1 0 0,1 0 0,-1 2 0,-13-2 0,-6 1-6,-1 2-1,-53 5 0,47 5 31,29-7-17,-1 0 0,0 0 0,0-1 0,0-1 1,0 1-1,0-1 0,-12-1 0,20 0-18,2 8-585,-1-1 67,1 1-1,1-1 1,-1 0 0,1 1-1,0-1 1,1 0 0,0 0 0,0 0-1,1-1 1,-1 1 0,6 6-1,1 3-2095,4 10-4265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3:00.77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1 190 2761,'0'0'11675,"10"-1"-10710,-7 0-851,0 0 0,0 1 0,0-1 1,0 1-1,0 0 0,0 0 0,0 0 1,1 1-1,-1-1 0,0 1 0,0 0 1,0 0-1,0 0 0,0 0 0,0 0 1,-1 0-1,1 1 0,0-1 0,-1 1 1,1 0-1,-1 0 0,1 0 0,-1 0 1,0 1-1,0-1 0,4 5 0,6 9 720,-1-1 0,17 34 0,-30-72-202,1 0-1,3-43 1,0 6-574,-2 54-117,0 1 0,1-1 0,0 1 0,0 0 0,0-1 0,0 1 0,1 0 0,0 0 0,0 0 0,0 0 0,1 0 0,0 1 0,0-1 0,0 1 0,0-1 0,1 1-1,-1 0 1,1 0 0,0 1 0,0-1 0,1 1 0,-1 0 0,1 0 0,0 0 0,-1 1 0,1 0 0,0 0 0,1 0 0,-1 0 0,0 1 0,0 0 0,1 0 0,-1 0 0,0 1 0,1 0 0,5 0 0,-9 1-319,1-1-1,-1 1 0,0 0 1,1 0-1,-1 0 0,0 0 1,0 0-1,0 0 0,0 1 0,0-1 1,0 1-1,0-1 0,0 1 1,-1 0-1,1 0 0,0 0 1,-1 0-1,0 0 0,1 0 1,-1 0-1,0 0 0,0 1 0,0-1 1,-1 0-1,2 3 0,5 18-6858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3:00.77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86 78 1344,'0'0'14594,"-11"5"-14218,6-3-344,1-1-11,1 0-1,-1 0 1,0 0-1,1 1 1,0 0 0,-1-1-1,1 1 1,0 1-1,0-1 1,0 0 0,0 1-1,0-1 1,1 1-1,-1 0 1,1 0 0,-1 0-1,1 0 1,0 0-1,1 1 1,-1-1 0,0 1-1,1-1 1,0 1-1,-2 5 1,2-1 8,0 1-1,1-1 1,-1 1-1,2-1 1,-1 1-1,1-1 1,3 12 0,-3-17-26,0 0 1,0 0 0,1 0 0,-1 0-1,1-1 1,0 1 0,0 0-1,0-1 1,0 1 0,0-1 0,1 0-1,-1 1 1,1-1 0,-1 0 0,1-1-1,0 1 1,0 0 0,0-1-1,0 0 1,0 1 0,5 0 0,-2 0 3,-1 0 0,1-1 0,-1 0 0,1 0 0,0 0 0,-1-1 0,1 0 0,0 0 0,0 0 0,-1-1 0,1 0 0,0 0 1,-1 0-1,9-4 0,-11 4 3,-1-1 1,1 1-1,0-1 1,0 0-1,-1-1 1,1 1-1,-1 0 1,0-1 0,0 1-1,0-1 1,0 1-1,0-1 1,0 0-1,-1 0 1,1 0-1,-1 0 1,0 0-1,0 0 1,0-1-1,0 1 1,-1 0 0,1 0-1,-1-1 1,0 1-1,0-6 1,1-27 60,0 21 116,0-1-1,-1 1 1,-1-1-1,-1 1 1,-4-20-1,6 32-155,-1 0 0,0 0 0,-1 0 0,1 0-1,0 0 1,-1 0 0,0 1 0,1-1 0,-1 0 0,0 1 0,0 0 0,-1-1-1,1 1 1,0 0 0,-1 0 0,0 0 0,1 0 0,-1 1 0,0-1-1,0 1 1,0-1 0,0 1 0,0 0 0,0 0 0,0 1 0,0-1-1,0 1 1,0-1 0,-1 1 0,-5 0 0,6 0-45,0 0 1,-1 0-1,1 0 0,-1 1 0,1-1 1,0 1-1,-1-1 0,1 1 1,-5 2-1,6-2-63,1 1-1,-1-1 1,1 1-1,-1-1 1,1 1-1,0 0 1,0-1-1,-1 1 1,1 0-1,0 0 1,1 0 0,-1 0-1,0 0 1,0 0-1,1 0 1,-1 0-1,1 4 1,-7 63-5196,7-42-372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3:00.78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150 73 1224,'0'0'16370,"-16"-3"-15829,-51-5 11,64 9-514,1-1 1,-1 1 0,1-1 0,-1 1 0,1 0 0,0 0 0,0 0-1,-1 0 1,1 0 0,0 1 0,0-1 0,0 0 0,0 1-1,0 0 1,1-1 0,-1 1 0,0 0 0,1 0 0,-1 0-1,1 0 1,0 0 0,0 1 0,-2 2 0,0 2 21,0 0 1,1 1 0,-1-1 0,2 0-1,-3 11 1,3-11-35,0 0-1,1 1 1,-1-1 0,1 0 0,0 0-1,1 1 1,2 8 0,-3-14-22,1 0 0,0 0 0,0-1 0,0 1-1,0 0 1,0-1 0,0 1 0,1-1 0,-1 1 0,1-1 0,-1 0 0,1 1 0,-1-1 0,1 0 0,-1 0 0,1 0 0,0 0 0,0-1 0,0 1 0,-1 0 0,1-1-1,0 1 1,0-1 0,0 0 0,0 1 0,0-1 0,0 0 0,0 0 0,4-1 0,-1 1 4,0 0-1,0-1 1,1 0 0,-1 0 0,0 0-1,0-1 1,0 0 0,0 0-1,0 0 1,-1 0 0,1-1 0,-1 0-1,1 0 1,-1 0 0,0 0-1,0-1 1,0 1 0,-1-1 0,1 0-1,-1 0 1,0-1 0,0 1-1,-1-1 1,1 1 0,-1-1 0,0 0-1,2-6 1,0 2 63,-1 1-1,-1-1 1,0 0 0,0 0-1,0-1 1,-1 1 0,-1 0-1,0-17 1,0 23-61,-1 1 1,1-1-1,0 0 0,-1 0 1,0 1-1,1-1 0,-1 1 1,0-1-1,-1 1 0,1-1 1,0 1-1,-1 0 1,1-1-1,-1 1 0,0 0 1,1 0-1,-1 0 0,0 0 1,0 0-1,-1 1 0,1-1 1,0 1-1,0-1 0,-1 1 1,1 0-1,-1 0 0,1 0 1,-1 0-1,0 0 1,1 1-1,-1-1 0,-3 1 1,5-1-97,-1 1 0,0-1 0,0 1 0,1 0 0,-1 0 1,0 0-1,0 0 0,0 0 0,1 0 0,-1 1 0,0-1 0,0 0 1,1 1-1,-1 0 0,0-1 0,1 1 0,-1 0 0,1 0 0,-1 0 1,1 0-1,-1 0 0,1 0 0,0 0 0,-1 0 0,1 1 1,-2 2-1,1 0-519,1 1 1,0-1 0,0 1 0,0-1-1,0 1 1,1 0 0,0-1 0,0 9-1,0 8-4153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3:00.78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33 1 1304,'0'0'19626,"-2"9"-18894,-11 69 351,4 0 0,1 130 0,8-202-1075,0-1 1,0 1-1,1 0 1,0-1 0,0 1-1,0 0 1,1-1-1,3 9 1,-4-12-19,0 0 0,0 0 0,0-1 0,1 1 0,-1 0 0,0-1 0,1 1 0,0-1 0,-1 0 0,1 1 0,0-1 0,0 0 0,-1 0 0,1 0 0,0 0 0,0 0 0,0-1 0,0 1 0,0-1 0,0 1 1,0-1-1,1 0 0,-1 1 0,4-2 0,16 2-808,-13 0 363,1-1-1,-1 0 1,1-1-1,17-3 0,-2-10-3538,-23 13 3327,-1-1-1,1 0 1,-1 0-1,1 0 1,-1 0-1,0 0 1,0 0-1,0 0 1,0-1-1,0 1 1,0-4-1,0-10-8163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3:00.78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17 2969,'0'0'19012,"103"-16"-18556,-65 16-240,-5 0-144,5 0-72,-6 0-208,26 16-1265,-20 0-3392,7-6-3432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3:00.78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3 122 2697,'0'0'3532,"0"9"-1383,-1 6-2868,-1-2 5074,6-40 3197,-2 22-7407,0 0 0,0 0 0,1 0 0,-1 1 0,1-1 0,0 1 0,1-1 1,-1 1-1,1 0 0,-1 0 0,1 1 0,0-1 0,7-3 0,5-5 21,0 1 0,24-11 0,-33 19-163,1-1-1,0 1 0,-1 0 0,1 1 1,0 0-1,0 0 0,0 0 1,0 1-1,10 0 0,-17 2-2,0-1 0,0 0 1,0 1-1,0-1 0,-1 0 0,1 1 0,0-1 0,0 1 0,0-1 1,0 1-1,-1 0 0,1-1 0,0 1 0,-1 0 0,1 0 1,0-1-1,-1 1 0,1 0 0,-1 0 0,1 0 0,-1 0 0,1 0 1,-1 0-1,0 0 0,1 1 0,6 32 69,-5-25-19,3 32 60,-1 0 0,-2 0 0,-5 62 0,1-12 35,1-13 93,-3 0 0,-3-1-1,-25 106 1,31-181 140,1-5-144,3-15-66,-2 12-165,1 0-1,-1-1 1,1 1-1,1 0 0,4-10 1,0 0-383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3:00.78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1280,'0'0'16853,"8"0"-15874,6 0-648,0 1-1,-1 0 1,1 1 0,0 1-1,-1 0 1,0 0 0,1 2-1,-1-1 1,-1 2 0,1 0-1,-1 0 1,0 1 0,-1 1-1,1 0 1,-2 0 0,14 14-1,27 41-311,-50-61-15,-1 0 0,0-2 51,0-5-990,-2-7-2491,-10 10-3929,1 2-519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3:00.78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336 0 1280,'0'0'13589,"-9"15"-12717,-196 230 3659,167-206-3943,-44 34-1,81-71-868,6-2 523,21-8 550,10-2-1951,-6 4-5348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3:00.78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578 239 1528,'0'0'14535,"2"-16"-13305,3-46-379,-5 61-822,0 0-1,-1 0 1,1 0 0,0 0-1,-1 0 1,1 0 0,0 0-1,-1 0 1,0 1 0,1-1-1,-1 0 1,1 0 0,-1 0-1,0 1 1,1-1 0,-1 0-1,0 1 1,0-1 0,0 1-1,1-1 1,-1 1 0,0-1-1,0 1 1,0-1 0,0 1-1,0 0 1,0 0 0,0-1-1,0 1 1,0 0 0,-1 0-1,-37 1 532,28 0-314,-8-1 11,-1 1-1,1 1 1,-1 1 0,1 1 0,0 1 0,0 0-1,1 2 1,0 0 0,0 1 0,-30 17 0,21-10-112,1 1 0,1 1 0,0 1 1,1 1-1,-40 42 0,55-50-104,0 0 0,1 1-1,0 0 1,1 0 0,0 1-1,1-1 1,0 2 0,1-1-1,0 1 1,1-1 0,1 1-1,1 1 1,-1-1 0,1 27-1,2-10 3,2-1 1,0 1-1,3-1 0,0 1 1,2-1-1,1-1 0,14 34 1,-18-53-29,0 1 1,1-1 0,1 0 0,0 0 0,0-1 0,1 0-1,0 0 1,0 0 0,1-1 0,0 0 0,1-1 0,0 0 0,0 0-1,0-1 1,1 0 0,0 0 0,0-1 0,0-1 0,1 0-1,0 0 1,0-1 0,20 4 0,-12-5 24,1 0 1,-1-2-1,1 0 0,-1-1 0,1 0 1,-1-2-1,1 0 0,-1-2 1,-1 0-1,1-1 0,-1-1 1,1 0-1,27-17 0,-4-1-5,-1-1-1,-1-2 0,-2-2 1,0-1-1,-3-2 1,0-2-1,-2-1 0,-2-1 1,43-69-1,-66 91 3,-1 1 0,0-1 0,-1-1 0,-1 1 0,-1-1 0,0 0 0,-1 0 0,0 0 0,-2 0 0,0-1 0,0 1 0,-2 0 0,-4-30 0,3 39-28,0 1 1,0-1 0,-1 1-1,0 0 1,0 0 0,-1 0-1,0 0 1,0 0 0,0 1 0,-1 0-1,0 0 1,-9-8 0,-10-6-4,-41-26 1,39 29-2,-24-19 11,26 17 15,0 1 0,-1 1 0,-1 1 1,0 1-1,-1 2 0,-53-18 0,65 28-3,1 0 0,-1 2-1,-20 0 1,12 0 88,21 0-11,2 6-169,-1-1-1,1 1 1,0-1-1,1 0 0,0 1 1,-1-1-1,2 0 0,-1 1 1,0-1-1,1 0 0,0 0 1,1 0-1,-1 0 0,1-1 1,0 1-1,3 4 1,18 31-5790,-16-18 365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3:00.78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923 62 2993,'0'0'6922,"6"-4"-5532,-5 4-1369,27-20 1639,-26 18-1436,0 1 0,0-1-1,0 1 1,-1-1-1,1 0 1,-1 0 0,1 0-1,-1 1 1,0-2-1,0 1 1,0 0 0,0 0-1,0 0 1,0 0-1,0-1 1,0-3 6421,-41 32-5277,7 9-1273,1 2 0,2 1-1,2 1 1,-29 53-1,2-6 17,-313 437 792,260-373-768,34-43-8,-64 125-1,127-213-245,5-6 695,22-27-247,-13 10-404,18-14-508,-6 8-3077,-14 17-4182,-1 5-2043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3:00.78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662 216 3137,'0'0'13559,"-6"-9"-12371,4 6-1094,0 0-1,0 0 1,0 1 0,0-1-1,-1 0 1,1 1 0,-1-1-1,0 1 1,0 0 0,0 0 0,0 0-1,0 0 1,0 1 0,0-1-1,-1 1 1,1 0 0,0 0 0,-1 0-1,1 0 1,-1 1 0,0-1-1,1 1 1,-1 0 0,1 0 0,-1 0-1,1 1 1,-1-1 0,1 1-1,-6 1 1,-30 13 519,0 1 0,2 3 1,0 0-1,-66 48 0,76-48-433,1 1 0,1 1 0,0 1-1,2 1 1,0 1 0,2 1 0,-19 28 0,27-33-155,2 1 1,-1 0-1,2 1 1,1 0-1,1 1 1,1 0-1,1 0 1,0 0-1,2 1 1,-1 31-1,3-18-4,1 0 1,2 0-1,7 38 1,-5-59-13,0 1 0,2-1 0,0 0 0,1 0 0,1 0 1,0-1-1,1 0 0,19 27 0,-19-30 28,2 0 0,-1-1 0,2 0 0,-1-1 0,1 0 0,1-1 0,0 0 0,0-1 0,1 0 0,0-1 0,20 8 0,-10-7 57,0-2-1,0-1 1,1-1 0,0 0 0,-1-2 0,35-1-1,-27 0 14,0-1 0,0-1 0,0-2 0,0-1 0,-1-1 1,0-2-1,37-13 0,-42 9-94,0-1 0,-1-1 0,0-1 0,-1-1 1,0-1-1,-1-2 0,-1 0 0,-1-1 1,-1 0-1,0-2 0,-2 0 0,0-1 1,-2-1-1,0-1 0,-2 0 0,0-1 0,-2 0 1,0-1-1,-2 0 0,-1 0 0,-1-1 1,-2 0-1,0 0 0,0-34 0,-2-269 46,-4 178-47,0 146-9,1-1 1,-1 0-1,0 0 1,0 1-1,-1-1 1,0 1-1,0-1 1,-1 1-1,1 0 1,-1 0-1,-1 0 1,1 0-1,-1 0 1,0 1-1,0-1 1,-1 1-1,-10-9 1,-3 0-1,0 1 1,-1 0-1,-1 2 1,-23-11-1,28 17-9,0 0-1,-1 1 1,0 1 0,0 0 0,0 1-1,0 1 1,0 0 0,0 2 0,-27 3-1,35-3 11,0 1 0,0 0 0,0 0 0,0 1 0,1 0 0,-15 8 0,-13 6 7,24-13-13,2-1-1,0 0-1,0 1 1,0 0-1,1 0 1,-1 1-1,1 0 0,0 1 1,0-1-1,-10 12 1,17-16-135,0 1 0,1-1 0,0 0 0,-1 0 0,1 1 1,0-1-1,-1 0 0,1 1 0,0-1 0,0 0 0,0 1 1,0-1-1,0 0 0,1 1 0,-1-1 0,0 0 0,1 1 0,-1-1 1,1 0-1,-1 0 0,1 1 0,-1-1 0,1 0 0,0 0 1,0 0-1,0 0 0,-1 0 0,1 0 0,0 0 0,0 0 0,0 0 1,0-1-1,1 1 0,1 1 0,13 16-5734,-9 0-2590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3:00.78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51 3001,'0'0'8119,"0"-16"-740,0-16-5947,0 32-1347,0 0-1,0 0 1,0 0-1,1 0 1,-1 1-1,0-1 1,0 0 0,0 0-1,0 0 1,0 0-1,0 1 1,0-1-1,1 0 1,-1 0 0,0 0-1,0 0 1,0 0-1,0 0 1,1 0-1,-1 0 1,0 0 0,0 1-1,0-1 1,0 0-1,1 0 1,-1 0 0,0 0-1,0 0 1,0 0-1,1 0 1,-1 0-1,0 0 1,0 0 0,0 0-1,1 0 1,-1 0-1,0-1 1,0 1-1,0 0 1,0 0 0,1 0-1,-1 0 1,0 0-1,0 0 1,0 0-1,0 0 1,0-1 0,1 1-1,-1 0 1,0 0-1,0 0 1,0 0 0,0 0-1,0-1 1,0 1-1,0 0 1,0 0-1,1 0 1,-1-1 0,0 1-1,0 0 1,0 0-1,0 0 1,0 0-1,0-1 1,0 1 0,0 0-1,0 0 1,0-1-1,19 23 1224,16 29-1253,76 146 910,-41-68-873,-63-118-65,1 0 1,0-1-1,1 0 0,0-1 0,1 0 0,0 0 0,16 10 0,27 26 12,-41-30-20,-1 0 0,0 0-1,-2 2 1,0-1-1,0 1 1,-2 0 0,11 34-1,5 10-8,4 5-13,-16-35 106,1-1 0,2-1 0,21 33 1,5-7-33,-25-35 2,1 1 0,-2 1 1,15 31-1,-19-35 112,0-1 1,1 0-1,25 27 1,7 13 60,-41-55-221,11 17 112,-13-19-127,0 0 0,0 0 0,0 0-1,0-1 1,0 1 0,0 0 0,0 0-1,0-1 1,0 1 0,0 0 0,0 0 0,0-1-1,1 1 1,-1 0 0,0 0 0,0 0-1,0-1 1,0 1 0,0 0 0,0 0 0,1 0-1,-1 0 1,0-1 0,0 1 0,0 0-1,0 0 1,1 0 0,-1 0 0,0 0 0,0 0-1,0-1 1,1 1 0,-1 0 0,0 0-1,0 0 1,1 0 0,-1 0 0,0 0 0,0 0-1,1 0 1,-1 0 0,0 0 0,0 0-1,0 0 1,1 0 0,-1 0 0,0 0 0,0 0-1,1 0 1,-1 1 0,0-1 0,0 0-1,0 0 1,1 0 0,-1 0 0,0 0 0,0 1-1,0-1 1,0 0 0,1 0 0,-1 0-5,0 12-4153,-6 118-6674,5-89 1646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3:00.79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732 214 2561,'0'0'13522,"-4"-23"-12315,-17-69-162,21 88-931,-2 1 0,1-1 0,0 1 0,-1-1 0,1 1 0,-1-1 1,0 1-1,0 0 0,-1 0 0,1 0 0,-1 0 0,1 0 1,-1 1-1,0-1 0,0 1 0,0 0 0,0-1 0,0 1 0,-1 1 1,1-1-1,-7-2 0,0 2 66,1 0 0,-1 1 0,1 0 0,-1 1 0,1 0 0,-13 1 0,-3 0 119,4 0-106,0 2-1,1 0 1,-1 1 0,1 1 0,0 1 0,0 1-1,1 0 1,0 2 0,0 0 0,1 1 0,0 1-1,-29 23 1,22-14-55,0 2 0,2 0-1,0 2 1,1 1-1,2 0 1,0 2 0,-24 43-1,35-49-70,0-1-1,1 1 1,1 0 0,1 1-1,1 0 1,-4 37-1,2 137 483,8-149-362,-1-40-154,0 0 0,1 0 0,0 0-1,0 0 1,0 0 0,1 0 0,0-1 0,1 1 0,0-1 0,0 1 0,0-1 0,0 0 0,9 10 0,-5-8 35,0 0 1,1-1 0,0 1-1,1-2 1,0 1 0,0-1-1,0-1 1,11 6 0,12 2 144,0-2-1,0-1 1,1-1 0,56 7 0,-36-11-101,1-2 0,77-5 0,-114 0-99,0-1-1,-1-1 1,1 0-1,-1-1 1,0-1-1,0 0 1,0-1-1,-1-1 1,0-1-1,18-13 1,0-2-3,-1-2 0,-1 0-1,31-37 1,-32 31 3,-1-2 0,30-47 0,-51 68-6,-1 1 0,0-1-1,-1 0 1,0-1-1,-1 0 1,-1 0-1,0 0 1,-1 0-1,-1 0 1,2-28-1,-3 10 10,0 21-8,0 0 1,-1 0-1,0 0 0,-1 0 0,0-1 0,-1 1 1,0 1-1,-1-1 0,0 0 0,-1 0 1,-7-15-1,-15-16-3,-2 2 0,-2 1 1,-1 2-1,-2 1 0,-45-39 1,69 69-8,0 0 0,0 0 0,-1 1 0,1 1 0,-1 0 0,0 0 0,0 1 0,-1 0 0,1 0 0,-1 2 0,-13-2 0,-6 1-6,-1 2-1,-53 5 0,47 5 31,29-7-17,-1 0 0,0 0 0,0-1 0,0-1 1,0 1-1,0-1 0,-12-1 0,20 0-18,2 8-585,-1-1 67,1 1-1,1-1 1,-1 0 0,1 1-1,0-1 1,1 0 0,0 0 0,0 0-1,1-1 1,-1 1 0,6 6-1,1 3-2095,4 10-4265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3:00.79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976 147 1384,'0'0'1766,"3"2"-1929,1 0 224,15 4 4290,-17-10-1302,9-21-2639,-5-39-674,0 3 3880,-6 61-3083,-8-2 9762,4 4-10800,-130 159 3164,93-112-2330,-43 70-1,9-12-62,-11 18-78,-27 33 20,38-67-102,-99 115 82,146-172-175,2 2-1,-31 55 1,7-11 70,-7 35 137,56-112-782,0-1-1,0 0 1,1 0-1,-1 0 0,1 1 1,0-1-1,0 0 1,0 0-1,0 1 1,0-1-1,1 3 1,-2 14-3183,-9 4-4224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3:00.79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478 325 3305,'0'0'7924,"8"-15"-6342,26-44 35,-33 58-1424,0 0-1,0-1 0,-1 1 1,1 0-1,0 0 0,-1-1 1,1 1-1,-1-1 0,0 1 1,0 0-1,1-1 1,-1 1-1,0-1 0,0 1 1,0-1-1,0 1 0,-1 0 1,1-1-1,-1-1 0,1 2-100,-1 0 0,1 1 1,-1-1-1,0 0 0,0 0 0,1 1 0,-1-1 0,0 0 0,0 1 0,0-1 1,0 0-1,0 1 0,0 0 0,1-1 0,-1 1 0,0-1 0,-1 1 0,1 0 0,-1 0 1,-6-1 127,0 0 1,0 1 0,1 1 0,-1-1 0,-8 3 0,9-2 213,-3 1-257,0 0 1,0 1-1,1 1 1,-1-1-1,1 2 1,0-1-1,0 1 0,1 1 1,-9 6-1,-74 63 817,85-69-952,-173 168 1347,172-164-1332,-1 1 0,2-1 0,-1 1 0,2 0 0,-1 1 0,2-1 0,-1 1 0,2 0 0,0 1 0,-3 19 0,2-5 74,2 1 0,1 0 0,4 47 0,-2-67-93,1-1-1,0 1 1,1-1-1,0 0 1,0 0-1,0 0 1,1 0-1,0-1 0,0 1 1,1-1-1,0 0 1,0-1-1,0 1 1,0-1-1,1 0 1,0 0-1,0 0 1,1-1-1,-1 0 1,11 4-1,5 3 102,1-1 0,-1-1 1,1-1-1,1-1 0,28 4 0,19 0 5,0-4 0,75-2 0,-135-5-136,-1-1-1,1-1 1,0 0 0,-1-1-1,0 0 1,1 0 0,18-10-1,68-42 43,-65 35-45,-18 11-5,10-4 47,0-1 0,-1-2-1,-1 0 1,-1-1-1,32-33 1,-36 30-22,-9 12-12,-1 0 1,1 0-1,-2-1 1,1 0-1,-1-1 1,0 1 0,-1-1-1,0 0 1,-1-1-1,0 1 1,-1-1 0,0 1-1,2-14 1,-2-36 26,-3-61 1,-2 36 15,1 70-51,0 0 1,-1 1-1,-1-1 1,0 1-1,-1-1 0,0 1 1,-2 1-1,1-1 0,-2 0 1,0 1-1,0 1 0,-14-19 1,14 22-7,0 1 1,0-1-1,-1 1 0,1 1 1,-2 0-1,1 0 0,-1 0 1,0 1-1,-1 1 1,1-1-1,-1 2 0,0-1 1,0 1-1,0 1 1,-1 0-1,0 0 0,-16-1 1,7 3 5,0-1 1,0-1 0,0 0-1,1-2 1,0 0 0,0-1-1,-24-12 1,36 16-9,0 0-1,-1 0 1,1 1 0,0 0-1,-1 0 1,1 0 0,-1 1-1,1 0 1,-1 1-1,1 0 1,-1 0 0,1 0-1,-1 1 1,1 0 0,0 0-1,0 1 1,0 0 0,0 1-1,1-1 1,-9 7-1,11-7-1,0 0-1,0 0 1,0 0-1,1 1 0,-1 0 1,1-1-1,0 1 1,0 0-1,0 1 0,1-1 1,-4 8-1,3-3-160,1 0 1,1-1-1,0 1 0,0 0 1,0 0-1,1 9 0,0 5-518,-1-5-694,1 0 1,1-1 0,0 1-1,1 0 1,1-1-1,1 0 1,6 18 0,9 11-5649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3:00.79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976 147 1384,'0'0'1766,"3"2"-1929,1 0 224,15 4 4290,-17-10-1302,9-21-2639,-5-39-674,0 3 3880,-6 61-3083,-8-2 9762,4 4-10800,-130 159 3164,93-112-2330,-43 70-1,9-12-62,-11 18-78,-27 33 20,38-67-102,-99 115 82,146-172-175,2 2-1,-31 55 1,7-11 70,-7 35 137,56-112-782,0-1-1,0 0 1,1 0-1,-1 0 0,1 1 1,0-1-1,0 0 1,0 0-1,0 1 1,0-1-1,1 3 1,-2 14-3183,-9 4-4224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3:00.79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478 325 3305,'0'0'7924,"8"-15"-6342,26-44 35,-33 58-1424,0 0-1,0-1 0,-1 1 1,1 0-1,0 0 0,-1-1 1,1 1-1,-1-1 0,0 1 1,0 0-1,1-1 1,-1 1-1,0-1 0,0 1 1,0-1-1,0 1 0,-1 0 1,1-1-1,-1-1 0,1 2-100,-1 0 0,1 1 1,-1-1-1,0 0 0,0 0 0,1 1 0,-1-1 0,0 0 0,0 1 0,0-1 1,0 0-1,0 1 0,0 0 0,1-1 0,-1 1 0,0-1 0,-1 1 0,1 0 0,-1 0 1,-6-1 127,0 0 1,0 1 0,1 1 0,-1-1 0,-8 3 0,9-2 213,-3 1-257,0 0 1,0 1-1,1 1 1,-1-1-1,1 2 1,0-1-1,0 1 0,1 1 1,-9 6-1,-74 63 817,85-69-952,-173 168 1347,172-164-1332,-1 1 0,2-1 0,-1 1 0,2 0 0,-1 1 0,2-1 0,-1 1 0,2 0 0,0 1 0,-3 19 0,2-5 74,2 1 0,1 0 0,4 47 0,-2-67-93,1-1-1,0 1 1,1-1-1,0 0 1,0 0-1,0 0 1,1 0-1,0-1 0,0 1 1,1-1-1,0 0 1,0-1-1,0 1 1,0-1-1,1 0 1,0 0-1,0 0 1,1-1-1,-1 0 1,11 4-1,5 3 102,1-1 0,-1-1 1,1-1-1,1-1 0,28 4 0,19 0 5,0-4 0,75-2 0,-135-5-136,-1-1-1,1-1 1,0 0 0,-1-1-1,0 0 1,1 0 0,18-10-1,68-42 43,-65 35-45,-18 11-5,10-4 47,0-1 0,-1-2-1,-1 0 1,-1-1-1,32-33 1,-36 30-22,-9 12-12,-1 0 1,1 0-1,-2-1 1,1 0-1,-1-1 1,0 1 0,-1-1-1,0 0 1,-1-1-1,0 1 1,-1-1 0,0 1-1,2-14 1,-2-36 26,-3-61 1,-2 36 15,1 70-51,0 0 1,-1 1-1,-1-1 1,0 1-1,-1-1 0,0 1 1,-2 1-1,1-1 0,-2 0 1,0 1-1,0 1 0,-14-19 1,14 22-7,0 1 1,0-1-1,-1 1 0,1 1 1,-2 0-1,1 0 0,-1 0 1,0 1-1,-1 1 1,1-1-1,-1 2 0,0-1 1,0 1-1,0 1 1,-1 0-1,0 0 0,-16-1 1,7 3 5,0-1 1,0-1 0,0 0-1,1-2 1,0 0 0,0-1-1,-24-12 1,36 16-9,0 0-1,-1 0 1,1 1 0,0 0-1,-1 0 1,1 0 0,-1 1-1,1 0 1,-1 1-1,1 0 1,-1 0 0,1 0-1,-1 1 1,1 0 0,0 0-1,0 1 1,0 0 0,0 1-1,1-1 1,-9 7-1,11-7-1,0 0-1,0 0 1,0 0-1,1 1 0,-1 0 1,1-1-1,0 1 1,0 0-1,0 1 0,1-1 1,-4 8-1,3-3-160,1 0 1,1-1-1,0 1 0,0 0 1,0 0-1,1 9 0,0 5-518,-1-5-694,1 0 1,1-1 0,0 1-1,1 0 1,1-1-1,1 0 1,6 18 0,9 11-5649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3:00.79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186 18 3081,'0'0'14552,"3"-5"-13573,8-7-386,-5 14 623,-9 40 586,-3-25-1572,0 0 0,-1 0-1,-1-1 1,0 0 0,-1 0-1,-1-1 1,-16 19-1,1 2 44,0 0-32,12-18-179,0 0 0,2 0 0,0 1 0,-13 35 0,24-53-63,0-1-1,0 1 1,0-1 0,1 1-1,-1-1 1,0 0-1,1 1 1,-1-1 0,0 1-1,1-1 1,-1 0 0,0 1-1,1-1 1,-1 0 0,0 1-1,1-1 1,-1 0-1,1 0 1,-1 0 0,1 1-1,-1-1 1,1 0 0,-1 0-1,1 0 1,-1 0 0,1 0-1,-1 0 1,1 0-1,-1 0 1,1 0 0,-1 0-1,1 0 1,-1 0 0,1 0-1,29 0 99,-23 0-71,209-19 156,-100 6-167,-33 0 4,-82 13-13,-8 6-2033,-18 29-4705,12-22 856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3:00.79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103 1 4561,'0'0'15155,"-83"186"-14107,70-135-471,13-3-185,-7-3-80,7-3-32,0-7-120,0-3-112,0-6-48,0-10-312,0-3-1265,0-3-3304,20-10-3408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3:00.79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2473,'0'0'6249,"8"4"-4633,2 1-589,-1 0-1,0 0 0,1 1 1,-2 1-1,1-1 0,-1 2 1,0-1-1,0 1 0,9 13 1,-13-17-986,0 0-1,0 0 1,0 0 0,1 0 0,-1-1 0,1 0 0,0 0 0,0 0 0,0-1-1,0 1 1,1-1 0,-1 0 0,1-1 0,-1 0 0,1 1 0,-1-2 0,1 1 0,0-1-1,7 0 1,-12 0-38,0-1 0,-1 0-1,1 1 1,0-1 0,-1 0-1,1 1 1,-1-1 0,1 0 0,-1 0-1,1 0 1,-1 0 0,1 0-1,-1 1 1,0-1 0,1 0-1,-1 0 1,0 0 0,0 0 0,0 0-1,0 0 1,0 0 0,0 0-1,0 0 1,0 0 0,0 0-1,0 0 1,0 0 0,-1 0 0,1 0-1,-1-1 1,0-1 1,1 0 1,0 0-1,-1 1 1,0-1-1,0 0 1,0 1-1,0-1 1,0 1-1,0-1 1,-1 1-1,-2-4 1,-3 2-4,0 1 1,0 0 0,0 0-1,-1 0 1,1 1 0,0 1-1,-1-1 1,0 1 0,1 0-1,-1 1 1,1 0 0,-1 0-1,0 0 1,1 1 0,-9 2-1,15-2 7,-1 0 0,1 0-1,0 0 1,-1 0 0,1 1 0,0-1-1,0 0 1,0 1 0,0-1 0,0 1-1,0-1 1,0 1 0,1-1-1,-1 1 1,1 0 0,-1-1 0,1 1-1,-1 0 1,1 0 0,0-1 0,0 4-1,-2 41 292,2-39-217,0 5 11,0-7-65,-1 0 0,1 0-1,1 0 1,-1 0 0,1-1 0,0 1-1,2 9 1,-1-12-23,-1 0 1,0 0 0,1 0-1,0 0 1,-1-1-1,1 1 1,0 0-1,0-1 1,0 1-1,0-1 1,0 0-1,0 1 1,1-1-1,-1 0 1,0 0 0,1-1-1,-1 1 1,4 0-1,3 2-99,0-1-1,0 0 1,0-1-1,1 0 1,-1 0-1,0-1 1,1 0-1,-1-1 1,0 0-1,16-4 1,-17 3-352,1-1 0,-1-1 1,1 0-1,-1 0 1,0-1-1,-1 0 0,1 0 1,-1 0-1,0-1 1,0 0-1,8-11 0,45-69-5487,-50 71 4249,22-36-5458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3:00.79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232 1 2705,'0'0'17227,"-25"20"-16040,25-20-1187,-102 92 939,93-82-815,2 0 0,0 0-1,0 0 1,0 1 0,2 0 0,-1 0-1,1 1 1,1-1 0,0 1 0,1 0-1,0 1 1,1-1 0,-2 20 0,-2 6 194,-5 42 430,-3 144 0,14-92-3784,0-96 1187,2-40-2464,6-3 2267,-5 5 388,9-11-5764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3:00.79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7 113 1560,'0'0'17653,"10"4"-17154,2 1-406,1 0-1,-1-2 0,1 1 1,0-2-1,-1 0 0,1 0 1,17-1-1,-18 0-85,13-4 115,-24 2-114,0 0-1,0 0 1,-1 0 0,1 0 0,0-1 0,-1 1 0,1 0 0,-1 0 0,1 0 0,-1 0 0,0-1 0,1 1-1,-1 0 1,0 0 0,0-1 0,0 1 0,0 0 0,0-1 0,0 1 0,0-1 0,0-13 83,1 5-97,-1 1 1,-1-1-1,0 0 1,-2-15-1,2 24 39,1-1-1,-1 0 0,1 1 0,-1-1 0,0 0 0,1 1 0,-1-1 1,0 1-1,0-1 0,0 1 0,0-1 0,0 1 0,-1 0 0,1-1 1,0 1-1,-1 0 0,1 0 0,-1 0 0,1 0 0,-1 0 1,1 0-1,-1 1 0,1-1 0,-1 0 0,0 1 0,0-1 0,1 1 1,-1 0-1,0-1 0,-3 1 0,1 0 32,0 0 0,0 1 0,0-1 0,0 1 0,0-1 0,0 1 0,0 0 1,1 1-1,-1-1 0,0 1 0,1 0 0,-1 0 0,1 0 0,-1 0 0,1 0 0,0 1 0,0-1 0,0 1 0,1 0 0,-1 0 0,0 0 0,1 0 0,0 1 1,0-1-1,-3 6 0,-2 2 7,1 1 0,1-1 0,-1 1 1,2 0-1,0 0 0,0 1 0,1-1 1,0 1-1,1 0 0,1-1 0,0 24 1,1-33-77,0-1 0,1 1 0,-1-1 0,1 1 0,-1-1 1,1 0-1,0 1 0,0-1 0,0 0 0,0 1 0,1-1 1,-1 0-1,0 0 0,1 0 0,0 0 0,-1 0 0,1-1 1,0 1-1,0 0 0,0-1 0,0 1 0,0-1 1,0 0-1,0 0 0,1 0 0,-1 0 0,0 0 0,1 0 1,2 0-1,8 2-546,1 0 0,0 0-1,27 0 1,-30-3-195,42 1-4480,-2-1-2897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3:00.80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71 3377,'0'0'9486,"11"2"-4266,16 9-2461,-20-4-2520,-2 1 0,1 0 0,-1 0 0,0 1 0,0-1 0,-1 1-1,0 0 1,2 11 0,11 21-13,-17-41-217,1 1-1,-1 0 1,0-1-1,0 1 0,0-1 1,0 1-1,1-1 1,-1 1-1,0 0 0,1-1 1,-1 1-1,0-1 1,1 1-1,-1-1 0,1 0 1,-1 1-1,1-1 1,-1 1-1,1-1 0,-1 0 1,1 1-1,-1-1 1,1 0-1,-1 0 0,1 1 1,0-1-1,6-13 322,0-4-381,0 4 44,1 1-1,1 0 1,0 0 0,0 0 0,1 2 0,1-1-1,0 1 1,0 1 0,1 0 0,0 0 0,0 1-1,1 1 1,0 0 0,1 1 0,-1 0 0,1 1 0,16-4-1,-29 9 7,0 1 1,-1-1-1,1 0 0,0 0 0,0 0 0,-1 1 0,1-1 0,0 1 0,-1-1 0,1 0 0,-1 1 0,1-1 1,0 1-1,-1-1 0,1 1 0,-1 0 0,1-1 0,-1 1 0,1-1 0,-1 1 0,0 0 0,1-1 0,-1 1 1,0 0-1,0 0 0,1-1 0,-1 1 0,0 0 0,0 0 0,0-1 0,0 1 0,0 0 0,0 0 1,0-1-1,0 3 0,-1 36 389,1-31-325,0 44 195,0-51-245,22-10 155,124-116 9,-123 112-169,-21 12 72,-1 9 203,3 44 213,-4-43-428,0-1-1,1 0 1,0 0-1,0 1 1,2 7 0,-3-16-140,0 1 1,0-1 0,0 1 0,0 0 0,1-1-1,-1 1 1,0 0 0,0-1 0,0 1 0,1-1-1,-1 1 1,0-1 0,1 1 0,-1-1 0,0 1 0,1-1-1,-1 1 1,0-1 0,1 1 0,-1-1 0,1 1-1,-1-1 1,1 0 0,-1 1 0,1-1 0,-1 0-1,1 0 1,0 1 0,-1-1 0,1 0 0,-1 0 0,1 0-1,0 0 1,-1 0 0,1 0 0,-1 0 0,1 0-1,0 0 1,-1 0 0,1 0 0,1 0 0,6 0-1362,5 0-4451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3:00.80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0 143 3313,'0'0'13545,"5"0"-13082,71 16 2215,-50-9-2059,-1-1 0,37 2-1,-52-7-566,0 0 1,0-1-1,0 0 0,0-1 0,0 0 0,-1-1 0,13-3 1,-20 4-46,1 0 1,0-1 0,-1 1-1,1-1 1,-1 1 0,1-1-1,-1 0 1,0 0 0,0 0-1,0 0 1,0-1 0,0 1-1,0-1 1,-1 1 0,1-1 0,-1 1-1,0-1 1,1 0 0,-1 0-1,-1 1 1,1-1 0,0 0-1,-1 0 1,1 0 0,-1 0-1,0 0 1,0 0 0,0-4-1,0 5-3,0-5 11,0 0 0,0 0 0,0-1 0,-1 1 0,0 0 0,0 1 0,-1-1 0,-2-8 0,2 13 0,1 0-1,-1 0 0,0 0 1,0 0-1,0 0 0,0 0 1,0 0-1,0 1 0,-1-1 1,1 1-1,0 0 0,-1 0 1,1 0-1,-1 0 0,1 0 1,-1 0-1,0 1 0,1-1 1,-1 1-1,0 0 1,1-1-1,-1 1 0,0 0 1,-4 1-1,-2-1 77,0 1 1,0-1-1,0 1 1,0 1-1,1 0 1,-1 0-1,0 0 0,1 1 1,-15 8-1,19-9-54,-1 1 0,2 0 0,-1 0 1,0 0-1,1 1 0,-1-1 0,1 1 0,0-1 0,0 1 0,0 0 0,1 1 0,-1-1 0,1 0 0,0 1 0,0-1 0,1 1 0,-1-1 0,1 1 0,0 0 0,0 7 0,0-6-28,0 0-1,0 0 1,1 1-1,0-1 1,0 0-1,1 0 0,0 1 1,0-1-1,0 0 1,1 0-1,-1 0 1,2 0-1,-1 0 1,1-1-1,0 1 0,0-1 1,0 1-1,1-1 1,-1 0-1,1 0 1,1-1-1,-1 1 1,1-1-1,-1 0 0,1 0 1,1-1-1,-1 1 1,0-1-1,1 0 1,0 0-1,-1-1 1,1 0-1,0 0 0,0 0 1,0-1-1,1 0 1,-1 0-1,9 0 1,-3 1-29,0-1 1,1 0 0,-1-1 0,0 0 0,1-1-1,-1-1 1,0 0 0,0 0 0,0-1-1,0-1 1,0 0 0,-1 0 0,1-1 0,-1-1-1,-1 0 1,18-12 0,-12 5-159,-1 0 0,-1-1 0,0-1 1,-1 0-1,22-33 0,-26 24 174,2 2 136,-11 24-47,-1-1-1,0 1 1,1 0-1,0 0 1,-1 0-1,1 0 1,0 0 0,0 0-1,0 0 1,0 0-1,1 0 1,-1 0-1,0 0 1,1-1-1,0 1 1,-1 0-1,2 2 1,16 37 56,-17-38-134,0-1-1,1 1 0,-1 0 1,1-1-1,0 1 1,0-1-1,0 1 1,0-1-1,0 0 0,1 0 1,-1 0-1,1 0 1,-1 0-1,1 0 1,0-1-1,0 1 0,-1-1 1,1 0-1,0 0 1,0 0-1,0 0 1,0-1-1,1 1 1,-1-1-1,0 0 0,0 0 1,0 0-1,0 0 1,0 0-1,0-1 1,1 1-1,-1-1 0,5-2 1,5-2 5,0 0 0,1-2-1,-2 0 1,1 0 0,-1-1 0,0 0 0,-1-1 0,12-11 0,16-12 1,-27 19 1,-1 2 13,-10 11-18,-1 0-1,0 0 1,0 0-1,0 0 1,1 0 0,-1 0-1,0 0 1,0 0 0,0 0-1,1 0 1,-1 0 0,0 0-1,0 1 1,0-1 0,1 0-1,-1 0 1,0 0 0,0 0-1,0 0 1,1 0 0,-1 1-1,0-1 1,0 0-1,0 0 1,0 0 0,0 0-1,0 1 1,1-1 0,-1 0-1,0 0 1,0 0 0,0 1-1,0-1 1,0 0 0,0 0-1,0 0 1,0 1 0,0-1-1,0 0 1,0 0 0,0 1-1,0-1 1,0 0-1,0 0 1,0 0 0,0 1-1,0-1 1,0 0 0,0 0-1,-1 0 1,1 1 0,0-1-1,0 0 1,-1 27-130,0-17 233,0 0-1,1 0 1,1-1-1,-1 1 1,4 13-1,-4-21-225,1 0-1,0 0 1,-1 0 0,1 0-1,0 0 1,0 0 0,0-1 0,0 1-1,1 0 1,-1-1 0,0 1-1,1-1 1,-1 1 0,1-1-1,-1 0 1,1 1 0,0-1-1,-1 0 1,1 0 0,0 0-1,0 0 1,0-1 0,0 1-1,0 0 1,0-1 0,0 1-1,0-1 1,0 0 0,0 0 0,0 0-1,2 0 1,0 0-683,-2 0 389,-1 1-1,1-1 1,0 0-1,-1 0 1,1 0-1,-1-1 1,1 1 0,-1 0-1,1-1 1,-1 1-1,1-1 1,-1 1-1,1-1 1,-1 0-1,2 0 1,5-13-4447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3:00.80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103 0 1304,'0'0'19139,"-4"31"-17667,-13 103-581,13-82-96,4 74 0,2-100-730,-1 1-1,-2-1 1,0 0 0,-2 0-1,-10 41 1,13-66-297,-1 0 0,1 0 0,-1 0 0,0 0 0,1 0 0,-1 0 0,0 0-1,0 0 1,0 0 0,1 0 0,-1 0 0,0-1 0,0 1 0,0 0 0,-1-1 0,1 1 0,0-1 0,0 1 0,0-1 0,0 1 0,0-1 0,-1 0 0,1 0 0,0 0-1,0 0 1,-1 1 0,1-1 0,0-1 0,0 1 0,-3 0 0,-6 0-2823,-10 1-4879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3:00.80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78 2513,'0'0'15900,"31"-4"-14743,214-21 203,-215 21-1090,-20 4-99,-1-1 1,1 0-1,0 0 0,-1-1 1,1 0-1,-1-1 0,1 0 1,-1 0-1,0-1 1,-1 0-1,1-1 0,15-10 1,-27 15 2541,-2-1-2557,1 1-1,0 0 1,-1 1-1,1-1 1,0 1-1,-1 0 1,1 0-1,-8 2 1,12-2-158,-1 0 0,0 0 0,0-1 0,0 1 0,1 0 1,-1 0-1,0 0 0,1 0 0,-1 0 0,0 0 1,1 0-1,0 0 0,-1 0 0,1 0 0,-1 0 1,1 0-1,0 0 0,0 0 0,0 0 0,0 1 0,0-1 1,0 0-1,0 0 0,0 0 0,0 0 0,0 0 1,1 0-1,-1 0 0,0 0 0,1 0 0,-1 0 1,1 2-1,0-1 1,1 0 0,-1 0 0,0-1 0,1 1 1,0 0-1,-1 0 0,1-1 0,0 1 0,0-1 0,0 1 1,0-1-1,3 2 0,23 8 39,41 18-18,-66-27-19,1-1 0,-1 1 0,0 0 0,0 0 0,0 1 0,0-1 0,0 1 0,0-1 0,-1 1 0,1 0 0,-1 0 0,0 0 0,0 0 0,3 5 0,-5-7 32,1 0 1,-1 0-1,0 0 0,1 0 0,-1 0 0,0 1 0,1-1 1,-1 0-1,0 0 0,0 0 0,0 0 0,0 0 1,0 0-1,-1 1 0,1-1 0,0 0 0,0 0 1,-1 0-1,1 0 0,-1 0 0,1 0 0,-1 0 0,1 0 1,-1 0-1,0 0 0,1 0 0,-1 0 0,0 0 1,0-1-1,1 1 0,-1 0 0,0 0 0,0-1 0,0 1 1,0-1-1,0 1 0,0-1 0,0 1 0,-2-1 1,-20 5-1305,1-4-7065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3:00.80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29 2577,'0'0'7917,"31"-16"-2866,-21 3-3002,-5 17 1278,-2 28 2110,-1-13-6472,16 78 1909,4 0 1,5-2-1,48 117 1,5-41-364,-71-153-442,9 23 196,-2 1-1,16 66 1,-21-72-182,-3-12 119,1-1-1,16 28 0,-14-29 4,0 2-1,10 31 1,-12-35-157,-8-18-35,0 0 1,1 0 0,-1 0 0,0 1 0,-1-1 0,1 0 0,0 1 0,-1-1-1,1 0 1,-1 4 0,2 1-1169,3 16-9712,-5-7 1547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3:00.80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591 120 2961,'0'0'12550,"3"-17"-11267,2-2-880,-2 10-79,-1 0 1,0 0-1,0 0 1,-1 0 0,0-19-1,-1 28-233,0-1 0,-1 1 0,1-1 0,0 1 0,0-1 0,-1 1 0,1-1 0,0 1 0,-1-1 0,1 1 0,0-1 0,-1 1 0,1-1 0,-1 1 0,1-1 1,-1 1-1,1 0 0,-1-1 0,1 1 0,-1 0 0,1 0 0,-1-1 0,1 1 0,-1 0 0,0 0 0,1 0 0,-1 0 0,1 0 0,-1 0 0,0 0 0,1 0 0,-1 0 0,-27 0 293,19 0-26,-6 0-84,2-1-26,-1 1 0,1 1 0,0-1 0,-1 2 0,1 0 0,0 1 0,0 0 0,0 1 0,-21 9 0,2 4 2,1 0 0,1 3-1,0 0 1,2 2 0,0 1 0,-29 32-1,42-38-156,0 0 0,1 1 0,1 1 0,0 1 0,2-1 0,0 2 0,2 0-1,0 0 1,1 0 0,-9 43 0,7 5 82,4-1 0,3 94 0,3-131-73,1-18-55,0 0 0,1 0 1,0 0-1,0-1 0,2 1 0,0-1 1,0 0-1,1 1 0,0-2 0,1 1 0,0-1 1,1 0-1,12 14 0,-12-16-20,0-1 0,0-1 0,1 1 0,0-1-1,1 0 1,-1-1 0,1 0 0,1-1 0,-1 0 0,1 0-1,0-1 1,0 0 0,0 0 0,0-1 0,1-1 0,17 3-1,26-2 84,1-1-1,78-9 1,-110 2-95,0-1 0,0-1 1,-1-1-1,1-1 0,-2-1 1,1-1-1,-2-1 1,1-1-1,-2 0 0,0-2 1,0 0-1,-2-1 0,0-1 1,15-20-1,-21 24-1,-1-1 0,0 0-1,-1-1 1,-1 0 0,-1-1 0,0 1-1,0-1 1,-2-1 0,0 1 0,-1-1-1,-1 0 1,2-31 0,7-288 87,-12 329-100,0 0 0,-1-1 0,0 1 0,-1 0-1,1 0 1,-1 0 0,-1 1 0,1-1 0,-1 0-1,0 1 1,-1 0 0,0-1 0,0 1 0,0 1 0,0-1-1,-1 1 1,0-1 0,0 1 0,-8-5 0,-10-6 5,0 1 0,-1 1 0,-47-20 0,41 20 31,-42-25 0,69 37-9,-1 0 0,1 0 0,-1 0 0,1 0 1,-1 1-1,0 0 0,0 0 0,1 0 0,-1 0 0,0 0 0,-5 1 0,8 0 23,0 0-1981,0 0 1703,1 0-1,0 0 0,-1 0 0,1 1 1,0-1-1,0 0 0,-1 0 0,1 0 1,0 0-1,0 1 0,-1-1 1,1 0-1,0 0 0,0 1 0,0-1 1,-1 0-1,1 0 0,0 1 1,0-1-1,0 0 0,0 0 0,0 1 1,-1-1-1,1 0 0,0 1 0,0-1 1,0 0-1,0 1 0,0-1 1,0 0-1,0 1 0,0-1 0,0 17-6496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3:00.80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148 48 3273,'0'0'16234,"-2"-8"-14602,1 5-1519,1 0 4,-1 0-1,0 0 1,0 0 0,0 0-1,0 0 1,0 1-1,-1-1 1,-2-4-1,3 6-88,0 0 1,0 1-1,0-1 0,0 1 0,0-1 0,0 1 0,0-1 0,0 1 1,0 0-1,0-1 0,0 1 0,0 0 0,0 0 0,0 0 0,-1 0 1,1 0-1,0 0 0,0 0 0,0 0 0,0 0 0,0 1 0,0-1 0,0 0 1,0 1-1,0-1 0,0 0 0,0 1 0,0 0 0,0-1 0,0 1 1,0 0-1,0-1 0,1 1 0,-1 0 0,0 0 0,0 0 0,-6 4 44,0 1 0,1-1 0,0 1 0,0 0 0,0 1 0,1-1 0,0 1 0,0 0 0,0 1 0,1-1 0,1 1 0,-1 0 0,1-1 0,0 2-1,1-1 1,0 0 0,-2 11 0,5-18-65,0 1-1,-1-1 1,1 0-1,0 1 1,-1-1-1,1 0 1,0 0-1,0 1 1,0-1-1,0 0 1,0 0-1,1 0 1,-1 0-1,0 0 1,0-1-1,1 1 1,-1 0-1,0-1 1,3 2-1,37 16 79,-21-10-58,-13-5-26,0 1 1,-1 0 0,1 0 0,-1 1-1,0-1 1,0 1 0,0 1-1,-1-1 1,0 1 0,0 0 0,0 0-1,-1 1 1,0-1 0,6 13 0,-5-6 9,-1 1 0,-1-1 0,0 1 0,-1 0 0,0 0 0,-1 0 0,-1 17 0,0-28 1,-1 0 0,0 0 0,1 1 0,-1-1-1,0 0 1,0 0 0,-1 0 0,1 0 0,-1-1 0,1 1-1,-1 0 1,0-1 0,0 1 0,0-1 0,0 1 0,0-1-1,-1 0 1,1 0 0,-1 0 0,0 0 0,1-1 0,-1 1-1,0-1 1,0 1 0,0-1 0,0 0 0,0 0 0,0-1-1,-4 2 1,-9 1 40,0 0-1,-1 0 1,1-2-1,-20 0 0,35-1-71,-1 0 0,1 0-1,0-1 1,-1 1-1,1-1 1,0 1 0,-1-1-1,1 1 1,0-1-1,0 1 1,0-1 0,-1 0-1,1 0 1,0 0-1,0 0 1,0 0-1,0 0 1,0 0 0,0 0-1,1 0 1,-1 0-1,0 0 1,1-1 0,-1 1-1,0 0 1,1-1-1,0 1 1,-1-2-1,-7-45-5357,6 31 89,1-4-3920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3:00.80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33 2617,'0'0'19308,"148"-32"-19028,-129 44-168,0 1-64,1-6-48,-1-1-248,7 10-865,-14-9-2927,8-7-3594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3:00.80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1 620 1872,'0'0'17389,"20"0"-15213,132 0-347,-151-1-1820,1 1 0,-1-1 0,0 1 0,0-1 0,0 1 0,0-1 0,1 1 0,-1-1 0,0 0 0,0 0 0,0 0 0,0 1 0,-1-1 0,1 0 0,0 0 0,0 0 0,0-1 0,-1 1 0,1 0 0,-1 0 0,1 0 0,-1 0 0,1-1 0,-1 1 0,1 0 0,-1 0 0,0-1 0,0 1 0,0 0 0,0-3 0,1 1 2,-1-1 1,0 1-1,0-1 1,0 0-1,0 1 1,-1-1-1,1 1 1,-1 0-1,0-1 0,0 1 1,-2-4-1,0 2-3,-1 0 0,0 1 0,0 0 0,0 0 0,-1 0 0,1 1 0,-1-1 0,0 1 0,0 0 0,0 1 0,0-1 0,-10-2 0,13 4 5,0 0 1,0 0 0,0 0-1,0 1 1,0-1 0,0 1-1,0-1 1,0 1 0,-1 0-1,1 0 1,0 0 0,0 0-1,0 0 1,0 1-1,-1-1 1,1 1 0,0-1-1,0 1 1,0 0 0,0 0-1,0 0 1,0 0 0,0 0-1,0 0 1,1 0 0,-1 1-1,0-1 1,1 0 0,-1 1-1,1 0 1,-1-1 0,1 1-1,0 0 1,0 0 0,-2 2-1,-1 7 71,0-1-1,1 1 1,1 0 0,-1 0-1,1 0 1,1 0-1,0 0 1,1 13 0,0-19-60,1 1 1,0-1-1,0 0 1,0 0-1,0 0 0,1 0 1,0 0-1,0-1 1,0 1-1,1 0 1,-1-1-1,1 0 1,0 1-1,0-1 1,1 0-1,-1-1 0,1 1 1,0 0-1,5 3 1,-2-3-16,-1 1 0,1-1 0,0 0 1,1-1-1,-1 1 0,0-2 0,1 1 1,0-1-1,-1 0 0,1 0 0,0-1 1,0 0-1,0-1 0,0 0 0,0 0 0,0 0 1,0-1-1,0-1 0,0 1 0,0-1 1,-1 0-1,1-1 0,-1 0 0,11-5 1,8-11-209,-2-1 1,-1-1-1,0-1 1,-1-1-1,-2-1 1,0 0-1,-2-2 1,-1 0-1,-1-1 1,-1-1-1,15-37 1,-13 20 126,-2 1 1,-3-2 0,-1 0 0,-2 0 0,-2-1 0,1-89 0,-8 134 674,0 14 227,-3 45 185,-16 85 1,2-25-170,5 124-600,12-241-309,0 1 1,0-1-1,0 1 1,0-1-1,0 0 1,0 1-1,1-1 1,-1 1-1,0-1 1,0 1-1,1-1 1,-1 0-1,0 1 1,1-1-1,-1 0 1,0 1-1,1-1 1,-1 0-1,1 1 1,-1-1-1,0 0 1,1 0-1,-1 0 1,1 1-1,-1-1 1,1 0-1,-1 0 1,1 0-1,-1 0 1,1 0-1,-1 0 1,1 0-1,22 0-6093,-14 0-1180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3:00.80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0 119 1384,'0'0'15504,"24"-3"-14187,-7 1-1093,25-3 631,0 1 0,51 3 0,-77 3-577,15-1 65,-30-2-336,0 1-1,-1 0 0,1-1 0,0 1 0,-1 0 0,1-1 0,0 1 0,-1-1 0,1 1 0,-1-1 0,1 0 1,-1 1-1,1-1 0,-1 1 0,1-1 0,-1 0 0,0 1 0,1-1 0,-1 0 0,0 0 0,0 1 0,1-1 0,-1 0 1,0 0-1,0 1 0,0-1 0,0 0 0,0 0 0,0 0 0,0 1 0,0-1 0,0 0 0,-1 0 0,1 1 1,0-1-1,-1-1 0,0-2 20,0 0-1,-1 1 1,0-1 0,0 0 0,0 1 0,0 0-1,0-1 1,-1 1 0,1 0 0,-1 0 0,0 0 0,0 0-1,0 1 1,0-1 0,-1 1 0,1 0 0,-1 0 0,-6-3-1,2 1 170,0 1 0,0 0-1,-1 0 1,1 0-1,-1 1 1,0 1-1,0 0 1,-9-1-1,17 3-174,0-1-1,0 0 0,0 1 0,0-1 0,0 1 0,0-1 0,0 1 0,0 0 0,0-1 0,1 1 0,-1 0 0,0 0 0,0 0 0,1-1 0,-1 1 0,0 0 1,1 0-1,-1 0 0,1 0 0,-1 0 0,1 0 0,0 0 0,-1 0 0,1 0 0,0 0 0,0 1 0,-1-1 0,1 0 0,0 0 0,0 0 0,1 1 0,-2 49 220,2-36-181,0-2-46,0-1 0,1 1-1,1 0 1,0-1 0,1 0-1,0 1 1,1-1 0,0-1-1,1 1 1,0-1 0,15 21-1,-11-19-598,1-1-1,0 0 0,21 19 0,-22-23-794,-1-1 1,1-1 0,1 1-1,-1-1 1,15 5 0,6-5-5387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3:00.81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74 1632,'0'0'18611,"3"-5"-17193,-3 5-1382,1-1 1,-1 1 0,0-1-1,0 1 1,0-1 0,0 1-1,0-1 1,1 1 0,-1-1-1,0 1 1,0 0 0,1-1-1,-1 1 1,0-1 0,1 1-1,-1 0 1,0-1 0,1 1-1,-1 0 1,1-1 0,-1 1-1,1 0 1,-1 0 0,1-1-1,-1 1 1,1 0 0,-1 0-1,1 0 1,-1 0 0,1-1-1,-1 1 1,1 0 0,-1 0-1,1 0 1,-1 0 0,1 0-1,-1 0 1,1 1 0,-1-1-1,1 0 1,-1 0 0,1 0-1,-1 0 1,1 1 0,-1-1-1,0 0 1,1 0 0,-1 1-1,1-1 1,-1 0 0,1 1 0,-1-1-1,0 0 1,1 1 0,-1-1-1,0 1 1,1 0 0,15 43 1481,-13-31-1301,-2-7-121,1-1 1,0 1-1,0-1 1,0 0 0,0 1-1,1-1 1,6 9-1,-8-13-89,0 0-1,0-1 1,0 1 0,1 0-1,-1 0 1,0-1 0,1 1-1,-1-1 1,0 1-1,1-1 1,-1 1 0,0-1-1,1 0 1,-1 0 0,1 0-1,-1 0 1,1 0-1,-1 0 1,1 0 0,-1 0-1,0 0 1,1-1 0,-1 1-1,0-1 1,1 1-1,-1-1 1,0 1 0,1-1-1,-1 0 1,0 0 0,0 0-1,0 1 1,0-1-1,0 0 1,0 0 0,2-2-1,110-102-203,-97 86 180,-7 11 168,-2 25 102,-6-4-130,-2-11-119,1 0 1,0 0-1,0-1 0,0 1 1,0 0-1,1 0 0,-1-1 1,0 1-1,1 0 1,-1-1-1,1 1 0,0 0 1,-1-1-1,1 1 0,0-1 1,2 3-1,1-3 10,1 0 1,0 0-1,0-1 0,0 0 0,0 0 1,-1 0-1,1-1 0,0 1 1,8-3-1,0-4-12,0 1 1,0-1-1,12-11 0,13-6-3,7-10 189,-44 33 273,-1 10 6,-1 8-381,1 41 423,0-57-583,0 1-1,1 0 1,-1-1 0,0 1 0,1 0-1,-1-1 1,1 1 0,-1-1 0,1 1 0,0 0-1,-1-1 1,1 0 0,0 1 0,0-1-1,0 1 1,0-1 0,0 0 0,1 0 0,-1 0-1,0 0 1,1 0 0,-1 0 0,0 0-1,1 0 1,-1 0 0,1 0 0,-1-1 0,3 1-1,38 0-5850,-29-1 745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3:00.81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51 68 1384,'0'0'19120,"10"5"-18374,1 1-528,1 0 1,0-1-1,1 0 1,-1-1-1,1 0 0,0-1 1,0 0-1,25 1 1,-37-5-214,0 0 1,0 1 0,0-1 0,0 0 0,0 1-1,0-1 1,0 0 0,0 0 0,-1 0 0,1 0-1,0 0 1,0 0 0,-1 0 0,1 0 0,-1 0 0,1 0-1,-1 0 1,1 0 0,-1 0 0,0-1 0,1 1-1,-1 0 1,0 0 0,0 0 0,0-1 0,0 1-1,0 0 1,0 0 0,0-1 0,-1-1 0,1 0-1,0 0 1,0-1 0,0 1 0,-1 0-1,1 0 1,-1 0 0,0 0 0,0 0-1,0 0 1,0 0 0,-1 0 0,-1-3-1,-2 2-1,0 0-1,-1 0 1,1 1 0,-1 0-1,0 0 1,0 0-1,0 1 1,0 0-1,0 0 1,0 0-1,0 1 1,-1 0 0,1 0-1,-1 1 1,-7 0-1,11 0 3,-1 0 0,0 0 0,1 0 0,-1 1-1,0-1 1,1 1 0,-1 0 0,0 0 0,1 0 0,-1 0-1,1 1 1,0 0 0,-1-1 0,1 1 0,0 0-1,0 1 1,0-1 0,0 0 0,1 1 0,-1 0 0,1 0-1,-1 0 1,1 0 0,0 0 0,0 0 0,0 0 0,-1 5-1,0 2 32,0 0 0,1 0-1,0 0 1,1 0-1,0 0 1,0 0-1,1 0 1,2 17-1,-1-22-18,1 1-1,-1-1 0,1 1 0,0-1 0,0 0 0,0 0 0,1 0 0,0 0 1,0 0-1,0-1 0,1 1 0,-1-1 0,1 0 0,0 0 0,0 0 0,8 5 1,0-2-9,-1-1 1,1 0 0,-1-1 0,2 0 0,-1-1 0,0 0 0,1-1 0,0 0 0,0-2 0,-1 1 0,1-1 0,0-1 0,0 0 0,19-3 0,-27 2-4,0-1 1,0 0-1,1 1 0,-1-1 1,0-1-1,-1 1 0,1-1 0,0 0 1,-1 0-1,0 0 0,1-1 1,-1 0-1,-1 1 0,1-1 1,0-1-1,-1 1 0,0 0 1,4-8-1,-2 5 33,-1-1 1,1 0-1,-1-1 1,0 1-1,-1-1 0,0 0 1,-1 0-1,1 0 1,-2 0-1,2-10 0,-3 18 1343,2 2-1364,0 0 0,1 0 1,-1 0-1,0 0 0,0 0 0,0 0 1,0 0-1,0 1 0,0-1 0,0 1 0,0 0 1,-1 0-1,1-1 0,-1 1 0,1 0 1,-1 0-1,0 0 0,0 0 0,2 4 0,-2-3-13,0-1-1,0 0 1,1 1-1,-1-1 0,1 0 1,-1 0-1,1 0 0,0 1 1,-1-2-1,1 1 0,0 0 1,1 0-1,-1-1 0,0 1 1,0-1-1,1 0 1,-1 1-1,1-1 0,-1 0 1,1-1-1,-1 1 0,1 0 1,0-1-1,3 1 0,0-2 7,0 0 0,1 0 0,-1-1 0,0 0-1,0 0 1,0-1 0,0 1 0,-1-1-1,1-1 1,-1 1 0,0-1 0,1 0 0,-2 0-1,1 0 1,0-1 0,3-5 0,0 2-6,1 1 0,-1 0 0,1 0 1,17-10-1,-26 17 3,1 0 1,-1 1 0,1-1 0,-1 0-1,1 0 1,-1 1 0,1-1-1,-1 0 1,0 1 0,1-1-1,-1 0 1,0 1 0,1-1 0,-1 1-1,0-1 1,1 1 0,-1-1-1,0 1 1,0-1 0,0 1-1,1-1 1,-1 1 0,0-1-1,0 1 1,0-1 0,0 1 0,0-1-1,0 1 1,0-1 0,0 1-1,0-1 1,0 1 0,0-1-1,0 1 1,-1 0 0,1 30 119,0-25-98,0 2-36,1 1 0,-1-1 0,1 0 0,1 1 1,0-1-1,4 13 0,-5-19-198,0 1 1,0-1-1,0 0 1,0 0 0,0 0-1,0 0 1,1 0-1,-1 0 1,1-1-1,-1 1 1,1 0-1,0-1 1,0 1-1,0-1 1,0 0-1,0 1 1,0-1-1,0 0 1,0 0-1,0 0 1,0-1-1,1 1 1,-1 0-1,0-1 1,1 0 0,3 1-1,15-1-5671,-2 0-3014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3:00.81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76 0 1608,'0'0'19238,"-10"29"-17199,-29 97-596,31-91-984,1 1 0,2 0 1,1 0-1,2 0 0,4 63 1,1-17-386,-4-68-223,3 40 455,-2-52-401,0-1 0,0 1 0,1 0 0,-1 0 0,0-1-1,1 1 1,-1-1 0,1 1 0,0 0 0,-1-1-1,1 1 1,0-1 0,0 1 0,0-1 0,0 0 0,0 0-1,1 1 1,-1-1 0,0 0 0,0 0 0,1 0 0,-1 0-1,1 0 1,2 1 0,6-1-4346,-1-4-3534,-2-7-272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3:00.81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1408,'0'0'20261,"166"0"-20117,-127 0-128,12 0-16,-12 0-592,25 0-1801,-19 0-2712,0 0-2265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3:00.81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164 0 4825,'0'0'18692,"-22"2"-17701,-66 6-376,86-7-595,-1 0 1,1-1-1,-1 1 0,1 0 1,-1 0-1,1 0 1,0 1-1,0-1 1,-1 0-1,1 1 1,0 0-1,0-1 0,0 1 1,1 0-1,-1 0 1,0 0-1,1 0 1,-1 0-1,1 1 0,0-1 1,-1 0-1,1 1 1,0-1-1,1 1 1,-1-1-1,0 1 1,1-1-1,-1 1 0,1 0 1,0-1-1,0 6 1,-1 0-10,0-3-4,0 1 0,0-1 0,1 1-1,0 0 1,0 0 0,0-1 0,1 1-1,-1 0 1,1-1 0,3 8 0,-2-9-14,0 0 1,0-1-1,0 0 1,0 1-1,0-1 1,1 0-1,0 0 1,0 0-1,0-1 1,0 1-1,0-1 1,0 0-1,1 1 1,-1-1-1,6 2 1,13 6-9,-13-6-53,0 0 0,0 1 0,0-1-1,9 9 1,-16-12 53,0 1 0,0 0 0,0 0 1,0 0-1,0 1 0,-1-1 0,1 0 0,-1 1 0,1-1 0,-1 1 0,0-1 0,0 1 1,0 0-1,0-1 0,0 1 0,-1 0 0,1 0 0,-1 0 0,0 3 0,-1-3 32,1-1 0,-1 0 0,0 1 0,0-1 0,-1 0 0,1 1 0,0-1 0,-1 0 0,0 0-1,1 0 1,-1 0 0,0 0 0,0-1 0,0 1 0,0-1 0,0 1 0,0-1 0,0 0 0,-1 1 0,1-1-1,0 0 1,-1 0 0,-4 0 0,-2 3-87,0-2 0,-1 1 0,1-1 0,-1 0 0,-12 0 0,-4-2-4426,13 0-960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3:10.89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3 130 4761,'0'0'6283,"-1"-1"-6241,1 0 0,0 0 0,0 0 0,-1 0 1,1 0-1,0 0 0,0 1 0,0-1 0,0 0 0,0 0 1,0 0-1,0 0 0,0 0 0,0 0 0,1 0 0,-1 0 1,0 0-1,0 1 0,1-1 0,0-1 0,8-8 407,2-5 92,2 2 0,-1 0 0,18-14 0,-25 23-507,1 1-1,-1-1 1,1 1 0,-1 0-1,1 1 1,0-1-1,0 1 1,0 1 0,1-1-1,-1 1 1,0 0-1,1 0 1,7 0 0,-11 1-16,0 0 0,1 0 1,-1 0-1,0 0 1,0 0-1,1 1 1,-1 0-1,0-1 1,0 1-1,0 1 1,1-1-1,-1 0 1,0 1-1,-1-1 0,1 1 1,0 0-1,0 0 1,-1 0-1,1 0 1,-1 0-1,0 1 1,1-1-1,-1 1 1,0 0-1,-1-1 1,1 1-1,0 0 0,-1 0 1,0 0-1,1 0 1,0 6-1,6 13 149,-1 0-1,-1 1 1,-1-1 0,-1 2-1,-1-1 1,0 29-1,-3 6 373,-10 77-1,-42 192 975,51-320-1483,-7 48 377,-2 72 0,10-127-172,-12-36-4811,11 11-720,1 16 1075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3:11.37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35 22 5961,'0'0'8984,"-5"-3"-8610,-17-10-55,17 10 52,3 0 2144,10 5-1747,-2 3-674,0 0 1,0 1-1,-1 0 0,1-1 1,-2 2-1,1-1 0,-1 0 1,0 1-1,4 7 0,27 67 303,29 70 260,-63-147-607,-1-4-47,0 0 1,0 1-1,1-1 1,-1 0 0,0 1-1,0-1 1,0 0-1,0 1 1,0-1-1,1 0 1,-1 1-1,0-1 1,0 0-1,1 0 1,-1 1 0,0-1-1,0 0 1,1 0-1,-1 1 1,0-1-1,1 0 1,-1 0-1,0 0 1,1 0-1,-1 0 1,0 1 0,1-1-1,-1 0 1,0 0-1,1 0 1,-1 0-1,0 0 1,1 0-1,-1 0 1,0 0-1,1 0 1,-1 0 0,0-1-1,1 1 1,-1 0-1,0 0 1,1 0-1,0 0-31,24 0-6081,-5 0 2115,-1 0-1317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3:11.85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328 3 4505,'0'0'9009,"-6"-1"-8313,3 0-595,-1 1 0,0 0 0,1 0 1,-1 0-1,0 0 0,1 1 0,-1 0 1,0-1-1,1 1 0,-1 0 0,1 1 1,-1-1-1,1 1 0,0-1 0,0 1 1,-1 0-1,1 0 0,0 1 0,1-1 1,-1 0-1,0 1 0,1 0 0,-1 0 1,-1 3-1,-201 233 2421,201-236-2502,1 1 0,0-1 0,0 1 0,0 0 0,1 0 0,-1 0 0,1 1 1,0-1-1,0 0 0,1 1 0,-1 0 0,1-1 0,0 1 0,-1 8 0,2-13 50,22 0-1007,13 7-4474,-21 3-1218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3:12.74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675 0 5905,'0'0'10136,"-31"3"-9683,-100 13-125,124-15-285,0 1-1,0 0 1,1 0-1,-1 1 1,1-1-1,-1 1 1,1 1-1,0-1 1,0 1-1,0 0 1,1 1-1,-1-1 1,-9 12-1,-2 1 139,-29 23 204,3 1-1,1 3 0,2 1 1,3 2-1,-37 59 0,57-77-258,1 1-1,1 1 0,2 1 1,1 0-1,2 0 0,1 1 1,1 0-1,2 1 1,1 0-1,0 54 0,5-57-41,5 128 229,-3-137-286,2 0 1,0 0-1,2-1 1,0 0-1,12 26 1,-11-31-24,0-1 0,1 0 1,1 0-1,1-1 1,0 0-1,1-1 1,0 0-1,26 22 0,-27-27 3,0-1-1,0 0 1,1-1-1,0-1 1,0 1-1,1-2 1,0 0-1,-1 0 1,1-1-1,0 0 1,1-1-1,-1 0 1,14-1-1,-9 0 18,-1-1 0,0 0 0,1-1 0,-1-1 0,0-1 0,0 0 0,0-1 0,0-1 0,0 0 0,-1-1 0,0-1 0,0 0 0,-1-1 0,0-1 0,20-15 0,-6 0 1,0 0-1,-1-2 0,-2-1 0,-1-1 0,0-2 0,-3 0 0,0-1 1,-2-1-1,21-49 0,-23 40 26,-2-2 1,-2 0-1,-2 0 1,-2-1-1,-2-1 1,-1 1-1,-1-67 1,-4 51 10,0 24-30,-1-1 0,-5-36-1,3 62-6,0 0-1,0 0 1,-1 1-1,0-1 0,-1 1 1,-1 0-1,1 0 1,-2 0-1,1 0 0,-14-17 1,10 16-6,0 1 0,-1-1 0,0 2 1,0-1-1,-1 1 0,-1 1 1,1 0-1,-1 0 0,-1 1 0,1 1 1,-1 0-1,0 1 0,0 0 0,-1 1 1,0 1-1,1 0 0,-1 1 1,0 0-1,-29 1 0,-58 1 91,100 0-186,-2 16-1952,3-14 1696,-1-1 0,1 1 0,-1 0 0,1-1-1,0 1 1,0 0 0,0 0 0,0-1 0,0 1 0,0 0 0,0-1 0,0 1 0,1 0 0,-1-1-1,1 1 1,-1 0 0,1-1 0,0 1 0,1 1 0,10 13-5771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3:13.87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1 205 2657,'0'0'12892,"5"0"-12310,0 0-491,0-1-1,1 1 0,-1 1 1,0-1-1,0 1 0,0 0 0,0 0 1,1 0-1,-2 1 0,1 0 1,0 0-1,0 0 0,0 0 1,-1 1-1,0 0 0,1 0 0,-1 0 1,0 0-1,0 1 0,-1 0 1,1 0-1,-1 0 0,0 0 0,0 0 1,0 0-1,4 10 0,-2-4 110,-1 0-1,0 0 1,-1 0 0,0 1-1,0 0 1,-1-1-1,-1 1 1,1 11 0,-20-95 660,14 41-866,2 1 0,1-1 0,2 0-1,1 0 1,2 1 0,14-61 0,-7 69 94,-11 23-105,1-1-1,-1 1 1,0 0 0,0 0 0,0 0 0,1-1 0,-1 1-1,0 0 1,0 0 0,0 0 0,1 0 0,-1 0 0,0 0 0,0-1-1,1 1 1,-1 0 0,0 0 0,1 0 0,-1 0 0,0 0-1,0 0 1,1 0 0,-1 0 0,0 0 0,0 0 0,1 0-1,-1 0 1,0 0 0,1 1 0,-1-1 0,0 0 0,0 0-1,1 0 1,-1 0 0,0 0 0,0 0 0,0 1 0,1-1-1,-1 0 1,17 38-2817,-1 0-146,-4-24 371,0-1 0,24 22 0,-9-12-3694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3:14.29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96 30 2937,'0'0'13204,"-11"-3"-12509,9 3-683,-2-1 40,0 0-1,0 0 1,0 0-1,0 1 1,0 0-1,0-1 1,0 1-1,-5 1 1,7 0-26,0-1 1,0 1 0,0 0 0,0 0 0,1 0 0,-1 0 0,0 0 0,1 0 0,-1 0-1,0 1 1,1-1 0,0 1 0,-1-1 0,1 1 0,0-1 0,0 1 0,0 0 0,0-1-1,0 1 1,0 0 0,0 0 0,1 0 0,-1 0 0,0 4 0,-1 1 31,0 0 0,1 1 0,0 0 0,0-1 0,1 1 0,0 0 0,0-1 1,1 1-1,0-1 0,0 1 0,1-1 0,4 12 0,-5-16-41,1 1-1,-1-1 1,1 0 0,0 1-1,0-1 1,1 0-1,-1-1 1,1 1 0,-1 0-1,1-1 1,0 1 0,0-1-1,0 0 1,0 0 0,0 0-1,1 0 1,-1 0-1,1-1 1,-1 0 0,1 0-1,-1 0 1,1 0 0,0 0-1,-1-1 1,1 1-1,7-1 1,-10 0-5,1 0 1,0 0-1,0 0 1,0 0-1,-1 0 0,1-1 1,0 1-1,0 0 0,-1-1 1,1 0-1,0 1 0,-1-1 1,1 0-1,0 0 0,-1 0 1,1 0-1,-1 0 1,0 0-1,1 0 0,-1 0 1,2-2-1,-1-1 8,-1 0 1,1 1-1,0-1 0,-1 0 1,0 0-1,0 0 0,0 0 1,0-9-1,1-1 14,-1-1 1,0 0-1,-1 1 0,0-1 1,-4-18-1,4 30-15,-1 0-1,1 0 1,-1 0-1,0 1 1,0-1-1,0 0 1,0 0-1,-1 1 1,1-1-1,-1 1 0,1 0 1,-1-1-1,0 1 1,0 0-1,0 0 1,0 0-1,0 0 1,-1 0-1,1 0 1,-1 1-1,1-1 1,-1 1-1,1 0 1,-1 0-1,0 0 1,1 0-1,-1 0 1,0 0-1,0 1 1,0 0-1,0-1 1,-5 1-1,8 0-53,-1 0 0,0 0 0,0 0 0,0 0 0,1 0 0,-1 0 0,0 0 0,0 0 0,1 0 1,-1 1-1,0-1 0,0 0 0,1 0 0,-1 1 0,0-1 0,1 0 0,-1 1 0,0-1 0,1 1 0,-1-1 0,1 1 0,-1-1 0,0 1 0,1-1 0,0 1 0,-1 0 0,1-1 0,-1 1 1,1 0-1,0-1 0,-1 1 0,1 0 0,0-1 0,0 1 0,-1 0 0,1 0 0,0 0 0,0-1 0,0 1 0,0 0 0,0 0 0,0-1 0,0 1 0,0 0 0,0 0 0,1-1 0,-1 1 1,0 0-1,1 1 0,-1 7-955,0-7 665,1 0 0,-1-1 0,1 1-1,0-1 1,-1 1 0,1-1-1,0 1 1,0-1 0,0 1-1,0-1 1,0 0 0,0 1 0,0-1-1,1 0 1,-1 0 0,0 0-1,1 0 1,-1 0 0,1 0 0,-1-1-1,1 1 1,-1 0 0,1-1-1,-1 1 1,1-1 0,0 1-1,-1-1 1,3 0 0,-2 1 38,18 3-5787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3:14.71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66 1 6281,'0'0'10605,"-9"6"-10317,8-6-286,-3 2 30,1 1 0,-1-1 1,1 0-1,-1 1 0,1 0 0,0 0 0,0 0 0,0 0 0,0 0 0,1 1 0,-1-1 0,1 1 0,0 0 1,0-1-1,0 1 0,0 0 0,1 0 0,0 0 0,0 1 0,0-1 0,0 0 0,1 0 0,-1 8 1,0 14 113,0 30 189,2-54-324,-1 1-1,0 0 0,1-1 1,-1 1-1,1-1 0,0 1 1,0-1-1,0 1 0,0-1 1,1 1-1,-1-1 0,0 0 1,1 0-1,0 0 0,-1 0 1,4 3-1,-2-3-5,-1 0-1,0 0 1,1-1-1,-1 1 1,1-1 0,-1 1-1,1-1 1,0 0-1,0 0 1,0 0 0,-1 0-1,1-1 1,0 1-1,0-1 1,0 0 0,0 0-1,0 0 1,0 0-1,0 0 1,0-1 0,0 1-1,0-1 1,0 0-1,-1 1 1,1-2 0,0 1-1,0 0 1,-1 0-1,1-1 1,-1 0 0,1 1-1,-1-1 1,0 0-1,0 0 1,0 0 0,0 0-1,0-1 1,0 1-1,0-1 1,-1 1 0,1-1-1,-1 1 1,0-1-1,0 0 1,0 0 0,0 1-1,0-1 1,0 0-1,-1 0 1,1-6 0,1-4 117,-1-1 1,0 0 0,-1 1-1,-2-21 1,2 32-101,0 0 0,0-1 0,0 1-1,-1 0 1,1 0 0,-1-1 0,0 1 0,0 0 0,0 0 0,0 0 0,0 0 0,0 0 0,0 0-1,-1 0 1,1 0 0,-1 1 0,1-1 0,-1 0 0,0 1 0,1 0 0,-1-1 0,0 1-1,0 0 1,0 0 0,0 0 0,0 0 0,-1 0 0,1 0 0,0 1 0,0-1 0,0 1 0,-1-1-1,-4 1 1,6 0-125,-1-1-1,0 1 0,1 0 0,-1 0 0,0 0 0,1 0 1,-1 1-1,0-1 0,1 0 0,-1 1 0,1-1 1,-1 1-1,1 0 0,-1-1 0,1 1 0,-1 0 1,1 0-1,-1 0 0,1 0 0,0 0 0,0 0 1,-1 0-1,1 1 0,0-1 0,0 0 0,0 1 1,0-1-1,1 1 0,-1-1 0,0 1 0,0-1 1,1 1-1,-1-1 0,1 1 0,0 0 0,-1-1 1,1 1-1,0 0 0,0-1 0,0 1 0,0 0 0,1 1 1,-1-2-89,0 0 1,0 0 0,0-1 0,0 1 0,0 0-1,0 0 1,0-1 0,0 1 0,1 0-1,-1-1 1,0 1 0,1 0 0,-1-1-1,0 1 1,1 0 0,-1-1 0,1 1-1,-1 0 1,1-1 0,-1 1 0,1-1 0,0 1-1,-1-1 1,1 0 0,0 1 0,-1-1-1,1 0 1,0 1 0,-1-1 0,1 0-1,0 0 1,0 1 0,-1-1 0,1 0 0,0 0-1,0 0 1,1 0 0,17 1-4842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3:15.02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51 1 5065,'0'0'12624,"-7"28"-11897,-19 93-126,19-83-270,2 0-1,2 0 0,1 0 1,4 50-1,1-6-308,-3-81-43,0 1-1,0-1 1,0 1-1,0-1 0,0 1 1,1-1-1,-1 1 1,1-1-1,-1 1 1,1-1-1,-1 0 1,1 1-1,0-1 1,-1 0-1,1 0 1,0 1-1,0-1 1,0 0-1,0 0 1,0 0-1,1 0 1,-1 0-1,0 0 1,3 1-1,-1-1-172,0 1 0,1-1-1,0 0 1,-1-1 0,1 1 0,-1 0 0,1-1-1,0 0 1,-1 0 0,5-1 0,1 1-793,0-2 0,1 1 0,-1-1 0,-1-1 0,1 0 0,0 0 0,12-7 0,12-14-5885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3:15.23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3 6833,'0'0'10091,"193"-3"-10003,-148 3-88,19 0-432,-13 0-2145,1 3-3544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3:16.63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135 1 6041,'0'0'9594,"-3"3"-8564,-2 6-643,0 1-1,0 0 1,1 0 0,1 0 0,0 0 0,0 0-1,1 1 1,0-1 0,0 16 0,-6 22-10,0-9-86,1 1-1,1 0 1,1 43 0,25-91-222,-8-1-66,-1 0 0,1 0-1,0 1 0,14-6 0,-21 12-8,0 0-1,0 0 0,0 0 1,0 1-1,0 0 0,0 0 1,1 1-1,-1-1 0,0 1 0,0 0 1,1 0-1,5 2 0,-9-1 6,0 0 0,0 0-1,0 1 1,0-1-1,0 1 1,-1-1-1,1 1 1,-1 0 0,1 0-1,-1-1 1,0 1-1,1 0 1,-1 0-1,0 1 1,0-1 0,-1 0-1,1 0 1,0 0-1,-1 0 1,1 1 0,-1 1-1,5 12-4,-3-11 11,0 1-1,0 0 1,-1 0 0,0 0 0,0 1-1,-1-1 1,0 0 0,0 0-1,0 0 1,-1 0 0,0 0 0,0 0-1,0 0 1,-1 0 0,0 0-1,0 0 1,-1 0 0,1-1 0,-1 1-1,0-1 1,-1 0 0,1 0-1,-1 0 1,0 0 0,-7 5 0,-1 3 21,-1-1 0,-1 0 0,0-1 0,-1 0 1,0-1-1,0-1 0,-26 11 0,36-18-7,-1-1 1,1 1-1,-1-1 1,0 0-1,1 0 0,-1-1 1,1 0-1,-11-1 0,-2 1 302,11-5-409,7 4-99,0 1-1,0 0 0,0-1 0,0 1 0,0-1 0,0 1 1,0-1-1,0 1 0,0 0 0,0-1 0,1 1 0,-1-1 1,0 1-1,0 0 0,0-1 0,1 1 0,-1-1 1,0 1-1,0 0 0,1 0 0,-1-1 0,0 1 0,1 0 1,-1-1-1,1 1 0,-1 0 0,0 0 0,1 0 0,-1-1 1,1 1-1,-1 0 0,0 0 0,1 0 0,0 0 0,21-3-4647,4 3-3476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3:17.26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37 16 672,'0'0'3400,"-30"-5"748,24 3 2794,70 4-4965,-37 0-1450,0-1 0,0-1 0,1-2 0,34-6 0,-51 5-7,-19 4 1664,-9 2-1982,12-2-4154,4 4 3182,5 25-4697,12-13 570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3:19.14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1167 71 4201,'0'0'6160,"-1"-7"-5973,-5-57 3145,-26 72 2460,23-3-5400,0 0 1,1 1-1,0-1 0,-10 10 0,1 1-491,1 0 0,-21 28 1,22-24 262,-362 446 996,-186 195-67,512-606-1073,55-56-137,7 14-9444,-9-5 8014,-1 13-4889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3:20.26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702 27 3017,'0'0'12521,"-26"1"-11812,-88 7-80,109-7-561,-1-1 1,0 1-1,1 1 1,0-1 0,-1 1-1,1 0 1,0 0 0,0 1-1,0-1 1,0 1-1,0 0 1,0 0 0,1 1-1,-6 5 1,-6 5 215,-26 18 116,2 2-1,2 2 0,1 2 1,1 1-1,3 1 0,1 2 1,2 1-1,-28 54 0,39-59-119,-43 95 654,54-114-767,2 1 0,1-1 0,0 1 0,1 0 1,-1 26-1,2 11 597,6 90 1,-1-128-660,1 0 0,1-1 0,0 0 0,1 0 0,1 0 1,1 0-1,0-1 0,18 29 0,-19-38-59,-1-1 0,1 1 0,1-2 0,-1 1 1,1-1-1,0 0 0,1 0 0,0-1 0,-1 0 0,2 0 0,-1-1 0,0 0 0,1 0 0,0-1 1,0 0-1,18 3 0,7-2 138,0 0 0,1-3-1,42-2 1,-75 1-173,33-5 46,-1-1 0,0-1 1,0-2-1,-1-2 0,0 0 1,32-18-1,-38 18-40,-3-1-10,-1-1-1,0 0 1,0-2-1,-1-1 1,-1 0-1,-1-2 1,0 0-1,-2-1 0,0-1 1,-1-1-1,-1 0 1,-1-2-1,17-31 1,-6 2 5,-2 0 1,-2-2 0,-3-1 0,-2 0-1,11-69 1,-18 53-6,-3 0 1,-3-105-1,-4 157-6,-1 14 2,0-1-1,0 0 1,0 1 0,-1-1 0,0 1 0,0 0 0,0-1-1,-1 1 1,1 0 0,-1 0 0,-1 1 0,1-1 0,-1 1-1,1-1 1,-1 1 0,-1 0 0,1 0 0,0 1 0,-1-1-1,0 1 1,0 0 0,-7-3 0,-7-4-12,0 1-1,-1 1 1,1 1 0,-37-8-1,-93-29 1,146 43-18,-1 1 1,1-1-1,-1 1 0,1 0 1,-1 1-1,0-1 0,1 0 0,-1 1 1,1 0-1,0 0 0,-1 0 1,1 0-1,0 1 0,-1-1 0,1 1 1,0 0-1,0 0 0,0 0 0,0 0 1,1 0-1,-1 1 0,1-1 1,-1 1-1,1 0 0,0 0 0,0 0 1,0 0-1,-2 5 0,13-9-3367,13-8-521,-2-3-964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3:24.81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59 97 1016,'0'0'6716,"-20"-19"-3028,19 19-3535,1-1 0,-1 1 0,1-1 0,-1 0 0,0 1-1,1-1 1,-1 0 0,1 0 0,0 1 0,-1-1 0,1 0 0,0 0 0,-1 1 0,1-1 0,0 0 0,0 0 0,0 0 0,-1 0 0,1 1 0,0-1 0,0 0 0,0 0 0,1 0 0,-1 0-1,0 0 1,0 1 0,0-1 0,1 0 0,-1 0 0,0 0 0,1 1 0,-1-1 0,0 0 0,1 0 0,-1 1 0,1-1 0,0 0 0,2-2-39,1 0-1,0 0 1,-1 0 0,1 0 0,0 1 0,0 0 0,0 0 0,5-2-1,4-1-7,-1 1 0,1 0 0,1 1 0,-1 0 0,14-1 0,-26 4-94,1 0-1,-1 0 1,0 0-1,0 0 1,0 0-1,0 0 1,0 0-1,0 0 1,0 0-1,0 1 1,0-1-1,0 0 1,0 1-1,0-1 1,0 1 0,0-1-1,0 1 1,0-1-1,0 1 1,-1 0-1,1-1 1,0 1-1,1 1 1,-1 1 31,-1-1 0,1 0 1,-1 0-1,0 1 0,0-1 0,0 0 1,0 0-1,0 1 0,0-1 1,-1 0-1,0 3 0,-1 1 25,0 0-1,0 1 1,-1-1 0,1 0-1,-1-1 1,-1 1 0,1 0-1,-1-1 1,-8 9-1,7-7-29,0-1-1,0 1 0,0-1 1,1 1-1,-4 11 0,6-14-33,1 1-1,-1-1 1,0 0-1,0 1 1,0-1-1,0 0 1,-1-1-1,0 1 0,0 0 1,0-1-1,-3 4 1,61-3 242,-50-3-243,0 0-1,-1 0 0,1 0 0,0 1 1,-1 0-1,1 0 0,-1 0 0,0 0 0,0 1 1,0-1-1,0 1 0,0 0 0,0 0 0,-1 1 1,5 4-1,-3-2 2,1 0 0,-2 1 1,1-1-1,0 1 0,-1 0 0,-1 0 0,1 0 1,4 12-1,-7-12 25,0 1-1,0-1 1,0 0 0,-1 1-1,0 9 1,0-15-16,0 0 1,-1 0-1,1 0 0,0 0 0,-1 0 1,1 0-1,-1 0 0,1 0 1,-1 0-1,0 0 0,0 0 0,0 0 1,0 0-1,0-1 0,0 1 0,-1-1 1,1 1-1,0-1 0,-1 1 0,1-1 1,-1 0-1,-3 3 0,-128 37 1678,71-41 379,59 0-1992,1-1-1,0 0 1,-1 0 0,1 0-1,0 0 1,0 0 0,0 0 0,0-1-1,0 1 1,0-1 0,-2-1-1,-14-10-58,15 7-2946,13 0 424,9-2-1884,11 2-1989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3:26.47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 56 880,'0'0'6926,"0"-6"-6740,0-25-7,0 14 6497,-3 17-5411,2 0-1199,1-1 1,0 1-1,0 0 1,-1 0 0,1 0-1,0 0 1,0 0-1,-1 0 1,1 0 0,0 0-1,0 0 1,-1 0-1,1 0 1,0 0-1,0 0 1,-1 0 0,1 0-1,0 0 1,-1 0-1,1 0 1,0 0 0,0 0-1,-1 0 1,1 0-1,0 1 1,0-1 0,-1 0-1,1 0 1,0 0-1,0 0 1,0 1 0,-1-1-1,1 0 1,0 0-1,0 1 1,0-1-1,0 0 1,0 0 0,-1 0-1,1 1 1,0-1-1,0 0 1,0 1 0,0-1-1,0 0 1,-1 5 41,1 0 1,0 0-1,0-1 0,0 1 1,1 0-1,0-1 1,0 1-1,0 0 0,0-1 1,1 1-1,-1-1 0,1 0 1,0 0-1,1 1 1,-1-1-1,1 0 0,4 4 1,85 95 1415,-67-80-1099,-2 2-1,0 1 0,-2 1 1,-1 1-1,19 36 0,103 239 2347,-114-240-2083,56 89-1,-16-31-304,-43-76-210,32 47 1,-38-65-71,46 49 0,-47-56 10,-1 1 0,27 45-1,-20-29 285,-9-16-112,1 0 0,1-1-1,25 22 1,-37-37-242,5 2-314,-8-11-1800,-12-18-3929,3 9 23</inkml:trace>
</inkml:ink>
</file>

<file path=ppt/ink/ink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3:27.33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25 109 7330,'0'0'10571,"-3"-7"-9945,-10-21-6,13 27-559,0 0 0,-1 0 0,1-1 1,0 1-1,0 0 0,1-1 0,-1 1 1,0 0-1,0-1 0,1 1 0,-1 0 0,0 0 1,1-1-1,-1 1 0,1 0 0,0 0 1,-1 0-1,1 0 0,0 0 0,0 0 0,0 0 1,0 0-1,0 0 0,0 0 0,0 0 1,1-1-1,35-21 458,-27 17-360,27-5 38,-36 11-188,0-1-1,0 1 1,-1 0 0,1 0-1,0-1 1,0 1-1,0 0 1,0 0 0,0 0-1,-1 0 1,1 0 0,0 0-1,0 0 1,0 1 0,0-1-1,-1 0 1,1 0 0,0 1-1,0-1 1,-1 0-1,1 1 1,0-1 0,0 1-1,-1-1 1,1 1 0,0-1-1,-1 1 1,1 0 0,-1-1-1,1 1 1,-1 0-1,1-1 1,-1 1 0,1 0-1,-1-1 1,0 1 0,1 1-1,0 6 67,-1 1 0,0-1 0,-1 0 0,0 1 0,0-1 0,-1 0-1,0 0 1,0 0 0,-1 0 0,0 0 0,0-1 0,-1 1 0,-5 7 0,-95 148 1181,105-162-1230,-1 0 1,1-1-1,-1 1 0,1-1 1,0 1-1,-1-1 1,1 1-1,-1-1 0,1 0 1,0 1-1,-1-1 0,1 0 1,0 1-1,0-1 1,-1 0-1,1 0 0,0 0 1,0 1-1,-1-1 0,1 0 1,0 0-1,0 0 1,-1 0-1,1-1 0,0 1 1,0 0-1,0 0 1,34 0 158,-32 0-105,11 1-32,1-2 0,-1 0 0,0 0 0,0-1 0,0-1 0,0 0 0,0-1 0,14-7 0,118-56 95,-145 66-138,-1-1-15,0 1-147,-32-3-11165,13 2 336</inkml:trace>
</inkml:ink>
</file>

<file path=ppt/ink/ink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3:28.72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567 2 4457,'0'0'8947,"-11"0"-8549,-6 0-352,-3-1 496,0 0 0,0 2 0,0 1 0,0 0 0,0 2 0,-32 9 0,27-2-187,1 1-1,1 1 1,0 2-1,1 0 1,0 1-1,2 1 1,0 1-1,0 1 0,-21 28 1,27-29-218,2 0 0,0 2 0,1-1 1,1 1-1,1 1 0,1 0 0,0 0 0,2 1 0,1 0 1,0 0-1,-2 36 0,-2 31 442,4-51-235,1 0 0,2 0 1,6 75-1,-1-100-256,0 0-1,1 0 0,0 0 1,1-1-1,1 0 1,0 0-1,0 0 0,1-1 1,1 0-1,0 0 1,0-1-1,11 10 0,1 0 110,2-1-1,0 0 0,1-2 1,37 21-1,-23-19-68,0-1-1,1-2 1,0-2-1,1-2 1,1-1-1,0-2 1,0-1-1,1-3 1,0-1-1,0-2 1,0-2-1,57-7 1,-84 5-88,-1-1-1,0-1 1,0 0 0,-1-1 0,1 0 0,-1-1-1,0-1 1,0 0 0,-1 0 0,18-16 0,-9 6 24,-1-1 0,-1 0 0,-1-2 0,25-35 1,-20 17-12,-1-2 0,-2 0 1,-1-1-1,-3-1 0,-1 0 1,13-70-1,-23 81 17,-1 1 1,-1-1-1,-2 1 1,-4-44-1,1 55-65,-1-1-1,-1 1 1,0 0 0,-2 0-1,0 1 1,-1 0-1,-1 0 1,-1 1 0,0 0-1,-1 1 1,-1 0 0,0 1-1,-1 0 1,-18-15-1,21 21-3,-2 1 0,1 0-1,-1 1 1,-1 0-1,1 0 1,-1 2-1,0-1 1,-1 2 0,1 0-1,-1 0 1,-16-1-1,-15 0 4,0 3 0,-52 3 1,-54-4-1,93-3-45,-61-4-2205,161 10-4758,-17 0 236</inkml:trace>
</inkml:ink>
</file>

<file path=ppt/ink/ink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3:30.49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7 266 3121,'0'0'6089,"0"-7"-5380,0-29 267,0 16 2611,-6 6-925,6 11-2631,1 1 0,0 0 0,-1-1 0,1 1 0,0 0 0,1-1 0,-1 1 0,0 0 0,1 0 0,-1 0 0,1 0 0,0 0 0,-1 0 0,1 0 0,0 1 0,3-3 0,45-30 232,-28 19-129,4-3-18,0 1 0,44-22 0,-59 34-48,0 0 0,0 1 1,0 1-1,1 0 0,0 0 0,-1 1 1,1 1-1,0-1 0,0 2 1,14 1-1,-23-1-24,0 1 0,0 0 0,0 0 0,0 1 0,0-1 0,0 0 0,-1 1 0,1 0 1,-1 0-1,1 0 0,-1 0 0,1 0 0,-1 0 0,0 0 0,0 1 0,0-1 0,-1 1 0,1-1 1,0 1-1,1 5 0,24 63 648,-25-62-594,2 10 92,-1 0-1,-1 0 1,0 0-1,-2 0 1,-2 25-1,1 3 40,-2-13-158,-1-1 1,-2 0-1,-1 0 0,-1 0 1,-23 54-1,-6 27 172,21-62-127,5-15 48,1 1 1,-6 45-1,4 0 248,12-82-236,2-42-7805,2 38 3088</inkml:trace>
</inkml:ink>
</file>

<file path=ppt/ink/ink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3:30.86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36 5705,'0'0'12819,"4"-8"-11994,-1 3-726,12-17 607,-4 23-180,2 17 121,-11-11-556,1-1-1,1 0 1,-1 0 0,1 0-1,0 0 1,0-1-1,1 0 1,0 0 0,0 0-1,0 0 1,0-1-1,1 1 1,0-2-1,0 1 1,0 0 0,0-1-1,0 0 1,1-1-1,-1 0 1,1 0 0,0 0-1,0 0 1,0-1-1,0-1 1,0 1-1,12-1 1,9-1 73,15 0-2547,-17 4-4397,-8 2 1984</inkml:trace>
</inkml:ink>
</file>

<file path=ppt/ink/ink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3:31.42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384 6 7282,'0'0'6477,"-14"-1"-6016,5 0-437,-2-1 215,1 1 1,-1 1-1,0 0 1,0 0 0,1 1-1,-1 0 1,1 1 0,-1 0-1,1 1 1,-15 6 0,-26 17 650,-90 40 1578,137-65-2295,1 0 1,0 1-1,0-1 1,0 1-1,0-1 1,1 1-1,-1 0 1,0 0-1,-2 3 1,-1 9-1657,13 4-4112,4-4-2058</inkml:trace>
</inkml:ink>
</file>

<file path=ppt/ink/ink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3:32.91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761 7 6433,'0'0'8098,"-33"-6"-4940,13 5-2918,-1 1 0,1 1 0,0 1 0,-1 1-1,1 0 1,0 2 0,1 0 0,-1 1 0,1 1 0,0 1 0,1 1 0,0 0-1,0 2 1,-17 12 0,-11 13 40,3 2-1,0 1 0,3 3 1,1 1-1,-37 55 0,59-74-103,1 2 0,1 0 0,2 0 0,0 2 1,2-1-1,1 2 0,1-1 0,2 1 0,1 0 0,1 1 0,-2 54 0,6-41 97,0-28-175,0 1 0,1-1 1,0 0-1,2 1 1,-1-1-1,2 0 0,0 0 1,1 0-1,6 16 0,16 12 82,1-1 0,2-1-1,2-1 1,66 65 0,-70-77-165,-16-16-1,1-1-1,1 0 1,0 0 0,0-2-1,1 1 1,0-2 0,1 0 0,0 0-1,20 6 1,-11-7 30,-1-1 1,1-1-1,0-1 0,0-2 0,42 0 1,-41-2-27,0-2 0,0-2 0,0 0 0,0-1 0,0-2 0,-1 0 0,0-2 0,-1 0 0,1-2 0,33-21 0,-31 17-12,0 0 0,-2-2-1,0-1 1,-1-1 0,-1-2-1,-1 1 1,0-2-1,-2-1 1,-1-1 0,0 0-1,-2-1 1,-1-1 0,-1 0-1,-1-1 1,-2-1 0,0 0-1,-2 0 1,-1-1 0,-2 0-1,7-58 1,-13 77-6,4-39 9,-3-1-1,-8-79 0,4 114 1,-1-1-1,-1 0 1,0 1-1,-1 0 1,-1 0-1,-1 1 0,-15-24 1,4 12-11,0 1 1,-2 0-1,-23-20 1,15 21 5,0 2 1,-1 1-1,-48-26 1,-6-3 33,65 37-37,-1 2 0,0 0 0,0 1 0,-1 1 0,-1 0 0,1 2 1,-1 1-1,0 0 0,-1 2 0,1 1 0,-1 0 0,-42 2 0,63 1-71,1 1 0,0 0-1,0 0 1,0 0-1,-1 0 1,1 0 0,0 0-1,0 0 1,1 0-1,-1 1 1,0-1 0,0 0-1,0 1 1,1-1 0,-1 0-1,1 1 1,-1-1-1,1 1 1,-1-1 0,1 4-1,-8 33-2573,1 20-5224,0-35 857</inkml:trace>
</inkml:ink>
</file>

<file path=ppt/ink/ink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3:34.05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65 18 4865,'0'0'9541,"0"-4"-8798,1-10 328,1 23 1220,1 33-188,-4-1-1708,-3-1 1,-1 0-1,-2-1 1,-19 66-1,32-106-142,15-10-168,-13 5-88,1 1 1,0 0-1,0 0 0,0 1 1,0 0-1,1 1 0,14-4 1,-21 7-1,0-1 0,0 1 0,0 0 0,0 0 0,0 0 0,0 0 0,0 1 0,0-1 0,0 1 0,0 0 0,0 0 0,0 0 0,0 0 0,0 0 0,-1 1 0,1-1 0,0 1 0,-1 0 0,0 0 0,1 0 0,-1 0 0,0 0 0,0 0 0,0 0 0,0 1 0,0-1 0,-1 1 0,1 0 0,-1-1 0,1 1 0,-1 0 0,0 0 0,0 0 0,0 0 0,-1 0 0,1 5 0,2 3 2,-1-1 0,0 0 0,-1 1 0,0-1 0,-1 1 1,0-1-1,-1 0 0,-1 12 0,0-19 9,1-1 0,-1 1 0,0-1 0,1 1 0,-1-1 0,0 0 0,-1 0 0,1 0 1,0 0-1,-1 0 0,1-1 0,-1 1 0,1-1 0,-1 1 0,0-1 0,1 0 0,-1 0 0,-5 1 0,-51 11 52,50-12-481,-3 0 732,-1-1 0,1 0 0,-23-2 0,32 1-437,0 1 0,1-1 0,-1 0 0,0 0 0,1 0 0,-1 0 0,1 0 0,0 0 0,-5-4 0,6 4-198,0 0 0,0 0-1,0 0 1,0-1-1,0 1 1,0 0-1,0 0 1,0-1-1,1 1 1,-1-1-1,1 1 1,-1-1 0,1 1-1,-1-1 1,1 1-1,0-1 1,0 1-1,0-3 1,2-3-4416,9 1-2440</inkml:trace>
</inkml:ink>
</file>

<file path=ppt/ink/ink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3:34.35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49 7466,'0'0'12169,"19"-6"-11434,168-33 1158,-118 36-1619,-68 10-1892,-1 43-5506,0-27-134</inkml:trace>
</inkml:ink>
</file>

<file path=ppt/ink/ink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3:35.44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593 17 3793,'0'0'8318,"0"-17"-758,-1 43-7149,-2-1 0,0 1 0,-2-1 0,-13 45 0,-46 100-55,30-85-35,-344 851 1917,363-896-1938,-16 62 0,-7 20-64,36-119 7,4-13-104,9-14-2256,-10 24 662</inkml:trace>
</inkml:ink>
</file>

<file path=ppt/ink/ink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3:36.37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18 16 6545,'0'0'6927,"8"-2"-6076,1-1-378,0 0 1,0 1-1,0 0 0,0 0 1,13 1-1,-18 0-317,0 1-1,0 0 0,0 1 1,0-1-1,-1 1 1,1 0-1,0 0 0,-1 0 1,1 0-1,-1 1 0,1-1 1,-1 1-1,1 0 1,-1 0-1,0 0 0,0 0 1,0 1-1,0-1 1,3 5-1,-1 1-47,0 1 0,-1 0 1,0-1-1,0 2 0,-1-1 0,0 0 0,-1 1 1,0-1-1,0 1 0,-1 0 0,-1-1 0,1 1 0,-1 0 1,-1 0-1,-3 18 0,3-23-81,-1 0 0,0 0 0,0 0 0,0 0 0,-1 0 0,0 0 0,0 0 0,0-1 0,0 0 0,0 1-1,-1-1 1,0-1 0,-7 7 0,-63 45 348,60-45-317,5-4-102,2-2 85,0 1 1,0 0-1,0 0 0,1 1 1,-8 8-1,13-13-26,1 0 1,-1-1 0,1 1-1,-1 0 1,1 0 0,-1 0-1,1 0 1,-1 0 0,1 0-1,0 0 1,0 0-1,-1 0 1,1 0 0,0 0-1,0 0 1,0 0 0,0 0-1,0 0 1,0 0 0,1 2-1,0-2 9,-1 0 0,1 1 0,0-1 0,0 1 0,1-1 1,-1 0-1,0 0 0,0 0 0,0 0 0,1 0 0,-1 0 0,1 0 0,-1 0 0,0 0 0,1-1 0,3 2 0,8 2-58,1 0 1,-1-1-1,1 0 1,0-2-1,0 1 0,0-2 1,0 0-1,0 0 0,0-1 1,0-1-1,-1-1 0,1 0 1,0 0-1,-1-1 1,0-1-1,0 0 0,12-8 1,30-16-7046,-40 17-428</inkml:trace>
</inkml:ink>
</file>

<file path=ppt/ink/ink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3:36.97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527 15 3137,'0'0'7507,"-31"11"-6312,-103 40 260,117-43-1153,0 0 0,1 2 0,0 0 0,0 0 0,1 2 0,0 0 0,1 0 0,1 1 0,-14 18 0,3 2 288,1 1-1,-29 58 1,37-61-307,1 2 0,1-1 1,2 2-1,2 0 0,1 0 0,-5 49 1,0 214 490,14-253-656,3 1 1,1-1-1,3 0 0,1 0 0,3-1 0,1-1 0,2 0 0,2 0 0,1-2 0,3 0 0,1-1 0,2-1 0,37 46 0,-51-72-98,0 1 0,1-1-1,0-1 1,1 0 0,0 0 0,0-1 0,1-1 0,1 0-1,-1-1 1,2-1 0,-1 0 0,1 0 0,0-2 0,0 0 0,0 0-1,1-1 1,0-1 0,-1-1 0,1-1 0,0 0 0,0 0 0,0-2-1,0 0 1,0-1 0,26-6 0,-18 0 17,-1 0 0,0-2 0,0 0 1,-1-2-1,0 0 0,-1-2 0,27-22 0,-1-3 13,78-87 0,-92 89-15,-2-2 0,-2 0-1,-2-3 1,-1 0 0,-3-1-1,-1-2 1,-2 0 0,-2-1-1,-3-1 1,-1-1 0,-2 0-1,-3 0 1,7-94 0,-14 83 60,-2 1 1,-3-1 0,-2 1-1,-3 0 1,-16-60-1,18 98-74,-1 0 0,0 1 1,-2 0-1,0 1 0,-2 0 0,0 0 0,-20-24 0,21 30-6,-2 0-1,0 1 1,0 0 0,-1 1 0,0 1 0,0 0 0,-1 1 0,-1 0 0,1 1-1,-29-9 1,10 7-199,-1 2-1,0 2 1,0 0-1,-1 3 1,1 0-1,0 3 1,-41 5-1,71-6-140,0 0 0,0 0 1,0 1-1,0 0 0,1 0 0,-1 0 1,0 0-1,1 1 0,-1-1 0,0 1 0,1 0 1,0 0-1,-1 0 0,-2 3 0,-3 10-4385</inkml:trace>
</inkml:ink>
</file>

<file path=ppt/ink/ink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3:38.02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70 3545,'0'0'7017,"11"-29"-4632,-8-3-217,-4 24-219,0 23-849,2 1-681,1 0-1,0 0 1,1 0 0,1 0 0,0-1 0,1 1-1,10 20 1,59 103 1023,-35-72-993,-12-16-300,125 240 532,-119-218-235,-3 2 0,22 85-1,-47-141-385,67 226 1033,-55-200-811,1-1 0,2 0 0,35 54 0,4 4 388,67 161 1,-118-248-587,4 15 15,-12-30-6,-34 0-16787,16 0 5006</inkml:trace>
</inkml:ink>
</file>

<file path=ppt/ink/ink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3:39.20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72 46 4913,'0'0'10830,"-4"-3"-10083,4 3-629,-2 0-43,1-1 0,-1 0 0,1 1 0,0-1 0,-1 0 0,1 0 0,0 0 0,0 0 0,-1 0 0,1 0 0,0 0 0,0 0 0,0-1 0,1 1 0,-1 0 0,0-1 0,0-1 1,2 2 30,1 0 0,-1-1 0,1 1 0,0 0 1,0 0-1,-1 0 0,1 0 0,0 0 0,0 1 1,0-1-1,0 0 0,0 1 0,0 0 1,3-1-1,35-6 634,52 5-225,-49 3-279,-43-1-232,1 0 1,0 0-1,-1 0 0,1 0 0,-1 0 0,1 0 1,-1 0-1,1 0 0,0 0 0,-1 1 0,1-1 1,-1 0-1,1 0 0,-1 1 0,1-1 0,-1 0 1,0 1-1,1-1 0,-1 1 0,1-1 0,-1 0 1,0 1-1,1-1 0,-1 1 0,0-1 0,1 1 1,-1-1-1,0 1 0,0-1 0,1 2 0,-2 22 272,0-19-215,-1-1 0,1 1 0,-1 0 0,0-1 0,0 1 0,0-1 0,-1 0 0,-4 6 0,-36 23 361,34-27-339,0-1 0,1 2 0,0-1 0,0 1 0,0 0 0,1 1 0,-11 15 0,17-22-85,1 0 0,0 0 1,0 0-1,0 0 0,0 0 1,0 0-1,0 0 1,0 0-1,1 0 0,-1-1 1,0 1-1,0 0 0,1 0 1,-1 0-1,1 0 0,-1 0 1,0 0-1,1-1 1,0 1-1,-1 0 0,1 0 1,-1-1-1,1 1 0,0 0 1,0-1-1,1 2 1,25 21 56,-21-18-57,19 13 10,-17-12-5,0-1 1,-1 1-1,0 0 0,0 1 0,0 0 0,0 0 0,6 11 0,-12-16 6,0-1-1,-1 1 1,1-1 0,0 1-1,-1 0 1,0-1-1,1 1 1,-1 0-1,0 0 1,0-1-1,0 1 1,0 0 0,0 0-1,0-1 1,-1 1-1,1 0 1,-1-1-1,1 1 1,-1 0-1,1-1 1,-1 1 0,0-1-1,0 1 1,0-1-1,0 1 1,0-1-1,0 0 1,0 1 0,-1-1-1,1 0 1,0 0-1,-3 2 1,-5 3 47,0-1 0,0 0 0,0 0 1,-15 4-1,15-5-1,-156 53 1155,159-54-1168,5-2-103,0-5-1768,1 0 1002,0 0-1,-1 0 1,2 1-1,-1-1 1,0 0-1,1 0 1,1-4 0,8-14-4939</inkml:trace>
</inkml:ink>
</file>

<file path=ppt/ink/ink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3:39.95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508 0 7154,'0'0'6047,"-35"3"-4757,-109 15-83,136-17-1070,0 0-1,0 1 1,0 0 0,0 1-1,0 0 1,0 0 0,1 1 0,0 0-1,0 0 1,0 0 0,0 1-1,0 0 1,1 1 0,0-1-1,0 1 1,1 0 0,-8 12-1,-2-1 225,-4 8-38,0 2 0,2-1 0,1 2 0,1 1 0,1 0 0,2 0 0,1 1 0,1 1 0,2 0 0,-8 50 0,4 26 332,2 192 0,10-295-643,0 23 34,2 0 0,1 0 0,1 0 0,2-1 0,0 1 0,2-1 0,0-1 0,2 1 0,1-2 0,1 1 0,1-2 0,18 26 0,-19-33-26,1 0 0,0-1 0,0-1 1,2 0-1,0 0 0,0-2 0,2 0 1,-1 0-1,1-2 0,1 0 0,0-1 1,0-1-1,1-1 0,0 0 0,0-1 0,0-1 1,23 2-1,2-2 3,0-2 0,0-2 0,1-1 0,-1-3 1,0-2-1,54-12 0,-64 8-11,-1-1 1,0-2-1,-1-1 0,0-1 1,-1-2-1,-1-1 0,0-2 1,43-34-1,-43 27-8,-1 0-1,-1-2 0,-1-1 0,-2-1 1,43-67-1,-56 75 19,0-1 0,-2 0 0,0 0 0,-2-2 0,0 1 1,-2-1-1,-1 0 0,-1 0 0,-1 0 0,0-34 0,-4 31 46,-1 1 0,-2 0-1,-1 0 1,0 0 0,-3 0 0,0 1 0,-1 0 0,-2 1-1,0 0 1,-2 1 0,-1 0 0,0 1 0,-2 0-1,-1 2 1,-23-25 0,13 18 9,-2 1-1,0 2 1,-2 1-1,-1 1 1,-1 1-1,-1 2 1,0 2-1,-1 1 1,-1 1 0,-42-11-1,16 11-32,-1 2 1,0 4-1,-84-5 1,4 11-2426,190 4-2727,-21 0-333</inkml:trace>
</inkml:ink>
</file>

<file path=ppt/ink/ink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3:42.18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84 7114,'0'0'10142,"4"19"-9713,-1-2-345,4 27 453,5 77 0,-12-97-752,0-4 4157,8-47-1784,-4 7-2103,3-12-7,1-1 1,15-36-1,-19 59-55,0 1-1,1-1 1,0 1-1,1 0 0,0 1 1,1-1-1,-1 1 1,2 1-1,-1-1 0,1 1 1,10-7-1,-12 9-79,1 0 0,0 1 0,0 0 0,0 1 0,1-1-1,-1 1 1,1 1 0,0-1 0,-1 1 0,1 1 0,0-1-1,0 1 1,11 1 0,-17 1-94,-1-1 1,0 1-1,1 0 0,-1 1 0,0-1 0,0 0 1,0 0-1,0 0 0,0 1 0,0-1 1,0 1-1,0-1 0,-1 0 0,1 1 0,0-1 1,-1 1-1,1 0 0,-1-1 0,0 1 1,1-1-1,-1 1 0,0 2 0,3 8-1093,21 61-6198,-11-41 1840</inkml:trace>
</inkml:ink>
</file>

<file path=ppt/ink/ink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3:42.61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151 50 2961,'0'0'15487,"-13"-4"-14739,-41-10-154,51 14-538,0 0 0,1 0 0,-1 0 1,1 1-1,-1-1 0,1 1 1,-1-1-1,1 1 0,-1 0 0,1 0 1,0 0-1,-1 0 0,1 0 1,0 0-1,0 1 0,0-1 0,0 1 1,0-1-1,0 1 0,0 0 0,0 0 1,1 0-1,-1 0 0,1 0 1,-2 4-1,-1 0 52,1 0 0,0 1 0,0-1 0,1 1 0,0 0 0,-3 12 0,4-15-89,0 1 0,1 0 0,-1 0 0,1-1 1,0 1-1,0 0 0,0 0 0,1-1 0,-1 1 0,4 9 1,-3-13-18,0 1 1,1 0 0,-1-1 0,1 1 0,-1-1 0,1 0 0,-1 1 0,1-1 0,0 0 0,0 0 0,0 0 0,0 0 0,0-1 0,0 1-1,0 0 1,0-1 0,0 1 0,0-1 0,0 0 0,0 0 0,0 0 0,0 0 0,0 0 0,4 0 0,-2-1 2,-1 0 0,1 0-1,0-1 1,0 1 0,-1-1 0,1 1 0,-1-1 0,1 0 0,-1 0 0,0-1-1,1 1 1,-1-1 0,-1 1 0,1-1 0,0 0 0,-1 0 0,1-1 0,-1 1 0,0 0-1,2-5 1,0 1 16,0 0-1,0-1 1,-1 1 0,0-1-1,0 1 1,-1-1-1,0 0 1,0 0-1,0-10 1,-2 15-24,1 1 0,-1 0 1,0-1-1,0 1 0,0 0 0,0-1 1,0 1-1,0 0 0,-1 0 0,1-1 1,-1 1-1,0 0 0,1 0 0,-1 0 0,0-1 1,0 1-1,-1 0 0,1 0 0,0 1 1,-1-1-1,1 0 0,-1 0 0,1 1 1,-1-1-1,0 1 0,0-1 0,0 1 1,0 0-1,0 0 0,0-1 0,0 2 1,0-1-1,0 0 0,0 0 0,-1 1 1,1-1-1,0 1 0,0-1 0,-1 1 1,1 0-1,0 0 0,-1 0 0,1 1 1,-3-1-1,6 21-4437,0-19 4035,1 1 0,0 0 0,-1-1 0,1 0-1,0 1 1,1-1 0,-1 0 0,0 0 0,0 0 0,1 0-1,-1-1 1,1 1 0,0-1 0,4 3 0,24 7-4594</inkml:trace>
</inkml:ink>
</file>

<file path=ppt/ink/ink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3:42.75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1 1 7466</inkml:trace>
</inkml:ink>
</file>

<file path=ppt/ink/ink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3:43.05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35 7466,'181'-28'4413,"-158"23"-1717,-27 4-760,-23 5-202,20 5-1574,1 0 0,0 0 0,0 0 0,1 1 0,0 0 0,1 0 0,0 0 0,1 0 1,0 1-1,0-1 0,1 1 0,0 0 0,1 0 0,0 13 0,2-23-153,0 0 0,0 0 1,0 0-1,0 0 0,0 0 1,0 0-1,0-1 0,0 1 1,0 0-1,1-1 0,-1 1 1,0-1-1,0 1 0,0-1 1,1 0-1,-1 1 0,0-1 1,1 0-1,-1 0 0,0 0 1,0 0-1,1 0 0,2-1 1,37-2 202,-37 1-170,0 0 0,0 0 0,-1-1-1,1 1 1,-1-1 0,1 0 0,-1 0-1,0 0 1,0-1 0,-1 1 0,1-1-1,-1 1 1,1-1 0,-1 0-1,0 0 1,-1 0 0,3-7 0,-2 6 55,0-1 0,0 0 0,0 0 0,-1 0-1,0-1 1,0 1 0,-1 0 0,1 0 0,-2 0 0,1-1 0,0 1 0,-3-8 0,2 13-88,0 0-1,0-1 0,0 1 0,0 0 1,-1 0-1,1 0 0,0 1 0,-1-1 1,1 0-1,0 0 0,-1 1 0,1-1 1,-1 1-1,1-1 0,-1 1 0,1-1 1,-1 1-1,1 0 0,-1 0 0,0 0 1,-1 0-1,-43 0-1373,35 0-416,33 0-9225,-17 0 9484,26 0-5914</inkml:trace>
</inkml:ink>
</file>

<file path=ppt/ink/ink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3:43.39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174 1 7562,'0'0'13310,"-15"37"-12044,-48 120-246,-4 33 781,47-126-1412,17-56-357,2 1 0,-1-1 0,1 1 0,0-1 0,1 1 0,0 9 0,0-6 3,1-11-34,-1 0-1,1-1 1,-1 1 0,1 0-1,-1-1 1,1 1 0,0 0 0,-1-1-1,1 1 1,0-1 0,-1 1 0,1-1-1,0 1 1,0-1 0,0 0 0,-1 1-1,1-1 1,0 0 0,0 0 0,0 1-1,0-1 1,0 0 0,-1 0 0,1 0-1,0 0 1,0 0 0,1-1 0,37 1-72,-28 0-55,31 0-3590,23 0-8292,-45 0 2909</inkml:trace>
</inkml:ink>
</file>

<file path=ppt/ink/ink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3:43.63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8570,'0'0'11002,"83"0"-10434,-51 0-280,7 3-136,-7 0-152,0 4-8,19 12-656,-12-3-2296,-7 0-4146</inkml:trace>
</inkml:ink>
</file>

<file path=ppt/ink/ink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4:10.63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 1 1272,'0'0'3430,"6"5"-4730,20 14 1986,-20-14 3510,-5-11 3864,-3-11-7726,-3 14 3675,5 36-3285,-1-16-525,-1 0-1,-1 0 1,0-1 0,-7 19-1,5-18-106,0 0-1,2 0 0,0 1 1,-1 19-1,4-20 575,-1 5-3996,3 0-5807,4-6 766</inkml:trace>
</inkml:ink>
</file>

<file path=ppt/ink/ink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4:11.67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91 61 1176,'0'0'6747,"0"-7"-5535,0-31 1082,-2 38-1908,0 0-1,0 0 1,0 0 0,0 0 0,0 0-1,0 0 1,0 1 0,0-1-1,0 1 1,0-1 0,0 1-1,0 0 1,0 0 0,-3 1-1,-14 43 762,12-33-989,2 0 1,0 1-1,0-1 1,1 1 0,1 0-1,0 0 1,1 0 0,-2 24-1,4-36-113,0 1-1,0-1 1,0 1-1,0-1 1,0 1-1,0 0 1,0-1-1,0 1 1,1-1-1,-1 1 1,1-1-1,-1 1 1,1-1-1,-1 1 1,1-1-1,0 0 1,0 1-1,0-1 1,0 0-1,1 2 1,0-2 4,1-1 0,-1 1 0,0 0 0,1-1 0,-1 1 0,1-1 0,-1 0 0,1 0 0,-1 0 0,5-1 0,11 1 82,-14 0-107,0-1 0,0 0 0,0 0 1,0 0-1,0 0 0,0 0 1,-1-1-1,1 0 0,0 1 0,-1-2 1,1 1-1,-1 0 0,0-1 0,0 1 1,0-1-1,0 0 0,0 0 1,-1 0-1,1 0 0,-1 0 0,0-1 1,0 1-1,0-1 0,0 0 0,-1 1 1,1-1-1,-1 0 0,1-6 1,3-9 147,-1 0 0,-1-1 1,0 1-1,-1-35 0,-2 53-161,-1-1 0,1 1 0,0 0 0,0 0 0,-1-1 0,1 1 0,-1 0 0,1 0 0,-1 0 1,1 0-1,-1-1 0,0 1 0,0 0 0,1 0 0,-1 0 0,0 1 0,0-1 0,0 0 0,0 0 0,0 0 0,0 1 0,0-1 0,-1 0 0,1 1 0,0-1 0,0 1 0,0-1 0,-2 1 0,-37-6 440,40 35-6207,0-10-1039</inkml:trace>
</inkml:ink>
</file>

<file path=ppt/ink/ink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4:34.04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45 33 1568,'0'0'5843,"0"-4"-4405,0-14 31,0 7 5702,-6 31-6255,4 33-193,-2 0 0,-17 77 0,9-71 1253,21-60-1925,0 0 0,-1 0 0,1-1 0,-1 0 0,10-4 0,-10 3-67,0 1 0,1-1 0,-1 1 0,1 1 0,9-1 0,46 2-693,-63 41 663,-1 11 444,-33-38 276,25-10-664,1 2 0,-1-1 1,1 1-1,0 0 0,-10 12 1,11-12 81,-1 1 1,1-1 0,-1 0-1,0-1 1,-13 8-1,19-12 1682,0-1-1758,-3 0-16,3 0-17,2 13-13519,4 0 6990</inkml:trace>
</inkml:ink>
</file>

<file path=ppt/ink/ink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4:34.86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29 1 1016,'0'0'3633,"-25"9"6014,22-14-7134,12 2-1280,10 2-800,122 4 2733,-138-3-3070,-3 0-150,0 0 0,1-1 0,-1 1 1,0 0-1,0 0 0,1 0 0,-1 0 1,0 0-1,0 0 0,1 0 0,-1 0 1,0 0-1,1 0 0,-1 0 0,0 0 1,0 0-1,1 0 0,-1 0 0,0 0 1,0 0-1,1 0 0,-1 1 0,0-1 1,1 0-1,-1 0 0,0 0 0,0 0 1,0 0-1,1 1 0,-1-1 0,0 0 1,0 0-1,0 0 0,1 1 0,-1-1 1,0 0-1,0 0 0,0 1 0,0-1 1,0 0-1,0 0 0,1 1 0,-1 50-6659,0-20 722</inkml:trace>
</inkml:ink>
</file>

<file path=ppt/ink/ink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4:36.06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 42 1400,'0'0'4545,"0"-6"-3002,0-14-576,0 5 2335,-6 25 1551,6 42-3668,-6 136 559,4-147-1176,2 48 1,1-30 270,-1-59 27,3 0-1608,-1 0 1,1 0 0,-1 1-1,1-1 1,-1 0 0,1 1-1,-1 0 1,0-1-1,1 1 1,2 2 0,4 6-6051</inkml:trace>
</inkml:ink>
</file>

<file path=ppt/ink/ink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5:03.932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 24 2961,'0'0'3612,"1"6"-2487,1 0-737,1 20 2012,-1-26-2091,0 0 0,0 0 0,0 0-1,0 0 1,0-1 0,-1 1 0,1-1 0,0 1-1,0-1 1,0 0 0,-1 0 0,3-1-1,0-2-261,0-1-1,0 1 0,1 0 0,-1 0 0,1 0 0,0 1 0,0 0 0,0 0 0,1 0 1,-1 0-1,1 1 0,0 0 0,-1 0 0,10-1 0,4 0 33,1 1 0,-1 1 0,23 2-1,-9-1 201,-32 1-250,-1-1-1,1 0 0,-1 1 1,1-1-1,-1 1 1,1-1-1,-1 1 1,1-1-1,-1 1 1,1-1-1,-1 1 1,1 0-1,-1-1 1,0 1-1,0 0 1,1-1-1,-1 1 0,0 0 1,0-1-1,0 1 1,0 0-1,1 0 1,-1-1-1,0 1 1,0 0-1,-1-1 1,1 2-1,0 26 469,-1-22-421,2 0-22,-2 0 1,1 1 0,-1-1 0,0 0-1,0 0 1,-1 0 0,1 0 0,-2 0-1,1 0 1,-5 9 0,-1-4-15,0 0 0,-1 0-1,-18 18 1,-74 67 382,101-96-405,-1 1 0,0 0 1,0-1-1,1 1 1,-1 0-1,0 0 0,1 0 1,-1-1-1,0 1 0,1 0 1,0 0-1,-1 0 1,1 0-1,-1 0 0,1 0 1,0 0-1,0 0 1,0 0-1,-1 1 0,2-1-3,-1 0-1,0-1 1,0 1-1,1-1 1,-1 1-1,1-1 1,-1 1-1,0-1 1,1 1-1,-1-1 1,1 0-1,-1 1 1,1-1 0,-1 0-1,1 1 1,0-1-1,-1 0 1,1 0-1,-1 1 1,1-1-1,0 0 1,-1 0-1,2 0 1,47 2 394,-38-2-388,3-1 90,0-1-1,-1 0 1,1 0 0,20-8-1,-2 2 306,-28 8-470,2 0 173</inkml:trace>
</inkml:ink>
</file>

<file path=ppt/ink/ink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5:04.707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52 39 3001,'0'0'7969,"1"0"-7737,-1 0-1,1 0 0,-1 0 1,1 1-1,0-1 1,-1 0-1,1 0 0,-1 0 1,1 0-1,-1 1 1,1-1-1,0 0 0,-1 1 1,1-1-1,-1 0 0,1 1 1,-1-1-1,0 1 1,1-1-1,-1 0 0,1 1 1,-1-1-1,1 2 1,-2 3-139,0 1 1,-1-1 0,1 1 0,-1-1 0,-1 0 0,1 0 0,0 0 0,-1 0 0,0 0 0,-5 6 0,3-5-53,1 0 0,0 0 1,1 1-1,0-1 0,0 1 0,-4 12 0,4 7 121,0-1 1,2 33-1,1-56-153,1-1 0,-1 1-1,1-1 1,0 1 0,0-1 0,0 0 0,-1 1-1,1-1 1,1 0 0,-1 0 0,0 0 0,0 0-1,0 0 1,1 0 0,-1 0 0,0 0 0,1 0-1,-1-1 1,1 1 0,-1 0 0,1-1 0,-1 1-1,1-1 1,-1 0 0,1 1 0,-1-1 0,1 0-1,2 0 1,47 4 133,-51-4-142,4 0 21,0-1-1,0 1 0,0-1 0,0 1 0,0-1 1,0 0-1,0 0 0,0-1 0,0 1 0,-1-1 1,1 0-1,-1 0 0,1 0 0,-1-1 0,0 1 1,0-1-1,0 1 0,0-1 0,0 0 0,-1 0 1,1-1-1,-1 1 0,0 0 0,0-1 1,0 1-1,-1-1 0,1 0 0,-1 0 0,1 1 1,0-8-1,2-11 432,0 1 1,-2-1 0,0-1-1,-3-29 1,1 29 171,-1 18-514,0 0-1,-1 1 0,1-1 0,-1 0 0,0 1 0,-1-1 1,1 1-1,-1 0 0,0 0 0,0 0 0,0 0 0,0 0 1,-5-3-1,7 7-11,-44 0-424,43 1-2,0 0 0,0 1 0,0-1 0,0 0 0,0 1 0,1-1 0,-1 1 0,1-1 0,-1 1 0,1 0 0,-1-1 0,-1 5 0,-6 7-2476,-10 5-3150</inkml:trace>
</inkml:ink>
</file>

<file path=ppt/ink/ink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5:06.242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 63 880,'0'0'10200,"6"0"-9004,16 0-481,-6 0 4377,-15 0-4298,-6-29-666,-2 14-74,-3-4-6,7 22 127,2 13 213,1 219 2284,-13-103-2611,13-131-174,0-30-1963,7-5-2011,-2 20-19,-4 4-1210</inkml:trace>
</inkml:ink>
</file>

<file path=ppt/ink/ink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5:07.003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40 58 3185,'0'0'8676,"0"0"-8570,0 0-1,1 0 1,-1 0-1,1 0 1,-1 0-1,1 0 1,-1 0-1,0 0 1,1 0-1,-1 1 1,0-1-1,1 0 1,-1 0-1,1 0 1,-1 0-1,0 1 1,1-1 0,-1 0-1,0 0 1,1 1-1,-1-1 1,0 0-1,0 0 1,1 1-1,-1-1 1,0 0-1,0 1 1,1-1-1,-1 0 1,0 1-1,0-1 1,0 1-1,-5 7 106,-1-1-1,1 1 0,0 0 1,1 0-1,0 0 1,0 1-1,1-1 0,0 1 1,0 0-1,1 0 0,0 0 1,1 0-1,0 1 1,0-1-1,1 13 0,0-12-168,0 0 0,1 0 0,0 1 0,0-1 0,1 0 0,0-1 0,1 1 0,5 13 0,-6-20-28,0 1-1,0-1 1,0 0 0,1 0-1,-1 0 1,1 0 0,0-1 0,-1 1-1,1-1 1,0 1 0,0-1-1,1 0 1,-1 0 0,0 0-1,1-1 1,-1 1 0,1-1-1,0 0 1,-1 0 0,1 0-1,0 0 1,0-1 0,-1 0-1,1 1 1,5-2 0,-6 1 5,1-1 0,-1 0-1,0 0 1,0 0 0,1 0 0,-1 0 0,0-1 0,0 1 0,0-1-1,-1 0 1,1 0 0,0 0 0,-1 0 0,1-1 0,-1 1 0,1-1 0,-1 1-1,0-1 1,0 0 0,-1 0 0,1 0 0,2-5 0,1-3 98,0 0 1,-1 0-1,0-1 1,-1 1-1,3-16 1,-2 1 184,-1 0 0,-1-1 0,-2 1 0,0-1 0,-5-29 0,5 53-253,-1 1-1,0 0 1,0 0 0,1 0-1,-1 0 1,0 0-1,-1 0 1,1 0 0,0 0-1,0 1 1,-1-1-1,1 0 1,-1 1-1,0-1 1,1 1 0,-1 0-1,0-1 1,0 1-1,0 0 1,0 0 0,0 0-1,0 0 1,0 1-1,0-1 1,-4 0 0,-8-2 48,1 2 1,-1 0-1,-21 1 1,20 0-109,14 0-33,1 23-1324,1-20 1029,0 1 0,1-1 0,-1 0 0,1 0 0,-1 0 0,1 0 0,0 0 1,0-1-1,0 1 0,0 0 0,1-1 0,-1 0 0,1 1 0,0-1 0,-1 0 0,1 0 0,0-1 0,5 4 0,4 2-1934,15 13-5262</inkml:trace>
</inkml:ink>
</file>

<file path=ppt/ink/ink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5:13.149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 81 2537,'0'0'8256,"13"-20"-3875,3 11-4314,1 0 1,0 2 0,1 0-1,0 1 1,0 0-1,21-2 1,-18 3 55,-20 4-83,1 1 0,-1-1 0,0 1 0,0-1 1,1 1-1,-1 0 0,0-1 0,0 1 0,1 0 0,-1 0 0,0 0 0,1 0 1,-1 0-1,0 1 0,1-1 0,-1 0 0,0 0 0,0 1 0,1-1 0,-1 1 0,0-1 1,0 1-1,0 0 0,0-1 0,0 1 0,0 0 0,0 0 0,0 0 0,0 0 0,0 0 1,0 0-1,0 0 0,0 0 0,-1 0 0,1 0 0,0 2 0,0 0 33,-1 0-1,0 0 0,1 1 1,-1-1-1,-1 0 1,1 0-1,0 1 0,-1-1 1,0 0-1,1 0 0,-1 0 1,-1 0-1,1 0 1,-3 5-1,-4 6 74,-1-1 0,0 0-1,-1-1 1,-22 21 0,-13 16 66,-26 38 165,111-83 1001,-6-4-999,-15 2-6,0-2 0,1 0-1,-1-1 1,-1-1 0,1-1 0,0 0-1,35-12 1,-46 12-338,2-2 844,-8 3-5381</inkml:trace>
</inkml:ink>
</file>

<file path=ppt/ink/ink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5:14.144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89 128 3633,'0'0'7084,"18"1"76,-55 26-6193,-7 7-533,42-31-415,0-1 0,0 0 1,0 1-1,1-1 0,-1 1 0,1 0 0,-1-1 0,1 1 0,0 0 0,0 0 1,0 0-1,0 0 0,1 0 0,-1 0 0,1 6 0,-3 21 170,2-25-143,0-1-1,1 1 1,-1 0-1,1 0 0,0-1 1,1 1-1,0 6 1,0-9-31,0 0 0,-1-1-1,1 1 1,0 0 0,0-1 0,0 1 0,1-1 0,-1 1 0,0-1 0,0 0-1,1 1 1,-1-1 0,1 0 0,-1 0 0,1 0 0,0 0 0,-1 0-1,1 0 1,0-1 0,0 1 0,-1-1 0,1 1 0,3 0 0,7 2 100,1-1 0,0 0 1,0-1-1,-1 0 0,24-1 1,-32-1-95,-1 1 0,1 0 1,-1-1-1,1 1 0,-1-1 0,0 0 1,1 0-1,-1-1 0,0 1 1,0-1-1,1 1 0,-1-1 1,-1 0-1,1 0 0,0 0 0,0-1 1,-1 1-1,1-1 0,-1 1 1,0-1-1,0 0 0,0 0 0,0 0 1,0 0-1,1-4 0,40-102 278,-41 92-175,0 1 0,-1-1 0,0 1 0,-4-29-1,1-4 601,1 48-697,1-1 1,-1 1-1,1-1 0,-1 1 1,0 0-1,0-1 0,0 1 1,0 0-1,0 0 0,0 0 1,0-1-1,0 1 0,0 0 0,0 1 1,-1-1-1,1 0 0,0 0 1,-1 0-1,1 1 0,0-1 1,-1 1-1,1-1 0,-1 1 1,1 0-1,-1-1 0,1 1 1,-4 0-1,-43-4 290,34 3-426,13 1 141,0 0 1,0-1-1,0 1 1,0 0-1,0 0 0,0-1 1,0 1-1,0 0 1,0 0-1,0 0 1,0 0-1,0 0 0,0 1 1,0-1-1,0 0 1,0 0-1,0 1 1,0-1-1,0 0 0,0 1 1,1-1-1,-1 1 1,0 0-1,0-1 0,0 1 1,0-1-1,1 1 1,-1 0-1,0 0 1,1-1-1,-1 1 0,1 0 1,-1 0-1,1 0 1,-1 0-1,1 0 1,-1 0-1,1 0 0,0 0 1,0 0-1,-1 0 1,1 0-1,0 0 0,0 0 1,0 0-1,0 0 1,0 0-1,0 0 1,0 0-1,1 0 0,-1 0 1,1 1-1,-2 13-152,1 19 36,0-33-183,0 0 0,0 0 0,0 0 0,0 0 0,0 0 0,1 0 0,-1 0 0,0 0 0,1 0 0,-1 0 0,0-1 0,1 1 0,-1 0 0,1 0 0,0 0 0,-1 0 0,1-1 0,0 1 0,-1 0 0,1-1 0,0 1 0,0-1 0,0 1 0,0 0 0,7 2-4963</inkml:trace>
</inkml:ink>
</file>

<file path=ppt/ink/ink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5:20.095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 0 3841,'0'0'3030,"1"3"-2660,4 10 11134,-5 285-7908,0-297-2947,0-8-6949,0 1 1333</inkml:trace>
</inkml:ink>
</file>

<file path=ppt/ink/ink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5:20.796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26 0 1088,'0'0'9444,"1"0"-9026,0 0 1,1 0-1,-1 1 1,0-1-1,0 0 1,1 0-1,-1 1 0,0-1 1,0 1-1,0-1 1,0 1-1,0-1 1,0 1-1,2 1 1,-4 2-322,0 0 0,0 1 1,0-1-1,-1 0 0,0 0 0,0-1 1,0 1-1,0 0 0,-1-1 0,-2 4 1,-17 33 372,21-8-422,33-32 132,-4 0-85,-19-1-110,-1 0 0,1 1 0,0 1 0,0-1 0,0 2 0,11 2 0,-18-3 33,0-1 0,0 1 0,0 1 1,0-1-1,0 0 0,0 0 0,0 1 1,0-1-1,-1 1 0,1 0 0,-1-1 0,1 1 1,-1 0-1,0 0 0,1 0 0,-1 0 1,0 0-1,0 0 0,-1 0 0,1 0 0,0 0 1,-1 1-1,1-1 0,-1 0 0,0 0 1,1 1-1,-1-1 0,0 0 0,-1 3 0,0-2 84,0 0 0,0 0 0,0 0 0,0 0 0,-1-1 0,1 1 0,-1 0 0,0-1 0,1 1 0,-1-1 0,-1 0 0,1 0 0,0 0 0,0 0 0,-1 0 0,1 0 0,-1 0 0,0-1 0,1 1 0,-1-1 0,0 0 0,-6 2 0,0 1-65,-1-1-1,1 0 1,-1 0 0,0-1-1,0 0 1,-14 0-1,23-2-53,-5 6-2601,-2-3-6436,3-3 1284</inkml:trace>
</inkml:ink>
</file>

<file path=ppt/ink/ink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5:21.329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0 0 3137,'0'0'7676,"53"1"-2702,-53-1-4939,34 7 739,0-2 1,0-1-1,0-2 0,1-1 1,42-5-1,-76 7-1325,-8 6-2333,-4 5-1010,3-1-1987</inkml:trace>
</inkml:ink>
</file>

<file path=ppt/ink/ink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5:24.352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0 84 4049,'0'0'8024,"5"0"-7257,17 0-204,-11 0 2855,-10 0-2891,0-20-129,2 7 129,4-18-872,-5 11 5165,9 31-4240,-7 9-231,-1 1 0,-2-1 0,0 36 1,-2-30 311,6 48 1,-3-54-504,-2-16-140,1 0 0,-1 0 1,1 0-1,-1 0 0,1-1 0,0 1 1,1 0-1,-1 0 0,3 5 0,-3-8-565,0 1-1,0-1 1,0 1-1,0 0 1,0 0-1,-1 0 0,1 0 1,-1-1-1,1 1 1,-1 0-1,0 0 1,0 0-1,0 0 1,0 0-1,0 0 0,0 0 1,0 0-1,-2 4 1,-3 13-5308</inkml:trace>
</inkml:ink>
</file>

<file path=ppt/ink/ink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5:26.447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123 171 3809,'0'0'7204,"9"-5"-6404,-4 3-637,-1 0 0,0 0 0,0 0 0,0-1 0,0 1 0,-1-1 0,1 0 0,-1 0 0,0-1 0,1 1 0,-1-1 0,-1 1 0,1-1 0,-1 0 0,1 0 0,-1 0 0,0-1 0,0 1 0,-1 0 0,1-1 0,-1 1-1,0-1 1,0 1 0,0-10 0,-1 11-74,0-1 0,0 1-1,0-1 1,0 1 0,0-1-1,-1 1 1,0 0 0,1-1-1,-1 1 1,-1 0 0,1-1-1,0 1 1,-4-6 0,3 8-94,-1-1-1,1 0 1,-1 1 0,1-1 0,-1 1-1,0 0 1,0 0 0,1 0 0,-1 0-1,0 0 1,0 1 0,0-1 0,0 1-1,0 0 1,0 0 0,0 0 0,-4 0-1,2 0 4,0 1 1,1-1-1,-1 1 0,0-1 0,0 2 0,0-1 0,0 0 0,1 1 0,-1 0 1,1 0-1,-1 0 0,1 1 0,0-1 0,0 1 0,0 0 0,0 1 1,0-1-1,1 0 0,-1 1 0,1 0 0,0 0 0,0 0 0,0 0 0,1 0 1,-3 7-1,-1 2 11,2 0 0,0 1 0,0-1 0,1 1 0,1-1 0,0 1 0,1 27 0,1-40-6,1 0 0,0 1 0,-1-1 0,1 0 0,0 0 0,0 0 0,-1 0 0,1-1 0,0 1-1,0 0 1,0 0 0,0 0 0,0-1 0,1 1 0,-1 0 0,0-1 0,0 1 0,0-1 0,0 0 0,1 1-1,-1-1 1,0 0 0,0 0 0,1 1 0,-1-1 0,3-1 0,37 4 25,-37-3-11,0 0 1,-1 0-1,1 0 1,-1-1-1,1 1 1,-1-1-1,1 0 1,-1 0-1,0 0 1,1 0-1,-1-1 1,0 1-1,4-3 1,-3 1 6,-1-1-1,1 0 1,-1 0 0,0 0 0,0 0 0,0-1-1,0 1 1,3-9 0,3-2 93,6-18 2073,-27 181-619,-1 5-359,6-57-214,7-95-458,-5 10 328,3-4-5325,-5 7-119,-4 2-1981</inkml:trace>
</inkml:ink>
</file>

<file path=ppt/ink/ink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5:38.286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61 0 3409,'0'0'5801,"31"4"1667,-27 4-7168,0 0 1,0 0-1,-1 0 0,0 0 0,0 1 0,-1-1 0,0 1 0,-1 0 0,1 12 1,-2 89 984,-2-54-671,-4-27-23,38-39-247,-25 5-346,0 2 1,0-1-1,0 1 0,0 0 0,1 0 0,-1 1 1,1 0-1,-1 0 0,1 1 0,0 0 1,0 0-1,0 1 0,0 0 0,9 2 0,1-2-26,-16 0 25,-1 0-1,1 0 1,-1 0-1,1 1 1,-1-1-1,1 0 1,-1 1-1,1-1 1,-1 1-1,1 0 1,-1-1-1,0 1 0,0 0 1,1 0-1,-1 0 1,0 0-1,0 0 1,0 0-1,0 0 1,0 0-1,0 0 1,1 2-1,0 1 5,0-1 0,-1 1-1,0-1 1,1 1 0,-1-1-1,-1 1 1,1 0 0,0-1 0,-1 6-1,1-4 24,-1 0-1,0 0 1,0 0 0,-1-1-1,0 1 1,0 0-1,0 0 1,0-1-1,0 1 1,-1-1-1,0 1 1,0-1 0,0 0-1,-1 1 1,-4 4-1,-3 0 58,-1-1-1,0 0 0,0 0 1,-1-2-1,0 1 0,-22 7 1,28-11 34,-1-1 0,0 0 1,0 0-1,0-1 1,0 0-1,0 0 1,0-1-1,0 0 0,0 0 1,0 0-1,0-1 1,0 0-1,0 0 1,-12-5-1,12 2-28,-1-1 1,1 0-1,0 0 0,0-1 0,1 0 1,-1 0-1,-5-8 0,-5-4-25,14 16 1484,-2 1-5064,13 1-4585,0 0 2972</inkml:trace>
</inkml:ink>
</file>

<file path=ppt/ink/ink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5:39.062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 1 104,'0'0'18853,"39"0"-17364,98 3 1085,0 0-3383,-149 2-4501,6 3-197</inkml:trace>
</inkml:ink>
</file>

<file path=ppt/ink/ink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5:58.024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116 1 2985,'0'0'1557,"13"0"1394,-11-1-2110,-1 1 1,1 0-1,-1 0 0,1 0 0,0 0 1,-1 1-1,1-1 0,-1 0 1,1 1-1,-1-1 0,1 1 0,-1-1 1,0 1-1,3 1 0,-5 14-639,-1 0 0,0 0 0,-2-1 0,0 1 1,0-1-1,-1 1 0,-1-1 0,-1-1 0,-16 27 0,-14 33-24,36-71-127,1-2 288,37-2-184,4-3-99,-27 2-65,1 0 1,-1 1-1,1 1 1,0 0-1,26 4 1,-38-3 3,-1 0 0,0 1 1,0-1-1,0 0 0,0 1 0,-1-1 1,1 1-1,0-1 0,-1 1 0,1 0 1,-1 0-1,1 0 0,-1-1 0,0 2 1,0-1-1,0 0 0,0 0 0,0 0 1,0 0-1,-1 1 0,1-1 0,-1 0 1,1 1-1,-1 2 0,1 4 1,0-1 0,-1 0 0,0 1 0,0-1 0,-4 16 0,3-21 10,0 0-1,-1 0 1,1-1 0,-1 1-1,0 0 1,0-1 0,0 0-1,0 1 1,0-1 0,0 0-1,-1 0 1,1 0 0,-1 0-1,0-1 1,1 1 0,-5 1-1,-55 23 78,49-22-63,-4 3 26,-1-2 0,1 0-1,-1-1 1,-1-1 0,1 0 0,0-2 0,-23 0 0,40-1-53,2-19-12309,5 9 6796</inkml:trace>
</inkml:ink>
</file>

<file path=ppt/ink/ink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5:58.539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 56 1456,'0'0'10971,"7"-2"-10265,47-5 810,-1 2 0,76 2-1,-123 3-1423,10 0 220,-1-2 0,1 0 0,-1-1-1,0-1 1,0 0 0,0-1 0,26-12 0,-40 16-133,-12 9-3119,-49 48-4106,28-30 291</inkml:trace>
</inkml:ink>
</file>

<file path=ppt/ink/ink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5:59.425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83 139 3041,'0'0'5809,"8"-23"-4756,22-69 264,-21 69 1320,-9 23-2603,0 0 1,0 0 0,0 0-1,0 0 1,0 0-1,0 0 1,0 0 0,0 0-1,0 0 1,0 1 0,0-1-1,0 0 1,0 0-1,0 0 1,1 0 0,-1 0-1,0 0 1,0 0-1,0 0 1,0 0 0,0 0-1,0 0 1,0 0 0,0 0-1,0 0 1,0 0-1,0 0 1,1 0 0,-1 0-1,0 0 1,0 0-1,0 0 1,0 0 0,0 0-1,0 0 1,0 0 0,0 0-1,0 0 1,0 0-1,1 0 1,-1 0 0,0 0-1,0 0 1,0 0-1,0 0 1,0 0 0,0 0-1,0 0 1,0 0 0,0 0-1,0 0 1,0-1-1,0 1 1,0 0 0,0 0-1,0 0 1,1 0-1,-1 0 1,0 0 0,0 0-1,0 0 1,0 0-1,0 20 1890,0-19-2124,-6 25 684,0-1 0,-2 0 0,0 0 0,-2-1 0,-13 25 0,-18 47-23,28-64-385,10-26-70,0 1-1,0 0 1,1 0 0,0 0 0,0 0 0,1 0 0,-1 0 0,1 11 0,60-16 450,-33-4-295,0-2 0,0 0 0,-1-2-1,1-1 1,-1-1 0,34-16-1,7-1 34,7-6-115,-67 30-66,-5 1-65,-1 0-1,0 0 0,1 0 1,-1-1-1,1 1 0,-1 0 1,1 0-1,-1 0 1,1 0-1,-1 0 0,1 1 1,-1-1-1,0 0 0,1 0 1,-1 0-1,1 0 1,-1 0-1,1 1 0,-1-1 1,0 0-1,1 0 0,-1 1 1,1-1-1,-1 0 0,0 0 1,1 1-1,-1-1 1,0 1-1,0-1 0,1 0 1,-1 1-1,0-1 0,0 1 1,1-1-1,-1 0 1,0 1-1,0-1 0,0 1 1,0-1-1,0 1 0,0-1 1,0 1-1,0-1 1,0 0-1,0 1 0,0-1 1,0 1-1,0-1 0,0 1 1,0-1-1,-1 1 0,1 0-601,0 1-1,-1-1 0,0 0 1,1 0-1,-1 0 0,0 0 0,1 0 1,-1 0-1,0 0 0,0 0 1,0 0-1,0 0 0,0 0 1,0-1-1,-2 2 0,-9-1-9135</inkml:trace>
</inkml:ink>
</file>

<file path=ppt/ink/ink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5:59.738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27 1 9210,'0'0'8054,"-5"28"-7265,-2 8-524,2-16-19,2 0 0,0 1 0,1 0 0,1 25 0,2-13 433,9 49-1,-9-74-667,3 56-779,-4-48 274,0 0-1,1-1 0,1 1 0,7 24 0,-6-29-848,1 1 0,0-1 0,1 0 0,11 18-1,7-5-5733</inkml:trace>
</inkml:ink>
</file>

<file path=ppt/ink/ink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6:00.899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 73 3649,'0'0'8640,"6"0"-7635,21-3-370,1 0 0,-1-2 0,-1-1 1,1-1-1,29-13 0,-5 3-550,-42 15-32,-6 0-37,0 1 0,1-1 1,0 1-1,-1 0 0,1 0 0,0 1 1,-1-1-1,1 1 0,0 0 0,0 0 1,-1 0-1,1 0 0,5 2 0,-8 39 1169,-1-36-1126,-1-1 0,0 1 0,0-1 1,0 0-1,-1 1 0,1-1 1,-1 0-1,0 0 0,0 0 0,0 0 1,-1 0-1,0 0 0,1-1 0,-1 1 1,-1-1-1,1 0 0,0 0 1,-1 0-1,-3 3 0,-11 6 181,-1 0 0,-32 15 0,37-21-58,4-2-161,3-1-32,6-3-45,27 4-58,-10 0 128,11 2-23,0 2 0,-1 0 0,26 13 1,-45-18 3,0 1 1,0 0 0,0 1-1,-1-1 1,1 1 0,-1 0 0,-1 1-1,1-1 1,-1 1 0,0 0 0,0 1-1,0-1 1,-1 1 0,0 0 0,4 9-1,-7-13 28,0-1-1,-1 1 0,1 0 0,0 0 1,-1 0-1,1 0 0,-1 0 0,0-1 1,0 1-1,0 0 0,-1 0 0,1 0 1,-1 0-1,1 0 0,-1 0 0,0-1 1,0 1-1,0 0 0,0-1 0,-1 1 1,1-1-1,-1 1 0,0-1 0,1 1 1,-1-1-1,0 0 0,0 0 0,-1 0 1,1 0-1,0-1 0,-1 1 0,-3 2 1,-9 4 178,0 0 0,0-1 0,-1-1 0,-23 7 1,25-9-145,-13 6 118,-1-2 1,0-1-1,0-1 1,-1-1-1,-43 1 0,66 4-5653,0-4 241</inkml:trace>
</inkml:ink>
</file>

<file path=ppt/ink/ink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6:02.117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0 49 3305,'0'0'11377,"26"-3"-9182,-21-1-2097,0-1 0,0 1-1,0 0 1,1 1 0,0-1 0,0 1 0,0 0 0,0 1-1,0-1 1,0 1 0,1 0 0,9-1 0,5 1-33,0 0 0,33 3-1,-17-1-56,-35 0-7,0 0 0,1 0 0,-1 0 0,0 0 0,0 0 1,1 1-1,-1-1 0,0 0 0,0 1 0,0 0 0,0 0 1,0-1-1,0 1 0,0 0 0,0 1 0,0-1 1,0 0-1,0 0 0,-1 1 0,1-1 0,0 1 0,-1 0 1,0-1-1,1 1 0,-1 0 0,0 0 0,0 0 0,0 0 1,0 0-1,1 3 0,-2-2 8,1 0 0,-1 0 0,0 0 0,0 1 0,-1-1 0,1 0 0,-1 0 1,1 1-1,-1-1 0,0 0 0,0 0 0,-1 0 0,1 0 0,0 0 0,-1-1 0,0 1 0,0 0 0,0-1 0,0 1 0,0-1 1,-3 3-1,-225 202 592,230-206-579,0-1 0,-1 0 0,1 0 0,0 0 0,0 0 1,-1 1-1,1-1 0,0 0 0,0 0 0,0 0 0,-1 1 0,1-1 0,0 0 0,0 0 0,0 1 0,0-1 0,0 0 0,-1 0 1,1 1-1,0-1 0,0 0 0,0 1 0,0-1 0,0 0 0,0 1 0,0-1 0,0 0 0,0 0 0,0 1 0,0-1 1,0 0-1,0 1 0,1-1 0,-1 0 0,0 0 0,0 1 0,0-1 0,0 0 0,0 0 0,0 1 0,1-1 0,-1 0 0,0 0 1,0 1-1,0-1 0,1 0 0,-1 0 0,22 6 481,46-6-228,-48 0-107,-1-2-117,0 0 0,-1-1 0,1-1-1,-1-1 1,0 0 0,-1-2 0,1 0 0,-1 0 0,0-2 0,-1 0 0,18-14 0,-34 23-49,0 0 1,0-1-1,0 1 1,1 0 0,-1 0-1,0 0 1,0-1-1,0 1 1,0 0-1,0 0 1,0-1 0,1 1-1,-1 0 1,0 0-1,0 0 1,0 0-1,1-1 1,-1 1 0,0 0-1,0 0 1,1 0-1,-1 0 1,0 0-1,0 0 1,1 0 0,-1 0-1,0 0 1,0-1-1,1 1 1,-1 0-1,0 0 1,0 0 0,1 0-1,-1 1 1,0-1-1,0 0 1,1 0-1,-1 0 1,0 0 0,0 0-1,1 0 1,-1 0-1,0 0 1,0 0-1,0 1 1,1-1 0,-1 0-1,0 0 1,0 0-1,0 0 1,1 1-1,-1-1 1,0 0 0,0 0-1,0 0 1,0 1-1,0-1 1,0 0-1,1 0 1,-1 1 0,0-1-1,0 0 1,0 0-1,0 1 1,0-1-1,0 0 1,0 1 0,-6 21-431,1-6-2184,18-15-9182</inkml:trace>
</inkml:ink>
</file>

<file path=ppt/ink/ink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6:03.183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 4 3441,'0'0'7915,"4"-1"-6738,2 0-625,4 0-113,1 0 3642,3 46-1986,30 86-965,-41-123-1016,0 1 0,-1 0 0,0 0 1,-1 0-1,1 1 0,-2-1 0,1 12 0,-1-18-41,1-1 0,-1 1 0,1 0 0,0 0 0,0 0 0,0-1 1,1 1-1,-1 0 0,1-1 0,-1 1 0,1-1 0,0 0 0,0 1 0,0-1 0,0 0 0,1 0 0,-1 0 0,0-1 0,1 1 0,3 1 0,-5-2-54,5 15-6390,-6-7 1529</inkml:trace>
</inkml:ink>
</file>

<file path=ppt/ink/ink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20:15.86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562 1 7058,'0'0'6968,"1"2"-6654,-1 0 0,0 0 0,0 0 0,0 1 0,0-1 0,0 0 0,0 0 0,-1 0 0,1 0 0,-1 0 0,-1 4 0,-9 0-166,1 0-1,-1-1 1,-1 0-1,1-1 1,-1 0-1,-19 3 1,-10 4-80,-11 6-9,0 2 0,2 3 0,0 1-1,-89 59 1,134-79-51,0 1 0,0 1 0,0-1 0,1 1 0,-1-1 0,1 1 0,0 0 0,1 1 0,-6 10-1,8-14-12,0 0 0,0-1 0,1 1-1,-1 0 1,1 0 0,-1-1-1,1 1 1,0 0 0,0 0-1,0 0 1,0 0 0,0-1-1,0 1 1,0 0 0,1 0 0,-1 0-1,1-1 1,-1 1 0,1 0-1,-1-1 1,1 1 0,0 0-1,0-1 1,0 1 0,0-1-1,0 1 1,0-1 0,1 0 0,-1 1-1,0-1 1,1 0 0,-1 0-1,1 0 1,-1 0 0,1 0-1,0 0 1,1 0 0,21 10-27,0-2 0,35 9 0,-44-15 36,0 0 1,-1 1 0,0 1-1,0 1 1,0 0 0,0 1-1,-1 0 1,0 1 0,-1 0-1,0 1 1,12 11 0,-21-17 0,-1 0 0,1 0 1,-1 1-1,0-1 0,0 0 0,-1 1 1,1-1-1,-1 1 0,1-1 1,-1 1-1,0 0 0,-1 0 0,1 0 1,-1-1-1,1 1 0,-1 0 1,0 0-1,-1 0 0,1 0 1,-1 0-1,1-1 0,-1 1 0,0 0 1,-1 0-1,1-1 0,0 1 1,-4 4-1,-5 10 132,-1-1 0,-1 0 0,0-1 0,-17 17 1,7-7 125,-44 52 433,18-24-155,-79 120 0,127-174-535,-1 1 0,1-1 0,-1 0 0,1 1 0,0-1 0,-1 1 1,1 0-1,0-1 0,-1 1 0,1-1 0,0 1 0,0-1 0,-1 1 0,1 0 0,0-1 0,0 1 0,0-1 0,0 1 0,0 0 1,0-1-1,0 1 0,0 0 0,0-1 0,0 1 0,0-1 0,1 1 0,-1 0 0,0-1 0,0 1 0,1-1 0,-1 1 0,0-1 0,1 1 1,-1-1-1,0 1 0,1-1 0,-1 1 0,1-1 0,-1 1 0,1-1 0,-1 1 0,1-1 0,-1 0 0,1 0 0,-1 1 0,1-1 1,-1 0-1,1 0 0,0 1 0,-1-1 0,1 0 0,0 0 0,-1 0 0,2 0 0,46 0 583,-29-2-320,48 3 127,82-2-393,-144 0-178,0 0-1,0 0 1,0-1 0,0 1-1,0-1 1,0 0-1,0-1 1,-1 1 0,1-1-1,-1 0 1,0 0 0,7-6-1,41-47-7347,-44 46 5026,6-9-4759</inkml:trace>
</inkml:ink>
</file>

<file path=ppt/ink/ink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20:16.38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 55 6809,'0'0'10605,"0"0"-10542,-1 0-1,1-1 0,0 1 1,-1 0-1,1 0 0,-1 0 0,1 0 1,0 0-1,-1 0 0,1 0 1,0 0-1,-1 0 0,1 0 1,-1 0-1,1 0 0,0 0 0,-1 0 1,1 0-1,-1 0 0,1 0 1,0 0-1,-1 1 0,1-1 0,0 0 1,-1 0-1,1 0 0,0 1 1,-1-1-1,1 0 0,0 0 1,0 1-1,-1-1 0,1 0 0,0 1 1,0-1-1,0 0 0,-1 1 1,2 19 404,0-1 0,7 38 1,-6-50-452,0 1 0,0-1 1,0 0-1,1 1 0,0-1 1,0 0-1,1 0 0,0-1 1,0 1-1,7 7 0,-10-14-5,-1 1-1,1-1 1,-1 0 0,1 1-1,-1-1 1,1 0 0,-1 0-1,1 1 1,-1-1-1,1 0 1,-1 0 0,1 0-1,-1 1 1,1-1 0,0 0-1,-1 0 1,1 0-1,-1 0 1,1 0 0,-1 0-1,1 0 1,0-1 0,-1 1-1,1 0 1,-1 0-1,1 0 1,-1-1 0,1 1-1,-1 0 1,1 0-1,-1-1 1,1 1 0,-1 0-1,1-1 1,-1 1 0,0-1-1,1 1 1,-1 0-1,1-1 1,-1 1 0,0-1-1,1 0 1,14-26 249,-12 20-238,8-16 79,-1-1 0,-1 0 0,-1 0 0,-2-1 0,7-39 0,-12 47 433,0 16-980,-1 2 21,1 0 0,0 0-1,0 0 1,0-1-1,0 1 1,0 0 0,0-1-1,0 1 1,0-1-1,0 1 1,0-1 0,1 0-1,-1 1 1,0-1-1,0 0 1,0 0 0,1 0-1,0 0 1,21 1-5615</inkml:trace>
</inkml:ink>
</file>

<file path=ppt/ink/ink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20:16.79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65 1 5537,'0'0'13158,"3"11"-12450,-1-4-625,-2-5-47,1 1 0,-1-1 0,1 0-1,-1 1 1,1-1 0,0 0 0,0 1 0,0-1 0,0 0 0,0 0 0,0 0-1,1 0 1,-1 0 0,0 0 0,1 0 0,0-1 0,0 1 0,-1 0 0,1-1 0,0 1-1,0-1 1,0 0 0,1 0 0,-1 0 0,0 0 0,0 0 0,1 0 0,-1 0-1,0-1 1,1 1 0,-1-1 0,0 0 0,1 0 0,2 0 0,9 1 107,15-1-76,-28 0-62,0 0 1,-1 0 0,1 0 0,-1 0 0,1 0-1,0-1 1,-1 1 0,1 0 0,-1 0 0,1-1-1,0 1 1,-1 0 0,1-1 0,-1 1 0,1 0-1,-1-1 1,1 1 0,-1-1 0,1 1-1,-1-1 1,0 1 0,1-1 0,-1 1 0,0-1-1,1 1 1,-1-1 0,0 1 0,0-1 0,0 0-1,1 1 1,-1-1 0,0 1 0,0-2 0,0 0 33,0 1 0,0-1 0,-1 0 0,1 1 0,0-1 0,-1 1 0,1-1 0,-1 1 0,1-1 0,-1 1 0,0 0 0,0-1 0,0 1 0,0 0 0,0-1 0,0 1 0,0 0 0,0 0 0,0 0 0,0 0 0,-1 0 0,1 0 0,0 0 0,-1 0 0,1 1 0,-1-1-1,1 0 1,-1 1 0,1 0 0,-1-1 0,1 1 0,-3-1 1,-7 0 9,0 0 0,0 0 1,-21 2-1,10 0 80,20-1-122,-1 0 0,0 1 0,1-1 0,-1 1 0,1 0 0,-1-1-1,1 1 1,-1 0 0,1 1 0,-1-1 0,1 0 0,0 1 0,0-1 0,0 1-1,0 0 1,0-1 0,0 1 0,0 0 0,1 0 0,-1 1 0,1-1 0,-1 0 0,1 0-1,0 1 1,0-1 0,0 1 0,0-1 0,0 1 0,1-1 0,-2 5 0,-1 10 104,1-1 1,1 0-1,0 29 1,1-33-16,0-9-128,0 0 1,0 0-1,0 0 0,0 1 0,1-1 0,-1 0 0,1 0 0,0 0 0,0 0 0,0 0 0,1 0 0,-1 0 0,1 0 1,-1 0-1,1-1 0,0 1 0,0-1 0,0 1 0,0-1 0,1 0 0,-1 0 0,1 0 0,-1 0 0,1 0 0,0 0 0,-1-1 1,1 1-1,0-1 0,0 0 0,0 0 0,0 0 0,1 0 0,-1-1 0,0 1 0,6-1 0,0 1-613,0-1 0,0-1 0,0 1 0,0-2-1,0 1 1,0-1 0,0 0 0,-1-1 0,1 0-1,-1-1 1,14-7 0,23-17-4852</inkml:trace>
</inkml:ink>
</file>

<file path=ppt/ink/ink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20:17.07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0 238 6161,'0'0'14046,"1"14"-12859,0-5-980,-1 1-2,0 0 1,1 0-1,1 0 1,-1 0-1,2 0 1,-1-1-1,1 1 1,8 16-1,-16-78 746,1 27-919,1 1-1,2-1 1,1-36 0,1 18-57,-1 36-31,1 0 1,-1 1-1,1-1 1,1 1-1,-1-1 1,1 1-1,0 0 1,1-1-1,-1 1 1,1 0-1,0 1 1,1-1-1,4-5 1,-6 7-175,1 1 0,0-1 0,1 1 0,-1 0 0,0 0 0,1 1 0,0-1 0,0 1 0,-1-1 0,1 1 0,1 0 0,-1 1 0,0-1 1,0 1-1,1 0 0,-1 0 0,1 0 0,-1 0 0,6 1 0,18 0-2908,3 0-1913</inkml:trace>
</inkml:ink>
</file>

<file path=ppt/ink/ink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20:17.34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12107,'0'0'10786,"45"57"-10386,-33-44-168,8-3-152,-14-1-80,13-2 0,-12-4-96,6 0-536,-1-3-1729,8 0-1647,-1-3 1063,-6-10-5673</inkml:trace>
</inkml:ink>
</file>

<file path=ppt/ink/ink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20:17.63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447 0 4097,'0'0'15248,"-6"31"-13687,-1 2-1202,-5 21 422,-8 93 1,11-21 124,-33 284-57,42-410-849,-4 23 0,0 0-1,-2 0 0,-16 40 0,20-58 25,0 0-1,0-1 1,-1 1-1,1 0 0,-1-1 1,-1 1-1,1-1 1,0 0-1,-1 0 1,0-1-1,0 1 0,0-1 1,0 0-1,-1 0 1,0 0-1,1 0 1,-1-1-1,0 0 1,0 0-1,0 0 0,0 0 1,0-1-1,-7 1 1,6-1 10,-1-1 1,0 0-1,1 0 1,-1 0-1,0-1 1,1 0-1,-1 0 1,1 0-1,-1-1 1,1 0-1,0-1 1,-1 1-1,-8-6 1,6 1-46,0 0 1,1-1 0,0 1-1,0-2 1,1 1-1,0-1 1,-9-15 0,10 16-158,1-1 0,0 0 0,0 0 0,1 0 0,0-1 0,1 0 0,0 0 0,1 0 1,0 0-1,0 0 0,0-11 0,2 12-310,1 1 0,-1 0 0,2-1 1,-1 1-1,1 0 0,0 0 0,1 0 0,0 0 1,0 0-1,1 1 0,0-1 0,0 1 0,1 0 1,5-7-1,28-31-4945</inkml:trace>
</inkml:ink>
</file>

<file path=ppt/ink/ink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20:18.25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231 1 8410,'0'0'11412,"-20"33"-9797,-65 112-542,76-127-886,1 1-1,0 0 1,1 1-1,1-1 1,1 1-1,1 1 1,-4 38-1,1-2 232,-21 88 491,-7 46-306,34-153-512,1-37-87,3-3-196,51-37 175,-27 19-107,48-28 0,-66 43 48,1 0 1,0 1-1,0 0 1,1 1-1,-1 0 1,1 0-1,-1 1 1,1 1-1,14-1 1,-24 2 71,0 0 1,0 0-1,-1 0 0,1 0 1,0 1-1,0-1 1,0 0-1,0 0 1,-1 1-1,1-1 0,0 0 1,0 1-1,-1-1 1,1 1-1,0-1 1,-1 1-1,1-1 0,0 1 1,-1-1-1,1 1 1,-1 0-1,1-1 1,-1 1-1,1 0 1,-1 0-1,0-1 0,1 1 1,-1 0-1,0 1 1,2 33 89,-4-27-54,1 1 1,-1-1-1,0 0 0,-1 0 0,0 0 1,-5 8-1,3-8 1,0 0 0,0-1 1,-1 1-1,0-1 0,0-1 0,-1 1 1,0-1-1,0 0 0,-1-1 0,1 0 0,-1 0 1,0-1-1,-1 0 0,1 0 0,-1 0 1,1-1-1,-1-1 0,0 0 0,0 0 0,0 0 1,-14-1-1,21-1-108,18-17-3578,13-5-440,3-6-1154</inkml:trace>
</inkml:ink>
</file>

<file path=ppt/ink/ink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20:18.68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53 74 10202,'0'0'9914,"7"5"-9471,-3-2-363,1 0 0,0-1 0,-1 1 0,1-1 1,0 0-1,1-1 0,-1 1 0,0-1 0,0 0 0,1 0 0,-1 0 0,1-1 0,-1 0 0,1 0 0,-1 0 1,8-2-1,-12 1-69,0-1 0,0 1 0,0-1 0,0 1 0,0-1 0,-1 0 0,1 1 0,-1-1 0,1 0 0,-1 1 0,1-1 0,-1 0 0,0 1 0,0-1 0,0 0 0,0 0 0,0-2 0,-4-34 393,3 36-357,-1 0-1,0 0 0,0 0 1,0 1-1,0-1 0,0 0 1,0 1-1,0-1 0,0 1 0,-1 0 1,1 0-1,0-1 0,-1 2 1,1-1-1,-1 0 0,0 0 1,1 1-1,-5-1 0,-50-2 700,54 3-725,1 0-8,0 0-1,0 1 0,0-1 0,1 1 0,-1 0 0,0-1 0,0 1 0,0 0 0,1 0 0,-1 0 0,0 0 0,1 1 0,-1-1 0,1 0 0,-1 1 1,1-1-1,0 1 0,-1-1 0,1 1 0,0 0 0,0 0 0,0-1 0,1 1 0,-1 0 0,0 0 0,1 0 0,-1 0 0,0 2 0,-9 62 288,9-59-284,0 6 13,0-1 0,1 1 0,0 0 0,1 0 0,0-1 0,1 1 0,7 21 0,-8-31-175,0 0 0,1 0 0,-1 1 1,1-1-1,-1 0 0,1-1 0,0 1 1,0 0-1,1-1 0,-1 1 0,1-1 1,-1 1-1,1-1 0,-1 0 0,1 0 0,0-1 1,0 1-1,0 0 0,0-1 0,1 0 1,-1 0-1,0 0 0,0 0 0,1 0 1,-1-1-1,1 1 0,-1-1 0,0 0 1,1 0-1,-1 0 0,1-1 0,-1 1 1,0-1-1,1 1 0,3-3 0,3 0-736,0 0-1,0-1 0,-1-1 0,1 0 1,-1 0-1,0 0 0,-1-1 1,16-13-1,26-25-6656</inkml:trace>
</inkml:ink>
</file>

<file path=ppt/ink/ink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20:18.91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269 1 11979,'0'0'5778,"-15"32"-3699,-5 9-1391,-11 23 609,-24 72-1,-81 326 1608,125-423-2977,10-16-993,1-23 938,1 0-1,-1 1 1,0-1 0,0 0-1,1 0 1,-1 1-1,0-1 1,0 0-1,1 0 1,-1 1-1,0-1 1,1 0-1,-1 0 1,0 0 0,1 0-1,-1 1 1,1-1-1,-1 0 1,0 0-1,1 0 1,-1 0-1,0 0 1,1 0 0,-1 0-1,1 0 1,-1 0-1,0 0 1,1 0-1,-1 0 1,1-1-1,33-18-5728,3-8 280</inkml:trace>
</inkml:ink>
</file>

<file path=ppt/ink/ink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20:19.25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190 4 11779,'0'0'12097,"-27"31"-10885,-83 98-592,103-120-571,0-1-1,1 1 1,0-1-1,1 2 1,0-1-1,-6 16 1,9-19-44,1-1 0,0 0 0,1 1 0,-1 0 0,1-1 0,0 1 0,1 8 0,1 14-73,-2-27 59,1 1 0,0-1 0,0 0-1,0 0 1,0 0 0,0 0 0,0 0-1,0 0 1,0 0 0,0 0 0,0-1-1,0 1 1,0 0 0,1-1 0,-1 1-1,0-1 1,1 1 0,-1-1 0,0 0-1,1 1 1,-1-1 0,0 0 0,1 0-1,-1 0 1,1 0 0,-1 0 0,0 0-1,1 0 1,-1-1 0,2 0 0,3 1 10,-1 0 0,1-1 1,0 0-1,-1 0 0,1 0 1,-1-1-1,8-2 0,-7-1 3,0-1 0,0 1 0,-1-1 1,1 0-1,-1 0 0,0-1 0,-1 1 0,0-1 0,0 0 0,0 0 0,-1-1 0,0 1 1,0-1-1,-1 1 0,0-1 0,0 0 0,-1 0 0,0 0 0,0-12 0,-1 11-11,1-1-1,-1 1 0,-1 0 1,0 0-1,0 0 0,-1 1 1,0-1-1,-1 0 0,1 1 1,-2-1-1,1 1 0,-1 0 1,-1 0-1,1 0 0,-1 0 1,-1 1-1,-6-8 0,10 13-22,1 1 0,0-1-1,-1 1 1,0 0 0,1-1-1,-1 1 1,0 0 0,1 0-1,-1 0 1,0 0 0,0 0-1,0 1 1,0-1 0,0 1-1,0-1 1,0 1 0,0 0-1,0-1 1,0 1 0,0 0-1,0 0 1,-1 1 0,1-1-1,0 0 1,-2 1 0,2 0-133,0 1-1,1-1 1,-1 0 0,0 1 0,1-1 0,-1 1-1,1 0 1,-1-1 0,1 1 0,0 0 0,0 0 0,0 0-1,0 0 1,0 0 0,0 0 0,0 0 0,1 0 0,-1 0-1,1 0 1,-1 0 0,1 5 0,-1 0-1006,0 0 1,1 0-1,0 0 1,0 0 0,3 13-1,8-2-4232</inkml:trace>
</inkml:ink>
</file>

<file path=ppt/ink/ink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20:19.36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1 1 6265</inkml:trace>
</inkml:ink>
</file>

<file path=ppt/ink/ink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20:19.79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36 6265,'160'40'4757,"-128"-32"1197,-33-8-5729,1 1-1,-1-1 1,0 1 0,0 0 0,0-1 0,1 1 0,-1 0 0,0 0 0,1 0 0,-1 0 0,0-1 0,1 1 0,-1 0 0,1 0 0,0 0 0,-1 0 0,1 0-1,0 0 1,-1 0 0,1 0 0,0 0 0,0 0 0,0 1 0,0-1 0,0 0 0,0 1 0,-1 37-81,1-33 375,-6 151 370,6-156-899,1-1 0,-1 1 0,1-1 0,-1 1 0,0 0 0,1-1 0,-1 1 0,1-1 0,0 1-1,-1-1 1,1 1 0,-1-1 0,1 0 0,0 1 0,-1-1 0,1 0 0,0 1 0,-1-1 0,1 0 0,0 0 0,0 0 0,-1 1-1,1-1 1,0 0 0,0 0 0,-1 0 0,1 0 0,0 0 0,-1-1 0,1 1 0,0 0 0,0 0 0,-1 0 0,1-1-1,0 1 1,-1 0 0,1-1 0,0 0 0,31-12-7,-28 10 25,0 0-4,0-1 1,0 1 0,0-1 0,0 1-1,0-1 1,-1-1 0,0 1 0,0 0-1,0-1 1,0 0 0,-1 1 0,0-1-1,3-8 1,-5 12 143,4 2-126,1 1 0,-1-1-1,0 0 1,0 1-1,0 0 1,0 0 0,-1 0-1,1 1 1,0-1 0,-1 1-1,6 6 1,21 12 62,-22-19-108,0 1 0,0-1 0,0-1 0,0 0-1,0 0 1,1 0 0,-1-1 0,0 0 0,0-1-1,0 1 1,1-2 0,-1 1 0,0-1 0,0-1-1,-1 1 1,1-1 0,-1 0 0,1-1 0,-1 0 0,0 0-1,7-6 1,-6 3 41,-1 0 0,0 0 0,-1-1 0,0 0 0,0 0 0,-1 0 0,0-1-1,0 0 1,-1 0 0,5-13 0,-8 18 67,1 0 0,-1-1-1,-1 1 1,1 0 0,-1-1 0,1 1-1,-1-1 1,0 1 0,-1-1 0,1 1-1,-1 0 1,0-1 0,0 1-1,0 0 1,-1 0 0,0 0 0,1-1-1,-1 2 1,-1-1 0,1 0 0,0 0-1,-1 1 1,0-1 0,0 1 0,-3-3-1,-4-2 66,0 0 0,0 1 0,-1 0 0,-18-8 0,28 14-415,12 14-5078,18-1 318,8-1-1797</inkml:trace>
</inkml:ink>
</file>

<file path=ppt/ink/ink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20:24.13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 82 6009,'0'0'8543,"10"0"-8074,50 0 284,-58 0-652,0 0-1,0-1 0,0 1 1,0 0-1,0-1 1,0 1-1,-1-1 1,1 0-1,0 1 1,0-1-1,0 0 1,-1 0-1,1 0 1,0-1-1,-1 1 1,1 0-1,-1 0 1,0-1-1,1 1 1,-1-1-1,0 1 1,0-1-1,2-3 1,-1 1 92,0 0 0,-1 0 0,1-1 0,-1 1 1,0 0-1,0-1 0,0 1 0,-1-10 0,0 14-124,-1-1-1,1 1 0,-1-1 1,0 0-1,1 1 1,-1-1-1,0 1 0,0-1 1,1 1-1,-1 0 0,0-1 1,0 1-1,0 0 1,0-1-1,1 1 0,-1 0 1,0 0-1,0 0 0,0 0 1,0 0-1,0 0 1,1 0-1,-3 0 0,-29 0 309,27 1-248,1-1-113,1 0 0,0 1 0,0-1-1,0 1 1,0 0 0,0 0 0,0 0-1,0 1 1,1-1 0,-1 1 0,0-1-1,1 1 1,-1 0 0,1 0 0,-1 0 0,1 1-1,0-1 1,0 0 0,0 1 0,0-1-1,0 1 1,1 0 0,-1-1 0,1 1-1,0 0 1,0 0 0,0 0 0,0 0-1,0 0 1,0 5 0,-2 10 136,0 0-1,1 1 1,1 32 0,1-50-134,-1 3-57,1-1 1,0 0-1,0 1 1,1-1-1,-1 1 1,1-1-1,-1 0 0,1 1 1,0-1-1,0 0 1,1 0-1,-1 0 1,1 0-1,-1 0 0,1 0 1,0 0-1,0 0 1,1-1-1,-1 1 1,0-1-1,1 1 0,-1-1 1,1 0-1,0 0 1,0 0-1,0-1 1,0 1-1,0-1 0,0 1 1,0-1-1,1 0 1,-1 0-1,0-1 1,1 1-1,2 0 0,5-1-1021,-1 1-1,0-2 0,0 1 0,0-2 0,0 1 1,0-1-1,0-1 0,0 0 0,0 0 0,15-8 1,20-12-6187</inkml:trace>
</inkml:ink>
</file>

<file path=ppt/ink/ink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20:24.63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328 0 6433,'0'0'12223,"-10"8"-11523,10-8-693,-27 22 451,0-2-1,-2 0 1,0-2 0,-1-2-1,-41 18 1,69-34-448,1 0 0,0 0 0,0 0 0,0 1 0,0-1 0,0 0 0,0 1 0,0-1 0,0 1 0,0-1 0,1 1 0,-1 0 0,0-1 0,0 1 0,0 0 0,1-1 0,-1 1 0,0 0 0,1 0 0,-1 0 0,0 0 0,1 0 0,-1 0 0,1 0 0,0 0 0,-1 0 0,1 0 0,0 0 1,-1 0-1,1 0 0,0 0 0,0 0 0,0 0 0,0 0 0,0 0 0,0 0 0,0 0 0,1 0 0,-1 0 0,0 0 0,0 0 0,1 0 0,-1 0 0,1 0 0,-1 0 0,1 0 0,-1 0 0,1 0 0,0 0 0,-1-1 0,2 2 0,5 8-46,1 0 0,1-1 0,16 14 0,-8-7 117,-9-6-56,0 1-1,0 0 0,-1 0 0,-1 1 0,0 0 0,0 0 0,-1 0 1,-1 1-1,0 0 0,-1 0 0,0 0 0,-1 0 0,1 18 0,-2-10 48,-1-1-1,0 1 1,-2-1-1,-1 0 1,0 1-1,-1-1 1,-1 0-1,-9 21 1,-16 24 477,-55 89 1,18-35-114,64-114-423,1-1-1,0 1 1,0-1-1,0 1 1,1 0 0,0 0-1,-1 0 1,1 6-1,28-10-64,-12-2 100,1-1 0,-1-1 0,0 0 0,0-1 0,0 0 0,0-1 0,-1-1 0,1 0 0,-2-1 0,19-12 0,-1-2-614,-1-1 0,-1-1 0,33-34 0,-53 48-480,-1 0 1,0 0-1,-1-1 1,9-14-1,0-7-4151,-3 4-1914</inkml:trace>
</inkml:ink>
</file>

<file path=ppt/ink/ink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20:25.09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 2 3369,'0'0'17307,"0"0"-17217,-1-1 0,1 1-1,-1 0 1,1 0 0,-1 0-1,1 0 1,-1 0 0,1 0-1,-1 0 1,1 0 0,-1 0-1,1 0 1,-1 0 0,1 0 0,-1 1-1,1-1 1,-1 0 0,1 0-1,-1 0 1,1 1 0,0-1-1,-1 0 1,1 1 0,-1 0-1,-1 47 1105,1-25-963,0 0 0,6 46 0,-5-68-238,0 0 1,0 0-1,0 0 0,0 0 0,0 0 0,0 0 1,1 0-1,-1 0 0,0 0 0,1 0 0,-1 0 0,1 0 1,-1 0-1,1 0 0,-1 0 0,1 0 0,0-1 1,0 1-1,-1 0 0,1 0 0,0-1 0,0 1 0,0-1 1,-1 1-1,1-1 0,0 1 0,0-1 0,2 1 0,-2-1 0,1 0 0,0 0-1,0-1 1,-1 1-1,1-1 1,0 1-1,0-1 1,-1 0-1,1 1 1,-1-1-1,1 0 1,-1 0-1,1 0 1,-1-1-1,2 0 1,9-9-57,-1 0-1,18-25 1,-24 29 6,4-4 41,0 1 0,0 0-1,1 1 1,0 0-1,20-13 1,-29 22 22,-1-1 1,1 1-1,-1-1 0,1 1 1,-1-1-1,1 1 0,0 0 0,-1-1 1,1 1-1,0 0 0,-1-1 1,1 1-1,0 0 0,-1 0 0,1 0 1,0 0-1,-1 0 0,1 0 1,0 0-1,0 0 0,-1 0 1,1 0-1,0 0 0,-1 0 0,1 0 1,0 0-1,-1 1 0,1-1 1,0 0-1,-1 1 0,1-1 0,0 0 1,-1 1-1,1-1 0,-1 1 1,1-1-1,0 1 0,5 21 115,-5-16-85,2-3-85,-1-1-1,0 1 1,1-1-1,0 1 1,-1-1 0,1 0-1,0 0 1,0 0-1,0-1 1,0 1-1,1-1 1,-1 1-1,0-1 1,1 0-1,-1 0 1,1-1 0,-1 1-1,1-1 1,-1 1-1,4-1 1,74-4-4969,-77 3 4544,49-11-5200,-2-6-3577</inkml:trace>
</inkml:ink>
</file>

<file path=ppt/ink/ink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20:25.53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202 110 696,'0'0'21811,"-23"8"-21216,-70 26-93,88-31-431,-1 0 0,1 0 0,-1 1 0,1 0 0,0 0 0,0 0 0,1 1 0,-1 0 0,1 0 1,0 0-1,0 0 0,1 0 0,-1 1 0,1 0 0,1 0 0,-1 0 0,1 0 0,0 0 0,-2 9 0,3-8-86,-1 0 0,1 0 0,1 0-1,-1 0 1,1 0 0,0 0 0,1 1-1,2 11 1,0-18-8,1 0 1,-1 0 0,1 0-1,-1-1 1,1 1-1,-1-1 1,1 1-1,0-1 1,-1 0-1,1-1 1,-1 1-1,1-1 1,-1 1-1,6-3 1,-5 0 3,0 0 0,0 0 0,-1-1 0,1 1 0,-1-1 0,0 0 1,0 0-1,0 0 0,0 0 0,-1 0 0,4-9 0,19-26 6,-23 105 179,-2-64-185,0 0-1,0-1 1,1 1 0,-1 0-1,0 0 1,1-1 0,-1 1-1,1 0 1,-1-1 0,1 1-1,0 0 1,0-1-1,-1 1 1,1-1 0,0 1-1,1-1 1,-1 0 0,0 1-1,0-1 1,1 0-1,-1 0 1,0 0 0,1 0-1,1 1 1,1 0-97,0 0 0,0-1 0,1 0 1,-1 0-1,0 0 0,1 0 0,-1-1 0,0 1 0,9-2 1,-3 1-171,-1-1 0,1 0 0,-1-1 0,1 0 0,-1-1 0,0 0 0,1 0 1,15-9-1,-9 0-622,0-1 0,-1-1 0,-1 0 0,0-1 0,23-32 0,48-92-5963,-45 65 1569</inkml:trace>
</inkml:ink>
</file>

<file path=ppt/ink/ink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20:25.69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187 0 3713,'0'0'18436,"-14"13"-17535,3-4-718,1 0 0,0 1 0,1 1 0,-1 0 0,2 0 0,0 0 0,0 1 0,1 0 0,-7 18 0,-2 11 14,2 0 0,1 0 0,3 1 0,1 1 0,2-1 0,-1 55 0,8-95-274,0 0-1,0 1 1,0-1-1,0-1 1,1 1 0,-1 0-1,1 0 1,-1 0 0,1 0-1,0 0 1,-1 0 0,1 0-1,0-1 1,0 1-1,1 0 1,-1-1 0,0 1-1,0-1 1,1 1 0,-1-1-1,1 0 1,0 1 0,-1-1-1,1 0 1,0 0-1,-1 0 1,1 0 0,0-1-1,0 1 1,0 0 0,0-1-1,0 1 1,0-1-1,2 1 1,9 0-919,0-1 0,-1 0 0,1-1 0,19-3 0,-16 2-493,54-11-5943</inkml:trace>
</inkml:ink>
</file>

<file path=ppt/ink/ink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20:26.34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284 171 9778,'0'0'13320,"-28"9"-12837,-92 34-135,111-40-295,1 0-1,0 0 1,0 1 0,0 1-1,1 0 1,-1 0 0,1 0-1,0 1 1,1-1 0,-1 2-1,1-1 1,0 1-1,1 0 1,0 0 0,0 1-1,0-1 1,1 1 0,-3 9-1,5-16-43,1 1-1,0 0 1,0 0 0,0 0-1,1 0 1,-1-1-1,0 1 1,1 0-1,-1 0 1,1 1 0,0-1-1,0 0 1,-1 0-1,2 0 1,-1 0-1,0 0 1,0 0 0,0 0-1,1 0 1,-1 0-1,1 0 1,1 2-1,-1-2-15,0-1 0,1 0 0,-1 0-1,1 1 1,-1-1 0,1 0 0,-1 0 0,1-1-1,0 1 1,-1 0 0,1 0 0,0-1-1,0 1 1,0-1 0,-1 0 0,1 1-1,0-1 1,0 0 0,3 0 0,1 0-5,1-1 1,-1 0-1,1 0 1,-1 0-1,0 0 1,1-1-1,-1 0 1,0-1-1,0 1 1,0-1-1,0 0 0,10-8 1,-2-3-80,1-1 0,-1-1 0,-2 0 0,1-1 0,-2 0 0,0-1 0,-1 0 0,10-27 0,-19 43 90,0-1 0,0 0 0,1 1 0,-1-1 0,0 1 0,1-1 0,-1 1 0,1-1 0,0 1-1,0 0 1,0 0 0,0 0 0,0 0 0,1 1 0,-1-1 0,0 0 0,1 1 0,-1 0 0,1-1 0,0 1 0,-1 0 0,1 0 0,0 1 0,0-1 0,3 0-1,-2 1 11,-1 0 0,0 1 0,0 0 0,1-1-1,-1 1 1,0 0 0,0 0 0,0 1-1,0-1 1,0 1 0,0-1 0,0 1 0,-1 0-1,1 0 1,0 0 0,-1 0 0,0 1-1,1-1 1,-1 1 0,0-1 0,2 5 0,54 79 329,-58-149 2817,1 24-3014,-1 34-122,0-1 0,1 1 1,0 0-1,0 0 0,0 0 0,0 0 1,1 0-1,0 0 0,0 0 1,0 1-1,0-1 0,1 1 1,0-1-1,0 1 0,0 0 1,1 0-1,-1 0 0,1 1 0,0-1 1,0 1-1,0 0 0,5-3 1,8-3-768,1 0 1,-1 1 0,2 1 0,26-7 0,-16 4-2647,-2 1-2738</inkml:trace>
</inkml:ink>
</file>

<file path=ppt/ink/ink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20:29.41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250 1 10562,'0'0'13835,"-25"218"-12186,5-144-817,1-1-432,0 1-304,0-7-88,-1-12-8,-5-7-232,5-16-720,-12-16-1497,0-9-3032,13-7-3433</inkml:trace>
</inkml:ink>
</file>

<file path=ppt/ink/ink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20:29.93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0 456 11747,'0'0'3614,"31"-10"-1455,415-116 3646,-374 108-5302,231-61 476,-213 51-936,111-51 0,-188 74-49,61-34-55,-71 38 55,-1-1-1,1 1 1,0-1 0,-1 0 0,1 0 0,-1-1 0,1 1 0,-1 0-1,0-1 1,0 0 0,0 1 0,0-1 0,-1 0 0,1 0-1,-1 0 1,0 0 0,1 0 0,-1 0 0,0-6 0,-1 9 5,0-1 0,-1 0 0,1 0 0,-1 0 0,1 0 0,-1 0 0,0 0 0,1 0 0,-1 1 0,0-1 0,0 0 0,0 1 0,1-1 1,-1 0-1,0 1 0,0-1 0,0 1 0,0-1 0,0 1 0,0 0 0,0-1 0,0 1 0,0 0 0,0 0 0,0 0 0,0 0 0,0 0 1,0 0-1,-2 0 0,-41-2 11,35 2-6,-4 0 11,-17 0 13,0 1-1,-31 5 0,50-4-18,0 1-1,1 0 0,-1 0 0,1 1 0,0 0 0,0 1 1,1 0-1,-1 1 0,-11 8 0,3 1 36,1 2 1,1 0-1,0 0 0,1 2 0,1 0 1,1 0-1,-18 35 0,15-21 67,1 1-1,2 0 1,1 1-1,-9 41 1,17-47-102,1-1 0,1 1 1,2 29-1,1-26-100,0-31 82,0 0-1,1-1 0,-1 1 1,1 0-1,-1-1 0,1 1 0,-1-1 1,1 0-1,-1 0 0,1 1 0,0-1 1,-1 0-1,1 0 0,-1 0 0,1-1 1,-1 1-1,1 0 0,-1-1 1,3 0-1,6-3 24,-1 0 1,1-1 0,-1 0 0,0 0-1,0-1 1,-1-1 0,1 1-1,-1-1 1,10-12 0,9-6-12,-6 11 89,-14 27 65,0 9-215,-6-18-84,1-1 0,-1 1 0,1-1 0,0 0 0,-1 0 0,1 0 0,1 0 0,-1 0 0,0 0 0,1 0 0,0-1 0,-1 1-1,1-1 1,0 0 0,0 0 0,5 3 0,-1-3-1064,0 0 0,1-1 0,-1 0-1,0 0 1,1-1 0,13 0 0,11 0-5938</inkml:trace>
</inkml:ink>
</file>

<file path=ppt/ink/ink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20:30.42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188 1 9882,'0'0'14307,"-5"-1"-13256,-1 2-864,0 0-1,0 0 1,0 0-1,0 1 1,0 0 0,0 0-1,0 1 1,1-1-1,-1 1 1,1 0-1,-1 1 1,1-1 0,0 1-1,-6 7 1,-4 2-119,0 1-1,1 0 1,-18 25 0,29-35-70,1 1 0,0-1 0,0 1 1,1 0-1,-1-1 0,1 1 0,0 0 0,0 0 0,1 0 0,0 0 0,-1 0 1,2 0-1,-1 5 0,1 4-71,-1-13 66,0-1 0,0 1 0,0-1 0,0 1-1,0 0 1,1-1 0,-1 1 0,0-1 0,0 1-1,1-1 1,-1 1 0,0-1 0,1 1 0,-1-1-1,0 1 1,1-1 0,-1 1 0,1-1 0,-1 0-1,1 1 1,-1-1 0,1 0 0,-1 1 0,1-1-1,-1 0 1,1 0 0,0 1 0,-1-1 0,2 0 0,25 2-75,-21-3 72,-1 1 1,1-1-1,-1-1 1,1 1-1,-1-1 1,0 1-1,10-6 1,-7 1-29,-1 1 26,0 0 0,0-1 0,0 0 0,-1 0-1,6-7 1,-11 13 44,-1-1-1,1 1 1,0 0-1,-1 0 1,1-1 0,0 1-1,-1 0 1,1 0-1,0 0 1,-1 0-1,1 0 1,0 0-1,0 0 1,-1 0-1,1 0 1,0 0 0,-1 1-1,1-1 1,0 0-1,-1 0 1,1 1-1,-1-1 1,1 0-1,0 1 1,-1-1-1,1 0 1,-1 1 0,1-1-1,-1 1 1,1-1-1,-1 1 1,1-1-1,-1 1 1,1 0-1,24 25-224,-19-20 224,6 7-349,7 5-3020,-18-17 2547,1 0 0,0 0 0,-1 0 0,1-1 0,0 1 0,0 0 0,0-1 0,-1 1 0,1-1 0,0 0 0,0 0 0,2 0 0,4 0-6369</inkml:trace>
</inkml:ink>
</file>

<file path=ppt/ink/ink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20:30.76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11106,'0'0'13663,"7"11"-12868,2 0-596,-4-5-104,-1 0-1,0 0 1,0 0 0,-1 0-1,1 1 1,2 7 0,-5-13-87,1 0 1,-1 0-1,1 0 1,-1 0-1,1 0 1,0 0 0,-1-1-1,1 1 1,0-1-1,0 1 1,0-1-1,-1 0 1,1 1-1,0-1 1,0 0 0,0 0-1,0-1 1,2 1-1,35-5 24,-27 1-19,0-1 0,-1 0-1,1-1 1,19-14-1,-18 12-27,-1 0 0,28-11 0,-40 18 29,0 1 1,1 0 0,-1 0 0,1 0 0,-1 0-1,0 0 1,1 0 0,-1 0 0,1 0-1,-1 0 1,0 0 0,1 0 0,-1 1 0,1-1-1,-1 0 1,0 0 0,1 0 0,-1 0-1,0 1 1,1-1 0,-1 0 0,0 0 0,1 1-1,-1-1 1,0 0 0,0 0 0,1 1 0,-1-1-1,0 0 1,0 1 0,0-1 0,1 0-1,-1 1 1,0-1 0,0 1 0,6 23 379,-4 31-289,-2-49-209,0-4-89,0 0 1,-1 1 0,1-1-1,-1 0 1,1 0 0,-1 0-1,0 0 1,0 0 0,0 0 0,0 0-1,0 0 1,0 0 0,0-1-1,-1 1 1,1 0 0,0-1 0,-3 2-1,-30 21-7753,-4-7-5442</inkml:trace>
</inkml:ink>
</file>

<file path=ppt/ink/ink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20:31.44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212 1 5393,'0'0'11163,"-77"173"-9643,51-86-24,7 3 57,6-4-777,7-9-464,0-6-160,-1-13-104,1-7-48,-1-13-64,1-9-416,-1-6-1545,-5-14-839,-1-5-2345,6-4-3385</inkml:trace>
</inkml:ink>
</file>

<file path=ppt/ink/ink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20:31.98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0 619 3089,'0'0'8511,"40"-17"-4324,0-2-3413,243-99 3301,-86 52-2624,70-26-945,-218 72-499,0-3 0,-2-1 0,55-38 0,-90 53-26,-1 1 0,0-1 0,0-1-1,15-17 1,-23 23-24,1-1-1,-1 0 1,0 1-1,-1-1 1,1 0-1,-1 0 1,0-1 0,0 1-1,-1 0 1,1-1-1,-1 1 1,-1-1-1,2-9 1,-3 13 20,1 1 0,0-1 1,0 1-1,-1-1 0,1 1 1,-1 0-1,1-1 1,-1 1-1,1 0 0,-1-1 1,0 1-1,0 0 0,0 0 1,0-1-1,0 1 0,0 0 1,0 0-1,0 0 0,0 0 1,0 0-1,0 1 1,-1-1-1,1 0 0,0 1 1,-1-1-1,1 0 0,-1 1 1,1 0-1,0-1 0,-1 1 1,1 0-1,-1 0 0,1 0 1,-3 0-1,-4-1 17,0 1 0,0 0 0,0 1 0,0 0-1,-14 3 1,10 0 26,0 1 0,1 0 0,-1 1-1,1 0 1,0 1 0,1 0 0,-1 1 0,1 0-1,1 0 1,0 1 0,-14 17 0,-3 6 171,2 2 1,-28 48-1,14-11 264,2 1-1,3 1 0,4 2 0,-31 124 0,57-187-490,1 0-1,1 0 0,0-1 0,0 16 0,3-28 30,0 1-1,0 0 1,-1-1-1,1 1 1,0-1-1,-1 0 0,1 1 1,0-1-1,-1 0 1,1 0-1,-1 0 0,1 0 1,-1 0-1,1 0 1,1-3-1,14-13 8,79-86-384,-85 92 332,-6 11 85,-6 23 113,-1 4-142,2-13 45,3 22-416,-2-35 267,-1 0 0,1 0 0,0 0 0,-1 0-1,1-1 1,0 1 0,0 0 0,0 0 0,0 0 0,0-1 0,0 1 0,0 0 0,0-1 0,0 1 0,0-1 0,0 1 0,0-1 0,0 0 0,0 1 0,1-1 0,-1 0 0,0 0 0,0 0 0,0 0 0,1 0-1,1 0 1,24 0-3358,4 0-2226</inkml:trace>
</inkml:ink>
</file>

<file path=ppt/ink/ink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20:32.30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62 3849,'0'0'11989,"30"0"-11652,137 0 40,-167 0-302,1 0 1,0 0 0,0-1 0,0 1 0,-1 0 0,1 0 0,0-1 0,-1 1-1,1-1 1,0 1 0,0 0 0,-1-1 0,1 0 0,-1 1 0,1-1 0,-1 1-1,1-1 1,-1 0 0,1 1 0,-1-1 0,1 0 0,-1 1 0,0-1 0,1 0 0,-1 0-1,0 1 1,0-1 0,1 0 0,-1 0 0,0 0 0,0 1 0,0-1 0,0 0-1,0 0 1,0 0 0,0 1 0,0-1 0,-1 0 0,1 0 0,0 1 0,0-1-1,-1 0 1,1 0 0,0 1 0,-1-1 0,1 0 0,-1 1 0,1-1 0,-1 0-1,1 1 1,-1-1 0,0 1 0,1-1 0,-1 1 0,0-1 0,1 1 0,-2-1-1,-10-4 228,0 0 0,-1 1 0,1 0-1,-1 1 1,0 1 0,0 0 0,1 1-1,-1 0 1,-26 2 0,29-1-70,9 0-217,0 0-1,0 0 1,0 0-1,0 1 1,0-1 0,0 0-1,0 1 1,0-1-1,0 0 1,0 1-1,0-1 1,1 1-1,-1-1 1,0 1 0,0 0-1,0-1 1,0 1-1,1 0 1,-1 0-1,0-1 1,1 1-1,-1 0 1,1 0 0,-1 0-1,0 1 1,-5 32 182,6-28-196,0 0-1,1-1 1,-1 1 0,1-1 0,1 1 0,-1-1 0,1 1-1,0-1 1,0 0 0,4 7 0,-1-7-88,0 1 0,0-1 0,1 0 0,0 0 0,0-1 0,0 0 0,1 0 0,-1 0 0,14 4 0,69 19-3000,-85-26 2832,71 14-4923</inkml:trace>
</inkml:ink>
</file>

<file path=ppt/ink/ink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20:32.79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78 43 8370,'0'0'12578,"0"22"-11291,0 158 771,-1-164-1878,-1-1 0,-1 0 1,-1 0-1,0-1 0,0 1 0,-2-1 0,0 0 0,0 0 1,-1 0-1,-1-1 0,-17 22 0,24-33-152,1-5 7,0 1-40,-1-26-22,1 0 0,2 0 0,0 0-1,2 1 1,1-1 0,9-26 0,-5 28-25,1 0 0,1 0 1,1 1-1,1 1 0,28-38 0,-39 60-117,0-1 1,1 1-1,-1 0 0,0 0 0,1 0 1,0 1-1,-1-1 0,1 1 0,0-1 0,0 1 1,0 0-1,0 0 0,0 0 0,0 0 0,5 0 1,48 1-4763,-33 0 1955,10 0-2499</inkml:trace>
</inkml:ink>
</file>

<file path=ppt/ink/ink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20:33.18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203 4 8482,'0'0'12090,"-28"21"-10720,-87 68-360,110-85-910,0 1 1,-1-1-1,1 1 1,1 0-1,-1 0 1,1 0-1,0 1 1,0-1-1,0 1 1,1 0-1,-5 11 1,7-12-61,0 0 0,1-1 0,-1 1 0,1 0 0,0 0 0,0 0-1,1 0 1,-1 0 0,1 0 0,2 6 0,-3-10-41,1 0-1,-1 1 1,1-1-1,0 0 1,0 0-1,-1 0 1,1 0-1,0 0 1,0 0-1,0 0 1,0 0 0,0 0-1,0-1 1,0 1-1,1 0 1,-1-1-1,0 1 1,0-1-1,1 1 1,-1-1-1,0 1 1,0-1-1,1 0 1,-1 0-1,3 1 1,42-1-60,-31 0 52,-9 0-28,1-1-1,-1 0 0,1 0 1,-1 0-1,0-1 0,1 0 1,-1 0-1,0-1 0,0 0 1,-1 0-1,1 0 0,0-1 1,-1 1-1,0-1 0,0-1 1,0 1-1,0-1 0,-1 1 1,0-1-1,0-1 0,0 1 1,0-1-1,-1 1 0,0-1 1,0 0-1,-1 0 0,0 0 1,0 0-1,0-1 0,-1 1 1,1-1-1,-1-10 0,-1 2 49,1 8-2,-1-1-1,0 1 1,-1 0-1,1-1 1,-2 1-1,1-1 1,-3-8-1,2 13-2,1 1-1,-1-1 1,0 1 0,1 0-1,-1-1 1,0 1-1,-1 0 1,1 0 0,0 0-1,0 1 1,-1-1 0,1 0-1,-1 1 1,0 0-1,1-1 1,-1 1 0,0 0-1,0 1 1,0-1-1,1 0 1,-1 1 0,-4-1-1,-2 0 25,0 1 0,0-1-1,0 1 1,0 1-1,0 0 1,-10 2 0,17-2-147,0-1 1,-1 1 0,1 0 0,0-1 0,0 1 0,1 0 0,-1 0 0,0 0-1,0 1 1,0-1 0,1 0 0,-1 1 0,1-1 0,-3 3 0,4-3-148,-1 0 1,1 1-1,-1-1 1,1 0 0,-1 1-1,1-1 1,0 0 0,0 1-1,0-1 1,0 1 0,0-1-1,0 0 1,0 1-1,0-1 1,0 0 0,1 1-1,-1-1 1,0 1 0,1-1-1,-1 0 1,1 0-1,0 1 1,-1-1 0,2 2-1,9 7-4773</inkml:trace>
</inkml:ink>
</file>

<file path=ppt/ink/ink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20:33.58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188 1 12099,'0'0'11335,"-21"20"-10979,-68 65-81,37-31 147,30-15-196,22-38-233,-1 0-1,1 0 1,-1 1-1,1-1 1,-1 0-1,1 0 1,0 1-1,-1-1 1,1 1-1,0-1 1,0 0-1,0 1 1,0-1-1,0 0 1,1 1 0,-1-1-1,0 0 1,1 1-1,-1-1 1,0 0-1,1 0 1,0 1-1,-1-1 1,1 0-1,0 0 1,0 0-1,-1 0 1,1 0-1,0 0 1,0 0-1,0 0 1,0 0-1,0 0 1,1 0-1,-1-1 1,0 1-1,0 0 1,0-1-1,1 1 1,-1-1-1,0 0 1,1 1-1,-1-1 1,0 0-1,1 0 1,-1 1-1,0-1 1,1 0-1,1-1 1,4 2-5,0-1-1,0-1 1,0 1-1,0-1 1,0 0-1,-1 0 1,1-1-1,0 0 1,6-3 0,-7 2 20,0 0 0,-1 0 0,0-1 0,0 0 0,0 0 0,0 0 0,0 0 0,-1-1 0,0 0 0,0 0 0,0 0 0,-1 0 0,1-1 0,-1 1 0,-1-1 0,1 0 0,-1 0 0,0 0 0,0 0 0,-1 0 0,1 0 0,-1 0 0,0-11 0,-2 16 2,1-1 1,-1 0 0,1 1-1,-1-1 1,0 1-1,1-1 1,-1 1 0,0-1-1,0 1 1,0-1 0,0 1-1,-1 0 1,1-1 0,0 1-1,0 0 1,-1 0 0,1 0-1,-1 0 1,1 0 0,-1 1-1,1-1 1,-1 0 0,0 1-1,1-1 1,-1 1 0,0-1-1,1 1 1,-1 0 0,0 0-1,0-1 1,-3 2 0,-64-2-83,61 2 9,4 0-41,-1-1 1,1 1-1,0 1 0,0-1 0,0 1 1,0-1-1,0 1 0,0 1 0,-3 1 0,-9 14-2800,16-17 2531,-1-1 0,1 1 0,0 0 0,0 0 0,-1 0 0,1 0 0,0 0 0,0 0 0,0-1 0,0 1 0,0 0 1,0 0-1,0 0 0,1 0 0,-1 0 0,0 0 0,0-1 0,1 1 0,-1 0 0,0 0 0,1 0 0,0 1 0,4-1-8151</inkml:trace>
</inkml:ink>
</file>

<file path=ppt/ink/ink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20:33.96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212 1 11242,'0'0'12842,"-17"29"-11659,-120 220 1232,128-233-2357,1 1 0,0-1 0,2 1 1,-1 1-1,2-1 0,1 1 0,0 0 0,1 0 0,-1 22 0,4-39-69,0 1-1,0-1 0,1 1 1,-1-1-1,0 1 0,0-1 0,1 1 1,-1-1-1,1 1 0,-1-1 0,1 0 1,0 1-1,-1-1 0,1 0 1,0 0-1,0 1 0,0-1 0,0 0 1,0 0-1,0 0 0,0 0 1,0 0-1,3 1 0,-1-1-45,0 1 0,0-1-1,0 0 1,1 0 0,-1-1 0,0 1-1,1-1 1,-1 1 0,1-1-1,4-1 1,-1 1-168,1-1 0,0 0 0,-1-1 0,0 1 0,1-1 0,-1-1 1,0 0-1,0 0 0,11-6 0,-3-3-1206,-1-1 1,0-1 0,17-20-1,-4-2-3755</inkml:trace>
</inkml:ink>
</file>

<file path=ppt/ink/ink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20:34.19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97 11899,'0'0'10802,"205"-29"-10362,-147 16-440,6-6-608,-19 3-3425,-6-3-6529</inkml:trace>
</inkml:ink>
</file>

<file path=ppt/ink/ink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20:36.18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 0 13035,'0'0'5017,"-13"45"-10386,13-25-1537</inkml:trace>
</inkml:ink>
</file>

<file path=ppt/ink/ink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21:18.19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77 12 4761,'0'0'9143,"1"-4"-8381,2-3 77,-1 11-191,0 27 219,-5 52 184,-32 180 441,7-82-1195,21-126-283,1-22-167,0 49 0,6-81-590,19-6-5327,-6-6 1885</inkml:trace>
</inkml:ink>
</file>

<file path=ppt/ink/ink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21:18.66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0 102 8362,'0'0'6964,"10"0"-6625,142 10 1472,-151-11-1739,0 1 1,0-1 0,-1 1-1,1-1 1,0 0 0,0 0-1,-1 1 1,1-1 0,-1 0-1,1 0 1,0 0 0,-1 1-1,1-1 1,-1 0 0,0 0-1,1 0 1,-1 0 0,0 0-1,0 0 1,1 0 0,-1 0-1,0 0 1,0 0 0,0 0-1,0 0 1,-1-2 0,2-37 30,-1 32 28,0 6-111,0 1 0,0-1 0,0 1 0,0-1 0,-1 1 0,1-1 0,0 1 0,0-1 1,-1 1-1,1 0 0,-1-1 0,0 1 0,1 0 0,-1-1 0,0 1 0,0 0 0,0 0 0,0 0 0,0 0 0,0 0 0,0 0 0,0 0 0,0 0 0,0 0 0,0 0 0,-1 0 0,1 1 0,-2-2 0,-1 1 30,0 1 0,1-1 0,-1 0 0,0 1 0,0 0 1,1 0-1,-1 0 0,0 1 0,1-1 0,-1 1 0,-4 1 0,6-1-37,-1-1 0,1 1 0,0 0 0,0 0 0,-1 1 0,1-1 0,0 0 0,0 1 0,0-1 0,0 1 0,0 0 0,1 0-1,-1 0 1,1-1 0,-1 2 0,1-1 0,-1 0 0,1 0 0,0 0 0,0 0 0,0 1 0,0-1 0,1 1 0,-2 3 0,0 7 128,1-1 1,0 0-1,2 24 0,-1-16 63,0-17-218,0 1 0,0-1 0,1 0-1,-1 0 1,1 1 0,0-1-1,0 0 1,0 0 0,0 0 0,0 0-1,1 0 1,-1 0 0,1 0-1,0 0 1,0-1 0,0 1 0,0-1-1,0 1 1,0-1 0,1 0-1,-1 0 1,1 0 0,0 0 0,0 0-1,0 0 1,-1-1 0,2 0-1,-1 1 1,0-1 0,0 0 0,0-1-1,5 2 1,0-1-450,0 0 1,0-1-1,1 1 0,-1-2 0,0 1 1,0-1-1,0 0 0,0-1 0,0 0 1,-1 0-1,1-1 0,8-3 0,22-17-3589,-5-2-764</inkml:trace>
</inkml:ink>
</file>

<file path=ppt/ink/ink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21:19.11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204 1 9058,'0'0'12277,"-11"0"-11879,5-1-378,-1 1-1,1 0 1,0 1 0,-1-1 0,1 1 0,0 0 0,-1 1 0,1 0 0,0 0 0,0 0 0,0 0 0,0 1 0,1 0 0,-1 1 0,1-1-1,-9 8 1,-38 41 78,49-48-109,0-1 0,0 1 0,1 0 0,0 0 0,0 1 0,0-1 0,0 0 0,1 1 0,-1-1 0,1 1 0,1-1 0,-1 1 0,0 6 0,2-10 0,1 0-1,-1 1 0,0-1 0,1 0 0,-1 0 0,1 0 0,-1 0 1,1-1-1,-1 1 0,1 0 0,0-1 0,-1 1 0,1-1 1,0 1-1,0-1 0,-1 0 0,1 0 0,0 0 0,0 0 1,1 0-1,1 0-6,18 3-37,-13-3 17,-1 0 0,0 1 0,0 0 0,0 0-1,1 1 1,-1 0 0,-1 1 0,1 0 0,0 0-1,-1 0 1,1 1 0,7 6 0,-14-10 37,0 1-1,0 0 1,0 0 0,0 0 0,0 0 0,0 1 0,0-1-1,-1 0 1,1 0 0,0 0 0,-1 1 0,1-1-1,-1 0 1,0 1 0,1-1 0,-1 0 0,0 1-1,0-1 1,1 1 0,-1-1 0,-1 0 0,1 1-1,0-1 1,0 0 0,0 1 0,-1-1 0,1 0 0,0 1-1,-1-1 1,0 0 0,1 1 0,-1-1 0,-1 2-1,-1 0 20,0 1 0,0-1 0,0 0 0,0 0 0,-1-1-1,1 1 1,-1-1 0,-7 4 0,-42 18 13,35-17-31,1 0 0,0 2 0,-23 14 0,120-70-9852,-40 18 2540</inkml:trace>
</inkml:ink>
</file>

<file path=ppt/ink/ink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21:19.50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173 2 9402,'0'0'12259,"-13"0"-12001,7-1-242,0 1-1,0 0 1,0 0-1,0 0 1,-1 1-1,1 0 1,0 1-1,0-1 1,1 1-1,-1 0 1,0 0-1,0 1 1,1 0 0,0 0-1,-1 0 1,1 1-1,0-1 1,-5 7-1,9-10-12,-3 3 4,1 0 1,-1 0 0,1 1-1,0-1 1,0 1 0,0-1-1,0 1 1,0 0 0,1 0-1,0 1 1,0-1 0,0 0-1,0 1 1,1-1 0,-1 1-1,1-1 1,0 1 0,1 0-1,-1 5 1,2-9-17,-1 1 0,1-1 0,0 0 0,-1 0 0,1 0-1,0 0 1,0 0 0,0 0 0,0 0 0,0-1 0,0 1 0,0 0 0,0 0 0,1-1 0,-1 1-1,0-1 1,0 1 0,0-1 0,2 1 0,37 12-52,-24-8 52,-3 0 4,-6-3-1,-1 0 1,1 0 0,-1 1 0,0-1 0,0 2 0,0-1-1,0 1 1,0-1 0,7 9 0,-12-12 10,-1 1 0,1 0 0,-1 0 0,1 0 1,-1 0-1,0 0 0,1 0 0,-1 0 0,0-1 0,0 1 0,0 0 1,0 0-1,0 0 0,0 0 0,0 0 0,0 0 0,0 0 1,0 0-1,0 0 0,0 0 0,-1 0 0,1 0 0,0 0 1,-1 0-1,1-1 0,-1 1 0,1 0 0,-1 0 0,0 0 0,1-1 1,-1 1-1,0 0 0,1-1 0,-2 2 0,-31 19 289,21-15-224,-19 10-11,24-13-154,1-1 0,-1 1 1,1 0-1,0 1 0,1-1 0,-1 1 0,0 1 0,1-1 0,0 1 0,-6 7 1,9 3-8406</inkml:trace>
</inkml:ink>
</file>

<file path=ppt/ink/ink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20:20.56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91 118 4185,'0'0'11836,"23"-18"-10721,73-56 122,-70 49 3131,-38 29-2150,11-4-2442,-23 14 476,1 1 0,0 0 0,1 2 0,1 0 0,1 2 0,0 0 0,-22 28 0,38-42-252,1 0-1,0 0 1,0 0-1,1 0 1,0 0-1,0 1 1,0-1-1,0 1 1,1-1 0,0 1-1,0 0 1,0 0-1,1-1 1,0 10-1,0-13-7,0-1-1,1 0 1,-1 0-1,0 0 0,1 0 1,-1 1-1,1-1 0,0 0 1,-1 0-1,1 0 1,0 0-1,-1 0 0,1 0 1,0-1-1,0 1 1,0 0-1,0 0 0,0 0 1,0-1-1,0 1 1,0 0-1,0-1 0,0 1 1,0-1-1,0 0 0,1 1 1,-1-1-1,0 0 1,0 0-1,0 1 0,3-1 1,46 2-25,-38-2 20,0 0-15,-1 0 1,1-1-1,0-1 1,0 1-1,-1-2 1,1 1-1,-1-2 1,0 0 0,0 0-1,0-1 1,-1 0-1,1 0 1,-1-2-1,0 1 1,-1-1-1,0 0 1,0-1-1,0 0 1,-1-1-1,10-13 1,-13 16 90,1-1 0,-1 0 0,-1 0 0,1 0 0,-1 0 0,-1-1 0,1 0 0,-1 0 0,-1 0 0,3-8 0,16 57-143,-17-35-59,-1-1 1,1 0-1,0 0 0,0 0 1,1-1-1,-1 0 0,1 0 0,0 0 1,0 0-1,1-1 0,-1 1 1,12 4-1,46 10-4538,-13-10-707</inkml:trace>
</inkml:ink>
</file>

<file path=ppt/ink/ink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20:22.40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58 0 6729,'0'0'12204,"-6"2"-11031,4-2-1077,0 1 1,0 0 0,0-1 0,0 1-1,0 0 1,0 0 0,1 0 0,-1 1-1,0-1 1,1 0 0,-1 1 0,0-1-1,1 1 1,0-1 0,-1 1 0,1 0-1,0-1 1,0 1 0,0 0-1,0 0 1,0 0 0,0 3 0,-8 55 1788,7-40-1610,-3 98-62,19-136-4618,4-13-1938,1-6-6469</inkml:trace>
</inkml:ink>
</file>

<file path=ppt/ink/ink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20:22.59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0 120,'0'0'21837,"0"96"-21781,13-67-56,-1 0-240,14 13-1697,0-10-3232,-1-7-2697</inkml:trace>
</inkml:ink>
</file>

<file path=ppt/ink/ink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20:22.95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328 1 10666,'0'0'13067,"-25"21"-12508,-7 8-410,-115 93 387,133-113-527,13-8-19,-1 0 1,0-1-1,1 1 1,-1 0-1,1 0 1,-1 0-1,1 0 1,-1 1-1,1-1 1,0 0-1,0 1 1,-1-1-1,1 0 1,0 1-1,0-1 1,1 1 0,-1 0-1,0-1 1,0 1-1,0 3 1,12-5-674,5 1 645,0 0 0,1 1 0,-1 0 0,0 1 0,0 1 0,16 6 0,-31-10 38,0 0-1,0 1 0,0-1 0,0 1 0,0-1 0,-1 1 0,1-1 1,0 1-1,0-1 0,0 1 0,0 0 0,-1-1 0,1 1 0,0 0 1,-1 0-1,1 0 0,-1 0 0,1-1 0,-1 1 0,1 0 0,-1 0 0,0 0 1,1 0-1,-1 0 0,0 0 0,0 0 0,1 2 0,-2-1 25,1 0-1,0 1 0,-1-1 1,0 0-1,1 0 1,-1 0-1,0 1 0,0-1 1,-1 0-1,1 0 0,-3 3 1,-1 1 72,0 1 1,-1-1-1,0-1 0,-1 1 1,-13 9-1,9-10-97,1 0 0,-1 0 0,-1-1 0,1 0 0,-22 3 0,-28 1-3414,57-7 3006,-23 2-5103</inkml:trace>
</inkml:ink>
</file>

<file path=ppt/ink/ink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22:14.40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1 213 56,'0'0'13922,"7"-6"-11921,-5 6-1919,0 0 0,-1 0-1,1 0 1,0 0 0,-1 0-1,1 0 1,-1 1 0,1-1-1,0 1 1,-1-1 0,1 1-1,-1-1 1,1 1 0,-1 0-1,0 0 1,1 0 0,-1 0-1,0 0 1,0 0 0,1 0-1,-1 0 1,0 0 0,0 1-1,0-1 1,0 0 0,-1 1-1,1-1 1,0 1 0,0-1-1,0 4 1,0 2 118,0 0 0,0 0-1,-1 0 1,0 0 0,-1 13 0,1 16 1229,-6-65-1279,0 0 0,2-1 0,-1-39 0,5 53-143,1-1 0,0 1 0,1-1 0,1 1 0,0 0 0,1 0 0,11-26 0,-15 41-11,0 1 0,0-1 0,0 1 0,0-1 0,0 1 0,0-1 0,0 1 1,0-1-1,1 1 0,-1-1 0,0 1 0,0-1 0,0 1 0,1-1 0,-1 1 0,0 0 0,1-1 0,-1 1 0,0-1 0,1 1 0,-1 0 0,1-1 0,-1 1 0,1 0 0,-1 0 0,0-1 0,1 1 0,-1 0 0,1 0 0,-1 0 0,1-1 0,-1 1 0,1 0 0,-1 0 0,1 0 0,-1 0 0,1 0 0,-1 0 0,1 0 0,0 0 0,-1 0 0,1 0 0,-1 1 0,1-1 0,-1 0 0,0 0 1,1 0-1,-1 1 0,1-1 0,-1 0 0,1 0 0,-1 1 0,1 0 0,19 30-1393,-8-10-1141,-6-16 1398,0 0-1,1-1 0,0 0 0,-1 0 1,2 0-1,-1-1 0,0 0 0,0-1 0,16 4 1,8-1-4707</inkml:trace>
</inkml:ink>
</file>

<file path=ppt/ink/ink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22:14.77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26 53 1568,'0'0'15290,"0"-1"-15236,-1 1-1,0 0 0,1 0 0,-1 0 1,0 0-1,1 0 0,-1 0 1,0 0-1,1 0 0,-1 0 1,0 0-1,1 0 0,-1 0 0,0 0 1,1 1-1,-1-1 0,0 0 1,1 0-1,-1 1 0,1-1 1,-1 1-1,0-1 0,1 0 0,-1 1 1,1-1-1,-1 1 0,1-1 1,-1 2-1,-3 24 364,1 1-1,2 54 1,1-49-403,0-31-14,0 0-1,0 0 0,0 1 1,0-1-1,0 0 1,0 0-1,1 0 1,-1 0-1,0 0 0,1 1 1,-1-1-1,0 0 1,1 0-1,-1 0 1,1 0-1,0 0 0,-1 0 1,1 0-1,0 0 1,0-1-1,-1 1 0,1 0 1,0 0-1,0-1 1,0 1-1,0 0 1,0-1-1,0 1 0,0-1 1,0 1-1,0-1 1,0 1-1,0-1 0,1 0 1,-1 0-1,0 0 1,0 1-1,0-1 1,2 0-1,-1-1 0,1 1 0,-1 0 0,0-1 1,1 1-1,-1-1 0,0 0 0,1 0 0,-1 1 0,0-2 0,0 1 1,0 0-1,0 0 0,0-1 0,0 1 0,0-1 0,-1 1 0,4-4 1,1-5-3,-1 1 0,0-1 0,0 0 0,-1 0 0,-1 0 1,0 0-1,0-1 0,2-15 0,-1-6 132,-1-50 1,-3 82-108,0-1 0,-1 0 0,1 0 0,0 1 0,0-1 1,-1 0-1,1 1 0,-1-1 0,1 0 0,0 1 0,-1-1 0,1 1 0,-1-1 0,1 0 0,-1 1 1,0-1-1,1 1 0,-1 0 0,0-1 0,1 1 0,-1 0 0,0-1 0,1 1 0,-1 0 0,0-1 1,0 1-1,1 0 0,-1 0 0,0 0 0,0 0 0,1 0 0,-1 0 0,0 0 0,0 0 0,1 0 1,-1 0-1,0 1 0,0-1 0,1 0 0,-1 0 0,0 1 0,1-1 0,-1 0 0,0 1 0,1-1 1,-2 1-1,-1 0-36,0 0 0,-1 1 0,1-1 1,0 1-1,0-1 0,0 1 0,0 0 1,-5 5-1,7-6-76,1 0 0,-1 0 0,1 0 0,0-1 0,-1 1 0,1 0 0,0 0 0,0 0 1,0 0-1,-1 1 0,1-1 0,0 0 0,0 0 0,0 0 0,1 0 0,-1 0 0,0 0 0,0 0 0,1 0 1,-1 0-1,0 0 0,1 0 0,-1-1 0,1 1 0,-1 0 0,1 0 0,-1 0 0,1 0 0,0 0 0,-1-1 1,1 1-1,0 0 0,1 0 0,28 18-4025,1-9-1001</inkml:trace>
</inkml:ink>
</file>

<file path=ppt/ink/ink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22:15.16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255 0 3289,'0'0'12074,"-28"15"-10739,-89 50-400,109-61-869,1 0-1,-1 0 1,1 1-1,0 1 1,0-1-1,1 1 1,-1 0-1,1 0 1,1 1-1,-1 0 1,1 0-1,0 0 1,1 1-1,0-1 1,0 1-1,-4 11 1,8-18-67,-1 1 1,0-1 0,0 1 0,1-1-1,-1 1 1,1 0 0,-1-1 0,1 1-1,0 0 1,-1-1 0,1 1 0,0 0-1,0 0 1,0-1 0,1 1 0,-1 0-1,0-1 1,1 1 0,-1 0 0,1-1-1,-1 1 1,1-1 0,0 1 0,-1-1-1,1 1 1,0-1 0,0 1 0,0-1-1,0 0 1,1 1 0,-1-1 0,0 0-1,0 0 1,1 0 0,-1 0 0,1 0-1,-1 0 1,1-1 0,-1 1 0,1 0-1,0-1 1,-1 1 0,1-1 0,-1 0-1,1 1 1,0-1 0,0 0 0,-1 0-1,4 0 1,0 0 0,0 0-1,0-1 0,0 1 1,0-1-1,0 0 0,0-1 1,0 1-1,0-1 0,0 0 1,-1 0-1,1 0 1,-1-1-1,1 1 0,-1-1 1,6-6-1,-6 3 24,0 0-1,-1 0 1,1-1 0,-1 1-1,-1-1 1,1 0 0,-1 0-1,-1 0 1,1 0 0,-1 0-1,0 0 1,-1 0 0,0 0-1,0 0 1,0-1 0,-1 1-1,0 0 1,-2-8 0,-15 2 70,18 13-120,-1 0-1,1-1 1,-1 1 0,1 0-1,-1 0 1,1 0 0,-1-1 0,1 1-1,-1 0 1,1 0 0,-1 0 0,1 0-1,-1 0 1,1 0 0,-1 0 0,1 0-1,-1 0 1,1 0 0,-1 0-1,1 0 1,-1 0 0,1 0 0,-1 1-1,1-1 1,-1 0 0,1 0 0,-1 1-1,1-1 1,0 0 0,-1 0 0,1 1-1,-1-1 1,1 1 0,0-1-1,-1 0 1,1 1 0,0-1 0,-1 1-1,1-1 1,0 1 0,-1 0 0,1 62-4649,6-33-181</inkml:trace>
</inkml:ink>
</file>

<file path=ppt/ink/ink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22:15.53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122 1 3121,'0'0'14496,"-7"18"-13226,-12 31-37,-20 86 0,20-48-225,7-39-916,3-1 1,1 1 0,-1 61 0,10-107-100,0-1 1,0 0 0,0 0-1,0 0 1,0 0 0,1 0-1,-1 0 1,0 0 0,0 0-1,1 0 1,-1-1 0,1 1-1,-1 0 1,1-1 0,-1 1-1,0-1 1,1 0 0,0 1-1,-1-1 1,1 0 0,-1 0-1,1 0 1,-1 0 0,1 0-1,-1 0 1,3-1 0,46-2-710,-42 0 146,0-1 1,-1 1 0,0-1 0,1-1-1,-2 1 1,1-1 0,0 0 0,-1-1-1,0 1 1,8-11 0,5-2-3258,1-2-2336</inkml:trace>
</inkml:ink>
</file>

<file path=ppt/ink/ink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22:15.74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1 180 6729,'0'0'14748,"70"-45"-14572,-18 32-72,5-3-88,14-3-16,51-13-176,-13 6-2617,-19-2-4425</inkml:trace>
</inkml:ink>
</file>

<file path=ppt/ink/ink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3:00.71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0 568,'0'0'5016,"14"2"-4140,113 6 2234,-86-9-2813,-26 0-44,0 0 1,0 1-1,0 1 0,16 3 1,-26-3-168,-1 0-1,1 1 1,0 0 0,-1 0 0,1 0 0,-1 0-1,1 1 1,-1-1 0,0 1 0,0 0-1,0 0 1,-1 1 0,1-1 0,-1 1-1,0 0 1,4 5 0,2 8 96,-1 0 0,-1 1 0,0 0 0,-1 0-1,-2 0 1,1 1 0,-2-1 0,-1 1 0,1 22 0,6 34-114,-6-46 252,-1-1 0,-4 48-1,0-16 390,-17 27 516,6-46 2877,7-44-2753,-2-7-1047,4 2-271,-1 0 0,0 1-1,0 0 1,-1 0 0,0 0 0,-10-9 0,12 12-26,-1 0 0,0 0 0,1 0 1,0-1-1,0 0 0,0 0 0,0 0 1,1 0-1,0-1 0,0 1 1,1-1-1,-1 0 0,1 0 0,-2-11 1,3 16-6,1-1 0,0 1 0,-1 0 1,0 0-1,1-1 0,-1 1 0,0 0 1,1 0-1,-1 0 0,0 0 0,0 0 1,0 0-1,0 0 0,0 0 0,0 0 0,0 1 1,0-1-1,0 0 0,-1 1 0,1-1 1,0 0-1,0 1 0,-2-1 0,2 1 0,1 0 0,0 0 1,0 0-1,-1 0 0,1-1 0,0 1 0,-1 0 0,1 0 0,0 0 0,-1 0 0,1 0 0,0 0 0,-1 0 0,1 0 0,0 0 1,-1 0-1,1 0 0,0 1 0,-1-1 0,1 0 0,0 0 0,0 0 0,-1 0 0,1 0 0,0 1 0,0-1 0,-1 0 0,1 0 1,0 0-1,0 1 0,-1-1 0,1 0 0,0 1 0,7 19 1,1-9-2,-1 1 0,2-2 0,0 1-1,0-1 1,1 0 0,13 9 0,-20-16 2,0-1-1,0 1 1,-1-1-1,1 1 1,-1 0-1,1 0 1,-1 0-1,0 0 1,0 0-1,-1 1 1,1-1-1,0 1 1,-1-1-1,0 1 1,1 5-1,6 15 300,-7-24-295,-1 1 1,0-1-1,1 1 0,-1-1 0,0 0 1,1 1-1,-1-1 0,1 1 0,-1-1 1,1 0-1,-1 1 0,1-1 1,-1 0-1,1 0 0,-1 1 0,1-1 1,-1 0-1,1 0 0,0 0 0,-1 0 1,1 0-1,-1 1 0,1-1 0,-1 0 1,1 0-1,0-1 0,-1 1 0,1 0 1,-1 0-1,1 0 0,-1 0 1,1 0-1,-1-1 0,1 1 0,0 0 1,-1 0-1,1-1 0,-1 1 0,0 0 1,1-1-1,-1 1 0,1-1 0,-1 1 1,0-1-1,1 1 0,-1 0 0,0-1 1,1 1-1,-1-1 0,0 1 1,1-1-1,-1 0 0,0 1 0,0-1 1,0 1-1,0-1 0,12-14-3,1 1 0,1 0 0,0 1 0,0 1 0,27-18 0,12-9 57,-49 35-18,0 1-1,0 0 1,0 0 0,0 0-1,1 0 1,-1 1 0,1 0-1,0 0 1,0 0 0,0 1-1,0-1 1,0 1 0,0 0-1,0 1 1,7-1 0,2-1 376,-17-1-742,2 2 150,-1 1 0,0 0 0,0 0 0,1 0 0,-1 0 0,0 0 0,1 1 0,-1-1 0,0 0 0,0 1 0,1-1 0,-1 1 0,1 0 0,-1-1 1,0 1-1,-1 2 0,-40 23-7878,23-19 1006</inkml:trace>
</inkml:ink>
</file>

<file path=ppt/ink/ink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3:00.71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0 183 2913,'0'0'8296,"5"-11"-7228,19-33-208,-23 43-777,0-1 0,0 0 0,1 1 0,-1-1 0,0 1 0,1-1 0,-1 1 0,1 0 0,0 0 0,-1 0 0,1 0 0,0 0 0,0 0 0,-1 0 0,1 0 0,0 1 0,0-1 0,0 1 0,0-1 0,0 1 0,0 0 0,0 0 0,0 0-1,0 0 1,0 0 0,0 0 0,3 1 0,-1 0 27,-1 0-1,1 0 1,0 0-1,-1 1 1,1 0-1,-1 0 1,1 0-1,-1 0 1,0 0-1,5 4 1,7 12 95,0 1 0,-1 1-1,-1 0 1,-2 0 0,1 1 0,-2 1 0,11 33 0,-16-43-156,0-133 2755,-4 111-2824,0 0 0,1 0 1,0 0-1,1 0 1,0 1-1,1-1 1,-1 1-1,2 0 0,0 0 1,0 0-1,0 0 1,1 1-1,0 0 1,1 0-1,0 1 1,0 0-1,0 0 0,1 1 1,0-1-1,0 2 1,1-1-1,0 1 1,0 1-1,0-1 1,0 2-1,15-5 0,-21 7-307,0-1 0,1 1 0,-1 1 0,0-1 0,1 0 0,-1 1 0,0 0-1,1-1 1,-1 1 0,0 1 0,1-1 0,-1 0 0,0 1 0,1 0 0,-1 0-1,0 0 1,0 0 0,0 0 0,1 1 0,-1-1 0,-1 1 0,1 0 0,0 0-1,0 0 1,-1 0 0,1 0 0,-1 1 0,0-1 0,1 1 0,2 5 0,8 12-3960</inkml:trace>
</inkml:ink>
</file>

<file path=ppt/ink/ink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3:00.71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 49 1272,'0'0'10246,"0"0"-10100,1 0 0,0 0 0,0 0-1,0 1 1,-1-1 0,1 0-1,0 0 1,0 0 0,0 1-1,-1-1 1,1 0 0,0 1-1,0-1 1,-1 1 0,1-1-1,0 1 1,-1-1 0,1 1-1,-1-1 1,1 1 0,0 0 0,-1-1-1,1 1 1,0 1 0,-3 7 251,-3 5-160,1 1 0,1 0 0,0 0 0,1 0 0,1 1 0,0-1 0,1 0-1,4 27 1,-4-41-223,0 0 0,0 1 0,1-1-1,-1 0 1,0 0 0,1 0-1,-1 0 1,1 0 0,-1 0 0,1 0-1,0 0 1,-1 0 0,1 0 0,0 0-1,0-1 1,0 1 0,-1 0-1,1 0 1,0-1 0,0 1 0,0 0-1,0-1 1,0 1 0,0-1-1,1 0 1,-1 1 0,0-1 0,0 0-1,0 0 1,0 1 0,0-1 0,1 0-1,-1 0 1,0 0 0,0 0-1,0-1 1,0 1 0,0 0 0,1 0-1,-1-1 1,0 1 0,0 0-1,0-1 1,0 0 0,1 0 0,2-1 55,0 0-1,0 0 1,-1 0 0,1-1 0,-1 0 0,0 1-1,1-1 1,-1 0 0,0-1 0,3-4 0,-1-3 88,0-1 0,-1 0 0,-1 0 0,0 0 0,0-1 0,-1 1 0,-1-1 0,0 1 0,-1-1 0,-1-17 0,1 9 186,0 20-334,-1-1 0,1 0 0,0 1 0,0-1 0,-1 0 0,1 1 0,-1-1 0,1 0 0,-1 1 0,0-1 0,0 1 0,0-1 0,0 1 0,0 0 1,0-1-1,0 1 0,0 0 0,0-1 0,-1 1 0,1 0 0,0 0 0,-1 0 0,1 0 0,-1 1 0,1-1 0,-1 0 0,1 1 0,-1-1 0,0 1 0,1-1 1,-4 1-1,-5-2-79,-1 0 1,1 2 0,-1-1 0,-11 2 0,7-1-333,14 42-3964,1-37 3882,0-1 0,0 0 1,0 0-1,1 1 0,0-1 1,0 0-1,0 0 0,0 0 0,0 0 1,1 0-1,0 0 0,0 0 1,0-1-1,0 1 0,1 0 0,3 3 1,8 8-5587</inkml:trace>
</inkml:ink>
</file>

<file path=ppt/ink/ink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3:00.71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103 69 1296,'0'0'14805,"0"-4"-13828,0 3-940,0 0 0,0 0 0,0 0 0,-1 0 0,1 0-1,0 0 1,-1 0 0,1 0 0,-1 0 0,1 0 0,-1 1 0,1-1 0,-1 0-1,1 0 1,-1 0 0,0 1 0,1-1 0,-1 0 0,0 1 0,0-1-1,0 1 1,0-1 0,1 1 0,-1-1 0,0 1 0,0-1 0,0 1-1,0 0 1,0 0 0,0-1 0,0 1 0,0 0 0,0 0 0,0 0-1,0 0 1,0 0 0,0 0 0,0 0 0,0 1 0,0-1 0,0 0 0,0 0-1,0 1 1,0-1 0,0 1 0,0-1 0,0 1 0,1-1 0,-2 2-1,-2 0-23,0 0 0,0 0-1,1 0 1,-1 1 0,1-1-1,0 1 1,0 0 0,0 0-1,0 0 1,0 0-1,0 1 1,1-1 0,0 1-1,0-1 1,0 1 0,0 0-1,0 0 1,1 0 0,0 0-1,-1 5 1,-2 8-19,2-1 0,0 1-1,2 28 1,0-44 7,0 0-2,0 0 1,0 0 0,0 0-1,0 0 1,0 0-1,1-1 1,-1 1-1,0 0 1,1 0 0,-1 0-1,1-1 1,-1 1-1,1 0 1,-1 0-1,1-1 1,0 1 0,-1 0-1,1-1 1,0 1-1,-1-1 1,1 1-1,0-1 1,0 1 0,0-1-1,1 1 1,31 5 136,-29-6-114,0 0 0,0 0 0,0 0 0,1-1 1,-1 0-1,0 0 0,0 0 0,0 0 0,0 0 0,0-1 0,-1 0 0,1 0 0,5-3 1,-5-1 11,-1 0 0,1-1 1,-1 0-1,0 1 0,0-1 1,-1 0-1,0 0 0,0-1 1,-1 1-1,0 0 0,0-1 1,-1 1-1,0-1 0,0 1 1,-2-13-1,1-7 55,1 24-75,0 0 0,0 0 0,0 0 0,0 1 0,-1-1 0,1 0 0,-1 0 0,0 1 0,0-1 0,0 0 0,0 1 0,0-1 0,-1 1-1,1-1 1,-1 1 0,0 0 0,1-1 0,-1 1 0,0 0 0,0 0 0,-5-3 0,3 3-96,0 0 1,0 1-1,0-1 0,0 1 1,0-1-1,-1 1 1,1 1-1,-1-1 0,1 0 1,0 1-1,-1 0 0,1 0 1,-9 2-1,12-2-36,0 0 0,0 1 0,0-1 0,0 0 0,0 1 0,0-1 0,0 1 0,1-1 0,-1 1 0,0 0 0,0-1 0,0 1 0,1 0 0,-1-1 0,0 1 0,1 0 0,-1 0 0,0 0-1,1 0 1,0 0 0,-1-1 0,1 1 0,-1 0 0,1 0 0,0 0 0,0 0 0,-1 0 0,1 2 0,-1 35-3544,2-26 1807,-1 8-2124</inkml:trace>
</inkml:ink>
</file>

<file path=ppt/ink/ink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3:00.71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1144,'0'0'15417,"1"4"-14322,3 24 2,-1 1 1,-1-1-1,-4 55 1,0-19-654,-4 55-329,6-118-123,1 0-1,-1 0 1,1 0 0,0 0 0,0 0-1,-1 0 1,1 0 0,0-1 0,0 1-1,0 0 1,0-1 0,0 1 0,0-1-1,0 1 1,0-1 0,0 1 0,0-1-1,0 0 1,0 1 0,0-1 0,1 0 0,-1 0-1,0 0 1,2 0 0,30 3-1453,-19-2 162,22-2-2041,-16-7-2539,-7-6-652</inkml:trace>
</inkml:ink>
</file>

<file path=ppt/ink/ink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3:00.72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23 1768,'0'0'16260,"103"-16"-15844,-64 13 16,5 0-200,-5 3-184,-1 0-48,-12 0-224,-13 0-1064,-7 13-3057,-6-1-2641</inkml:trace>
</inkml:ink>
</file>

<file path=ppt/ink/ink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3:00.72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389 55 2929,'0'0'7130,"6"-3"-6475,32-19-29,-38 22-507,1-1 0,-1 1-1,1 0 1,-1-1 0,1 1 0,-1-1 0,1 1 0,-1-1 0,1 1 0,-1-1-1,1 1 1,-1-1 0,0 1 0,1-1 0,-1 1 0,0-1 0,1 0 0,-1 1-1,0-1 1,0 0 0,0 1 0,0-1 0,0 0 0,0 1 0,0-1 0,0 0-1,0 1 1,0-1 0,0 0 0,0 1 0,0-1 0,0 0 0,-1 1 0,1-1-1,0 0 1,0 1 0,-1-1 0,1 1 0,-1-1 0,1 1 0,0-1 0,-1 1-1,1-1 1,-1 1 0,1-1 0,-1 1 0,1-1 0,-1 1 0,0 0 0,1-1-1,-1 1 1,1 0 0,-1 0 0,0-1 0,1 1 0,-1 0 0,-1 0 0,-9 1-9,0 0 0,1 1 1,-1 1-1,0-1 1,1 2-1,0 0 0,-1 0 1,1 1-1,1 0 1,-1 0-1,1 1 0,-17 14 1,-4 6 203,1 2 1,-31 36 0,42-44-240,2 0-1,0 1 1,2 1 0,0 1 0,1 0 0,2 0-1,0 1 1,2 1 0,0 0 0,2 0 0,1 1 0,0-1-1,2 1 1,2 1 0,0-1 0,1 0 0,2 0-1,0 1 1,8 35 0,-4-45 50,0-1 0,0 0-1,2 0 1,0 0 0,1-1 0,0 0 0,2-1-1,-1 0 1,2 0 0,16 17 0,-19-22-75,1-1 1,1 0-1,-1 0 1,1-1-1,0-1 1,1 1-1,0-2 1,0 1-1,0-1 1,0-1-1,1 0 1,0-1-1,0 0 1,0-1-1,16 1 1,-5-1 33,-1-2 0,1 0 0,0-2 0,-1-1 0,1 0 0,37-12 0,-51 12-48,0-1 0,0 0 0,-1-1 0,1 0 0,-1 0 0,0-1 1,0 0-1,-1 0 0,0-1 0,0 0 0,0 0 0,-1-1 0,0 0 0,-1 0 0,1 0 0,-2 0 0,1-1 0,4-12 0,-3 3 20,-1 0 0,0 0 0,-1-1 0,-1 1 0,0-23-1,-2-99-5,-3 68-48,3 42 7,-2 0 1,-2 0 0,0 0-1,-9-31 1,8 47-9,-1 0-1,0 0 1,-1 1 0,-1-1 0,0 1-1,0 1 1,-1-1 0,-1 1-1,0 1 1,-15-14 0,16 17-6,0 0 1,0 1-1,-1 0 0,0 1 1,0 0-1,0 0 1,-1 1-1,-19-8 0,13 9 3,1 1-1,-1 0 0,0 1 0,0 0 0,-24 1 0,9 1 0,5-1 2,-1 2 1,1 0-1,-44 9 1,65-8 4,4-2-29,1 26-3678,0 21-3469,0-30 535</inkml:trace>
</inkml:ink>
</file>

<file path=ppt/ink/ink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3:00.72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1135 1 1512,'0'0'6987,"13"4"4976,-15 4-11753,-1 1 1,0-1-1,-1 0 0,1 0 1,-1-1-1,-1 1 1,1-1-1,-1 0 0,-1 0 1,-10 10-1,-6 12 124,-162 235 1090,-421 551 253,549-748-1663,-41 47 7,74-91-13,1 1 0,1 0 0,1 1 1,-23 40-1,73-92 1084,-28 25-1470,1 0 0,-1 1 0,0 0 0,1-1 0,-1 1 0,1 0 0,-1 0 0,1 1 1,-1-1-1,1 0 0,2 1 0,-3 4-4113,-4 14 689,-3 5-4004</inkml:trace>
</inkml:ink>
</file>

<file path=ppt/ink/ink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3:00.72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535 109 1688,'0'0'14178,"-15"-8"-13467,-50-22-74,61 29-553,0 0 0,-1 0 0,1 0 0,0 0 0,-1 1 0,1 0 0,0 0 0,-1 0 0,1 0-1,0 1 1,-1-1 0,1 1 0,0 0 0,0 1 0,0-1 0,-1 1 0,-3 2 0,-5 3 190,0 1 0,1 1 1,-17 15-1,5-5 48,-6 3-81,1 2 0,1 1 0,1 1 0,2 1 0,-32 44 0,46-54-215,0 0 0,2 0-1,0 1 1,0 0 0,2 1 0,1-1-1,0 1 1,1 1 0,1-1 0,1 1-1,1 0 1,0 20 0,1-22-26,0-1 13,1 0-1,0 1 1,1-1 0,1 0-1,1 0 1,0 0-1,1-1 1,1 1 0,12 28-1,-4-20 12,2-1 0,0 0 0,2-1 0,0-1 0,29 28 0,-36-40-11,0-1 1,0-1 0,1 0 0,0 0-1,1-1 1,0-1 0,0 0 0,0 0 0,0-1-1,1-1 1,0 0 0,0-1 0,22 3-1,-12-4 64,0 0 0,0-2 0,0-1-1,0 0 1,0-2 0,0-1 0,-1 0-1,0-2 1,1-1 0,-2 0 0,1-2-1,37-20 1,-33 13-15,-1 0 0,0-2 0,-2 0 0,0-2 0,-1-1 0,-1 0 0,-1-2 0,-1 0 0,-1-1 0,-1-1 0,-1 0 0,-1-2 0,-2 1 0,0-2 0,-2 0 0,-1 0 0,-1-1 0,7-48 0,-6-4 120,-1-122 0,-10 196-176,1 1 0,-1 0 0,1 0 0,-2-1 0,1 1 0,-1 0 0,0 0 0,0 0-1,0 1 1,-1-1 0,0 0 0,0 1 0,-1 0 0,-7-9 0,4 6 20,-1 0-1,-1 1 1,0 0-1,0 0 1,0 1-1,0 0 1,-19-7-1,-4 1 81,0 1-1,-1 2 1,0 1 0,-53-6-1,45 12 22,30 2-62,0 0-1,1-1 1,-1 0-1,0-1 1,0 0-1,-16-6 1,26 5 215</inkml:trace>
</inkml:ink>
</file>

<file path=ppt/ink/ink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3:00.72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0 138 2841,'0'0'12878,"5"-5"-11613,0 0-874,-1 0 1,1 1-1,-1 0 1,1 0 0,1 0-1,-1 0 1,11-5-1,-13 8-333,-1 0-1,0 1 1,1-1 0,-1 1-1,0-1 1,1 1 0,-1 0-1,1 0 1,-1 0-1,0 0 1,1 0 0,-1 1-1,0-1 1,1 1-1,-1-1 1,0 1 0,1 0-1,-1 0 1,0 0 0,0 0-1,0 0 1,0 1-1,0-1 1,0 1 0,0-1-1,0 1 1,-1 0-1,1 0 1,1 2 0,5 5-32,-1 0 0,0 1 0,0 0 0,-1 0 0,0 1 0,-1 0 0,0 0 0,-1 0 1,0 0-1,-1 1 0,0-1 0,-1 1 0,2 21 0,-4-32 367,-1-12 104,-12-35-172,9 32-291,0-1 1,0 1-1,2-1 1,-2-27-1,4 32-19,-1 4-11,1 0 1,0 1-1,0-1 0,1 0 1,0 0-1,3-10 0,-3 13-8,1 0 0,0 1-1,0-1 1,0 0 0,0 1 0,0 0-1,0-1 1,1 1 0,-1 0 0,1 0-1,0 1 1,-1-1 0,1 0 0,5-1-1,60-25-960,-63 26 262,0 1-1,0 0 1,0 1-1,-1-1 1,1 1-1,0 0 0,8 1 1,-6 3-3849,0 4-1520</inkml:trace>
</inkml:ink>
</file>

<file path=ppt/ink/ink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3:00.72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132 23 1216,'0'0'16506,"-11"5"-15964,0-1-396,1 1 0,0 0-1,0 1 1,-14 10 0,21-13-102,-1 1 1,0-1-1,0 0 1,1 1-1,0 0 0,0 0 1,0 0-1,0 0 0,1 1 1,0-1-1,0 1 0,0-1 1,0 1-1,0 0 1,-1 8-1,0 10 41,1-16-74,0-1-1,1 1 0,0 0 0,0 0 1,1 0-1,0 0 0,0 0 1,1 0-1,-1 0 0,3 7 1,1-13 23,0 0 1,1 0 0,-1 0-1,0 0 1,1-1 0,-1 1-1,0-1 1,1 0 0,-1-1-1,0 1 1,1-1 0,6-2-1,-6 0-3,0 0 0,-1 0 0,1-1-1,-1 1 1,0-1 0,0 0 0,0 0 0,-1-1-1,1 1 1,-1-1 0,0 0 0,0 0-1,-1 0 1,0 0 0,1 0 0,-2-1-1,1 1 1,1-11 0,0 3 26,0-1-1,-2 1 1,1-1 0,-2 1-1,0-1 1,-3-26 0,2 39-58,1-1-1,0 1 1,-1-1 0,1 1-1,-1 0 1,1-1 0,-1 1 0,1 0-1,-1-1 1,0 1 0,0 0-1,0 0 1,0 0 0,0-1 0,0 1-1,0 0 1,0 0 0,0 1-1,-1-1 1,1 0 0,0 0 0,0 0-1,-1 1 1,1-1 0,-1 1-1,1-1 1,0 1 0,-3-1 0,3 1-113,-1 0 0,1 0 1,-1 1-1,1-1 1,-1 0-1,1 0 1,-1 1-1,1-1 1,0 1-1,-1-1 1,1 1-1,0 0 1,-1 0-1,1-1 1,0 1-1,0 0 0,0 0 1,0 0-1,-1 0 1,2 0-1,-1 0 1,0 1-1,0-1 1,0 0-1,0 0 1,1 1-1,-1-1 1,1 1-1,-2 1 0,0 5-785,-1 1-1,1-1 0,1 1 0,-1-1 0,1 14 0,1 4-3021</inkml:trace>
</inkml:ink>
</file>

<file path=ppt/ink/ink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3:00.72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0 0 968</inkml:trace>
</inkml:ink>
</file>

<file path=ppt/ink/ink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3:00.72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39 968,'134'9'6479,"-106"-13"-2103,-31-4 3780,-4 17-8088,2-1 0,-1 1-1,1 0 1,1 1 0,-1-1 0,2 1 0,-1 0-1,1 0 1,1 0 0,0 1 0,0-1 0,0 20-1,3-29-60,-1 0-1,0 0 1,1 0-1,-1 0 1,1 0 0,-1 0-1,1 0 1,0 0-1,-1 0 1,1 0-1,0 0 1,0 0-1,-1 0 1,1 0-1,0-1 1,0 1-1,0 0 1,0-1-1,0 1 1,0-1-1,0 1 1,1-1-1,-1 1 1,0-1-1,0 0 1,0 1-1,0-1 1,0 0-1,1 0 1,-1 0-1,1 0 1,48 1 322,-39-1-270,-8 0-37,-1-1 0,1 0 0,-1 1 0,1-1 0,-1 0 0,0 0 0,1-1 0,-1 1 0,0 0 0,0-1 1,0 1-1,0-1 0,0 0 0,0 0 0,0 1 0,0-1 0,-1 0 0,1-1 0,-1 1 0,0 0 0,1 0 1,-1-1-1,0 1 0,0 0 0,-1-1 0,1 1 0,0-1 0,-1 0 0,0 1 0,1-3 0,2-13 287,-1 0-1,0-34 0,-2 49-245,0 1-39,0 0 0,-1 0 0,1 0 1,0 0-1,-1 0 0,1 0 0,-1 0 0,0 0 0,0 0 0,0 0 1,0 0-1,0 1 0,0-1 0,0 0 0,-1 0 0,1 1 0,0-1 1,-1 1-1,0 0 0,1-1 0,-1 1 0,0 0 0,1 0 0,-1 0 1,0 0-1,0 0 0,0 0 0,0 1 0,-4-2 0,-4 0-63,0 0 0,-1 0 0,1 1-1,-18 1 1,27 1-62,0-1 0,-1 1-1,1 0 1,0 0 0,0 0 0,0 0 0,1 0-1,-1 0 1,0 0 0,0 0 0,0 0 0,1 1-1,-1-1 1,1 0 0,-1 0 0,1 1-1,-1-1 1,1 0 0,0 1 0,0-1 0,-1 0-1,1 1 1,0-1 0,0 0 0,0 1 0,1-1-1,-1 3 1,5 40-4684,10-25 968,-1-5-1042</inkml:trace>
</inkml:ink>
</file>

<file path=ppt/ink/ink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3:00.72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133 2 4721,'0'0'17862,"-5"-1"-17267,3 0-541,-1 1 0,0 0 0,1 1-1,-1-1 1,0 0 0,1 1 0,-1 0-1,1-1 1,-1 1 0,1 0 0,-1 0-1,1 0 1,0 1 0,-1-1 0,1 1-1,0-1 1,0 1 0,0 0 0,0 0-1,0 0 1,0 0 0,1 0 0,-1 0-1,-1 4 1,-6 6 95,0 0 0,1 1 1,-10 22-1,12-20-131,1 0 1,1 0 0,1 0-1,0 1 1,1-1 0,0 1-1,1-1 1,1 1 0,1 0-1,3 22 1,-3-34-36,0-1 0,0 0-1,0 0 1,0 0 0,0 1 0,1-1 0,0 0-1,-1-1 1,1 1 0,0 0 0,0 0-1,1-1 1,-1 1 0,0-1 0,1 0 0,-1 0-1,1 0 1,0 0 0,0 0 0,0 0-1,0-1 1,0 0 0,0 1 0,0-1 0,1 0-1,2 0 1,10 2-1190,-1 0 0,1-2 0,0 0 0,19-1 0,-19 0-1300,-9-1-1639</inkml:trace>
</inkml:ink>
</file>

<file path=ppt/ink/ink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3:00.72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45 1672,'0'0'17132,"174"-41"-16756,-136 37-184,-6 4-192,7 0-40,-7 0-1032,-13 10-1769,0 0-3976</inkml:trace>
</inkml:ink>
</file>

<file path=ppt/ink/ink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3:00.73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92 1488,'0'2'10254,"0"-4"-8945,0-2-1140,0 0 0,1 0 0,0 1 0,0-1 0,0 0 0,0 1 0,1-1 0,-1 1 0,1-1 0,0 1 0,0 0 0,0-1 0,0 1-1,1 0 1,-1 1 0,1-1 0,0 0 0,-1 1 0,1-1 0,1 1 0,-1 0 0,0 0 0,4-1 0,-2 0-117,0 1 0,0 0 0,1 0-1,-1 0 1,0 1 0,1-1 0,-1 1-1,1 1 1,-1-1 0,1 1 0,0 0-1,-1 0 1,1 1 0,-1 0 0,11 2-1,-13-1-25,0-1 0,0 1 0,0 0-1,0 0 1,0 0 0,-1 0 0,1 0-1,-1 1 1,1-1 0,-1 1 0,0 0-1,0-1 1,0 1 0,-1 0-1,1 0 1,-1 0 0,1 0 0,-1 1-1,0-1 1,0 0 0,0 1 0,0 5-1,1 11 370,0 0-1,-2 36 1,0-33 198,-7 154 485,1-78-156,6-99-876,0-1 0,-1 1 0,1 0 0,0 0 0,0-1 0,0 1 0,0 0 0,-1 0-1,1 0 1,0-1 0,0 1 0,-1 0 0,1 0 0,0 0 0,0 0 0,-1-1 0,1 1 0,0 0-1,0 0 1,-1 0 0,1 0 0,0 0 0,-1 0 0,1 0 0,0 0 0,0 0 0,-1 0-1,1 0 1,0 0 0,-1 0 0,1 0 0,0 0 0,-1 0 0,1 0 0,0 0 0,0 0 0,-1 1-1,1-1 1,0 0 0,0 0 0,-1 0 0,1 0 0,0 1 0,0-1 0,0 0 0,-1 0 0,1 0-1,0 1 1,0-1 0,0 0 0,0 0 0,-1 1 0,1-1 0,0 0 0,0 1 0,0-1-1,0 0 1,0 0 0,0 1 0,0-1 0,0 0 0,0 1 0,0-1 0,0 0 0,0 1 0,-25-30 271,11 12-235,-42-51 40,50 63-110,1 0 0,0-1 0,1 0 0,-1 0 1,1 0-1,-5-10 0,-17-23 237,26 39-249,0 0 0,0 0-1,0 0 1,1 0 0,-1 0 0,0 0-1,0 0 1,0 0 0,1 0 0,-1 0-1,0 0 1,0 0 0,0 0-1,0 0 1,1 0 0,-1 0 0,0 0-1,0-1 1,0 1 0,0 0-1,1 0 1,-1 0 0,0 0 0,0 0-1,0 0 1,0-1 0,0 1 0,0 0-1,1 0 1,-1 0 0,0 0-1,0-1 1,0 1 0,0 0 0,0 0-1,0 0 1,0-1 0,0 1 0,0 0-1,0 0 1,0 0 0,0-1-1,0 1 1,0 0 0,0 0 0,0 0-1,0 0 1,0-1 0,0 1-1,18 7-57,5 10 53,1 0-1,1-2 0,39 18 1,-62-31-2,-1 0 0,1-1 0,0 1 1,-1 0-1,0 0 0,1 0 0,-1 0 1,0 0-1,0 0 0,0 0 0,0 0 1,0 1-1,-1-1 0,1 0 1,-1 1-1,1-1 0,-1 0 0,0 3 1,0-4 7,0 0-1,0-1 1,1 1 0,-1 0 0,0 0 0,0-1 0,0 1 0,1 0 0,-1-1 0,0 1 0,1-1 0,-1 1 0,1 0 0,-1-1 0,1 1 0,-1-1 0,1 1 0,-1-1 0,1 1 0,-1-1 0,1 1 0,0-1 0,-1 0 0,1 1 0,0-1 0,-1 0 0,1 0 0,0 1 0,-1-1 0,2 0 0,35 3 33,-36-3-31,0 0 0,1-1 0,-1 1 0,0-1 0,0 0 0,1 1 0,-1-1 1,0 0-1,0 0 0,0 0 0,0 0 0,0 0 0,0 0 0,0 0 0,0 0 1,0 0-1,0 0 0,0-1 0,-1 1 0,1 0 0,-1 0 0,1-2 0,17-45 133,-2 6-55,-8 30-92,0 1 0,0-1 0,1 2 0,15-15 0,-9 5 99,-14 18-53,-1 1 1,1-1-1,0 1 0,0 0 0,0-1 0,-1 1 1,1 0-1,0 0 0,1 0 0,-1 0 0,0 0 0,0 0 1,0 0-1,3-1 0,-5 6-5203,-11 19 1054,-6 5-832</inkml:trace>
</inkml:ink>
</file>

<file path=ppt/ink/ink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3:00.73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0 146 2897,'0'0'11003,"10"1"-10217,6-1-807,36 3 1442,-49-3-1307,0 1 0,0-1 0,1 1 0,-1 0 0,0 0 0,0 0 0,0 0 1,0 0-1,0 1 0,0-1 0,0 1 0,3 3 0,4 7 75,-1 1 0,-1 0 0,0 0 0,-1 1 0,-1 0 0,0 1 0,-1-1 0,0 1 0,3 18-1,17 46 548,-26-154 1446,3 31-2137,-2 27-52,1-1 1,1 1 0,1 0-1,0-1 1,1 1-1,1 0 1,1 1 0,0 0-1,1-1 1,1 2-1,0-1 1,1 1 0,1 1-1,19-24 1,-27 37-129,-1 0 0,0-1 0,1 1 0,-1 0 0,1 0 0,0 0 0,-1 0 0,1 0 0,0 0 0,-1 0 0,1 1 0,0-1 0,0 0 0,0 1 0,0 0 0,0-1 0,0 1 0,0 0 0,0 0 0,-1 0 0,1 0 0,0 1 0,0-1 1,0 0-1,0 1 0,0 0 0,0-1 0,-1 1 0,1 0 0,0 0 0,0 0 0,2 1 0,3 4-884,-1-1 0,1 1 0,-1 0 0,-1 0 0,8 10 0,-10-12 395,12 16-4164</inkml:trace>
</inkml:ink>
</file>

<file path=ppt/ink/ink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3:00.73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85 108 1176,'0'0'16460,"-2"-3"-15743,1 2-692,1 0 0,-1 1-1,0-1 1,1 0-1,-1 0 1,0 1 0,1-1-1,-1 0 1,0 1 0,0-1-1,0 0 1,0 1-1,0-1 1,0 1 0,1 0-1,-1-1 1,0 1 0,0 0-1,0-1 1,0 1-1,-1 0 1,1 0 0,0 0-1,0 0 1,0 0 0,0 0-1,0 0 1,0 0-1,0 1 1,0-1 0,-1 1-1,0 0-1,-1 1 0,1-1-1,0 1 1,0 0 0,0 0-1,0 0 1,0 0-1,0 0 1,0 1 0,1-1-1,-3 5 1,0 0-17,0 1 0,1 0 0,-1 1 0,2-1 0,-1 0-1,1 1 1,-1 15 0,2-22-1,1-1-1,0 1 0,0 0 1,0 0-1,0 0 1,0 0-1,1 0 0,-1 0 1,0-1-1,1 1 1,-1 0-1,1 0 1,0-1-1,0 1 0,0 0 1,0-1-1,0 1 1,0-1-1,0 1 0,0-1 1,0 1-1,3 1 1,1-1 25,-1-1-1,0 0 1,0 1 0,0-2 0,1 1 0,-1-1 0,0 1 0,1-1-1,5-1 1,-7 2-3,1-1 1,-1 0-1,0 0 0,1-1 0,-1 1 1,0-1-1,1 0 0,-1 0 0,0 0 1,0 0-1,1 0 0,-1-1 0,0 1 1,0-1-1,-1 0 0,6-3 0,-5 1 32,-1 0-1,1 0 0,-1 0 1,0 0-1,0 0 0,0 0 1,0-1-1,-1 1 0,0 0 1,0-1-1,0 1 0,0-9 1,1-19 389,-2-48-1,-1 30 78,1 50-538,0-1 0,0 1 0,0 0 0,0-1-1,0 1 1,0-1 0,0 1 0,-1 0 0,1-1 0,0 1-1,0 0 1,0-1 0,0 1 0,-1 0 0,1 0 0,0-1 0,0 1-1,-1 0 1,1 0 0,0-1 0,-1 1 0,1 0 0,0 0 0,-1-1-1,1 1 1,0 0 0,-1 0 0,1 0 0,0 0 0,-1 0-1,1 0 1,0 0 0,-1 0 0,1 0 0,-1 0 0,1 0 0,0 0-1,-1 0 1,1 0 0,0 0 0,-1 0 0,1 0 0,0 0 0,-1 0-1,1 0 1,0 1 0,-1-1 0,-17 11-2183,16-7 1748,1-1-1,0 1 1,0 0-1,0 0 1,0 0 0,0-1-1,1 1 1,-1 0 0,1 0-1,0 0 1,0 0 0,1 4-1,0 7-2397,-1 5-1593</inkml:trace>
</inkml:ink>
</file>

<file path=ppt/ink/ink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3:00.73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90 36 928,'0'0'18300,"-2"-3"-18026,2 3-265,-1-1 0,1 1 1,0-1-1,-1 1 1,1-1-1,-1 1 1,1 0-1,-1-1 0,1 1 1,0 0-1,-1 0 1,1-1-1,-1 1 1,0 0-1,1 0 0,-1 0 1,1-1-1,-1 1 1,1 0-1,-1 0 1,1 0-1,-1 0 0,0 0 1,1 0-1,-1 0 1,1 0-1,-1 1 1,1-1-1,-1 0 0,1 0 1,-2 1-1,-20 15 252,17-11-205,0 0 0,1 0 0,-1 1 0,1 0 0,1 0 0,-7 13 0,7-10 14,-7 30-14,12-38-33,0-1-1,0 1 1,0 0 0,0-1 0,0 1 0,0-1 0,1 0 0,-1 0 0,0 1-1,0-1 1,0-1 0,4 1 0,-5 0 2,2 0-1,0 0 0,0 0-1,0 1 1,0-2 0,0 1-1,0 0 1,0 0-1,0-1 1,0 0 0,-1 0-1,1 0 1,0 0-1,0 0 1,-1 0 0,1 0-1,-1-1 1,4-2-1,-4 0 96,0 0 0,-1 1-1,1-1 1,-1 0 0,0 0-1,0 0 1,0 0-1,-1 0 1,0 0 0,0 0-1,0 0 1,0-6 0,0-4 64,-1-28 569,1 41-818,0 0 1,0 0-1,-1 0 1,1 0-1,0 0 1,-1 0-1,1 1 1,-1-1-1,1 0 1,-1 0-1,1 0 1,-1 0-1,1 0 1,-1 1-1,0-1 1,0 0-1,1 0 0,-1 1 1,0-1-1,0 1 1,0-1-1,0 1 1,0-1-1,1 1 1,-1-1-1,0 1 1,0 0-1,0-1 1,0 1-1,0 0 1,0 0-1,-2 0 1,2 9-4891,1 13 2962,0-21 1385,1 20-3523,4-7-1541</inkml:trace>
</inkml:ink>
</file>

<file path=ppt/ink/ink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3:00.73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211 27 928,'0'0'15672,"0"-4"-14368,0 3-1201,0 0 0,0 0 0,0 0 0,0 0-1,-1 0 1,1 0 0,0 0 0,0 0 0,-1 0 0,1 0 0,-1 1 0,1-1 0,0 0 0,-1 0 0,0 0 0,1 1 0,-1-1 0,1 0 0,-1 1-1,0-1 1,0 0 0,1 1 0,-1-1 0,0 1 0,-1-1 0,0 0-17,1 1 1,0 0-1,-1 0 0,1 0 0,0 0 1,-1 0-1,1 0 0,-1 0 0,1 0 1,0 0-1,-1 1 0,1-1 0,0 1 1,0-1-1,-1 1 0,1-1 0,0 1 1,0 0-1,-1-1 0,1 1 0,0 0 1,0 0-1,-1 1 0,-17 18 106,0 1 0,2 0-1,1 1 1,0 1 0,2 0-1,0 1 1,-11 30 0,19-36-176,1 0 1,1 0 0,0 0-1,1 1 1,1 0-1,1-1 1,1 1 0,3 31-1,-1 6 2,-2-54-29,0-1 1,0 0-1,1 0 1,-1 0-1,0 1 1,1-1-1,-1 0 1,1 0-1,0 0 1,-1 0-1,1 0 1,0 0-1,0 0 1,-1 0-1,1 0 1,0 0-1,0 0 1,0-1 0,0 1-1,0 0 1,0-1-1,0 1 1,3 0-1,0 1 94,0 0 0,0-1 1,0 0-1,1 0 0,-1 0 0,1 0 0,7 0 0,-9-1-301,1 0 1,0-1-1,0 1 0,0-1 1,0 1-1,0-1 0,-1 0 0,1-1 1,3-1-1,-5 3-133,-1-1 0,0 1 0,0-1 0,0 0 0,1 0-1,-1 0 1,0 0 0,0 0 0,-1 0 0,1 0 0,0 0 0,0 0 0,0 0 0,-1 0 0,1 0-1,0 0 1,-1-1 0,1 1 0,-1 0 0,1-1 0,-1 1 0,0 0 0,0-1 0,1-1 0,-1-12-7706</inkml:trace>
</inkml:ink>
</file>

<file path=ppt/ink/ink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3:00.73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1408,'0'0'17356,"26"0"-16748,-1 0 104,7 0-72,13 0-279,0 0-257,7 0-104,-1 13-385,-13 6-1903,-5-6-3441</inkml:trace>
</inkml:ink>
</file>

<file path=ppt/ink/ink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3:00.73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0 106 1528,'0'0'14295,"8"-8"-13190,4-2-763,1 0 1,-1 1-1,2 0 0,0 1 1,0 0-1,0 1 1,1 1-1,30-9 1,-33 11-302,0 1 1,0 0 0,0 1 0,0 1 0,1-1 0,-1 2 0,1 0 0,-1 0-1,17 4 1,-26-1-14,1 1 0,-1 0-1,0 0 1,0 1 0,-1-1 0,1 0-1,-1 1 1,0 0 0,0-1-1,0 1 1,-1 0 0,2 9-1,1 38 620,-5 92 0,-1-52-59,3-72-453,-2-1 0,0 1-1,-1-1 1,-8 34 0,5-31-13,1-1 0,-2 27 0,-6 28 157,3-27 232,2 0-1,2 1 0,2 61 1,3-110-11,23-39-204,9-17-1483,-23 18-3603,-10 26-113,-4 2-1858</inkml:trace>
</inkml:ink>
</file>

<file path=ppt/ink/ink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3:00.73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3065,'0'0'15623,"11"22"-14057,-2-12-1245,-1-1 0,1 0 0,0 0 0,1-1 0,0-1 1,1 0-1,-1 0 0,20 8 0,-5-3-285,1-2 0,47 13 0,-63-21-13,0-1 0,0 1 0,0-1 0,18-1 0,-18 0 4,-9 0-280,-9 11-5066,-9 6 1124,-3 0-1086</inkml:trace>
</inkml:ink>
</file>

<file path=ppt/ink/ink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3:00.73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135 1 1408,'0'0'17269,"-2"35"-14441,-7-13-2667,-1 0 0,0-1 0,-20 30 0,0-1-41,30-49-121,-5 6-438,1 0 0,1 0-1,0 1 1,0 0 0,0-1 0,-2 12-1,-1 0-3275,-6-5-1585</inkml:trace>
</inkml:ink>
</file>

<file path=ppt/ink/ink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3:00.73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734 275 1200,'0'0'16380,"0"-17"-15260,-3-52-281,2 68-814,1 0 0,0-1 0,0 1 0,-1 0-1,1 0 1,-1 0 0,1 0 0,-1 0 0,1 0 0,-1 0 0,1 0 0,-1 1 0,0-1 0,0 0 0,1 0 0,-1 0 0,0 1 0,0-1-1,0 0 1,0 1 0,0-1 0,0 1 0,0-1 0,0 1 0,0 0 0,0-1 0,0 1 0,0 0 0,0 0 0,0-1 0,-1 1 0,1 0-1,0 0 1,0 0 0,0 1 0,0-1 0,0 0 0,0 0 0,0 1 0,-2-1 0,-4 1 100,-8-1-37,1 1 0,-1 1 0,1 0 0,0 1 0,0 0 1,0 1-1,0 1 0,0 0 0,1 1 0,-25 14 0,-22 13 28,1 2-1,2 3 0,2 2 1,-53 50-1,92-75-89,1 1-1,0 0 1,1 1 0,1 0 0,1 1-1,0 0 1,1 1 0,1 1-1,1 0 1,1 0 0,1 0-1,0 1 1,2 0 0,0 1-1,2-1 1,-3 39 0,6-36-26,-1-9 0,1 0 1,0 0 0,0 0 0,2 0-1,0 0 1,1-1 0,0 1 0,1-1-1,1 0 1,12 27 0,-6-21 17,1-1 0,1 0-1,1-1 1,0-1 0,2 0 0,0 0 0,0-2 0,2 0-1,0-1 1,0-1 0,1 0 0,1-2 0,0 0 0,1-1 0,0-2-1,0 0 1,1-1 0,0-1 0,0 0 0,1-2 0,-1-1 0,1-1-1,0-1 1,0-1 0,41-5 0,-42 1 1,1-2-1,-2-1 1,1 0 0,-1-2-1,0 0 1,-1-1 0,0-2-1,-1 0 1,32-25 0,-20 12 63,-1-2 0,-1-2 0,-1 0 0,40-57 0,-53 63 33,-1 0-1,-1-2 0,-1 1 0,-1-1 1,-1-1-1,12-49 0,-14 36 38,-2 0 1,-2 0-1,-2-1 1,-3-45-1,-1 64-129,-1 0 0,0 0 0,-2 0-1,-1 1 1,0 0 0,-1 0 0,-2 1 0,0 0 0,-1 0-1,-21-30 1,7 16 12,-2 1-1,-1 2 1,-1 0 0,-51-40-1,68 61-57,-2 0 0,0 0 0,0 2 0,0-1 0,-1 2 0,0 0 0,0 0 0,-1 1 0,1 1 0,-1 1-1,0 0 1,0 0 0,0 2 0,-1 0 0,1 1 0,-26 2 0,37-1-116,-1 0 0,1 0 0,0 0 0,0 0 0,-1 1 0,1 0 0,0 0-1,0 0 1,1 0 0,-1 1 0,0-1 0,1 1 0,0 0 0,-1 0 0,1 0 0,0 1 0,0-1 0,1 1 0,-5 7-1,-1 4-1018,0 1-1,2 1 0,-9 28 1,3-7-1525,-6 4-1828</inkml:trace>
</inkml:ink>
</file>

<file path=ppt/ink/ink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3:00.74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1078 77 2689,'0'0'7655,"2"-9"-6995,0 1-79,4-23-493,-4 2 7486,-5 30-7432,-1 0 0,0 0 0,0 0 0,1 1 1,-1-1-1,1 1 0,-1 0 0,1 0 0,0 0 0,-1 0 1,1 1-1,1-1 0,-1 1 0,0 0 0,0 0 0,1 0 1,0 0-1,-1 0 0,-2 6 0,-15 17 194,-40 45 433,3 2-1,-52 89 0,-82 171 181,156-267-829,-46 85 64,26-43 38,-5-4 1,-103 139-1,-30-34 147,193-209-367,16 3-9151,-8-3 3303</inkml:trace>
</inkml:ink>
</file>

<file path=ppt/ink/ink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3:00.74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534 158 1744,'0'0'15830,"-21"0"-15063,1-1-556,11 0-111,-1 1 0,1-1 1,0 2-1,-1-1 1,1 1-1,0 0 1,0 1-1,0 0 1,0 1-1,0 0 1,0 0-1,-13 8 1,-8 6 292,1 3 1,0 0-1,1 1 1,2 2-1,0 1 1,-30 36-1,41-41-283,0 1-1,2 0 1,0 1-1,1 1 1,1 0 0,1 1-1,1 0 1,1 0-1,-8 44 1,10-30-42,1 0 0,2 0 0,2 1 1,4 38-1,-1-53-57,1-1 1,1 1-1,1-1 1,1 0 0,1-1-1,1 0 1,20 38-1,-14-35-6,1 0 0,0-1 0,2-1 1,21 22-1,-31-36-4,2-1 0,-1 0 0,1 0 0,0 0 0,0-1 0,0-1 1,1 0-1,0 0 0,0-1 0,1 0 0,-1 0 0,1-1 0,12 1 1,-6-2 7,0-1 0,1-1 0,-1 0 1,0-1-1,1-1 0,-1-1 1,0-1-1,-1 0 0,1-1 0,-1-1 1,0 0-1,0-1 0,29-18 1,-11 2-11,-1-1 1,-1-2 0,-2-1 0,52-59 0,-50 49 12,-2-2 0,-1-1 1,-2-2-1,-2 0 0,26-61 1,-37 70 19,-2-1 1,-2 0-1,-1 0 1,-1-1-1,-2-1 1,-1 1-1,-2-1 1,-2-39 0,-3 57 27,0-1 0,-1 1 1,-1 0-1,0 0 0,-2 0 1,0 0-1,-1 1 0,-1 0 1,0 0-1,-1 1 0,-1 0 1,0 1-1,-15-16 0,17 20-32,-2 1 1,0 0-1,0 1 0,-1 0 0,0 0 0,0 1 0,-1 1 0,0 0 0,0 0 0,-1 1 0,0 1 0,0 0 0,0 1 0,-1 0 0,0 1 0,1 1 0,-27-2 0,21 3-78,-31 2 54,49 0-55,-1-1 0,0 0-1,0 0 1,1 1 0,-1-1-1,0 1 1,1 0 0,-1-1-1,0 1 1,1 0 0,-1 0-1,1 0 1,-1 0 0,1 0 0,0 1-1,-1-1 1,1 0 0,0 1-1,0-1 1,0 0 0,-1 3-1,1-3-64,1-1 1,0 1-1,0 0 0,0 0 0,0 0 0,-1-1 0,1 1 1,0 0-1,0 0 0,0 0 0,0-1 0,1 1 0,-1 0 1,0 0-1,0 0 0,0-1 0,1 1 0,-1 0 0,0-1 0,1 1 1,-1 0-1,1 0 0,-1-1 0,1 1 0,-1-1 0,1 1 1,-1 0-1,1-1 0,-1 1 0,1-1 0,0 1 0,-1-1 0,1 0 1,0 1-1,0-1 0,-1 0 0,1 1 0,0-1 0,0 0 1,-1 0-1,2 0 0,33 7-6096,9-6-5228</inkml:trace>
</inkml:ink>
</file>

<file path=ppt/ink/ink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3:00.74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1 155 1512,'0'0'10857,"5"-5"-9783,27-25 813,-30 26-1626,-1-1 0,1 1 0,-1 0 0,0 0 0,-1 0-1,1-1 1,-1 1 0,0 0 0,0-6 0,0 10-255,6-71 6436,-5 73-6293,17 34 300,0-2 0,3 0 0,31 41 0,-13-21 237,48 63-52,115 116-1,-123-148-447,-3 4-1,119 184 0,-172-233-115,57 100 479,177 235 0,-237-348-537,-16-19-2,1-1 0,0 0-1,1 0 1,0 0 0,0-1 0,1 0 0,11 9 0,-17-14 24,-1 1-24,0-1 4,-33-1-11911,15 0 4614</inkml:trace>
</inkml:ink>
</file>

<file path=ppt/ink/ink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3:00.74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983 150 1568,'0'0'15918,"-29"-16"-14560,-96-48-351,117 60-891,0 1 0,0 0 0,-1 0 0,1 1 0,-1 0 0,1 1 0,-1 0 0,0 0 0,1 1 0,-1 0 0,0 1 0,0 0 0,-9 2 0,5-1 51,-18 4 165,0 1 0,1 2 0,0 1 0,0 1 0,1 1-1,-32 19 1,11-1 66,1 2 0,-65 54 0,93-67-363,1 0 0,1 1 1,0 0-1,1 2 0,2 0 1,0 1-1,1 1 0,2 0 0,0 1 1,2 1-1,0 0 0,2 0 1,1 1-1,1 0 0,2 0 1,0 0-1,2 1 0,1 0 1,1 0-1,6 54 0,-2-68-32,0-1 0,1 1 0,1-1 0,0 0 0,0 0-1,2-1 1,-1 0 0,2 0 0,0-1 0,0 1 0,1-2 0,0 1 0,1-1-1,0-1 1,0 0 0,1 0 0,19 11 0,-9-7 1,2 0 0,-1-2 0,2 0 1,-1-1-1,1-2 0,1 0 0,-1-2 0,47 6 1,-42-8 0,0-2 0,0-1 1,0-1-1,0-2 1,-1-1-1,1-1 1,-1-1-1,1-1 1,-2-2-1,1-1 0,41-20 1,-30 8 11,-1-2-1,-1-2 1,-1-2 0,-1 0 0,-1-3 0,-2-1-1,-1-1 1,34-46 0,-47 53 2,0-1 0,-2-1 0,-1 0 0,-1-1 1,-2-1-1,0 0 0,-2 0 0,-1-1 0,-2-1 0,-1 1 1,-1-1-1,1-50 0,-6 56 73,0 1 1,-2-1-1,-9-44 0,8 58-19,-1 0-1,0 0 1,0 1-1,-1 0 1,-1 0-1,0 0 1,0 0-1,0 1 1,-2 0-1,-11-13 1,5 10-26,0 0 0,0 1 0,-1 0 0,-1 1 0,0 0 0,0 2 0,-1 0 0,0 1 0,0 0 0,-1 2 0,-23-5 0,2 3 40,-1 2 0,0 2 0,0 1 0,-46 5 0,83-3-86,-1 1 1,1-1-1,0 1 1,0 0-1,0 0 1,0 1 0,0-1-1,0 1 1,0-1-1,0 1 1,1 0-1,-1 0 1,-3 4-1,5-6-15,0 1-1,1 0 0,-1-1 1,0 1-1,1 0 0,-1 0 1,1 0-1,-1-1 0,1 1 1,-1 0-1,1 0 0,-1 0 1,1 0-1,0 0 0,0 0 0,-1 0 1,1 0-1,0 0 0,0 0 1,0 0-1,0 0 0,0 0 1,0 0-1,1 0 0,-1 0 1,0 0-1,0 0 0,1-1 1,-1 1-1,0 0 0,1 0 1,-1 0-1,1 0 0,-1 0 1,1 0-1,0-1 0,-1 1 1,1 0-1,0-1 0,-1 1 1,1 0-1,0-1 0,0 1 1,0-1-1,-1 1 0,2 0 1,34 17-2897,4 4-5025,-26-12-208</inkml:trace>
</inkml:ink>
</file>

<file path=ppt/ink/ink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3:00.74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0 240 3137,'0'0'3937,"4"4"-2402,-4-3-1315,1 0 0,0 0 1,0 0-1,0 0 0,0 0 1,0-1-1,0 1 0,0 0 1,0 0-1,0-1 0,0 1 1,0-1-1,0 1 1,1-1-1,-1 0 0,0 1 1,0-1-1,1 0 0,-1 0 1,0 0-1,0 0 0,1 0 1,-1 0-1,0 0 0,2 0 1,19-12 3449,-6-2-3954,7-11 850,-1 0 0,-2-2 0,0 0 0,-2-1 0,18-38 1,-29 45-188,-3 10 100,0 28-201,0 15 14,-2 0-1,-4 52 1,1-54-59,0-1 0,2 1 0,8 47 0,-2-28 197,-2 0 0,-2 0 0,-5 52 0,2-33 242,-13 45 1423,13-118-2788</inkml:trace>
</inkml:ink>
</file>

<file path=ppt/ink/ink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3:00.74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71 112 2457,'0'0'7118,"3"4"-6144,8 7-17,-11-11-910,1 0-1,-1 0 1,0 1-1,0-1 1,0 0-1,0 0 1,0 0-1,0 1 1,0-1-1,1 0 1,-1 0-1,0 0 1,0 1-1,0-1 1,0 0-1,1 0 1,-1 0-1,0 0 1,0 0-1,1 1 1,-1-1-1,0 0 1,0 0-1,0 0 1,1 0-1,-1 0 1,0 0-1,0 0 1,1 0-1,-1 0 1,0 0-1,0 0 1,1 0-1,-1 0 1,0 0-1,0 0 1,1 0-1,-1 0 1,0 0-1,0 0 1,1 0-1,-1-1 1,0 1-1,0 0 1,0 0-1,1 0 1,-1 0-1,0 0 1,0-1-1,0 1 1,1 0-1,-1 0 1,0 0-1,0-1 1,0 1-1,0 0 1,0 0-1,0 0 1,0-1-1,1 1 1,-1 0-1,0 0 1,0-1-1,0 1 1,0 0-1,0-1 1,2-4 115,1 1-1,0-1 1,1 1 0,-1-1 0,1 1-1,0 0 1,0 0 0,0 1 0,0-1-1,1 1 1,-1 0 0,6-3 0,0-1-35,-2 0-114,0 0 0,1 1 0,-1 0 1,1 1-1,1-1 0,-1 2 0,1-1 0,0 1 1,0 1-1,0 0 0,0 0 0,20-2 1,-29 6-11,0 1 0,0-1 1,0 0-1,-1 1 1,1-1-1,0 1 0,-1-1 1,1 1-1,-1-1 0,1 1 1,-1 0-1,0-1 1,0 1-1,0-1 0,0 1 1,0 0-1,0-1 0,0 1 1,0 0-1,-1 1 1,1-2 14,0 13 80,-1-1 0,0 0 1,-1 1-1,0-1 0,-1 0 0,-1 0 1,0-1-1,0 1 0,-1-1 0,-1 0 1,-14 23-1,-3 1-63,-1 0 0,-2-2 0,-2-1-1,-1-1 1,-51 43 0,79-74-27,0 0 1,1-1-1,-1 1 0,1 0 0,-1-1 0,0 1 0,0-1 0,1 1 1,-1-1-1,0 0 0,0 1 0,1-1 0,-1 0 0,0 1 0,0-1 1,0 0-1,0 0 0,0 0 0,1 0 0,-1 0 0,0 0 0,0 0 1,0 0-1,0 0 0,0 0 0,0 0 0,1 0 0,-1-1 0,0 1 1,0 0-1,-1-2 0,0 1-3,1-1 1,0 0-1,-1 1 1,1-1-1,0 0 1,0 0-1,0 0 1,0 0-1,0 0 1,1 0-1,-1-1 0,0-2 1,-4-68-61,5 71 56,-1 1 3,1 0 1,0-1-1,0 1 1,0 0-1,0 0 1,0-1 0,0 1-1,1 0 1,-1 0-1,0-1 1,0 1-1,1 0 1,-1 0 0,1 0-1,-1 0 1,1 0-1,0 0 1,-1 0-1,1 0 1,0 0-1,1-1 1,25-2 532,-16 5-337,75-3 1594,94 4 1699,-175 0-3380,1-1 0,0 1 0,-1 0 0,0 1 0,1-1 0,-1 1 1,0 0-1,0 1 0,-1-1 0,1 1 0,-1 0 0,0 0 0,0 0 0,0 1 0,0-1 1,4 9-1,-6-11-60,1 0 0,-1 0 0,0 0 0,1 0 0,-1 0 0,1-1 1,-1 1-1,1-1 0,0 0 0,-1 0 0,1 0 0,0 0 0,0 0 0,0 0 1,0-1-1,0 0 0,0 1 0,0-1 0,5-1 0,-4 2-1,1-1 0,-1-1-1,1 1 1,-1-1 0,1 1 0,-1-1-1,0 0 1,1-1 0,-1 1 0,0-1-1,0 0 1,6-3 0,-5 1-25,0-1 0,0 1 0,0-1 0,-1 0 0,0 0 0,0 0 0,0-1 0,0 1 1,-1-1-1,0 0 0,-1 0 0,1 0 0,-1 0 0,0 0 0,2-13 0,-4 19-105,-15 5-2139,7 0-97,4 14-1,0 1-2615,3-5-3336</inkml:trace>
</inkml:ink>
</file>

<file path=ppt/ink/ink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3:00.74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62 2505,'0'0'9606,"8"1"-8275,-3 0-1120,0 0 0,1 0 1,-1-1-1,0 0 0,0 0 1,0 0-1,0 0 1,0-1-1,1 0 0,-1 0 1,7-3-1,38-11 479,0 2 1,1 2-1,1 3 1,0 2-1,102 1 0,-152 5-664,-1 0-1,0 1 0,0-1 1,0 1-1,0-1 0,1 1 1,-1-1-1,0 1 0,0 0 0,0-1 1,0 1-1,0 0 0,0 0 1,0 0-1,-1 0 0,1 0 1,0 0-1,0 0 0,-1 0 1,1 0-1,-1 0 0,1 0 1,-1 1-1,1-1 0,-1 0 1,0 0-1,1 1 0,-1-1 1,0 0-1,0 0 0,0 1 1,0-1-1,0 0 0,0 0 0,-1 1 1,1-1-1,-1 2 0,1 1 31,0 0-1,-1 0 1,0 1-1,1-1 1,-2 0-1,1 0 1,0 0-1,-1 0 1,0 0-1,-2 4 1,-2-3 40,1 0-1,-1 0 1,0-1 0,0 0 0,0 0 0,-1 0 0,1-1-1,-1 0 1,0 0 0,0-1 0,0 1 0,0-2 0,-14 3 0,7-1-66,0 0 0,0 1 0,-26 12 1,40-16-32,0 0 0,1 0 0,-1 0 0,1 0 0,-1 1 0,0-1 0,1 0 0,-1 0 0,0 0 0,1 0 0,-1 0 0,0 1 0,1-1 0,-1 0 0,0 0 0,1 0 0,-1 1 0,0-1 0,0 0 0,1 1 0,-1-1 0,0 0 0,0 0 0,1 1 1,-1-1-1,0 0 0,0 1 0,0-1 0,0 1 0,0-1 0,0 0 0,1 1 0,-1-1 0,0 0 0,0 1 0,0-1 0,0 1 0,0-1 0,0 0 0,-1 1 0,1-1 0,0 0 0,0 1 0,0-1 0,0 0 0,0 1 0,0-1 0,-1 0 0,1 1 0,0-1 0,0 0 1,0 1-1,-1-1 0,1 0 0,0 1 0,-1-1 0,1 0 0,0 0 0,-1 0 0,1 1 0,0-1 0,-1 0 0,1 0 0,-1 0 0,37 9-70,-34-9 70,2 1-1,14 1-126,-1 2 0,35 11 1,-49-14 112,0 0 1,0 0-1,0 0 1,0 1-1,-1-1 1,1 1-1,0-1 0,-1 1 1,1 0-1,-1 0 1,1 0-1,-1 0 1,0 1-1,0-1 1,0 1-1,0-1 1,0 1-1,-1 0 1,1-1-1,-1 1 1,0 0-1,0 0 1,0 0-1,0 0 1,1 5-1,2 14-44,-1 2-18,-4-23 89,1-1-1,0 1 1,-1 0 0,1 0-1,-1-1 1,1 1-1,-1 0 1,1-1 0,-1 1-1,0 0 1,1-1 0,-1 1-1,0-1 1,1 1 0,-1-1-1,0 1 1,0-1-1,1 0 1,-1 1 0,0-1-1,0 0 1,0 0 0,0 0-1,0 1 1,1-1 0,-1 0-1,0 0 1,-1 0-1,-299 40 3798,287-38-3514,4-1 409,13 0 25,-1-1-805,0 1 1,0-1-1,1 0 0,-1 0 0,0 1 1,0 0-1,0-1 0,0 1 1,0 0-1,-1 0 0,1 0 1,0 0-1,0 0 0,0 0 1,-1 0-1,1 1 0,-1-1 0,1 1 1,-1-1-1,1 1 0,-1 0 1,0-1-1,0 1 0,0 0 1,0 0-1,1 3 0,-1 57-7267,-1-38-8</inkml:trace>
</inkml:ink>
</file>

<file path=ppt/ink/ink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3:00.74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8 448 1872,'0'0'14638,"26"0"-12475,-20-1-2086,-1 1 0,0-1 0,0 0 0,1-1 0,-1 1 0,0-1 0,0 0 0,-1-1 0,1 1 0,0-1 0,-1 0 0,0 0 0,1 0 0,-1 0 0,0-1-1,-1 0 1,6-6 0,-5 5-64,0 0-1,0-1 0,0 1 1,-1-1-1,1 0 0,-2 0 1,1 0-1,-1 0 0,0-1 1,0 1-1,0-1 0,-1 1 1,1-10-1,-2 13-10,0 1-1,1 0 1,-1-1 0,0 1-1,0-1 1,-1 1 0,1 0-1,0-1 1,-1 1-1,0-1 1,1 1 0,-1 0-1,0 0 1,0 0 0,0-1-1,-1 1 1,1 0 0,0 0-1,-1 0 1,-1-2 0,-2 3-1,1-1 1,0 1 0,0-1-1,-1 1 1,1 1 0,-1-1 0,1 0-1,-1 1 1,1 0 0,-8 1-1,8 0 12,1-1-1,-1 1 1,1 0 0,-1 1-1,1-1 1,-1 0-1,1 1 1,0 0-1,0 0 1,0 0-1,0 0 1,0 0 0,0 1-1,1-1 1,-1 1-1,1 0 1,-1 0-1,1 0 1,0 0 0,0 0-1,1 0 1,-1 1-1,0-1 1,1 1-1,0-1 1,-1 5-1,-3 6 57,2 0-1,-1 0 0,2 0 0,0 1 0,-1 20 0,3-10 44,-1-5-33,1-1-1,1 0 1,5 25 0,-6-40-70,1 1 1,0-1-1,1 0 0,-1 1 1,1-1-1,0 0 1,0 0-1,0 0 1,1 0-1,-1 0 0,1 0 1,0-1-1,0 1 1,0-1-1,1 0 1,-1 0-1,1 0 0,-1 0 1,6 2-1,-5-3 3,-1-1 0,1 1 1,0-1-1,0 0 0,0 0 0,0-1 0,0 1 0,0-1 0,0 0 0,0 0 0,0 0 0,0 0 1,0-1-1,0 1 0,-1-1 0,1 0 0,0 0 0,0-1 0,0 1 0,-1-1 0,1 0 0,-1 0 0,1 0 1,-1 0-1,0-1 0,0 1 0,0-1 0,0 0 0,0 0 0,-1 0 0,4-4 0,6-10-5,1-1 1,-2-1-1,0 1 0,10-29 0,15-47-127,-5-1 0,29-151 0,-60 245 119,4-22 11,-2 8 48,-1 29-2,-3 23 276,-2-1-1,-9 44 1,6-42-122,1 0 0,-1 47 0,7 21-251,1-105-197,-1 0 0,1 1 0,0-1 0,-1 1 0,1-1 0,0 0 1,0 1-1,0-1 0,0 0 0,0 0 0,0 0 0,0 0 0,0 0 0,1 0 0,-1 0 0,2 1 0,10 11-6638,-12-8-59</inkml:trace>
</inkml:ink>
</file>

<file path=ppt/ink/ink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3:00.74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69 81 2577,'0'0'12482,"10"0"-11674,99 0 697,-108-1-1496,0 0 0,0 0 1,0 1-1,-1-1 1,1 0-1,0 0 0,0 0 1,-1 0-1,1 0 0,-1 1 1,1-1-1,-1 0 0,1-1 1,-1 1-1,0 0 0,1 0 1,-1 0-1,0 0 1,0 0-1,0 0 0,0 0 1,0 0-1,0 0 0,0 0 1,0-1-1,-1-1 0,1 1 7,0-1-1,0 1 1,0 0-1,0-1 1,-1 1-1,1 0 1,-1-1-1,0 1 1,1 0-1,-1 0 1,0 0-1,0 0 1,-3-4-1,-1 4-20,-1-1 0,0 1 0,1-1 0,-1 2 0,0-1-1,0 1 1,0 0 0,-1 0 0,1 0 0,-8 1 0,-62 5-26,73-5 56,1 1 0,0 0 0,0 0 0,0 0 0,0 0 0,0 1 0,0-1 0,0 0 0,0 1 0,1 0 0,-1-1 0,0 1 0,1 0 0,-1 0 0,1 0 0,0 0-1,0 0 1,0 0 0,0 0 0,0 0 0,0 0 0,0 1 0,1-1 0,-1 0 0,1 0 0,0 1 0,-1-1 0,1 0 0,0 1 0,0-1 0,1 5 0,-1 2 69,1 0 1,0 0 0,1 0 0,-1-1 0,2 1-1,5 16 1,2-6-225,0 0-1,1 0 1,16 19-1,-20-29-1290,1-1 0,0 0-1,0 0 1,13 10 0,-2-10-3934</inkml:trace>
</inkml:ink>
</file>

<file path=ppt/ink/ink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3:00.74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 56 1224,'0'0'16438,"0"6"-15876,-1 10-280,1-5 68,-1 1 0,1-1 0,1 0 0,0 1 0,4 17 0,-5-28-345,0-1 1,1 1 0,-1-1 0,0 1-1,0-1 1,0 0 0,0 1-1,1-1 1,-1 1 0,0-1-1,0 0 1,1 1 0,-1-1 0,0 0-1,1 1 1,-1-1 0,0 0-1,1 0 1,-1 1 0,1-1-1,-1 0 1,0 0 0,1 0 0,-1 0-1,1 1 1,-1-1 0,1 0-1,-1 0 1,0 0 0,1 0 0,-1 0-1,1 0 1,-1 0 0,1 0-1,-1 0 1,0 0 0,1 0-1,-1 0 1,1-1 0,-1 1 0,1 0-1,-1 0 1,0 0 0,1-1-1,-1 1 1,1 0 0,-1 0-1,0-1 1,1 1 0,-1 0 0,0-1-1,0 1 1,1 0 0,-1-1-1,0 1 1,1-1 0,20-29-9,-15 19 14,3 0-12,1 0 0,0 0 0,0 1 0,1 0-1,0 1 1,22-15 0,-32 24-1,0 0 0,-1 0-1,1 0 1,0 0 0,-1-1 0,1 1 0,0 0-1,-1 0 1,1 0 0,0 0 0,0 1-1,-1-1 1,1 0 0,0 0 0,-1 0 0,1 0-1,-1 1 1,1-1 0,0 0 0,-1 1-1,1-1 1,-1 0 0,1 1 0,-1-1-1,1 1 1,-1-1 0,1 1 0,-1-1 0,1 1-1,-1-1 1,0 1 0,1 0 0,-1-1-1,0 1 1,1-1 0,-1 1 0,0 0 0,0-1-1,0 1 1,1 1 0,8 34 99,-7-26-87,-2-9 0,0 0 0,0 0 0,0 0 0,0-1-1,0 1 1,0 0 0,0 0 0,1 0 0,-1-1 0,0 1 0,1 0 0,-1 0-1,1-1 1,-1 1 0,0 0 0,1-1 0,0 1 0,-1 0 0,1-1-1,-1 1 1,1-1 0,0 1 0,1 0 0,11-16 147,-10 10-183,16-26 28,-11 18 6,-1 1 0,1 0 0,14-16 0,-21 28 3,-1 0 1,0 0 0,0 0-1,0 0 1,0 0 0,1 0-1,-1-1 1,0 1 0,0 0-1,0 0 1,1 0 0,-1 0-1,0 0 1,0 0 0,0 0-1,1 0 1,-1 0 0,0 0 0,0 0-1,0 0 1,1 0 0,-1 0-1,0 0 1,0 0 0,0 0-1,1 0 1,-1 0 0,0 0-1,0 0 1,0 1 0,1-1-1,-1 0 1,0 0 0,0 0-1,0 0 1,0 0 0,0 0 0,1 1-1,-1-1 1,0 0 0,0 0-1,0 0 1,0 1 0,0-1-1,0 0 1,0 0 0,1 1-1,5 17 437,4 31 81,-8-36-465,-1-9-189,0 0 0,1 0 1,-1 0-1,1 0 0,0 0 0,0 0 0,0 0 0,0 0 0,1-1 0,0 1 0,3 3 1,-4-5-789,0-1 0,0 1 0,0-1 0,0 1 0,0-1 0,0 1 0,1-1 0,-1 0 0,0 0 0,1 0 0,4 1 0,5-2-5270</inkml:trace>
</inkml:ink>
</file>

<file path=ppt/ink/ink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3:00.75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65 51 1320,'0'0'12186,"0"7"-11628,1 24-118,0-30-381,0 0-1,-1 0 0,1 0 0,0 0 0,0 0 0,0 0 0,0 0 0,1-1 0,-1 1 0,0 0 0,0 0 0,0-1 0,1 1 1,-1-1-1,0 1 0,1-1 0,-1 0 0,0 1 0,1-1 0,-1 0 0,1 0 0,-1 0 0,0 0 0,3 0 0,32-2 524,-33-1-570,0 1 0,0-1 0,0 1 0,-1-1 0,1 0 1,-1 0-1,0 0 0,0-1 0,0 1 0,0-1 0,0 1 0,-1-1 0,0 1 0,0-1 0,0 0 0,0 1 0,0-1 0,-1 0 0,1 0 0,-1 0 0,0 1 0,0-1 0,-1 0 1,1 0-1,-3-6 0,1 9-8,0 0 0,0 0 0,-1 1 0,1-1 0,0 0 0,-1 1 0,1-1 0,-1 1 0,1 0 1,-1 0-1,1 0 0,0 0 0,-1 1 0,-3 0 0,-7-1 0,3 0-5,-1 0-1,1 1 1,0 0 0,0 1 0,-11 2-1,19-3 27,0 0 0,-1-1-1,1 1 1,0 0-1,0 0 1,0 0-1,0 1 1,0-1 0,0 0-1,0 1 1,1-1-1,-1 1 1,0 0-1,1-1 1,-1 1-1,1 0 1,0 0 0,0 0-1,-1 0 1,1 0-1,1 0 1,-1 0-1,0 1 1,0-1 0,1 0-1,-1 0 1,1 1-1,0-1 1,0 4-1,-1 3 105,2-1 0,-1 1 0,1-1 0,0 1 0,1-1 0,0 1 0,0-1 0,1 0-1,6 15 1,-6-20-118,-1 1 0,0-1-1,1 0 1,0 0 0,0 0-1,0 0 1,0-1 0,0 1-1,1-1 1,-1 1-1,1-1 1,-1-1 0,1 1-1,0 0 1,0-1 0,0 0-1,0 0 1,0 0 0,0 0-1,0 0 1,0-1 0,0 0-1,6 0 1,-6 0-2,1 0 0,0 0 1,0 0-1,-1-1 0,1 0 1,0 0-1,-1 0 1,1 0-1,-1-1 0,1 1 1,-1-1-1,0 0 0,5-4 1,-5 2-11,1 0 0,-1 0 1,0-1-1,-1 0 1,1 0-1,-1 0 1,0 0-1,0-1 1,4-10-1,10-62-130,-15 63 481,-1 16 727,-1 154-92,0-154-983,0-1 0,1 0 0,-1 1 0,0-1 0,0 0 0,0 0 0,1 1 0,-1-1 0,0 0 0,0 0 1,1 1-1,-1-1 0,0 0 0,1 0 0,-1 0 0,0 0 0,0 1 0,1-1 0,-1 0 0,0 0 0,1 0 0,-1 0 1,0 0-1,1 0 0,-1 0 0,1 0 0,-1 0 0,0 0 0,1 0 0,-1 0 0,0 0 0,1 0 0,-1 0 0,0 0 0,1 0 1,-1-1-1,0 1 0,0 0 0,1 0 0,-1 0 0,0-1 0,1 1 0,-1 0 0,0 0 0,0 0 0,1-1 0,-1 1 1,0-1-1,17-10 50,-17 11-50,76-91 42,-67 83-17,-9 18 31,0 3-2,-1-11-98,1 0 1,0 1-1,-1-1 1,1 0-1,0 1 1,1-1-1,-1 0 1,0 1-1,1-1 1,-1 0-1,1 1 0,0-1 1,0 0-1,0 0 1,0 0-1,0 0 1,0 0-1,0 0 1,1 0-1,-1 0 0,1 0 1,-1-1-1,1 1 1,0 0-1,0-1 1,0 0-1,0 1 1,0-1-1,0 0 0,0 0 1,4 1-1,55 28-4371,-30-22-860</inkml:trace>
</inkml:ink>
</file>

<file path=ppt/ink/ink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3:00.75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20 0 1040,'0'0'13079,"-1"5"-11559,-5 27 1033,-2 46-1,4 99-490,4-155-1942,0-19-131,0 4 31,0 0-1,0-1 1,0 1-1,1 0 1,0 0 0,1-1-1,2 8 1,-3-12-48,0 0-1,0 0 1,0 0 0,0-1 0,1 1 0,-1 0-1,1-1 1,-1 0 0,1 1 0,0-1-1,0 0 1,0 0 0,-1 1 0,1-2 0,0 1-1,0 0 1,0 0 0,0 0 0,0-1 0,1 0-1,-1 1 1,0-1 0,0 0 0,0 0 0,0 0-1,4 0 1,23 0-4926</inkml:trace>
</inkml:ink>
</file>

<file path=ppt/ink/ink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3:00.75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4585,'0'0'17020,"180"0"-17020,-148 6-464,-7 11-3457,-5-8-5185</inkml:trace>
</inkml:ink>
</file>

<file path=ppt/ink/ink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3:00.75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1 223 2505,'0'0'10727,"22"3"-9499,0 1-951,-6-1-57,0 0 1,1-1-1,0 0 1,-1-2-1,1 0 1,0-1-1,22-3 1,-30 1-142,0 0 0,0 0 0,0 0 0,-1-1 1,1 0-1,-1-1 0,0 0 0,0 0 0,0-1 0,-1 0 0,7-7 0,-11 9-60,0 0 0,1 0 0,-2 0 0,1 0 0,0 0 0,-1 0 0,0-1 0,0 1 0,0-1 0,-1 0 0,0 1 0,1-1 0,-2 0 0,1 0 0,0 0 0,-1 0 0,0 0-1,0 0 1,-1 1 0,1-1 0,-1 0 0,0 0 0,-2-5 0,2 7-16,-1-1 0,0 0 0,0 1 0,0 0 0,-1-1 0,1 1-1,-1 0 1,0 0 0,0 0 0,0 1 0,0-1 0,0 1 0,0-1 0,-1 1 0,1 0 0,-1 0-1,0 1 1,1-1 0,-5 0 0,5 1 13,0 0 0,0 0 0,0 0-1,1 1 1,-1-1 0,0 1 0,0 0 0,0-1 0,0 2-1,0-1 1,0 0 0,0 0 0,0 1 0,0 0 0,1-1-1,-1 1 1,0 0 0,0 1 0,1-1 0,-1 0 0,0 1-1,1-1 1,0 1 0,-1 0 0,1 0 0,-3 3 0,0 3 98,-1 1 0,2 0 0,-1 0 0,1 0 0,0 0 0,1 1 0,0 0 0,1 0 0,0-1 0,1 1 0,-1 0 1,2 1-1,0-1 0,0 0 0,0 0 0,2 0 0,-1 0 0,1 0 0,1-1 0,-1 1 0,2 0 0,-1-1 0,7 12 1,2-3 198,-4-5-218,0 1 0,1-2 1,1 1-1,0-1 1,1-1-1,0 0 0,19 15 1,-25-24-162,-1-1 1,0 0-1,0 0 1,1 0-1,-1 0 1,0-1-1,1 0 1,-1 1-1,1-2 1,-1 1-1,0 0 1,1-1-1,-1 0 1,0 0-1,1 0 1,-1-1-1,0 1 1,0-1-1,0 0 1,0 0-1,-1-1 1,1 1-1,0-1 1,3-3-1,-2 0-846,0 1 1,-1-1-1,1 0 0,-1 0 0,-1-1 1,6-12-1,-2 4-2281,10-15-4070</inkml:trace>
</inkml:ink>
</file>

<file path=ppt/ink/ink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3:00.75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81 0 1504,'0'0'16025,"-12"32"-14807,-36 101-131,43-120-836,1 0 0,1 1 1,0-1-1,1 1 1,0 0-1,1 0 1,0-1-1,3 26 0,0 1 186,-2-29-365,1 0 1,0 0-1,0 0 1,1 0-1,1 0 1,4 11-1,-6-17-93,1 0 0,0 0 0,1-1-1,-1 1 1,1-1 0,0 0 0,0 0 0,0 0-1,1 0 1,-1 0 0,1-1 0,0 0 0,0 1-1,0-1 1,5 3 0,-7-6-735,4 6-9101</inkml:trace>
</inkml:ink>
</file>

<file path=ppt/ink/ink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3:00.75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0 172 1088,'0'0'12834,"18"-8"-11949,1 0-659,-4 0 19,0 2 0,1 0 0,0 0 0,0 2 0,23-4 1,-36 8-200,1-1 1,-1 1-1,0-1 1,0 1-1,0-1 1,0 0 0,0 0-1,0 0 1,0-1-1,0 1 1,0-1 0,-1 1-1,1-1 1,4-4-1,-5 2 0,-1 1-1,1 0 1,-1-1 0,0 0-1,0 1 1,0-1-1,-1 0 1,0 1-1,1-1 1,-1 0 0,-1-7-1,1 9-36,-1 0-1,1 0 1,0 0 0,-1 0-1,0 0 1,1 0 0,-1 0-1,0 1 1,0-1 0,0 0-1,0 0 1,-1 1 0,1-1 0,0 1-1,-1-1 1,1 1 0,-1-1-1,1 1 1,-1 0 0,0 0-1,1 0 1,-1 0 0,0 0-1,0 0 1,0 0 0,0 1-1,0-1 1,0 1 0,0-1-1,-3 1 1,-4-2 94,0 1 1,1 0-1,-1 1 1,0 0 0,0 0-1,-9 2 1,16-1-72,0-1 1,0 1 0,0-1 0,0 1 0,0 0-1,1 0 1,-1 0 0,0 0 0,1 0-1,-1 0 1,1 1 0,-1-1 0,1 0 0,-1 1-1,1-1 1,0 1 0,0-1 0,0 1 0,0 0-1,0-1 1,0 1 0,0 0 0,0 0-1,1 0 1,-1 0 0,1 0 0,-1 2 0,0 7 95,-1 1 0,2-1 0,0 20 1,1-11-25,0-13-107,0 0 1,0 1 0,0-1 0,1 0 0,0 0-1,1 0 1,0 0 0,0-1 0,0 1-1,1-1 1,7 11 0,21 24-1956,2-7-3839,-26-23 302</inkml:trace>
</inkml:ink>
</file>

<file path=ppt/ink/ink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3:00.75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61 1432,'0'0'16438,"1"0"-16346,-1 0 0,1 0 0,0 0 0,0 0-1,0 1 1,-1-1 0,1 0 0,0 0 0,-1 1-1,1-1 1,0 0 0,-1 1 0,1-1 0,0 0-1,-1 1 1,1-1 0,-1 1 0,1-1 0,0 1-1,-1 0 1,1-1 0,-1 1 0,1 1 0,0 1 50,0 0 1,0 1-1,-1-1 1,1 1-1,-1-1 1,0 1-1,0-1 0,0 0 1,-2 7-1,2-7-109,-1-1-1,0 1 0,1-1 0,0 1 0,-1-1 0,1 1 0,0 0 0,1-1 0,-1 1 0,0 0 0,1-1 1,-1 1-1,1-1 0,0 1 0,0-1 0,0 1 0,0-1 0,0 0 0,0 1 0,1-1 0,-1 0 1,1 0-1,2 3 0,-3-5-34,0 1 1,1-1 0,-1 1 0,0-1-1,1 0 1,-1 1 0,0-1 0,0 0-1,1 0 1,-1 0 0,0 0 0,1 0-1,-1 0 1,0-1 0,1 1-1,-1 0 1,0-1 0,0 1 0,0-1-1,1 1 1,-1-1 0,0 1 0,0-1-1,2-1 1,24-26-141,-16 15 54,96-104-338,-107 117 426,1-1 1,-1 1 0,0 0 0,1 0-1,-1 0 1,1 0 0,-1 0 0,1 0-1,-1-1 1,1 1 0,-1 0 0,1 1-1,-1-1 1,1 0 0,-1 0 0,1 0 0,-1 0-1,1 0 1,-1 0 0,1 1 0,-1-1-1,1 0 1,-1 0 0,1 1 0,-1-1-1,0 0 1,1 1 0,-1-1 0,0 0-1,1 1 1,-1-1 0,0 0 0,1 1-1,-1-1 1,0 1 0,0-1 0,1 1-1,-1-1 1,0 1 0,0-1 0,0 1 0,0-1-1,0 1 1,9 21 176,-8-19-162,-1 0 0,1-1-1,-1 1 1,1 0-1,0 0 1,0 0 0,1-1-1,-1 1 1,0-1 0,1 1-1,0-1 1,-1 1 0,1-1-1,0 0 1,0 0-1,0 0 1,1 0 0,-1 0-1,0 0 1,1-1 0,3 3-1,-3-4-14,1 0 0,-1 1 1,1-1-1,-1 0 0,1-1 0,-1 1 0,1-1 0,-1 1 0,0-1 0,1 0 0,-1 0 1,0-1-1,0 1 0,0 0 0,0-1 0,0 0 0,0 0 0,4-3 0,89-70 39,-96 75-20,0 0 0,0-1-1,0 1 1,1 0 0,-1 0-1,0 0 1,0 0 0,0 0 0,0 0-1,0 0 1,0 0 0,0 0 0,0 0-1,0 0 1,1 0 0,-1 0-1,0 0 1,0 0 0,0 0 0,0 0-1,0 0 1,0 0 0,0 0 0,0 0-1,1 0 1,-1 0 0,0 0 0,0 0-1,0 0 1,0 0 0,0 0-1,0 0 1,0 0 0,0 0 0,0 0-1,1 0 1,-1 0 0,0 0 0,0 0-1,0 0 1,0 0 0,0 0-1,0 0 1,0 0 0,0 1 0,0-1-1,0 0 1,0 0 0,0 0 0,0 0-1,1 0 1,-1 0 0,0 0-1,0 0 1,0 0 0,0 1 0,0-1-1,0 0 1,0 0 0,0 0 0,0 0-1,0 0 1,0 0 0,0 0 0,0 0-1,0 1 1,-1-1 0,-1 13 337,-5 12-216,4-14-103,0 0-1,1 0 1,0 1 0,1-1 0,1 0 0,-1 1-1,2-1 1,0 1 0,2 15 0,-1-24-152,0 0 0,1 0 1,-1 0-1,0 0 0,1-1 0,0 1 1,-1-1-1,1 1 0,0-1 0,0 0 0,0 0 1,1 0-1,-1-1 0,0 1 0,1-1 1,-1 0-1,1 0 0,3 1 0,16 7-1669,4 3-2357,-2-4-1235</inkml:trace>
</inkml:ink>
</file>

<file path=ppt/ink/ink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3:00.75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84 132 1304,'0'0'14243,"5"-4"-13737,-3 2-502,-1 1 90,0 0 0,0-1-1,0 1 1,1 0 0,-1 0-1,0 0 1,1 0-1,-1 1 1,1-1 0,-1 0-1,1 0 1,-1 1 0,1-1-1,-1 1 1,1 0 0,0-1-1,-1 1 1,1 0 0,0 0-1,-1 0 1,1 0 0,0 0-1,-1 0 1,1 0 0,-1 1-1,1-1 1,0 1 0,2 0-1,-3 0-40,1 0-1,0 0 1,-1 0-1,1 0 1,0-1-1,0 1 1,0-1-1,-1 1 1,1-1-1,0 1 0,0-1 1,0 0-1,0 0 1,0 0-1,0 0 1,0-1-1,0 1 1,-1 0-1,1-1 1,0 1-1,0-1 1,0 0-1,2-1 0,-2 0-35,-1 1-1,1-1 1,-1 0-1,0 1 1,1-1-1,-1 0 1,0 0-1,0 0 1,0 0-1,0 0 1,-1 0-1,1 0 0,0-1 1,-1 1-1,1 0 1,-1 0-1,0 0 1,0-1-1,0-2 1,0 2-15,0 1 1,1-1 0,-1 1-1,0-1 1,-1 1 0,1-1 0,0 1-1,-1 0 1,1-1 0,-1 1-1,0 0 1,0-1 0,0 1-1,0 0 1,0 0 0,0-1 0,0 1-1,-1 0 1,1 1 0,-1-1-1,0 0 1,0 0 0,1 1 0,-1-1-1,0 1 1,0-1 0,0 1-1,-1 0 1,1 0 0,0 0-1,0 0 1,-1 0 0,1 0 0,0 1-1,-1-1 1,1 1 0,-1 0-1,-4-1 1,-5-1 2,-1 0 0,0 0 0,0 1-1,1 1 1,-1 0 0,0 1 0,-18 3 0,30-3 10,-1 0 0,1 0 0,0 0 1,-1 0-1,1 0 0,0 1 0,0-1 0,0 0 1,0 1-1,0-1 0,0 0 0,0 1 1,0 0-1,1-1 0,-1 1 0,1-1 0,-1 1 1,1 0-1,-1-1 0,1 1 0,0 2 1,-2 41 480,2-37-335,1 4-22,0-1 0,1 1 0,1-1 0,0 0 0,0 0 0,1 0 0,0-1 0,1 1 0,0-1 0,9 12 0,-12-18-244,1-1-1,0 1 1,0 0 0,0-1-1,0 0 1,1 0 0,-1 0-1,1 0 1,0 0 0,0-1-1,0 0 1,6 3 0,-7-4-240,0 0 1,0-1-1,0 1 1,0-1-1,0 0 0,0 0 1,0 0-1,0-1 1,0 1-1,0 0 1,0-1-1,0 0 1,0 0-1,0 0 1,-1 0-1,1 0 0,0-1 1,-1 1-1,1-1 1,-1 1-1,3-3 1,59-31-8506,-51 29 8561,0 0-1,-1-1 1,13-8-1,-21 12 722,0 0 0,-1-1 1,1 1-1,-1 0 0,0-1 0,0 0 0,0 0 1,-1 0-1,1 0 0,-1 0 0,0-1 0,0 1 1,3-9 6614,-4 18-3026,1 19-1412,-1 36-2664,-1-58 413,27-1-183,-21-3-170,0 1 0,0-1 1,0 0-1,-1 0 0,1 0 1,-1-1-1,1 0 0,-1 0 1,0 0-1,0-1 0,4-4 1,55-52 25,-46 41-29,-14 20 66,-5 12 94,-5 22 195,4-24-286,0 74-386,3-49-1864,-1-33 1785,1 0-1,-1-1 1,1 1 0,0 0 0,0 0 0,0-1 0,0 1 0,1 0-1,-1-1 1,1 0 0,-1 1 0,1-1 0,0 0 0,0 0-1,0 0 1,0 0 0,0 0 0,0 0 0,5 2 0,11 4-6482</inkml:trace>
</inkml:ink>
</file>

<file path=ppt/ink/ink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3:00.75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 1 928,'0'0'18383,"0"15"-17066,0 6-972,-1 4 230,1 1 0,1-1 0,1 0 0,9 39 0,-5-47-943,4 18 918,-7-13-6772,-16-18-6825</inkml:trace>
</inkml:ink>
</file>

<file path=ppt/ink/ink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3:00.75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52 3049,'0'0'17339,"192"-51"-16907,-140 51-336,25 0-96,-19 3-1344,-7 0-5441</inkml:trace>
</inkml:ink>
</file>

<file path=ppt/ink/ink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3:00.76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15 456 160,'0'0'8801,"7"5"-8024,-6-4-854,46 21 1797,-46-21-1626,1 0 0,-1-1 0,1 1 0,-1-1 0,1 0 0,-1 1 0,1-1 0,-1 0 0,1 0 0,0 0 0,-1 0 0,1 0 0,-1-1 0,1 1 0,-1 0 1,1-1-1,-1 1 0,1-1 0,-1 1 0,1-1 0,-1 0 0,0 0 0,1 0 0,-1 1 0,0-1 0,0 0 0,0-1 0,1 1 0,-1 0 0,0 0 0,-1 0 0,1-1 0,0 1 0,0 0 0,1-3 0,-1 2 11,1 0 0,0 0 0,-1 0 1,1 0-1,0 0 0,1 0 0,-1 0 0,0 1 1,5-4-1,-5 5-53,0-1 1,0 0-1,-1 0 1,1 0 0,0 0-1,-1 0 1,1-1-1,-1 1 1,0 0-1,1-1 1,-1 1-1,0-1 1,0 0-1,0 1 1,0-1-1,0 0 1,1-1 0,4-37 1379,-4 12-1310,-1 20-108,0-1-1,-1 1 1,0-1-1,0 1 0,-1-1 1,-3-13-1,3 21-14,-1-1 0,1 1 0,0 0-1,-1 0 1,0-1 0,1 1 0,-1 0 0,0 1 0,1-1 0,-1 0 0,0 0-1,0 1 1,0-1 0,0 1 0,1 0 0,-1-1 0,0 1 0,0 0 0,0 0-1,-3 0 1,-43 2 55,46-2-43,-1 0 11,-1 1 0,1-1 0,-1 1 0,1 0 0,0 0 0,-1 0 0,1 0 0,0 0 0,0 1 0,0-1 0,0 1 0,0 0 0,0 0 0,0 0 0,0 1 0,1-1 0,-1 1 0,1-1 0,0 1 0,0 0 0,0 0 0,0 0 0,0 0 0,1 0 0,-1 0 0,1 0-1,0 1 1,-1 3 0,-1 8 107,0 1-1,1 0 1,1 0-1,1 31 1,1-21 213,0-14-263,1 1 0,0-1-1,0 0 1,1 0 0,1 0 0,0 0 0,1-1 0,0 1 0,1-1-1,0 0 1,1-1 0,0 0 0,0 0 0,1 0 0,1-1-1,10 10 1,-16-17-67,-1-1 1,1 1-1,-1-1 0,1 0 0,-1 0 0,1 0 0,0 0 0,0 0 0,-1-1 1,1 1-1,0-1 0,0 1 0,0-1 0,0 0 0,0 0 0,-1-1 1,1 1-1,0-1 0,0 1 0,0-1 0,-1 0 0,1 0 0,0 0 1,-1 0-1,1 0 0,-1-1 0,1 1 0,-1-1 0,4-3 0,8-5-6,-1-2 0,0 0 0,19-21 0,-27 27 2,22-24 0,-2-2 0,0-1 0,-2-1-1,33-65 1,-45 73-9,-1 1 1,-1-1-1,-1-1 0,-1 0 0,-2 0 1,0 0-1,-2 0 0,0-32 0,-3 43 22,0 11-54,1 0 0,-1 0 0,0 0 0,-1 0 0,0 0 0,1 0 0,-4-7 0,4 10 31,-1 1 0,0-1 0,0 1 1,0 0-1,0-1 0,-1 1 0,1 0 0,0 0 1,0 0-1,-1 0 0,1 0 0,-1 0 0,1 0 1,-1 1-1,1-1 0,-1 0 0,1 1 0,-1-1 1,1 1-1,-1 0 0,0-1 0,1 1 0,-1 0 1,0 0-1,0 0 0,-2 1 0,3-1 10,0 0 1,0 1-1,0-1 0,0 1 0,0-1 0,0 1 1,0 0-1,0-1 0,0 1 0,0 0 0,1 0 1,-1 0-1,0-1 0,0 1 0,1 0 0,-1 0 1,1 0-1,-1 0 0,1 0 0,-1 0 0,1 0 0,0 0 1,-1 1-1,1-1 0,0 0 0,0 0 0,0 0 1,0 0-1,0 2 0,-2 42 240,3-37-148,-1 23 305,3-1 1,0 0-1,2 0 0,1 0 1,1-1-1,12 30 1,-14-43-93,-2 1 0,0-1 0,-1 0 1,-1 1-1,-1 28 0,0-33 183,1-3-467,1 0 0,-1 0 0,1-1 0,1 1 0,0-1-1,6 14 1,10 29-62,-19-49-35,0-1-1,1 0 0,-1 0 1,1 1-1,-1-1 1,1 0-1,-1 0 0,1 0 1,0 0-1,0 0 1,-1 0-1,1 0 0,0 0 1,0 0-1,0 0 0,0 0 1,0-1-1,0 1 1,0 0-1,0-1 0,1 1 1,0 0-1,27 2-5488,-28-3 5312,13 0-4579</inkml:trace>
</inkml:ink>
</file>

<file path=ppt/ink/ink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3:00.76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57 67 56,'0'0'19369,"0"7"-18795,0-1-488,-1 2 150,1-1-1,1 1 0,-1-1 0,1 0 1,4 12-1,-5-17-192,1 0 1,-1 0-1,1 0 0,0-1 1,0 1-1,0 0 1,0-1-1,0 1 1,1 0-1,-1-1 0,0 1 1,1-1-1,-1 0 1,1 1-1,-1-1 1,1 0-1,0 0 0,-1 0 1,1 0-1,0 0 1,0-1-1,0 1 1,0-1-1,0 1 0,0-1 1,-1 1-1,1-1 1,0 0-1,3 0 1,8 0 47,-6 1-60,0-1 1,0 0-1,0-1 1,0 0-1,0 0 0,13-3 1,-19 3-32,1 0 0,0 0 0,0-1 0,0 1 0,-1 0-1,1-1 1,-1 1 0,1-1 0,-1 1 0,0-1 0,1 0 0,-1 1 0,0-1 0,0 0 0,0 0 0,0 0 0,-1 0 0,1 0 0,0 0-1,-1 0 1,1 0 0,-1 0 0,0 0 0,0 0 0,0 0 0,0 0 0,0-3 0,0 2-40,0 1-1,0-1 1,0 1-1,0-1 1,-1 1 0,1-1-1,-1 1 1,1-1 0,-1 1-1,0-1 1,0 1-1,0 0 1,0-1 0,0 1-1,-1 0 1,1 0-1,-1 0 1,1 0 0,-3-2-1,0 1-4,0 1-1,-1 0 1,1 0-1,0 0 1,-1 0-1,1 1 1,-1 0-1,1 0 1,-1 0-1,-5 0 1,-56-3-37,63 4 85,1 0 0,-1 0 0,0 0 0,1 0 0,-1 0 0,1 1 0,-1-1 0,1 1 0,-1 0 0,1 0 0,-1 0 0,1 0 0,0 0 1,-1 0-1,1 1 0,0-1 0,0 1 0,0 0 0,0-1 0,0 1 0,-2 3 0,1 4 41,-1-1 0,1 2-1,1-1 1,0 0 0,0 0 0,1 1 0,0-1 0,1 1-1,0-1 1,0 1 0,1-1 0,0 1 0,1-1 0,0 0-1,0 1 1,1-1 0,5 10 0,-5-12-162,0 1 1,1-1 0,0-1-1,0 1 1,1-1-1,0 1 1,0-1 0,1-1-1,-1 1 1,1-1 0,0 0-1,1 0 1,-1-1-1,1 0 1,0 0 0,0 0-1,0-1 1,1 0-1,-1 0 1,13 2 0,-8-3-1389,0 0-1,1 0 1,-1-2 0,1 1 0,17-3 0,-26 2 1039,0-1 0,-1 0-1,1 0 1,0 0 0,-1 0 0,1-1 0,-1 1-1,1-1 1,-1 0 0,0 0 0,0 0 0,0 0-1,0-1 1,0 1 0,0-1 0,-1 0-1,1 0 1,-1 0 0,0 0 0,3-5 0,0-1 133,40-85 2425,-29 43 3342,-10 0 3435,-6 52-8802,0-1 0,0 0 0,0 0 0,0 0 1,0 1-1,0-1 0,0 0 0,0 0 0,0 0 1,1 1-1,-1-1 0,0 0 0,0 0 0,0 0 1,0 0-1,0 1 0,1-1 0,-1 0 0,0 0 0,0 0 1,0 0-1,0 0 0,1 0 0,-1 0 0,0 1 1,0-1-1,0 0 0,1 0 0,-1 0 0,0 0 1,0 0-1,0 0 0,1 0 0,-1 0 0,0 0 1,0 0-1,0 0 0,1 0 0,-1 0 0,0 0 0,0 0 1,0 0-1,1-1 0,-1 1 0,0 0 0,0 0 1,0 0-1,0 0 0,1 0 0,-1 0 0,0 0 1,0-1-1,0 1 0,0 0 0,1 0 0,-1 0 0,0 0 1,0-1-1,0 1 0,0 0 0,0 0 0,0 0 1,0-1-1,0 1 0,0 0 0,0 0 0,0 0 1,0-1-1,0 1 0,11 13 1345,0 5-524,-3-3-535,1-1 0,0-1 1,1 0-1,12 13 0,-21-25-348,0-1 0,0 1-1,0-1 1,0 1 0,0-1 0,0 0-1,0 1 1,0-1 0,0 0 0,0 0-1,0 0 1,0 0 0,0 0 0,0 0-1,0 0 1,0 0 0,1 0 0,-1-1-1,0 1 1,0 0 0,0-1 0,0 1-1,0-1 1,0 1 0,0-1 0,0 1-1,-1-1 1,1 0 0,0 1 0,0-1-1,0 0 1,-1 0 0,1 1 0,0-1-1,0-2 1,27-32-234,-27 34 220,9-15-32,0 0 0,1 1-1,1 0 1,1 1 0,0 0 0,1 1 0,0 1 0,1 0 0,28-17-1,-42 29 43,-1-1 0,1 1-1,0 0 1,-1-1-1,1 1 1,0 0-1,-1 0 1,1 0-1,0-1 1,0 1-1,-1 0 1,1 0 0,0 0-1,0 0 1,0 0-1,-1 0 1,1 1-1,0-1 1,0 0-1,-1 0 1,1 0-1,0 1 1,-1-1-1,1 0 1,0 1 0,-1-1-1,1 1 1,0-1-1,0 1 1,10 24 151,-6 30 374,-4-54-517,-1-1 1,0 1-1,0 0 0,1-1 0,-1 1 0,0 0 0,1-1 1,-1 1-1,1-1 0,-1 1 0,1 0 0,-1-1 1,1 1-1,-1-1 0,1 1 0,0-1 0,-1 0 0,1 1 1,-1-1-1,1 0 0,0 1 0,-1-1 0,1 0 0,0 0 1,0 0-1,-1 1 0,1-1 0,0 0 0,0 0 1,-1 0-1,1 0 0,0 0 0,0 0 0,-1-1 0,1 1 1,0 0-1,-1 0 0,1 0 0,0-1 0,0 1 0,34-12 35,161-85 61,-195 96 169,-1 40 422,0-36-726,0 1-1,1 0 1,-1 0 0,1 0 0,0 0 0,0 0-1,0 0 1,0-1 0,1 1 0,0-1 0,-1 1-1,1-1 1,1 1 0,-1-1 0,0 0-1,1 0 1,-1 0 0,7 4 0,25 14-3601,6-9-5443,-26-11 498</inkml:trace>
</inkml:ink>
</file>

<file path=ppt/ink/ink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3:00.76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4 120 2801,'0'0'13032,"13"-4"-11744,10-2-416,1 2 0,0 0 1,39-1-1,20 5-15,-82 0-850,-1-1 0,1 1 0,0 0 0,-1-1 0,1 1-1,-1-1 1,1 1 0,0-1 0,-1 0 0,1 1 0,-1-1 0,1 0-1,-1 1 1,0-1 0,1 0 0,-1 0 0,0 1 0,1-1 0,-1 0 0,0 0-1,0 1 1,0-1 0,0 0 0,0 0 0,0 0 0,0 0 0,0 1-1,0-1 1,0 0 0,0 0 0,0 0 0,0 1 0,-1-1 0,1 0-1,0 0 1,-1 1 0,0-2 0,-13-32 35,11 31-45,-1-1 0,0 1 0,-1 0 0,1 1 0,0-1 0,-1 1 0,1-1 0,-1 1 0,0 1 0,0-1 0,0 1 0,-6-2 0,-63 0 36,53 3-26,18 0-5,0 1 0,0-1 1,0 1-1,0-1 0,1 1 0,-1 0 0,0 0 0,0 0 0,1 1 0,-1-1 0,1 1 0,-1-1 0,1 1 0,-1 0 0,1 0 0,0 0 0,0 0 0,0 0 1,0 1-1,0-1 0,1 0 0,-1 1 0,1 0 0,0-1 0,-1 1 0,1 0 0,0-1 0,1 1 0,-1 0 0,0 5 0,-1-2 10,1 0-1,1 0 1,-1 0 0,1-1-1,0 1 1,1 0-1,-1 0 1,1 0 0,0 0-1,1 0 1,-1 0-1,1-1 1,0 1 0,1-1-1,3 7 1,-1-4-1,0-1 1,1 0 0,0 0 0,0 0-1,1-1 1,0 0 0,0 0-1,0-1 1,1 0 0,0 0 0,0-1-1,11 5 1,-6-5-2,0 0 0,0-1-1,0 0 1,0-1 0,1-1 0,-1 0 0,25-2-1,-30 0-102,-1-1-1,1 0 1,0 0-1,-1-1 1,1 0-1,-1-1 1,0 0-1,0 0 1,0 0-1,-1-1 1,1 0-1,-1 0 1,0 0-1,0-1 1,7-10-1,3-3-42,-1-1-1,-1-1 1,21-39 0,-43 94 5016,8-31-4866,-1-1 0,2 1 0,-1-1-1,0 1 1,0-1 0,1 0 0,-1 1 0,1-1 0,0 0 0,0 1 0,0-1 0,0 0 0,0 0 0,0 0 0,1 0-1,-1 0 1,1 0 0,-1 0 0,1 0 0,0 0 0,0-1 0,0 1 0,0-1 0,0 0 0,0 1 0,0-1 0,0 0-1,0 0 1,1 0 0,-1 0 0,0-1 0,1 1 0,-1-1 0,0 1 0,5-1 0,2 1-8,67 0 9,-72-1-13,1 0 0,-1-1 0,1 1 1,-1-1-1,1 0 0,-1-1 0,0 1 1,1-1-1,-1 0 0,0 0 0,0 0 0,0-1 1,5-4-1,-8 8 26,0 0 0,-1 0 0,1-1 0,-1 1 0,1 0 0,-1 0 0,0 0 0,1 0 0,-1 0 0,0 0 0,1 0 0,-1 0 0,0 0 0,0 0 0,0 0 1,0 0-1,0 0 0,0 0 0,0 0 0,-1 0 0,1 0 0,-1 1 0,1 4-120,0-1 1,0 0-1,1 1 1,-1-1-1,1 1 1,0-1-1,0 0 1,1 0-1,0 1 1,3 7-1,23 7-2592,-5-10-3575,-5-8-2053</inkml:trace>
</inkml:ink>
</file>

<file path=ppt/ink/ink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3:00.76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3001,'0'0'14437,"0"23"-13103,0 168 2081,0-180-3222,0 0 0,0 0 0,1 0 0,1 0 0,-1 0 0,2-1 0,6 19 0,-7-25-178,0 0 0,1 1-1,0-1 1,0 0 0,0 0 0,1-1 0,-1 1 0,1-1 0,0 0 0,0 0 0,0 0 0,0 0 0,1-1 0,-1 1 0,1-1-1,-1 0 1,1-1 0,0 1 0,5 0 0,6 2-157,-1-2 0,1 0 0,22 0 0,14-6-3392,-51 4 3280,0 0 1,0 0-1,0-1 1,0 1-1,0 0 1,-1-1-1,1 1 1,0 0-1,0-1 1,0 1-1,-1-1 1,1 0-1,0 1 1,-1-1-1,1 1 0,-1-1 1,1 0-1,0-1 1,7-18-7199</inkml:trace>
</inkml:ink>
</file>

<file path=ppt/ink/ink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3:00.76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5353,'0'0'16060,"218"9"-15404,-116 11-656,-18-4-432,-7-10-4537</inkml:trace>
</inkml:ink>
</file>

<file path=ppt/ink/ink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3:00.76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1 190 2761,'0'0'11675,"10"-1"-10710,-7 0-851,0 0 0,0 1 0,0-1 1,0 1-1,0 0 0,0 0 0,0 0 1,1 1-1,-1-1 0,0 1 0,0 0 1,0 0-1,0 0 0,0 0 0,0 0 1,-1 0-1,1 1 0,0-1 0,-1 1 1,1 0-1,-1 0 0,1 0 0,-1 0 1,0 1-1,0-1 0,4 5 0,6 9 720,-1-1 0,17 34 0,-30-72-202,1 0-1,3-43 1,0 6-574,-2 54-117,0 1 0,1-1 0,0 1 0,0 0 0,0-1 0,0 1 0,1 0 0,0 0 0,0 0 0,0 0 0,1 0 0,0 1 0,0-1 0,0 1 0,0-1 0,1 1-1,-1 0 1,1 0 0,0 1 0,0-1 0,1 1 0,-1 0 0,1 0 0,0 0 0,-1 1 0,1 0 0,0 0 0,1 0 0,-1 0 0,0 1 0,0 0 0,1 0 0,-1 0 0,0 1 0,1 0 0,5 0 0,-9 1-319,1-1-1,-1 1 0,0 0 1,1 0-1,-1 0 0,0 0 1,0 0-1,0 0 0,0 1 0,0-1 1,0 1-1,0-1 0,0 1 1,-1 0-1,1 0 0,0 0 1,-1 0-1,0 0 0,1 0 1,-1 0-1,0 0 0,0 1 0,0-1 1,-1 0-1,2 3 0,5 18-6858</inkml:trace>
</inkml:ink>
</file>

<file path=ppt/ink/ink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3:00.76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86 78 1344,'0'0'14594,"-11"5"-14218,6-3-344,1-1-11,1 0-1,-1 0 1,0 0-1,1 1 1,0 0 0,-1-1-1,1 1 1,0 1-1,0-1 1,0 0 0,0 1-1,0-1 1,1 1-1,-1 0 1,1 0 0,-1 0-1,1 0 1,0 0-1,1 1 1,-1-1 0,0 1-1,1-1 1,0 1-1,-2 5 1,2-1 8,0 1-1,1-1 1,-1 1-1,2-1 1,-1 1-1,1-1 1,3 12 0,-3-17-26,0 0 1,0 0 0,1 0 0,-1 0-1,1-1 1,0 1 0,0 0-1,0-1 1,0 1 0,0-1 0,1 0-1,-1 1 1,1-1 0,-1 0 0,1-1-1,0 1 1,0 0 0,0-1-1,0 0 1,0 1 0,5 0 0,-2 0 3,-1 0 0,1-1 0,-1 0 0,1 0 0,0 0 0,-1-1 0,1 0 0,0 0 0,0 0 0,-1-1 0,1 0 0,0 0 1,-1 0-1,9-4 0,-11 4 3,-1-1 1,1 1-1,0-1 1,0 0-1,-1-1 1,1 1-1,-1 0 1,0-1 0,0 1-1,0-1 1,0 1-1,0-1 1,0 0-1,-1 0 1,1 0-1,-1 0 1,0 0-1,0 0 1,0-1-1,0 1 1,-1 0 0,1 0-1,-1-1 1,0 1-1,0-6 1,1-27 60,0 21 116,0-1-1,-1 1 1,-1-1-1,-1 1 1,-4-20-1,6 32-155,-1 0 0,0 0 0,-1 0 0,1 0-1,0 0 1,-1 0 0,0 1 0,1-1 0,-1 0 0,0 1 0,0 0 0,-1-1-1,1 1 1,0 0 0,-1 0 0,0 0 0,1 0 0,-1 1 0,0-1-1,0 1 1,0-1 0,0 1 0,0 0 0,0 0 0,0 1 0,0-1-1,0 1 1,0-1 0,-1 1 0,-5 0 0,6 0-45,0 0 1,-1 0-1,1 0 0,-1 1 0,1-1 1,0 1-1,-1-1 0,1 1 1,-5 2-1,6-2-63,1 1-1,-1-1 1,1 1-1,-1-1 1,1 1-1,0 0 1,0-1-1,-1 1 1,1 0-1,0 0 1,1 0 0,-1 0-1,0 0 1,0 0-1,1 0 1,-1 0-1,1 4 1,-7 63-5196,7-42-372</inkml:trace>
</inkml:ink>
</file>

<file path=ppt/ink/ink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3:00.76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150 73 1224,'0'0'16370,"-16"-3"-15829,-51-5 11,64 9-514,1-1 1,-1 1 0,1-1 0,-1 1 0,1 0 0,0 0 0,0 0-1,-1 0 1,1 0 0,0 1 0,0-1 0,0 0 0,0 1-1,0 0 1,1-1 0,-1 1 0,0 0 0,1 0 0,-1 0-1,1 0 1,0 0 0,0 1 0,-2 2 0,0 2 21,0 0 1,1 1 0,-1-1 0,2 0-1,-3 11 1,3-11-35,0 0-1,1 1 1,-1-1 0,1 0 0,0 0-1,1 1 1,2 8 0,-3-14-22,1 0 0,0 0 0,0-1 0,0 1-1,0 0 1,0-1 0,0 1 0,1-1 0,-1 1 0,1-1 0,-1 0 0,1 1 0,-1-1 0,1 0 0,-1 0 0,1 0 0,0 0 0,0-1 0,0 1 0,-1 0 0,1-1-1,0 1 1,0-1 0,0 0 0,0 1 0,0-1 0,0 0 0,0 0 0,4-1 0,-1 1 4,0 0-1,0-1 1,1 0 0,-1 0 0,0 0-1,0-1 1,0 0 0,0 0-1,0 0 1,-1 0 0,1-1 0,-1 0-1,1 0 1,-1 0 0,0 0-1,0-1 1,0 1 0,-1-1 0,1 0-1,-1 0 1,0-1 0,0 1-1,-1-1 1,1 1 0,-1-1 0,0 0-1,2-6 1,0 2 63,-1 1-1,-1-1 1,0 0 0,0 0-1,0-1 1,-1 1 0,-1 0-1,0-17 1,0 23-61,-1 1 1,1-1-1,0 0 0,-1 0 1,0 1-1,1-1 0,-1 1 1,0-1-1,-1 1 0,1-1 1,0 1-1,-1 0 1,1-1-1,-1 1 0,0 0 1,1 0-1,-1 0 0,0 0 1,0 0-1,-1 1 0,1-1 1,0 1-1,0-1 0,-1 1 1,1 0-1,-1 0 0,1 0 1,-1 0-1,0 0 1,1 1-1,-1-1 0,-3 1 1,5-1-97,-1 1 0,0-1 0,0 1 0,1 0 0,-1 0 1,0 0-1,0 0 0,0 0 0,1 0 0,-1 1 0,0-1 0,0 0 1,1 1-1,-1 0 0,0-1 0,1 1 0,-1 0 0,1 0 0,-1 0 1,1 0-1,-1 0 0,1 0 0,0 0 0,-1 0 0,1 1 1,-2 2-1,1 0-519,1 1 1,0-1 0,0 1 0,0-1-1,0 1 1,1 0 0,0-1 0,0 9-1,0 8-4153</inkml:trace>
</inkml:ink>
</file>

<file path=ppt/ink/ink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3:00.76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33 1 1304,'0'0'19626,"-2"9"-18894,-11 69 351,4 0 0,1 130 0,8-202-1075,0-1 1,0 1-1,1 0 1,0-1 0,0 1-1,0 0 1,1-1-1,3 9 1,-4-12-19,0 0 0,0 0 0,0-1 0,1 1 0,-1 0 0,0-1 0,1 1 0,0-1 0,-1 0 0,1 1 0,0-1 0,0 0 0,-1 0 0,1 0 0,0 0 0,0 0 0,0-1 0,0 1 0,0-1 0,0 1 1,0-1-1,1 0 0,-1 1 0,4-2 0,16 2-808,-13 0 363,1-1-1,-1 0 1,1-1-1,17-3 0,-2-10-3538,-23 13 3327,-1-1-1,1 0 1,-1 0-1,1 0 1,-1 0-1,0 0 1,0 0-1,0 0 1,0-1-1,0 1 1,0-4-1,0-10-8163</inkml:trace>
</inkml:ink>
</file>

<file path=ppt/ink/ink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3:00.76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17 2969,'0'0'19012,"103"-16"-18556,-65 16-240,-5 0-144,5 0-72,-6 0-208,26 16-1265,-20 0-3392,7-6-3432</inkml:trace>
</inkml:ink>
</file>

<file path=ppt/ink/ink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3:00.77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3 122 2697,'0'0'3532,"0"9"-1383,-1 6-2868,-1-2 5074,6-40 3197,-2 22-7407,0 0 0,0 0 0,1 0 0,-1 1 0,1-1 0,0 1 0,1-1 1,-1 1-1,1 0 0,-1 0 0,1 1 0,0-1 0,7-3 0,5-5 21,0 1 0,24-11 0,-33 19-163,1-1-1,0 1 0,-1 0 0,1 1 1,0 0-1,0 0 0,0 0 1,0 1-1,10 0 0,-17 2-2,0-1 0,0 0 1,0 1-1,0-1 0,-1 0 0,1 1 0,0-1 0,0 1 0,0-1 1,0 1-1,-1 0 0,1-1 0,0 1 0,-1 0 0,1 0 1,0-1-1,-1 1 0,1 0 0,-1 0 0,1 0 0,-1 0 0,1 0 1,-1 0-1,0 0 0,1 1 0,6 32 69,-5-25-19,3 32 60,-1 0 0,-2 0 0,-5 62 0,1-12 35,1-13 93,-3 0 0,-3-1-1,-25 106 1,31-181 140,1-5-144,3-15-66,-2 12-165,1 0-1,-1-1 1,1 1-1,1 0 0,4-10 1,0 0-383</inkml:trace>
</inkml:ink>
</file>

<file path=ppt/ink/ink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3:00.77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1280,'0'0'16853,"8"0"-15874,6 0-648,0 1-1,-1 0 1,1 1 0,0 1-1,-1 0 1,0 0 0,1 2-1,-1-1 1,-1 2 0,1 0-1,-1 0 1,0 1 0,-1 1-1,1 0 1,-2 0 0,14 14-1,27 41-311,-50-61-15,-1 0 0,0-2 51,0-5-990,-2-7-2491,-10 10-3929,1 2-519</inkml:trace>
</inkml:ink>
</file>

<file path=ppt/ink/ink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3:00.77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336 0 1280,'0'0'13589,"-9"15"-12717,-196 230 3659,167-206-3943,-44 34-1,81-71-868,6-2 523,21-8 550,10-2-1951,-6 4-5348</inkml:trace>
</inkml:ink>
</file>

<file path=ppt/ink/ink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3:00.77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578 239 1528,'0'0'14535,"2"-16"-13305,3-46-379,-5 61-822,0 0-1,-1 0 1,1 0 0,0 0-1,-1 0 1,1 0 0,0 0-1,-1 0 1,0 1 0,1-1-1,-1 0 1,1 0 0,-1 0-1,0 1 1,1-1 0,-1 0-1,0 1 1,0-1 0,0 1-1,1-1 1,-1 1 0,0-1-1,0 1 1,0-1 0,0 1-1,0 0 1,0 0 0,0-1-1,0 1 1,0 0 0,-1 0-1,-37 1 532,28 0-314,-8-1 11,-1 1-1,1 1 1,-1 1 0,1 1 0,0 1 0,0 0-1,1 2 1,0 0 0,0 1 0,-30 17 0,21-10-112,1 1 0,1 1 0,0 1 1,1 1-1,-40 42 0,55-50-104,0 0 0,1 1-1,0 0 1,1 0 0,0 1-1,1-1 1,0 2 0,1-1-1,0 1 1,1-1 0,1 1-1,1 1 1,-1-1 0,1 27-1,2-10 3,2-1 1,0 1-1,3-1 0,0 1 1,2-1-1,1-1 0,14 34 1,-18-53-29,0 1 1,1-1 0,1 0 0,0 0 0,0-1 0,1 0-1,0 0 1,0 0 0,1-1 0,0 0 0,1-1 0,0 0 0,0 0-1,0-1 1,1 0 0,0 0 0,0-1 0,0-1 0,1 0-1,0 0 1,0-1 0,20 4 0,-12-5 24,1 0 1,-1-2-1,1 0 0,-1-1 0,1 0 1,-1-2-1,1 0 0,-1-2 1,-1 0-1,1-1 0,-1-1 1,1 0-1,27-17 0,-4-1-5,-1-1-1,-1-2 0,-2-2 1,0-1-1,-3-2 1,0-2-1,-2-1 0,-2-1 1,43-69-1,-66 91 3,-1 1 0,0-1 0,-1-1 0,-1 1 0,-1-1 0,0 0 0,-1 0 0,0 0 0,-2 0 0,0-1 0,0 1 0,-2 0 0,-4-30 0,3 39-28,0 1 1,0-1 0,-1 1-1,0 0 1,0 0 0,-1 0-1,0 0 1,0 0 0,0 1 0,-1 0-1,0 0 1,-9-8 0,-10-6-4,-41-26 1,39 29-2,-24-19 11,26 17 15,0 1 0,-1 1 0,-1 1 1,0 1-1,-1 2 0,-53-18 0,65 28-3,1 0 0,-1 2-1,-20 0 1,12 0 88,21 0-11,2 6-169,-1-1-1,1 1 1,0-1-1,1 0 0,0 1 1,-1-1-1,2 0 0,-1 1 1,0-1-1,1 0 0,0 0 1,1 0-1,-1 0 0,1-1 1,0 1-1,3 4 1,18 31-5790,-16-18 365</inkml:trace>
</inkml:ink>
</file>

<file path=ppt/ink/ink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3:00.77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923 62 2993,'0'0'6922,"6"-4"-5532,-5 4-1369,27-20 1639,-26 18-1436,0 1 0,0-1-1,0 1 1,-1-1-1,1 0 1,-1 0 0,1 0-1,-1 1 1,0-2-1,0 1 1,0 0 0,0 0-1,0 0 1,0 0-1,0-1 1,0-3 6421,-41 32-5277,7 9-1273,1 2 0,2 1-1,2 1 1,-29 53-1,2-6 17,-313 437 792,260-373-768,34-43-8,-64 125-1,127-213-245,5-6 695,22-27-247,-13 10-404,18-14-508,-6 8-3077,-14 17-4182,-1 5-2043</inkml:trace>
</inkml:ink>
</file>

<file path=ppt/ink/ink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3:00.77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662 216 3137,'0'0'13559,"-6"-9"-12371,4 6-1094,0 0-1,0 0 1,0 1 0,0-1-1,-1 0 1,1 1 0,-1-1-1,0 1 1,0 0 0,0 0 0,0 0-1,0 0 1,0 1 0,0-1-1,-1 1 1,1 0 0,0 0 0,-1 0-1,1 0 1,-1 1 0,0-1-1,1 1 1,-1 0 0,1 0 0,-1 0-1,1 1 1,-1-1 0,1 1-1,-6 1 1,-30 13 519,0 1 0,2 3 1,0 0-1,-66 48 0,76-48-433,1 1 0,1 1 0,0 1-1,2 1 1,0 1 0,2 1 0,-19 28 0,27-33-155,2 1 1,-1 0-1,2 1 1,1 0-1,1 1 1,1 0-1,1 0 1,0 0-1,2 1 1,-1 31-1,3-18-4,1 0 1,2 0-1,7 38 1,-5-59-13,0 1 0,2-1 0,0 0 0,1 0 0,1 0 1,0-1-1,1 0 0,19 27 0,-19-30 28,2 0 0,-1-1 0,2 0 0,-1-1 0,1 0 0,1-1 0,0 0 0,0-1 0,1 0 0,0-1 0,20 8 0,-10-7 57,0-2-1,0-1 1,1-1 0,0 0 0,-1-2 0,35-1-1,-27 0 14,0-1 0,0-1 0,0-2 0,0-1 0,-1-1 1,0-2-1,37-13 0,-42 9-94,0-1 0,-1-1 0,0-1 0,-1-1 1,0-1-1,-1-2 0,-1 0 0,-1-1 1,-1 0-1,0-2 0,-2 0 0,0-1 1,-2-1-1,0-1 0,-2 0 0,0-1 0,-2 0 1,0-1-1,-2 0 0,-1 0 0,-1-1 1,-2 0-1,0 0 0,0-34 0,-2-269 46,-4 178-47,0 146-9,1-1 1,-1 0-1,0 0 1,0 1-1,-1-1 1,0 1-1,0-1 1,-1 1-1,1 0 1,-1 0-1,-1 0 1,1 0-1,-1 0 1,0 1-1,0-1 1,-1 1-1,-10-9 1,-3 0-1,0 1 1,-1 0-1,-1 2 1,-23-11-1,28 17-9,0 0-1,-1 1 1,0 1 0,0 0 0,0 1-1,0 1 1,0 0 0,0 2 0,-27 3-1,35-3 11,0 1 0,0 0 0,0 0 0,0 1 0,1 0 0,-15 8 0,-13 6 7,24-13-13,2-1-1,0 0-1,0 1 1,0 0-1,1 0 1,-1 1-1,1 0 0,0 1 1,0-1-1,-10 12 1,17-16-135,0 1 0,1-1 0,0 0 0,-1 0 0,1 1 1,0-1-1,-1 0 0,1 1 0,0-1 0,0 0 0,0 1 1,0-1-1,0 0 0,1 1 0,-1-1 0,0 0 0,1 1 0,-1-1 1,1 0-1,-1 0 0,1 1 0,-1-1 0,1 0 0,0 0 1,0 0-1,0 0 0,-1 0 0,1 0 0,0 0 0,0 0 0,0 0 1,0-1-1,1 1 0,1 1 0,13 16-5734,-9 0-2590</inkml:trace>
</inkml:ink>
</file>

<file path=ppt/ink/ink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3:00.77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51 3001,'0'0'8119,"0"-16"-740,0-16-5947,0 32-1347,0 0-1,0 0 1,0 0-1,1 0 1,-1 1-1,0-1 1,0 0 0,0 0-1,0 0 1,0 0-1,0 1 1,0-1-1,1 0 1,-1 0 0,0 0-1,0 0 1,0 0-1,0 0 1,1 0-1,-1 0 1,0 0 0,0 1-1,0-1 1,0 0-1,1 0 1,-1 0 0,0 0-1,0 0 1,0 0-1,1 0 1,-1 0-1,0 0 1,0 0 0,0 0-1,1 0 1,-1 0-1,0-1 1,0 1-1,0 0 1,0 0 0,1 0-1,-1 0 1,0 0-1,0 0 1,0 0-1,0 0 1,0-1 0,1 1-1,-1 0 1,0 0-1,0 0 1,0 0 0,0 0-1,0-1 1,0 1-1,0 0 1,0 0-1,1 0 1,-1-1 0,0 1-1,0 0 1,0 0-1,0 0 1,0 0-1,0-1 1,0 1 0,0 0-1,0 0 1,0-1-1,19 23 1224,16 29-1253,76 146 910,-41-68-873,-63-118-65,1 0 1,0-1-1,1 0 0,0-1 0,1 0 0,0 0 0,16 10 0,27 26 12,-41-30-20,-1 0 0,0 0-1,-2 2 1,0-1-1,0 1 1,-2 0 0,11 34-1,5 10-8,4 5-13,-16-35 106,1-1 0,2-1 0,21 33 1,5-7-33,-25-35 2,1 1 0,-2 1 1,15 31-1,-19-35 112,0-1 1,1 0-1,25 27 1,7 13 60,-41-55-221,11 17 112,-13-19-127,0 0 0,0 0 0,0 0-1,0-1 1,0 1 0,0 0 0,0 0-1,0-1 1,0 1 0,0 0 0,0 0 0,0-1-1,1 1 1,-1 0 0,0 0 0,0 0-1,0-1 1,0 1 0,0 0 0,0 0 0,1 0-1,-1 0 1,0-1 0,0 1 0,0 0-1,0 0 1,1 0 0,-1 0 0,0 0 0,0 0-1,0-1 1,1 1 0,-1 0 0,0 0-1,0 0 1,1 0 0,-1 0 0,0 0 0,0 0-1,1 0 1,-1 0 0,0 0 0,0 0-1,0 0 1,1 0 0,-1 0 0,0 0 0,0 0-1,1 0 1,-1 1 0,0-1 0,0 0-1,0 0 1,1 0 0,-1 0 0,0 0 0,0 1-1,0-1 1,0 0 0,1 0 0,-1 0-5,0 12-4153,-6 118-6674,5-89 1646</inkml:trace>
</inkml:ink>
</file>

<file path=ppt/ink/ink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3:00.77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1 190 2761,'0'0'11675,"10"-1"-10710,-7 0-851,0 0 0,0 1 0,0-1 1,0 1-1,0 0 0,0 0 0,0 0 1,1 1-1,-1-1 0,0 1 0,0 0 1,0 0-1,0 0 0,0 0 0,0 0 1,-1 0-1,1 1 0,0-1 0,-1 1 1,1 0-1,-1 0 0,1 0 0,-1 0 1,0 1-1,0-1 0,4 5 0,6 9 720,-1-1 0,17 34 0,-30-72-202,1 0-1,3-43 1,0 6-574,-2 54-117,0 1 0,1-1 0,0 1 0,0 0 0,0-1 0,0 1 0,1 0 0,0 0 0,0 0 0,0 0 0,1 0 0,0 1 0,0-1 0,0 1 0,0-1 0,1 1-1,-1 0 1,1 0 0,0 1 0,0-1 0,1 1 0,-1 0 0,1 0 0,0 0 0,-1 1 0,1 0 0,0 0 0,1 0 0,-1 0 0,0 1 0,0 0 0,1 0 0,-1 0 0,0 1 0,1 0 0,5 0 0,-9 1-319,1-1-1,-1 1 0,0 0 1,1 0-1,-1 0 0,0 0 1,0 0-1,0 0 0,0 1 0,0-1 1,0 1-1,0-1 0,0 1 1,-1 0-1,1 0 0,0 0 1,-1 0-1,0 0 0,1 0 1,-1 0-1,0 0 0,0 1 0,0-1 1,-1 0-1,2 3 0,5 18-6858</inkml:trace>
</inkml:ink>
</file>

<file path=ppt/ink/ink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3:00.77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86 78 1344,'0'0'14594,"-11"5"-14218,6-3-344,1-1-11,1 0-1,-1 0 1,0 0-1,1 1 1,0 0 0,-1-1-1,1 1 1,0 1-1,0-1 1,0 0 0,0 1-1,0-1 1,1 1-1,-1 0 1,1 0 0,-1 0-1,1 0 1,0 0-1,1 1 1,-1-1 0,0 1-1,1-1 1,0 1-1,-2 5 1,2-1 8,0 1-1,1-1 1,-1 1-1,2-1 1,-1 1-1,1-1 1,3 12 0,-3-17-26,0 0 1,0 0 0,1 0 0,-1 0-1,1-1 1,0 1 0,0 0-1,0-1 1,0 1 0,0-1 0,1 0-1,-1 1 1,1-1 0,-1 0 0,1-1-1,0 1 1,0 0 0,0-1-1,0 0 1,0 1 0,5 0 0,-2 0 3,-1 0 0,1-1 0,-1 0 0,1 0 0,0 0 0,-1-1 0,1 0 0,0 0 0,0 0 0,-1-1 0,1 0 0,0 0 1,-1 0-1,9-4 0,-11 4 3,-1-1 1,1 1-1,0-1 1,0 0-1,-1-1 1,1 1-1,-1 0 1,0-1 0,0 1-1,0-1 1,0 1-1,0-1 1,0 0-1,-1 0 1,1 0-1,-1 0 1,0 0-1,0 0 1,0-1-1,0 1 1,-1 0 0,1 0-1,-1-1 1,0 1-1,0-6 1,1-27 60,0 21 116,0-1-1,-1 1 1,-1-1-1,-1 1 1,-4-20-1,6 32-155,-1 0 0,0 0 0,-1 0 0,1 0-1,0 0 1,-1 0 0,0 1 0,1-1 0,-1 0 0,0 1 0,0 0 0,-1-1-1,1 1 1,0 0 0,-1 0 0,0 0 0,1 0 0,-1 1 0,0-1-1,0 1 1,0-1 0,0 1 0,0 0 0,0 0 0,0 1 0,0-1-1,0 1 1,0-1 0,-1 1 0,-5 0 0,6 0-45,0 0 1,-1 0-1,1 0 0,-1 1 0,1-1 1,0 1-1,-1-1 0,1 1 1,-5 2-1,6-2-63,1 1-1,-1-1 1,1 1-1,-1-1 1,1 1-1,0 0 1,0-1-1,-1 1 1,1 0-1,0 0 1,1 0 0,-1 0-1,0 0 1,0 0-1,1 0 1,-1 0-1,1 4 1,-7 63-5196,7-42-372</inkml:trace>
</inkml:ink>
</file>

<file path=ppt/ink/ink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3:00.78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150 73 1224,'0'0'16370,"-16"-3"-15829,-51-5 11,64 9-514,1-1 1,-1 1 0,1-1 0,-1 1 0,1 0 0,0 0 0,0 0-1,-1 0 1,1 0 0,0 1 0,0-1 0,0 0 0,0 1-1,0 0 1,1-1 0,-1 1 0,0 0 0,1 0 0,-1 0-1,1 0 1,0 0 0,0 1 0,-2 2 0,0 2 21,0 0 1,1 1 0,-1-1 0,2 0-1,-3 11 1,3-11-35,0 0-1,1 1 1,-1-1 0,1 0 0,0 0-1,1 1 1,2 8 0,-3-14-22,1 0 0,0 0 0,0-1 0,0 1-1,0 0 1,0-1 0,0 1 0,1-1 0,-1 1 0,1-1 0,-1 0 0,1 1 0,-1-1 0,1 0 0,-1 0 0,1 0 0,0 0 0,0-1 0,0 1 0,-1 0 0,1-1-1,0 1 1,0-1 0,0 0 0,0 1 0,0-1 0,0 0 0,0 0 0,4-1 0,-1 1 4,0 0-1,0-1 1,1 0 0,-1 0 0,0 0-1,0-1 1,0 0 0,0 0-1,0 0 1,-1 0 0,1-1 0,-1 0-1,1 0 1,-1 0 0,0 0-1,0-1 1,0 1 0,-1-1 0,1 0-1,-1 0 1,0-1 0,0 1-1,-1-1 1,1 1 0,-1-1 0,0 0-1,2-6 1,0 2 63,-1 1-1,-1-1 1,0 0 0,0 0-1,0-1 1,-1 1 0,-1 0-1,0-17 1,0 23-61,-1 1 1,1-1-1,0 0 0,-1 0 1,0 1-1,1-1 0,-1 1 1,0-1-1,-1 1 0,1-1 1,0 1-1,-1 0 1,1-1-1,-1 1 0,0 0 1,1 0-1,-1 0 0,0 0 1,0 0-1,-1 1 0,1-1 1,0 1-1,0-1 0,-1 1 1,1 0-1,-1 0 0,1 0 1,-1 0-1,0 0 1,1 1-1,-1-1 0,-3 1 1,5-1-97,-1 1 0,0-1 0,0 1 0,1 0 0,-1 0 1,0 0-1,0 0 0,0 0 0,1 0 0,-1 1 0,0-1 0,0 0 1,1 1-1,-1 0 0,0-1 0,1 1 0,-1 0 0,1 0 0,-1 0 1,1 0-1,-1 0 0,1 0 0,0 0 0,-1 0 0,1 1 1,-2 2-1,1 0-519,1 1 1,0-1 0,0 1 0,0-1-1,0 1 1,1 0 0,0-1 0,0 9-1,0 8-4153</inkml:trace>
</inkml:ink>
</file>

<file path=ppt/ink/ink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3:00.78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33 1 1304,'0'0'19626,"-2"9"-18894,-11 69 351,4 0 0,1 130 0,8-202-1075,0-1 1,0 1-1,1 0 1,0-1 0,0 1-1,0 0 1,1-1-1,3 9 1,-4-12-19,0 0 0,0 0 0,0-1 0,1 1 0,-1 0 0,0-1 0,1 1 0,0-1 0,-1 0 0,1 1 0,0-1 0,0 0 0,-1 0 0,1 0 0,0 0 0,0 0 0,0-1 0,0 1 0,0-1 0,0 1 1,0-1-1,1 0 0,-1 1 0,4-2 0,16 2-808,-13 0 363,1-1-1,-1 0 1,1-1-1,17-3 0,-2-10-3538,-23 13 3327,-1-1-1,1 0 1,-1 0-1,1 0 1,-1 0-1,0 0 1,0 0-1,0 0 1,0-1-1,0 1 1,0-4-1,0-10-8163</inkml:trace>
</inkml:ink>
</file>

<file path=ppt/ink/ink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3:00.78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17 2969,'0'0'19012,"103"-16"-18556,-65 16-240,-5 0-144,5 0-72,-6 0-208,26 16-1265,-20 0-3392,7-6-3432</inkml:trace>
</inkml:ink>
</file>

<file path=ppt/ink/ink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3:00.78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3 122 2697,'0'0'3532,"0"9"-1383,-1 6-2868,-1-2 5074,6-40 3197,-2 22-7407,0 0 0,0 0 0,1 0 0,-1 1 0,1-1 0,0 1 0,1-1 1,-1 1-1,1 0 0,-1 0 0,1 1 0,0-1 0,7-3 0,5-5 21,0 1 0,24-11 0,-33 19-163,1-1-1,0 1 0,-1 0 0,1 1 1,0 0-1,0 0 0,0 0 1,0 1-1,10 0 0,-17 2-2,0-1 0,0 0 1,0 1-1,0-1 0,-1 0 0,1 1 0,0-1 0,0 1 0,0-1 1,0 1-1,-1 0 0,1-1 0,0 1 0,-1 0 0,1 0 1,0-1-1,-1 1 0,1 0 0,-1 0 0,1 0 0,-1 0 0,1 0 1,-1 0-1,0 0 0,1 1 0,6 32 69,-5-25-19,3 32 60,-1 0 0,-2 0 0,-5 62 0,1-12 35,1-13 93,-3 0 0,-3-1-1,-25 106 1,31-181 140,1-5-144,3-15-66,-2 12-165,1 0-1,-1-1 1,1 1-1,1 0 0,4-10 1,0 0-383</inkml:trace>
</inkml:ink>
</file>

<file path=ppt/ink/ink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3:00.78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1280,'0'0'16853,"8"0"-15874,6 0-648,0 1-1,-1 0 1,1 1 0,0 1-1,-1 0 1,0 0 0,1 2-1,-1-1 1,-1 2 0,1 0-1,-1 0 1,0 1 0,-1 1-1,1 0 1,-2 0 0,14 14-1,27 41-311,-50-61-15,-1 0 0,0-2 51,0-5-990,-2-7-2491,-10 10-3929,1 2-519</inkml:trace>
</inkml:ink>
</file>

<file path=ppt/ink/ink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3:00.78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336 0 1280,'0'0'13589,"-9"15"-12717,-196 230 3659,167-206-3943,-44 34-1,81-71-868,6-2 523,21-8 550,10-2-1951,-6 4-5348</inkml:trace>
</inkml:ink>
</file>

<file path=ppt/ink/ink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3:00.78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578 239 1528,'0'0'14535,"2"-16"-13305,3-46-379,-5 61-822,0 0-1,-1 0 1,1 0 0,0 0-1,-1 0 1,1 0 0,0 0-1,-1 0 1,0 1 0,1-1-1,-1 0 1,1 0 0,-1 0-1,0 1 1,1-1 0,-1 0-1,0 1 1,0-1 0,0 1-1,1-1 1,-1 1 0,0-1-1,0 1 1,0-1 0,0 1-1,0 0 1,0 0 0,0-1-1,0 1 1,0 0 0,-1 0-1,-37 1 532,28 0-314,-8-1 11,-1 1-1,1 1 1,-1 1 0,1 1 0,0 1 0,0 0-1,1 2 1,0 0 0,0 1 0,-30 17 0,21-10-112,1 1 0,1 1 0,0 1 1,1 1-1,-40 42 0,55-50-104,0 0 0,1 1-1,0 0 1,1 0 0,0 1-1,1-1 1,0 2 0,1-1-1,0 1 1,1-1 0,1 1-1,1 1 1,-1-1 0,1 27-1,2-10 3,2-1 1,0 1-1,3-1 0,0 1 1,2-1-1,1-1 0,14 34 1,-18-53-29,0 1 1,1-1 0,1 0 0,0 0 0,0-1 0,1 0-1,0 0 1,0 0 0,1-1 0,0 0 0,1-1 0,0 0 0,0 0-1,0-1 1,1 0 0,0 0 0,0-1 0,0-1 0,1 0-1,0 0 1,0-1 0,20 4 0,-12-5 24,1 0 1,-1-2-1,1 0 0,-1-1 0,1 0 1,-1-2-1,1 0 0,-1-2 1,-1 0-1,1-1 0,-1-1 1,1 0-1,27-17 0,-4-1-5,-1-1-1,-1-2 0,-2-2 1,0-1-1,-3-2 1,0-2-1,-2-1 0,-2-1 1,43-69-1,-66 91 3,-1 1 0,0-1 0,-1-1 0,-1 1 0,-1-1 0,0 0 0,-1 0 0,0 0 0,-2 0 0,0-1 0,0 1 0,-2 0 0,-4-30 0,3 39-28,0 1 1,0-1 0,-1 1-1,0 0 1,0 0 0,-1 0-1,0 0 1,0 0 0,0 1 0,-1 0-1,0 0 1,-9-8 0,-10-6-4,-41-26 1,39 29-2,-24-19 11,26 17 15,0 1 0,-1 1 0,-1 1 1,0 1-1,-1 2 0,-53-18 0,65 28-3,1 0 0,-1 2-1,-20 0 1,12 0 88,21 0-11,2 6-169,-1-1-1,1 1 1,0-1-1,1 0 0,0 1 1,-1-1-1,2 0 0,-1 1 1,0-1-1,1 0 0,0 0 1,1 0-1,-1 0 0,1-1 1,0 1-1,3 4 1,18 31-5790,-16-18 365</inkml:trace>
</inkml:ink>
</file>

<file path=ppt/ink/ink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3:00.78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923 62 2993,'0'0'6922,"6"-4"-5532,-5 4-1369,27-20 1639,-26 18-1436,0 1 0,0-1-1,0 1 1,-1-1-1,1 0 1,-1 0 0,1 0-1,-1 1 1,0-2-1,0 1 1,0 0 0,0 0-1,0 0 1,0 0-1,0-1 1,0-3 6421,-41 32-5277,7 9-1273,1 2 0,2 1-1,2 1 1,-29 53-1,2-6 17,-313 437 792,260-373-768,34-43-8,-64 125-1,127-213-245,5-6 695,22-27-247,-13 10-404,18-14-508,-6 8-3077,-14 17-4182,-1 5-2043</inkml:trace>
</inkml:ink>
</file>

<file path=ppt/ink/ink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3:00.78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662 216 3137,'0'0'13559,"-6"-9"-12371,4 6-1094,0 0-1,0 0 1,0 1 0,0-1-1,-1 0 1,1 1 0,-1-1-1,0 1 1,0 0 0,0 0 0,0 0-1,0 0 1,0 1 0,0-1-1,-1 1 1,1 0 0,0 0 0,-1 0-1,1 0 1,-1 1 0,0-1-1,1 1 1,-1 0 0,1 0 0,-1 0-1,1 1 1,-1-1 0,1 1-1,-6 1 1,-30 13 519,0 1 0,2 3 1,0 0-1,-66 48 0,76-48-433,1 1 0,1 1 0,0 1-1,2 1 1,0 1 0,2 1 0,-19 28 0,27-33-155,2 1 1,-1 0-1,2 1 1,1 0-1,1 1 1,1 0-1,1 0 1,0 0-1,2 1 1,-1 31-1,3-18-4,1 0 1,2 0-1,7 38 1,-5-59-13,0 1 0,2-1 0,0 0 0,1 0 0,1 0 1,0-1-1,1 0 0,19 27 0,-19-30 28,2 0 0,-1-1 0,2 0 0,-1-1 0,1 0 0,1-1 0,0 0 0,0-1 0,1 0 0,0-1 0,20 8 0,-10-7 57,0-2-1,0-1 1,1-1 0,0 0 0,-1-2 0,35-1-1,-27 0 14,0-1 0,0-1 0,0-2 0,0-1 0,-1-1 1,0-2-1,37-13 0,-42 9-94,0-1 0,-1-1 0,0-1 0,-1-1 1,0-1-1,-1-2 0,-1 0 0,-1-1 1,-1 0-1,0-2 0,-2 0 0,0-1 1,-2-1-1,0-1 0,-2 0 0,0-1 0,-2 0 1,0-1-1,-2 0 0,-1 0 0,-1-1 1,-2 0-1,0 0 0,0-34 0,-2-269 46,-4 178-47,0 146-9,1-1 1,-1 0-1,0 0 1,0 1-1,-1-1 1,0 1-1,0-1 1,-1 1-1,1 0 1,-1 0-1,-1 0 1,1 0-1,-1 0 1,0 1-1,0-1 1,-1 1-1,-10-9 1,-3 0-1,0 1 1,-1 0-1,-1 2 1,-23-11-1,28 17-9,0 0-1,-1 1 1,0 1 0,0 0 0,0 1-1,0 1 1,0 0 0,0 2 0,-27 3-1,35-3 11,0 1 0,0 0 0,0 0 0,0 1 0,1 0 0,-15 8 0,-13 6 7,24-13-13,2-1-1,0 0-1,0 1 1,0 0-1,1 0 1,-1 1-1,1 0 0,0 1 1,0-1-1,-10 12 1,17-16-135,0 1 0,1-1 0,0 0 0,-1 0 0,1 1 1,0-1-1,-1 0 0,1 1 0,0-1 0,0 0 0,0 1 1,0-1-1,0 0 0,1 1 0,-1-1 0,0 0 0,1 1 0,-1-1 1,1 0-1,-1 0 0,1 1 0,-1-1 0,1 0 0,0 0 1,0 0-1,0 0 0,-1 0 0,1 0 0,0 0 0,0 0 0,0 0 1,0-1-1,1 1 0,1 1 0,13 16-5734,-9 0-2590</inkml:trace>
</inkml:ink>
</file>

<file path=ppt/ink/ink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3:00.78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51 3001,'0'0'8119,"0"-16"-740,0-16-5947,0 32-1347,0 0-1,0 0 1,0 0-1,1 0 1,-1 1-1,0-1 1,0 0 0,0 0-1,0 0 1,0 0-1,0 1 1,0-1-1,1 0 1,-1 0 0,0 0-1,0 0 1,0 0-1,0 0 1,1 0-1,-1 0 1,0 0 0,0 1-1,0-1 1,0 0-1,1 0 1,-1 0 0,0 0-1,0 0 1,0 0-1,1 0 1,-1 0-1,0 0 1,0 0 0,0 0-1,1 0 1,-1 0-1,0-1 1,0 1-1,0 0 1,0 0 0,1 0-1,-1 0 1,0 0-1,0 0 1,0 0-1,0 0 1,0-1 0,1 1-1,-1 0 1,0 0-1,0 0 1,0 0 0,0 0-1,0-1 1,0 1-1,0 0 1,0 0-1,1 0 1,-1-1 0,0 1-1,0 0 1,0 0-1,0 0 1,0 0-1,0-1 1,0 1 0,0 0-1,0 0 1,0-1-1,19 23 1224,16 29-1253,76 146 910,-41-68-873,-63-118-65,1 0 1,0-1-1,1 0 0,0-1 0,1 0 0,0 0 0,16 10 0,27 26 12,-41-30-20,-1 0 0,0 0-1,-2 2 1,0-1-1,0 1 1,-2 0 0,11 34-1,5 10-8,4 5-13,-16-35 106,1-1 0,2-1 0,21 33 1,5-7-33,-25-35 2,1 1 0,-2 1 1,15 31-1,-19-35 112,0-1 1,1 0-1,25 27 1,7 13 60,-41-55-221,11 17 112,-13-19-127,0 0 0,0 0 0,0 0-1,0-1 1,0 1 0,0 0 0,0 0-1,0-1 1,0 1 0,0 0 0,0 0 0,0-1-1,1 1 1,-1 0 0,0 0 0,0 0-1,0-1 1,0 1 0,0 0 0,0 0 0,1 0-1,-1 0 1,0-1 0,0 1 0,0 0-1,0 0 1,1 0 0,-1 0 0,0 0 0,0 0-1,0-1 1,1 1 0,-1 0 0,0 0-1,0 0 1,1 0 0,-1 0 0,0 0 0,0 0-1,1 0 1,-1 0 0,0 0 0,0 0-1,0 0 1,1 0 0,-1 0 0,0 0 0,0 0-1,1 0 1,-1 1 0,0-1 0,0 0-1,0 0 1,1 0 0,-1 0 0,0 0 0,0 1-1,0-1 1,0 0 0,1 0 0,-1 0-5,0 12-4153,-6 118-6674,5-89 1646</inkml:trace>
</inkml:ink>
</file>

<file path=ppt/ink/ink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3:00.79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732 214 2561,'0'0'13522,"-4"-23"-12315,-17-69-162,21 88-931,-2 1 0,1-1 0,0 1 0,-1-1 0,1 1 0,-1-1 1,0 1-1,0 0 0,-1 0 0,1 0 0,-1 0 0,1 0 1,-1 1-1,0-1 0,0 1 0,0 0 0,0-1 0,0 1 0,-1 1 1,1-1-1,-7-2 0,0 2 66,1 0 0,-1 1 0,1 0 0,-1 1 0,1 0 0,-13 1 0,-3 0 119,4 0-106,0 2-1,1 0 1,-1 1 0,1 1 0,0 1 0,0 1-1,1 0 1,0 2 0,0 0 0,1 1 0,0 1-1,-29 23 1,22-14-55,0 2 0,2 0-1,0 2 1,1 1-1,2 0 1,0 2 0,-24 43-1,35-49-70,0-1-1,1 1 1,1 0 0,1 1-1,1 0 1,-4 37-1,2 137 483,8-149-362,-1-40-154,0 0 0,1 0 0,0 0-1,0 0 1,0 0 0,1 0 0,0-1 0,1 1 0,0-1 0,0 1 0,0-1 0,0 0 0,9 10 0,-5-8 35,0 0 1,1-1 0,0 1-1,1-2 1,0 1 0,0-1-1,0-1 1,11 6 0,12 2 144,0-2-1,0-1 1,1-1 0,56 7 0,-36-11-101,1-2 0,77-5 0,-114 0-99,0-1-1,-1-1 1,1 0-1,-1-1 1,0-1-1,0 0 1,0-1-1,-1-1 1,0-1-1,18-13 1,0-2-3,-1-2 0,-1 0-1,31-37 1,-32 31 3,-1-2 0,30-47 0,-51 68-6,-1 1 0,0-1-1,-1 0 1,0-1-1,-1 0 1,-1 0-1,0 0 1,-1 0-1,-1 0 1,2-28-1,-3 10 10,0 21-8,0 0 1,-1 0-1,0 0 0,-1 0 0,0-1 0,-1 1 1,0 1-1,-1-1 0,0 0 0,-1 0 1,-7-15-1,-15-16-3,-2 2 0,-2 1 1,-1 2-1,-2 1 0,-45-39 1,69 69-8,0 0 0,0 0 0,-1 1 0,1 1 0,-1 0 0,0 0 0,0 1 0,-1 0 0,1 0 0,-1 2 0,-13-2 0,-6 1-6,-1 2-1,-53 5 0,47 5 31,29-7-17,-1 0 0,0 0 0,0-1 0,0-1 1,0 1-1,0-1 0,-12-1 0,20 0-18,2 8-585,-1-1 67,1 1-1,1-1 1,-1 0 0,1 1-1,0-1 1,1 0 0,0 0 0,0 0-1,1-1 1,-1 1 0,6 6-1,1 3-2095,4 10-4265</inkml:trace>
</inkml:ink>
</file>

<file path=ppt/ink/ink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3:00.79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976 147 1384,'0'0'1766,"3"2"-1929,1 0 224,15 4 4290,-17-10-1302,9-21-2639,-5-39-674,0 3 3880,-6 61-3083,-8-2 9762,4 4-10800,-130 159 3164,93-112-2330,-43 70-1,9-12-62,-11 18-78,-27 33 20,38-67-102,-99 115 82,146-172-175,2 2-1,-31 55 1,7-11 70,-7 35 137,56-112-782,0-1-1,0 0 1,1 0-1,-1 0 0,1 1 1,0-1-1,0 0 1,0 0-1,0 1 1,0-1-1,1 3 1,-2 14-3183,-9 4-4224</inkml:trace>
</inkml:ink>
</file>

<file path=ppt/ink/ink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3:00.79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478 325 3305,'0'0'7924,"8"-15"-6342,26-44 35,-33 58-1424,0 0-1,0-1 0,-1 1 1,1 0-1,0 0 0,-1-1 1,1 1-1,-1-1 0,0 1 1,0 0-1,1-1 1,-1 1-1,0-1 0,0 1 1,0-1-1,0 1 0,-1 0 1,1-1-1,-1-1 0,1 2-100,-1 0 0,1 1 1,-1-1-1,0 0 0,0 0 0,1 1 0,-1-1 0,0 0 0,0 1 0,0-1 1,0 0-1,0 1 0,0 0 0,1-1 0,-1 1 0,0-1 0,-1 1 0,1 0 0,-1 0 1,-6-1 127,0 0 1,0 1 0,1 1 0,-1-1 0,-8 3 0,9-2 213,-3 1-257,0 0 1,0 1-1,1 1 1,-1-1-1,1 2 1,0-1-1,0 1 0,1 1 1,-9 6-1,-74 63 817,85-69-952,-173 168 1347,172-164-1332,-1 1 0,2-1 0,-1 1 0,2 0 0,-1 1 0,2-1 0,-1 1 0,2 0 0,0 1 0,-3 19 0,2-5 74,2 1 0,1 0 0,4 47 0,-2-67-93,1-1-1,0 1 1,1-1-1,0 0 1,0 0-1,0 0 1,1 0-1,0-1 0,0 1 1,1-1-1,0 0 1,0-1-1,0 1 1,0-1-1,1 0 1,0 0-1,0 0 1,1-1-1,-1 0 1,11 4-1,5 3 102,1-1 0,-1-1 1,1-1-1,1-1 0,28 4 0,19 0 5,0-4 0,75-2 0,-135-5-136,-1-1-1,1-1 1,0 0 0,-1-1-1,0 0 1,1 0 0,18-10-1,68-42 43,-65 35-45,-18 11-5,10-4 47,0-1 0,-1-2-1,-1 0 1,-1-1-1,32-33 1,-36 30-22,-9 12-12,-1 0 1,1 0-1,-2-1 1,1 0-1,-1-1 1,0 1 0,-1-1-1,0 0 1,-1-1-1,0 1 1,-1-1 0,0 1-1,2-14 1,-2-36 26,-3-61 1,-2 36 15,1 70-51,0 0 1,-1 1-1,-1-1 1,0 1-1,-1-1 0,0 1 1,-2 1-1,1-1 0,-2 0 1,0 1-1,0 1 0,-14-19 1,14 22-7,0 1 1,0-1-1,-1 1 0,1 1 1,-2 0-1,1 0 0,-1 0 1,0 1-1,-1 1 1,1-1-1,-1 2 0,0-1 1,0 1-1,0 1 1,-1 0-1,0 0 0,-16-1 1,7 3 5,0-1 1,0-1 0,0 0-1,1-2 1,0 0 0,0-1-1,-24-12 1,36 16-9,0 0-1,-1 0 1,1 1 0,0 0-1,-1 0 1,1 0 0,-1 1-1,1 0 1,-1 1-1,1 0 1,-1 0 0,1 0-1,-1 1 1,1 0 0,0 0-1,0 1 1,0 0 0,0 1-1,1-1 1,-9 7-1,11-7-1,0 0-1,0 0 1,0 0-1,1 1 0,-1 0 1,1-1-1,0 1 1,0 0-1,0 1 0,1-1 1,-4 8-1,3-3-160,1 0 1,1-1-1,0 1 0,0 0 1,0 0-1,1 9 0,0 5-518,-1-5-694,1 0 1,1-1 0,0 1-1,1 0 1,1-1-1,1 0 1,6 18 0,9 11-5649</inkml:trace>
</inkml:ink>
</file>

<file path=ppt/ink/ink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3:00.79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976 147 1384,'0'0'1766,"3"2"-1929,1 0 224,15 4 4290,-17-10-1302,9-21-2639,-5-39-674,0 3 3880,-6 61-3083,-8-2 9762,4 4-10800,-130 159 3164,93-112-2330,-43 70-1,9-12-62,-11 18-78,-27 33 20,38-67-102,-99 115 82,146-172-175,2 2-1,-31 55 1,7-11 70,-7 35 137,56-112-782,0-1-1,0 0 1,1 0-1,-1 0 0,1 1 1,0-1-1,0 0 1,0 0-1,0 1 1,0-1-1,1 3 1,-2 14-3183,-9 4-4224</inkml:trace>
</inkml:ink>
</file>

<file path=ppt/ink/ink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3:00.79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186 18 3081,'0'0'14552,"3"-5"-13573,8-7-386,-5 14 623,-9 40 586,-3-25-1572,0 0 0,-1 0-1,-1-1 1,0 0 0,-1 0-1,-1-1 1,-16 19-1,1 2 44,0 0-32,12-18-179,0 0 0,2 0 0,0 1 0,-13 35 0,24-53-63,0-1-1,0 1 1,0-1 0,1 1-1,-1-1 1,0 0-1,1 1 1,-1-1 0,0 1-1,1-1 1,-1 0 0,0 1-1,1-1 1,-1 0 0,0 1-1,1-1 1,-1 0-1,1 0 1,-1 0 0,1 1-1,-1-1 1,1 0 0,-1 0-1,1 0 1,-1 0 0,1 0-1,-1 0 1,1 0-1,-1 0 1,1 0 0,-1 0-1,1 0 1,-1 0 0,1 0-1,29 0 99,-23 0-71,209-19 156,-100 6-167,-33 0 4,-82 13-13,-8 6-2033,-18 29-4705,12-22 856</inkml:trace>
</inkml:ink>
</file>

<file path=ppt/ink/ink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3:00.79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103 1 4561,'0'0'15155,"-83"186"-14107,70-135-471,13-3-185,-7-3-80,7-3-32,0-7-120,0-3-112,0-6-48,0-10-312,0-3-1265,0-3-3304,20-10-3408</inkml:trace>
</inkml:ink>
</file>

<file path=ppt/ink/ink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3:00.79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2473,'0'0'6249,"8"4"-4633,2 1-589,-1 0-1,0 0 0,1 1 1,-2 1-1,1-1 0,-1 2 1,0-1-1,0 1 0,9 13 1,-13-17-986,0 0-1,0 0 1,0 0 0,1 0 0,-1-1 0,1 0 0,0 0 0,0 0 0,0-1-1,0 1 1,1-1 0,-1 0 0,1-1 0,-1 0 0,1 1 0,-1-2 0,1 1 0,0-1-1,7 0 1,-12 0-38,0-1 0,-1 0-1,1 1 1,0-1 0,-1 0-1,1 1 1,-1-1 0,1 0 0,-1 0-1,1 0 1,-1 0 0,1 0-1,-1 1 1,0-1 0,1 0-1,-1 0 1,0 0 0,0 0 0,0 0-1,0 0 1,0 0 0,0 0-1,0 0 1,0 0 0,0 0-1,0 0 1,0 0 0,-1 0 0,1 0-1,-1-1 1,0-1 1,1 0 1,0 0-1,-1 1 1,0-1-1,0 0 1,0 1-1,0-1 1,0 1-1,0-1 1,-1 1-1,-2-4 1,-3 2-4,0 1 1,0 0 0,0 0-1,-1 0 1,1 1 0,0 1-1,-1-1 1,0 1 0,1 0-1,-1 1 1,1 0 0,-1 0-1,0 0 1,1 1 0,-9 2-1,15-2 7,-1 0 0,1 0-1,0 0 1,-1 0 0,1 1 0,0-1-1,0 0 1,0 1 0,0-1 0,0 1-1,0-1 1,0 1 0,1-1-1,-1 1 1,1 0 0,-1-1 0,1 1-1,-1 0 1,1 0 0,0-1 0,0 4-1,-2 41 292,2-39-217,0 5 11,0-7-65,-1 0 0,1 0-1,1 0 1,-1 0 0,1-1 0,0 1-1,2 9 1,-1-12-23,-1 0 1,0 0 0,1 0-1,0 0 1,-1-1-1,1 1 1,0 0-1,0-1 1,0 1-1,0-1 1,0 0-1,0 1 1,1-1-1,-1 0 1,0 0 0,1-1-1,-1 1 1,4 0-1,3 2-99,0-1-1,0 0 1,0-1-1,1 0 1,-1 0-1,0-1 1,1 0-1,-1-1 1,0 0-1,16-4 1,-17 3-352,1-1 0,-1-1 1,1 0-1,-1 0 1,0-1-1,-1 0 0,1 0 1,-1 0-1,0-1 1,0 0-1,8-11 0,45-69-5487,-50 71 4249,22-36-5458</inkml:trace>
</inkml:ink>
</file>

<file path=ppt/ink/ink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3:00.79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232 1 2705,'0'0'17227,"-25"20"-16040,25-20-1187,-102 92 939,93-82-815,2 0 0,0 0-1,0 0 1,0 1 0,2 0 0,-1 0-1,1 1 1,1-1 0,0 1 0,1 0-1,0 1 1,1-1 0,-2 20 0,-2 6 194,-5 42 430,-3 144 0,14-92-3784,0-96 1187,2-40-2464,6-3 2267,-5 5 388,9-11-5764</inkml:trace>
</inkml:ink>
</file>

<file path=ppt/ink/ink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3:00.79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7 113 1560,'0'0'17653,"10"4"-17154,2 1-406,1 0-1,-1-2 0,1 1 1,0-2-1,-1 0 0,1 0 1,17-1-1,-18 0-85,13-4 115,-24 2-114,0 0-1,0 0 1,-1 0 0,1 0 0,0-1 0,-1 1 0,1 0 0,-1 0 0,1 0 0,-1 0 0,0-1 0,1 1-1,-1 0 1,0 0 0,0-1 0,0 1 0,0 0 0,0-1 0,0 1 0,0-1 0,0-13 83,1 5-97,-1 1 1,-1-1-1,0 0 1,-2-15-1,2 24 39,1-1-1,-1 0 0,1 1 0,-1-1 0,0 0 0,1 1 0,-1-1 1,0 1-1,0-1 0,0 1 0,0-1 0,0 1 0,-1 0 0,1-1 1,0 1-1,-1 0 0,1 0 0,-1 0 0,1 0 0,-1 0 1,1 0-1,-1 1 0,1-1 0,-1 0 0,0 1 0,0-1 0,1 1 1,-1 0-1,0-1 0,-3 1 0,1 0 32,0 0 0,0 1 0,0-1 0,0 1 0,0-1 0,0 1 0,0 0 1,1 1-1,-1-1 0,0 1 0,1 0 0,-1 0 0,1 0 0,-1 0 0,1 0 0,0 1 0,0-1 0,0 1 0,1 0 0,-1 0 0,0 0 0,1 0 0,0 1 1,0-1-1,-3 6 0,-2 2 7,1 1 0,1-1 0,-1 1 1,2 0-1,0 0 0,0 1 0,1-1 1,0 1-1,1 0 0,1-1 0,0 24 1,1-33-77,0-1 0,1 1 0,-1-1 0,1 1 0,-1-1 1,1 0-1,0 1 0,0-1 0,0 0 0,0 1 0,1-1 1,-1 0-1,0 0 0,1 0 0,0 0 0,-1 0 0,1-1 1,0 1-1,0 0 0,0-1 0,0 1 0,0-1 1,0 0-1,0 0 0,1 0 0,-1 0 0,0 0 0,1 0 1,2 0-1,8 2-546,1 0 0,0 0-1,27 0 1,-30-3-195,42 1-4480,-2-1-2897</inkml:trace>
</inkml:ink>
</file>

<file path=ppt/ink/ink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3:00.80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71 3377,'0'0'9486,"11"2"-4266,16 9-2461,-20-4-2520,-2 1 0,1 0 0,-1 0 0,0 1 0,0-1 0,-1 1-1,0 0 1,2 11 0,11 21-13,-17-41-217,1 1-1,-1 0 1,0-1-1,0 1 0,0-1 1,0 1-1,1-1 1,-1 1-1,0 0 0,1-1 1,-1 1-1,0-1 1,1 1-1,-1-1 0,1 0 1,-1 1-1,1-1 1,-1 1-1,1-1 0,-1 0 1,1 1-1,-1-1 1,1 0-1,-1 0 0,1 1 1,0-1-1,6-13 322,0-4-381,0 4 44,1 1-1,1 0 1,0 0 0,0 0 0,1 2 0,1-1-1,0 1 1,0 1 0,1 0 0,0 0 0,0 1-1,1 1 1,0 0 0,1 1 0,-1 0 0,1 1 0,16-4-1,-29 9 7,0 1 1,-1-1-1,1 0 0,0 0 0,0 0 0,-1 1 0,1-1 0,0 1 0,-1-1 0,1 0 0,-1 1 0,1-1 1,0 1-1,-1-1 0,1 1 0,-1 0 0,1-1 0,-1 1 0,1-1 0,-1 1 0,0 0 0,1-1 0,-1 1 1,0 0-1,0 0 0,1-1 0,-1 1 0,0 0 0,0 0 0,0-1 0,0 1 0,0 0 0,0 0 1,0-1-1,0 3 0,-1 36 389,1-31-325,0 44 195,0-51-245,22-10 155,124-116 9,-123 112-169,-21 12 72,-1 9 203,3 44 213,-4-43-428,0-1-1,1 0 1,0 0-1,0 1 1,2 7 0,-3-16-140,0 1 1,0-1 0,0 1 0,0 0 0,1-1-1,-1 1 1,0 0 0,0-1 0,0 1 0,1-1-1,-1 1 1,0-1 0,1 1 0,-1-1 0,0 1 0,1-1-1,-1 1 1,0-1 0,1 1 0,-1-1 0,1 1-1,-1-1 1,1 0 0,-1 1 0,1-1 0,-1 0-1,1 0 1,0 1 0,-1-1 0,1 0 0,-1 0 0,1 0-1,0 0 1,-1 0 0,1 0 0,-1 0 0,1 0-1,0 0 1,-1 0 0,1 0 0,1 0 0,6 0-1362,5 0-4451</inkml:trace>
</inkml:ink>
</file>

<file path=ppt/ink/ink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3:00.80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0 143 3313,'0'0'13545,"5"0"-13082,71 16 2215,-50-9-2059,-1-1 0,37 2-1,-52-7-566,0 0 1,0-1-1,0 0 0,0-1 0,0 0 0,-1-1 0,13-3 1,-20 4-46,1 0 1,0-1 0,-1 1-1,1-1 1,-1 1 0,1-1-1,-1 0 1,0 0 0,0 0-1,0 0 1,0-1 0,0 1-1,0-1 1,-1 1 0,1-1 0,-1 1-1,0-1 1,1 0 0,-1 0-1,-1 1 1,1-1 0,0 0-1,-1 0 1,1 0 0,-1 0-1,0 0 1,0 0 0,0-4-1,0 5-3,0-5 11,0 0 0,0 0 0,0-1 0,-1 1 0,0 0 0,0 1 0,-1-1 0,-2-8 0,2 13 0,1 0-1,-1 0 0,0 0 1,0 0-1,0 0 0,0 0 1,0 0-1,0 1 0,-1-1 1,1 1-1,0 0 0,-1 0 1,1 0-1,-1 0 0,1 0 1,-1 0-1,0 1 0,1-1 1,-1 1-1,0 0 1,1-1-1,-1 1 0,0 0 1,-4 1-1,-2-1 77,0 1 1,0-1-1,0 1 1,0 1-1,1 0 1,-1 0-1,0 0 0,1 1 1,-15 8-1,19-9-54,-1 1 0,2 0 0,-1 0 1,0 0-1,1 1 0,-1-1 0,1 1 0,0-1 0,0 1 0,0 0 0,1 1 0,-1-1 0,1 0 0,0 1 0,0-1 0,1 1 0,-1-1 0,1 1 0,0 0 0,0 7 0,0-6-28,0 0-1,0 0 1,1 1-1,0-1 1,0 0-1,1 0 0,0 1 1,0-1-1,0 0 1,1 0-1,-1 0 1,2 0-1,-1 0 1,1-1-1,0 1 0,0-1 1,0 1-1,1-1 1,-1 0-1,1 0 1,1-1-1,-1 1 1,1-1-1,-1 0 0,1 0 1,1-1-1,-1 1 1,0-1-1,1 0 1,0 0-1,-1-1 1,1 0-1,0 0 0,0 0 1,0-1-1,1 0 1,-1 0-1,9 0 1,-3 1-29,0-1 1,1 0 0,-1-1 0,0 0 0,1-1-1,-1-1 1,0 0 0,0 0 0,0-1-1,0-1 1,0 0 0,-1 0 0,1-1 0,-1-1-1,-1 0 1,18-12 0,-12 5-159,-1 0 0,-1-1 0,0-1 1,-1 0-1,22-33 0,-26 24 174,2 2 136,-11 24-47,-1-1-1,0 1 1,1 0-1,0 0 1,-1 0-1,1 0 1,0 0 0,0 0-1,0 0 1,0 0-1,1 0 1,-1 0-1,0 0 1,1-1-1,0 1 1,-1 0-1,2 2 1,16 37 56,-17-38-134,0-1-1,1 1 0,-1 0 1,1-1-1,0 1 1,0-1-1,0 1 1,0-1-1,0 0 0,1 0 1,-1 0-1,1 0 1,-1 0-1,1 0 1,0-1-1,0 1 0,-1-1 1,1 0-1,0 0 1,0 0-1,0 0 1,0-1-1,1 1 1,-1-1-1,0 0 0,0 0 1,0 0-1,0 0 1,0 0-1,0-1 1,1 1-1,-1-1 0,5-2 1,5-2 5,0 0 0,1-2-1,-2 0 1,1 0 0,-1-1 0,0 0 0,-1-1 0,12-11 0,16-12 1,-27 19 1,-1 2 13,-10 11-18,-1 0-1,0 0 1,0 0-1,0 0 1,1 0 0,-1 0-1,0 0 1,0 0 0,0 0-1,1 0 1,-1 0 0,0 0-1,0 1 1,0-1 0,1 0-1,-1 0 1,0 0 0,0 0-1,0 0 1,1 0 0,-1 1-1,0-1 1,0 0-1,0 0 1,0 0 0,0 0-1,0 1 1,1-1 0,-1 0-1,0 0 1,0 0 0,0 1-1,0-1 1,0 0 0,0 0-1,0 0 1,0 1 0,0-1-1,0 0 1,0 0 0,0 1-1,0-1 1,0 0-1,0 0 1,0 0 0,0 1-1,0-1 1,0 0 0,0 0-1,-1 0 1,1 1 0,0-1-1,0 0 1,-1 27-130,0-17 233,0 0-1,1 0 1,1-1-1,-1 1 1,4 13-1,-4-21-225,1 0-1,0 0 1,-1 0 0,1 0-1,0 0 1,0 0 0,0-1 0,0 1-1,1 0 1,-1-1 0,0 1-1,1-1 1,-1 1 0,1-1-1,-1 0 1,1 1 0,0-1-1,-1 0 1,1 0 0,0 0-1,0 0 1,0-1 0,0 1-1,0 0 1,0-1 0,0 1-1,0-1 1,0 0 0,0 0 0,0 0-1,2 0 1,0 0-683,-2 0 389,-1 1-1,1-1 1,0 0-1,-1 0 1,1 0-1,-1-1 1,1 1 0,-1 0-1,1-1 1,-1 1-1,1-1 1,-1 1-1,1-1 1,-1 0-1,2 0 1,5-13-4447</inkml:trace>
</inkml:ink>
</file>

<file path=ppt/ink/ink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3:00.80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103 0 1304,'0'0'19139,"-4"31"-17667,-13 103-581,13-82-96,4 74 0,2-100-730,-1 1-1,-2-1 1,0 0 0,-2 0-1,-10 41 1,13-66-297,-1 0 0,1 0 0,-1 0 0,0 0 0,1 0 0,-1 0 0,0 0-1,0 0 1,0 0 0,1 0 0,-1 0 0,0-1 0,0 1 0,0 0 0,-1-1 0,1 1 0,0-1 0,0 1 0,0-1 0,0 1 0,0-1 0,-1 0 0,1 0 0,0 0-1,0 0 1,-1 1 0,1-1 0,0-1 0,0 1 0,-3 0 0,-6 0-2823,-10 1-4879</inkml:trace>
</inkml:ink>
</file>

<file path=ppt/ink/ink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3:00.80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78 2513,'0'0'15900,"31"-4"-14743,214-21 203,-215 21-1090,-20 4-99,-1-1 1,1 0-1,0 0 0,-1-1 1,1 0-1,-1-1 0,1 0 1,-1 0-1,0-1 1,-1 0-1,1-1 0,15-10 1,-27 15 2541,-2-1-2557,1 1-1,0 0 1,-1 1-1,1-1 1,0 1-1,-1 0 1,1 0-1,-8 2 1,12-2-158,-1 0 0,0 0 0,0-1 0,0 1 0,1 0 1,-1 0-1,0 0 0,1 0 0,-1 0 0,0 0 1,1 0-1,0 0 0,-1 0 0,1 0 0,-1 0 1,1 0-1,0 0 0,0 0 0,0 0 0,0 1 0,0-1 1,0 0-1,0 0 0,0 0 0,0 0 0,0 0 1,1 0-1,-1 0 0,0 0 0,1 0 0,-1 0 1,1 2-1,0-1 1,1 0 0,-1 0 0,0-1 0,1 1 1,0 0-1,-1 0 0,1-1 0,0 1 0,0-1 0,0 1 1,0-1-1,3 2 0,23 8 39,41 18-18,-66-27-19,1-1 0,-1 1 0,0 0 0,0 0 0,0 1 0,0-1 0,0 1 0,0-1 0,-1 1 0,1 0 0,-1 0 0,0 0 0,0 0 0,3 5 0,-5-7 32,1 0 1,-1 0-1,0 0 0,1 0 0,-1 0 0,0 1 0,1-1 1,-1 0-1,0 0 0,0 0 0,0 0 0,0 0 1,0 0-1,-1 1 0,1-1 0,0 0 0,0 0 1,-1 0-1,1 0 0,-1 0 0,1 0 0,-1 0 0,1 0 1,-1 0-1,0 0 0,1 0 0,-1 0 0,0 0 1,0-1-1,1 1 0,-1 0 0,0 0 0,0-1 0,0 1 1,0-1-1,0 1 0,0-1 0,0 1 0,-2-1 1,-20 5-1305,1-4-7065</inkml:trace>
</inkml:ink>
</file>

<file path=ppt/ink/ink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3:00.80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29 2577,'0'0'7917,"31"-16"-2866,-21 3-3002,-5 17 1278,-2 28 2110,-1-13-6472,16 78 1909,4 0 1,5-2-1,48 117 1,5-41-364,-71-153-442,9 23 196,-2 1-1,16 66 1,-21-72-182,-3-12 119,1-1-1,16 28 0,-14-29 4,0 2-1,10 31 1,-12-35-157,-8-18-35,0 0 1,1 0 0,-1 0 0,0 1 0,-1-1 0,1 0 0,0 1 0,-1-1-1,1 0 1,-1 4 0,2 1-1169,3 16-9712,-5-7 1547</inkml:trace>
</inkml:ink>
</file>

<file path=ppt/ink/ink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3:00.80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148 48 3273,'0'0'16234,"-2"-8"-14602,1 5-1519,1 0 4,-1 0-1,0 0 1,0 0 0,0 0-1,0 0 1,0 1-1,-1-1 1,-2-4-1,3 6-88,0 0 1,0 1-1,0-1 0,0 1 0,0-1 0,0 1 0,0-1 0,0 1 1,0 0-1,0-1 0,0 1 0,0 0 0,0 0 0,0 0 0,-1 0 1,1 0-1,0 0 0,0 0 0,0 0 0,0 0 0,0 1 0,0-1 0,0 0 1,0 1-1,0-1 0,0 0 0,0 1 0,0 0 0,0-1 0,0 1 1,0 0-1,0-1 0,1 1 0,-1 0 0,0 0 0,0 0 0,-6 4 44,0 1 0,1-1 0,0 1 0,0 0 0,0 1 0,1-1 0,0 1 0,0 0 0,0 1 0,1-1 0,1 1 0,-1 0 0,1-1 0,0 2-1,1-1 1,0 0 0,-2 11 0,5-18-65,0 1-1,-1-1 1,1 0-1,0 1 1,-1-1-1,1 0 1,0 0-1,0 1 1,0-1-1,0 0 1,0 0-1,1 0 1,-1 0-1,0 0 1,0-1-1,1 1 1,-1 0-1,0-1 1,3 2-1,37 16 79,-21-10-58,-13-5-26,0 1 1,-1 0 0,1 0 0,-1 1-1,0-1 1,0 1 0,0 1-1,-1-1 1,0 1 0,0 0 0,0 0-1,-1 1 1,0-1 0,6 13 0,-5-6 9,-1 1 0,-1-1 0,0 1 0,-1 0 0,0 0 0,-1 0 0,-1 17 0,0-28 1,-1 0 0,0 0 0,1 1 0,-1-1-1,0 0 1,0 0 0,-1 0 0,1 0 0,-1-1 0,1 1-1,-1 0 1,0-1 0,0 1 0,0-1 0,0 1 0,0-1-1,-1 0 1,1 0 0,-1 0 0,0 0 0,1-1 0,-1 1-1,0-1 1,0 1 0,0-1 0,0 0 0,0 0 0,0-1-1,-4 2 1,-9 1 40,0 0-1,-1 0 1,1-2-1,-20 0 0,35-1-71,-1 0 0,1 0-1,0-1 1,-1 1-1,1-1 1,0 1 0,-1-1-1,1 1 1,0-1-1,0 1 1,0-1 0,-1 0-1,1 0 1,0 0-1,0 0 1,0 0-1,0 0 1,0 0 0,0 0-1,1 0 1,-1 0-1,0 0 1,1-1 0,-1 1-1,0 0 1,1-1-1,0 1 1,-1-2-1,-7-45-5357,6 31 89,1-4-3920</inkml:trace>
</inkml:ink>
</file>

<file path=ppt/ink/ink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3:00.80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33 2617,'0'0'19308,"148"-32"-19028,-129 44-168,0 1-64,1-6-48,-1-1-248,7 10-865,-14-9-2927,8-7-3594</inkml:trace>
</inkml:ink>
</file>

<file path=ppt/ink/ink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3:00.80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1 620 1872,'0'0'17389,"20"0"-15213,132 0-347,-151-1-1820,1 1 0,-1-1 0,0 1 0,0-1 0,0 1 0,0-1 0,1 1 0,-1-1 0,0 0 0,0 0 0,0 0 0,0 1 0,-1-1 0,1 0 0,0 0 0,0 0 0,0-1 0,-1 1 0,1 0 0,-1 0 0,1 0 0,-1 0 0,1-1 0,-1 1 0,1 0 0,-1 0 0,0-1 0,0 1 0,0 0 0,0-3 0,1 1 2,-1-1 1,0 1-1,0-1 1,0 0-1,0 1 1,-1-1-1,1 1 1,-1 0-1,0-1 0,0 1 1,-2-4-1,0 2-3,-1 0 0,0 1 0,0 0 0,0 0 0,-1 0 0,1 1 0,-1-1 0,0 1 0,0 0 0,0 1 0,0-1 0,-10-2 0,13 4 5,0 0 1,0 0 0,0 0-1,0 1 1,0-1 0,0 1-1,0-1 1,0 1 0,-1 0-1,1 0 1,0 0 0,0 0-1,0 0 1,0 1-1,-1-1 1,1 1 0,0-1-1,0 1 1,0 0 0,0 0-1,0 0 1,0 0 0,0 0-1,0 0 1,1 0 0,-1 1-1,0-1 1,1 0 0,-1 1-1,1 0 1,-1-1 0,1 1-1,0 0 1,0 0 0,-2 2-1,-1 7 71,0-1-1,1 1 1,1 0 0,-1 0-1,1 0 1,1 0-1,0 0 1,1 13 0,0-19-60,1 1 1,0-1-1,0 0 1,0 0-1,0 0 0,1 0 1,0 0-1,0-1 1,0 1-1,1 0 1,-1-1-1,1 0 1,0 1-1,0-1 1,1 0-1,-1-1 0,1 1 1,0 0-1,5 3 1,-2-3-16,-1 1 0,1-1 0,0 0 1,1-1-1,-1 1 0,0-2 0,1 1 1,0-1-1,-1 0 0,1 0 0,0-1 1,0 0-1,0-1 0,0 0 0,0 0 0,0 0 1,0-1-1,0-1 0,0 1 0,0-1 1,-1 0-1,1-1 0,-1 0 0,11-5 1,8-11-209,-2-1 1,-1-1-1,0-1 1,-1-1-1,-2-1 1,0 0-1,-2-2 1,-1 0-1,-1-1 1,-1-1-1,15-37 1,-13 20 126,-2 1 1,-3-2 0,-1 0 0,-2 0 0,-2-1 0,1-89 0,-8 134 674,0 14 227,-3 45 185,-16 85 1,2-25-170,5 124-600,12-241-309,0 1 1,0-1-1,0 1 1,0-1-1,0 0 1,0 1-1,1-1 1,-1 1-1,0-1 1,0 1-1,1-1 1,-1 0-1,0 1 1,1-1-1,-1 0 1,0 1-1,1-1 1,-1 0-1,1 1 1,-1-1-1,0 0 1,1 0-1,-1 0 1,1 1-1,-1-1 1,1 0-1,-1 0 1,1 0-1,-1 0 1,1 0-1,-1 0 1,1 0-1,22 0-6093,-14 0-1180</inkml:trace>
</inkml:ink>
</file>

<file path=ppt/ink/ink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3:00.80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0 119 1384,'0'0'15504,"24"-3"-14187,-7 1-1093,25-3 631,0 1 0,51 3 0,-77 3-577,15-1 65,-30-2-336,0 1-1,-1 0 0,1-1 0,0 1 0,-1 0 0,1-1 0,0 1 0,-1-1 0,1 1 0,-1-1 0,1 0 1,-1 1-1,1-1 0,-1 1 0,1-1 0,-1 0 0,0 1 0,1-1 0,-1 0 0,0 0 0,0 1 0,1-1 0,-1 0 1,0 0-1,0 1 0,0-1 0,0 0 0,0 0 0,0 0 0,0 1 0,0-1 0,0 0 0,-1 0 0,1 1 1,0-1-1,-1-1 0,0-2 20,0 0-1,-1 1 1,0-1 0,0 0 0,0 1 0,0 0-1,0-1 1,-1 1 0,1 0 0,-1 0 0,0 0 0,0 0-1,0 1 1,0-1 0,-1 1 0,1 0 0,-1 0 0,-6-3-1,2 1 170,0 1 0,0 0-1,-1 0 1,1 0-1,-1 1 1,0 1-1,0 0 1,-9-1-1,17 3-174,0-1-1,0 0 0,0 1 0,0-1 0,0 1 0,0-1 0,0 1 0,0 0 0,0-1 0,1 1 0,-1 0 0,0 0 0,0 0 0,1-1 0,-1 1 0,0 0 1,1 0-1,-1 0 0,1 0 0,-1 0 0,1 0 0,0 0 0,-1 0 0,1 0 0,0 0 0,0 1 0,-1-1 0,1 0 0,0 0 0,0 0 0,1 1 0,-2 49 220,2-36-181,0-2-46,0-1 0,1 1-1,1 0 1,0-1 0,1 0-1,0 1 1,1-1 0,0-1-1,1 1 1,0-1 0,15 21-1,-11-19-598,1-1-1,0 0 0,21 19 0,-22-23-794,-1-1 1,1-1 0,1 1-1,-1-1 1,15 5 0,6-5-5387</inkml:trace>
</inkml:ink>
</file>

<file path=ppt/ink/ink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3:00.81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74 1632,'0'0'18611,"3"-5"-17193,-3 5-1382,1-1 1,-1 1 0,0-1-1,0 1 1,0-1 0,0 1-1,0-1 1,1 1 0,-1-1-1,0 1 1,0 0 0,1-1-1,-1 1 1,0-1 0,1 1-1,-1 0 1,0-1 0,1 1-1,-1 0 1,1-1 0,-1 1-1,1 0 1,-1 0 0,1-1-1,-1 1 1,1 0 0,-1 0-1,1 0 1,-1 0 0,1-1-1,-1 1 1,1 0 0,-1 0-1,1 0 1,-1 0 0,1 0-1,-1 0 1,1 1 0,-1-1-1,1 0 1,-1 0 0,1 0-1,-1 0 1,1 1 0,-1-1-1,0 0 1,1 0 0,-1 1-1,1-1 1,-1 0 0,1 1 0,-1-1-1,0 0 1,1 1 0,-1-1-1,0 1 1,1 0 0,15 43 1481,-13-31-1301,-2-7-121,1-1 1,0 1-1,0-1 1,0 0 0,0 1-1,1-1 1,6 9-1,-8-13-89,0 0-1,0-1 1,0 1 0,1 0-1,-1 0 1,0-1 0,1 1-1,-1-1 1,0 1-1,1-1 1,-1 1 0,0-1-1,1 0 1,-1 0 0,1 0-1,-1 0 1,1 0-1,-1 0 1,1 0 0,-1 0-1,0 0 1,1-1 0,-1 1-1,0-1 1,1 1-1,-1-1 1,0 1 0,1-1-1,-1 0 1,0 0 0,0 0-1,0 1 1,0-1-1,0 0 1,0 0 0,2-2-1,110-102-203,-97 86 180,-7 11 168,-2 25 102,-6-4-130,-2-11-119,1 0 1,0 0-1,0-1 0,0 1 1,0 0-1,1 0 0,-1-1 1,0 1-1,1 0 1,-1-1-1,1 1 0,0 0 1,-1-1-1,1 1 0,0-1 1,2 3-1,1-3 10,1 0 1,0 0-1,0-1 0,0 0 0,0 0 1,-1 0-1,1-1 0,0 1 1,8-3-1,0-4-12,0 1 1,0-1-1,12-11 0,13-6-3,7-10 189,-44 33 273,-1 10 6,-1 8-381,1 41 423,0-57-583,0 1-1,1 0 1,-1-1 0,0 1 0,1 0-1,-1-1 1,1 1 0,-1-1 0,1 1 0,0 0-1,-1-1 1,1 0 0,0 1 0,0-1-1,0 1 1,0-1 0,0 0 0,1 0 0,-1 0-1,0 0 1,1 0 0,-1 0 0,0 0-1,1 0 1,-1 0 0,1 0 0,-1-1 0,3 1-1,38 0-5850,-29-1 745</inkml:trace>
</inkml:ink>
</file>

<file path=ppt/ink/ink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3:00.81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51 68 1384,'0'0'19120,"10"5"-18374,1 1-528,1 0 1,0-1-1,1 0 1,-1-1-1,1 0 0,0-1 1,0 0-1,25 1 1,-37-5-214,0 0 1,0 1 0,0-1 0,0 0 0,0 1-1,0-1 1,0 0 0,0 0 0,-1 0 0,1 0-1,0 0 1,0 0 0,-1 0 0,1 0 0,-1 0 0,1 0-1,-1 0 1,1 0 0,-1 0 0,0-1 0,1 1-1,-1 0 1,0 0 0,0 0 0,0-1 0,0 1-1,0 0 1,0 0 0,0-1 0,-1-1 0,1 0-1,0 0 1,0-1 0,0 1 0,-1 0-1,1 0 1,-1 0 0,0 0 0,0 0-1,0 0 1,0 0 0,-1 0 0,-1-3-1,-2 2-1,0 0-1,-1 0 1,1 1 0,-1 0-1,0 0 1,0 0-1,0 1 1,0 0-1,0 0 1,0 0-1,0 1 1,-1 0 0,1 0-1,-1 1 1,-7 0-1,11 0 3,-1 0 0,0 0 0,1 0 0,-1 1-1,0-1 1,1 1 0,-1 0 0,0 0 0,1 0 0,-1 0-1,1 1 1,0 0 0,-1-1 0,1 1 0,0 0-1,0 1 1,0-1 0,0 0 0,1 1 0,-1 0 0,1 0-1,-1 0 1,1 0 0,0 0 0,0 0 0,0 0 0,-1 5-1,0 2 32,0 0 0,1 0-1,0 0 1,1 0-1,0 0 1,0 0-1,1 0 1,2 17-1,-1-22-18,1 1-1,-1-1 0,1 1 0,0-1 0,0 0 0,0 0 0,1 0 0,0 0 1,0 0-1,0-1 0,1 1 0,-1-1 0,1 0 0,0 0 0,0 0 0,8 5 1,0-2-9,-1-1 1,1 0 0,-1-1 0,2 0 0,-1-1 0,0 0 0,1-1 0,0 0 0,0-2 0,-1 1 0,1-1 0,0-1 0,0 0 0,19-3 0,-27 2-4,0-1 1,0 0-1,1 1 0,-1-1 1,0-1-1,-1 1 0,1-1 0,0 0 1,-1 0-1,0 0 0,1-1 1,-1 0-1,-1 1 0,1-1 1,0-1-1,-1 1 0,0 0 1,4-8-1,-2 5 33,-1-1 1,1 0-1,-1-1 1,0 1-1,-1-1 0,0 0 1,-1 0-1,1 0 1,-2 0-1,2-10 0,-3 18 1343,2 2-1364,0 0 0,1 0 1,-1 0-1,0 0 0,0 0 0,0 0 1,0 0-1,0 1 0,0-1 0,0 1 0,0 0 1,-1 0-1,1-1 0,-1 1 0,1 0 1,-1 0-1,0 0 0,0 0 0,2 4 0,-2-3-13,0-1-1,0 0 1,1 1-1,-1-1 0,1 0 1,-1 0-1,1 0 0,0 1 1,-1-2-1,1 1 0,0 0 1,1 0-1,-1-1 0,0 1 1,0-1-1,1 0 1,-1 1-1,1-1 0,-1 0 1,1-1-1,-1 1 0,1 0 1,0-1-1,3 1 0,0-2 7,0 0 0,1 0 0,-1-1 0,0 0-1,0 0 1,0-1 0,0 1 0,-1-1-1,1-1 1,-1 1 0,0-1 0,1 0 0,-2 0-1,1 0 1,0-1 0,3-5 0,0 2-6,1 1 0,-1 0 0,1 0 1,17-10-1,-26 17 3,1 0 1,-1 1 0,1-1 0,-1 0-1,1 0 1,-1 1 0,1-1-1,-1 0 1,0 1 0,1-1-1,-1 0 1,0 1 0,1-1 0,-1 1-1,0-1 1,1 1 0,-1-1-1,0 1 1,0-1 0,0 1-1,1-1 1,-1 1 0,0-1-1,0 1 1,0-1 0,0 1 0,0-1-1,0 1 1,0-1 0,0 1-1,0-1 1,0 1 0,0-1-1,0 1 1,-1 0 0,1 30 119,0-25-98,0 2-36,1 1 0,-1-1 0,1 0 0,1 1 1,0-1-1,4 13 0,-5-19-198,0 1 1,0-1-1,0 0 1,0 0 0,0 0-1,0 0 1,1 0-1,-1 0 1,1-1-1,-1 1 1,1 0-1,0-1 1,0 1-1,0-1 1,0 0-1,0 1 1,0-1-1,0 0 1,0 0-1,0 0 1,0-1-1,1 1 1,-1 0-1,0-1 1,1 0 0,3 1-1,15-1-5671,-2 0-3014</inkml:trace>
</inkml:ink>
</file>

<file path=ppt/ink/ink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3:00.81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76 0 1608,'0'0'19238,"-10"29"-17199,-29 97-596,31-91-984,1 1 0,2 0 1,1 0-1,2 0 0,4 63 1,1-17-386,-4-68-223,3 40 455,-2-52-401,0-1 0,0 1 0,1 0 0,-1 0 0,0-1-1,1 1 1,-1-1 0,1 1 0,0 0 0,-1-1-1,1 1 1,0-1 0,0 1 0,0-1 0,0 0 0,0 0-1,1 1 1,-1-1 0,0 0 0,0 0 0,1 0 0,-1 0-1,1 0 1,2 1 0,6-1-4346,-1-4-3534,-2-7-272</inkml:trace>
</inkml:ink>
</file>

<file path=ppt/ink/ink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3:00.81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1408,'0'0'20261,"166"0"-20117,-127 0-128,12 0-16,-12 0-592,25 0-1801,-19 0-2712,0 0-2265</inkml:trace>
</inkml:ink>
</file>

<file path=ppt/ink/ink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3:00.81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164 0 4825,'0'0'18692,"-22"2"-17701,-66 6-376,86-7-595,-1 0 1,1-1-1,-1 1 0,1 0 1,-1 0-1,1 0 1,0 1-1,0-1 1,-1 0-1,1 1 1,0 0-1,0-1 0,0 1 1,1 0-1,-1 0 1,0 0-1,1 0 1,-1 0-1,1 1 0,0-1 1,-1 0-1,1 1 1,0-1-1,1 1 1,-1-1-1,0 1 1,1-1-1,-1 1 0,1 0 1,0-1-1,0 6 1,-1 0-10,0-3-4,0 1 0,0-1 0,1 1-1,0 0 1,0 0 0,0-1 0,1 1-1,-1 0 1,1-1 0,3 8 0,-2-9-14,0 0 1,0-1-1,0 0 1,0 1-1,0-1 1,1 0-1,0 0 1,0 0-1,0-1 1,0 1-1,0-1 1,0 0-1,1 1 1,-1-1-1,6 2 1,13 6-9,-13-6-53,0 0 0,0 1 0,0-1-1,9 9 1,-16-12 53,0 1 0,0 0 0,0 0 1,0 0-1,0 1 0,-1-1 0,1 0 0,-1 1 0,1-1 0,-1 1 0,0-1 0,0 1 1,0 0-1,0-1 0,0 1 0,-1 0 0,1 0 0,-1 0 0,0 3 0,-1-3 32,1-1 0,-1 0 0,0 1 0,0-1 0,-1 0 0,1 1 0,0-1 0,-1 0 0,0 0-1,1 0 1,-1 0 0,0 0 0,0-1 0,0 1 0,0-1 0,0 1 0,0-1 0,0 0 0,-1 1 0,1-1-1,0 0 1,-1 0 0,-4 0 0,-2 3-87,0-2 0,-1 1 0,1-1 0,-1 0 0,-12 0 0,-4-2-4426,13 0-960</inkml:trace>
</inkml:ink>
</file>

<file path=ppt/ink/ink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3:10.89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3 130 4761,'0'0'6283,"-1"-1"-6241,1 0 0,0 0 0,0 0 0,-1 0 1,1 0-1,0 0 0,0 1 0,0-1 0,0 0 0,0 0 1,0 0-1,0 0 0,0 0 0,0 0 0,1 0 0,-1 0 1,0 0-1,0 1 0,1-1 0,0-1 0,8-8 407,2-5 92,2 2 0,-1 0 0,18-14 0,-25 23-507,1 1-1,-1-1 1,1 1 0,-1 0-1,1 1 1,0-1-1,0 1 1,0 1 0,1-1-1,-1 1 1,0 0-1,1 0 1,7 0 0,-11 1-16,0 0 0,1 0 1,-1 0-1,0 0 1,0 0-1,1 1 1,-1 0-1,0-1 1,0 1-1,0 1 1,1-1-1,-1 0 1,0 1-1,-1-1 0,1 1 1,0 0-1,0 0 1,-1 0-1,1 0 1,-1 0-1,0 1 1,1-1-1,-1 1 1,0 0-1,-1-1 1,1 1-1,0 0 0,-1 0 1,0 0-1,1 0 1,0 6-1,6 13 149,-1 0-1,-1 1 1,-1-1 0,-1 2-1,-1-1 1,0 29-1,-3 6 373,-10 77-1,-42 192 975,51-320-1483,-7 48 377,-2 72 0,10-127-172,-12-36-4811,11 11-720,1 16 1075</inkml:trace>
</inkml:ink>
</file>

<file path=ppt/ink/ink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3:11.37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35 22 5961,'0'0'8984,"-5"-3"-8610,-17-10-55,17 10 52,3 0 2144,10 5-1747,-2 3-674,0 0 1,0 1-1,-1 0 0,1-1 1,-2 2-1,1-1 0,-1 0 1,0 1-1,4 7 0,27 67 303,29 70 260,-63-147-607,-1-4-47,0 0 1,0 1-1,1-1 1,-1 0 0,0 1-1,0-1 1,0 0-1,0 1 1,0-1-1,1 0 1,-1 1-1,0-1 1,0 0-1,1 0 1,-1 1 0,0-1-1,0 0 1,1 0-1,-1 1 1,0-1-1,1 0 1,-1 0-1,0 0 1,1 0-1,-1 0 1,0 1 0,1-1-1,-1 0 1,0 0-1,1 0 1,-1 0-1,0 0 1,1 0-1,-1 0 1,0 0-1,1 0 1,-1 0 0,0-1-1,1 1 1,-1 0-1,0 0 1,1 0-1,0 0-31,24 0-6081,-5 0 2115,-1 0-1317</inkml:trace>
</inkml:ink>
</file>

<file path=ppt/ink/ink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3:11.85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328 3 4505,'0'0'9009,"-6"-1"-8313,3 0-595,-1 1 0,0 0 0,1 0 1,-1 0-1,0 0 0,1 1 0,-1 0 1,0-1-1,1 1 0,-1 0 0,1 1 1,-1-1-1,1 1 0,0-1 0,0 1 1,-1 0-1,1 0 0,0 1 0,1-1 1,-1 0-1,0 1 0,1 0 0,-1 0 1,-1 3-1,-201 233 2421,201-236-2502,1 1 0,0-1 0,0 1 0,0 0 0,1 0 0,-1 0 0,1 1 1,0-1-1,0 0 0,1 1 0,-1 0 0,1-1 0,0 1 0,-1 8 0,2-13 50,22 0-1007,13 7-4474,-21 3-1218</inkml:trace>
</inkml:ink>
</file>

<file path=ppt/ink/ink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3:12.74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675 0 5905,'0'0'10136,"-31"3"-9683,-100 13-125,124-15-285,0 1-1,0 0 1,1 0-1,-1 1 1,1-1-1,-1 1 1,1 1-1,0-1 1,0 1-1,0 0 1,1 1-1,-1-1 1,-9 12-1,-2 1 139,-29 23 204,3 1-1,1 3 0,2 1 1,3 2-1,-37 59 0,57-77-258,1 1-1,1 1 0,2 1 1,1 0-1,2 0 0,1 1 1,1 0-1,2 1 1,1 0-1,0 54 0,5-57-41,5 128 229,-3-137-286,2 0 1,0 0-1,2-1 1,0 0-1,12 26 1,-11-31-24,0-1 0,1 0 1,1 0-1,1-1 1,0 0-1,1-1 1,0 0-1,26 22 0,-27-27 3,0-1-1,0 0 1,1-1-1,0-1 1,0 1-1,1-2 1,0 0-1,-1 0 1,1-1-1,0 0 1,1-1-1,-1 0 1,14-1-1,-9 0 18,-1-1 0,0 0 0,1-1 0,-1-1 0,0-1 0,0 0 0,0-1 0,0-1 0,0 0 0,-1-1 0,0-1 0,0 0 0,-1-1 0,0-1 0,20-15 0,-6 0 1,0 0-1,-1-2 0,-2-1 0,-1-1 0,0-2 0,-3 0 0,0-1 1,-2-1-1,21-49 0,-23 40 26,-2-2 1,-2 0-1,-2 0 1,-2-1-1,-2-1 1,-1 1-1,-1-67 1,-4 51 10,0 24-30,-1-1 0,-5-36-1,3 62-6,0 0-1,0 0 1,-1 1-1,0-1 0,-1 1 1,-1 0-1,1 0 1,-2 0-1,1 0 0,-14-17 1,10 16-6,0 1 0,-1-1 0,0 2 1,0-1-1,-1 1 0,-1 1 1,1 0-1,-1 0 0,-1 1 0,1 1 1,-1 0-1,0 1 0,0 0 0,-1 1 1,0 1-1,1 0 0,-1 1 1,0 0-1,-29 1 0,-58 1 91,100 0-186,-2 16-1952,3-14 1696,-1-1 0,1 1 0,-1 0 0,1-1-1,0 1 1,0 0 0,0 0 0,0-1 0,0 1 0,0 0 0,0-1 0,0 1 0,1 0 0,-1-1-1,1 1 1,-1 0 0,1-1 0,0 1 0,1 1 0,10 13-5771</inkml:trace>
</inkml:ink>
</file>

<file path=ppt/ink/ink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3:13.87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1 205 2657,'0'0'12892,"5"0"-12310,0 0-491,0-1-1,1 1 0,-1 1 1,0-1-1,0 1 0,0 0 0,0 0 1,1 0-1,-2 1 0,1 0 1,0 0-1,0 0 0,0 0 1,-1 1-1,0 0 0,1 0 0,-1 0 1,0 0-1,0 1 0,-1 0 1,1 0-1,-1 0 0,0 0 0,0 0 1,0 0-1,4 10 0,-2-4 110,-1 0-1,0 0 1,-1 0 0,0 1-1,0 0 1,-1-1-1,-1 1 1,1 11 0,-20-95 660,14 41-866,2 1 0,1-1 0,2 0-1,1 0 1,2 1 0,14-61 0,-7 69 94,-11 23-105,1-1-1,-1 1 1,0 0 0,0 0 0,0 0 0,1-1 0,-1 1-1,0 0 1,0 0 0,0 0 0,1 0 0,-1 0 0,0 0 0,0-1-1,1 1 1,-1 0 0,0 0 0,1 0 0,-1 0 0,0 0-1,0 0 1,1 0 0,-1 0 0,0 0 0,0 0 0,1 0-1,-1 0 1,0 0 0,1 1 0,-1-1 0,0 0 0,0 0-1,1 0 1,-1 0 0,0 0 0,0 0 0,0 1 0,1-1-1,-1 0 1,17 38-2817,-1 0-146,-4-24 371,0-1 0,24 22 0,-9-12-3694</inkml:trace>
</inkml:ink>
</file>

<file path=ppt/ink/ink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3:14.29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96 30 2937,'0'0'13204,"-11"-3"-12509,9 3-683,-2-1 40,0 0-1,0 0 1,0 0-1,0 1 1,0 0-1,0-1 1,0 1-1,-5 1 1,7 0-26,0-1 1,0 1 0,0 0 0,0 0 0,1 0 0,-1 0 0,0 0 0,1 0 0,-1 0-1,0 1 1,1-1 0,0 1 0,-1-1 0,1 1 0,0-1 0,0 1 0,0 0 0,0-1-1,0 1 1,0 0 0,0 0 0,1 0 0,-1 0 0,0 4 0,-1 1 31,0 0 0,1 1 0,0 0 0,0-1 0,1 1 0,0 0 0,0-1 1,1 1-1,0-1 0,0 1 0,1-1 0,4 12 0,-5-16-41,1 1-1,-1-1 1,1 0 0,0 1-1,0-1 1,1 0-1,-1-1 1,1 1 0,-1 0-1,1-1 1,0 1 0,0-1-1,0 0 1,0 0 0,0 0-1,1 0 1,-1 0-1,1-1 1,-1 0 0,1 0-1,-1 0 1,1 0 0,0 0-1,-1-1 1,1 1-1,7-1 1,-10 0-5,1 0 1,0 0-1,0 0 1,0 0-1,-1 0 0,1-1 1,0 1-1,0 0 0,-1-1 1,1 0-1,0 1 0,-1-1 1,1 0-1,0 0 0,-1 0 1,1 0-1,-1 0 1,0 0-1,1 0 0,-1 0 1,2-2-1,-1-1 8,-1 0 1,1 1-1,0-1 0,-1 0 1,0 0-1,0 0 0,0 0 1,0-9-1,1-1 14,-1-1 1,0 0-1,-1 1 0,0-1 1,-4-18-1,4 30-15,-1 0-1,1 0 1,-1 0-1,0 1 1,0-1-1,0 0 1,0 0-1,-1 1 1,1-1-1,-1 1 0,1 0 1,-1-1-1,0 1 1,0 0-1,0 0 1,0 0-1,0 0 1,-1 0-1,1 0 1,-1 1-1,1-1 1,-1 1-1,1 0 1,-1 0-1,0 0 1,1 0-1,-1 0 1,0 0-1,0 1 1,0 0-1,0-1 1,-5 1-1,8 0-53,-1 0 0,0 0 0,0 0 0,0 0 0,1 0 0,-1 0 0,0 0 0,0 0 0,1 0 1,-1 1-1,0-1 0,0 0 0,1 0 0,-1 1 0,0-1 0,1 0 0,-1 1 0,0-1 0,1 1 0,-1-1 0,1 1 0,-1-1 0,0 1 0,1-1 0,0 1 0,-1 0 0,1-1 0,-1 1 1,1 0-1,0-1 0,-1 1 0,1 0 0,0-1 0,0 1 0,-1 0 0,1 0 0,0 0 0,0-1 0,0 1 0,0 0 0,0 0 0,0-1 0,0 1 0,0 0 0,0 0 0,1-1 0,-1 1 1,0 0-1,1 1 0,-1 7-955,0-7 665,1 0 0,-1-1 0,1 1-1,0-1 1,-1 1 0,1-1-1,0 1 1,0-1 0,0 1-1,0-1 1,0 0 0,0 1 0,0-1-1,1 0 1,-1 0 0,0 0-1,1 0 1,-1 0 0,1 0 0,-1-1-1,1 1 1,-1 0 0,1-1-1,-1 1 1,1-1 0,0 1-1,-1-1 1,3 0 0,-2 1 38,18 3-5787</inkml:trace>
</inkml:ink>
</file>

<file path=ppt/ink/ink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3:14.71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66 1 6281,'0'0'10605,"-9"6"-10317,8-6-286,-3 2 30,1 1 0,-1-1 1,1 0-1,-1 1 0,1 0 0,0 0 0,0 0 0,0 0 0,0 0 0,1 1 0,-1-1 0,1 1 0,0 0 1,0-1-1,0 1 0,0 0 0,1 0 0,0 0 0,0 1 0,0-1 0,0 0 0,1 0 0,-1 8 1,0 14 113,0 30 189,2-54-324,-1 1-1,0 0 0,1-1 1,-1 1-1,1-1 0,0 1 1,0-1-1,0 1 0,0-1 1,1 1-1,-1-1 0,0 0 1,1 0-1,0 0 0,-1 0 1,4 3-1,-2-3-5,-1 0-1,0 0 1,1-1-1,-1 1 1,1-1 0,-1 1-1,1-1 1,0 0-1,0 0 1,0 0 0,-1 0-1,1-1 1,0 1-1,0-1 1,0 0 0,0 0-1,0 0 1,0 0-1,0 0 1,0-1 0,0 1-1,0-1 1,0 0-1,-1 1 1,1-2 0,0 1-1,0 0 1,-1 0-1,1-1 1,-1 0 0,1 1-1,-1-1 1,0 0-1,0 0 1,0 0 0,0 0-1,0-1 1,0 1-1,0-1 1,-1 1 0,1-1-1,-1 1 1,0-1-1,0 0 1,0 0 0,0 1-1,0-1 1,0 0-1,-1 0 1,1-6 0,1-4 117,-1-1 1,0 0 0,-1 1-1,-2-21 1,2 32-101,0 0 0,0-1 0,0 1-1,-1 0 1,1 0 0,-1-1 0,0 1 0,0 0 0,0 0 0,0 0 0,0 0 0,0 0 0,0 0-1,-1 0 1,1 0 0,-1 1 0,1-1 0,-1 0 0,0 1 0,1 0 0,-1-1 0,0 1-1,0 0 1,0 0 0,0 0 0,0 0 0,-1 0 0,1 0 0,0 1 0,0-1 0,0 1 0,-1-1-1,-4 1 1,6 0-125,-1-1-1,0 1 0,1 0 0,-1 0 0,0 0 0,1 0 1,-1 1-1,0-1 0,1 0 0,-1 1 0,1-1 1,-1 1-1,1 0 0,-1-1 0,1 1 0,-1 0 1,1 0-1,-1 0 0,1 0 0,0 0 0,0 0 1,-1 0-1,1 1 0,0-1 0,0 0 0,0 1 1,0-1-1,1 1 0,-1-1 0,0 1 0,0-1 1,1 1-1,-1-1 0,1 1 0,0 0 0,-1-1 1,1 1-1,0 0 0,0-1 0,0 1 0,0 0 0,1 1 1,-1-2-89,0 0 1,0 0 0,0-1 0,0 1 0,0 0-1,0 0 1,0-1 0,0 1 0,1 0-1,-1-1 1,0 1 0,1 0 0,-1-1-1,0 1 1,1 0 0,-1-1 0,1 1-1,-1 0 1,1-1 0,-1 1 0,1-1 0,0 1-1,-1-1 1,1 0 0,0 1 0,-1-1-1,1 0 1,0 1 0,-1-1 0,1 0-1,0 0 1,0 1 0,-1-1 0,1 0 0,0 0-1,0 0 1,1 0 0,17 1-4842</inkml:trace>
</inkml:ink>
</file>

<file path=ppt/ink/ink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3:15.02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51 1 5065,'0'0'12624,"-7"28"-11897,-19 93-126,19-83-270,2 0-1,2 0 0,1 0 1,4 50-1,1-6-308,-3-81-43,0 1-1,0-1 1,0 1-1,0-1 0,0 1 1,1-1-1,-1 1 1,1-1-1,-1 1 1,1-1-1,-1 0 1,1 1-1,0-1 1,-1 0-1,1 0 1,0 1-1,0-1 1,0 0-1,0 0 1,0 0-1,1 0 1,-1 0-1,0 0 1,3 1-1,-1-1-172,0 1 0,1-1-1,0 0 1,-1-1 0,1 1 0,-1 0 0,1-1-1,0 0 1,-1 0 0,5-1 0,1 1-793,0-2 0,1 1 0,-1-1 0,-1-1 0,1 0 0,0 0 0,12-7 0,12-14-5885</inkml:trace>
</inkml:ink>
</file>

<file path=ppt/ink/ink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3:15.23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3 6833,'0'0'10091,"193"-3"-10003,-148 3-88,19 0-432,-13 0-2145,1 3-3544</inkml:trace>
</inkml:ink>
</file>

<file path=ppt/ink/ink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3:19.14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1167 71 4201,'0'0'6160,"-1"-7"-5973,-5-57 3145,-26 72 2460,23-3-5400,0 0 1,1 1-1,0-1 0,-10 10 0,1 1-491,1 0 0,-21 28 1,22-24 262,-362 446 996,-186 195-67,512-606-1073,55-56-137,7 14-9444,-9-5 8014,-1 13-4889</inkml:trace>
</inkml:ink>
</file>

<file path=ppt/ink/ink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3:20.26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702 27 3017,'0'0'12521,"-26"1"-11812,-88 7-80,109-7-561,-1-1 1,0 1-1,1 1 1,0-1 0,-1 1-1,1 0 1,0 0 0,0 1-1,0-1 1,0 1-1,0 0 1,0 0 0,1 1-1,-6 5 1,-6 5 215,-26 18 116,2 2-1,2 2 0,1 2 1,1 1-1,3 1 0,1 2 1,2 1-1,-28 54 0,39-59-119,-43 95 654,54-114-767,2 1 0,1-1 0,0 1 0,1 0 1,-1 26-1,2 11 597,6 90 1,-1-128-660,1 0 0,1-1 0,0 0 0,1 0 0,1 0 1,1 0-1,0-1 0,18 29 0,-19-38-59,-1-1 0,1 1 0,1-2 0,-1 1 1,1-1-1,0 0 0,1 0 0,0-1 0,-1 0 0,2 0 0,-1-1 0,0 0 0,1 0 0,0-1 1,0 0-1,18 3 0,7-2 138,0 0 0,1-3-1,42-2 1,-75 1-173,33-5 46,-1-1 0,0-1 1,0-2-1,-1-2 0,0 0 1,32-18-1,-38 18-40,-3-1-10,-1-1-1,0 0 1,0-2-1,-1-1 1,-1 0-1,-1-2 1,0 0-1,-2-1 0,0-1 1,-1-1-1,-1 0 1,-1-2-1,17-31 1,-6 2 5,-2 0 1,-2-2 0,-3-1 0,-2 0-1,11-69 1,-18 53-6,-3 0 1,-3-105-1,-4 157-6,-1 14 2,0-1-1,0 0 1,0 1 0,-1-1 0,0 1 0,0 0 0,0-1-1,-1 1 1,1 0 0,-1 0 0,-1 1 0,1-1 0,-1 1-1,1-1 1,-1 1 0,-1 0 0,1 0 0,0 1 0,-1-1-1,0 1 1,0 0 0,-7-3 0,-7-4-12,0 1-1,-1 1 1,1 1 0,-37-8-1,-93-29 1,146 43-18,-1 1 1,1-1-1,-1 1 0,1 0 1,-1 1-1,0-1 0,1 0 0,-1 1 1,1 0-1,0 0 0,-1 0 1,1 0-1,0 1 0,-1-1 0,1 1 1,0 0-1,0 0 0,0 0 0,0 0 1,1 0-1,-1 1 0,1-1 1,-1 1-1,1 0 0,0 0 0,0 0 1,0 0-1,-2 5 0,13-9-3367,13-8-521,-2-3-964</inkml:trace>
</inkml:ink>
</file>

<file path=ppt/ink/ink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3:26.47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 56 880,'0'0'6926,"0"-6"-6740,0-25-7,0 14 6497,-3 17-5411,2 0-1199,1-1 1,0 1-1,0 0 1,-1 0 0,1 0-1,0 0 1,0 0-1,-1 0 1,1 0 0,0 0-1,0 0 1,-1 0-1,1 0 1,0 0-1,0 0 1,-1 0 0,1 0-1,0 0 1,-1 0-1,1 0 1,0 0 0,0 0-1,-1 0 1,1 0-1,0 1 1,0-1 0,-1 0-1,1 0 1,0 0-1,0 0 1,0 1 0,-1-1-1,1 0 1,0 0-1,0 1 1,0-1-1,0 0 1,0 0 0,-1 0-1,1 1 1,0-1-1,0 0 1,0 1 0,0-1-1,0 0 1,-1 5 41,1 0 1,0 0-1,0-1 0,0 1 1,1 0-1,0-1 1,0 1-1,0 0 0,0-1 1,1 1-1,-1-1 0,1 0 1,0 0-1,1 1 1,-1-1-1,1 0 0,4 4 1,85 95 1415,-67-80-1099,-2 2-1,0 1 0,-2 1 1,-1 1-1,19 36 0,103 239 2347,-114-240-2083,56 89-1,-16-31-304,-43-76-210,32 47 1,-38-65-71,46 49 0,-47-56 10,-1 1 0,27 45-1,-20-29 285,-9-16-112,1 0 0,1-1-1,25 22 1,-37-37-242,5 2-314,-8-11-1800,-12-18-3929,3 9 23</inkml:trace>
</inkml:ink>
</file>

<file path=ppt/ink/ink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3:28.72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567 2 4457,'0'0'8947,"-11"0"-8549,-6 0-352,-3-1 496,0 0 0,0 2 0,0 1 0,0 0 0,0 2 0,-32 9 0,27-2-187,1 1-1,1 1 1,0 2-1,1 0 1,0 1-1,2 1 1,0 1-1,0 1 0,-21 28 1,27-29-218,2 0 0,0 2 0,1-1 1,1 1-1,1 1 0,1 0 0,0 0 0,2 1 0,1 0 1,0 0-1,-2 36 0,-2 31 442,4-51-235,1 0 0,2 0 1,6 75-1,-1-100-256,0 0-1,1 0 0,0 0 1,1-1-1,1 0 1,0 0-1,0 0 0,1-1 1,1 0-1,0 0 1,0-1-1,11 10 0,1 0 110,2-1-1,0 0 0,1-2 1,37 21-1,-23-19-68,0-1-1,1-2 1,0-2-1,1-2 1,1-1-1,0-2 1,0-1-1,1-3 1,0-1-1,0-2 1,0-2-1,57-7 1,-84 5-88,-1-1-1,0-1 1,0 0 0,-1-1 0,1 0 0,-1-1-1,0-1 1,0 0 0,-1 0 0,18-16 0,-9 6 24,-1-1 0,-1 0 0,-1-2 0,25-35 1,-20 17-12,-1-2 0,-2 0 1,-1-1-1,-3-1 0,-1 0 1,13-70-1,-23 81 17,-1 1 1,-1-1-1,-2 1 1,-4-44-1,1 55-65,-1-1-1,-1 1 1,0 0 0,-2 0-1,0 1 1,-1 0-1,-1 0 1,-1 1 0,0 0-1,-1 1 1,-1 0 0,0 1-1,-1 0 1,-18-15-1,21 21-3,-2 1 0,1 0-1,-1 1 1,-1 0-1,1 0 1,-1 2-1,0-1 1,-1 2 0,1 0-1,-1 0 1,-16-1-1,-15 0 4,0 3 0,-52 3 1,-54-4-1,93-3-45,-61-4-2205,161 10-4758,-17 0 236</inkml:trace>
</inkml:ink>
</file>

<file path=ppt/ink/ink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3:30.49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7 266 3121,'0'0'6089,"0"-7"-5380,0-29 267,0 16 2611,-6 6-925,6 11-2631,1 1 0,0 0 0,-1-1 0,1 1 0,0 0 0,1-1 0,-1 1 0,0 0 0,1 0 0,-1 0 0,1 0 0,0 0 0,-1 0 0,1 0 0,0 1 0,3-3 0,45-30 232,-28 19-129,4-3-18,0 1 0,44-22 0,-59 34-48,0 0 0,0 1 1,0 1-1,1 0 0,0 0 0,-1 1 1,1 1-1,0-1 0,0 2 1,14 1-1,-23-1-24,0 1 0,0 0 0,0 0 0,0 1 0,0-1 0,0 0 0,-1 1 0,1 0 1,-1 0-1,1 0 0,-1 0 0,1 0 0,-1 0 0,0 0 0,0 1 0,0-1 0,-1 1 0,1-1 1,0 1-1,1 5 0,24 63 648,-25-62-594,2 10 92,-1 0-1,-1 0 1,0 0-1,-2 0 1,-2 25-1,1 3 40,-2-13-158,-1-1 1,-2 0-1,-1 0 0,-1 0 1,-23 54-1,-6 27 172,21-62-127,5-15 48,1 1 1,-6 45-1,4 0 248,12-82-236,2-42-7805,2 38 3088</inkml:trace>
</inkml:ink>
</file>

<file path=ppt/ink/ink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3:30.86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36 5705,'0'0'12819,"4"-8"-11994,-1 3-726,12-17 607,-4 23-180,2 17 121,-11-11-556,1-1-1,1 0 1,-1 0 0,1 0-1,0 0 1,0-1-1,1 0 1,0 0 0,0 0-1,0 0 1,0-1-1,1 1 1,0-2-1,0 1 1,0 0 0,0-1-1,0 0 1,1-1-1,-1 0 1,1 0 0,0 0-1,0 0 1,0-1-1,0-1 1,0 1-1,12-1 1,9-1 73,15 0-2547,-17 4-4397,-8 2 1984</inkml:trace>
</inkml:ink>
</file>

<file path=ppt/ink/ink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3:31.42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384 6 7282,'0'0'6477,"-14"-1"-6016,5 0-437,-2-1 215,1 1 1,-1 1-1,0 0 1,0 0 0,1 1-1,-1 0 1,1 1 0,-1 0-1,1 1 1,-15 6 0,-26 17 650,-90 40 1578,137-65-2295,1 0 1,0 1-1,0-1 1,0 1-1,0-1 1,1 1-1,-1 0 1,0 0-1,-2 3 1,-1 9-1657,13 4-4112,4-4-2058</inkml:trace>
</inkml:ink>
</file>

<file path=ppt/ink/ink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3:32.91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761 7 6433,'0'0'8098,"-33"-6"-4940,13 5-2918,-1 1 0,1 1 0,0 1 0,-1 1-1,1 0 1,0 2 0,1 0 0,-1 1 0,1 1 0,0 1 0,1 1 0,0 0-1,0 2 1,-17 12 0,-11 13 40,3 2-1,0 1 0,3 3 1,1 1-1,-37 55 0,59-74-103,1 2 0,1 0 0,2 0 0,0 2 1,2-1-1,1 2 0,1-1 0,2 1 0,1 0 0,1 1 0,-2 54 0,6-41 97,0-28-175,0 1 0,1-1 1,0 0-1,2 1 1,-1-1-1,2 0 0,0 0 1,1 0-1,6 16 0,16 12 82,1-1 0,2-1-1,2-1 1,66 65 0,-70-77-165,-16-16-1,1-1-1,1 0 1,0 0 0,0-2-1,1 1 1,0-2 0,1 0 0,0 0-1,20 6 1,-11-7 30,-1-1 1,1-1-1,0-1 0,0-2 0,42 0 1,-41-2-27,0-2 0,0-2 0,0 0 0,0-1 0,0-2 0,-1 0 0,0-2 0,-1 0 0,1-2 0,33-21 0,-31 17-12,0 0 0,-2-2-1,0-1 1,-1-1 0,-1-2-1,-1 1 1,0-2-1,-2-1 1,-1-1 0,0 0-1,-2-1 1,-1-1 0,-1 0-1,-1-1 1,-2-1 0,0 0-1,-2 0 1,-1-1 0,-2 0-1,7-58 1,-13 77-6,4-39 9,-3-1-1,-8-79 0,4 114 1,-1-1-1,-1 0 1,0 1-1,-1 0 1,-1 0-1,-1 1 0,-15-24 1,4 12-11,0 1 1,-2 0-1,-23-20 1,15 21 5,0 2 1,-1 1-1,-48-26 1,-6-3 33,65 37-37,-1 2 0,0 0 0,0 1 0,-1 1 0,-1 0 0,1 2 1,-1 1-1,0 0 0,-1 2 0,1 1 0,-1 0 0,-42 2 0,63 1-71,1 1 0,0 0-1,0 0 1,0 0-1,-1 0 1,1 0 0,0 0-1,0 0 1,1 0-1,-1 1 1,0-1 0,0 0-1,0 1 1,1-1 0,-1 0-1,1 1 1,-1-1-1,1 1 1,-1-1 0,1 4-1,-8 33-2573,1 20-5224,0-35 857</inkml:trace>
</inkml:ink>
</file>

<file path=ppt/ink/ink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3:35.44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593 17 3793,'0'0'8318,"0"-17"-758,-1 43-7149,-2-1 0,0 1 0,-2-1 0,-13 45 0,-46 100-55,30-85-35,-344 851 1917,363-896-1938,-16 62 0,-7 20-64,36-119 7,4-13-104,9-14-2256,-10 24 662</inkml:trace>
</inkml:ink>
</file>

<file path=ppt/ink/ink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3:36.97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527 15 3137,'0'0'7507,"-31"11"-6312,-103 40 260,117-43-1153,0 0 0,1 2 0,0 0 0,0 0 0,1 2 0,0 0 0,1 0 0,1 1 0,-14 18 0,3 2 288,1 1-1,-29 58 1,37-61-307,1 2 0,1-1 1,2 2-1,2 0 0,1 0 0,-5 49 1,0 214 490,14-253-656,3 1 1,1-1-1,3 0 0,1 0 0,3-1 0,1-1 0,2 0 0,2 0 0,1-2 0,3 0 0,1-1 0,2-1 0,37 46 0,-51-72-98,0 1 0,1-1-1,0-1 1,1 0 0,0 0 0,0-1 0,1-1 0,1 0-1,-1-1 1,2-1 0,-1 0 0,1 0 0,0-2 0,0 0 0,0 0-1,1-1 1,0-1 0,-1-1 0,1-1 0,0 0 0,0 0 0,0-2-1,0 0 1,0-1 0,26-6 0,-18 0 17,-1 0 0,0-2 0,0 0 1,-1-2-1,0 0 0,-1-2 0,27-22 0,-1-3 13,78-87 0,-92 89-15,-2-2 0,-2 0-1,-2-3 1,-1 0 0,-3-1-1,-1-2 1,-2 0 0,-2-1-1,-3-1 1,-1-1 0,-2 0-1,-3 0 1,7-94 0,-14 83 60,-2 1 1,-3-1 0,-2 1-1,-3 0 1,-16-60-1,18 98-74,-1 0 0,0 1 1,-2 0-1,0 1 0,-2 0 0,0 0 0,-20-24 0,21 30-6,-2 0-1,0 1 1,0 0 0,-1 1 0,0 1 0,0 0 0,-1 1 0,-1 0 0,1 1-1,-29-9 1,10 7-199,-1 2-1,0 2 1,0 0-1,-1 3 1,1 0-1,0 3 1,-41 5-1,71-6-140,0 0 0,0 0 1,0 1-1,0 0 0,1 0 0,-1 0 1,0 0-1,1 1 0,-1-1 0,0 1 0,1 0 1,0 0-1,-1 0 0,-2 3 0,-3 10-4385</inkml:trace>
</inkml:ink>
</file>

<file path=ppt/ink/ink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3:38.02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70 3545,'0'0'7017,"11"-29"-4632,-8-3-217,-4 24-219,0 23-849,2 1-681,1 0-1,0 0 1,1 0 0,1 0 0,0-1 0,1 1-1,10 20 1,59 103 1023,-35-72-993,-12-16-300,125 240 532,-119-218-235,-3 2 0,22 85-1,-47-141-385,67 226 1033,-55-200-811,1-1 0,2 0 0,35 54 0,4 4 388,67 161 1,-118-248-587,4 15 15,-12-30-6,-34 0-16787,16 0 5006</inkml:trace>
</inkml:ink>
</file>

<file path=ppt/ink/ink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3:39.95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508 0 7154,'0'0'6047,"-35"3"-4757,-109 15-83,136-17-1070,0 0-1,0 1 1,0 0 0,0 1-1,0 0 1,0 0 0,1 1 0,0 0-1,0 0 1,0 0 0,0 1-1,0 0 1,1 1 0,0-1-1,0 1 1,1 0 0,-8 12-1,-2-1 225,-4 8-38,0 2 0,2-1 0,1 2 0,1 1 0,1 0 0,2 0 0,1 1 0,1 1 0,2 0 0,-8 50 0,4 26 332,2 192 0,10-295-643,0 23 34,2 0 0,1 0 0,1 0 0,2-1 0,0 1 0,2-1 0,0-1 0,2 1 0,1-2 0,1 1 0,1-2 0,18 26 0,-19-33-26,1 0 0,0-1 0,0-1 1,2 0-1,0 0 0,0-2 0,2 0 1,-1 0-1,1-2 0,1 0 0,0-1 1,0-1-1,1-1 0,0 0 0,0-1 0,0-1 1,23 2-1,2-2 3,0-2 0,0-2 0,1-1 0,-1-3 1,0-2-1,54-12 0,-64 8-11,-1-1 1,0-2-1,-1-1 0,0-1 1,-1-2-1,-1-1 0,0-2 1,43-34-1,-43 27-8,-1 0-1,-1-2 0,-1-1 0,-2-1 1,43-67-1,-56 75 19,0-1 0,-2 0 0,0 0 0,-2-2 0,0 1 1,-2-1-1,-1 0 0,-1 0 0,-1 0 0,0-34 0,-4 31 46,-1 1 0,-2 0-1,-1 0 1,0 0 0,-3 0 0,0 1 0,-1 0 0,-2 1-1,0 0 1,-2 1 0,-1 0 0,0 1 0,-2 0-1,-1 2 1,-23-25 0,13 18 9,-2 1-1,0 2 1,-2 1-1,-1 1 1,-1 1-1,-1 2 1,0 2-1,-1 1 1,-1 1 0,-42-11-1,16 11-32,-1 2 1,0 4-1,-84-5 1,4 11-2426,190 4-2727,-21 0-333</inkml:trace>
</inkml:ink>
</file>

<file path=ppt/ink/ink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3:42.18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84 7114,'0'0'10142,"4"19"-9713,-1-2-345,4 27 453,5 77 0,-12-97-752,0-4 4157,8-47-1784,-4 7-2103,3-12-7,1-1 1,15-36-1,-19 59-55,0 1-1,1-1 1,0 1-1,1 0 0,0 1 1,1-1-1,-1 1 1,2 1-1,-1-1 0,1 1 1,10-7-1,-12 9-79,1 0 0,0 1 0,0 0 0,0 1 0,1-1-1,-1 1 1,1 1 0,0-1 0,-1 1 0,1 1 0,0-1-1,0 1 1,11 1 0,-17 1-94,-1-1 1,0 1-1,1 0 0,-1 1 0,0-1 0,0 0 1,0 0-1,0 0 0,0 1 0,0-1 1,0 1-1,0-1 0,-1 0 0,1 1 0,0-1 1,-1 1-1,1 0 0,-1-1 0,0 1 1,1-1-1,-1 1 0,0 2 0,3 8-1093,21 61-6198,-11-41 1840</inkml:trace>
</inkml:ink>
</file>

<file path=ppt/ink/ink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3:42.61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151 50 2961,'0'0'15487,"-13"-4"-14739,-41-10-154,51 14-538,0 0 0,1 0 0,-1 0 1,1 1-1,-1-1 0,1 1 1,-1-1-1,1 1 0,-1 0 0,1 0 1,0 0-1,-1 0 0,1 0 1,0 0-1,0 1 0,0-1 0,0 1 1,0-1-1,0 1 0,0 0 0,0 0 1,1 0-1,-1 0 0,1 0 1,-2 4-1,-1 0 52,1 0 0,0 1 0,0-1 0,1 1 0,0 0 0,-3 12 0,4-15-89,0 1 0,1 0 0,-1 0 0,1-1 1,0 1-1,0 0 0,0 0 0,1-1 0,-1 1 0,4 9 1,-3-13-18,0 1 1,1 0 0,-1-1 0,1 1 0,-1-1 0,1 0 0,-1 1 0,1-1 0,0 0 0,0 0 0,0 0 0,0 0 0,0-1 0,0 1-1,0 0 1,0-1 0,0 1 0,0-1 0,0 0 0,0 0 0,0 0 0,0 0 0,0 0 0,4 0 0,-2-1 2,-1 0 0,1 0-1,0-1 1,0 1 0,-1-1 0,1 1 0,-1-1 0,1 0 0,-1 0 0,0-1-1,1 1 1,-1-1 0,-1 1 0,1-1 0,0 0 0,-1 0 0,1-1 0,-1 1 0,0 0-1,2-5 1,0 1 16,0 0-1,0-1 1,-1 1 0,0-1-1,0 1 1,-1-1-1,0 0 1,0 0-1,0-10 1,-2 15-24,1 1 0,-1 0 1,0-1-1,0 1 0,0 0 0,0-1 1,0 1-1,0 0 0,-1 0 0,1-1 1,-1 1-1,0 0 0,1 0 0,-1 0 0,0-1 1,0 1-1,-1 0 0,1 0 0,0 1 1,-1-1-1,1 0 0,-1 0 0,1 1 1,-1-1-1,0 1 0,0-1 0,0 1 1,0 0-1,0 0 0,0-1 0,0 2 1,0-1-1,0 0 0,0 0 0,-1 1 1,1-1-1,0 1 0,0-1 0,-1 1 1,1 0-1,0 0 0,-1 0 0,1 1 1,-3-1-1,6 21-4437,0-19 4035,1 1 0,0 0 0,-1-1 0,1 0-1,0 1 1,1-1 0,-1 0 0,0 0 0,0 0 0,1 0-1,-1-1 1,1 1 0,0-1 0,4 3 0,24 7-4594</inkml:trace>
</inkml:ink>
</file>

<file path=ppt/ink/ink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3:42.75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1 1 7466</inkml:trace>
</inkml:ink>
</file>

<file path=ppt/ink/ink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3:43.05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35 7466,'181'-28'4413,"-158"23"-1717,-27 4-760,-23 5-202,20 5-1574,1 0 0,0 0 0,0 0 0,1 1 0,0 0 0,1 0 0,0 0 0,1 0 1,0 1-1,0-1 0,1 1 0,0 0 0,1 0 0,0 13 0,2-23-153,0 0 0,0 0 1,0 0-1,0 0 0,0 0 1,0 0-1,0-1 0,0 1 1,0 0-1,1-1 0,-1 1 1,0-1-1,0 1 0,0-1 1,1 0-1,-1 1 0,0-1 1,1 0-1,-1 0 0,0 0 1,0 0-1,1 0 0,2-1 1,37-2 202,-37 1-170,0 0 0,0 0 0,-1-1-1,1 1 1,-1-1 0,1 0 0,-1 0-1,0 0 1,0-1 0,-1 1 0,1-1-1,-1 1 1,1-1 0,-1 0-1,0 0 1,-1 0 0,3-7 0,-2 6 55,0-1 0,0 0 0,0 0 0,-1 0-1,0-1 1,0 1 0,-1 0 0,1 0 0,-2 0 0,1-1 0,0 1 0,-3-8 0,2 13-88,0 0-1,0-1 0,0 1 0,0 0 1,-1 0-1,1 0 0,0 1 0,-1-1 1,1 0-1,0 0 0,-1 1 0,1-1 1,-1 1-1,1-1 0,-1 1 0,1-1 1,-1 1-1,1 0 0,-1 0 0,0 0 1,-1 0-1,-43 0-1373,35 0-416,33 0-9225,-17 0 9484,26 0-5914</inkml:trace>
</inkml:ink>
</file>

<file path=ppt/ink/ink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3:43.39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174 1 7562,'0'0'13310,"-15"37"-12044,-48 120-246,-4 33 781,47-126-1412,17-56-357,2 1 0,-1-1 0,1 1 0,0-1 0,1 1 0,0 9 0,0-6 3,1-11-34,-1 0-1,1-1 1,-1 1 0,1 0-1,-1-1 1,1 1 0,0 0 0,-1-1-1,1 1 1,0-1 0,-1 1 0,1-1-1,0 1 1,0-1 0,0 0 0,-1 1-1,1-1 1,0 0 0,0 0 0,0 1-1,0-1 1,0 0 0,-1 0 0,1 0-1,0 0 1,0 0 0,1-1 0,37 1-72,-28 0-55,31 0-3590,23 0-8292,-45 0 2909</inkml:trace>
</inkml:ink>
</file>

<file path=ppt/ink/ink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3:43.63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8570,'0'0'11002,"83"0"-10434,-51 0-280,7 3-136,-7 0-152,0 4-8,19 12-656,-12-3-2296,-7 0-4146</inkml:trace>
</inkml:ink>
</file>

<file path=ppt/ink/ink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5:03.932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 24 2961,'0'0'3612,"1"6"-2487,1 0-737,1 20 2012,-1-26-2091,0 0 0,0 0 0,0 0-1,0 0 1,0-1 0,-1 1 0,1-1 0,0 1-1,0-1 1,0 0 0,-1 0 0,3-1-1,0-2-261,0-1-1,0 1 0,1 0 0,-1 0 0,1 0 0,0 1 0,0 0 0,0 0 0,1 0 1,-1 0-1,1 1 0,0 0 0,-1 0 0,10-1 0,4 0 33,1 1 0,-1 1 0,23 2-1,-9-1 201,-32 1-250,-1-1-1,1 0 0,-1 1 1,1-1-1,-1 1 1,1-1-1,-1 1 1,1-1-1,-1 1 1,1-1-1,-1 1 1,1 0-1,-1-1 1,0 1-1,0 0 1,1-1-1,-1 1 0,0 0 1,0-1-1,0 1 1,0 0-1,1 0 1,-1-1-1,0 1 1,0 0-1,-1-1 1,1 2-1,0 26 469,-1-22-421,2 0-22,-2 0 1,1 1 0,-1-1 0,0 0-1,0 0 1,-1 0 0,1 0 0,-2 0-1,1 0 1,-5 9 0,-1-4-15,0 0 0,-1 0-1,-18 18 1,-74 67 382,101-96-405,-1 1 0,0 0 1,0-1-1,1 1 1,-1 0-1,0 0 0,1 0 1,-1-1-1,0 1 0,1 0 1,0 0-1,-1 0 1,1 0-1,-1 0 0,1 0 1,0 0-1,0 0 1,0 0-1,-1 1 0,2-1-3,-1 0-1,0-1 1,0 1-1,1-1 1,-1 1-1,1-1 1,-1 1-1,0-1 1,1 1-1,-1-1 1,1 0-1,-1 1 1,1-1 0,-1 0-1,1 1 1,0-1-1,-1 0 1,1 0-1,-1 1 1,1-1-1,0 0 1,-1 0-1,2 0 1,47 2 394,-38-2-388,3-1 90,0-1-1,-1 0 1,1 0 0,20-8-1,-2 2 306,-28 8-470,2 0 173</inkml:trace>
</inkml:ink>
</file>

<file path=ppt/ink/ink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5:04.707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52 39 3001,'0'0'7969,"1"0"-7737,-1 0-1,1 0 0,-1 0 1,1 1-1,0-1 1,-1 0-1,1 0 0,-1 0 1,1 0-1,-1 1 1,1-1-1,0 0 0,-1 1 1,1-1-1,-1 0 0,1 1 1,-1-1-1,0 1 1,1-1-1,-1 0 0,1 1 1,-1-1-1,1 2 1,-2 3-139,0 1 1,-1-1 0,1 1 0,-1-1 0,-1 0 0,1 0 0,0 0 0,-1 0 0,0 0 0,-5 6 0,3-5-53,1 0 0,0 0 1,1 1-1,0-1 0,0 1 0,-4 12 0,4 7 121,0-1 1,2 33-1,1-56-153,1-1 0,-1 1-1,1-1 1,0 1 0,0-1 0,0 0 0,-1 1-1,1-1 1,1 0 0,-1 0 0,0 0 0,0 0-1,0 0 1,1 0 0,-1 0 0,0 0 0,1 0-1,-1-1 1,1 1 0,-1 0 0,1-1 0,-1 1-1,1-1 1,-1 0 0,1 1 0,-1-1 0,1 0-1,2 0 1,47 4 133,-51-4-142,4 0 21,0-1-1,0 1 0,0-1 0,0 1 0,0-1 1,0 0-1,0 0 0,0-1 0,0 1 0,-1-1 1,1 0-1,-1 0 0,1 0 0,-1-1 0,0 1 1,0-1-1,0 1 0,0-1 0,0 0 0,-1 0 1,1-1-1,-1 1 0,0 0 0,0-1 1,0 1-1,-1-1 0,1 0 0,-1 0 0,1 1 1,0-8-1,2-11 432,0 1 1,-2-1 0,0-1-1,-3-29 1,1 29 171,-1 18-514,0 0-1,-1 1 0,1-1 0,-1 0 0,0 1 0,-1-1 1,1 1-1,-1 0 0,0 0 0,0 0 0,0 0 0,0 0 1,-5-3-1,7 7-11,-44 0-424,43 1-2,0 0 0,0 1 0,0-1 0,0 0 0,0 1 0,1-1 0,-1 1 0,1-1 0,-1 1 0,1 0 0,-1-1 0,-1 5 0,-6 7-2476,-10 5-3150</inkml:trace>
</inkml:ink>
</file>

<file path=ppt/ink/ink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7:43.693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9 10 1776,'0'0'10440,"26"0"-9605,69-10-355,-94 11-470,0-1 1,0 1 0,0-1-1,0 1 1,0-1-1,0 1 1,-1 0-1,1-1 1,0 1-1,-1 0 1,1 0 0,0 0-1,-1 0 1,1-1-1,-1 1 1,1 0-1,-1 0 1,0 0-1,1 0 1,-1 0 0,0 0-1,0 0 1,1 0-1,-1 0 1,0 0-1,0 0 1,0 0-1,0 0 1,-1 2 0,1 43 89,-1-32-65,1-8-15,0 0-1,0 0 1,-1 0 0,0 0 0,0 0-1,-1 0 1,0 0 0,0-1-1,0 1 1,0-1 0,-5 7 0,-2 1 0,0-1 1,-1-1-1,-14 14 1,19-21-24,-23 17 23,23-18-3,0 1 0,1-1 0,-1 0-1,1 1 1,0 0 0,-4 5-1,8-9 13,0 1-1,-1-1 0,1 1 0,0-1 0,0 1 1,-1-1-1,1 1 0,0-1 0,0 1 0,0-1 1,0 1-1,0-1 0,0 1 0,0-1 0,0 1 1,0-1-1,0 1 0,0-1 0,0 1 0,0-1 1,0 1-1,0-1 0,1 1 0,-1-1 0,0 1 0,0-1 1,1 1-1,-1-1 0,0 0 0,0 1 0,1-1 1,-1 1-1,1-1 0,-1 0 0,0 1 0,1-1 1,-1 0-1,1 1 0,-1-1 0,1 0 0,-1 0 1,1 0-1,-1 1 0,1-1 0,-1 0 0,1 0 1,-1 0-1,1 0 0,-1 0 0,1 0 0,-1 0 1,1 0-1,-1 0 0,1 0 0,0 0 0,37 1 738,-32-1-626,8 0 35,0 0-1,1 0 1,-1-1 0,0-1-1,0 0 1,0-1 0,0-1 0,-1 0-1,20-9 1,-19 6 243,-11 5-249,1-1 0,-1 1 1,1 1-1,0-1 0,0 0 1,0 1-1,8-2 0,-11 3 1</inkml:trace>
</inkml:ink>
</file>

<file path=ppt/ink/ink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7:44.515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213 23 5633,'0'0'7044,"-19"-7"-4886,13 7-1970,1 0 1,0 0-1,0 1 0,0 0 0,0 0 0,0 0 1,0 0-1,0 1 0,0-1 0,1 1 0,-10 5 0,8-2-60,0 0 0,0 1 0,0 0 0,1 0 0,0 0 0,0 0 0,-4 9 0,5-10-88,-11 17 106,-20 42-1,30-55-134,2 0-1,0 1 0,0-1 0,0 1 0,2 0 0,-1 0 1,1 0-1,0 10 0,1-17-2,0-1 1,0 1-1,0-1 0,0 1 1,0 0-1,0-1 1,1 1-1,0-1 0,-1 0 1,1 1-1,0-1 0,0 1 1,0-1-1,0 0 1,1 0-1,-1 0 0,1 0 1,-1 0-1,1 0 0,3 3 1,-1-3 35,0 0 1,0 0-1,0-1 1,0 1-1,1-1 1,-1 0-1,0 0 1,1-1-1,-1 1 0,1-1 1,7-1-1,-4 1 1,0-1-1,0-1 0,-1 1 1,1-2-1,0 1 0,-1-1 0,0 0 1,0 0-1,0-1 0,0 0 0,0 0 1,-1-1-1,0 1 0,7-8 0,-1 3-25,13-8-80,-17 12 158,-1 0 1,1-1-1,-1 0 0,8-9 1,-12 12-34,-1 0 0,0 0 0,0 0 0,0 0 0,-1 0 0,1-1 0,-1 1 0,0 0 0,0-1 0,0 1 0,0-1 0,0 0 0,-1 1 0,0-8 0,0-135 1230,0 145-1266,0-1 1,-1 1-1,1 0 1,-1 0-1,1 0 1,-1 0-1,0 0 1,1 0-1,-1 0 1,0 0-1,0 0 1,0 0-1,0 0 1,1 1-1,-1-1 1,0 0-1,0 0 1,-1 1-1,1-1 1,0 1-1,0-1 1,0 1-1,0-1 1,0 1-1,-1 0 1,1 0-1,0-1 1,0 1-1,0 0 1,-3 0-1,-45-1 240,39 1-170,-4 0-276,22 1-2252,4 1-4535,-6-1-666</inkml:trace>
</inkml:ink>
</file>

<file path=ppt/ink/ink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7:57.851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1 165 1856,'0'0'6547,"6"-33"-1327,-4 29-5018,0 0 0,0 1 0,0-1-1,0 0 1,1 1 0,0-1 0,-1 1 0,1 0 0,1 0 0,-1 0-1,0 0 1,1 0 0,-1 1 0,1 0 0,0 0 0,0 0 0,4-2 0,83-39 786,-73 35-843,32-12 24,-48 19-122,1 0-1,0 1 1,0-1 0,0 1 0,0-1 0,0 1 0,0 0-1,-1 0 1,1 0 0,0 0 0,0 1 0,0-1 0,0 1 0,4 1-1,-5 0-33,0-1 0,-1 1-1,1-1 1,-1 1 0,0 0 0,1 0-1,-1-1 1,0 1 0,0 0-1,0 0 1,0 0 0,-1 0-1,1 1 1,0-1 0,-1 0-1,0 0 1,1 0 0,-1 0-1,0 4 1,0 53 60,-1-39 66,1-16-133,-1 1 1,0-1 0,0 0-1,0 1 1,-1-1-1,0 0 1,0 0 0,0 0-1,0 0 1,0 0-1,-1-1 1,-5 7 0,-44 43 6,35-36-3,-7 6 0,8-8 2,0 1 0,-19 25 0,31-35-15,1-1 0,-1 1 0,1 0 0,0 0 0,0 0 0,1 1 0,0-1 0,0 0 0,1 1 0,-1-1 0,1 1 0,0 9 0,37-15 79,-26-1 7,1 0 0,0-1 1,0 0-1,-1-1 0,1 0 0,-1-1 0,1 0 1,-1-1-1,13-6 0,7-3 241,-21 10-190,0-1 0,-1 0-1,1 0 1,-1-1 0,14-10 0,-19 11-2142,-12 8-4691,4-4 1530</inkml:trace>
</inkml:ink>
</file>

<file path=ppt/ink/ink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7:59.090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71 0 3025,'0'0'8964,"-7"23"-6222,8 16-1317,1-25-1196,-2 0 0,0-1 0,0 1 0,-2 0 1,1 0-1,-5 14 0,0-9-95,0-1-1,2 1 1,0 0 0,1 0 0,0 28 0,-10 69 792,10-110-690,-5 3-4121,6-8 2951,-4 6-3578</inkml:trace>
</inkml:ink>
</file>

<file path=ppt/ink/ink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8:04.827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84 19 1880,'0'0'7375,"-24"-7"-1823,23 6-5411,-12-10 2662,12 23-1072,2 7-2072,-1 308 1500,0-326-401,-2 17-2340,-23 34-5683,7-26 311</inkml:trace>
</inkml:ink>
</file>

<file path=ppt/ink/ink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8:06.059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91 1 3809,'0'0'7451,"0"19"-4420,-3 20-2164,-1 0-1,-1 0 1,-20 65-1,23-94-749,-2 9 99,0 0-1,2 0 1,-1 30-1,12-51 120,44-30-81,0-1-254,-53 33 0,5-2 2,0-1-1,1 1 0,-1 0 0,1 0 1,-1 0-1,1 1 0,0 0 0,-1 0 0,1 1 1,0-1-1,11 2 0,-16 0 1,1 1-1,-1-1 1,0 1-1,0-1 1,1 1-1,-1 0 0,0-1 1,0 1-1,0 0 1,-1 0-1,1 0 1,0-1-1,-1 1 1,1 0-1,-1 0 1,0 0-1,0 0 1,0 3-1,4 38 43,-4-25-35,1-13 2,-1-1 1,0 1 0,0-1-1,0 0 1,-1 1-1,0-1 1,-2 8 0,2-11 27,0 1 0,0 0 0,0 0 0,-1 0 0,1-1 1,-1 1-1,1-1 0,-1 1 0,0-1 0,1 0 0,-1 1 1,0-1-1,0 0 0,0 0 0,0 0 0,0-1 0,0 1 1,-5 1-1,-4 0 115,-1 0 0,0-1 1,0 0-1,0-1 0,-17-1 1,21-1-59,0 2 0,0-1 1,0 1-1,0 0 1,0 1-1,0-1 0,0 2 1,0-1-1,0 1 0,0 0 1,1 1-1,-1 0 0,-11 6 1,19-9-163,0 0 0,1 0 0,-1 0 0,0 0 0,0 1 0,1-1 0,-1 0 0,0 0 0,0 0 0,0 0 0,1 0 0,-1 0 0,0 0 0,0 1 0,1-1 1,-1 0-1,0 0 0,0 0 0,0 0 0,0 1 0,1-1 0,-1 0 0,0 0 0,0 1 0,0-1 0,0 0 0,0 0 0,0 1 0,0-1 0,0 0 0,1 0 0,-1 1 0,0-1 0,0 0 0,0 0 0,0 1 0,0-1 0,0 0 1,-1 0-1,1 1 0,0-1 0,0 0 0,0 0 0,0 1 0,0-1 0,0 0 0,0 0 0,0 1 0,-1-1 0,1 0 0,0 0 0,0 0 0,0 1 0,0-1 0,-1 0 0,1 0 0,0 0 0,0 0 0,0 0 0,-1 1 0,1-1 0,-1 0 1,3 0-296,-1 0 1,1 0 0,-1 0-1,0-1 1,1 1 0,-1 0-1,0-1 1,1 1 0,-1-1 0,0 1-1,0-1 1,1 0 0,-1 1-1,0-1 1,0 0 0,0 0-1,0 0 1,1-1 0,10-11-5707</inkml:trace>
</inkml:ink>
</file>

<file path=ppt/ink/ink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8:06.594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0 74 3273,'0'0'9734,"0"-4"-8831,0-10-297,0 3 3087,34 11-3231,-16 0-120,0 0 0,0-1 0,0-1 0,0-1 1,-1-1-1,1 0 0,-1-1 0,0-1 1,28-14-1,-53 24-557,-10 15-3422,11-7 179,1-5-1995</inkml:trace>
</inkml:ink>
</file>

<file path=ppt/ink/ink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8:21.762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 90 3793,'0'0'6592,"5"-42"-4854,-3 39-1626,0 0 0,0 0 1,1 0-1,-1 0 1,1 1-1,0-1 1,0 0-1,0 1 1,0 0-1,0 0 0,0 0 1,0 0-1,1 0 1,-1 1-1,1 0 1,-1-1-1,1 1 0,7-1 1,5 0 47,1 0 1,31 0-1,-45 2-121,-2 1-33,0-1-1,0 0 0,0 1 1,0-1-1,0 1 0,0-1 1,0 1-1,0-1 1,0 1-1,0 0 0,0 0 1,0-1-1,-1 1 1,1 0-1,0 0 0,-1 0 1,1 0-1,0 0 0,-1 0 1,1 0-1,-1 0 1,1 0-1,-1 0 0,0 0 1,1 0-1,-1 0 1,0 1-1,0-1 0,0 0 1,0 0-1,0 2 0,1 46 130,-2-36-82,-1-4-23,0 0 0,0 0-1,-1-1 1,0 1 0,-1-1-1,0 1 1,0-1 0,-1 0 0,1 0-1,-2-1 1,-10 13 0,-7 11 12,14-18-183,6-10 229,1 0-1,0-1 1,0 1 0,0 0-1,0 1 1,1-1 0,-1 0-1,1 0 1,-1 5 0,2-7-63,0 0 0,0 0 1,1 0-1,-1 0 0,1 0 1,-1 0-1,1 1 0,-1-1 1,1 0-1,-1 0 0,1 0 1,0-1-1,0 1 0,-1 0 0,1 0 1,0 0-1,0 0 0,0-1 1,0 1-1,0 0 0,0-1 1,0 1-1,0-1 0,0 1 1,0-1-1,0 0 0,1 1 1,-1-1-1,0 0 0,0 0 0,0 0 1,0 0-1,1 0 0,0 0 1,7 2 104,1 0 1,-1 0 0,0-1-1,1-1 1,-1 0-1,1 0 1,-1 0 0,1-2-1,-1 1 1,1-1-1,-1 0 1,0-1 0,0 0-1,0 0 1,10-7-1,-15 8 641</inkml:trace>
</inkml:ink>
</file>

<file path=ppt/ink/ink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8:22.837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90 17 4121,'0'0'6689,"-2"-12"-3785,-1 14-2837,-1 0 0,1 0 0,-1 0 0,1 0 0,0 1 1,0-1-1,0 1 0,0 0 0,1 0 0,-1 0 0,1 0 0,0 0 1,-1 1-1,1-1 0,-2 7 0,-24 61 420,24-51-430,1 0 0,0 0 0,1 0 0,2 33 0,0-42-35,0-10-10,0 0-1,1 0 1,-1 0 0,1 0-1,-1 1 1,1-1 0,-1 0 0,1 0-1,0 0 1,-1 0 0,1 0-1,0-1 1,0 1 0,0 0-1,0 0 1,0 0 0,0-1-1,0 1 1,0 0 0,0-1 0,0 1-1,0-1 1,0 0 0,1 1-1,-1-1 1,0 0 0,0 1-1,0-1 1,1 0 0,-1 0-1,0 0 1,2 0 0,52-1 712,-39 0-536,-14 1-142,0 0 0,0 0-1,0 0 1,0 0 0,0-1 0,0 1 0,0-1 0,0 1 0,0-1 0,0 0 0,-1 0 0,1 0 0,0 0 0,0 0 0,-1 0 0,1 0 0,-1 0 0,1-1 0,-1 1 0,1-1-1,0-1 1,2-2 70,-1-1 0,-1 0-1,1 0 1,-1 0-1,3-11 1,-2 5 56,0-1 1,-1 0-1,0 0 1,-1 0-1,0-13 1,-2 17-151,-1-1 0,1 1-1,-2-1 1,1 1 0,-2-1 0,1 1 0,-1 0-1,0 1 1,-1-1 0,-10-14 0,14 22-3,0-1 1,0 1 0,0 0-1,0-1 1,0 1-1,0 0 1,0 0-1,0 0 1,-1 0-1,1 0 1,-1 0-1,1 0 1,0 1 0,-1-1-1,1 0 1,-1 1-1,1-1 1,-1 1-1,0-1 1,1 1-1,-1 0 1,0 0-1,1 0 1,-1 0-1,-3 0 1,4 0 309,2 38-8014,5-21 1812</inkml:trace>
</inkml:ink>
</file>

<file path=ppt/ink/ink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8:28.318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20 62 464,'0'0'12183,"-19"-6"-6614,19 3-5566,0 1-1,1 0 1,0-1 0,-1 1 0,1 0 0,0 0-1,0 0 1,0 0 0,0 0 0,0 0 0,0 0-1,1 0 1,-1 0 0,1 1 0,-1-1 0,1 0-1,0 1 1,0-1 0,0 1 0,-1 0 0,1 0-1,0 0 1,1 0 0,-1 0 0,0 0-1,0 0 1,0 1 0,0-1 0,1 1 0,2-1-1,9-2 2,1 1-1,0 1 1,20 0-1,-35 38 337,2 3-198,-1-28-134,0 0 0,0 0 0,-2 1 0,1-1 0,-1 0 0,-1 0 0,0 0 0,-1 0 1,-5 13-1,-30 46 116,37-68-110,39-3 663,-29 1-584,0 0 0,0-1 0,1-1 0,-1 1 0,0-2 0,0 1 0,-1-1 0,1 0 0,0-1 0,-1 0 0,1-1 0,-1 1 0,0-2 0,9-5 0,41-36 409,-57 44-460,-1 1-40,8 1-9836,3 0 5123</inkml:trace>
</inkml:ink>
</file>

<file path=ppt/ink/ink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8:28.600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8 1 5145,'0'0'10320,"-1"6"-9704,-4 43 1047,4 94 1,2-74-2960,-2-67 960,1 1 1,0-1-1,0 0 1,0 1-1,1-1 1,-1 0-1,0 0 1,1 0-1,0 1 1,-1-1-1,1 0 1,0 0-1,0 0 1,0 0-1,1 0 1,-1 0-1,0 0 1,4 3-1,18 11-6648</inkml:trace>
</inkml:ink>
</file>

<file path=ppt/ink/ink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8:51.30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524 66 5353,'0'0'4805,"3"-10"-3634,0-3-675,1-7 76,-1-1 3048,-48 21-224,29 0-3372,6-1-10,0 1 0,0 0-1,0 1 1,0 0 0,0 0 0,0 1-1,1 0 1,-1 1 0,0 0-1,-17 9 1,-9 9 16,1 2-1,1 2 1,1 1-1,2 1 1,0 2-1,-48 60 1,71-77 24,0 0 0,1 1-1,0 0 1,1 0 0,1 1 0,0 0 0,1 0 0,0 0-1,-3 27 1,3 10 221,2 76 1,3-74-254,-3 19 49,0-37 97,2 0-1,1 0 0,8 51 0,-4-67-41,1 0-1,1 0 1,1-1-1,1 0 1,11 18 0,60 82 1002,-69-103-964,1 1 0,1-2 1,1 0-1,0 0 1,26 18-1,-32-26-80,2-1 0,-1 0 0,1 0 0,0-1 0,0 0 0,0-1 0,0 0 0,0-1 0,1 0 0,-1 0 0,1-1 0,11-1-1,-2 0-24,-5 1-13,0 0 1,-1-1-1,1-1 1,-1-1 0,1 0-1,-1-1 1,0 0-1,1-1 1,-2-1 0,22-9-1,-7-3 30,0-1-1,0-1 0,-2-2 0,0-1 0,-2-1 1,-1 0-1,0-2 0,-2-1 0,-1-1 1,-1 0-1,22-42 0,-28 39-6,-1 0-1,-1 0 1,-2-1 0,0 0 0,6-58-1,-11 31-35,-3 0 0,-6-63 0,3 110-29,0 1 0,0-1 0,-1 1 0,0 0 0,-1 0 0,-1 0 0,1 0 0,-1 1 0,-1 0 0,0 0 0,0 0 0,-1 1 0,0 0 0,0 0 1,-1 1-1,0 0 0,-11-8 0,-17-9 31,0 1 0,-1 2 1,-40-16-1,23 12-4,-81-62 44,128 85-77,-1-1 1,1 2-1,-1-1 0,1 1 1,-1 0-1,1 1 0,-1 0 0,1 0 1,-1 1-1,0 0 0,1 0 1,-1 0-1,1 1 0,-10 4 1,16-5-6,9-1-1874,1 1 811,-1 0 1,0 0 0,0 1-1,15 6 1,-4-2-1660,13 3-2821</inkml:trace>
</inkml:ink>
</file>

<file path=ppt/ink/ink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8:56.58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 86 5217,'0'0'6196,"-6"-16"-2391,7 13-3746,0 0 1,0 0-1,0 1 0,0-1 1,1 0-1,0 1 0,-1-1 1,1 1-1,0 0 1,0-1-1,0 1 0,0 0 1,1 0-1,-1 1 0,1-1 1,-1 0-1,1 1 0,-1-1 1,1 1-1,5-2 0,3-2-33,1 0-1,-1 1 0,23-5 0,-33 10 3,0-1 1,0 1-1,0-1 1,0 1-1,0 0 0,0 0 1,0-1-1,0 1 1,0 0-1,0 0 0,-1 0 1,1 0-1,0 0 1,-1 0-1,1 0 0,-1 0 1,1 0-1,-1 0 1,1 1-1,-1-1 1,0 0-1,1 0 0,-1 0 1,0 1-1,0-1 1,0 0-1,0 0 0,0 0 1,0 1-1,-1-1 1,1 1-1,-4 49 422,0-42-389,-1 0-1,1-1 1,-2 1 0,1-1-1,-1 0 1,0 0 0,-15 13-1,14-14-26,0 1-1,0-1 0,1 1 1,0 1-1,0-1 0,1 1 1,-6 13-1,11-21-38,0 0 0,0-1 0,0 1 1,0 0-1,0-1 0,1 1 0,-1 0 0,0-1 0,1 1 1,-1 0-1,0-1 0,1 1 0,-1-1 0,1 1 0,-1-1 1,1 1-1,-1-1 0,1 1 0,-1-1 0,1 0 0,0 1 1,-1-1-1,1 0 0,-1 1 0,1-1 0,0 0 0,-1 0 0,1 0 1,0 1-1,-1-1 0,1 0 0,0 0 0,0 0 0,-1 0 1,1 0-1,0 0 0,0-1 0,43 4 183,-26-2-155,-12-1-11,0 1 0,0 1 1,0-1-1,0 1 0,-1 0 0,1 0 0,0 1 0,-1-1 0,0 1 0,0 1 0,1-1 0,-2 1 0,1 0 0,0 0 0,-1 0 0,0 0 0,0 1 0,0 0 0,-1 0 1,1 0-1,-1 0 0,4 11 0,-6-14 33,0 1 0,0-1 0,-1 1 0,1 0 0,-1 0 0,0-1 0,0 1 0,0 0 0,0-1 0,0 1 0,-1 0 0,1-1 0,-1 1 0,0 0 0,0-1 0,0 1 0,0-1 0,0 1 0,0-1 1,-1 1-1,1-1 0,-1 0 0,0 0 0,1 0 0,-1 0 0,-3 2 0,-6 6 200,-1 0 0,-1-1 0,-21 13 1,2-2-204,11-9-255,21-11 155,0 0 0,-1-1 1,1 1-1,0 0 0,0 0 0,0-1 1,-1 1-1,1 0 0,0-1 1,0 1-1,0 0 0,0 0 0,0-1 1,0 1-1,-1 0 0,1-1 1,0 1-1,0 0 0,0-1 0,0 1 1,0 0-1,0-1 0,0 1 0,1 0 1,-1-1-1,0 1 0,0 0 1,0-1-1,0 1 0,0 0 0,0-1 1,1 1-1,-1 0 0,0-1 1,21-36-3565,0 11-1236,-2 0-3503</inkml:trace>
</inkml:ink>
</file>

<file path=ppt/ink/ink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8:57.22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118 74 5577,'0'0'10102,"-38"2"-7005,34 1-3047,1 0 0,-1-1 0,1 1 0,0 0 0,0 1 0,0-1 0,0 0 0,1 1 0,-1 0 0,1 0 0,0-1 0,-2 6 0,-21 56 219,19-48-226,3-4-36,1-1 0,0 1 0,1 0 0,0 0 0,1 0 0,1 15 1,0 5-8,-1-31-2,0 0 0,0 0 0,1 0 0,-1 0 0,1 0 0,-1 0 0,1 0 0,0 0 0,0 0 0,-1-1 0,1 1 0,1 0 0,-1 0 0,0-1 0,0 1 0,1-1 0,-1 1 0,1-1 0,-1 1 0,1-1 0,-1 0 0,1 0 0,0 0 0,0 0 0,0 0 0,-1 0 0,1 0 0,0-1-1,0 1 1,4 0 0,6 1 12,0 0 0,0-1 0,1 0 0,12-2 0,-13 1 78,-7-1-71,1 0 0,-1 0 0,0-1 0,0 1-1,0-1 1,0 0 0,0-1 0,0 1 0,-1-1 0,1 0 0,-1 0 0,0-1 0,1 1 0,-2-1 0,1 0 0,0 0-1,-1 0 1,0 0 0,0-1 0,5-8 0,0-2 92,0 1 0,-1-1 0,-1 0-1,0-1 1,5-26 0,-5 8 539,-2 0 0,-1-61 1,-3 93-624,-1 0 1,1 0 0,-1 0 0,1 0 0,-1 0 0,0 0 0,0 0 0,0 1 0,0-1 0,0 0-1,0 0 1,-1 1 0,1-1 0,-1 1 0,1-1 0,-1 1 0,1 0 0,-1 0 0,0 0 0,0-1-1,1 2 1,-1-1 0,0 0 0,0 0 0,0 0 0,0 1 0,0-1 0,0 1 0,0 0 0,0 0-1,-4 0 1,-12-2 1,0 0-1,-30 3 0,28 0 59,7-2-117,12 1-27,0-1 0,1 1 0,-1 0 0,0-1 0,1 1 0,-1 0 1,0 0-1,0 0 0,0 0 0,1 0 0,-1 0 0,0 0 0,0 0 0,1 0 1,-1 0-1,0 0 0,0 0 0,1 1 0,-1-1 0,0 0 0,0 0 1,1 1-1,-1-1 0,0 1 0,1-1 0,-1 1 0,1-1 0,-1 1 1,0-1-1,1 1 0,-1-1 0,1 1 0,-1 0 0,1-1 0,0 1 1,-1 0-1,1-1 0,0 1 0,-1 0 0,1-1 0,0 1 0,0 0 1,0 0-1,0-1 0,-1 1 0,1 0 0,0 0 0,0 0 0,1 1 0,0 28-4968,4-17 296</inkml:trace>
</inkml:ink>
</file>

<file path=ppt/ink/ink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9:01.50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41 110 4337,'0'0'5975,"-27"-16"-3392,26 16-2511,1 0 0,-1 0 0,0-1 0,1 1 1,-1 0-1,0-1 0,1 1 0,-1-1 0,0 1 0,1 0 1,-1-1-1,1 1 0,-1-1 0,1 0 0,-1 1 0,1-1 1,-1 1-1,1-1 0,-1 0 0,1 1 0,0-1 0,0 0 1,-1 0-1,1 1 0,0-1 0,0 0 0,0 0 0,0 1 1,-1-1-1,1 0 0,0 0 0,1 1 0,-1-1 0,0 0 0,0-1 1,1 0-11,1 0 0,-1-1 0,1 1 0,0 0 0,-1 0 0,1 0 0,0 0 0,0 1 0,0-1 0,4-2 0,60-30 26,-65 33-38,7-1-24,0-1 1,0 1 0,1 0 0,-1 0-1,0 1 1,1 1 0,-1-1-1,11 2 1,-18-1-14,0 1 0,-1-1-1,1 1 1,0-1 0,0 1 0,0-1 0,-1 1 0,1 0 0,0 0-1,-1-1 1,1 1 0,0 0 0,-1 0 0,1 0 0,-1 0 0,1-1 0,-1 1-1,0 0 1,1 0 0,-1 0 0,0 0 0,0 0 0,1 0 0,-1 0-1,0 0 1,0 0 0,0 0 0,0 0 0,-1 1 0,1 42 271,0-33-230,0 6 3,1-4-23,-1 0-1,0-1 1,-1 1-1,0 0 1,-1 0-1,-1 0 0,0-1 1,0 1-1,-1-1 1,-6 12-1,2-8 48,6-10-1,-1-1 1,0 1-1,0-1 0,0 0 1,0 0-1,-1 0 0,0 0 0,0-1 1,0 1-1,0-1 0,-1 0 0,-9 6 1,9-3 2049,17-5-1617,18-3-396,-15-3 74,0-1 0,0-1 1,0 0-1,-1-1 0,0-1 0,21-15 0,-16 14 658,-1 0-4077,-4-6-3850,-7 3-61</inkml:trace>
</inkml:ink>
</file>

<file path=ppt/ink/ink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9:02.35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40 42 4121,'0'0'6724,"3"-30"-214,2 22-6905,-2 7 413,1 0-1,-1 0 1,1 1 0,-1-1 0,1 1 0,-1 0 0,1 0 0,-1 1 0,1-1 0,-1 1 0,1-1 0,-1 1 0,1 0 0,-1 0-1,0 1 1,5 2 0,-5-2 1,-1 0 0,0 1-1,-1 0 1,1-1-1,-1 1 1,1 0 0,-1 0-1,0 0 1,0 0 0,0 0-1,0 0 1,0 0 0,-1 0-1,1 0 1,-1 0-1,0 0 1,0 1 0,-1 4-1,1 5 18,0 1-1,-1 0 0,-1 0 0,0-1 0,-1 1 1,-1-1-1,0 0 0,0 0 0,-2 0 1,1-1-1,-2 1 0,0-1 0,0-1 0,-11 15 1,-41 67 62,61-92 0,0-1-1,1 1 1,-1-1 0,1 1-1,-1-1 1,1 0-1,-1 1 1,1-1-1,-1-1 1,1 1 0,-1 0-1,0 0 1,4-2-1,47-5 123,-29 2 376,1 0-1,42-1 2547,-80 11-2229,5-3-2147</inkml:trace>
</inkml:ink>
</file>

<file path=ppt/ink/ink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9:13.46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3441,'410'247'0</inkml:trace>
</inkml:ink>
</file>

<file path=ppt/ink/ink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9:15.02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572 155 6145,'0'0'5513,"4"-10"-4752,13-29 232,-12 30 3678,-40 9-2502,17-1-2142,-1 1 0,0 2 0,0-1 0,0 2 0,0 1 0,1 0-1,0 1 1,0 1 0,0 1 0,0 0 0,1 2 0,-31 19 0,25-10-22,0 1-1,1 1 1,1 1 0,1 0 0,1 2 0,0 0-1,2 1 1,1 1 0,-21 46 0,22-37 35,2 2 0,1 0-1,2 0 1,2 1 0,1 0 0,2 0 0,-1 47-1,4-34 38,3 1-1,8 65 0,-5-94-50,0-1 0,2 1-1,0-1 1,1-1 0,1 1 0,1-1-1,22 35 1,-19-38-2,0-1 0,2 0-1,-1 0 1,2-2-1,0 1 1,0-2 0,2 0-1,-1-1 1,2-1 0,-1-1-1,2 0 1,34 13 0,-29-15 16,1-1 1,0-1-1,0-1 1,0-1-1,1-1 0,-1-2 1,1 0-1,-1-2 1,51-8-1,-53 4-32,-1-1-1,0-1 1,0-1-1,-1-1 0,0-1 1,0-1-1,26-18 0,-12 4 13,-1-2 0,-1-1-1,31-34 1,-45 41-3,-1-1 0,-2-1 0,0-1 0,-1 0 0,-1-1 0,-2 0 0,0-1 0,-2 0 0,-1-1 0,-1 0 0,5-29 0,-4-4 96,-2-1-1,-3 0 1,-2 0 0,-7-64 0,2 98-35,-1 0 1,-1 1-1,-1-1 1,-1 1-1,-1 0 1,-2 1-1,-1 0 1,-25-44-1,26 53-41,0 0-1,-2 0 1,0 1-1,0 1 0,-2 0 1,1 1-1,-2 0 1,0 1-1,0 0 1,-1 2-1,-1 0 0,1 0 1,-24-8-1,29 14-21,0 1 0,1 1-1,-1 0 1,0 0 0,-1 1 0,1 0 0,0 1-1,0 0 1,0 1 0,-14 2 0,21-2-126,-1 0 0,0 0 1,0 0-1,1 1 0,-1 0 1,1 0-1,-1 0 1,1 0-1,0 1 0,0-1 1,0 1-1,0 0 0,1 1 1,-1-1-1,1 1 1,0-1-1,0 1 0,0 0 1,0 0-1,1 0 0,-1 0 1,1 1-1,0-1 1,1 1-1,-3 7 0,4-10-129,-1 0 0,1-1 0,0 1 0,0 0 0,0-1 0,0 1 0,0 0 0,0-1 1,0 1-1,0 0 0,1-1 0,-1 1 0,1 0 0,-1-1 0,1 1 0,0-1 0,0 1 0,-1-1 0,1 0 0,0 1 0,0-1 0,1 0 0,-1 1 0,0-1 0,0 0 0,0 0 0,1 0 0,-1 0 0,1 0 0,-1 0 0,1-1 0,2 2 0,27 9-7291</inkml:trace>
</inkml:ink>
</file>

<file path=ppt/ink/ink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9:15.97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714 34 8194,'0'0'8076,"-36"-6"-7549,-113-17-242,140 21-241,1 1 0,0 0-1,0 1 1,-1 0 0,1 0-1,0 1 1,0 0 0,-1 0 0,1 1-1,0 0 1,0 0 0,0 1-1,1 0 1,-1 0 0,1 1-1,0 0 1,0 1 0,0-1-1,-7 7 1,-11 6 157,-6 4 60,1 2 0,1 1 0,1 1 0,1 1 1,2 1-1,-41 56 0,52-63-192,2 0 1,0 1 0,1 1-1,1-1 1,1 2 0,1-1-1,1 1 1,2 1-1,0-1 1,1 1 0,-2 42-1,5-41-37,2 1 0,0-1 0,1 0 0,2 1 0,0-1 0,2 0 1,15 41-1,-11-43-23,1 0 0,1 0 1,1-1-1,1-1 0,29 35 1,-34-47 17,-1 0-1,1-1 1,1 0 0,0 0 0,0-1 0,0 0 0,1-1-1,0 0 1,0-1 0,1 0 0,-1-1 0,1 0 0,22 4 0,-11-5 8,0-1 0,0-1-1,0-1 1,0-1 0,0 0 0,0-2 0,-1-1 0,1-1 0,-1-1 0,0-1 0,0-1 0,-1 0 0,32-19 0,-18 8-31,0-2 0,-1-2 0,-1-1 0,-2-1 0,0-2 0,32-37 0,-49 48 37,0-1 1,-1-1-1,-1 0 1,-1-1-1,-1 0 1,0 0 0,-2-1-1,0-1 1,-1 1-1,-1-1 1,-1 0-1,-1-1 1,2-26-1,-5 23 49,-1 0-1,-1 1 0,-1-1 0,-1 1 0,-1-1 0,-1 1 0,-1 0 0,-11-25 0,10 33-42,0 0 0,-2 0 0,0 1 0,0 0 0,-1 1 0,-1 0 0,-1 0 0,0 1 0,-1 1 0,0 0 0,0 1 0,-17-11 0,14 13-17,0 0 0,0 1 1,-1 1-1,0 1 0,-1 0 1,1 2-1,-1 0 0,-26-3 1,-16 2 35,-72 4 1,75 1-14,56 0-137,1 1 7,-1 0 1,1 0 0,0 0 0,0 0 0,0 0-1,0 0 1,0 0 0,0 0 0,0-1 0,0 1-1,0 0 1,0 0 0,1 0 0,-1 0 0,0 0-1,1 0 1,-1 0 0,0-1 0,1 1 0,-1 0-1,2 1 1,4 4-793,1-1 0,0 0 1,0 0-1,0-1 0,13 6 0,12 2-4905</inkml:trace>
</inkml:ink>
</file>

<file path=ppt/ink/ink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9:17.88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26 0 5937,'0'0'5735,"-26"7"-1513,26 219-236,0 3-3615,5-187-7102,-3-16 1685</inkml:trace>
</inkml:ink>
</file>

<file path=ppt/ink/ink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9:20.56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28 70 5857,'0'0'10356,"-5"-3"-9589,3 3-676,1-1 0,-1 0 0,1 0 0,0 1 0,-1-1 0,1 0 0,0 0 0,0 0 0,-1 0 0,1 0 0,0-1 0,0 1 0,0 0 0,0 0 0,0-1 0,1 1 0,-1-1 0,-1-1 0,3 2-62,-1 0 0,0 0 0,1-1 0,-1 1 0,1 0-1,-1 0 1,1 0 0,0 0 0,-1 0 0,1 0 0,0 0 0,0 0 0,0 0 0,0 0 0,0 0 0,0 0 0,0 1 0,0-1 0,0 0 0,0 1 0,0-1 0,0 1 0,1-1-1,-1 1 1,0-1 0,0 1 0,0 0 0,3 0 0,24-7 14,1 1 0,-1 2 0,1 1 1,0 1-1,47 4 0,-24-2-52,-51 0 12,0 0 0,0 1 0,0-1 0,1 0 0,-1 0 0,0 0 0,0 1 0,0-1 0,0 1 0,0-1 0,0 1 0,0-1 0,0 1 0,0 0 0,0-1 0,0 1 1,0 0-1,0 0 0,0 0 0,-1-1 0,1 1 0,0 0 0,-1 0 0,1 0 0,0 0 0,0 2 0,0 0 21,0 1 0,0 0 0,0 0 0,0 0 0,-1 0 0,1 0 0,-1 0 0,-1 5 0,1-1 10,-1 0 0,0 0 1,-1 0-1,1 0 1,-2 0-1,1 0 1,-1-1-1,-6 11 1,-52 62 35,40-56-51,1 2-1,-22 37 1,41-61-21,0 0 0,0 0 0,0 0 0,0 0 0,1 0 0,-1 1 0,1-1 0,-1 0 0,1 0 0,0 0 0,-1 0 0,2 4 0,0-5 1,1-1 0,0 1 0,-1-1 0,1 1-1,0-1 1,-1 0 0,1 1 0,0-1 0,0 0 0,0 0 0,-1 0 0,4-1 0,-4 1 7,18-1 107,0 0 0,-1-2 0,1 0 1,-1-1-1,0-1 0,24-9 1,101-54 229,-93 43-318,-37 20-37,-12 9-1608,-18 16-3518,7-8 2733,-9 14-4462</inkml:trace>
</inkml:ink>
</file>

<file path=ppt/ink/ink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9:21.61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 84 4761,'0'0'8898,"-2"-4"-8099,1 3-759,1 0-1,-1 0 1,1 0 0,-1 0 0,1 0-1,-1 0 1,1 0 0,0 0 0,-1 0-1,1 0 1,0 0 0,0 0 0,0 0-1,0 0 1,0-1 0,0 1 0,0 0-1,0 0 1,1 0 0,-1 0 0,0 0 0,1 0-1,-1 0 1,0 0 0,1 0 0,1-2-1,33-20 665,-22 18-652,0 0 0,0 1 0,0 0 0,1 1 0,-1 1 0,1 0 0,0 1-1,0 0 1,18 2 0,-31-1-43,0 0-1,0 0 1,0 0-1,0 1 0,0-1 1,0 0-1,0 0 1,0 1-1,0-1 1,0 1-1,0-1 0,-1 1 1,1-1-1,0 1 1,0 0-1,0-1 1,-1 1-1,1 0 0,0-1 1,-1 1-1,1 0 1,-1 0-1,1 0 1,-1 0-1,1 0 0,0 1 1,4 36 378,-5-30-332,0 0 0,-1 0 0,0 0 0,-1 0 0,0 0 0,0-1 0,-4 9 0,-57 73 68,63-88-127,0-1 1,0 0-1,-1 1 1,1-1-1,0 1 1,0-1-1,0 0 1,0 1-1,0-1 0,0 0 1,1 1-1,-1-1 1,0 1-1,0-1 1,0 0-1,0 1 1,0-1-1,0 0 1,1 1-1,-1-1 0,0 0 1,0 1-1,0-1 1,1 0-1,-1 0 1,0 1-1,1-1 1,-1 0-1,0 0 1,1 1-1,-1-1 1,0 0-1,1 0 0,-1 0 1,0 0-1,1 1 1,-1-1-1,0 0 1,1 0-1,-1 0 1,0 0-1,1 0 1,-1 0-1,1 0 0,-1 0 1,0 0-1,1 0 1,29 4 57,-18-3-61,-8-1 8,0 1 0,0-1-1,-1 1 1,1 0 0,0 0-1,-1 1 1,1-1 0,-1 1 0,0 0-1,1-1 1,-1 1 0,0 1 0,0-1-1,0 0 1,0 1 0,0 0-1,-1 0 1,1-1 0,-1 1 0,0 1-1,0-1 1,0 0 0,0 0 0,-1 1-1,1-1 1,-1 1 0,0 0-1,0-1 1,0 1 0,0 0 0,-1 0-1,1-1 1,-1 1 0,-1 5-1,1-9 0,1 8 40,-1 0 0,0 0 0,-1 0 0,0-1 0,-2 9 1,1-12 28,0 0 0,0 0 1,0-1-1,0 1 1,0-1-1,-1 0 1,0 1-1,1-1 1,-1 0-1,0-1 1,-5 4-1,-7 5 315,0-1 0,0-1 1,-1 0-1,0-2 0,-30 11 0,-22 11 1436,67-29-1863,1 0 0,0 1 0,0-1 0,0 0 0,0 0 0,-1 1 0,1-1 0,0 0-1,0 1 1,0-1 0,0 0 0,0 1 0,0-1 0,0 0 0,0 0 0,0 1 0,0-1 0,0 0 0,0 1 0,0-1 0,0 0 0,0 1 0,0-1 0,0 0 0,1 0 0,-1 1 0,0-1 0,0 0 0,0 1 0,0-1-1,1 0 1,-1 0 0,0 0 0,0 1 0,0-1 0,1 0 0,-1 0 0,0 0 0,0 1 0,1-1 0,-1 0 0,1 0 0,46 18-6724,-21-8-6</inkml:trace>
</inkml:ink>
</file>

<file path=ppt/ink/ink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9:22.92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109 49 1272,'0'0'6187,"-7"-22"-3366,4 14-251,-3-8 790,6 16-3322,0 0 1,0 0-1,0-1 0,-1 1 0,1 0 1,0 0-1,0 0 0,0 0 1,0-1-1,-1 1 0,1 0 1,0 0-1,0 0 0,0 0 1,-1 0-1,1 0 0,0 0 1,0 0-1,-1 0 0,1 0 0,0 0 1,0 0-1,-1 0 0,1 0 1,0 0-1,0 0 0,0 0 1,-1 0-1,1 0 0,0 0 1,0 0-1,-1 0 0,1 0 1,0 0-1,0 0 0,0 1 0,0-1 1,-1 0-1,1 0 0,0 0 1,0 0-1,0 1 0,0-1 1,-1 0-1,1 0 0,0 0 1,0 0-1,0 1 0,0-1 1,0 0-1,0 0 0,0 1 0,0-1 1,0 0-1,0 0 0,-1 0 1,1 1-1,0-1 0,0 0 1,0 0-1,1 1 0,-8 15 486,1 0 0,1 1 0,-4 20-1,-9 31 127,9-45-609,2 1 1,0 0-1,2 0 1,1 1 0,0-1-1,1 30 1,5-53-39,-1 0 1,1-1-1,0 1 1,0 0 0,-1-1-1,1 0 1,0 1-1,0-1 1,-1 0 0,1 0-1,0 0 1,0 0-1,0 0 1,2-1 0,-2 1 3,12-1 3,0-1-1,0-1 1,-1 0-1,1-1 1,-1 0-1,25-13 1,16-4-4,17 1 27,-26 7-25,0-1 0,56-28-1,-99 42 325,-2 25-12150,0-22 6086</inkml:trace>
</inkml:ink>
</file>

<file path=ppt/ink/ink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9:23.17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135 0 3713,'0'0'11898,"-90"199"-10201,84-141-521,-1-4-408,7-6-248,-6-3-248,6-13-136,0-6-128,0-7 0,-7-3-8,7-6-520,-6 3-984,6 6-1025,-7 0-2592,1 1-4001</inkml:trace>
</inkml:ink>
</file>

<file path=ppt/ink/ink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9:24.29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136 25 4825,'0'0'8007,"0"-4"-7240,0 3-703,0 0 0,0 0 0,0 0 1,-1 0-1,1 1 0,0-1 0,0 0 0,0 0 1,-1 0-1,1 0 0,-1 0 0,1 1 0,0-1 1,-1 0-1,1 0 0,-1 1 0,0-1 0,1 0 0,-1 1 1,0-1-1,1 1 0,-1-1 0,0 0 0,1 1 1,-3-1-1,3 1-13,-1 0 0,0 0 1,0 0-1,0 0 0,1 0 0,-1 1 1,0-1-1,0 0 0,0 0 0,1 1 1,-1-1-1,0 0 0,0 1 0,1-1 1,-1 1-1,0-1 0,1 1 0,-1 0 1,1-1-1,-1 1 0,1-1 0,-1 1 1,1 0-1,-1-1 0,1 1 0,-1 0 1,1 0-1,0-1 0,-1 1 0,1 0 1,0 0-1,0 0 0,0 0 0,0-1 1,0 2-1,-14 41 793,4-15-693,1 1-1,1-1 1,2 1 0,1 0 0,-1 34-1,-1-10-112,33-51 43,-13-3-64,1-1 0,-1 0 0,25-8 0,-29 7-19,-1 0 1,1 1-1,0 0 1,0 0-1,0 1 1,0 0-1,0 1 1,0 0-1,0 0 1,0 1-1,14 3 0,-20-2 1,1-1 0,-1 1 0,0 1-1,0-1 1,0 0 0,0 1 0,0-1-1,0 1 1,-1 0 0,1 0 0,-1 0-1,0 0 1,0 1 0,0-1 0,0 0-1,-1 1 1,1-1 0,1 7 0,-1-3-4,0 0 1,0 0-1,-1 1 1,0-1-1,0 0 1,-1 1-1,0-1 1,-1 14-1,0-17 52,-1-1-1,1 0 1,-1 0-1,1 0 1,-1 0-1,0 0 1,0-1-1,0 1 1,0-1-1,-1 1 1,1-1-1,-1 0 1,0 1-1,1-1 1,-1-1-1,0 1 1,0 0-1,0-1 1,0 1-1,0-1 1,-1 0-1,-5 1 1,-4 2 173,0-2-1,0 1 1,0-2 0,-21 1 0,-138-2 531,171 0-929,20-9-19305</inkml:trace>
</inkml:ink>
</file>

<file path=ppt/ink/ink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9:24.62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93 5721,'0'0'9153,"11"-12"-8540,34-37-53,-44 47-490,1 1-1,0-1 0,-1 1 0,1 0 1,0-1-1,-1 1 0,1 0 0,0 0 1,0 1-1,0-1 0,0 0 0,0 1 1,0-1-1,0 1 0,0-1 0,0 1 1,0 0-1,1 0 0,-1 0 1,0 0-1,0 0 0,0 1 0,2 0 1,9 0 320,-2-1-155,1 1-59,0-1 0,-1 0 0,1-1 0,0 0 0,-1-1 0,1 0 0,-1-1 0,20-7 0,-7 10-5246,-11 5-281</inkml:trace>
</inkml:ink>
</file>

<file path=ppt/ink/ink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9:33.53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 86 1856,'0'0'6624,"-12"-16"-1521,12 14-5016,0 0 0,0 0 0,0 0 0,1 0 0,-1 0 1,1 0-1,-1 0 0,1 1 0,0-1 0,0 0 0,0 1 0,0-1 0,0 0 0,0 1 0,0-1 0,1 1 1,-1 0-1,0-1 0,1 1 0,2-2 0,1 0 23,0 0 0,0 0 0,0 1 0,1 0-1,-1 0 1,11-3 0,2 1 55,1 2 1,0-1-1,23 2 0,-14 0-49,-17 0-48,0 0 1,0 1-1,1 1 1,10 2-1,-20-3-51,0 0 0,0 1 1,1 0-1,-1-1 0,0 1 0,0 0 0,0 0 0,0 0 0,-1 0 0,1 0 0,0 1 0,0-1 0,-1 0 0,1 1 0,0-1 0,-1 1 0,0 0 0,1 0 0,-1-1 0,0 1 1,0 0-1,0 0 0,0 0 0,0 0 0,0 3 0,0 0 31,3 9 76,-1 0 0,0 0 0,0 19 0,-3-29-115,0-1-1,0 1 1,0-1-1,0 1 0,-1-1 1,1 0-1,-1 1 1,0-1-1,0 0 1,0 0-1,-1 0 0,1 0 1,-1 0-1,0 0 1,0 0-1,0 0 1,0 0-1,0-1 0,0 1 1,-4 2-1,-50 33 414,55-38 543,34 0-955,-29 1-6,1-1 0,-1 1 0,1-1 0,-1 1 0,1 1 0,-1-1 0,1 1 0,-1-1 0,0 1 0,0 1 0,0-1 0,0 0 0,0 1 1,-1 0-1,1 0 0,-1 0 0,0 0 0,0 1 0,0-1 0,0 1 0,0 0 0,-1-1 0,0 1 0,1 0 0,-2 1 0,1-1 0,0 0 1,-1 1-1,0-1 0,0 1 0,0-1 0,0 1 0,-1-1 0,0 1 0,0-1 0,0 1 0,-2 7 0,1-8 1,-1-1-1,0 0 0,0 1 0,0-1 0,0 0 1,-1 0-1,1 0 0,-1-1 0,0 1 1,0-1-1,0 1 0,0-1 0,0 0 1,0 0-1,0-1 0,-1 1 0,-5 2 1,-5 1 10,1 0 1,-1-1 0,-20 3 0,11-3 109,1-2-1,-1 0 0,1-2 0,-46-5 1,65 4-48,0 1 1,0-1-1,1 0 1,-1 0-1,1-1 1,-1 1-1,1 0 1,-1-1 0,-3-3-1,6 2-557,17 12-1762,14 20-5323,-18-13 508</inkml:trace>
</inkml:ink>
</file>

<file path=ppt/ink/ink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9:36.04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27 17 2969,'0'0'4657,"0"-17"857,-7 274-3284,52-257-2213,-19 0-7,1 1 0,35 6 0,-53-5-8,1 0 0,0 1 0,-1 0 0,0 1 0,0 0 0,0 0 0,0 1 0,-1 0 0,12 10 0,-18-14 4,-1 0 1,0 0 0,1 0 0,-1 0 0,0 0-1,0 0 1,0 1 0,0-1 0,0 0 0,0 1-1,0-1 1,0 1 0,-1-1 0,1 1 0,0-1-1,-1 1 1,1-1 0,-1 1 0,0 0 0,1-1-1,-1 1 1,0 0 0,0 2 0,-1-1 44,0-1 1,0 1-1,0-1 1,0 0 0,0 1-1,-1-1 1,1 0-1,-1 0 1,1 0-1,-1 0 1,0 0-1,0 0 1,-3 2-1,-5 3 133,0-1 0,0 0 0,-1 0 0,1-1 0,-16 5 0,11-5-96,-1 0 1,0-1-1,1 0 0,-1-2 1,-1 0-1,1 0 0,0-2 1,-32-2-1,47 2-99,-1 0-1,1-1 1,0 1 0,0 0-1,0-1 1,0 1 0,0-1 0,0 1-1,0-1 1,0 1 0,0-1 0,0 1-1,0-1 1,0 0 0,1 0-1,-1 0 1,0 1 0,0-1 0,1 0-1,-1 0 1,0 0 0,1 0-1,-1 0 1,1 0 0,-1-2 0,-1-30-3821,2 22 1327,0-3-3076</inkml:trace>
</inkml:ink>
</file>

<file path=ppt/ink/ink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9:36.35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65 6145,'0'0'7026,"7"-6"-6410,-2 2-422,-1 0 0,1 1 0,-1 0 0,1 0 0,0 1 0,0-1 0,0 1 0,1 0 0,-1 0 0,0 1 0,1 0 0,-1 0 0,1 0 0,-1 0 0,1 1 0,11 0 0,-5 0 102,42 1 352,0-3 0,55-9 0,-56 4-1487,1 2 0,58 4 0,-103 1 240,37 0-4496</inkml:trace>
</inkml:ink>
</file>

<file path=ppt/ink/ink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9:37.52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277 68 3833,'0'0'5601,"3"-8"-5149,14-38 584,-10 33 946,-10 20 1878,-8 13-610,3-8-4117,-61 74 1724,-44 60-182,99-125-584,1 1-1,0 1 1,2 0-1,1 0 0,-9 30 1,13-24-53,1 0 0,1 0-1,1 0 1,2 40 0,1-65-40,0-1 1,0 0-1,0 0 0,1 1 0,-1-1 1,1 0-1,0 0 0,0 0 0,0 0 1,0 0-1,0 0 0,1 0 0,-1 0 1,1 0-1,0-1 0,0 1 0,0 0 1,0-1-1,4 4 0,-2-4 6,0 1-1,-1-1 1,1 0 0,0-1-1,1 1 1,-1-1-1,0 1 1,0-1-1,1-1 1,-1 1 0,0 0-1,9-1 1,0-1 8,0 0 0,0-1 0,0 0 1,0-1-1,-1-1 0,0 0 0,1 0 0,22-13 1,-17 7-9,1-1 0,-2 0 0,1-2 0,-2 0 0,1-1 0,-2 0 0,18-21 0,-32 34-1,0 0 0,0 0 0,0 0 0,-1-1 0,1 1 1,0 0-1,0 0 0,-1-1 0,1 1 0,0 0 0,-1-1 1,1 1-1,-1 0 0,0-1 0,0 1 0,1-1 1,-1 1-1,0 0 0,0-1 0,0 1 0,0-1 0,-1 1 1,1-1-1,0 1 0,0 0 0,-1-1 0,1 1 0,-1 0 1,0-1-1,1 1 0,-1 0 0,0 0 0,0-1 0,1 1 1,-1 0-1,0 0 0,0 0 0,0 0 0,0 0 0,-1 0 1,1 0-1,0 1 0,0-1 0,-1 0 0,1 1 1,0-1-1,-1 1 0,1-1 0,0 1 0,-1-1 0,1 1 1,-3 0-1,-11-3 42,1 1 0,-1 0 1,0 2-1,-15 0 0,19 0-30,-195 0 1477,245 1-2096,29-4-3302,-26-11-503,2-2-2136</inkml:trace>
</inkml:ink>
</file>

<file path=ppt/ink/ink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9:38.86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60 100 4097,'0'0'10441,"-10"-5"-9576,-28-17-179,37 22-625,1 0 0,-1 0 0,1 0 1,-1-1-1,0 1 0,1 0 0,-1-1 1,1 1-1,-1 0 0,1-1 0,-1 1 1,1 0-1,-1-1 0,1 1 0,0-1 0,-1 1 1,1-1-1,-1 1 0,1-1 0,0 1 1,0-1-1,-1 1 0,1-1 0,0 0 1,0 1-1,0-1 0,-1 1 0,1-1 1,0 0-1,0 1 0,0-1 0,0 1 0,0-1 1,0 0-1,1 1 0,-1-1 0,0 1 1,0-1-1,0 0 0,0 1 0,1-1 1,-1 1-1,0-1 0,1 1 0,-1-1 0,0 1 1,1-1-1,-1 1 0,0-1 0,1 1 1,-1-1-1,1 1 0,-1 0 0,1-1 1,-1 1-1,1 0 0,0-1 0,-1 1 0,1 0 1,-1 0-1,1 0 0,0-1 0,43-16-646,-39 15 851,27-6-266,-1 2 0,1 1 0,0 1 1,1 2-1,-1 1 0,49 5 0,-80-3 4,1-1-1,-1 0 1,1 1-1,-1-1 1,1 1-1,-1 0 1,1-1-1,-1 1 1,0 0-1,1 0 1,-1 0-1,0 0 1,0 0-1,0 0 1,0 0-1,0 1 1,0-1-1,0 0 1,0 0-1,0 1 1,-1-1-1,1 1 1,0-1-1,-1 1 1,1-1-1,-1 1 1,0-1-1,1 1 1,-1-1-1,0 1 1,0 1-1,0 2 17,1 1 0,-1-1 0,0 0 0,-1 0 0,1 0 0,-1 0 0,0 0 0,0 0 0,-3 5 0,-7 9 105,-1 0 0,-2-1 0,1 0 0,-2-1 0,0-1-1,-1 0 1,-25 17 0,39-31-115,2-2-8,-1 0 0,0 0 0,1 1-1,-1-1 1,1 1 0,-1-1 0,0 0 0,1 1 0,-1-1 0,1 1-1,-1-1 1,1 1 0,0-1 0,-1 1 0,1 0 0,-1-1-1,1 1 1,0-1 0,0 1 0,-1 0 0,1-1 0,0 1-1,0 0 1,0 1 0,0-1-5,19 2 22,-13-2-16,0-1 0,0 2 0,0-1 0,0 0 0,0 1 1,0 0-1,-1 1 0,1-1 0,-1 1 0,1 0 0,-1 1 0,0-1 0,0 1 0,0 0 0,-1 0 0,0 0 0,7 8 0,-6-6 5,0 0-1,-1 1 1,0-1-1,0 1 0,0 0 1,-1 0-1,0 0 0,0 0 1,-1 1-1,0-1 1,0 1-1,-1-1 0,1 12 1,-2-17 22,-1 1 1,0-1-1,-1 0 1,1 1-1,0-1 0,-1 0 1,1 0-1,-1 0 1,0 0-1,1 0 1,-1 0-1,0-1 0,0 1 1,0 0-1,-1-1 1,1 0-1,0 1 0,0-1 1,-1 0-1,1 0 1,-1 0-1,-2 0 1,-59 19 680,63-20-706,-43 8 394,33-7-227,-1 1 1,0 1-1,1 0 0,-19 7 0,29-9-302,0 0 0,0 0 0,0 0 0,0 0 0,1 0 0,-1 1-1,0-1 1,1 0 0,-1 0 0,1 1 0,-1-1 0,1 0 0,0 1 0,0-1-1,0 0 1,-1 1 0,1-1 0,1 2 0,-1 34-3697,1-26 2083,0 19-3671,4 1-2965</inkml:trace>
</inkml:ink>
</file>

<file path=ppt/ink/ink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9:39.78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370 221 1064,'0'0'4114,"-4"-13"-4027,-2-7 267,1-1-1,1 1 1,1-1 0,-1-31 0,-2-16 5117,6 68-5387,0 0-1,-1-1 0,1 1 1,0 0-1,0 0 0,0-1 0,-1 1 1,1 0-1,0-1 0,0 1 1,-1 0-1,1 0 0,0-1 1,-1 1-1,1 0 0,0 0 0,-1 0 1,1 0-1,0-1 0,-1 1 1,1 0-1,0 0 0,-1 0 1,1 0-1,0 0 0,-1 0 0,1 0 1,-1 0-1,1 0 0,0 0 1,-1 0-1,1 0 0,0 0 1,-1 0-1,1 1 0,0-1 0,-1 0 1,1 0-1,0 0 0,-1 0 1,1 1-1,0-1 0,-1 0 0,-16 12 1349,-68 135 2022,-42 80-2202,109-190-1234,1 2 0,3 0 0,1 0 0,-9 52 0,19-79-21,0 0-1,1 1 0,1-1 1,0 1-1,1 0 1,0-1-1,1 1 1,3 18-1,-3-30 4,0 1 0,0-1 1,1 0-1,-1 1 0,0-1 0,0 0 0,1 0 0,-1 1 1,1-1-1,-1 0 0,1 0 0,0-1 0,-1 1 1,1 0-1,0-1 0,-1 1 0,1-1 0,0 1 0,0-1 1,3 1-1,41 0 40,-33-2-31,-7 1-8,0 0-1,0 0 1,-1-1-1,1 0 1,0 0 0,-1-1-1,1 1 1,-1-1-1,0-1 1,1 1-1,-1-1 1,0 1-1,0-2 1,-1 1-1,1 0 1,-1-1-1,0 0 1,1 0-1,-2 0 1,1-1-1,0 1 1,-1-1-1,0 0 1,0 0-1,0 0 1,-1 0-1,0 0 1,0-1-1,0 1 1,-1-1-1,1 1 1,-1-1-1,0-11 1,0 11 9,-1 0 1,-1-1-1,1 1 0,-1 0 1,0 0-1,0 0 1,-1 0-1,0 0 0,0 0 1,-3-8-1,2 11-3,1 0-1,-1 0 0,0 0 1,0 0-1,0 0 0,0 0 1,-1 1-1,1-1 1,-1 1-1,1 0 0,-1 0 1,0 1-1,1-1 0,-1 1 1,0 0-1,-5-1 1,-3-2 68,0 1 0,0 1 0,-1 0 1,1 1-1,0 0 0,-1 1 0,0 0 1,-22 4-1,33-4-71,1 1 0,0 0 0,0 0 0,0 0 0,0 0 0,0 0 0,0 0 0,0 0 0,0 0 0,0 1 0,0-1 0,1 0 0,-1 0 0,0 3-1,1-3-24,-1-1 0,1 1-1,0-1 1,0 1-1,0 0 1,0-1-1,0 1 1,0-1-1,0 1 1,0 0-1,0-1 1,0 1-1,0-1 1,0 1-1,1 0 1,-1-1-1,0 1 1,0-1-1,1 1 1,-1-1-1,0 1 1,1-1-1,-1 1 1,0-1-1,1 1 1,-1-1-1,1 0 1,-1 1-1,1-1 1,-1 0-1,1 1 1,-1-1-1,1 0 1,-1 1-1,1-1 1,-1 0-1,1 0 1,-1 0-1,1 0 1,0 1-1,-1-1 1,1 0 0,-1 0-1,1 0 1,0 0-1,-1 0 1,1-1-1,-1 1 1,2 0-1,111 1-5986,-50-1-248</inkml:trace>
</inkml:ink>
</file>

<file path=ppt/ink/ink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9:40.68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175 15 8346,'0'0'8587,"-3"-4"-8043,3 3-511,0 1-1,-1-1 1,1 1-1,0-1 1,0 0 0,-1 1-1,1-1 1,-1 1-1,1-1 1,0 1 0,-1-1-1,1 1 1,-1-1-1,1 1 1,-1 0 0,1-1-1,-1 1 1,0 0-1,1-1 1,-1 1 0,1 0-1,-1 0 1,0 0-1,1-1 1,-1 1 0,0 0-1,1 0 1,-1 0-1,1 0 1,-2 0 0,-10 21 1756,5-4-1351,-107 191 2808,114-208-3244,0 1-1,0-1 1,-1 1 0,1-1-1,0 1 1,0-1 0,0 1-1,0-1 1,0 1 0,0-1-1,0 1 1,-1-1 0,2 1-1,-1 0 1,0-1-1,0 1 1,0-1 0,0 1-1,0-1 1,0 1 0,1-1-1,-1 1 1,0-1 0,0 1-1,1-1 1,-1 1 0,0-1-1,1 1 1,-1-1 0,0 0-1,1 1 1,0-1 0,22 8 47,40-9 17,-47 1-59,41-3-19,-37 2 2,1 0 0,30 3 0,-50-2 9,0 1 1,0-1-1,0 0 1,0 1-1,0-1 1,1 1-1,-1-1 0,-1 1 1,1 0-1,0-1 1,0 1-1,0 0 1,0 0-1,0-1 1,-1 1-1,1 0 1,0 0-1,-1 0 1,1 0-1,0 0 0,-1 0 1,0 0-1,1 0 1,-1 1-1,1-1 1,-1 0-1,0 0 1,0 0-1,0 0 1,0 0-1,0 1 1,0-1-1,0 0 0,0 0 1,0 0-1,0 0 1,-1 0-1,1 1 1,-1-1-1,1 0 1,-1 1-1,0 2 3,0 0 1,-1 1-1,0-1 0,1 0 1,-1 0-1,-1 0 0,1-1 1,-1 1-1,1 0 0,-5 3 0,-12 8 37,-2 0-1,0-1 0,-1-2 0,0 0 0,-1-1 1,0-1-1,-36 10 0,56-19-77,1-1 1,-1 1-1,0 0 1,1-1-1,-1 1 1,0-1-1,0 0 1,1 0-1,-1 0 1,0 0-1,0 0 1,1 0-1,-1-1 1,-5-1-1,7 0-188,0 1-1,0-1 0,-1 1 0,1-1 1,0 1-1,0-1 0,0 0 1,1 0-1,-1 0 0,0 1 0,1-1 1,-1 0-1,1 0 0,0 0 0,-1 0 1,1 0-1,0 0 0,0 0 1,0 0-1,1-3 0,-1-7-1235,-1 7 364,1 0-1,0 0 1,0 0 0,1-1 0,-1 1-1,3-9 1,13-14-7723</inkml:trace>
</inkml:ink>
</file>

<file path=ppt/ink/ink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19:41.04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1 103 3185,'0'0'13276,"19"-14"-12495,64-42 105,-75 51-700,0 1-1,0 0 1,0 1-1,1 0 1,-1 0 0,1 1-1,0 0 1,-1 0 0,1 1-1,17 0 1,-2 0 226,98 0 1560,-121 1-1830,7 12-5468,3 1 1288,2 0-1292</inkml:trace>
</inkml:ink>
</file>

<file path=ppt/ink/ink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20:49.72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562 1 7058,'0'0'6968,"1"2"-6654,-1 0 0,0 0 0,0 0 0,0 1 0,0-1 0,0 0 0,0 0 0,-1 0 0,1 0 0,-1 0 0,-1 4 0,-9 0-166,1 0-1,-1-1 1,-1 0-1,1-1 1,-1 0-1,-19 3 1,-10 4-80,-11 6-9,0 2 0,2 3 0,0 1-1,-89 59 1,134-79-51,0 1 0,0 1 0,0-1 0,1 1 0,-1-1 0,1 1 0,0 0 0,1 1 0,-6 10-1,8-14-12,0 0 0,0-1 0,1 1-1,-1 0 1,1 0 0,-1-1-1,1 1 1,0 0 0,0 0-1,0 0 1,0 0 0,0-1-1,0 1 1,0 0 0,1 0 0,-1 0-1,1-1 1,-1 1 0,1 0-1,-1-1 1,1 1 0,0 0-1,0-1 1,0 1 0,0-1-1,0 1 1,0-1 0,1 0 0,-1 1-1,0-1 1,1 0 0,-1 0-1,1 0 1,-1 0 0,1 0-1,0 0 1,1 0 0,21 10-27,0-2 0,35 9 0,-44-15 36,0 0 1,-1 1 0,0 1-1,0 1 1,0 0 0,0 1-1,-1 0 1,0 1 0,-1 0-1,0 1 1,12 11 0,-21-17 0,-1 0 0,1 0 1,-1 1-1,0-1 0,0 0 0,-1 1 1,1-1-1,-1 1 0,1-1 1,-1 1-1,0 0 0,-1 0 0,1 0 1,-1-1-1,1 1 0,-1 0 1,0 0-1,-1 0 0,1 0 1,-1 0-1,1-1 0,-1 1 0,0 0 1,-1 0-1,1-1 0,0 1 1,-4 4-1,-5 10 132,-1-1 0,-1 0 0,0-1 0,-17 17 1,7-7 125,-44 52 433,18-24-155,-79 120 0,127-174-535,-1 1 0,1-1 0,-1 0 0,1 1 0,0-1 0,-1 1 1,1 0-1,0-1 0,-1 1 0,1-1 0,0 1 0,0-1 0,-1 1 0,1 0 0,0-1 0,0 1 0,0-1 0,0 1 0,0 0 1,0-1-1,0 1 0,0 0 0,0-1 0,0 1 0,0-1 0,1 1 0,-1 0 0,0-1 0,0 1 0,1-1 0,-1 1 0,0-1 0,1 1 1,-1-1-1,0 1 0,1-1 0,-1 1 0,1-1 0,-1 1 0,1-1 0,-1 1 0,1-1 0,-1 0 0,1 0 0,-1 1 0,1-1 1,-1 0-1,1 0 0,0 1 0,-1-1 0,1 0 0,0 0 0,-1 0 0,2 0 0,46 0 583,-29-2-320,48 3 127,82-2-393,-144 0-178,0 0-1,0 0 1,0-1 0,0 1-1,0-1 1,0 0-1,0-1 1,-1 1 0,1-1-1,-1 0 1,0 0 0,7-6-1,41-47-7347,-44 46 5026,6-9-4759</inkml:trace>
</inkml:ink>
</file>

<file path=ppt/ink/ink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20:49.72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 55 6809,'0'0'10605,"0"0"-10542,-1 0-1,1-1 0,0 1 1,-1 0-1,1 0 0,-1 0 0,1 0 1,0 0-1,-1 0 0,1 0 1,0 0-1,-1 0 0,1 0 1,-1 0-1,1 0 0,0 0 0,-1 0 1,1 0-1,-1 0 0,1 0 1,0 0-1,-1 1 0,1-1 0,0 0 1,-1 0-1,1 0 0,0 1 1,-1-1-1,1 0 0,0 0 1,0 1-1,-1-1 0,1 0 0,0 1 1,0-1-1,0 0 0,-1 1 1,2 19 404,0-1 0,7 38 1,-6-50-452,0 1 0,0-1 1,0 0-1,1 1 0,0-1 1,0 0-1,1 0 0,0-1 1,0 1-1,7 7 0,-10-14-5,-1 1-1,1-1 1,-1 0 0,1 1-1,-1-1 1,1 0 0,-1 0-1,1 1 1,-1-1-1,1 0 1,-1 0 0,1 0-1,-1 1 1,1-1 0,0 0-1,-1 0 1,1 0-1,-1 0 1,1 0 0,-1 0-1,1 0 1,0-1 0,-1 1-1,1 0 1,-1 0-1,1 0 1,-1-1 0,1 1-1,-1 0 1,1 0-1,-1-1 1,1 1 0,-1 0-1,1-1 1,-1 1 0,0-1-1,1 1 1,-1 0-1,1-1 1,-1 1 0,0-1-1,1 0 1,14-26 249,-12 20-238,8-16 79,-1-1 0,-1 0 0,-1 0 0,-2-1 0,7-39 0,-12 47 433,0 16-980,-1 2 21,1 0 0,0 0-1,0 0 1,0-1-1,0 1 1,0 0 0,0-1-1,0 1 1,0-1-1,0 1 1,0-1 0,1 0-1,-1 1 1,0-1-1,0 0 1,0 0 0,1 0-1,0 0 1,21 1-5615</inkml:trace>
</inkml:ink>
</file>

<file path=ppt/ink/ink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20:49.72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65 1 5537,'0'0'13158,"3"11"-12450,-1-4-625,-2-5-47,1 1 0,-1-1 0,1 0-1,-1 1 1,1-1 0,0 0 0,0 1 0,0-1 0,0 0 0,0 0 0,0 0-1,1 0 1,-1 0 0,0 0 0,1 0 0,0-1 0,0 1 0,-1 0 0,1-1 0,0 1-1,0-1 1,0 0 0,1 0 0,-1 0 0,0 0 0,0 0 0,1 0 0,-1 0-1,0-1 1,1 1 0,-1-1 0,0 0 0,1 0 0,2 0 0,9 1 107,15-1-76,-28 0-62,0 0 1,-1 0 0,1 0 0,-1 0 0,1 0-1,0-1 1,-1 1 0,1 0 0,-1 0 0,1-1-1,0 1 1,-1 0 0,1-1 0,-1 1 0,1 0-1,-1-1 1,1 1 0,-1-1 0,1 1-1,-1-1 1,0 1 0,1-1 0,-1 1 0,0-1-1,1 1 1,-1-1 0,0 1 0,0-1 0,0 0-1,1 1 1,-1-1 0,0 1 0,0-2 0,0 0 33,0 1 0,0-1 0,-1 0 0,1 1 0,0-1 0,-1 1 0,1-1 0,-1 1 0,1-1 0,-1 1 0,0 0 0,0-1 0,0 1 0,0 0 0,0-1 0,0 1 0,0 0 0,0 0 0,0 0 0,0 0 0,-1 0 0,1 0 0,0 0 0,-1 0 0,1 1 0,-1-1-1,1 0 1,-1 1 0,1 0 0,-1-1 0,1 1 0,-3-1 1,-7 0 9,0 0 0,0 0 1,-21 2-1,10 0 80,20-1-122,-1 0 0,0 1 0,1-1 0,-1 1 0,1 0 0,-1-1-1,1 1 1,-1 0 0,1 1 0,-1-1 0,1 0 0,0 1 0,0-1 0,0 1-1,0 0 1,0-1 0,0 1 0,0 0 0,1 0 0,-1 1 0,1-1 0,-1 0 0,1 0-1,0 1 1,0-1 0,0 1 0,0-1 0,0 1 0,1-1 0,-2 5 0,-1 10 104,1-1 1,1 0-1,0 29 1,1-33-16,0-9-128,0 0 1,0 0-1,0 0 0,0 1 0,1-1 0,-1 0 0,1 0 0,0 0 0,0 0 0,0 0 0,1 0 0,-1 0 0,1 0 1,-1 0-1,1-1 0,0 1 0,0-1 0,0 1 0,0-1 0,1 0 0,-1 0 0,1 0 0,-1 0 0,1 0 0,0 0 0,-1-1 1,1 1-1,0-1 0,0 0 0,0 0 0,0 0 0,1 0 0,-1-1 0,0 1 0,6-1 0,0 1-613,0-1 0,0-1 0,0 1 0,0-2-1,0 1 1,0-1 0,0 0 0,-1-1 0,1 0-1,-1-1 1,14-7 0,23-17-4852</inkml:trace>
</inkml:ink>
</file>

<file path=ppt/ink/ink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20:49.72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0 238 6161,'0'0'14046,"1"14"-12859,0-5-980,-1 1-2,0 0 1,1 0-1,1 0 1,-1 0-1,2 0 1,-1-1-1,1 1 1,8 16-1,-16-78 746,1 27-919,1 1-1,2-1 1,1-36 0,1 18-57,-1 36-31,1 0 1,-1 1-1,1-1 1,1 1-1,-1-1 1,1 1-1,0 0 1,1-1-1,-1 1 1,1 0-1,0 1 1,1-1-1,4-5 1,-6 7-175,1 1 0,0-1 0,1 1 0,-1 0 0,0 0 0,1 1 0,0-1 0,0 1 0,-1-1 0,1 1 0,1 0 0,-1 1 0,0-1 1,0 1-1,1 0 0,-1 0 0,1 0 0,-1 0 0,6 1 0,18 0-2908,3 0-1913</inkml:trace>
</inkml:ink>
</file>

<file path=ppt/ink/ink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20:49.72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12107,'0'0'10786,"45"57"-10386,-33-44-168,8-3-152,-14-1-80,13-2 0,-12-4-96,6 0-536,-1-3-1729,8 0-1647,-1-3 1063,-6-10-5673</inkml:trace>
</inkml:ink>
</file>

<file path=ppt/ink/ink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20:49.72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447 0 4097,'0'0'15248,"-6"31"-13687,-1 2-1202,-5 21 422,-8 93 1,11-21 124,-33 284-57,42-410-849,-4 23 0,0 0-1,-2 0 0,-16 40 0,20-58 25,0 0-1,0-1 1,-1 1-1,1 0 0,-1-1 1,-1 1-1,1-1 1,0 0-1,-1 0 1,0-1-1,0 1 0,0-1 1,0 0-1,-1 0 1,0 0-1,1 0 1,-1-1-1,0 0 1,0 0-1,0 0 0,0 0 1,0-1-1,-7 1 1,6-1 10,-1-1 1,0 0-1,1 0 1,-1 0-1,0-1 1,1 0-1,-1 0 1,1 0-1,-1-1 1,1 0-1,0-1 1,-1 1-1,-8-6 1,6 1-46,0 0 1,1-1 0,0 1-1,0-2 1,1 1-1,0-1 1,-9-15 0,10 16-158,1-1 0,0 0 0,0 0 0,1 0 0,0-1 0,1 0 0,0 0 0,1 0 1,0 0-1,0 0 0,0-11 0,2 12-310,1 1 0,-1 0 0,2-1 1,-1 1-1,1 0 0,0 0 0,1 0 0,0 0 1,0 0-1,1 1 0,0-1 0,0 1 0,1 0 1,5-7-1,28-31-4945</inkml:trace>
</inkml:ink>
</file>

<file path=ppt/ink/ink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20:49.73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231 1 8410,'0'0'11412,"-20"33"-9797,-65 112-542,76-127-886,1 1-1,0 0 1,1 1-1,1-1 1,1 1-1,1 1 1,-4 38-1,1-2 232,-21 88 491,-7 46-306,34-153-512,1-37-87,3-3-196,51-37 175,-27 19-107,48-28 0,-66 43 48,1 0 1,0 1-1,0 0 1,1 1-1,-1 0 1,1 0-1,-1 1 1,1 1-1,14-1 1,-24 2 71,0 0 1,0 0-1,-1 0 0,1 0 1,0 1-1,0-1 1,0 0-1,0 0 1,-1 1-1,1-1 0,0 0 1,0 1-1,-1-1 1,1 1-1,0-1 1,-1 1-1,1-1 0,0 1 1,-1-1-1,1 1 1,-1 0-1,1-1 1,-1 1-1,1 0 1,-1 0-1,0-1 0,1 1 1,-1 0-1,0 1 1,2 33 89,-4-27-54,1 1 1,-1-1-1,0 0 0,-1 0 0,0 0 1,-5 8-1,3-8 1,0 0 0,0-1 1,-1 1-1,0-1 0,0-1 0,-1 1 1,0-1-1,0 0 0,-1-1 0,1 0 0,-1 0 1,0-1-1,-1 0 0,1 0 0,-1 0 1,1-1-1,-1-1 0,0 0 0,0 0 0,0 0 1,-14-1-1,21-1-108,18-17-3578,13-5-440,3-6-1154</inkml:trace>
</inkml:ink>
</file>

<file path=ppt/ink/ink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20:49.73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53 74 10202,'0'0'9914,"7"5"-9471,-3-2-363,1 0 0,0-1 0,-1 1 0,1-1 1,0 0-1,1-1 0,-1 1 0,0-1 0,0 0 0,1 0 0,-1 0 0,1-1 0,-1 0 0,1 0 0,-1 0 1,8-2-1,-12 1-69,0-1 0,0 1 0,0-1 0,0 1 0,0-1 0,-1 0 0,1 1 0,-1-1 0,1 0 0,-1 1 0,1-1 0,-1 0 0,0 1 0,0-1 0,0 0 0,0 0 0,0-2 0,-4-34 393,3 36-357,-1 0-1,0 0 0,0 0 1,0 1-1,0-1 0,0 0 1,0 1-1,0-1 0,0 1 0,-1 0 1,1 0-1,0-1 0,-1 2 1,1-1-1,-1 0 0,0 0 1,1 1-1,-5-1 0,-50-2 700,54 3-725,1 0-8,0 0-1,0 1 0,0-1 0,1 1 0,-1 0 0,0-1 0,0 1 0,0 0 0,1 0 0,-1 0 0,0 0 0,1 1 0,-1-1 0,1 0 0,-1 1 1,1-1-1,0 1 0,-1-1 0,1 1 0,0 0 0,0 0 0,0-1 0,1 1 0,-1 0 0,0 0 0,1 0 0,-1 0 0,0 2 0,-9 62 288,9-59-284,0 6 13,0-1 0,1 1 0,0 0 0,1 0 0,0-1 0,1 1 0,7 21 0,-8-31-175,0 0 0,1 0 0,-1 1 1,1-1-1,-1 0 0,1-1 0,0 1 1,0 0-1,1-1 0,-1 1 0,1-1 1,-1 1-1,1-1 0,-1 0 0,1 0 0,0-1 1,0 1-1,0 0 0,0-1 0,1 0 1,-1 0-1,0 0 0,0 0 0,1 0 1,-1-1-1,1 1 0,-1-1 0,0 0 1,1 0-1,-1 0 0,1-1 0,-1 1 1,0-1-1,1 1 0,3-3 0,3 0-736,0 0-1,0-1 0,-1-1 0,1 0 1,-1 0-1,0 0 0,-1-1 1,16-13-1,26-25-6656</inkml:trace>
</inkml:ink>
</file>

<file path=ppt/ink/ink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20:49.73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269 1 11979,'0'0'5778,"-15"32"-3699,-5 9-1391,-11 23 609,-24 72-1,-81 326 1608,125-423-2977,10-16-993,1-23 938,1 0-1,-1 1 1,0-1 0,0 0-1,1 0 1,-1 1-1,0-1 1,0 0-1,1 0 1,-1 1-1,0-1 1,1 0-1,-1 0 1,0 0 0,1 0-1,-1 1 1,1-1-1,-1 0 1,0 0-1,1 0 1,-1 0-1,0 0 1,1 0 0,-1 0-1,1 0 1,-1 0-1,0 0 1,1 0-1,-1 0 1,1-1-1,33-18-5728,3-8 280</inkml:trace>
</inkml:ink>
</file>

<file path=ppt/ink/ink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20:49.73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190 4 11779,'0'0'12097,"-27"31"-10885,-83 98-592,103-120-571,0-1-1,1 1 1,0-1-1,1 2 1,0-1-1,-6 16 1,9-19-44,1-1 0,0 0 0,1 1 0,-1 0 0,1-1 0,0 1 0,1 8 0,1 14-73,-2-27 59,1 1 0,0-1 0,0 0-1,0 0 1,0 0 0,0 0 0,0 0-1,0 0 1,0 0 0,0 0 0,0-1-1,0 1 1,0 0 0,1-1 0,-1 1-1,0-1 1,1 1 0,-1-1 0,0 0-1,1 1 1,-1-1 0,0 0 0,1 0-1,-1 0 1,1 0 0,-1 0 0,0 0-1,1 0 1,-1-1 0,2 0 0,3 1 10,-1 0 0,1-1 1,0 0-1,-1 0 0,1 0 1,-1-1-1,8-2 0,-7-1 3,0-1 0,0 1 0,-1-1 1,1 0-1,-1 0 0,0-1 0,-1 1 0,0-1 0,0 0 0,0 0 0,-1-1 0,0 1 1,0-1-1,-1 1 0,0-1 0,0 0 0,-1 0 0,0 0 0,0-12 0,-1 11-11,1-1-1,-1 1 0,-1 0 1,0 0-1,0 0 0,-1 1 1,0-1-1,-1 0 0,1 1 1,-2-1-1,1 1 0,-1 0 1,-1 0-1,1 0 0,-1 0 1,-1 1-1,-6-8 0,10 13-22,1 1 0,0-1-1,-1 1 1,0 0 0,1-1-1,-1 1 1,0 0 0,1 0-1,-1 0 1,0 0 0,0 0-1,0 1 1,0-1 0,0 1-1,0-1 1,0 1 0,0 0-1,0-1 1,0 1 0,0 0-1,0 0 1,-1 1 0,1-1-1,0 0 1,-2 1 0,2 0-133,0 1-1,1-1 1,-1 0 0,0 1 0,1-1 0,-1 1-1,1 0 1,-1-1 0,1 1 0,0 0 0,0 0 0,0 0-1,0 0 1,0 0 0,0 0 0,0 0 0,1 0 0,-1 0-1,1 0 1,-1 0 0,1 5 0,-1 0-1006,0 0 1,1 0-1,0 0 1,0 0 0,3 13-1,8-2-4232</inkml:trace>
</inkml:ink>
</file>

<file path=ppt/ink/ink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20:49.73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1 1 6265</inkml:trace>
</inkml:ink>
</file>

<file path=ppt/ink/ink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20:49.73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36 6265,'160'40'4757,"-128"-32"1197,-33-8-5729,1 1-1,-1-1 1,0 1 0,0 0 0,0-1 0,1 1 0,-1 0 0,0 0 0,1 0 0,-1 0 0,0-1 0,1 1 0,-1 0 0,1 0 0,0 0 0,-1 0 0,1 0-1,0 0 1,-1 0 0,1 0 0,0 0 0,0 0 0,0 1 0,0-1 0,0 0 0,0 1 0,-1 37-81,1-33 375,-6 151 370,6-156-899,1-1 0,-1 1 0,1-1 0,-1 1 0,0 0 0,1-1 0,-1 1 0,1-1 0,0 1-1,-1-1 1,1 1 0,-1-1 0,1 0 0,0 1 0,-1-1 0,1 0 0,0 1 0,-1-1 0,1 0 0,0 0 0,0 0 0,-1 1-1,1-1 1,0 0 0,0 0 0,-1 0 0,1 0 0,0 0 0,-1-1 0,1 1 0,0 0 0,0 0 0,-1 0 0,1-1-1,0 1 1,-1 0 0,1-1 0,0 0 0,31-12-7,-28 10 25,0 0-4,0-1 1,0 1 0,0-1 0,0 1-1,0-1 1,-1-1 0,0 1 0,0 0-1,0-1 1,0 0 0,-1 1 0,0-1-1,3-8 1,-5 12 143,4 2-126,1 1 0,-1-1-1,0 0 1,0 1-1,0 0 1,0 0 0,-1 0-1,1 1 1,0-1 0,-1 1-1,6 6 1,21 12 62,-22-19-108,0 1 0,0-1 0,0-1 0,0 0-1,0 0 1,1 0 0,-1-1 0,0 0 0,0-1-1,0 1 1,1-2 0,-1 1 0,0-1 0,0-1-1,-1 1 1,1-1 0,-1 0 0,1-1 0,-1 0 0,0 0-1,7-6 1,-6 3 41,-1 0 0,0 0 0,-1-1 0,0 0 0,0 0 0,-1 0 0,0-1-1,0 0 1,-1 0 0,5-13 0,-8 18 67,1 0 0,-1-1-1,-1 1 1,1 0 0,-1-1 0,1 1-1,-1-1 1,0 1 0,-1-1 0,1 1-1,-1 0 1,0-1 0,0 1-1,0 0 1,-1 0 0,0 0 0,1-1-1,-1 2 1,-1-1 0,1 0 0,0 0-1,-1 1 1,0-1 0,0 1 0,-3-3-1,-4-2 66,0 0 0,0 1 0,-1 0 0,-18-8 0,28 14-415,12 14-5078,18-1 318,8-1-1797</inkml:trace>
</inkml:ink>
</file>

<file path=ppt/ink/ink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20:49.73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91 118 4185,'0'0'11836,"23"-18"-10721,73-56 122,-70 49 3131,-38 29-2150,11-4-2442,-23 14 476,1 1 0,0 0 0,1 2 0,1 0 0,1 2 0,0 0 0,-22 28 0,38-42-252,1 0-1,0 0 1,0 0-1,1 0 1,0 0-1,0 1 1,0-1-1,0 1 1,1-1 0,0 1-1,0 0 1,0 0-1,1-1 1,0 10-1,0-13-7,0-1-1,1 0 1,-1 0-1,0 0 0,1 0 1,-1 1-1,1-1 0,0 0 1,-1 0-1,1 0 1,0 0-1,-1 0 0,1 0 1,0-1-1,0 1 1,0 0-1,0 0 0,0 0 1,0-1-1,0 1 1,0 0-1,0-1 0,0 1 1,0-1-1,0 0 0,1 1 1,-1-1-1,0 0 1,0 0-1,0 1 0,3-1 1,46 2-25,-38-2 20,0 0-15,-1 0 1,1-1-1,0-1 1,0 1-1,-1-2 1,1 1-1,-1-2 1,0 0 0,0 0-1,0-1 1,-1 0-1,1 0 1,-1-2-1,0 1 1,-1-1-1,0 0 1,0-1-1,0 0 1,-1-1-1,10-13 1,-13 16 90,1-1 0,-1 0 0,-1 0 0,1 0 0,-1 0 0,-1-1 0,1 0 0,-1 0 0,-1 0 0,3-8 0,16 57-143,-17-35-59,-1-1 1,1 0-1,0 0 0,0 0 1,1-1-1,-1 0 0,1 0 0,0 0 1,0 0-1,1-1 0,-1 1 1,12 4-1,46 10-4538,-13-10-707</inkml:trace>
</inkml:ink>
</file>

<file path=ppt/ink/ink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20:49.74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58 0 6729,'0'0'12204,"-6"2"-11031,4-2-1077,0 1 1,0 0 0,0-1 0,0 1-1,0 0 1,0 0 0,1 0 0,-1 1-1,0-1 1,1 0 0,-1 1 0,0-1-1,1 1 1,0-1 0,-1 1 0,1 0-1,0-1 1,0 1 0,0 0-1,0 0 1,0 0 0,0 3 0,-8 55 1788,7-40-1610,-3 98-62,19-136-4618,4-13-1938,1-6-6469</inkml:trace>
</inkml:ink>
</file>

<file path=ppt/ink/ink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20:49.74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0 120,'0'0'21837,"0"96"-21781,13-67-56,-1 0-240,14 13-1697,0-10-3232,-1-7-2697</inkml:trace>
</inkml:ink>
</file>

<file path=ppt/ink/ink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20:49.74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328 1 10666,'0'0'13067,"-25"21"-12508,-7 8-410,-115 93 387,133-113-527,13-8-19,-1 0 1,0-1-1,1 1 1,-1 0-1,1 0 1,-1 0-1,1 0 1,-1 1-1,1-1 1,0 0-1,0 1 1,-1-1-1,1 0 1,0 1-1,0-1 1,1 1 0,-1 0-1,0-1 1,0 1-1,0 3 1,12-5-674,5 1 645,0 0 0,1 1 0,-1 0 0,0 1 0,0 1 0,16 6 0,-31-10 38,0 0-1,0 1 0,0-1 0,0 1 0,0-1 0,-1 1 0,1-1 1,0 1-1,0-1 0,0 1 0,0 0 0,-1-1 0,1 1 0,0 0 1,-1 0-1,1 0 0,-1 0 0,1-1 0,-1 1 0,1 0 0,-1 0 0,0 0 1,1 0-1,-1 0 0,0 0 0,0 0 0,1 2 0,-2-1 25,1 0-1,0 1 0,-1-1 1,0 0-1,1 0 1,-1 0-1,0 1 0,0-1 1,-1 0-1,1 0 0,-3 3 1,-1 1 72,0 1 1,-1-1-1,0-1 0,-1 1 1,-13 9-1,9-10-97,1 0 0,-1 0 0,-1-1 0,1 0 0,-22 3 0,-28 1-3414,57-7 3006,-23 2-5103</inkml:trace>
</inkml:ink>
</file>

<file path=ppt/ink/ink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20:49.74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 82 6009,'0'0'8543,"10"0"-8074,50 0 284,-58 0-652,0 0-1,0-1 0,0 1 1,0 0-1,0-1 1,0 1-1,-1-1 1,1 0-1,0 1 1,0-1-1,0 0 1,-1 0-1,1 0 1,0-1-1,-1 1 1,1 0-1,-1 0 1,0-1-1,1 1 1,-1-1-1,0 1 1,0-1-1,2-3 1,-1 1 92,0 0 0,-1 0 0,1-1 0,-1 1 1,0 0-1,0-1 0,0 1 0,-1-10 0,0 14-124,-1-1-1,1 1 0,-1-1 1,0 0-1,1 1 1,-1-1-1,0 1 0,0-1 1,1 1-1,-1 0 0,0-1 1,0 1-1,0 0 1,0-1-1,1 1 0,-1 0 1,0 0-1,0 0 0,0 0 1,0 0-1,0 0 1,1 0-1,-3 0 0,-29 0 309,27 1-248,1-1-113,1 0 0,0 1 0,0-1-1,0 1 1,0 0 0,0 0 0,0 0-1,0 1 1,1-1 0,-1 1 0,0-1-1,1 1 1,-1 0 0,1 0 0,-1 0 0,1 1-1,0-1 1,0 0 0,0 1 0,0-1-1,0 1 1,1 0 0,-1-1 0,1 1-1,0 0 1,0 0 0,0 0 0,0 0-1,0 0 1,0 5 0,-2 10 136,0 0-1,1 1 1,1 32 0,1-50-134,-1 3-57,1-1 1,0 0-1,0 1 1,1-1-1,-1 1 1,1-1-1,-1 0 0,1 1 1,0-1-1,0 0 1,1 0-1,-1 0 1,1 0-1,-1 0 0,1 0 1,0 0-1,0 0 1,1-1-1,-1 1 1,0-1-1,1 1 0,-1-1 1,1 0-1,0 0 1,0 0-1,0-1 1,0 1-1,0-1 0,0 1 1,0-1-1,1 0 1,-1 0-1,0-1 1,1 1-1,2 0 0,5-1-1021,-1 1-1,0-2 0,0 1 0,0-2 0,0 1 1,0-1-1,0-1 0,0 0 0,0 0 0,15-8 1,20-12-6187</inkml:trace>
</inkml:ink>
</file>

<file path=ppt/ink/ink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20:49.74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328 0 6433,'0'0'12223,"-10"8"-11523,10-8-693,-27 22 451,0-2-1,-2 0 1,0-2 0,-1-2-1,-41 18 1,69-34-448,1 0 0,0 0 0,0 0 0,0 1 0,0-1 0,0 0 0,0 1 0,0-1 0,0 1 0,0-1 0,1 1 0,-1 0 0,0-1 0,0 1 0,0 0 0,1-1 0,-1 1 0,0 0 0,1 0 0,-1 0 0,0 0 0,1 0 0,-1 0 0,1 0 0,0 0 0,-1 0 0,1 0 0,0 0 1,-1 0-1,1 0 0,0 0 0,0 0 0,0 0 0,0 0 0,0 0 0,0 0 0,0 0 0,1 0 0,-1 0 0,0 0 0,0 0 0,1 0 0,-1 0 0,1 0 0,-1 0 0,1 0 0,-1 0 0,1 0 0,0 0 0,-1-1 0,2 2 0,5 8-46,1 0 0,1-1 0,16 14 0,-8-7 117,-9-6-56,0 1-1,0 0 0,-1 0 0,-1 1 0,0 0 0,0 0 0,-1 0 1,-1 1-1,0 0 0,-1 0 0,0 0 0,-1 0 0,1 18 0,-2-10 48,-1-1-1,0 1 1,-2-1-1,-1 0 1,0 1-1,-1-1 1,-1 0-1,-9 21 1,-16 24 477,-55 89 1,18-35-114,64-114-423,1-1-1,0 1 1,0-1-1,0 1 1,1 0 0,0 0-1,-1 0 1,1 6-1,28-10-64,-12-2 100,1-1 0,-1-1 0,0 0 0,0-1 0,0 0 0,0-1 0,-1-1 0,1 0 0,-2-1 0,19-12 0,-1-2-614,-1-1 0,-1-1 0,33-34 0,-53 48-480,-1 0 1,0 0-1,-1-1 1,9-14-1,0-7-4151,-3 4-1914</inkml:trace>
</inkml:ink>
</file>

<file path=ppt/ink/ink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20:49.74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 2 3369,'0'0'17307,"0"0"-17217,-1-1 0,1 1-1,-1 0 1,1 0 0,-1 0-1,1 0 1,-1 0 0,1 0-1,-1 0 1,1 0 0,-1 0-1,1 0 1,-1 0 0,1 0 0,-1 1-1,1-1 1,-1 0 0,1 0-1,-1 0 1,1 1 0,0-1-1,-1 0 1,1 1 0,-1 0-1,-1 47 1105,1-25-963,0 0 0,6 46 0,-5-68-238,0 0 1,0 0-1,0 0 0,0 0 0,0 0 0,0 0 1,1 0-1,-1 0 0,0 0 0,1 0 0,-1 0 0,1 0 1,-1 0-1,1 0 0,-1 0 0,1 0 0,0-1 1,0 1-1,-1 0 0,1 0 0,0-1 0,0 1 0,0-1 1,-1 1-1,1-1 0,0 1 0,0-1 0,2 1 0,-2-1 0,1 0 0,0 0-1,0-1 1,-1 1-1,1-1 1,0 1-1,0-1 1,-1 0-1,1 1 1,-1-1-1,1 0 1,-1 0-1,1 0 1,-1-1-1,2 0 1,9-9-57,-1 0-1,18-25 1,-24 29 6,4-4 41,0 1 0,0 0-1,1 1 1,0 0-1,20-13 1,-29 22 22,-1-1 1,1 1-1,-1-1 0,1 1 1,-1-1-1,1 1 0,0 0 0,-1-1 1,1 1-1,0 0 0,-1-1 1,1 1-1,0 0 0,-1 0 0,1 0 1,0 0-1,-1 0 0,1 0 1,0 0-1,0 0 0,-1 0 1,1 0-1,0 0 0,-1 0 0,1 0 1,0 0-1,-1 1 0,1-1 1,0 0-1,-1 1 0,1-1 0,0 0 1,-1 1-1,1-1 0,-1 1 1,1-1-1,0 1 0,5 21 115,-5-16-85,2-3-85,-1-1-1,0 1 1,1-1-1,0 1 1,-1-1 0,1 0-1,0 0 1,0 0-1,0-1 1,0 1-1,1-1 1,-1 1-1,0-1 1,1 0-1,-1 0 1,1-1 0,-1 1-1,1-1 1,-1 1-1,4-1 1,74-4-4969,-77 3 4544,49-11-5200,-2-6-3577</inkml:trace>
</inkml:ink>
</file>

<file path=ppt/ink/ink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20:49.74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202 110 696,'0'0'21811,"-23"8"-21216,-70 26-93,88-31-431,-1 0 0,1 0 0,-1 1 0,1 0 0,0 0 0,0 0 0,1 1 0,-1 0 0,1 0 1,0 0-1,0 0 0,1 0 0,-1 1 0,1 0 0,1 0 0,-1 0 0,1 0 0,0 0 0,-2 9 0,3-8-86,-1 0 0,1 0 0,1 0-1,-1 0 1,1 0 0,0 0 0,1 1-1,2 11 1,0-18-8,1 0 1,-1 0 0,1 0-1,-1-1 1,1 1-1,-1-1 1,1 1-1,0-1 1,-1 0-1,1-1 1,-1 1-1,1-1 1,-1 1-1,6-3 1,-5 0 3,0 0 0,0 0 0,-1-1 0,1 1 0,-1-1 0,0 0 1,0 0-1,0 0 0,0 0 0,-1 0 0,4-9 0,19-26 6,-23 105 179,-2-64-185,0 0-1,0-1 1,1 1 0,-1 0-1,0 0 1,1-1 0,-1 1-1,1 0 1,-1-1 0,1 1-1,0 0 1,0-1-1,-1 1 1,1-1 0,0 1-1,1-1 1,-1 0 0,0 1-1,0-1 1,1 0-1,-1 0 1,0 0 0,1 0-1,1 1 1,1 0-97,0 0 0,0-1 0,1 0 1,-1 0-1,0 0 0,1 0 0,-1-1 0,0 1 0,9-2 1,-3 1-171,-1-1 0,1 0 0,-1-1 0,1 0 0,-1-1 0,0 0 0,1 0 1,15-9-1,-9 0-622,0-1 0,-1-1 0,-1 0 0,0-1 0,23-32 0,48-92-5963,-45 65 1569</inkml:trace>
</inkml:ink>
</file>

<file path=ppt/ink/ink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20:49.74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187 0 3713,'0'0'18436,"-14"13"-17535,3-4-718,1 0 0,0 1 0,1 1 0,-1 0 0,2 0 0,0 0 0,0 1 0,1 0 0,-7 18 0,-2 11 14,2 0 0,1 0 0,3 1 0,1 1 0,2-1 0,-1 55 0,8-95-274,0 0-1,0 1 1,0-1-1,0-1 1,1 1 0,-1 0-1,1 0 1,-1 0 0,1 0-1,0 0 1,-1 0 0,1 0-1,0-1 1,0 1-1,1 0 1,-1-1 0,0 1-1,0-1 1,1 1 0,-1-1-1,1 0 1,0 1 0,-1-1-1,1 0 1,0 0-1,-1 0 1,1 0 0,0-1-1,0 1 1,0 0 0,0-1-1,0 1 1,0-1-1,2 1 1,9 0-919,0-1 0,-1 0 0,1-1 0,19-3 0,-16 2-493,54-11-5943</inkml:trace>
</inkml:ink>
</file>

<file path=ppt/ink/ink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20:49.75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250 1 10562,'0'0'13835,"-25"218"-12186,5-144-817,1-1-432,0 1-304,0-7-88,-1-12-8,-5-7-232,5-16-720,-12-16-1497,0-9-3032,13-7-3433</inkml:trace>
</inkml:ink>
</file>

<file path=ppt/ink/ink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20:49.75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0 456 11747,'0'0'3614,"31"-10"-1455,415-116 3646,-374 108-5302,231-61 476,-213 51-936,111-51 0,-188 74-49,61-34-55,-71 38 55,-1-1-1,1 1 1,0-1 0,-1 0 0,1 0 0,-1-1 0,1 1 0,-1 0-1,0-1 1,0 0 0,0 1 0,0-1 0,-1 0 0,1 0-1,-1 0 1,0 0 0,1 0 0,-1 0 0,0-6 0,-1 9 5,0-1 0,-1 0 0,1 0 0,-1 0 0,1 0 0,-1 0 0,0 0 0,1 0 0,-1 1 0,0-1 0,0 0 0,0 1 0,1-1 1,-1 0-1,0 1 0,0-1 0,0 1 0,0-1 0,0 1 0,0 0 0,0-1 0,0 1 0,0 0 0,0 0 0,0 0 0,0 0 0,0 0 1,0 0-1,-2 0 0,-41-2 11,35 2-6,-4 0 11,-17 0 13,0 1-1,-31 5 0,50-4-18,0 1-1,1 0 0,-1 0 0,1 1 0,0 0 0,0 1 1,1 0-1,-1 1 0,-11 8 0,3 1 36,1 2 1,1 0-1,0 0 0,1 2 0,1 0 1,1 0-1,-18 35 0,15-21 67,1 1-1,2 0 1,1 1-1,-9 41 1,17-47-102,1-1 0,1 1 1,2 29-1,1-26-100,0-31 82,0 0-1,1-1 0,-1 1 1,1 0-1,-1-1 0,1 1 0,-1-1 1,1 0-1,-1 0 0,1 1 0,0-1 1,-1 0-1,1 0 0,-1 0 0,1-1 1,-1 1-1,1 0 0,-1-1 1,3 0-1,6-3 24,-1 0 1,1-1 0,-1 0 0,0 0-1,0-1 1,-1-1 0,1 1-1,-1-1 1,10-12 0,9-6-12,-6 11 89,-14 27 65,0 9-215,-6-18-84,1-1 0,-1 1 0,1-1 0,0 0 0,-1 0 0,1 0 0,1 0 0,-1 0 0,0 0 0,1 0 0,0-1 0,-1 1-1,1-1 1,0 0 0,0 0 0,5 3 0,-1-3-1064,0 0 0,1-1 0,-1 0-1,0 0 1,1-1 0,13 0 0,11 0-5938</inkml:trace>
</inkml:ink>
</file>

<file path=ppt/ink/ink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20:49.75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188 1 9882,'0'0'14307,"-5"-1"-13256,-1 2-864,0 0-1,0 0 1,0 0-1,0 1 1,0 0 0,0 0-1,0 1 1,1-1-1,-1 1 1,1 0-1,-1 1 1,1-1 0,0 1-1,-6 7 1,-4 2-119,0 1-1,1 0 1,-18 25 0,29-35-70,1 1 0,0-1 0,0 1 1,1 0-1,-1-1 0,1 1 0,0 0 0,0 0 0,1 0 0,0 0 0,-1 0 1,2 0-1,-1 5 0,1 4-71,-1-13 66,0-1 0,0 1 0,0-1 0,0 1-1,0 0 1,1-1 0,-1 1 0,0-1 0,0 1-1,1-1 1,-1 1 0,0-1 0,1 1 0,-1-1-1,0 1 1,1-1 0,-1 1 0,1-1 0,-1 0-1,1 1 1,-1-1 0,1 0 0,-1 1 0,1-1-1,-1 0 1,1 0 0,0 1 0,-1-1 0,2 0 0,25 2-75,-21-3 72,-1 1 1,1-1-1,-1-1 1,1 1-1,-1-1 1,0 1-1,10-6 1,-7 1-29,-1 1 26,0 0 0,0-1 0,0 0 0,-1 0-1,6-7 1,-11 13 44,-1-1-1,1 1 1,0 0-1,-1 0 1,1-1 0,0 1-1,-1 0 1,1 0-1,0 0 1,-1 0-1,1 0 1,0 0-1,0 0 1,-1 0-1,1 0 1,0 0 0,-1 1-1,1-1 1,0 0-1,-1 0 1,1 1-1,-1-1 1,1 0-1,0 1 1,-1-1-1,1 0 1,-1 1 0,1-1-1,-1 1 1,1-1-1,-1 1 1,1-1-1,-1 1 1,1 0-1,24 25-224,-19-20 224,6 7-349,7 5-3020,-18-17 2547,1 0 0,0 0 0,-1 0 0,1-1 0,0 1 0,0 0 0,0-1 0,-1 1 0,1-1 0,0 0 0,0 0 0,2 0 0,4 0-6369</inkml:trace>
</inkml:ink>
</file>

<file path=ppt/ink/ink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20:49.76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11106,'0'0'13663,"7"11"-12868,2 0-596,-4-5-104,-1 0-1,0 0 1,0 0 0,-1 0-1,1 1 1,2 7 0,-5-13-87,1 0 1,-1 0-1,1 0 1,-1 0-1,1 0 1,0 0 0,-1-1-1,1 1 1,0-1-1,0 1 1,0-1-1,-1 0 1,1 1-1,0-1 1,0 0 0,0 0-1,0-1 1,2 1-1,35-5 24,-27 1-19,0-1 0,-1 0-1,1-1 1,19-14-1,-18 12-27,-1 0 0,28-11 0,-40 18 29,0 1 1,1 0 0,-1 0 0,1 0 0,-1 0-1,0 0 1,1 0 0,-1 0 0,1 0-1,-1 0 1,0 0 0,1 0 0,-1 1 0,1-1-1,-1 0 1,0 0 0,1 0 0,-1 0-1,0 1 1,1-1 0,-1 0 0,0 0 0,1 1-1,-1-1 1,0 0 0,0 0 0,1 1 0,-1-1-1,0 0 1,0 1 0,0-1 0,1 0-1,-1 1 1,0-1 0,0 1 0,6 23 379,-4 31-289,-2-49-209,0-4-89,0 0 1,-1 1 0,1-1-1,-1 0 1,1 0 0,-1 0-1,0 0 1,0 0 0,0 0 0,0 0-1,0 0 1,0 0 0,0-1-1,-1 1 1,1 0 0,0-1 0,-3 2-1,-30 21-7753,-4-7-5442</inkml:trace>
</inkml:ink>
</file>

<file path=ppt/ink/ink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20:49.76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212 1 5393,'0'0'11163,"-77"173"-9643,51-86-24,7 3 57,6-4-777,7-9-464,0-6-160,-1-13-104,1-7-48,-1-13-64,1-9-416,-1-6-1545,-5-14-839,-1-5-2345,6-4-3385</inkml:trace>
</inkml:ink>
</file>

<file path=ppt/ink/ink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20:49.76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0 619 3089,'0'0'8511,"40"-17"-4324,0-2-3413,243-99 3301,-86 52-2624,70-26-945,-218 72-499,0-3 0,-2-1 0,55-38 0,-90 53-26,-1 1 0,0-1 0,0-1-1,15-17 1,-23 23-24,1-1-1,-1 0 1,0 1-1,-1-1 1,1 0-1,-1 0 1,0-1 0,0 1-1,-1 0 1,1-1-1,-1 1 1,-1-1-1,2-9 1,-3 13 20,1 1 0,0-1 1,0 1-1,-1-1 0,1 1 1,-1 0-1,1-1 1,-1 1-1,1 0 0,-1-1 1,0 1-1,0 0 0,0 0 1,0-1-1,0 1 0,0 0 1,0 0-1,0 0 0,0 0 1,0 0-1,0 1 1,-1-1-1,1 0 0,0 1 1,-1-1-1,1 0 0,-1 1 1,1 0-1,0-1 0,-1 1 1,1 0-1,-1 0 0,1 0 1,-3 0-1,-4-1 17,0 1 0,0 0 0,0 1 0,0 0-1,-14 3 1,10 0 26,0 1 0,1 0 0,-1 1-1,1 0 1,0 1 0,1 0 0,-1 1 0,1 0-1,1 0 1,0 1 0,-14 17 0,-3 6 171,2 2 1,-28 48-1,14-11 264,2 1-1,3 1 0,4 2 0,-31 124 0,57-187-490,1 0-1,1 0 0,0-1 0,0 16 0,3-28 30,0 1-1,0 0 1,-1-1-1,1 1 1,0-1-1,-1 0 0,1 1 1,0-1-1,-1 0 1,1 0-1,-1 0 0,1 0 1,-1 0-1,1 0 1,1-3-1,14-13 8,79-86-384,-85 92 332,-6 11 85,-6 23 113,-1 4-142,2-13 45,3 22-416,-2-35 267,-1 0 0,1 0 0,0 0 0,-1 0-1,1-1 1,0 1 0,0 0 0,0 0 0,0 0 0,0-1 0,0 1 0,0 0 0,0-1 0,0 1 0,0-1 0,0 1 0,0-1 0,0 0 0,0 1 0,1-1 0,-1 0 0,0 0 0,0 0 0,0 0 0,1 0-1,1 0 1,24 0-3358,4 0-2226</inkml:trace>
</inkml:ink>
</file>

<file path=ppt/ink/ink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20:49.76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62 3849,'0'0'11989,"30"0"-11652,137 0 40,-167 0-302,1 0 1,0 0 0,0-1 0,0 1 0,-1 0 0,1 0 0,0-1 0,-1 1-1,1-1 1,0 1 0,0 0 0,-1-1 0,1 0 0,-1 1 0,1-1 0,-1 1-1,1-1 1,-1 0 0,1 1 0,-1-1 0,1 0 0,-1 1 0,0-1 0,1 0 0,-1 0-1,0 1 1,0-1 0,1 0 0,-1 0 0,0 0 0,0 1 0,0-1 0,0 0-1,0 0 1,0 0 0,0 1 0,0-1 0,-1 0 0,1 0 0,0 1 0,0-1-1,-1 0 1,1 0 0,0 1 0,-1-1 0,1 0 0,-1 1 0,1-1 0,-1 0-1,1 1 1,-1-1 0,0 1 0,1-1 0,-1 1 0,0-1 0,1 1 0,-2-1-1,-10-4 228,0 0 0,-1 1 0,1 0-1,-1 1 1,0 1 0,0 0 0,1 1-1,-1 0 1,-26 2 0,29-1-70,9 0-217,0 0-1,0 0 1,0 0-1,0 1 1,0-1 0,0 0-1,0 1 1,0-1-1,0 0 1,0 1-1,0-1 1,1 1-1,-1-1 1,0 1 0,0 0-1,0-1 1,0 1-1,1 0 1,-1 0-1,0-1 1,1 1-1,-1 0 1,1 0 0,-1 0-1,0 1 1,-5 32 182,6-28-196,0 0-1,1-1 1,-1 1 0,1-1 0,1 1 0,-1-1 0,1 1-1,0-1 1,0 0 0,4 7 0,-1-7-88,0 1 0,0-1 0,1 0 0,0 0 0,0-1 0,0 0 0,1 0 0,-1 0 0,14 4 0,69 19-3000,-85-26 2832,71 14-4923</inkml:trace>
</inkml:ink>
</file>

<file path=ppt/ink/ink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20:49.76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78 43 8370,'0'0'12578,"0"22"-11291,0 158 771,-1-164-1878,-1-1 0,-1 0 1,-1 0-1,0-1 0,0 1 0,-2-1 0,0 0 0,0 0 1,-1 0-1,-1-1 0,-17 22 0,24-33-152,1-5 7,0 1-40,-1-26-22,1 0 0,2 0 0,0 0-1,2 1 1,1-1 0,9-26 0,-5 28-25,1 0 0,1 0 1,1 1-1,1 1 0,28-38 0,-39 60-117,0-1 1,1 1-1,-1 0 0,0 0 0,1 0 1,0 1-1,-1-1 0,1 1 0,0-1 0,0 1 1,0 0-1,0 0 0,0 0 0,0 0 0,5 0 1,48 1-4763,-33 0 1955,10 0-2499</inkml:trace>
</inkml:ink>
</file>

<file path=ppt/ink/ink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20:49.76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203 4 8482,'0'0'12090,"-28"21"-10720,-87 68-360,110-85-910,0 1 1,-1-1-1,1 1 1,1 0-1,-1 0 1,1 0-1,0 1 1,0-1-1,0 1 1,1 0-1,-5 11 1,7-12-61,0 0 0,1-1 0,-1 1 0,1 0 0,0 0 0,0 0-1,1 0 1,-1 0 0,1 0 0,2 6 0,-3-10-41,1 0-1,-1 1 1,1-1-1,0 0 1,0 0-1,-1 0 1,1 0-1,0 0 1,0 0-1,0 0 1,0 0 0,0 0-1,0-1 1,0 1-1,1 0 1,-1-1-1,0 1 1,0-1-1,1 1 1,-1-1-1,0 1 1,0-1-1,1 0 1,-1 0-1,3 1 1,42-1-60,-31 0 52,-9 0-28,1-1-1,-1 0 0,1 0 1,-1 0-1,0-1 0,1 0 1,-1 0-1,0-1 0,0 0 1,-1 0-1,1 0 0,0-1 1,-1 1-1,0-1 0,0-1 1,0 1-1,0-1 0,-1 1 1,0-1-1,0-1 0,0 1 1,0-1-1,-1 1 0,0-1 1,0 0-1,-1 0 0,0 0 1,0 0-1,0-1 0,-1 1 1,1-1-1,-1-10 0,-1 2 49,1 8-2,-1-1-1,0 1 1,-1 0-1,1-1 1,-2 1-1,1-1 1,-3-8-1,2 13-2,1 1-1,-1-1 1,0 1 0,1 0-1,-1-1 1,0 1-1,-1 0 1,1 0 0,0 0-1,0 1 1,-1-1 0,1 0-1,-1 1 1,0 0-1,1-1 1,-1 1 0,0 0-1,0 1 1,0-1-1,1 0 1,-1 1 0,-4-1-1,-2 0 25,0 1 0,0-1-1,0 1 1,0 1-1,0 0 1,-10 2 0,17-2-147,0-1 1,-1 1 0,1 0 0,0-1 0,0 1 0,1 0 0,-1 0 0,0 0-1,0 1 1,0-1 0,1 0 0,-1 1 0,1-1 0,-3 3 0,4-3-148,-1 0 1,1 1-1,-1-1 1,1 0 0,-1 1-1,1-1 1,0 0 0,0 1-1,0-1 1,0 1 0,0-1-1,0 0 1,0 1-1,0-1 1,0 0 0,1 1-1,-1-1 1,0 1 0,1-1-1,-1 0 1,1 0-1,0 1 1,-1-1 0,2 2-1,9 7-4773</inkml:trace>
</inkml:ink>
</file>

<file path=ppt/ink/ink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20:49.76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188 1 12099,'0'0'11335,"-21"20"-10979,-68 65-81,37-31 147,30-15-196,22-38-233,-1 0-1,1 0 1,-1 1-1,1-1 1,-1 0-1,1 0 1,0 1-1,-1-1 1,1 1-1,0-1 1,0 0-1,0 1 1,0-1-1,0 0 1,1 1 0,-1-1-1,0 0 1,1 1-1,-1-1 1,0 0-1,1 0 1,0 1-1,-1-1 1,1 0-1,0 0 1,0 0-1,-1 0 1,1 0-1,0 0 1,0 0-1,0 0 1,0 0-1,0 0 1,1 0-1,-1-1 1,0 1-1,0 0 1,0-1-1,1 1 1,-1-1-1,0 0 1,1 1-1,-1-1 1,0 0-1,1 0 1,-1 1-1,0-1 1,1 0-1,1-1 1,4 2-5,0-1-1,0-1 1,0 1-1,0-1 1,0 0-1,-1 0 1,1-1-1,0 0 1,6-3 0,-7 2 20,0 0 0,-1 0 0,0-1 0,0 0 0,0 0 0,0 0 0,0 0 0,-1-1 0,0 0 0,0 0 0,0 0 0,-1 0 0,1-1 0,-1 1 0,-1-1 0,1 0 0,-1 0 0,0 0 0,0 0 0,-1 0 0,1 0 0,-1 0 0,0-11 0,-2 16 2,1-1 1,-1 0 0,1 1-1,-1-1 1,0 1-1,1-1 1,-1 1 0,0-1-1,0 1 1,0-1 0,0 1-1,-1 0 1,1-1 0,0 1-1,0 0 1,-1 0 0,1 0-1,-1 0 1,1 0 0,-1 1-1,1-1 1,-1 0 0,0 1-1,1-1 1,-1 1 0,0-1-1,1 1 1,-1 0 0,0 0-1,0-1 1,-3 2 0,-64-2-83,61 2 9,4 0-41,-1-1 1,1 1-1,0 1 0,0-1 0,0 1 1,0-1-1,0 1 0,0 1 0,-3 1 0,-9 14-2800,16-17 2531,-1-1 0,1 1 0,0 0 0,0 0 0,-1 0 0,1 0 0,0 0 0,0 0 0,0-1 0,0 1 0,0 0 1,0 0-1,0 0 0,1 0 0,-1 0 0,0 0 0,0-1 0,1 1 0,-1 0 0,0 0 0,1 0 0,0 1 0,4-1-8151</inkml:trace>
</inkml:ink>
</file>

<file path=ppt/ink/ink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20:49.76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212 1 11242,'0'0'12842,"-17"29"-11659,-120 220 1232,128-233-2357,1 1 0,0-1 0,2 1 1,-1 1-1,2-1 0,1 1 0,0 0 0,1 0 0,-1 22 0,4-39-69,0 1-1,0-1 0,1 1 1,-1-1-1,0 1 0,0-1 0,1 1 1,-1-1-1,1 1 0,-1-1 0,1 0 1,0 1-1,-1-1 0,1 0 1,0 0-1,0 1 0,0-1 0,0 0 1,0 0-1,0 0 0,0 0 1,0 0-1,3 1 0,-1-1-45,0 1 0,0-1-1,0 0 1,1 0 0,-1-1 0,0 1-1,1-1 1,-1 1 0,1-1-1,4-1 1,-1 1-168,1-1 0,0 0 0,-1-1 0,0 1 0,1-1 0,-1-1 1,0 0-1,0 0 0,11-6 0,-3-3-1206,-1-1 1,0-1 0,17-20-1,-4-2-3755</inkml:trace>
</inkml:ink>
</file>

<file path=ppt/ink/ink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20:49.76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97 11899,'0'0'10802,"205"-29"-10362,-147 16-440,6-6-608,-19 3-3425,-6-3-6529</inkml:trace>
</inkml:ink>
</file>

<file path=ppt/ink/ink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20:49.76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 0 13035,'0'0'5017,"-13"45"-10386,13-25-1537</inkml:trace>
</inkml:ink>
</file>

<file path=ppt/ink/ink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21:31.32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122 352 3169,'0'0'2101,"6"-18"-1999,15-56 59,-19 68 84,0-1 0,0 0 0,-1 1 0,0-1 0,-1 0-1,1 0 1,-1 0 0,-1 0 0,1 1 0,-1-1 0,0 0 0,-1 0 0,1 1 0,-2-1-1,1 1 1,0-1 0,-1 1 0,0 0 0,-1 0 0,0 0 0,1 1 0,-2-1 0,-8-9-1,12 14 6,0 0 0,-1 1 0,1-1-1,0 0 1,0 1 0,0-1 0,-1 1-1,1-1 1,0 1 0,0 0-1,-1-1 1,1 1 0,0 0 0,-1 0-1,1 0 1,0 0 0,-1 0 0,1 0-1,0 1 1,-1-1 0,1 0-1,0 0 1,-2 1 0,1 0-75,-1 0-1,1 0 1,0 0-1,0 0 1,-1 1-1,1-1 1,0 1-1,0-1 1,0 1 0,-2 2-1,-2 4-87,0 0-1,1 0 1,1 1-1,-1 0 1,1 0-1,0 0 1,1 0-1,0 1 1,-2 18 0,1 2-80,2 57 0,2-71 9,0-13-20,0 0-1,1 0 0,-1 0 1,1 0-1,0 0 0,0 0 0,0 0 1,0 0-1,0-1 0,1 1 1,-1 0-1,1-1 0,0 0 1,-1 1-1,1-1 0,1 0 0,-1 0 1,0 0-1,0 0 0,1 0 1,-1 0-1,1-1 0,-1 1 1,1-1-1,0 0 0,0 0 0,-1 0 1,1 0-1,0 0 0,0-1 1,0 1-1,0-1 0,0 0 1,0 1-1,5-2 0,-1 1 6,-1 1-1,0-2 1,1 1-1,-1-1 1,0 0-1,0 0 1,1-1-1,-1 0 1,0 0 0,-1 0-1,1-1 1,0 0-1,-1 0 1,1 0-1,-1-1 1,8-6-1,-6 2 31,-1-1 1,0-1-1,0 1 0,0-1 0,-1 0 0,-1-1 0,0 1 0,0-1 1,-1 1-1,0-1 0,-1 0 0,0 0 0,-1-1 0,0 1 0,-1 0 1,-2-16-1,2 27-25,0-1 1,0 0-1,0 0 1,0 0 0,0 1-1,0-1 1,-1 0-1,1 0 1,0 1-1,-1-1 1,1 0 0,-1 1-1,1-1 1,0 0-1,-1 1 1,1-1-1,-1 0 1,0 1-1,1-1 1,-1 1 0,1-1-1,-1 1 1,0 0-1,0-1 1,1 1-1,-1 0 1,0-1 0,1 1-1,-1 0 1,0 0-1,-1-1 1,-26-1 120,22 3-80,5-1 770,-5-43 237,6 37-1270,7 16 33,6 7 311,51 55-100,-47-56-6,0 2-1,-2 0 0,0 1 1,23 38-1,-36-51 640,-4-9-282,-11-23-197,-17-43-191,26 56 16,2-1 0,-1 0-1,2 1 1,0-1-1,0 0 1,1 0 0,1 0-1,1 0 1,0 1-1,0-1 1,1 0 0,1 1-1,0 0 1,1 0-1,1 0 1,7-13-1,-12 26-100,-1-1 0,1 0 0,0 0 0,0 1-1,0-1 1,0 0 0,0 1 0,0-1-1,0 1 1,0-1 0,0 1 0,0 0-1,1-1 1,-1 1 0,0 0 0,0 0-1,0 0 1,0-1 0,2 2 0,13 3-4707,-3 9-2794</inkml:trace>
</inkml:ink>
</file>

<file path=ppt/ink/ink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21:32.03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432 7 6569,'0'0'12062,"-18"-1"-10821,-54-5-359,67 7-817,0-1 0,1 0 1,-1 1-1,1 0 0,-1 0 1,1 0-1,-1 1 0,1-1 1,0 1-1,0 0 0,-1 0 1,1 1-1,1-1 0,-1 1 1,-5 5-1,-1 2 58,0 0 0,1 0 0,-11 18 0,9-12 60,5-9-129,0 1 0,1 0 0,0 0 0,0 1 0,1 0 0,0 0 1,0 0-1,1 0 0,0 0 0,1 1 0,0-1 0,1 1 0,0-1 0,0 14 0,1-22-58,1 0 1,0 0-1,-1 0 1,1 0-1,0 0 1,0 0-1,0 0 1,0 0-1,0 0 1,0 0-1,0-1 1,0 1-1,0 0 0,0-1 1,0 1-1,0-1 1,1 0-1,-1 1 1,0-1-1,0 0 1,1 1-1,-1-1 1,0 0-1,0 0 1,1 0-1,-1 0 0,0 0 1,2-1-1,43-3-4,-39 1 10,-1-1 0,1 1 0,-1-1 0,0-1 0,0 1 0,0-1-1,-1 0 1,9-9 0,40-52 19,-45 54-19,6-11 8,-10 17 309,-5 28-150,0-20-175,21 474 209,-10-122-107,-10-346-92,-1-1-1,-1 0 1,0 1-1,0-1 1,0 0-1,-1 1 1,0-1-1,0 0 1,-1 0-1,1-1 1,-2 1-1,-6 11 1,7-14 5,-1 0 0,0-1 0,0 1 0,0-1 1,0 1-1,0-1 0,-1-1 0,0 1 0,1 0 1,-1-1-1,0 0 0,0 0 0,0-1 0,0 1 0,0-1 1,-1 0-1,1-1 0,-8 1 0,-2 0 15,0-1 1,0 0-1,-1-1 0,1-1 0,0 0 1,0-1-1,0-1 0,1 0 0,-27-12 0,34 13-17,0-1-1,0 0 0,0-1 0,0 0 0,1 0 0,0 0 0,0-1 0,1 0 0,-1 0 0,1 0 0,0-1 0,1 1 0,-1-1 0,2 0 0,-1-1 0,1 1 0,0-1 0,0 1 0,1-1 1,-2-9-1,1 2-46,1-1 1,0 0-1,2-26 1,0 35-131,1 1 1,0-1-1,0 0 1,1 1 0,0 0-1,0-1 1,0 1-1,1 0 1,0 0-1,0 0 1,7-8-1,57-64-6222,-35 46 95</inkml:trace>
</inkml:ink>
</file>

<file path=ppt/ink/ink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21:32.70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13 197 9578,'0'0'9980,"0"15"-9163,0 120 1027,0-134-1704,0-13 313,-13-161-950,14 172 478,0 1-1,-1-1 0,1 0 1,0 1-1,0 0 1,-1-1-1,1 1 0,0-1 1,0 1-1,0 0 0,0 0 1,-1-1-1,1 1 0,0 0 1,0 0-1,0 0 0,0 0 1,0 0-1,0 0 0,0 0 1,-1 0-1,3 1 0,22 2 18,43 22-6,-52-17 3,1-1 0,0-2 0,31 8 0,-29-10-60,0 0 1,0-2-1,1 0 0,-1-1 1,0-1-1,24-4 1,-38 4 49,-1 0 0,1 0 0,0 0 1,0-1-1,-1 0 0,1 0 0,-1 0 0,1-1 0,-1 1 1,0-1-1,0 0 0,0 0 0,0-1 0,-1 1 1,1-1-1,-1 1 0,0-1 0,0 0 0,0-1 0,-1 1 1,1 0-1,-1-1 0,0 1 0,-1-1 0,1 0 1,-1 1-1,0-1 0,2-10 0,-2 7 65,0 0-1,-1 0 1,0 0 0,0 0-1,-1 0 1,0 0 0,-2-10-1,2 16-5,1-1 0,-1 1 0,0 0 0,-1 0 0,1-1 0,0 1 0,0 0 0,-1 0 0,1 0 1,-1 1-1,0-1 0,0 0 0,0 1 0,1-1 0,-1 1 0,-1-1 0,1 1 0,0 0 0,0 0 0,0 0 0,-1 0 0,1 0 0,0 1 0,-1-1 0,1 1 0,-1-1 0,1 1 0,-3 0 0,0-1-34,1 1 0,0-1 0,-1 1 0,1 0-1,-1 0 1,1 1 0,0-1 0,-1 1 0,1 0 0,0 0 0,0 1 0,-1-1 0,1 1 0,0 0 0,0 0-1,1 0 1,-1 1 0,0-1 0,1 1 0,0 0 0,-1 0 0,1 0 0,0 1 0,1-1 0,-1 0 0,0 1 0,1 0-1,0 0 1,0 0 0,0 0 0,0 0 0,1 0 0,0 0 0,0 1 0,0-1 0,0 0 0,0 1 0,1 7 0,-2 4 18,1 1 0,0-1 0,1 1 0,1-1 1,5 29-1,-5-41-120,0 0 1,0 0-1,1-1 0,-1 1 1,1 0-1,0 0 1,0-1-1,0 1 0,0-1 1,1 1-1,-1-1 1,1 0-1,0 0 0,0 0 1,0-1-1,0 1 1,0-1-1,1 1 0,-1-1 1,1 0-1,0 0 1,-1-1-1,1 1 0,0-1 1,0 0-1,0 0 1,0 0-1,7 0 0,65 0-5241,-32-1 800</inkml:trace>
</inkml:ink>
</file>

<file path=ppt/ink/ink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21:33.09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152 0 10642,'0'0'11337,"-12"13"-10590,-5 6-540,-8 6 205,2 2-1,1 0 0,-19 32 1,40-58-392,-9 24-94,10-25 66,0 1 0,0 0-1,1-1 1,-1 1 0,0-1 0,0 1 0,1-1 0,-1 1-1,0-1 1,1 1 0,-1-1 0,1 0 0,-1 1 0,0-1-1,1 1 1,-1-1 0,1 0 0,-1 1 0,1-1 0,0 0-1,-1 0 1,1 1 0,-1-1 0,1 0 0,-1 0 0,1 0-1,0 0 1,-1 0 0,1 0 0,-1 0 0,1 0 0,0 0-1,-1 0 1,1 0 0,-1 0 0,1 0 0,0-1 0,8 0 21,-1 0 1,0-1-1,1 0 1,-1 0-1,0-1 1,0 0-1,-1-1 1,10-5-1,-13 7-16,-2 0 11,-2 1 0,20 37 72,-18-33-282,0 0 0,0 0 0,0 0 0,1-1 0,-1 1 0,1-1-1,-1 1 1,1-1 0,0 0 0,0 0 0,0 0 0,0-1 0,0 1 0,5 1 0,0-1-883,1-1 1,-1 0-1,1 0 1,16-1-1,6 0-4152</inkml:trace>
</inkml:ink>
</file>

<file path=ppt/ink/ink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21:33.33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65 0 12339,'0'0'10994,"-32"190"-10202,32-139-392,0-3-168,-7 3-80,7-6-104,0 0-40,-6-6-8,6-4-8,-7-9-200,1-4-808,6-9-1921,-6-3-2288</inkml:trace>
</inkml:ink>
</file>

<file path=ppt/ink/ink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21:33.53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4353,'0'0'18452,"90"16"-18356,-52-16 0,-6 0-88,-6 0-8,-1 0-64,-12 0-160,0 0-816,0 0-1545,-7 0-3072</inkml:trace>
</inkml:ink>
</file>

<file path=ppt/ink/ink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21:33.98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53 84 5721,'0'0'12546,"2"3"-11829,1 0-571,0-1-1,0 0 0,1 0 1,-1 0-1,1-1 1,-1 1-1,1-1 1,0 0-1,0 0 1,-1 0-1,1 0 1,0-1-1,0 1 1,0-1-1,0 0 0,7-1 1,-9 1-137,1 0 0,-1 1 1,0-1-1,0-1 0,0 1 0,0 0 0,1-1 1,-1 1-1,0-1 0,0 1 0,0-1 0,0 0 1,0 0-1,0 0 0,0 0 0,0 0 0,-1 0 1,1-1-1,0 1 0,-1-1 0,1 1 0,-1-1 1,1 0-1,-1 1 0,0-1 0,1 0 1,-1 0-1,0 0 0,0 0 0,-1 0 0,1 0 1,0 0-1,0-4 0,-1 4 7,1-1 0,-1 0 0,0 0 0,-1 1 0,1-1 0,0 0-1,-1 0 1,1 1 0,-1-1 0,0 0 0,0 1 0,0-1 0,0 1 0,0-1 0,-1 1 0,1 0 0,-1-1 0,-2-1 0,1 2-2,0 0 1,-1 1 0,1-1 0,0 1-1,-1 0 1,0 0 0,1 0 0,-1 0 0,1 1-1,-1-1 1,0 1 0,0 0 0,-5 1-1,4-2 3,0 1-1,0 0 0,0 1 0,0 0 0,0-1 0,-1 1 0,1 1 0,1-1 0,-1 1 1,0 0-1,0 0 0,1 0 0,-1 1 0,-6 4 0,8-4 4,0 1 0,1-1 0,-1 1 0,1-1 0,-1 1 0,1 0 0,0-1 0,1 1 0,-1 0 0,1 0 0,-1 1 0,1-1 0,1 0 0,-1 0 0,0 1 0,1-1 0,0 0 0,0 5 0,0-1 6,0-1 0,0 1-1,1 0 1,0 0 0,0 0 0,1-1 0,2 9 0,-3-14-37,1 0 0,-1 1 0,1-1 0,-1 0 0,1 0 0,0 0 0,0 0 0,0 0 0,0 0 0,0-1 0,0 1 0,0 0 0,1-1 0,-1 0 0,0 0 0,1 0 1,-1 0-1,1 0 0,0 0 0,-1 0 0,1-1 0,0 1 0,4-1 0,3 1-457,0-1 0,1 0 0,-1 0 0,0-1 0,1 0 0,-1-1 0,0-1 0,15-4 1,40-21-5587,-13 0-3101</inkml:trace>
</inkml:ink>
</file>

<file path=ppt/ink/ink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21:34.33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14 149 5401,'0'0'16406,"-3"8"-15180,-5 95 1383,6-75-1938,2-25-472,0-9-117,0-16-85,1 0 1,1 0-1,2 1 1,0-1 0,1 0-1,1 1 1,1 0-1,0 1 1,2 0-1,16-29 1,-24 47-11,1 1 0,-1-1 1,0 1-1,1-1 0,-1 1 0,1-1 0,-1 1 1,1 0-1,0 0 0,0-1 0,-1 1 0,1 0 1,0 1-1,0-1 0,0 0 0,0 1 0,0-1 1,0 1-1,0-1 0,0 1 0,0 0 0,0 0 1,1 0-1,1 0 0,21 4-3603,-7-1-2491</inkml:trace>
</inkml:ink>
</file>

<file path=ppt/ink/ink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22:26.31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44 156 1632,'0'0'7833,"-6"-3"-6418,-1 0-943,5 1-296,0 1-1,0 0 1,0 0 0,-1 0-1,1 0 1,0 0 0,-1 0-1,1 1 1,-1-1 0,1 1 0,-4 0-1,10 8 4080,19 32-3827,-16-32-402,-1 0 1,-1 0 0,1 0-1,-1 1 1,-1-1 0,1 1-1,-2 1 1,1-1 0,-1 0-1,0 1 1,2 18 0,-5-27 646,-2-6-129,-2-2-539,0 0 1,1-1-1,0 1 0,0-1 1,1 1-1,0-1 0,0 0 0,1 0 1,-1-11-1,2-80-27,2 47-35,-2 46 54,1 0 1,0 0 0,0 0 0,0 0 0,1 0-1,3-9 1,-5 14-1,1 0 0,-1 0-1,0 1 1,1-1 0,-1 0-1,0 0 1,1 0 0,-1 0-1,1 0 1,-1 0 0,1 1-1,0-1 1,-1 0 0,1 0-1,0 1 1,0-1 0,-1 1-1,1-1 1,0 1 0,0-1-1,0 1 1,0-1 0,0 1 0,-1-1-1,1 1 1,0 0 0,0 0-1,0 0 1,0-1 0,0 1-1,0 0 1,0 0 0,0 0-1,0 0 1,0 1 0,0-1-1,0 0 1,0 0 0,0 1-1,0-1 1,0 0 0,0 1-1,0-1 1,0 1 0,-1-1-1,1 1 1,0-1 0,0 1 0,0 1-1,1-1-31,-1 1 0,1 0 0,-1 0-1,0 0 1,0 0 0,0 0 0,0 0 0,0 0-1,0 1 1,-1-1 0,1 0 0,0 4 0,9 24-1170,37 27-4116,-27-36 746</inkml:trace>
</inkml:ink>
</file>

<file path=ppt/ink/ink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22:26.73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45 28 6809,'0'0'9885,"-7"16"-9397,-1 2-358,4-12-95,1 0 0,0 0-1,0 1 1,1-1 0,0 1 0,0 0-1,0 0 1,1 0 0,0 0 0,1 0-1,-1 7 1,-2 17 83,2-25-112,0 1 0,1-1 0,-1 1-1,1-1 1,2 13 0,-2-17-7,1-1 1,-1 0 0,1 0 0,-1 1 0,1-1 0,-1 0-1,1 0 1,0 0 0,0 1 0,0-1 0,-1 0-1,1 0 1,0 0 0,0-1 0,0 1 0,1 0 0,-1 0-1,0 0 1,0-1 0,0 1 0,1-1 0,-1 1 0,0-1-1,0 1 1,1-1 0,-1 0 0,0 1 0,1-1 0,-1 0-1,1 0 1,-1 0 0,2-1 0,1 2 7,-1-1 1,0 0-1,0 0 1,0 0-1,0-1 1,0 1-1,0-1 1,0 1-1,0-1 1,0 0-1,0 0 0,0-1 1,0 1-1,0-1 1,-1 1-1,1-1 1,3-3-1,-3 2 7,-2-1 0,1 1-1,0-1 1,-1 1 0,1-1 0,-1 0-1,0 1 1,0-1 0,0 0-1,-1 0 1,0 0 0,1 0-1,-1 0 1,-1-4 0,2-30 286,1 28-198,-1-1 0,-1 1 0,0 0-1,0-1 1,-1 1 0,0 0 0,-1 0 0,-1-1 0,1 1-1,-6-12 1,8 21-97,-1 1 0,1-1 0,-1 0 0,1 0 0,-1 0 0,1 0 0,-1 0 1,0 1-1,1-1 0,-1 0 0,0 1 0,0-1 0,0 0 0,0 1 0,1-1 0,-1 1 0,0-1 0,0 1 0,0 0 0,0-1 0,0 1 0,0 0 0,0 0 0,0 0 0,0 0 0,0 0 0,0 0 0,0 0 0,0 0 0,0 0 0,0 0 0,0 0 0,0 0 1,0 1-1,0-1 0,0 1 0,0-1 0,0 0 0,0 1 0,-1 0 0,0 1-128,0-1 0,1 1 0,-1-1 0,1 1 0,-1-1 0,1 1 1,0 0-1,-1 0 0,1 0 0,0-1 0,0 1 0,0 0 0,0 1 0,1-1 0,-1 0 1,1 0-1,-1 0 0,1 0 0,-1 3 0,1 5-708,0-6 157,-1 0 0,1-1 1,0 1-1,1 0 0,-1-1 0,0 1 1,1 0-1,2 5 0,13 8-5471</inkml:trace>
</inkml:ink>
</file>

<file path=ppt/ink/ink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22:27.18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20 0 3265,'0'0'11902,"-2"5"-11606,-4 28 113,1 0 0,1 1 1,1 47-1,4-80-409,0-1 1,0 1-1,-1 0 1,1 0-1,0 0 1,0-1-1,0 1 0,0-1 1,0 1-1,0-1 1,0 1-1,0-1 1,0 1-1,0-1 1,0 0-1,0 0 1,0 1-1,1-1 1,-1 0-1,0 0 1,0 0-1,0 0 1,0 0-1,0-1 1,0 1-1,0 0 1,1 0-1,-1-1 1,1 0-1,1 1 3,0-1 0,1 1 0,-1-1 0,0 0 0,0 0 0,0 0 0,0 0 0,0 0-1,0-1 1,4-2 0,-4-1 74,0 0-1,-1 0 1,1 0-1,-1 0 1,0 0 0,-1 0-1,1-1 1,-1 1-1,0 0 1,0-1-1,-1 0 1,0 1-1,0-1 1,0 1-1,-2-9 1,2 11-14,0-1 1,-1 1-1,0-1 0,0 1 1,0 0-1,0-1 1,-1 1-1,1 0 0,-1 0 1,0 0-1,0 0 1,0 0-1,0 0 0,0 1 1,-1-1-1,1 1 0,-1-1 1,1 1-1,-1 0 1,0 0-1,0 0 0,0 1 1,0-1-1,-1 1 1,-4-2-1,8 2-94,0 1 0,-1 0 0,1 0 0,-1-1 0,1 1 0,-1 0 0,1 0 0,-1 0-1,1-1 1,-1 1 0,1 0 0,-1 0 0,1 0 0,-1 0 0,1 0 0,-1 0 0,1 0 0,-1 0 0,1 0 0,-1 0 0,1 0 0,-1 0 0,1 1 0,-1-1 0,1 0 0,-1 0 0,1 0-1,-1 1 1,1-1 0,0 0 0,-1 1 0,1-1 0,-1 0 0,1 1 0,0-1 0,-1 0 0,1 1 0,0-1 0,-1 1 0,1-1 0,0 1 0,0-1 0,-1 1 0,1-1 0,0 1 0,0-1 0,0 1-1,0-1 1,0 1 0,0-1 0,0 1 0,0-1 0,0 1 0,0-1 0,0 1 0,0-1 0,0 1 0,0-1 0,0 1 0,1-1 0,-1 1 0,1 2-388,0-1-1,0 1 1,0-1 0,1 1 0,-1-1 0,1 1 0,-1-1-1,1 0 1,0 0 0,2 3 0,16 6-5198</inkml:trace>
</inkml:ink>
</file>

<file path=ppt/ink/ink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22:27.55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46 1 3329,'0'0'14320,"-3"23"-13569,-10 76 14,-2 6 824,10-73-1492,1 0 1,0 39-1,2-52-115,3 20 67,-1-38-59,1 0 0,-1 0 1,0 0-1,1 0 0,-1 0 0,1 0 1,-1 0-1,1 0 0,-1 0 0,1-1 0,0 1 1,-1 0-1,1 0 0,0-1 0,0 1 1,-1 0-1,1-1 0,0 1 0,0-1 1,0 1-1,0-1 0,0 1 0,0-1 1,0 0-1,0 1 0,0-1 0,0 0 1,0 0-1,0 0 0,0 0 0,2 0 0,14 0-1903,0 0 0,0-2 0,22-3 0,0-8-4204,-20 4-222</inkml:trace>
</inkml:ink>
</file>

<file path=ppt/ink/ink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22:27.80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29 4017,'0'0'15923,"33"-13"-15227,-8 7-352,1 3-247,-7-4-97,0 7-41,13 0-1199,-6 0-2641,-7 13-4128</inkml:trace>
</inkml:ink>
</file>

<file path=ppt/ink/ink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26:34.25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34 430 1136,'0'0'8775,"-20"-5"-7986,15 3 2530,-2-3-712,6 4-984,16-1-1547,218-2 1075,-37 4-885,818-26 1119,-372 17-1251,133-7-144,-601 17 0,192-3-2,-288-4 8,97-19 0,-30 2 4,405-31-74,-297 21 128,-156 17-52,100-3 0,-37 14 6,245-37 0,-306 28 7,186-1 1,24-2-7,-97 0-2,220 11 0,-274 7-5,81 1-3,254-5 15,39-6 53,-515 9-53,7 1 83,-1-2 0,45-6 0,4-8 439,1 2-1,82-3 1,149 9 1658,-302 7-1915,-29 4-1188,-49 18-7484,50-16 2443</inkml:trace>
</inkml:ink>
</file>

<file path=ppt/ink/ink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25:44.55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212 0 4793,'0'0'8769,"0"4"-7708,-9 120 3313,-22 69-2425,21-135-1146,-11 55-476,-30 194 822,35-144-120,6 174 0,4-163 382,6-91-1390,-2-82-273,0-1 0,0 1 0,0 0 0,0-1 0,0 0 0,-1 1 0,1-1 0,0 0 0,0 0 0,0 0-1,0 0 1,0-1 0,0 1 0,0 0 0,-1-1 0,-2-1 0,-14-14-5014</inkml:trace>
</inkml:ink>
</file>

<file path=ppt/ink/ink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25:34.07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222 102 3745,'0'0'11067,"1"13"-10808,4 38 85,2-37 53,-1-28-26,0-50 1953,-6 36-1882,0 24-442,-1 1-1,1 0 1,-1 0-1,0 0 0,0 0 1,-1 0-1,1 0 0,0 0 1,-1 0-1,0 1 1,0-1-1,0 0 0,0 1 1,0 0-1,0-1 1,-1 1-1,1 0 0,-1 0 1,1 0-1,-1 0 0,0 1 1,0-1-1,0 1 1,0 0-1,0 0 0,0 0 1,0 0-1,-6-1 1,0 0-15,0 0 1,-1 1-1,1-1 1,-1 2-1,1-1 1,-1 1-1,0 1 1,-15 3-1,20-3 16,1 1-1,0 0 1,-1 0-1,1 1 1,1-1-1,-1 1 1,0 0-1,0 0 1,1 0-1,0 0 1,0 1-1,0-1 1,0 1-1,0 0 1,1 0-1,-1 0 1,1 0-1,0 0 1,1 1-1,-1-1 1,1 1-1,-2 4 1,0 2 22,1 1-1,0-1 1,1 0 0,0 0 0,1 1 0,0-1 0,0 0 0,4 15 0,-3-22-20,0 0-1,0 0 1,1 0 0,-1 0 0,1 0 0,0 0 0,0 0 0,1 0 0,-1-1-1,1 0 1,0 1 0,0-1 0,0 0 0,0 0 0,0 0 0,1-1 0,-1 1-1,1-1 1,0 0 0,4 2 0,1 0 3,1-1 0,-1 0-1,0 0 1,1-1 0,0-1 0,-1 1 0,18-1-1,-24-2 0,-1 1 0,0 0 0,0-1 0,0 1 0,0-1 0,1 0 0,-1 0 0,0 0 0,0 0 0,-1 0 0,1 0 0,0-1 0,0 1 0,0-1 0,-1 1 0,3-3 0,24-34 50,-13 17-28,8-10-12,22-39 1,-42 61 1120,-4 21-595,-1 48-93,1-30-39,1 1-1,4 40 0,-2-65-390,0-1 1,0 0-1,1 0 1,0 0-1,0 0 1,0-1-1,0 1 1,1-1-1,-1 1 1,1-1-1,0-1 1,1 1-1,7 5 1,-5-3-8,0-1 0,1 0 0,0-1 0,0 1 0,0-1 0,0-1 0,18 5 0,-24-7-54,29 2-1050,-12-9-3867,-6-5-1426</inkml:trace>
</inkml:ink>
</file>

<file path=ppt/ink/ink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25:34.93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 1 8106,'0'0'7156,"-1"2"-7025,-3 13 171,2 0 1,0 0-1,0 0 1,1 0-1,1 1 1,3 27-1,0 7 223,-3 455 1028,0-503-2013,0-15-6036,0-10 1555,0-6-2230</inkml:trace>
</inkml:ink>
</file>

<file path=ppt/ink/ink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25:36.26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78 182 4737,'0'0'5824,"0"0"-5783,0 0 0,0 0 0,0-1 0,0 1 0,0 0 0,0-1 1,0 1-1,0 0 0,0 0 0,1-1 0,-1 1 0,0 0 0,0 0 0,0-1 0,1 1 0,-1 0 0,0 0 1,0-1-1,1 1 0,-1 0 0,0 0 0,0 0 0,1 0 0,-1-1 0,0 1 0,1 0 0,-1 0 0,0 0 1,0 0-1,1 0 0,-1 0 0,0 0 0,1 0 0,-1 0 0,0 0 0,1 0 0,154-8 1082,283-52-1,-271 32-812,168-45 2571,-309 66-2271,-25 7-549,-1 0 1,1 0 0,-1 0 0,1 1 0,0-1-1,-1 0 1,1 0 0,-1 1 0,1-1 0,0 0-1,-1 0 1,1 1 0,-1-1 0,1 1 0,-1-1-1,1 0 1,-1 1 0,0-1 0,1 1 0,-1-1 0,1 1-1,-1-1 1,0 1 0,0 0 0,1-1 0,-1 1-1,0-1 1,0 1 0,1 0 0,-1-1 0,0 1-1,0 0 1,0-1 0,0 1 0,0-1 0,0 1-1,0 0 1,0-1 0,-1 2 0,1 37-300,0-25 492,-4 61 150,-13 78 0,-2 31 44,4-7-240,-1 65-4,10-164 1354,-20-79-1262,-23-22-378,7 2-140,6 10 68,-1 1-1,0 2 1,-1 1 0,-58-3-1,-157 9-274,125 3 427,-85 8 88,212-10 188,-45 10 1037,13-5-1296,20-3-12,-1 0 0,1 1 1,0 0-1,0 1 1,0 1-1,-13 6 1,24-8-4,2-3-15,0 1-11,1 0 23,0 0 0,0 0-1,-1-1 1,1 1 0,0 0-1,0 0 1,0-1 0,0 1-1,0-1 1,0 1 0,0-1-1,0 1 1,1-1 0,-1 0-1,0 1 1,0-1 0,0 0-1,0 0 1,0 0 0,2 0-1,28 2-1051,-18-2 271,37-2-6485,-13-6-1403</inkml:trace>
</inkml:ink>
</file>

<file path=ppt/ink/ink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25:37.60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1203 5737,'0'0'6847,"20"0"-6526,519-26-215,-418 11-894,354-34 897,-411 46 6044,-57-11-4408,3-110-1172,0 33-597,2-488 25,-12 530-1,-2 28-44,-1-1-1,0 0 0,-2 1 0,0 0 1,-2 0-1,0 1 0,-1-1 0,-16-28 1,16 25-55,8 24 93,0-1 1,0 1-1,0-1 0,0 1 0,0-1 0,1 1 0,-1 0 1,0-1-1,0 1 0,0-1 0,0 1 0,1 0 0,-1-1 1,0 1-1,0 0 0,1-1 0,-1 1 0,0 0 0,1-1 0,-1 1 1,0 0-1,1-1 0,-1 1 0,0 0 0,1 0 0,-1 0 1,1 0-1,-1-1 0,1 1 0,4 0-34,-1 0 0,1 0 0,0 0 0,-1 1 0,1-1 0,0 1 0,5 2-1,6 1 14,45 4 23,0-3 1,120-4-1,-80-3 1,84 4-10,314-13-41,-483 10-299,-22 2-1892,4-1 326</inkml:trace>
</inkml:ink>
</file>

<file path=ppt/ink/ink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25:38.31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45 0 4809,'0'0'7006,"-3"11"-6589,1-6-491,-1 3 430,0 0 0,0 1 0,1-1-1,0 1 1,1-1 0,0 1 0,0 0-1,1 0 1,0-1 0,1 1 0,1 9 0,2-14-242,0 0 1,0 0-1,0 0 1,1-1-1,-1 0 1,1 1-1,0-2 1,0 1-1,0-1 1,0 1-1,1-2 1,9 4-1,-4-1 142,51 13 874,-47-14-810,1 1 0,-2 0 0,20 9 1905,-90 38-1937,-76 52-1,102-80-215,21-18-127,7-4-29,1 0 0,-1-1 1,0 1-1,1 0 0,-1 0 1,1 1-1,-1-1 0,1 0 1,-1 0-1,1 1 0,0-1 0,0 1 1,-1-1-1,0 3 0</inkml:trace>
</inkml:ink>
</file>

<file path=ppt/ink/ink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25:39.45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 71 4921,'0'0'5815,"0"-10"-4857,0-33 203,0 43-1096,1-1 0,-1 1 0,0-1 0,0 1 0,0 0 1,0-1-1,0 1 0,1-1 0,-1 1 0,0 0 0,0-1 0,0 1 0,0-1 1,0 1-1,0 0 0,0-1 0,0 1 0,-1-1 0,1 1 0,0 0 0,0-1 1,0 1-1,0-1 0,0 1 0,-1 0 0,1-1 0,0 1 0,0 0 0,-1-1 1,1 1-1,0 0 0,-1-1 0,1 1 0,0 0 0,-1 0 0,1-1 0,0 1 1,-1 0-1,1 0 0,0 0 0,-1 0 0,1-1 0,-1 1 0,1 0 1,0 0-1,-1 0 0,1 0 0,-1 0 0,1 0 0,-1 0 0,-3-2 4526,3 145-4328,-1 12 592,6-1 0,26 171 1,2-99-476,-30-139-125,-2-62 350,0 0 1,5 28-1,20 69 418,-17-35-751,-4-73-582,-10-27-1991,-11-14-1311,-3-5-3848</inkml:trace>
</inkml:ink>
</file>

<file path=ppt/ink/ink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25:45.81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160 65 3089,'0'0'7179,"-5"-2"-6765,-44-11 1063,-9-1-856,55 13-651,0 0 0,0-1 0,0 1 0,1-1 0,-1 1 0,0-1 0,1 0 0,-1 0 0,1-1 0,-1 1 0,1 0 0,0-1 0,0 1 0,0-1 0,-1-3 0,-3 36 7476,5 62-4731,32 434 1546,-31 304-3872,1-838-1184,-1 5 159,0 0 1,0 0-1,0 0 1,0 0-1,0 0 1,-1 0-1,1 1 0,-1-1 1,-1-4-1,-14-12-6721</inkml:trace>
</inkml:ink>
</file>

<file path=ppt/ink/ink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25:46.69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45 109 4521,'0'0'11584,"-7"9"-4575,-23 30-6934,27-22-36,0 0-1,2 1 1,0 30 0,1-29-42,1-18 6,-1 0 0,0 1 0,1-1 0,-1 0 0,1 0 0,0 0 0,-1 0-1,1 0 1,0 0 0,-1 0 0,1 0 0,0 0 0,0 0 0,0 0 0,0 0 0,0 0 0,0-1 0,0 1 0,0 0 0,0-1 0,1 1-1,-1-1 1,0 1 0,0-1 0,1 0 0,-1 1 0,0-1 0,0 0 0,1 0 0,1 0 0,49 3 8,-44-3-1,-2 0-11,-2 0 5,0 1 1,0-1 0,0 0 0,0 0-1,0 0 1,0 0 0,-1-1 0,1 0 0,0 1-1,0-1 1,0-1 0,-1 1 0,1-1 0,-1 1-1,1-1 1,-1 0 0,1 0 0,-1 0-1,0-1 1,0 1 0,0-1 0,-1 0 0,4-4-1,4-4 86,-2-1 0,1-1 0,-2 0 0,1 0-1,-2 0 1,0-1 0,-1 0 0,0 0 0,-1 0-1,0-1 1,2-27 0,-6 41-67,0 0 1,-1-1-1,1 1 0,-1 0 0,0 0 1,1 0-1,-1 0 0,0 0 1,0-1-1,0 2 0,1-1 1,-1 0-1,0 0 0,0 0 1,0 0-1,-1 0 0,1 1 1,0-1-1,0 0 0,0 1 0,-2-1 1,-33-13 34,27 11-37,-118-38 885,126 41-893,1 0 0,0 0 0,-1 0 0,1 0 0,-1 1 0,1-1 0,-1 0 0,1 1 0,0-1 0,-1 0 0,1 1 0,0-1 0,-1 0 0,1 1 0,0-1 0,-1 1 0,1-1 0,0 0 0,0 1 0,-1-1 0,1 1 0,0-1 1,0 1-1,0-1 0,0 1 0,0-1 0,0 1 0,0-1 0,0 1 0,0-1 0,0 1 0,0-1 0,0 1 0,0-1 0,0 1 0,0-1 0,0 1 0,1-1 0,-1 1 0,0-1 0,0 0 0,1 1 0,-1 0 0,1 1-33,-1 0 0,0 0 0,1 0 0,0 0 0,-1 0 0,1-1 0,0 1 0,0 0 0,0 0 0,0-1 0,0 1 0,2 1 0,1-1-175,-1 0-1,1-1 1,0 0 0,0 0 0,-1 0 0,1 0-1,0-1 1,0 1 0,0-1 0,0 0-1,0 0 1,-1-1 0,7 0 0,28-9-5391,0-10-5188</inkml:trace>
</inkml:ink>
</file>

<file path=ppt/ink/ink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25:47.88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10 191 1088,'0'0'5995,"0"-11"-4584,0 2-801,-1-103 5884,0 63-3729,-1 39-2179,0 15-788,0 21 1173,0 0 1,4 43-1,-1-12-193,1-25-331,1 0 0,8 33 0,4 42 42,-6 490 2051,-10-386-2249,20-6-58,-11-175 219,-3-24-2880,2-3-3504,-1-3 1078</inkml:trace>
</inkml:ink>
</file>

<file path=ppt/ink/ink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25:49.62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60 6 4065,'0'0'9285,"-23"-5"-1648,15 6-7482,1 19 188,2 0-1,0 0 1,0 0 0,2 0-1,-1 27 1,5 111 413,0-74-430,-1-34-183,0 39 310,14 128-1,1-61 245,-9 271 1,-9-230 454,3-189-1105,-1-6-45,1-1-1,-1 1 1,1 0-1,0 0 0,0 0 1,0 0-1,0 0 0,0 0 1,1 0-1,-1-1 1,0 1-1,1 0 0,-1 0 1,1 0-1,0-1 0,0 1 1,-1 0-1,3 2 1,-4-26-10758,-10 8 2861</inkml:trace>
</inkml:ink>
</file>

<file path=ppt/ink/ink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25:51.41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 0 5281,'0'0'9726,"0"6"-8850,-1 224 5060,-1 4-4047,-2 243-988,17-134 910,-14-270-1299,-1-28-100,2 0-1,8 58 0,-4-76-227,0 45 0,-3-71-594,2-1-4525,-9 1-1606,-11 4-897</inkml:trace>
</inkml:ink>
</file>

<file path=ppt/ink/ink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25:53.29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 44 2617,'0'0'11902,"2"-10"-10786,0 0-965,4-13 1055,-3 47 991,-9 189 2766,-1 1-3383,20 148-438,0 3-218,-15-281-664,0-38-72,2 1 1,2-1-1,12 68 0,-10-78 9,4 11-95,-7-33-1681,-34-15-7209,9-2 2472</inkml:trace>
</inkml:ink>
</file>

<file path=ppt/ink/ink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25:55.09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122 73 288,'0'0'9627,"0"-13"-9017,0-7-321,-1-7 337,1 15 7022,-7 52-6085,1 0 0,0 44 0,1-12-481,-9 410 1251,15-358-1870,12 49 272,0 1-167,-14-110-115,-18 128 0,15-155-197,1-1 0,3 56 0,1-32-99,-38-85-5927,15 12 725,-2 3-2246</inkml:trace>
</inkml:ink>
</file>

<file path=ppt/ink/ink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26:25.71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65 13 672,'0'0'10134,"-6"-2"-9643,-32-6 128,18 5 5789,21 30-4993,21 80-296,7 60-70,-17-45-679,-12-121-344,7-11-1633,-2-15-6114,-4 15 235</inkml:trace>
</inkml:ink>
</file>

<file path=ppt/ink/ink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26:26.66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52 1360,'0'0'12104,"0"-5"-11360,0-22 370,40 17 710,-13 6-1642,0 1 0,45 0 0,-71 3-180,0 0-1,-1 1 1,1-1 0,0 0 0,-1 0 0,1 0 0,-1 1 0,1-1-1,0 0 1,-1 1 0,1-1 0,-1 0 0,1 1 0,0-1 0,-1 1-1,1-1 1,-1 1 0,0-1 0,1 1 0,-1-1 0,1 1 0,-1-1-1,0 1 1,1 0 0,-1-1 0,0 1 0,0-1 0,0 1 0,1 0-1,-1-1 1,0 1 0,0 0 0,0 1 0,-1 22 100,1-20-86,0 8 5,0 0 1,0 0-1,-1-1 0,-1 1 0,0 0 1,-1-1-1,0 0 0,-1 1 0,0-1 1,-1 0-1,0-1 0,-10 16 0,3-10 19,-9 16 32,21-31 263,224 5 3861,-223-6-3022,-1 1-1144,0 1 2,0-2-175,0 1 1,0-1 0,0 0 0,0 0-1,0 1 1,0-1 0,0 0-1,0 1 1,0-1 0,0 0-1,0 0 1,0 1 0,0-1-1,0 0 1,0 0 0,0 1 0,1-1-1,-1 0 1,0 0 0,0 1-1,0-1 1,0 0 0,1 0-1,-1 0 1,0 1 0,0-1-1,1 0 1,-1 0 0,0 0 0,0 0-1,1 0 1,-1 0 0,0 1-1,0-1 1,1 0 0,-1 0-1,0 0 1,1 0 0,-1 0-1,0 0 1,0 0 0,1 0 0,-1 0-1,0 0 1,0 0 0,1 0-1,-1 0 1,0-1 0,1 1-1,3 0-720,8 0-5048</inkml:trace>
</inkml:ink>
</file>

<file path=ppt/ink/ink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26:27.60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20 46 4641,'0'0'8999,"-3"-6"-8105,0 2-597,1 2-169,1 1-1,0-1 1,0 1-1,0-1 1,0 0 0,0 1-1,0-1 1,0 0-1,0 0 1,1 0-1,-1 0 1,1 0-1,-1-3 1,2 4-73,1 1 0,0-1 0,-1 0 0,1 1 0,-1 0 0,1-1 0,0 1 0,-1 0 0,1 0 0,0 0 0,-1 0-1,1 0 1,2 0 0,-3 0 5,165-3 202,-165 3-260,-1 0-1,0 0 1,1 0 0,-1 0 0,0 0 0,1 0-1,-1 0 1,0 0 0,1 0 0,-1 0 0,0 0-1,1 0 1,-1 0 0,0 0 0,1 1 0,-1-1-1,0 0 1,1 0 0,-1 0 0,0 1 0,0-1 0,1 0-1,-1 0 1,0 0 0,0 1 0,0-1 0,1 0-1,-1 1 1,0-1 0,0 0 0,0 0 0,0 1-1,0-1 1,1 0 0,-1 1 0,0-1 0,0 0-1,0 1 1,0-1 0,0 1 0,-7 17 162,-13 10 162,-1-7-18,18-20-291,1 1 0,-1 0 0,1 0-1,0 0 1,0 0 0,0 0 0,0 1 0,0-1 0,1 1-1,-1-1 1,1 1 0,-1-1 0,1 1 0,0 0-1,0 0 1,0 0 0,1-1 0,-1 1 0,1 0 0,-1 6-1,4-8-29,-1 0 0,1 1 0,0-1-1,-1 0 1,1 0 0,0-1-1,0 1 1,0 0 0,5-1 0,10 4 16,-14-2 2,0 0 0,-1 0 1,0 1-1,1-1 0,-1 1 0,0 0 0,0 0 0,0 0 1,0 0-1,-1 0 0,0 1 0,1-1 0,-1 1 1,0 0-1,-1-1 0,1 1 0,-1 0 0,1 0 0,-1 0 1,0 0-1,0 5 0,0-6 17,-1 0 0,1 1 0,-1-1 0,0 0-1,0 1 1,0-1 0,0 0 0,-1 0 0,1 1 0,-1-1 0,0 0 0,0 0 0,0 0-1,0 0 1,0 0 0,-1 0 0,1 0 0,-1 0 0,0 0 0,0-1 0,0 1 0,0-1-1,-1 1 1,1-1 0,-1 0 0,1 0 0,-5 2 0,2-1 379,-1 0 1,0-1 0,0 0-1,0 0 1,-1-1-1,1 0 1,-12 1 0,-14-1-2372,80-1-2985,-22 0 90</inkml:trace>
</inkml:ink>
</file>

<file path=ppt/ink/ink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26:28.38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97 0 3393,'0'0'10650,"-4"12"-6852,-16 44-2323,-39 81-907,56-130-608,1 0-1,0-1 1,0 1-1,1 0 1,-1 0-1,2 0 1,-1 9-1,35-15-15,372-1 2137,-403 0-306,-34 7-6660,23-5-2906</inkml:trace>
</inkml:ink>
</file>

<file path=ppt/ink/ink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26:28.68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82 1 5329,'0'0'12679,"-11"17"-11464,-38 59-200,46-69-880,-1 0 0,1 0 1,1 1-1,-1-1 0,1 1 0,1 0 1,-1 0-1,1 0 0,0 0 1,1-1-1,0 1 0,0 0 0,3 13 1,-1 13-145,-3 10 23,0-22-1360,1 0 1,3 34-1,-2-54 1044,-1 0 1,1 0 0,-1 0-1,1-1 1,0 1-1,0 0 1,0-1 0,0 1-1,0 0 1,0-1-1,0 1 1,0-1 0,1 0-1,-1 1 1,1-1 0,-1 0-1,1 0 1,-1 0-1,4 2 1,14 7-6042</inkml:trace>
</inkml:ink>
</file>

<file path=ppt/ink/ink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26:29.46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77 5 3321,'0'0'12461,"-1"0"-12188,0-1 0,0 1 0,-1-1 0,1 1 1,0-1-1,-1 1 0,1-1 0,0 1 0,-1 0 0,1 0 0,0 0 0,-1 0 0,-1 0 1,-11 33 223,2 0 0,-10 41 0,14-46-477,8-28-37,0 1 0,0-1 0,0 1 0,0-1 0,0 1 0,0-1 0,0 1 0,0-1 0,0 1 0,0-1 0,0 1 0,0-1 0,0 1 0,1-1 0,-1 1 0,0-1 0,0 1 0,1-1 0,-1 0 0,0 1 0,0-1 0,1 1 1,-1-1-1,0 0 0,1 1 0,-1-1 0,1 0 0,-1 1 0,0-1 0,1 0 0,-1 1 0,1-1 0,25 6-597,39-6-374,-48-1 825,21 0 49,-24-1 102,0 2 1,0-1-1,0 2 1,20 3-1,-33-3 30,0 0 1,0 0-1,0 0 0,-1 0 0,1 0 1,0 0-1,-1 0 0,1 1 1,-1-1-1,1 0 0,-1 0 0,1 1 1,-1-1-1,0 0 0,0 1 0,0-1 1,0 0-1,0 1 0,0-1 1,0 0-1,0 1 0,0-1 0,-1 1 1,-8 35 572,7-33-510,-1 0 0,1-1 0,-1 1 0,0-1 0,0 1 0,0-1 1,0 0-1,-1 0 0,1-1 0,-1 1 0,0-1 0,0 0 1,-4 3-1,-11 2 4,14-5-101,1 0-1,-1 0 1,0-1 0,1 1-1,-1-1 1,0 0 0,-7 0-1,11-1-499,-6-11-8442,7-4 3197</inkml:trace>
</inkml:ink>
</file>

<file path=ppt/ink/ink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26:29.78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7 7090,'0'0'11898,"77"-6"-11530,-64 6-160,-7 0-72,1 0-128,6 0-8,-7 3-80,13 3-488,33 4-560,-7-4-1753,6-2-3568</inkml:trace>
</inkml:ink>
</file>

<file path=ppt/ink/ink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26:30.69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303 14 4121,'0'0'10343,"-7"-13"-7583,3 14-2692,2-1 1,-1 1 0,0 0-1,0 0 1,0 0-1,0 0 1,0 1 0,1-1-1,-1 1 1,1 0-1,-1-1 1,1 1 0,0 0-1,-1 1 1,-1 1-1,-37 47 247,19-23-156,-1-2-58,1 1 1,2 0-1,1 2 1,1 1-1,-16 36 1,24-42-56,1 0 0,2 0 0,0 1 0,1-1 0,2 2 0,0-1 0,0 42 0,4-65-47,0 0 0,0 0 0,0 0-1,0 0 1,0 0 0,0 0 0,0 0-1,0 0 1,1 0 0,-1 0 0,1 0 0,0 0-1,0 0 1,0 0 0,0 0 0,0 0-1,0 0 1,0-1 0,0 1 0,1 0 0,-1-1-1,1 1 1,-1-1 0,3 2 0,0-2 28,1 1 0,-1-1-1,1-1 1,0 1 0,-1-1 0,1 1 0,0-1 0,0-1 0,-1 1 0,6-2 0,-7 2 10,-1-1 1,0 0 0,0 0 0,0 0-1,0 0 1,0 0 0,0-1-1,0 1 1,0-1 0,0 1 0,0-1-1,-1 1 1,1-1 0,-1 0 0,1 0-1,-1 0 1,0 0 0,0 0 0,0 0-1,0 0 1,0-1 0,0 1 0,0 0-1,-1 0 1,1-1 0,-1 1-1,0-4 1,2-2 172,-2 0 0,1 1 0,-1-1 0,0 0 0,0 0 0,-1 1 0,-2-12 0,2 18-169,1-1 1,-1 1-1,1-1 0,-1 1 0,0-1 0,1 1 1,-1-1-1,0 1 0,0 0 0,0 0 0,0-1 0,-1 1 1,1 0-1,0 0 0,0 0 0,-1 0 0,1 0 1,0 0-1,-1 1 0,-2-2 0,-2 0 121,0 1 1,-1 0-1,1 0 0,-1 0 0,1 1 0,-7 0 1,12 0-243,0-7-7461,-4-2 1005</inkml:trace>
</inkml:ink>
</file>

<file path=ppt/ink/ink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26:37.27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16 401 1856,'0'0'11068,"-15"-11"-8051,14 6 2068,27-1-4834,1 1 1,0 1-1,0 2 1,35 0-1,23-2 25,227-22 24,222-24-266,-52 26-31,-141 13-7,201-4 5,-193 10-1,-150-3 29,181-3 55,1234 14 139,-1534-7-54,0-4 0,129-29-1,-25 3-34,70 14-101,-165 16-29,119-21 0,224-21-23,-260 34 13,-86 4 13,123-5 18,67 10 9,294 6 68,-432 8-84,51 0 13,81 2 158,-269-13 424,44 0 63,268 13 1687,-312-13-2120,-20 0-2265,-52 0-4933,46 0 2045</inkml:trace>
</inkml:ink>
</file>

<file path=ppt/ink/ink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27:03.64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72 0 1776,'0'0'11327,"2"1"-11200,-1-1 90,-1 0-1,0 0 0,1 0 1,-1 0-1,1 0 1,-1 0-1,0 0 0,1 0 1,-1 0-1,0 0 1,0 0-1,1 0 0,-1 1 1,0-1-1,1 0 1,-1 0-1,0 0 0,1 0 1,-1 1-1,0-1 1,0 0-1,0 0 0,1 1 1,-1-1-1,0 0 1,0 1-1,0-1 0,1 0 1,-1 0-1,0 1 1,0-1-1,0 0 0,0 1 1,0-1-1,0 1 0,-30 62 794,22-49-791,1 0-1,0 0 1,-5 17 0,7-9 123,0 1-1,1-1 1,2 1 0,0 41-1,2-62-324,1 0-1,0-1 0,0 1 1,-1-1-1,1 1 0,0 0 1,0-1-1,0 1 1,0-1-1,1 0 0,-1 1 1,0-1-1,1 0 0,-1 0 1,1 0-1,-1 0 0,1 0 1,-1 0-1,1 0 1,-1-1-1,1 1 0,0-1 1,0 1-1,2 0 0,46 8 161,-33-9-149,-9 1-7,0-1 0,0 0 0,-1-1-1,1 0 1,0 0 0,8-3 0,-13 3-13,1-1 0,0 0 0,-1 0 0,0 0-1,1-1 1,-1 1 0,0-1 0,0 0 0,0 0 0,-1 0 0,1 0 0,-1 0 0,0-1 0,4-6 0,25-69 99,-30 76-106,-1 1 1,1 0 0,-1 0-1,1-1 1,-1 1-1,0 0 1,0-1 0,0 1-1,0 0 1,0-1-1,0 1 1,-1 0 0,1-1-1,-1 1 1,1 0-1,-1 0 1,0 0 0,0-1-1,0 1 1,-2-3-1,-32-42 39,18 26 39,15 19-53,0 1 0,0-1 0,-1 0 1,1 0-1,0 1 0,-1 0 0,1-1 0,-1 1 1,1 0-1,-1 0 0,0 0 0,1 1 0,-1-1 1,0 0-1,0 1 0,1 0 0,-6 0 0,2-1 62,5 1 81,-16 0-907,15 17-5908,2-1 770</inkml:trace>
</inkml:ink>
</file>

<file path=ppt/ink/ink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27:06.42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9 1072,'0'0'11879,"0"-1"-12151,3-6 10220,-1 7-8375,0 8-1384,0 0 0,-1 0 0,0 0 0,0 0 1,0 12-1,5 69 1239,-6-81-1280,1-1 0,0 1 0,1-1 0,0 0 0,0 0 0,0 0 0,1 0 0,0 0 0,0 0 0,9 11 0,-4 18 610,2-16-466,-10-19-246,1 1-1,-1 0 0,1 0 1,0-1-1,-1 1 0,1 0 1,0-1-1,0 1 0,0-1 1,0 1-1,0-1 0,0 0 0,3 3 1,-3-4 11,12-12-20548</inkml:trace>
</inkml:ink>
</file>

<file path=ppt/ink/ink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27:08.75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7 3 1536,'0'0'10972,"-7"-3"-1075,8 4-9854,0 0-1,0-1 1,1 1 0,-1 0 0,0-1 0,0 1 0,0-1 0,0 1-1,0-1 1,1 0 0,-1 1 0,0-1 0,0 0 0,1 0-1,-1 0 1,0 0 0,1 0 0,1-1 0,39 1 157,-32 0-147,125 0 160,-134 1-209,0-1 0,-1 1 0,1 0 0,-1 0-1,1-1 1,-1 1 0,1 0 0,-1 0 0,1 0 0,-1 0 0,1 0-1,-1 0 1,0-1 0,0 1 0,0 0 0,1 0 0,-1 0 0,0 0-1,0 0 1,0 0 0,0 0 0,-1 1 0,1 33 96,0-27-70,-1-6-24,1 0 0,0 0-1,-1 0 1,1 0 0,-1-1 0,0 1 0,0 0 0,1 0 0,-1-1 0,0 1 0,-1 0-1,1-1 1,0 1 0,0-1 0,-1 1 0,-2 1 0,-32 24 88,0 1 237,32-23-267,2-3-24,0 0 0,0 1 0,0-1 0,0 0 0,0 1 0,1 0 0,-1-1 0,1 1 0,0 0-1,0 0 1,0 0 0,0 0 0,0-1 0,0 1 0,1 0 0,0 0 0,0 1 0,-1-1 0,2 5 0,0-8-22,-1 1-1,1 0 1,-1-1 0,1 1 0,-1-1-1,1 1 1,0-1 0,-1 1-1,1-1 1,0 0 0,-1 1-1,1-1 1,0 0 0,0 1-1,-1-1 1,1 0 0,0 0 0,0 0-1,-1 0 1,1 0 0,0 0-1,0 0 1,0 0 0,1 0-1,29 0 57,-22-1 1,44 1-161,27 0 659,-57 0-1741,-20 0-118,-8 1-597,-15 3-3859,0 4-2995</inkml:trace>
</inkml:ink>
</file>

<file path=ppt/ink/ink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26:47.73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0 196 5761,'0'0'9665,"5"-1"-8812,0 0-508,-1 0-1,1 0 0,0 0 0,0 0 0,0 1 1,0 0-1,9 1 0,-12-1-235,0 1 0,0 0-1,0-1 1,0 1 0,0 0 0,0 0 0,0 0 0,0 0-1,-1 0 1,1 1 0,0-1 0,-1 0 0,1 1-1,-1 0 1,0-1 0,1 1 0,-1 0 0,0-1 0,0 1-1,0 0 1,0 0 0,0 0 0,0 3 0,17 42 689,10 52 0,-20-76-501,-4-36 375,-4-49 173,0 54-1053,0-16 218,-1 15-9,0 1-1,1-1 0,0 0 0,1 0 1,0 0-1,0 0 0,1 1 1,0-1-1,0 1 0,1-1 0,0 1 1,1 0-1,0 0 0,7-12 0,1 4 57,1 1 0,0 0-1,1 1 1,1 0-1,20-14 1,-25 21-267,0 1 0,0 1 0,1-1 0,12-3 1,-15 6-749,1 1 1,0-1-1,0 2 1,0-1-1,17 1 1,-24 6-6046,-1-3 4872,4 7-6726</inkml:trace>
</inkml:ink>
</file>

<file path=ppt/ink/ink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26:48.15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123 1 5209,'0'0'13126,"-6"3"-12570,-4 4-334,0-1 0,0 1 1,1 1-1,0 0 0,0 0 1,1 1-1,-13 16 1,17-20-180,1 1 1,-1 0 0,1 0-1,0 0 1,0 0 0,1 0-1,0 1 1,0-1 0,1 1 0,-1-1-1,1 1 1,1 0 0,-1-1-1,1 1 1,1 0 0,0 9 0,0-14-37,1 1 0,-1-1 0,0 0 0,1 1 0,-1-1 0,1 0 0,0 0 0,-1 0 0,1 0 0,0-1 0,0 1 0,0 0 0,1-1 0,-1 1 0,0-1 0,0 0 0,1 0 1,-1 0-1,1 0 0,-1 0 0,1 0 0,0-1 0,-1 1 0,1-1 0,0 0 0,-1 0 0,4 0 0,0 1 5,0-1 1,0 0-1,0 0 1,1-1-1,-1 1 1,0-1-1,0-1 1,0 1-1,0-1 0,0 0 1,7-3-1,-9 1 19,0 1 0,0-1 0,0 0 0,0 0 0,0 0 0,-1-1-1,1 1 1,-1-1 0,0 0 0,-1 0 0,1 0 0,-1 0 0,0 0 0,-1-1-1,1 1 1,-1-1 0,0 1 0,0-1 0,-1 1 0,1-1 0,-1 1 0,0-1 0,-1 0-1,0 1 1,-1-9 0,1 12-14,0 0 0,0 0-1,-1 0 1,1 0 0,0 0-1,-1 0 1,1 1 0,-1-1-1,0 0 1,0 1 0,1-1-1,-1 1 1,0 0 0,0 0-1,0 0 1,0 0 0,-1 0-1,1 0 1,0 0 0,0 0-1,-1 1 1,1 0 0,-3-1-1,-56-5-499,60 6-677,11 1-3920,18 7 529,4 2-2328</inkml:trace>
</inkml:ink>
</file>

<file path=ppt/ink/ink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26:48.63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194 1 4185,'0'0'14079,"-4"0"-13368,-4-1-627,0 1 1,0 0-1,0 1 0,0 0 1,0 0-1,0 1 1,0 0-1,0 0 1,0 1-1,1 0 0,-1 1 1,1-1-1,0 1 1,0 1-1,0-1 1,1 1-1,0 0 0,-1 1 1,2-1-1,-1 1 1,1 1-1,0-1 1,0 1-1,1-1 0,-6 12 1,8-15-84,1-1 0,0 1 1,0 0-1,1-1 0,-1 1 0,0 0 1,1-1-1,0 1 0,0 0 0,0-1 1,0 1-1,0 0 0,0 0 1,0-1-1,1 1 0,1 3 0,-1-4 0,0 0-1,0-1 0,0 1 1,0-1-1,0 1 0,1-1 1,-1 1-1,1-1 0,-1 0 1,1 0-1,-1 1 1,1-1-1,0 0 0,0-1 1,-1 1-1,1 0 0,3 0 1,7 2-8,0-1 0,0-1 1,1 0-1,-1-1 0,25-2 1,-33 1 29,0 1 1,0-1-1,0 0 1,0-1-1,0 1 1,0-1-1,0 1 0,-1-1 1,1 0-1,0-1 1,-1 1-1,0-1 1,1 1-1,-1-1 1,0 0-1,0 0 1,-1 0-1,1-1 0,-1 1 1,4-7-1,-4 7-6,-1 0 0,0 0 0,0 0 0,0 0 0,0 0 0,0 0 0,0 0 0,-1 0-1,1 0 1,-1 0 0,0 0 0,0-1 0,0 1 0,-1 0 0,1 0 0,-1 0 0,0 0 0,0 0 0,0 0 0,0 0-1,0 0 1,0 0 0,-1 0 0,0 0 0,1 1 0,-1-1 0,0 1 0,-3-4 0,-6-13-10206,22 19 3878</inkml:trace>
</inkml:ink>
</file>

<file path=ppt/ink/ink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26:49.22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84 23 2561,'0'0'9039,"-15"-18"1876,10 14-9225,4 3-1625,-1 1 0,1 0 0,0 0 0,0 0 1,0 0-1,-1 1 0,1-1 0,0 0 0,0 0 0,0 1 0,-1-1 0,1 1 0,0-1 0,0 1 0,0 0 0,0-1 1,0 1-1,0 0 0,0-1 0,0 1 0,0 0 0,-1 2 0,-5 25 184,3-5-73,-6 41-45,2 1 1,2 0-1,5 73 0,1-136-140,0 1 0,0-1-1,1 0 1,-1 1-1,0-1 1,1 0 0,0 0-1,0 0 1,0 0-1,0 0 1,0 0 0,0 0-1,0 0 1,0 0-1,1 0 1,-1 0-1,1-1 1,0 1 0,-1 0-1,1-1 1,0 0-1,0 1 1,0-1 0,0 0-1,0 0 1,0 0-1,0 0 1,0-1 0,0 1-1,1 0 1,2 0-1,8 1-238,0 0 0,1-1 0,0 0-1,15-2 1,-11 1-462,-12-1 364,0 0 0,0 0 0,0 0 0,0-1 0,0 0 0,-1 0 0,1-1 0,-1 1 0,1-1 0,5-5 0,35-14-7297,-32 19 845</inkml:trace>
</inkml:ink>
</file>

<file path=ppt/ink/ink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26:49.45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7 1688,'0'0'19276,"32"-6"-18819,0 6-137,0 0-192,7 0-128,12 0-208,32 3-1401,-12 0-2560,0-3-5729</inkml:trace>
</inkml:ink>
</file>

<file path=ppt/ink/ink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26:50.30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62 1432,'0'0'13258,"26"-2"-12253,185-19 446,-133 12-796,324-20 3265,-398 29-3885,-1-1 0,1 1 0,-1 0 0,0 1 0,1-1 0,-1 1 0,1-1 0,-1 1 0,0 0 0,1 0 1,-1 1-1,0-1 0,0 1 0,0-1 0,0 1 0,3 3 0,-3-1 26,0 0-1,0 1 1,0-1 0,-1 1 0,1 0-1,-1-1 1,-1 1 0,1 0-1,-1 1 1,2 5 0,6 45 310,-1 0 1,-3 1-1,-3 0 1,-5 63-1,1-12 521,2-81-736,1-6-38,-1-1-1,-1 1 1,-1-1 0,-1 0 0,-5 21-1,-3 3 376,-6 46 0,1-6 35,14-64-533,7-16-2411,16-24-5335,-14 10 2240</inkml:trace>
</inkml:ink>
</file>

<file path=ppt/ink/ink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26:50.78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 0 5761,'0'0'11655,"-2"0"-8266,7 0-2291,7 2-868,1 1-1,-1 1 0,0 0 0,0 0 0,0 2 1,-1-1-1,1 1 0,19 15 0,2-2 44,-18-10-153,0 0 1,-1 1 0,0 0 0,17 16 0,-29-24-221,1 0-650</inkml:trace>
</inkml:ink>
</file>

<file path=ppt/ink/ink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26:51.23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265 6 1568,'0'0'15640,"-3"-2"-14637,2 2-901,0-1 1,-1 0-1,1 1 1,0 0-1,-1-1 1,1 1-1,-1 0 1,1-1-1,-1 1 1,1 0-1,-1 0 1,1 0-1,0 0 1,-1 1-1,1-1 1,-1 0-1,1 1 1,-1-1-1,1 0 1,0 1-1,-3 1 1,-25 22 1731,5-2-1242,-23 17 726,-55 57 0,99-94-1375,0 1 0,0 0 1,1 0-1,0 1 0,-1-1 0,1 0 0,0 1 1,0 0-1,-2 6 0,4-9-222,0 0 1,0 0-1,-1 1 1,1-1-1,0 0 1,0 0-1,0 0 1,1 1-1,-1-1 1,0 0-1,0 0 1,1 0-1,-1 1 1,1-1-1,-1 0 1,1 0-1,-1 0 1,1 0-1,0 0 1,-1 0-1,1 0 1,0 0 0,0 0-1,0 0 1,0-1-1,0 1 1,0 0-1,0 0 1,0-1-1,0 1 1,0-1-1,0 1 1,0-1-1,2 1 1,22 9-10678</inkml:trace>
</inkml:ink>
</file>

<file path=ppt/ink/ink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26:52.67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623 204 2617,'0'0'9502,"-3"-11"-8496,-6-37-45,8 47-831,1-1 1,-1 1 0,1 0 0,-1 0-1,0 0 1,1-1 0,-1 1 0,0 0-1,0 0 1,0 0 0,0 0 0,0 0-1,0 1 1,0-1 0,0 0 0,0 0-1,-1 1 1,1-1 0,0 0 0,0 1-1,-1-1 1,1 1 0,0 0 0,-1-1-1,1 1 1,-2 0 0,-36 0 446,30 1-279,-16-2 171,-1 1 1,1 1 0,0 1 0,0 1-1,0 2 1,0 0 0,1 2-1,-28 10 1,30-7-280,1 1 0,-1 1 0,2 0 0,-1 2 0,2 0 0,0 1 0,-19 20 0,28-24-77,1 0 0,0 0 1,1 1-1,0 0 0,0 0 1,2 1-1,-1 0 0,2 0 1,0 1-1,0-1 0,1 1 1,1 0-1,-2 21 0,0 15 294,2 66 0,4-98-371,1-1 0,0 0 0,1 0 0,1 0 1,1-1-1,0 1 0,12 24 0,-8-22 7,0 0 1,2-1-1,1 0 0,0-1 1,1 0-1,0-1 0,2-1 0,0 0 1,0 0-1,2-2 0,0 0 1,0-1-1,1-1 0,26 13 1,-14-10 34,1-1 1,1-2 0,0 0 0,0-3 0,1 0 0,0-3-1,0 0 1,44 0 0,-51-5-45,-2 0 31,-1 0 1,46-7-1,-61 5-51,0 0 0,1-1 0,-1 0 0,-1 0 0,1-1 0,0 0 0,-1 0 1,0-1-1,0 0 0,0 0 0,10-10 0,10-15 20,-1 0 0,-2-2 0,-1 0 0,31-62 0,-45 77-34,-1 0 0,-1 0 0,-1-1 0,-1-1-1,0 1 1,-1 0 0,1-23 0,-1-135 0,-4 116 0,-1 46 2,-1 0 0,0 0 0,-1-1 0,0 1 0,-1 1 0,-9-20 0,0 3 7,-30-50-1,38 72-8,0 0 0,-1 0 0,-1 1 0,1 0 0,-1 0 0,-1 0 0,1 1 0,-15-10 0,1 4 4,-1 2 0,-25-10-1,-19-9 51,15-2-35,44 25-18,-1 1 1,1 0-1,-1 0 0,0 1 1,0 0-1,-1 1 0,1 0 1,-1 0-1,1 0 0,-17-1 1,-55 2 61,74 2-92,0 1-1,0 0 0,0 0 0,0 0 0,0 1 1,0 0-1,1 0 0,-1 0 0,1 1 0,-11 6 0,2 0-1884,3-6-4420,4-2-2807</inkml:trace>
</inkml:ink>
</file>

<file path=ppt/ink/ink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26:54.12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475 43 1736,'0'0'8399,"-5"10"2609,6-8-10202,12-3-791,-1-1 1,1-1-1,0 0 1,-1-1-1,0 0 1,0 0 0,0-2-1,16-9 1,-17 10-11,-9 0 2294,-10 3-980,7 2-1264,0 0-1,0 0 1,1 0 0,-1 0-1,0 0 1,0 0-1,0 1 1,0-1 0,1 0-1,-1 0 1,0 1-1,0-1 1,1 1-1,-1-1 1,0 0 0,1 1-1,-1 0 1,0-1-1,1 1 1,-1-1-1,0 1 1,1 0 0,-1-1-1,1 1 1,0 0-1,-1-1 1,0 3-1,-18 52 1090,-8 24-192,-17 85 0,34-120-823,-2 0 1,-3-1 0,-20 43-1,-68 120 266,41-87-109,-141 220 80,196-330-358,0 2 0,1-1-1,1 1 1,-1 0-1,2 0 1,0 0-1,0 1 1,1-1-1,0 1 1,-1 14-1,4-25-18,6-30-3053,-5 1-4635,-1 18 996</inkml:trace>
</inkml:ink>
</file>

<file path=ppt/ink/ink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26:55.37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1284 201 1176,'0'0'13543,"-7"-18"-8734,-7 12-4074,1 1 0,-1 1 0,0 0 0,0 0 0,0 2 0,-24-2 0,-96 2-648,81 3 550,10 1-489,0 1 0,0 2-1,0 3 1,1 1-1,0 1 1,1 3-1,1 2 1,-57 27 0,50-17-12,1 1 0,2 3 0,1 1 1,1 2-1,2 2 0,-57 61 0,75-70-16,1 1-1,1 1 0,2 1 0,-26 49 1,35-57-58,1 0-1,0 0 1,2 0 0,1 1 0,0 0-1,1 0 1,2 0 0,-1 27 0,2-38-44,1-1 0,1 1 0,0 0 1,0 0-1,1-1 0,0 1 0,0-1 1,1 0-1,5 10 0,-4-12-6,1 0 0,0-1 0,0 1 0,0-1 0,1 0 0,0 0-1,0-1 1,0 0 0,1 0 0,0-1 0,11 6 0,4 1 5,0-1-1,0-1 1,1-1 0,0-1 0,0-1-1,1-1 1,31 2 0,176-1 23,-160-7 7,-32 0-46,0-1 0,-1-3-1,1-1 1,-1-2 0,0-1-1,-1-2 1,0-2 0,48-23-1,-56 21-14,-2 0 0,0-1 0,-1-2 0,0-1 0,-2-1-1,0-1 1,-2-1 0,0-1 0,-1-1 0,29-45 0,-35 43 8,-1 0 0,-1-2 0,-2 1-1,0-1 1,-2-1 0,-2 0 0,7-45 0,-5-12-9,-4-115 0,-5 189 16,-1 1 1,-1 0-1,0 0 0,-1 0 0,0 1 0,0-1 0,-1 1 1,0 0-1,-1 0 0,-1 0 0,1 0 0,-1 1 0,-11-13 1,7 10 10,0 1 1,-1 0 0,0 1 0,-1 1-1,0-1 1,0 2 0,-1 0 0,0 0-1,-19-7 1,14 9-147,14 9-1283,27 15-1979,14-2-1392,7-2-2960</inkml:trace>
</inkml:ink>
</file>

<file path=ppt/ink/ink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26:56.82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37 46 4217,'0'0'6163,"-24"-16"-3236,21 19 1539,2-6-160,-2-4-5170,-3-15 1445,6 23-552,1-1-1,-1 0 1,0 0 0,0 0-1,0 0 1,0 0-1,0 0 1,0 0 0,0 0-1,0 0 1,0 0 0,0 0-1,0 0 1,0 0-1,0 0 1,0 0 0,1 0-1,-1 0 1,0 0 0,0 0-1,0 0 1,0 0-1,0 0 1,0 0 0,0 0-1,0 0 1,0 0 0,0 0-1,0 0 1,1 0-1,-1 0 1,0 0 0,0 0-1,0 0 1,0 0 0,0 0-1,0 0 1,0 0-1,0 0 1,0 0 0,0 0-1,0 0 1,0 0 0,0-1-1,0 1 1,0 0-1,1 0 1,-1 0 0,0 0-1,0 0 1,0 0 0,0 0-1,0 0 1,0 0-1,0 0 1,21 31 3027,-9-11-3336,143 186 2242,-19-53-978,-77-91-546,-4 2 0,55 83-1,-83-103-214,3-2 0,1-1 0,2-2-1,2 0 1,1-3 0,46 37 0,-23-40 93,-21 4-197,-28-27-65,0 1 0,0-2 0,1 0 0,0 0 1,15 9-1,-3-6-49,-1 2 1,26 20-1,18 11-8,-3-3 3,-62-40-15,-1-1-106,-39-1-5620,13 0 1307,9 0-2213,3 0-5745</inkml:trace>
</inkml:ink>
</file>

<file path=ppt/ink/ink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26:57.90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1235 203 6225,'0'0'11113,"-12"-9"-10144,2 1-655,0 0 0,-1 1 0,0 1 1,0 0-1,0 0 0,-1 1 1,0 0-1,-24-5 0,-61-3 1163,0 5 0,-121 6 0,144 2-1125,44 2-276,1 1 0,0 1 1,0 2-1,0 1 0,1 1 1,0 1-1,0 2 1,1 1-1,1 1 0,0 1 1,0 1-1,2 1 0,0 2 1,1 0-1,1 1 1,0 2-1,2 0 0,0 1 1,2 1-1,0 1 1,-27 50-1,36-52 3,1 0-1,2 1 1,0 0 0,2 0-1,0 0 1,2 1 0,0-1-1,2 1 1,3 37 0,-1-50-71,0-1 0,0 0 0,1 0 0,1 0 0,0 0 0,0 0 0,1-1 0,0 0 0,0 0 0,1 0 0,1-1 0,-1 1 0,1-2 0,0 1 0,10 7 1,3 2 25,0-1 1,2-1-1,0 0 1,44 21-1,-29-21 20,1-1-1,0-2 1,1-2-1,0-1 0,66 5 1,200-3 110,-285-11-157,14 0 26,5 1-2,-1-2 0,67-10 1,-91 8-25,-1-1-1,0 0 1,0 0 0,0-1 0,-1-1 0,0 0 0,0-1 0,0-1 0,-1 1 0,0-2 0,13-12 0,-4 2-5,0-2 1,-1 0-1,-2 0 1,0-2-1,-2 0 1,0-1-1,-1-1 1,-2 0-1,-1-1 1,0 0-1,-2-1 1,-1 0-1,-2 0 1,0 0-1,-2-1 1,2-42-1,-6 58-3,1-3 9,-1 0-1,0-1 0,-1 1 0,0 0 1,-1-1-1,-1 1 0,0 0 1,-2 0-1,1 1 0,-2 0 1,-10-21-1,-8-1 21,-1 1 0,-2 1 0,-2 1 1,-1 2-1,-1 1 0,-2 1 0,-36-25 0,63 51 6,1-1 0,-1 1 1,1 0-1,-1 1 0,0-1 0,0 1 0,0 0 0,-1 1 0,1-1 0,0 1 0,-1 1 0,1-1 0,-1 1 0,-10 1 0,16-1 134,1 10-7228,0-4 911</inkml:trace>
</inkml:ink>
</file>

<file path=ppt/ink/ink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27:13.91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957 53 1168,'0'0'8525,"0"-38"1096,0 27-9347,0 11-228,0 0 0,0 0 0,-1-1 0,1 1 0,0 0 0,-1 0 0,1-1 0,0 1 0,0 0 0,-1 0 0,1 0 0,0 0 0,-1-1 0,1 1 0,0 0 0,-1 0 0,1 0 0,0 0 0,-1 0 0,1 0 0,0 0 0,-1 0 0,1 0 0,-1 0 0,1 0 0,0 0 0,-1 0 0,1 0 0,0 0 0,-1 0 0,1 1 0,0-1 0,-1 0 0,1 0 0,0 0 0,-1 0 0,1 1 0,0-1 0,0 0 0,-1 0 0,1 1 0,0-1 0,0 0 0,-1 0 0,1 1 0,0-1 0,0 0 0,0 1 0,-17 12 514,9 0-179,0 0 0,1 0 0,-7 17 0,-14 26 361,-43 75 1302,-14 22-1076,50-85-385,-85 206 481,33-66-634,87-207-429,-140 278 339,44-96-171,-33 55 723,39-83-452,89-155-446,0 1 1,0 0-1,1 0 1,-1 0-1,1 0 1,-1 0 0,1 0-1,-1 0 1,1 0-1,-1 0 1,1 0-1,0 0 1,0 0-1,-1 1 1,1-1-1,0 0 1,0 0-1,0 0 1,0 0 0,0 0-1,1 2 1,0-3-71,-1 0 0,1 0 0,-1 0 0,1 0 0,0 1 0,-1-1 0,1 0 0,0 0 1,-1 0-1,1 0 0,0 0 0,-1 0 0,1-1 0,-1 1 0,1 0 0,0 0 0,-1 0 1,1-1-1,-1 1 0,1 0 0,0-1 0,-1 1 0,1 0 0,-1-1 0,1 1 0,-1-1 0,1 1 1,-1 0-1,0-1 0,1 0 0,-1 1 0,1-1 0,-1 0 0,12-13-4009,-4-1-2260</inkml:trace>
</inkml:ink>
</file>

<file path=ppt/ink/ink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27:15.04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1661 57 8194,'0'0'9837,"-31"-9"-8636,-6-3-813,15 4-115,0 1 0,0 1 1,-1 1-1,0 1 0,0 1 0,-31 0 1,-324 12 3293,323-3-3152,0 3 0,0 2 1,1 2-1,-92 36 0,102-30-285,1 3 0,0 1-1,2 2 1,1 2 0,1 1 0,2 3-1,0 1 1,3 1 0,0 2-1,-37 52 1,45-52-90,3 1 1,1 1 0,2 1-1,1 0 1,2 2 0,2 0-1,1 1 1,3 1-1,1 0 1,2 0 0,-5 78-1,14 220 539,5-302-496,1 1-1,2-1 1,1 0-1,2-1 1,2 0-1,1-1 1,2-1-1,1-1 1,34 48 0,-40-66-66,0 0 0,2-1 0,0 0 1,1-1-1,0 0 0,1-1 1,0-1-1,1-1 0,1 0 1,35 15-1,-26-15 15,0-2 1,1-1 0,0-2-1,0 0 1,1-2-1,0-1 1,36-1-1,-45-2-13,27 1 16,-1-2-1,1-2 1,73-15 0,-70 5-31,-1-3 0,-1-1 0,0-3 0,-1-1 0,-1-3 0,-2-2 0,43-32 0,-55 34 1,0-2 1,-3-2-1,0 0 0,-2-2 1,0-1-1,-3-2 0,-1 0 0,-1-1 1,26-55-1,24-73-111,86-291 0,-149 420 66,-2-2-1,-1 1 1,3-64 0,-9 84 21,0 0 1,-1-1-1,0 1 1,-1 1-1,-1-1 0,0 0 1,-1 0-1,0 1 1,-1 0-1,-1 0 0,0 0 1,-9-14-1,0 9 11,0 0 0,-1 1 0,-1 1 0,0 0 0,-1 1 0,-1 1 0,0 1 0,-1 1 0,-39-18 0,-14-1 12,-119-31 0,73 25 6,87 21 40,29 13-47,0 1 0,0 0 0,-1 0 0,1 0 0,-1 1 1,0-1-1,1 1 0,-1 0 0,0 0 0,0 0 0,-4 0 1,7 1 9,-6 19-596,7-11-463,0-6 600,-1 0 0,1 0-1,0 0 1,0 1 0,0-1-1,0 0 1,1 0-1,-1 0 1,1-1 0,-1 1-1,1 0 1,-1 0 0,1 0-1,0 0 1,0 0 0,2 2-1,8 3-5881</inkml:trace>
</inkml:ink>
</file>

<file path=ppt/ink/ink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27:16.67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149 135 3265,'0'0'14664,"-13"-22"-14532,6-4-117,7 23-14,-1 1 1,1-1-1,-1 1 1,0-1-1,1 1 1,-1 0-1,0-1 1,0 1-1,0 0 1,-1 0-1,1 0 1,0 0-1,-1 0 1,0 0-1,-1-2 1,-42-29 511,42 31-139,-25-10 4726,28 12-5044,-1 0 1,0 0-1,1-1 0,-1 1 0,1 0 0,-1 0 1,0 0-1,1 0 0,-1 0 0,0 0 1,1 0-1,-1 0 0,0 0 0,1 0 0,-1 0 1,0 0-1,1 0 0,-1 1 0,0-1 1,1 0-1,-1 0 0,1 1 0,-1-1 0,1 0 1,-1 1-1,1-1 0,-1 1 0,1-1 0,-1 1 1,1-1-1,-1 1 0,1-1 0,0 1 1,-1-1-1,1 1 0,0 0 0,-1-1 0,1 1 1,0-1-1,0 1 0,-1 1 0,-6 61 589,2 1 1,5 87-1,1-66-416,4 18 259,5-1-1,33 143 1,-20-129-138,12 166 0,-33 3 19,3 37 14,9-173-226,3 68 107,-17 24-418,0-243-335,-1 0 1,1 1 0,0-1-1,0 0 1,-1 1-1,1-1 1,-1 0 0,0 1-1,1-1 1,-1 1-1,0-1 1,0 1 0,0-1-1,0 1 1,0 0-1,0-1 1,-2 0 0,-9-8-6401</inkml:trace>
</inkml:ink>
</file>

<file path=ppt/ink/ink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27:17.55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1643 174 11963,'0'0'4172,"-33"-10"-2765,-3-2-956,7 2-35,0 1 0,-1 1 0,0 2 1,0 0-1,-37 0 0,-15 2 922,-131 11 0,169-1-952,0 1 0,1 2 0,0 2 0,-71 27 0,68-17-159,2 2 1,0 2-1,2 2 0,1 1 1,1 3-1,1 1 0,2 1 1,2 2-1,-53 67 0,45-44-108,2 2 0,3 2 0,3 2 0,2 1 0,3 1 0,-23 77 0,42-102-43,1 0 0,2 0-1,-4 59 1,6 128 330,6-211-381,1 8 6,1 1 1,1-1-1,1 0 1,1 0-1,1-1 1,1 1-1,1-1 1,2-1-1,0 0 1,1 0-1,2-1 1,29 41-1,-28-45 0,0-1 0,2-1 0,0-1 0,0 0 0,2-1 0,-1 0 0,2-2 0,0 0-1,0-1 1,1-1 0,1-1 0,-1-1 0,1-1 0,1 0 0,22 3 0,-16-5 28,1-1 0,0-2 1,0 0-1,0-2 0,0-2 1,0 0-1,-1-2 0,1-1 1,-1-1-1,0-2 1,49-19-1,-5-6-39,-2-3-1,-1-3 1,-2-3 0,75-63-1,-99 70-17,-3-3 0,-1-1 0,-2-2-1,-2-1 1,-1-2 0,53-94 0,-74 112 5,-1-1 1,-1-1-1,-2 1 1,0-2 0,-2 1-1,3-31 1,-2-12 1,-3-96 1,-6 129-5,-3 1 0,-1 0 0,-1 0 0,-3 0 1,0 1-1,-3 0 0,-29-64 0,17 53-2,-1 1-1,-2 1 0,-3 2 1,-1 0-1,-40-40 1,42 53-2,-1 2 0,-2 1 1,-1 1-1,-1 2 0,-1 2 1,-1 1-1,0 1 0,-2 2 1,0 2-1,-56-15 0,54 23-6,40 37-39,1-26-12,-1 1-1,0-1 1,1 0 0,0 0 0,-1 1-1,1-1 1,0 0 0,1 0 0,-1 0-1,1 0 1,-1 0 0,1-1 0,0 1-1,0 0 1,0-1 0,0 1 0,0-1-1,1 0 1,-1 1 0,1-1 0,0 0-1,5 2 1,-1 0-844,0-1-1,0 0 1,1 0-1,-1-1 1,1 1-1,-1-2 1,1 1-1,13 0 1,11-2-5239</inkml:trace>
</inkml:ink>
</file>

<file path=ppt/ink/ink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27:18.66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784 59 5169,'0'0'9098,"0"-10"-8123,0-18-393,0 8 5867,-14 40-4230,9-3-1945,-2 0 0,0 0 0,-1 0 0,-13 20-1,1-1-74,-128 278 1535,-22 133 181,167-439-1892,-36 111 174,-113 314 587,75-211-383,18-44-170,38-100-63,17-59-116,-1 0 0,0-1-1,-12 25 1,15-34 1293</inkml:trace>
</inkml:ink>
</file>

<file path=ppt/ink/ink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27:19.59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1478 203 11162,'0'0'2238,"-36"-9"-712,-7-2-1001,-20-5 895,-92-12 0,98 22-542,-1 1 1,0 4-1,-92 8 1,112-2-544,0 2 1,0 1 0,0 2-1,1 1 1,1 3 0,-50 24-1,48-16-218,1 1 0,1 2 0,0 2 0,3 1 0,0 2 0,2 1 0,1 1 0,1 1 0,2 2 0,2 1 0,1 1 0,2 1 0,1 1 0,2 1 0,2 0-1,2 2 1,1 0 0,-12 69 0,11-1-69,-2 154 0,16-246 1,1-1-1,0 1 1,2-1-1,0 0 1,1 1-1,1-1 1,0-1-1,1 1 1,1-1-1,14 28 1,-10-26 53,1 0-1,0-1 1,1-1 0,1 0 0,1 0 0,27 23 0,-30-31-69,-1 0 0,2 0 0,-1-2 0,1 1 1,-1-2-1,2 1 0,-1-2 0,1 1 0,-1-2 0,1 0 1,23 3-1,5-3 27,1-1 1,0-3 0,0-1-1,-1-2 1,1-2 0,-1-1-1,57-19 1,-64 15-41,0-2-1,0-1 1,-2-2-1,52-33 1,-64 35-2,0-1 0,-2-1 0,0-1 0,0 0 0,-2-1 1,0-1-1,25-40 0,17-47 16,-4-1 0,-6-4 0,49-159 0,-81 220-33,-3-1 1,-1 0 0,-3-1-1,-2 0 1,0-61-1,-7 102 3,-1-1 0,0 1 0,-1 0-1,0 0 1,-1 0 0,0 0 0,-1 1 0,0-1 0,0 1-1,-1 0 1,-12-18 0,6 13-2,-1 0 0,-1 1 0,0 1 0,0 0 0,-1 1 0,-25-16 0,-6 1 0,-1 1 0,-1 3 0,-2 3 1,-57-18-1,-99-18 333,184 50-629,29 9-2357,23 9-1953,-6-5-1264</inkml:trace>
</inkml:ink>
</file>

<file path=ppt/ink/ink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27:20.68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116 103 904,'0'0'11629,"-4"-8"-10383,0 3-1032,1-1 0,-1 1 0,0 0 0,0 0-1,0 0 1,-1 0 0,0 1 0,0 0 0,0 0 0,0 0 0,0 1 0,-8-4 0,-7-9 603,19 14-418,0 1 0,0 0 0,-1-1 0,1 1 0,0 0 0,-1 0 0,1 0 0,-1 0 1,1 0-1,-1 0 0,1 0 0,-1 1 0,0-1 0,1 1 0,-4-1 0,8 27 440,2-10-577,2-1-1,0 0 0,1 0 0,1 0 0,20 25 1,0 1 127,290 527 2227,-306-543-2548,88 213 797,-72-160-318,54 103 0,-38-110-241,3-3 0,2-2 0,102 102 0,-121-135-209,8 16 131,-38-46-236,-1-2-218,-51-1-9080,38 0 2467</inkml:trace>
</inkml:ink>
</file>

<file path=ppt/ink/ink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27:21.54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1446 312 8146,'0'0'8427,"-34"-17"-6944,-110-55-303,126 64-948,0 1 1,0 1-1,-1 0 0,0 1 1,0 2-1,0-1 1,-1 2-1,1 1 0,-27 1 1,8 0 85,-7-2-50,1 1-1,-1 3 1,1 2 0,-1 2-1,1 1 1,-47 16 0,41-6-66,0 3 1,1 2-1,2 3 0,0 1 1,1 2-1,2 2 1,-64 58-1,88-70-141,0 2 0,2 1 0,0 0 0,1 1 0,1 1 0,2 1 0,0 0-1,1 0 1,2 2 0,0-1 0,2 2 0,1-1 0,1 1 0,1 0 0,1 0 0,-1 36 0,4-29-49,1 0 1,2 0-1,1 0 0,2 0 0,1-1 1,2 1-1,1-1 0,24 61 1,-12-49-11,2 0 1,47 67 0,-55-93 15,1 0 0,0-2 0,2 1 0,0-2 0,1 0 0,0-2 0,36 22 0,-26-20 41,1-2 1,0-1 0,1-2 0,0 0 0,1-3-1,36 7 1,-3-6 27,0-3 0,70-2 0,-111-5-41,0-1 1,0-1 0,0-2 0,0 0 0,0-1-1,-1-1 1,0-1 0,31-16 0,-14 3-5,-2-2 1,0-1-1,55-47 0,-65 46-32,-2-1 1,0 0-1,-2-2 0,-1-1 0,-1-1 0,-2-1 1,0-1-1,-3 0 0,21-56 0,-23 46-1,-1 0 0,-2-1-1,-3-1 1,-1 0 0,-2 0 0,-2 0 0,-4-69-1,-3 82-5,-1 0 1,-1 0-1,-2 0 0,-2 1 0,0 0 0,-2 1 0,-1 0 0,-2 1 0,0 1 1,-27-36-1,2 10 3,-3 1 1,-2 2 0,-96-82 0,116 112 0,0 1 0,0 2 0,-45-24 0,55 34-1,0 0 0,0 1 0,-1 1 0,0 1 0,0 0 0,0 1 0,0 0 0,-26 0 0,35 3 3,-1 0-1,1 0 1,-1 1-1,1 0 0,0 0 1,-1 1-1,1 0 1,0 0-1,0 1 0,-13 5 1,17-5-5,0-1 0,0 1 0,0 0-1,1 0 1,-1 0 0,1 0 0,-1 0 0,1 0 0,0 0 0,0 1 0,1-1 0,-1 1 0,1 0 0,-1 0 0,1-1 0,0 1 0,1 0-1,-1 0 1,1 0 0,0 0 0,0 0 0,0 4 0,0 0-4,-1-5-19,1-1 1,0 1-1,0 0 0,0 0 0,0-1 1,0 1-1,1 0 0,-1 0 1,1-1-1,0 1 0,-1 0 0,1-1 1,0 1-1,1-1 0,-1 1 1,0-1-1,1 0 0,-1 1 0,1-1 1,0 0-1,0 0 0,0 0 1,0 0-1,0-1 0,0 1 0,5 2 1,29 19-2655,43 18 0,-27-20-3631</inkml:trace>
</inkml:ink>
</file>

<file path=ppt/ink/ink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27:27.47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6 1 4905,'0'0'10178,"-6"0"-3558,243 0-6373,-236 1-226,0 0 0,-1 0 0,1 0 0,0 1-1,-1-1 1,1 0 0,0 0 0,-1 1 0,1-1 0,-1 0 0,0 1 0,0-1 0,1 0 0,-1 1-1,0-1 1,0 0 0,0 1 0,0-1 0,-1 3 0,-3 32 597,0-30-517,0-1 0,-1 1 0,0-1-1,0 1 1,0-1 0,0-1 0,-1 1-1,-12 7 1,-55 27 299,60-32-254,76-4-69,-54-3-78,-1-1-3,-1 1 0,0 0 0,1 1-1,-1-1 1,0 1 0,1 1 0,12 3 0,-18-3 0,0-1 1,0 1-1,0 0 1,0-1-1,0 1 1,0 0-1,-1 0 1,1 0-1,-1 0 1,1 1-1,-1-1 1,0 0-1,1 1 1,-1-1-1,-1 1 1,1-1-1,0 1 1,0-1-1,-1 1 1,0-1-1,1 1 1,-1 0-1,0-1 1,0 1-1,-1 3 1,1 2 2,0-1 0,0 0 1,-1 1-1,0-1 1,0 0-1,0 0 1,-1 0-1,-1 0 1,1 0-1,-7 12 1,7-16 55,-1 0 1,0 0-1,1 0 1,-1 0-1,0 0 1,0-1-1,-1 0 1,1 1-1,-1-1 1,1-1-1,-1 1 1,1 0-1,-1-1 1,0 0-1,0 0 1,0 0-1,0 0 1,0 0-1,0-1 1,0 0-1,0 0 1,-4 0-1,4 0 26,0-1-1,1 1 0,-1 0 1,0-1-1,0 0 0,1 0 1,-1 0-1,1-1 0,-1 1 1,1-1-1,-1 0 0,1 0 0,0 0 1,0 0-1,0 0 0,0-1 1,0 1-1,0-1 0,1 0 1,-1 0-1,1 0 0,-3-5 1,-6 5-109,10 3-211,5 0-3413,45 2-4401,-12 8 1678</inkml:trace>
</inkml:ink>
</file>

<file path=ppt/ink/ink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27:28.38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161 2 1744,'0'0'13934,"0"-2"-11491,-1 5-1280,-3 4-802,0 0 0,-1-1-1,0 0 1,0 0 0,0 0 0,-1 0 0,-8 6-1,-14 15 391,13-11-395,-32 46 113,43-56-467,2-1 0,-1 1 1,0 0-1,1 0 0,0 0 1,1 0-1,-1 0 1,1 0-1,1 0 0,-1 10 1,1-15-2,0-1 1,1 1 0,-1-1-1,0 1 1,1-1-1,-1 1 1,0-1 0,1 0-1,-1 1 1,1-1-1,-1 0 1,1 1-1,-1-1 1,1 0 0,-1 1-1,1-1 1,-1 0-1,1 0 1,-1 0 0,1 1-1,0-1 1,-1 0-1,1 0 1,-1 0 0,1 0-1,-1 0 1,1 0-1,0 0 1,24-1 35,-19 1-38,340 0-1370,-349 0 989,-12-1-3697,2-4-3908,12 2 2873</inkml:trace>
</inkml:ink>
</file>

<file path=ppt/ink/ink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27:28.64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75 0 9562,'0'0'12797,"-12"29"-11580,-35 90-265,44-114-835,1 1-1,0 0 1,0 0 0,0 0 0,1 0-1,0 1 1,0-1 0,0 0 0,1 0-1,0 1 1,0-1 0,1 7 0,1 9-851,0-19 102,-1 0-1,0 0 1,1-1 0,-1 1-1,1 0 1,0-1 0,0 1-1,0-1 1,0 0 0,0 0-1,0 0 1,5 4 0,17 7-5522</inkml:trace>
</inkml:ink>
</file>

<file path=ppt/ink/ink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27:29.65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102 45 928,'0'0'12832,"1"-7"-11206,1-3-1049,0-3-2,0-2 5771,-5 16-6137,0 0 1,0-1-1,0 1 1,0 1 0,1-1-1,-1 0 1,0 1 0,1-1-1,-3 3 1,-8 12 323,3-5-388,1 0 0,1 0-1,0 1 1,-9 18-1,17-29-150,0-1 0,0 1 0,0-1 1,0 1-1,0-1 0,0 1 0,0-1 0,1 1 0,-1-1 0,0 1 0,0-1 0,0 0 0,1 1 0,-1-1 0,0 1 0,1-1 0,-1 0 1,0 1-1,1-1 0,-1 0 0,1 0 0,-1 1 0,0-1 0,1 0 0,-1 0 0,1 1 0,-1-1 0,1 0 0,-1 0 0,1 0 0,-1 0 1,0 0-1,1 0 0,-1 0 0,1 0 0,-1 0 0,1 0 0,-1 0 0,1 0 0,-1 0 0,2 0 0,24 0 47,-23 0-66,11-1-27,1 2 0,0 0 0,-1 1 0,28 7 0,-40-9 46,0 0 0,0 1-1,1 0 1,-1-1 0,0 1 0,0 0 0,0 0 0,0 0 0,0 0 0,0 0-1,0 1 1,-1-1 0,1 1 0,0-1 0,-1 1 0,1 0 0,-1-1 0,1 1-1,-1 0 1,0 0 0,0 0 0,0 0 0,0 0 0,0 0 0,0 0-1,-1 1 1,1-1 0,-1 0 0,1 0 0,-1 0 0,0 1 0,0-1 0,0 0-1,0 0 1,0 1 0,-1-1 0,1 0 0,0 0 0,-1 1 0,0-1 0,-1 4-1,-3-2 28,1 0-1,0 0 1,-1 0-1,0 0 1,0-1-1,0 0 0,-1 0 1,1 0-1,-1-1 1,1 0-1,-7 2 1,3 0-20,-47 11 98,46-14-77,0 2 1,0-1-1,-19 9 0,25-10 1735,1 0-6086,9-12-11913</inkml:trace>
</inkml:ink>
</file>

<file path=ppt/ink/ink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27:30.04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30 4889,'0'0'13215,"3"-2"-11896,3-2-885,1 0 0,0 1-1,0 0 1,0 0 0,0 1 0,0 0 0,0 0 0,1 1-1,8-1 1,75 1-347,-8 1-3925,-76 6-6146</inkml:trace>
</inkml:ink>
</file>

<file path=ppt/ink/ink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27:31.75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371 50 384,'0'0'7083,"0"-5"-5799,0-4-975,0-25 7525,-4 33-4285,-18 0-2409,10 8-899,2 1 0,-1 1-1,1-1 1,0 2 0,-10 11 0,-22 20-21,-118 104 393,102-62-332,57-83-272,0 1-1,0 0 0,0 1 0,0-1 0,0 0 0,1 0 0,-1 0 0,0 0 1,1 1-1,-1-1 0,0 0 0,1 1 0,0-1 0,-1 0 0,1 1 0,0-1 1,0 1-1,0-1 0,-1 0 0,2 1 0,-1-1 0,0 1 0,0-1 0,0 0 1,1 1-1,-1-1 0,1 2 0,1-1 3,-1 0-1,1-1 1,0 1 0,-1-1 0,1 1-1,0-1 1,0 0 0,0 0 0,0 1-1,0-1 1,1-1 0,-1 1 0,0 0-1,4 0 1,10 2 18,1 0 0,-1-2 0,23 0 0,-36-1-31,-3 0 2,5 1 16,0-1 0,0 0 0,0-1 0,0 1 0,0-1 0,0 0 0,7-2 1,-11 2-1,1 0 0,-1 0 0,0 0 0,1 0 0,-1-1 0,0 1 0,0 0 0,0 0 0,0-1 0,0 1 0,0-1 0,-1 1 0,1-1 0,0 1 0,-1-1 0,1 1 0,-1-1 0,1 1 0,-1-1 0,0 0 0,0 1 1,0-1-1,0 0 0,0 1 0,0-4 0,13-46 92,-13 50-102,0 0 0,0 0 0,0 0 0,0 0 0,0 0 0,0 0 0,0 0 0,0 0 0,0 0 0,0 1 0,0-1 0,-1 0 0,1 0 0,0 0 0,-1 0 0,1 0 0,-1 0 0,1 1 0,-1-1 0,1 0 0,-1 0 0,0 1 1,1-1-1,-1 0 0,0 1 0,1-1 0,-1 0 0,0 1 0,0-1 0,0 1 0,0 0 0,1-1 0,-1 1 0,0 0 0,0-1 0,0 1 0,0 0 0,0 0 0,0 0 0,0 0 0,0 0 0,0 0 0,0 0 0,0 0 0,0 0 0,-1 1 0,-24-4 416,9 0-243,-3 1 489,18 1 1,10 1 304,-7 0-987,-1 6-7746,0 1 2308</inkml:trace>
</inkml:ink>
</file>

<file path=ppt/ink/ink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31:47.829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52 48 1096,'0'0'3844,"18"7"2772,-17-8-6307,0 0 1,-1 1-1,1-1 0,-1 0 1,1 0-1,-1 0 1,1 0-1,-1 0 0,1 0 1,-1 0-1,0 0 1,0 0-1,1-1 0,-1 1 1,0 0-1,0 0 0,0 0 1,0 0-1,-1-1 1,1 1-150,0 1 0,-1-1 0,1 1 1,0-1-1,-1 1 0,1 0 1,0-1-1,-1 1 0,1-1 0,-1 1 1,1 0-1,-1-1 0,1 1 1,-1 0-1,1 0 0,-1-1 0,1 1 1,-1 0-1,1 0 0,-1 0 1,1 0-1,-1 0 0,0 0 0,1 0 1,-2 0-1,0 0-104,0 0 0,1 0 0,-1 0-1,0 1 1,0-1 0,0 1 0,0 0 0,0-1 0,0 1-1,1 0 1,-1 0 0,0 0 0,1 0 0,-1 0 0,1 1 0,-1-1-1,1 0 1,-1 1 0,1-1 0,0 1 0,-2 2 0,-1 3-67,1 0 1,0 1 0,0-1-1,0 1 1,1 0 0,0 0-1,0 0 1,1 0 0,0 0-1,0 0 1,2 15 0,-1-22-3,0-1 1,0 1 0,1 0 0,-1 0-1,0 0 1,1 0 0,-1 0 0,1-1 0,-1 1-1,1 0 1,-1-1 0,1 1 0,0 0-1,-1-1 1,1 1 0,0 0 0,-1-1 0,1 1-1,0-1 1,0 1 0,-1-1 0,1 0-1,0 1 1,0-1 0,0 0 0,0 0-1,0 1 1,-1-1 0,1 0 0,0 0 0,0 0-1,1 0 1,39 0 79,-27-1-53,-12 1-15,1-1 0,-1 1 0,0-1 0,1 0 0,-1 1 0,0-1 0,1 0 0,-1-1 0,0 1 0,0 0 0,0-1 0,0 1 0,0-1 0,-1 0 0,1 1 0,0-1 0,-1 0 0,1 0 0,-1 0 0,1 0 0,-1 0 0,0-1 0,0 1 0,0 0 0,0 0 0,-1-1 0,1 1 0,-1-1 0,1-2 0,2-9-9,-1 0 0,0 0 0,0-24 0,-3 36-61,1 0 0,-1-1 0,1 1 0,-1 0 0,0 0-1,0 0 1,0 1 0,0-1 0,0 0 0,0 0 0,0 0-1,-1 1 1,1-1 0,0 1 0,-1-1 0,0 1 0,1-1-1,-1 1 1,0 0 0,0 0 0,1 0 0,-1 0-1,0 0 1,0 0 0,0 0 0,-4 0 0,5 2-300,1 0-1,-1 0 1,0-1 0,1 1 0,-1 0 0,1 0-1,0 0 1,-1 0 0,1 0 0,0 0 0,-1 0-1,1 0 1,0 0 0,0 0 0,0 0 0,0 0 0,0 0-1,0 0 1,0 0 0,0 0 0,0 1 0,1-1-1,-1 0 1,0 0 0,1 0 0,0 1 0,9 12-6660</inkml:trace>
</inkml:ink>
</file>

<file path=ppt/ink/ink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31:48.220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472 120 2857,'0'0'14620,"-33"-20"-13713,-108-59-492,135 76-389,0 0-1,0 0 1,0 1 0,0 0 0,-1 0 0,1 0-1,0 1 1,-1 0 0,0 0 0,1 1 0,-1-1-1,0 2 1,1-1 0,-1 1 0,1 0 0,-1 0 0,1 0-1,-1 1 1,1 0 0,-9 5 0,5-1 67,-1 2 0,2-1 1,-1 1-1,1 0 0,1 1 0,-1 0 1,-12 19-1,13-16 42,0 1 0,0 0 0,1 0-1,1 1 1,1-1 0,0 1 0,0 1 0,1-1 0,1 1 0,-2 24 0,2 13 224,6 90 0,-2-121-306,17 131 99,-9-97-122,2 80 0,-11-134-58,0 0 1,0 0-1,0 0 0,0 0 0,0 0 1,-1 0-1,1 0 0,0 0 0,0 0 1,-1 0-1,1 0 0,0 0 0,-1 0 1,1-1-1,-1 1 0,1 0 0,-1 0 1,0 0-1,1-1 0,-1 1 0,0 0 1,1 0-1,-1-1 0,0 1 0,0-1 0,-1 2 1,-18 1-4600,14-3 748</inkml:trace>
</inkml:ink>
</file>

<file path=ppt/ink/ink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31:48.405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 0 1480,'0'0'17620,"160"23"-17964,-108-23-1440,-14 0-2665,-6 0-6554</inkml:trace>
</inkml:ink>
</file>

<file path=ppt/ink/ink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31:48.671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129 0 1016,'0'0'19724,"-71"196"-17995,71-142-673,0-2-672,0-7-280,0-10-96,0-6-8,0-10-456,0 0-904,-13-3-1321,-6 0-2088,-7-12-6033</inkml:trace>
</inkml:ink>
</file>

<file path=ppt/ink/ink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31:49.249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1 435 1568,'0'0'12906,"40"-17"-10692,9-4-1544,18-9 855,118-33 0,-98 38-479,132-41-32,-178 51-980,0-2 0,-2-1 0,43-27-1,-77 43-26,-1-1 0,1 0 0,-1 0-1,1-1 1,-1 1 0,0-1 0,0 0-1,-1 0 1,1 0 0,-1 0 0,0-1-1,0 1 1,0-1 0,-1 0 0,1 0-1,-1 0 1,0 0 0,-1 0-1,2-7 1,-3 11-5,0 0-1,0-1 1,-1 1-1,1 0 1,-1 0-1,1 0 1,0 0-1,-1 0 1,0 0 0,1 0-1,-1 0 1,0 0-1,1 0 1,-1 0-1,0 0 1,0 1-1,0-1 1,0 0-1,0 0 1,0 1-1,0-1 1,0 1 0,0-1-1,0 1 1,0-1-1,0 1 1,0 0-1,0-1 1,-1 1-1,1 0 1,-1 0-1,-43-3 93,38 3-85,-3-1-3,0 1-1,1 0 1,-1 0-1,0 1 1,0 1 0,1-1-1,-1 2 1,0-1-1,1 1 1,0 1-1,0-1 1,0 2-1,0-1 1,1 1 0,-1 0-1,1 1 1,-7 7-1,3-4 20,1 1-1,0 0 1,1 1-1,0 0 0,1 1 1,0 0-1,1 0 1,0 1-1,1 0 1,0 1-1,1-1 0,1 1 1,0 0-1,1 1 1,0-1-1,1 1 1,1 0-1,-1 23 0,3 214 280,0-251-312,1-1-1,-1 0 0,0 0 0,0 0 0,1 1 1,-1-1-1,0 0 0,1 0 0,-1 0 0,0 0 1,0 0-1,1 0 0,-1 0 0,0 1 0,1-1 1,-1 0-1,0 0 0,1 0 0,-1 0 0,0 0 1,1 0-1,-1-1 0,0 1 0,1 0 0,-1 0 1,0 0-1,1 0 0,-1 0 0,0 0 0,0 0 1,1-1-1,-1 1 0,0 0 0,1 0 0,-1 0 1,0-1-1,0 1 0,0 0 0,1 0 0,-1-1 1,13-8-268,77-107-496,-52 188 2242,-11-46-3688,3-11-4958,-22-13-521</inkml:trace>
</inkml:ink>
</file>

<file path=ppt/ink/ink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31:49.641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0 48 1736,'0'0'15073,"13"4"-14654,-12-3-416,11 3 59,0 1 0,1-1 1,0-1-1,0-1 0,0 0 1,0 0-1,0-1 0,19-1 1,-32 0-61,1 0-1,0 0 1,-1 0 0,1 0 0,0-1-1,-1 1 1,1 0 0,0 0 0,-1 0-1,1-1 1,0 1 0,-1 0 0,1-1-1,-1 1 1,1 0 0,-1-1 0,1 1-1,-1-1 1,1 1 0,-1-1 0,1 1-1,-1-1 1,0 1 0,1-1 0,-1 0-1,0 1 1,1-1 0,-1 1 0,0-1-1,0 0 1,0 1 0,0-1 0,1 0-1,-1 1 1,0-1 0,0 0 0,0 1-1,0-1 1,0 0 0,-1 1 0,1-1-1,0 0 1,0 1 0,0-1 0,-1 0-1,1 1 1,0-1 0,0 1 0,-1-1-1,1 1 1,-1-1 0,0 0 0,-23-29 276,21 28-179,0-1 1,0 1 0,0 1 0,0-1 0,0 0-1,0 1 1,0 0 0,-1-1 0,1 1 0,-1 1-1,1-1 1,0 0 0,-1 1 0,0 0 0,1 0 0,-1 0-1,1 0 1,-5 1 0,6 0 2,-1 0 0,1-1 0,0 1 0,-1 1 0,1-1-1,0 0 1,0 1 0,0-1 0,0 1 0,0-1 0,0 1 0,0 0 0,1 0 0,-1 0 0,0 0 0,1 0-1,0 0 1,0 0 0,-1 1 0,1-1 0,0 0 0,1 1 0,-2 4 0,-1 4 151,1 0 1,0 0-1,1 1 1,0 20-1,1-29-261,0 0 0,0-1 0,0 1 0,0-1 0,1 1 0,-1 0-1,1-1 1,0 1 0,0-1 0,0 0 0,0 1 0,0-1 0,0 0 0,1 1-1,-1-1 1,1 0 0,0 0 0,-1 0 0,1 0 0,0-1 0,0 1 0,0 0 0,0-1-1,1 0 1,-1 1 0,5 1 0,17 3-820,0-1 0,1-1 1,-1-2-1,1 0 0,33-2 0,-12 0-2017,39 1-5318</inkml:trace>
</inkml:ink>
</file>

<file path=ppt/ink/ink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32:26.677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52 48 1096,'0'0'3844,"18"7"2772,-17-8-6307,0 0 1,-1 1-1,1-1 0,-1 0 1,1 0-1,-1 0 1,1 0-1,-1 0 0,1 0 1,-1 0-1,0 0 1,0 0-1,1-1 0,-1 1 1,0 0-1,0 0 0,0 0 1,0 0-1,-1-1 1,1 1-150,0 1 0,-1-1 0,1 1 1,0-1-1,-1 1 0,1 0 1,0-1-1,-1 1 0,1-1 0,-1 1 1,1 0-1,-1-1 0,1 1 1,-1 0-1,1 0 0,-1-1 0,1 1 1,-1 0-1,1 0 0,-1 0 1,1 0-1,-1 0 0,0 0 0,1 0 1,-2 0-1,0 0-104,0 0 0,1 0 0,-1 0-1,0 1 1,0-1 0,0 1 0,0 0 0,0-1 0,0 1-1,1 0 1,-1 0 0,0 0 0,1 0 0,-1 0 0,1 1 0,-1-1-1,1 0 1,-1 1 0,1-1 0,0 1 0,-2 2 0,-1 3-67,1 0 1,0 1 0,0-1-1,0 1 1,1 0 0,0 0-1,0 0 1,1 0 0,0 0-1,0 0 1,2 15 0,-1-22-3,0-1 1,0 1 0,1 0 0,-1 0-1,0 0 1,1 0 0,-1 0 0,1-1 0,-1 1-1,1 0 1,-1-1 0,1 1 0,0 0-1,-1-1 1,1 1 0,0 0 0,-1-1 0,1 1-1,0-1 1,0 1 0,-1-1 0,1 0-1,0 1 1,0-1 0,0 0 0,0 0-1,0 1 1,-1-1 0,1 0 0,0 0 0,0 0-1,1 0 1,39 0 79,-27-1-53,-12 1-15,1-1 0,-1 1 0,0-1 0,1 0 0,-1 1 0,0-1 0,1 0 0,-1-1 0,0 1 0,0 0 0,0-1 0,0 1 0,0-1 0,-1 0 0,1 1 0,0-1 0,-1 0 0,1 0 0,-1 0 0,1 0 0,-1 0 0,0-1 0,0 1 0,0 0 0,0 0 0,-1-1 0,1 1 0,-1-1 0,1-2 0,2-9-9,-1 0 0,0 0 0,0-24 0,-3 36-61,1 0 0,-1-1 0,1 1 0,-1 0 0,0 0-1,0 0 1,0 1 0,0-1 0,0 0 0,0 0 0,0 0-1,-1 1 1,1-1 0,0 1 0,-1-1 0,0 1 0,1-1-1,-1 1 1,0 0 0,0 0 0,1 0 0,-1 0-1,0 0 1,0 0 0,0 0 0,-4 0 0,5 2-300,1 0-1,-1 0 1,0-1 0,1 1 0,-1 0 0,1 0-1,0 0 1,-1 0 0,1 0 0,0 0 0,-1 0-1,1 0 1,0 0 0,0 0 0,0 0 0,0 0 0,0 0-1,0 0 1,0 0 0,0 0 0,0 1 0,1-1-1,-1 0 1,0 0 0,1 0 0,0 1 0,9 12-6660</inkml:trace>
</inkml:ink>
</file>

<file path=ppt/ink/ink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32:26.677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472 120 2857,'0'0'14620,"-33"-20"-13713,-108-59-492,135 76-389,0 0-1,0 0 1,0 1 0,0 0 0,-1 0 0,1 0-1,0 1 1,-1 0 0,0 0 0,1 1 0,-1-1-1,0 2 1,1-1 0,-1 1 0,1 0 0,-1 0 0,1 0-1,-1 1 1,1 0 0,-9 5 0,5-1 67,-1 2 0,2-1 1,-1 1-1,1 0 0,1 1 0,-1 0 1,-12 19-1,13-16 42,0 1 0,0 0 0,1 0-1,1 1 1,1-1 0,0 1 0,0 1 0,1-1 0,1 1 0,-2 24 0,2 13 224,6 90 0,-2-121-306,17 131 99,-9-97-122,2 80 0,-11-134-58,0 0 1,0 0-1,0 0 0,0 0 0,0 0 1,-1 0-1,1 0 0,0 0 0,0 0 1,-1 0-1,1 0 0,0 0 0,-1 0 1,1-1-1,-1 1 0,1 0 0,-1 0 1,0 0-1,1-1 0,-1 1 0,0 0 1,1 0-1,-1-1 0,0 1 0,0-1 0,-1 2 1,-18 1-4600,14-3 748</inkml:trace>
</inkml:ink>
</file>

<file path=ppt/ink/ink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32:26.678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 0 1480,'0'0'17620,"160"23"-17964,-108-23-1440,-14 0-2665,-6 0-6554</inkml:trace>
</inkml:ink>
</file>

<file path=ppt/ink/ink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32:26.679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129 0 1016,'0'0'19724,"-71"196"-17995,71-142-673,0-2-672,0-7-280,0-10-96,0-6-8,0-10-456,0 0-904,-13-3-1321,-6 0-2088,-7-12-6033</inkml:trace>
</inkml:ink>
</file>

<file path=ppt/ink/ink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32:26.680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0 48 1736,'0'0'15073,"13"4"-14654,-12-3-416,11 3 59,0 1 0,1-1 1,0-1-1,0-1 0,0 0 1,0 0-1,0-1 0,19-1 1,-32 0-61,1 0-1,0 0 1,-1 0 0,1 0 0,0-1-1,-1 1 1,1 0 0,0 0 0,-1 0-1,1-1 1,0 1 0,-1 0 0,1-1-1,-1 1 1,1 0 0,-1-1 0,1 1-1,-1-1 1,1 1 0,-1-1 0,1 1-1,-1-1 1,0 1 0,1-1 0,-1 0-1,0 1 1,1-1 0,-1 1 0,0-1-1,0 0 1,0 1 0,0-1 0,1 0-1,-1 1 1,0-1 0,0 0 0,0 1-1,0-1 1,0 0 0,-1 1 0,1-1-1,0 0 1,0 1 0,0-1 0,-1 0-1,1 1 1,0-1 0,0 1 0,-1-1-1,1 1 1,-1-1 0,0 0 0,-23-29 276,21 28-179,0-1 1,0 1 0,0 1 0,0-1 0,0 0-1,0 1 1,0 0 0,-1-1 0,1 1 0,-1 1-1,1-1 1,0 0 0,-1 1 0,0 0 0,1 0 0,-1 0-1,1 0 1,-5 1 0,6 0 2,-1 0 0,1-1 0,0 1 0,-1 1 0,1-1-1,0 0 1,0 1 0,0-1 0,0 1 0,0-1 0,0 1 0,0 0 0,1 0 0,-1 0 0,0 0 0,1 0-1,0 0 1,0 0 0,-1 1 0,1-1 0,0 0 0,1 1 0,-2 4 0,-1 4 151,1 0 1,0 0-1,1 1 1,0 20-1,1-29-261,0 0 0,0-1 0,0 1 0,0-1 0,1 1 0,-1 0-1,1-1 1,0 1 0,0-1 0,0 0 0,0 1 0,0-1 0,0 0 0,1 1-1,-1-1 1,1 0 0,0 0 0,-1 0 0,1 0 0,0-1 0,0 1 0,0 0 0,0-1-1,1 0 1,-1 1 0,5 1 0,17 3-820,0-1 0,1-1 1,-1-2-1,1 0 0,33-2 0,-12 0-2017,39 1-5318</inkml:trace>
</inkml:ink>
</file>

<file path=ppt/ink/ink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31:50.016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104 1 1736,'0'0'19355,"-13"14"-17617,7-7-1536,-2 1-40,1 0 0,1 0 0,-1 0 0,1 1 0,1 0 0,-1 0 0,1 0 1,1 1-1,0-1 0,0 1 0,-4 20 0,-1 59 553,4 155 0,6-158-2058,-1-86 1123,0 1 1,1-1-1,-1 1 1,1-1-1,-1 0 1,1 1-1,-1-1 1,1 0-1,-1 0 1,1 1-1,-1-1 1,1 0-1,-1 0 1,1 0-1,-1 1 1,1-1-1,0 0 1,-1 0-1,1 0 1,-1 0-1,1 0 1,-1 0-1,1 0 1,0 0-1,-1-1 1,1 1-1,0 0 1,3 0-3416,2 0-3733</inkml:trace>
</inkml:ink>
</file>

<file path=ppt/ink/ink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31:50.424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1 142 1776,'0'0'17091,"19"0"-16196,167 0 457,-185 0-1342,-1 0 0,1 0 1,-1 0-1,1 0 0,-1 0 1,1 0-1,0 0 0,-1-1 1,1 1-1,-1 0 0,1 0 1,-1 0-1,1-1 0,-1 1 1,1 0-1,-1-1 0,1 1 1,-1 0-1,0-1 0,1 1 1,-1-1-1,1 1 0,-1-1 1,0 1-1,1 0 0,-1-1 1,0 1-1,0-1 0,1 0 1,-1 1-1,0-1 0,0 0 0,-2-25 282,-17-24 233,15 44-370,1 1 0,-1-1 0,0 1 0,0-1 0,0 1 0,-6-5 0,9 9-131,0 0 1,0 0 0,0 0 0,0 0 0,0 0 0,0 1 0,-1-1-1,1 0 1,0 1 0,0-1 0,-1 0 0,1 1 0,0-1 0,-1 1-1,1 0 1,0-1 0,-1 1 0,1 0 0,-1 0 0,1 0 0,0 0 0,-1 0-1,1 0 1,-1 1 0,1-1 0,0 0 0,-1 1 0,1-1 0,0 1-1,0-1 1,-1 1 0,1-1 0,0 1 0,0 0 0,0 0 0,0 0-1,-1 0 1,0 1 0,-1 2 11,0 0 0,1 0 0,-1 0 0,1 1 0,0-1 0,0 1 0,0 0 0,1-1 0,0 1 0,0 0 0,-1 8 0,0 60 112,3-46-180,-1-24-43,0 0 0,0 0-1,1 0 1,-1-1 0,1 1-1,0 0 1,0 0 0,0 0 0,0-1-1,0 1 1,1 0 0,-1-1-1,1 0 1,-1 1 0,1-1-1,0 0 1,0 0 0,0 0-1,1 0 1,-1 0 0,0 0 0,1 0-1,-1-1 1,1 1 0,-1-1-1,1 0 1,0 0 0,4 1-1,7 2-771,1 0 0,-1-2 0,1 0 0,19 1 0,-19-2 107,45 2-4961,-3-3-3183</inkml:trace>
</inkml:ink>
</file>

<file path=ppt/ink/ink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31:50.794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424 121 3065,'0'0'15850,"-29"-20"-14525,-91-61-460,117 78-815,0 1 1,-1 0 0,1 0 0,-1 0 0,0 1 0,0-1 0,0 1-1,0 0 1,0 0 0,0 0 0,-6 0 0,8 1-27,1 0 0,-1 1 1,1-1-1,-1 0 0,1 1 1,-1 0-1,1-1 0,0 1 1,-1 0-1,1 0 0,0 0 1,0 0-1,-1 0 0,1 0 1,-2 2-1,-4 4 113,-3 3 12,-1 0-1,2 0 1,0 1 0,0 1 0,1-1-1,0 1 1,1 1 0,1 0 0,0 0-1,0 0 1,-4 17 0,-4 22 166,-12 85-1,24-127-310,-7 60-13,4 0 0,7 138 0,7-147-173,0 10-2642,-13-69 1596,0-1-1,0 0 1,0 0-1,0 0 1,-1 0-1,-7-1 1,-8 1-6774</inkml:trace>
</inkml:ink>
</file>

<file path=ppt/ink/ink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31:50.980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0 49 464,'0'0'20332,"180"-32"-19987,-161 32-345,0 0-24,1 0-1081,18 0-1375,-12-3-2441,6-10-4729</inkml:trace>
</inkml:ink>
</file>

<file path=ppt/ink/ink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31:51.245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89 1 1672,'0'0'18714,"-13"33"-16447,-39 107-784,47-126-1301,0 1 1,2-1 0,0 1-1,0 0 1,2 0-1,0 0 1,0 1-1,3 20 1,0 8 168,-4 24-91,0-40-362,1 0 0,1 0-1,2 1 1,6 32 0,-7-55 195</inkml:trace>
</inkml:ink>
</file>

<file path=ppt/ink/ink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31:51.414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 0 360,'0'0'22525,"134"58"-22525,-76-52-720,-13 1-2305,-13-7-4993</inkml:trace>
</inkml:ink>
</file>

<file path=ppt/ink/ink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31:51.804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273 1 2481,'0'0'18493,"-33"3"-17101,-104 13-526,132-16-789,0 0 0,1 1 0,-1 0 0,0 0-1,1 0 1,-1 1 0,1 0 0,-1 0 0,1 0 0,0 0 0,-1 1 0,1-1 0,1 1 0,-1 0 0,0 0 0,1 0 0,-1 1 0,1 0 0,0-1 0,0 1 0,1 0 0,-3 5 0,3-4-11,0 1 0,0 0 1,1 0-1,0 1 0,1-1 0,-1 0 0,1 0 1,0 0-1,0 0 0,1 1 0,0-1 1,2 6-1,-2-7-51,1 0-1,1 0 1,-1-1 0,0 1 0,1-1-1,0 1 1,0-1 0,1 0 0,-1 0-1,1 0 1,0-1 0,0 1 0,0-1-1,0 0 1,0 0 0,6 2 0,-1 0-156,-1 0 0,1-1 0,0 0 1,1-1-1,-1 0 0,1 0 0,-1-1 0,13 1 1,77-3-4669,-54-5-354</inkml:trace>
</inkml:ink>
</file>

<file path=ppt/ink/ink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31:52.240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49 0 824,'0'0'21635,"-6"29"-19542,-21 99-813,20-81-754,1 0-1,3 0 1,5 81-1,0-35-301,-2 105-151,0-197-75,0 1 0,0-1 0,0 1-1,0 0 1,0-1 0,1 1 0,-1-1 0,0 1-1,1-1 1,-1 1 0,1-1 0,0 1 0,-1-1-1,1 1 1,0-1 0,0 0 0,0 1-1,0-1 1,0 0 0,0 0 0,0 0 0,0 0-1,1 0 1,-1 0 0,3 1 0,-2-1-36,0-1 0,0 1 0,0-1 0,0 0 0,1 1 0,-1-1 0,0-1 0,0 1 0,0 0 0,0 0 0,1-1 0,-1 1 0,0-1 0,0 0 0,0 1 0,0-1 0,0 0 0,0 0 0,0 0 0,1-2 1,12-8-529,-2-1 0,0 0 1,0-1-1,-1 0 1,-1-1-1,15-23 1,-10 15-4,30-33-1,-45 54 1033,-1 46 1222,1-34-1564,0 1 0,1-1 1,0 0-1,1 0 1,0 0-1,1-1 1,9 21-1,16 21-1285,3-8-4185,-19-30-285</inkml:trace>
</inkml:ink>
</file>

<file path=ppt/ink/ink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31:52.458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 0 1744,'0'0'23341,"64"174"-23301,-57-161-40,-7-7-400,-13-22-13387</inkml:trace>
</inkml:ink>
</file>

<file path=ppt/ink/ink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31:52.658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0 1 12763,'0'0'10978,"13"32"-10978,-13-19-296,6 6-808,1 16-1529,-1-6-2216,7-6-2712</inkml:trace>
</inkml:ink>
</file>

<file path=ppt/ink/ink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31:53.094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110 1 1528,'0'0'20439,"-9"33"-18677,-48 197 284,44-171-1606,2 1 1,-3 71-1,8 37-2828,7-167 2122,-1-1 0,0 1 0,0 0-1,1-1 1,-1 1 0,0-1 0,1 1 0,-1-1 0,0 1 0,1-1-1,-1 1 1,1-1 0,-1 0 0,1 1 0,-1-1 0,1 0 0,-1 1-1,1-1 1,-1 0 0,1 0 0,0 1 0,-1-1 0,1 0 0,-1 0-1,1 0 1,0 0 0,-1 0 0,1 0 0,-1 0 0,1 0 0,0 0-1,-1 0 1,1 0 0,-1 0 0,1 0 0,0 0 0,-1-1 0,2 1-1,3-1-1757,14 1-7423</inkml:trace>
</inkml:ink>
</file>

<file path=ppt/ink/ink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31:53.709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135 718 1320,'0'0'14481,"5"-3"-12568,-4 1-1792,1 1 0,-1 0-1,0 0 1,1-1 0,-1 1-1,0-1 1,0 1 0,0-1-1,0 1 1,0-1 0,0 0-1,0 1 1,-1-1 0,1 0-1,0 0 1,-1 0 0,0 1-1,1-1 1,-1 0 0,0 0-1,0 0 1,0 0 0,0 0-1,0 0 1,-1 1 0,1-1-1,0 0 1,-1 0 0,0 0-1,1 1 1,-1-1 0,0 0-1,0 0 1,0 1 0,0-1-1,0 1 1,0-1 0,0 1-1,-1 0 1,1-1 0,0 1-1,-1 0 1,1 0 0,-1 0-1,0 0 1,1 0 0,-4-1-1,2 0-75,-1 0 0,1 0 0,-1 1-1,1-1 1,-1 1 0,0 0-1,1 0 1,-1 0 0,0 1 0,0-1-1,0 1 1,0 0 0,1 0-1,-1 0 1,0 1 0,0 0 0,0-1-1,1 1 1,-1 0 0,0 1-1,1-1 1,-1 1 0,-4 2 0,5-1-7,0 0 1,0 0 0,0 0 0,0 0 0,0 0 0,1 1 0,0 0 0,-1-1-1,2 1 1,-1 0 0,0 0 0,1 0 0,-1 0 0,1 0 0,0 0 0,1 1 0,-1-1-1,1 0 1,-1 0 0,2 5 0,-2-4-31,1 0-1,0 0 1,0 0 0,1 0-1,-1 0 1,1 0 0,0 0-1,1 0 1,-1-1 0,1 1-1,0 0 1,3 4-1,-3-7-5,1 1 0,-1-1-1,1 0 1,0 0-1,-1 0 1,1 0 0,0-1-1,1 1 1,-1-1-1,0 1 1,0-1-1,0 0 1,1-1 0,-1 1-1,1 0 1,-1-1-1,0 0 1,7 0-1,-3 1-9,-1-1-1,1 0 0,0-1 0,0 1 0,0-1 0,-1-1 0,1 1 1,0-1-1,12-5 0,-10 1-104,1 1 0,-1-2 0,0 1 1,-1-1-1,14-15 0,8-10-496,-1-2-1,-2-1 1,-1-1-1,-2-1 1,-2-2-1,23-50 1,-22 33 312,-2-1 0,-2-1-1,-3-1 1,8-61 0,-16 26 3006,-10 93-2607,0 1-1,1 0 1,-1-1 0,0 1 0,1 0 0,-1 0 0,1 0 0,-1 0 0,0 0 0,1 1-1,-1-1 1,0 0 0,1 1 0,-3 0 0,-2 3 42,1-1 0,0 0 0,0 1 0,0 0-1,0 0 1,1 1 0,-1-1 0,1 1 0,0 0 0,1 0 0,-1 1 0,1-1 0,-3 8-1,-35 82 1184,39-89-1266,-7 23 205,1 0-1,2 1 1,0-1-1,-1 61 1,10 124 35,-2-194-308,2 5-29,1 0 0,1 0 0,1 0 0,1-1 0,14 33 0,8 25-2006,-22-31-4862,-7-34 32</inkml:trace>
</inkml:ink>
</file>

<file path=ppt/ink/ink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32:26.681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104 1 1736,'0'0'19355,"-13"14"-17617,7-7-1536,-2 1-40,1 0 0,1 0 0,-1 0 0,1 1 0,1 0 0,-1 0 0,1 0 1,1 1-1,0-1 0,0 1 0,-4 20 0,-1 59 553,4 155 0,6-158-2058,-1-86 1123,0 1 1,1-1-1,-1 1 1,1-1-1,-1 0 1,1 1-1,-1-1 1,1 0-1,-1 0 1,1 1-1,-1-1 1,1 0-1,-1 0 1,1 0-1,-1 1 1,1-1-1,0 0 1,-1 0-1,1 0 1,-1 0-1,1 0 1,-1 0-1,1 0 1,0 0-1,-1-1 1,1 1-1,0 0 1,3 0-3416,2 0-3733</inkml:trace>
</inkml:ink>
</file>

<file path=ppt/ink/ink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32:26.682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1 142 1776,'0'0'17091,"19"0"-16196,167 0 457,-185 0-1342,-1 0 0,1 0 1,-1 0-1,1 0 0,-1 0 1,1 0-1,0 0 0,-1-1 1,1 1-1,-1 0 0,1 0 1,-1 0-1,1-1 0,-1 1 1,1 0-1,-1-1 0,1 1 1,-1 0-1,0-1 0,1 1 1,-1-1-1,1 1 0,-1-1 1,0 1-1,1 0 0,-1-1 1,0 1-1,0-1 0,1 0 1,-1 1-1,0-1 0,0 0 0,-2-25 282,-17-24 233,15 44-370,1 1 0,-1-1 0,0 1 0,0-1 0,0 1 0,-6-5 0,9 9-131,0 0 1,0 0 0,0 0 0,0 0 0,0 0 0,0 1 0,-1-1-1,1 0 1,0 1 0,0-1 0,-1 0 0,1 1 0,0-1 0,-1 1-1,1 0 1,0-1 0,-1 1 0,1 0 0,-1 0 0,1 0 0,0 0 0,-1 0-1,1 0 1,-1 1 0,1-1 0,0 0 0,-1 1 0,1-1 0,0 1-1,0-1 1,-1 1 0,1-1 0,0 1 0,0 0 0,0 0 0,0 0-1,-1 0 1,0 1 0,-1 2 11,0 0 0,1 0 0,-1 0 0,1 1 0,0-1 0,0 1 0,0 0 0,1-1 0,0 1 0,0 0 0,-1 8 0,0 60 112,3-46-180,-1-24-43,0 0 0,0 0-1,1 0 1,-1-1 0,1 1-1,0 0 1,0 0 0,0 0 0,0-1-1,0 1 1,1 0 0,-1-1-1,1 0 1,-1 1 0,1-1-1,0 0 1,0 0 0,0 0-1,1 0 1,-1 0 0,0 0 0,1 0-1,-1-1 1,1 1 0,-1-1-1,1 0 1,0 0 0,4 1-1,7 2-771,1 0 0,-1-2 0,1 0 0,19 1 0,-19-2 107,45 2-4961,-3-3-3183</inkml:trace>
</inkml:ink>
</file>

<file path=ppt/ink/ink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32:26.683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424 121 3065,'0'0'15850,"-29"-20"-14525,-91-61-460,117 78-815,0 1 1,-1 0 0,1 0 0,-1 0 0,0 1 0,0-1 0,0 1-1,0 0 1,0 0 0,0 0 0,-6 0 0,8 1-27,1 0 0,-1 1 1,1-1-1,-1 0 0,1 1 1,-1 0-1,1-1 0,0 1 1,-1 0-1,1 0 0,0 0 1,0 0-1,-1 0 0,1 0 1,-2 2-1,-4 4 113,-3 3 12,-1 0-1,2 0 1,0 1 0,0 1 0,1-1-1,0 1 1,1 1 0,1 0 0,0 0-1,0 0 1,-4 17 0,-4 22 166,-12 85-1,24-127-310,-7 60-13,4 0 0,7 138 0,7-147-173,0 10-2642,-13-69 1596,0-1-1,0 0 1,0 0-1,0 0 1,-1 0-1,-7-1 1,-8 1-6774</inkml:trace>
</inkml:ink>
</file>

<file path=ppt/ink/ink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32:26.684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0 49 464,'0'0'20332,"180"-32"-19987,-161 32-345,0 0-24,1 0-1081,18 0-1375,-12-3-2441,6-10-4729</inkml:trace>
</inkml:ink>
</file>

<file path=ppt/ink/ink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32:26.685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89 1 1672,'0'0'18714,"-13"33"-16447,-39 107-784,47-126-1301,0 1 1,2-1 0,0 1-1,0 0 1,2 0-1,0 0 1,0 1-1,3 20 1,0 8 168,-4 24-91,0-40-362,1 0 0,1 0-1,2 1 1,6 32 0,-7-55 195</inkml:trace>
</inkml:ink>
</file>

<file path=ppt/ink/ink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32:26.686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 0 360,'0'0'22525,"134"58"-22525,-76-52-720,-13 1-2305,-13-7-4993</inkml:trace>
</inkml:ink>
</file>

<file path=ppt/ink/ink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32:26.687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273 1 2481,'0'0'18493,"-33"3"-17101,-104 13-526,132-16-789,0 0 0,1 1 0,-1 0 0,0 0-1,1 0 1,-1 1 0,1 0 0,-1 0 0,1 0 0,0 0 0,-1 1 0,1-1 0,1 1 0,-1 0 0,0 0 0,1 0 0,-1 1 0,1 0 0,0-1 0,0 1 0,1 0 0,-3 5 0,3-4-11,0 1 0,0 0 1,1 0-1,0 1 0,1-1 0,-1 0 0,1 0 1,0 0-1,0 0 0,1 1 0,0-1 1,2 6-1,-2-7-51,1 0-1,1 0 1,-1-1 0,0 1 0,1-1-1,0 1 1,0-1 0,1 0 0,-1 0-1,1 0 1,0-1 0,0 1 0,0-1-1,0 0 1,0 0 0,6 2 0,-1 0-156,-1 0 0,1-1 0,0 0 1,1-1-1,-1 0 0,1 0 0,-1-1 0,13 1 1,77-3-4669,-54-5-354</inkml:trace>
</inkml:ink>
</file>

<file path=ppt/ink/ink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32:26.688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49 0 824,'0'0'21635,"-6"29"-19542,-21 99-813,20-81-754,1 0-1,3 0 1,5 81-1,0-35-301,-2 105-151,0-197-75,0 1 0,0-1 0,0 1-1,0 0 1,0-1 0,1 1 0,-1-1 0,0 1-1,1-1 1,-1 1 0,1-1 0,0 1 0,-1-1-1,1 1 1,0-1 0,0 0 0,0 1-1,0-1 1,0 0 0,0 0 0,0 0 0,0 0-1,1 0 1,-1 0 0,3 1 0,-2-1-36,0-1 0,0 1 0,0-1 0,0 0 0,1 1 0,-1-1 0,0-1 0,0 1 0,0 0 0,0 0 0,1-1 0,-1 1 0,0-1 0,0 0 0,0 1 0,0-1 0,0 0 0,0 0 0,0 0 0,1-2 1,12-8-529,-2-1 0,0 0 1,0-1-1,-1 0 1,-1-1-1,15-23 1,-10 15-4,30-33-1,-45 54 1033,-1 46 1222,1-34-1564,0 1 0,1-1 1,0 0-1,1 0 1,0 0-1,1-1 1,9 21-1,16 21-1285,3-8-4185,-19-30-285</inkml:trace>
</inkml:ink>
</file>

<file path=ppt/ink/ink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32:26.689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 0 1744,'0'0'23341,"64"174"-23301,-57-161-40,-7-7-400,-13-22-13387</inkml:trace>
</inkml:ink>
</file>

<file path=ppt/ink/ink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32:26.690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0 1 12763,'0'0'10978,"13"32"-10978,-13-19-296,6 6-808,1 16-1529,-1-6-2216,7-6-2712</inkml:trace>
</inkml:ink>
</file>

<file path=ppt/ink/ink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32:26.691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110 1 1528,'0'0'20439,"-9"33"-18677,-48 197 284,44-171-1606,2 1 1,-3 71-1,8 37-2828,7-167 2122,-1-1 0,0 1 0,0 0-1,1-1 1,-1 1 0,0-1 0,1 1 0,-1-1 0,0 1 0,1-1-1,-1 1 1,1-1 0,-1 0 0,1 1 0,-1-1 0,1 0 0,-1 1-1,1-1 1,-1 0 0,1 0 0,0 1 0,-1-1 0,1 0 0,-1 0-1,1 0 1,0 0 0,-1 0 0,1 0 0,-1 0 0,1 0 0,0 0-1,-1 0 1,1 0 0,-1 0 0,1 0 0,0 0 0,-1-1 0,2 1-1,3-1-1757,14 1-7423</inkml:trace>
</inkml:ink>
</file>

<file path=ppt/ink/ink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32:26.692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135 718 1320,'0'0'14481,"5"-3"-12568,-4 1-1792,1 1 0,-1 0-1,0 0 1,1-1 0,-1 1-1,0-1 1,0 1 0,0-1-1,0 1 1,0-1 0,0 0-1,0 1 1,-1-1 0,1 0-1,0 0 1,-1 0 0,0 1-1,1-1 1,-1 0 0,0 0-1,0 0 1,0 0 0,0 0-1,0 0 1,-1 1 0,1-1-1,0 0 1,-1 0 0,0 0-1,1 1 1,-1-1 0,0 0-1,0 0 1,0 1 0,0-1-1,0 1 1,0-1 0,0 1-1,-1 0 1,1-1 0,0 1-1,-1 0 1,1 0 0,-1 0-1,0 0 1,1 0 0,-4-1-1,2 0-75,-1 0 0,1 0 0,-1 1-1,1-1 1,-1 1 0,0 0-1,1 0 1,-1 0 0,0 1 0,0-1-1,0 1 1,0 0 0,1 0-1,-1 0 1,0 1 0,0 0 0,0-1-1,1 1 1,-1 0 0,0 1-1,1-1 1,-1 1 0,-4 2 0,5-1-7,0 0 1,0 0 0,0 0 0,0 0 0,0 0 0,1 1 0,0 0 0,-1-1-1,2 1 1,-1 0 0,0 0 0,1 0 0,-1 0 0,1 0 0,0 0 0,1 1 0,-1-1-1,1 0 1,-1 0 0,2 5 0,-2-4-31,1 0-1,0 0 1,0 0 0,1 0-1,-1 0 1,1 0 0,0 0-1,1 0 1,-1-1 0,1 1-1,0 0 1,3 4-1,-3-7-5,1 1 0,-1-1-1,1 0 1,0 0-1,-1 0 1,1 0 0,0-1-1,1 1 1,-1-1-1,0 1 1,0-1-1,0 0 1,1-1 0,-1 1-1,1 0 1,-1-1-1,0 0 1,7 0-1,-3 1-9,-1-1-1,1 0 0,0-1 0,0 1 0,0-1 0,-1-1 0,1 1 1,0-1-1,12-5 0,-10 1-104,1 1 0,-1-2 0,0 1 1,-1-1-1,14-15 0,8-10-496,-1-2-1,-2-1 1,-1-1-1,-2-1 1,-2-2-1,23-50 1,-22 33 312,-2-1 0,-2-1-1,-3-1 1,8-61 0,-16 26 3006,-10 93-2607,0 1-1,1 0 1,-1-1 0,0 1 0,1 0 0,-1 0 0,1 0 0,-1 0 0,0 0 0,1 1-1,-1-1 1,0 0 0,1 1 0,-3 0 0,-2 3 42,1-1 0,0 0 0,0 1 0,0 0-1,0 0 1,1 1 0,-1-1 0,1 1 0,0 0 0,1 0 0,-1 1 0,1-1 0,-3 8-1,-35 82 1184,39-89-1266,-7 23 205,1 0-1,2 1 1,0-1-1,-1 61 1,10 124 35,-2-194-308,2 5-29,1 0 0,1 0 0,1 0 0,1-1 0,14 33 0,8 25-2006,-22-31-4862,-7-34 32</inkml:trace>
</inkml:ink>
</file>

<file path=ppt/ink/ink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31:40.896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0 411 2801,'0'0'9482,"1"-4"-8223,8-22 690,0 0 1,18-33 0,18-14-1467,-45 72-500,1 0 0,-1 0 0,1 0 0,-1 0 0,1 0 0,0 0 0,-1 0 0,1 0 0,0 1 1,0-1-1,0 0 0,0 0 0,-1 1 0,1-1 0,0 1 0,0-1 0,0 1 0,0-1 0,0 1 1,0-1-1,1 1 0,-1 0 0,0 0 0,0-1 0,0 1 0,0 0 0,0 0 0,0 0 0,0 0 1,1 0-1,-1 1 0,0-1 0,0 0 0,1 1 0,0 1 6,0 0 0,1 0 0,-2 0 1,1 0-1,0 1 0,0-1 0,-1 1 0,1-1 0,-1 1 1,0 0-1,0 0 0,2 4 0,3 15 11,-1 0-1,3 33 1,-8-14 132,0-34-109,-1-1 0,1 0 0,0 0 0,1 1 0,-1-1 0,1 0 0,0 0-1,1 0 1,-1 0 0,1 0 0,4 7 0,-5-12-36,1 0 0,0 0 0,0 0 0,0-1 0,-1 1 0,1-1 0,0 1 0,0-1 0,0 0 0,0 0 0,0 1 0,0-1 1,0-1-1,0 1 0,0 0 0,2-1 0,32-6 134,-16-3-87,-2 0 0,1-1 1,-1-1-1,24-22 0,-20 14-46,-16 14 2,0 0 0,1 0 0,0 1 0,0 0 0,14-8 0,-20 13-22,18 35-239,-15-30 255,-1 0 1,1-1-1,1 0 0,-1 0 0,1 0 0,-1 0 1,1-1-1,0 0 0,0 0 0,0 0 1,1 0-1,-1-1 0,1 0 0,-1 0 0,1-1 1,11 3-1,-12-4 5,-1 0 0,1 0 0,-1 0 0,1 0 0,-1-1 1,0 1-1,1-1 0,-1 0 0,1-1 0,-1 1 0,0-1 0,0 0 0,0 0 0,0 0 0,0 0 1,0-1-1,-1 0 0,1 1 0,-1-1 0,0-1 0,0 1 0,5-7 0,-2 1 38,-1 0-1,-1 1 0,0-2 0,0 1 1,-1 0-1,0-1 0,-1 1 0,0-1 1,1-17-1,-1 8 73,-2 0-1,0-1 1,-1 1 0,-4-21 0,2 30 30,0 0 1,-1 1-1,1-1 1,-2 0 0,1 1-1,-2 0 1,-7-10 0,10 14-78,0 0 0,0 1 0,-1-1 0,1 1 0,-1 0 0,-1 0 0,1 0 0,0 1 0,-1 0 0,0 0 0,1 0 0,-1 0 0,0 1 0,-10-4 0,4 5-435,10 1 148,1 0 1,-1 0-1,1 0 1,0 0-1,-1 1 1,1-1-1,-1 0 1,1 0 0,0 0-1,-1 0 1,1 0-1,0 1 1,-1-1-1,1 0 1,0 0 0,-1 1-1,1-1 1,0 0-1,0 1 1,-1-1-1,1 0 1,0 1 0,0-1-1,-1 0 1,1 1-1,0-1 1,0 0-1,0 1 1,0-1 0,0 1-1,0-1 1,0 0-1,-1 1 1,1-1-1,0 1 1,0-1-1,1 0 1,-1 1 0,0-1-1,0 1 1,0 7-6205</inkml:trace>
</inkml:ink>
</file>

<file path=ppt/ink/ink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31:42.045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0 43 1040,'0'0'3932,"2"-7"-1854,1 1-1549,5-23 2641,-2 37 953,-5 16-3997,-2-17 330,1 204 2350,0 418-1015,0-629-1790,0 0-1,0 1 1,0-1 0,0 0 0,0 1-1,0-1 1,0 0 0,0 0-1,0 1 1,0-1 0,1 0 0,-1 0-1,0 1 1,0-1 0,0 0 0,0 0-1,0 1 1,0-1 0,1 0-1,-1 0 1,0 1 0,0-1 0,0 0-1,1 0 1,-1 0 0,0 0 0,0 1-1,1-1 1,-1 0 0,0 0-1,0 0 1,1 0 0,-1 0 0,0 0-1,0 0 1,1 1 0,-1-1 0,0 0-1,1 0 1,-1 0 0,0 0-1,0 0 1,1 0 0,-1-1 0,0 1-1,0 0 1,1 0 0,-1 0 0,0 0-1,1 0 1,10-8 258,-9 2-244,1 0 1,0 0-1,1 1 0,0 0 1,-1-1-1,2 1 0,-1 1 1,8-8-1,17-21-120,-29 32 106,1 1 0,-1-1 0,0 0-1,1 0 1,-1 1 0,1-1 0,-1 0 0,1 1-1,-1-1 1,1 0 0,0 1 0,-1-1 0,1 1-1,-1-1 1,1 1 0,0-1 0,0 1-1,-1 0 1,1-1 0,0 1 0,0 0 0,-1 0-1,1-1 1,0 1 0,0 0 0,0 0 0,0 0-1,-1 0 1,1 0 0,0 0 0,0 0-1,0 0 1,1 1 0,20 21 500,-21-20-475,1 0-1,0 0 0,-1 1 1,1-1-1,0 0 0,0 0 1,0-1-1,0 1 0,1 0 1,-1-1-1,0 1 1,1-1-1,3 2 0,70 0-8248,-50-2 1712</inkml:trace>
</inkml:ink>
</file>

<file path=ppt/ink/ink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31:42.540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180 41 856,'0'0'15311,"-6"-7"-14217,3 3-918,2 2-144,0 0-1,0 0 1,0 1 0,0-1 0,0 0 0,0 1 0,-1-1 0,1 1 0,0-1 0,-1 1-1,0 0 1,1-1 0,-1 1 0,0 0 0,1 0 0,-1 0 0,0 1 0,0-1-1,0 0 1,0 1 0,0-1 0,0 1 0,0-1 0,0 1 0,0 0 0,0 0-1,0 0 1,-3 0 0,-4 4 151,1 0 0,-1 0-1,1 0 1,-1 1-1,1 0 1,0 1 0,1 0-1,-9 8 1,13-10-116,-1 0-1,0 0 1,1 0-1,0 1 1,0 0-1,0-1 1,1 1-1,-1 0 1,1 0-1,0 0 1,1 0 0,-1 1-1,1-1 1,0 0-1,0 11 1,44-15-142,-35-1 69,-5 0-18,-1 1 0,1-1 1,-1 0-1,1 0 0,0 0 1,-1-1-1,1 1 0,-1-1 1,1 1-1,-1-1 0,1 0 1,-1 0-1,1 0 0,-1 0 1,0 0-1,0-1 0,0 1 1,1-1-1,-1 1 0,0-1 0,-1 0 1,1 0-1,0 0 0,-1 0 1,1 0-1,-1 0 0,2-3 1,-4 9 54,1 0 1,-1 0 0,1-1-1,-1 1 1,1 0-1,1 0 1,-1 0 0,0-1-1,1 1 1,0 0 0,0 0-1,0-1 1,0 1-1,4 6 1,27 55-1353,-30-61 793,0 0-1,0-1 1,1 0 0,0 1-1,0-1 1,0 0 0,0 0-1,0 0 1,1-1 0,-1 1 0,1-1-1,-1 0 1,1 0 0,0 0-1,0 0 1,0-1 0,0 1 0,0-1-1,1 0 1,-1-1 0,6 1-1,11-1-7311</inkml:trace>
</inkml:ink>
</file>

<file path=ppt/ink/ink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31:42.868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104 1 728,'0'0'16897,"-10"28"-15363,-5 10-1026,3-4 71,0 1-1,-10 56 1,10-25 474,2 0 0,0 127-1,10-190-1075,0 1-1,0 0 0,1 0 1,-1-1-1,1 1 1,0-1-1,0 1 0,0 0 1,0-1-1,1 0 0,-1 1 1,1-1-1,0 0 1,0 0-1,0 0 0,1 0 1,-1 0-1,1 0 0,0-1 1,-1 1-1,1-1 1,0 0-1,0 0 0,6 3 1,-3-2-470,0-1 1,0 0-1,0 0 1,0-1 0,1 1-1,-1-2 1,0 1-1,1-1 1,-1 1 0,1-2-1,-1 1 1,0-1-1,12-3 1,5-8-4980,-13-9-3052</inkml:trace>
</inkml:ink>
</file>

<file path=ppt/ink/ink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31:43.057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 42 4353,'0'0'16355,"147"-36"-16355,-57 36-216,-6 0-2264,-14-6-3954</inkml:trace>
</inkml:ink>
</file>

<file path=ppt/ink/ink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31:43.414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 0 1672,'0'0'17855,"0"5"-16504,0 8-1146,1 0 0,0 0 0,1 0 1,1-1-1,0 1 0,1 0 0,0-1 1,10 21-1,-14-33-284,0 0 0,0 1 0,0-1 0,0 0 0,0 0 0,0 1 0,0-1 0,0 0 0,0 0 0,0 1 0,0-1 0,0 0 0,0 0 0,0 1 0,1-1 0,-1 0 0,0 0 0,0 1 0,0-1 0,0 0 0,0 0 0,1 0 0,-1 1 1,0-1-1,0 0 0,0 0 0,1 0 0,-1 0 0,0 0 0,0 1 0,1-1 0,-1 0 0,0 0 0,0 0 0,1 0 0,-1 0 0,0 0 0,0 0 0,1 0 0,-1 0 0,0 0 0,0 0 0,1 0 0,-1 0 0,0 0 0,0 0 0,1 0 0,-1 0 0,0 0 0,0 0 0,1-1 0,-1 1 0,0 0 0,0 0 0,1 0 0,-1-1 0,3-14-6742,-3-12-2989</inkml:trace>
</inkml:ink>
</file>

<file path=ppt/ink/ink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31:43.583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 0 984,'0'0'14803,"51"93"-15747,-32-64-1784,1-7-3554</inkml:trace>
</inkml:ink>
</file>

<file path=ppt/ink/ink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31:44.001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0 44 3297,'0'0'15726,"5"10"-14911,-1-4-816,21 36 584,-23-40-639,0 0 1,0 0-1,0 0 1,0 0-1,0 0 1,0-1-1,0 1 1,1 0-1,-1-1 1,1 0-1,-1 0 1,1 1-1,-1-1 1,1-1-1,0 1 1,0 0-1,-1-1 1,4 1-1,-2-1-57,-1-1 0,-1 1 0,1-1 0,0 1 0,0-1 0,0 0 0,0 0-1,0-1 1,-1 1 0,1 0 0,0-1 0,-1 0 0,1 1 0,-1-1 0,0 0-1,0 0 1,3-3 0,33-49-93,-4 6 200,-32 49 157,0 0 0,0 0-1,0 0 1,0 0 0,0 1 0,0-1 0,-1 1-1,1-1 1,-1 1 0,1 0 0,-1 0-1,0 0 1,1 0 0,-1-1 0,1 5 0,12 13-540,-2-8-1033,0-1 0,1 0 0,1-1 0,15 9 0,-2-6-3984</inkml:trace>
</inkml:ink>
</file>

<file path=ppt/ink/ink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31:44.624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174 648 104,'0'0'17924,"-19"0"-17057,-55 0-446,71 0-393,0 0-1,0 0 1,0 0 0,0 0 0,0 1-1,0-1 1,0 1 0,0-1-1,0 1 1,0 0 0,0 0-1,1 1 1,-1-1 0,0 0-1,1 1 1,-1 0 0,1 0-1,-1-1 1,1 1 0,0 1-1,0-1 1,0 0 0,0 0 0,0 1-1,1-1 1,-3 4 0,2 1-34,0 0 0,0 0 0,1 0 1,0 0-1,0 0 0,0 0 0,1 12 1,14-21-455,-4-4 396,-1 0 0,-1 0 0,1-1 1,-1 1-1,0-2 0,-1 1 0,0-1 1,12-17-1,46-82-2095,-41 64 1076,-6 12 480,87-168-1563,-96 176 2686,0 1-1,-2-1 1,0-1 0,-2 1 0,0-1 0,-2 0 0,1-31 0,-4 39 102,-1-23 1121,1 38-1665,0 0 1,-1 0-1,1 0 0,0 0 1,-1 0-1,1 0 1,-1 0-1,1 0 1,-1 1-1,1-1 1,-1 0-1,0 0 1,1 0-1,-1 1 1,0-1-1,0 0 0,1 1 1,-1-1-1,0 1 1,0-1-1,0 1 1,0-1-1,0 1 1,0-1-1,0 1 1,0 0-1,0 0 1,0 0-1,0-1 0,0 1 1,-2 0-1,0 2-40,0 1-1,0-1 1,0 0-1,1 1 1,-1-1-1,1 1 1,0 0-1,-1 0 1,1 0-1,1 0 1,-1 0-1,0 0 1,1 1-1,-2 5 1,0-3 72,-10 22 165,1 1 0,2 0 0,1 1 0,2 0 0,-5 38 1,4 0-60,2 89 1,5-148-204,1 0 1,1 0-1,0 0 1,0-1-1,1 1 1,0-1-1,6 17 1,-7-22-109,1 0 0,-1 0 0,1-1 0,0 1 1,0-1-1,0 0 0,0 1 0,0-1 0,1 0 0,-1 0 1,1-1-1,-1 1 0,1 0 0,0-1 0,-1 0 0,1 1 1,0-1-1,0 0 0,0 0 0,0-1 0,0 1 0,0-1 1,0 1-1,0-1 0,6 0 0,-8 0 8,4-1-823,-1 1 0,0 0 0,0 1 0,1-1 0,-1 1 0,0 0 0,8 2 0,-5 1-5623</inkml:trace>
</inkml:ink>
</file>

<file path=ppt/ink/ink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31:45.062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2 127 1568,'0'0'15846,"11"1"-15125,99 1 4,-109-2-721,0 0-1,0 0 1,0-1 0,0 1 0,0-1-1,0 1 1,0-1 0,0 1-1,0-1 1,0 0 0,0 0 0,0 1-1,0-1 1,-1 0 0,1 0-1,0 0 1,0 0 0,-1 0-1,1 0 1,-1 0 0,1 0 0,-1 0-1,1 0 1,-1 0 0,0 0-1,0 0 1,1 0 0,-1 0 0,0-1-1,0 1 1,0 0 0,0-1-1,0-47 0,-1 38 8,1 9 5,0 1 0,0-1-1,0 0 1,0 1 0,-1-1-1,1 1 1,-1-1 0,1 1 0,-1-1-1,1 1 1,-1 0 0,0-1 0,0 1-1,0 0 1,0-1 0,0 1 0,0 0-1,0 0 1,0 0 0,0 0-1,0 0 1,-1 0 0,1 0 0,0 0-1,-3 0 1,1-1 32,-1 1-1,0 0 1,0 0-1,1 0 1,-1 1 0,0-1-1,0 1 1,0 0-1,0 0 1,-6 1 0,5 0 35,0 0 1,0 0 0,1 0-1,-1 0 1,1 1 0,-1 0-1,1 0 1,-8 5 0,10-6-32,1 0 0,-1 0 1,1 1-1,-1-1 0,1 0 1,-1 1-1,1-1 0,0 1 1,0 0-1,0-1 0,0 1 1,0 0-1,0 0 0,0-1 1,1 1-1,-1 0 0,0 0 1,1 0-1,0 0 0,-1 3 1,0 0-132,1 1 1,0 0 0,0-1-1,0 1 1,1-1 0,0 1-1,0 0 1,0-1 0,0 1-1,1-1 1,0 0 0,0 0-1,1 0 1,-1 0 0,1 0-1,0 0 1,1 0 0,-1-1-1,1 0 1,0 0 0,0 0-1,0 0 1,0 0 0,1-1-1,-1 0 1,6 3 0,0 0-830,-1-1 0,0-1 1,1 1-1,0-2 0,0 1 1,17 2-1,7-1-5338</inkml:trace>
</inkml:ink>
</file>

<file path=ppt/ink/ink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31:45.349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193 0 1528,'0'0'17929,"-11"11"-16798,1-2-916,4-4-122,1 0 0,0 0 0,0 0-1,0 1 1,1-1 0,-1 1 0,1 0 0,1 1 0,-1-1 0,1 1 0,-3 9 0,-7 30 198,7-20-57,-1-1 1,-15 34 0,18-50-1083,-1-1 0,0 1 1,0-1-1,-1 0 0,-12 13 0,-2 0-7083,14-16 2453</inkml:trace>
</inkml:ink>
</file>

<file path=ppt/ink/ink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31:45.549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 4 1400,'0'0'13649,"3"-3"-11529,-2 3-1974,0 0 1,0 0-1,0 0 1,0 0-1,0 0 0,0 0 1,1 0-1,-1 0 1,0 0-1,0 0 0,0 1 1,0-1-1,0 0 1,0 1-1,0-1 1,0 1-1,0-1 0,0 1 1,0-1-1,0 1 1,-1 0-1,1-1 0,0 1 1,0 0-1,0 1 1,35 34 1787,-28-28-1708,0 1 1,0-1-1,18 13 1,17 0-78,10 8-1679,-49-26 981,0 0 0,-1 1 0,1-1-1,-1 1 1,0 0 0,0 1 0,0-1 0,0 0 0,-1 1-1,4 7 1,1 9-4867</inkml:trace>
</inkml:ink>
</file>

<file path=ppt/ink/ink7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31:54.853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246 214 312,'0'0'3638,"-3"-8"-2999,1 3-605,0 1 0,0 0 0,0 0 1,0 0-1,-1 0 0,1 0 0,-1 0 0,0 0 0,-1 1 1,1-1-1,0 1 0,-1 0 0,0 0 0,0 1 0,0-1 0,0 1 1,-6-3-1,1 2 266,0-1 0,0 1 0,0-2 0,1 1 0,0-1 0,0 0 0,0-1 0,0 0 0,1 0 0,0 0 0,1-1 1,-1 0-1,1-1 0,-7-10 0,12 15 375,-1 0 0,0 0 1,1 1-1,-1-1 1,0 1-1,-1 0 0,1-1 1,0 1-1,0 0 0,-1 0 1,0 0-1,1 1 1,-1-1-1,0 1 0,0-1 1,1 1-1,-1 0 0,-6-1 1,8 2 807,-3 43-480,3-37-999,0-1-1,0 1 1,0-1 0,1 1-1,0-1 1,0 1-1,0 0 1,1-1-1,0 1 1,0-1 0,0 1-1,1-1 1,0 0-1,0 1 1,0-1-1,5 9 1,-3-10-23,49 58 31,-50-59-49,0 0-1,1 1 1,-1-1-1,1 0 1,0-1-1,0 1 1,0-1-1,0 0 1,0 0-1,0 0 1,1 0-1,-1-1 1,1 0-1,6 2 1,-9-4 33,-1 0 0,0 0 0,0 0 0,1 0 0,-1 0 0,0 0 0,0 0 1,0 0-1,0 0 0,0 0 0,0 0 0,-1-1 0,1 1 0,0 0 0,-1-1 1,1 1-1,-1-1 0,1 1 0,-1-1 0,0 1 0,1-1 0,-1 1 1,0-1-1,0-2 0,2-5-21,5-21-91,-1 0 0,-1-1-1,-2 1 1,0-39 0,-3 67 125,0 1 0,0 0 0,-1 0 1,1 0-1,-1 0 0,1 0 0,-1 0 0,1 0 1,-1 0-1,1 0 0,-1 0 0,0 1 0,1-1 0,-1 0 1,0 0-1,0 1 0,0-1 0,0 0 0,0 1 1,0-1-1,0 1 0,0-1 0,0 1 0,0-1 1,0 1-1,0 0 0,0-1 0,0 1 0,0 0 1,0 0-1,0 0 0,-3 0 0,-46 0-8,33 1-197,16-1-724,3 7-5636,9 3 2952,-10-9 2875,17 7-5957</inkml:trace>
</inkml:ink>
</file>

<file path=ppt/ink/ink7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31:55.228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592 100 536,'0'0'14314,"-30"-16"-12882,-97-48 2,119 60-1327,1 1-1,0 0 1,-1 1 0,0 0 0,1 0-1,-1 1 1,0 0 0,0 0 0,0 1-1,0 0 1,0 0 0,0 1 0,0 0-1,1 0 1,-1 1 0,0 0 0,-13 5-1,8 0-73,0 1 1,1 0-1,0 1 0,0 0 0,1 1 0,-18 19 1,10-8 102,2 1 1,0 1 0,1 0-1,2 2 1,0-1 0,2 2-1,1-1 1,0 2 0,2-1 0,1 1-1,2 1 1,-4 30 0,0 27 110,4 1 0,8 141 1,0-206-240,1-1-1,1 1 1,1-1 0,12 33 0,8 38-869,-22-62-1859,-6-13-2088,-2-12-461</inkml:trace>
</inkml:ink>
</file>

<file path=ppt/ink/ink7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31:55.447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 10 5433,'0'0'14891,"147"-9"-14667,-89 9-224,6 0-32,39 9-1368,-20-2-1673,-6-4-4048</inkml:trace>
</inkml:ink>
</file>

<file path=ppt/ink/ink7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31:55.760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 1 984,'0'0'18349,"0"19"-16844,13 257 739,2-68-2517,-19-71-5859,-2-103 1878,-6-12-703</inkml:trace>
</inkml:ink>
</file>

<file path=ppt/ink/ink7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31:56.120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0 48 1064,'0'0'16956,"28"-9"-16187,89-26-373,-114 34-383,1 0 0,-1 0-1,1 1 1,-1-1-1,1 1 1,-1 0-1,1 0 1,-1 0 0,1 1-1,-1-1 1,1 1-1,-1 0 1,1 0-1,-1 0 1,0 0 0,0 0-1,1 1 1,-1 0-1,0 0 1,0 0 0,0 0-1,-1 0 1,1 0-1,0 1 1,-1-1-1,4 6 1,-2-2-6,0 0 0,-1 1 0,0-1 0,0 1 0,0 0 0,-1 0 0,0 0 0,1 14 0,-2-18 8,-1-1 1,0 0-1,0 1 0,0-1 1,0 1-1,0-1 0,-1 1 1,1-1-1,-1 0 0,1 1 1,-1-1-1,0 0 0,0 1 1,0-1-1,0 0 0,0 0 1,-1 0-1,1 0 0,-1 0 1,1 0-1,-1 0 0,0-1 0,0 1 1,1 0-1,-1-1 0,0 1 1,-1-1-1,1 0 0,0 0 1,0 0-1,0 0 0,-1 0 1,1 0-1,0-1 0,-1 1 1,-3-1-1,-12 3-140,0-1 0,0-1 0,0-1 0,-21-2 0,6 0-964,16 2-1634,27 0-4573,14 0-766</inkml:trace>
</inkml:ink>
</file>

<file path=ppt/ink/ink7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31:56.442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151 0 3105,'0'0'13435,"-23"9"-12558,-72 29-357,93-38-508,0 1 0,0 0-1,0 0 1,0 0 0,1 0 0,-1 0-1,0 1 1,1-1 0,-1 0 0,1 1-1,-1-1 1,1 1 0,0-1 0,-1 1-1,1 0 1,0 0 0,0-1 0,0 1 0,0 0-1,1 0 1,-1 0 0,1 0 0,-1 0-1,1 0 1,-1 0 0,1 0 0,0 0-1,0 0 1,0 0 0,0 0 0,1 1-1,-1-1 1,1 3 0,1 7 59,-2-9-70,0-1 0,1 1 0,-1-1 1,1 0-1,-1 1 0,1-1 0,0 0 0,0 0 1,0 0-1,0 1 0,1-1 0,-1 0 0,0 0 0,1-1 1,0 1-1,-1 0 0,1 0 0,0-1 0,0 1 0,0-1 1,0 0-1,0 1 0,0-1 0,0 0 0,0 0 0,1 0 1,-1 0-1,0-1 0,5 2 0,3 0-11,0-1-1,1 1 1,-1-1-1,0-1 0,17-1 1,-25 1 11,0-1 0,0 1 0,-1-1 1,1 1-1,0-1 0,0 0 0,-1 1 0,1-1 1,0 0-1,-1 0 0,1 0 0,-1-1 0,1 1 0,-1 0 1,0 0-1,1-1 0,-1 1 0,0-1 0,0 1 1,0-1-1,0 0 0,0 1 0,-1-1 0,1 0 1,0 0-1,-1 1 0,1-1 0,-1 0 0,1-2 0,0-7 112,1-1 1,-2 1-1,0-20 0,0 17 282,-1 12-424,1 0 1,-1 0-1,1 0 1,-1 0-1,0 0 1,0 0-1,0 0 1,0 0-1,0 0 1,0 0-1,0 1 0,-1-1 1,1 0-1,-1 1 1,1-1-1,-1 1 1,0 0-1,1-1 1,-1 1-1,0 0 1,0 0-1,0 0 1,0 0-1,0 1 1,0-1-1,0 0 1,0 1-1,0 0 1,0-1-1,-1 1 0,1 0 1,0 0-1,0 0 1,0 0-1,0 0 1,0 1-1,0-1 1,-1 1-1,1-1 1,-3 3-1,4-3-189,1 1 1,-1-1-1,0 1 0,1 0 0,-1-1 0,1 1 0,-1 0 1,1-1-1,-1 1 0,1 0 0,-1 0 0,1 0 0,0 0 1,-1-1-1,1 1 0,0 0 0,0 0 0,0 0 0,0 0 1,0 0-1,0 0 0,0 0 0,0 0 0,0-1 0,0 1 1,0 2-1,1 0-1202,-1 11-6971</inkml:trace>
</inkml:ink>
</file>

<file path=ppt/ink/ink7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31:56.814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302 0 2833,'0'0'11546,"-30"7"-9738,-96 21 30,115-26-1519,0 1 1,1 0-1,-1 0 0,1 1 0,0 0 0,0 1 1,0 0-1,0 0 0,1 1 0,-13 11 1,20-16-307,1-1 1,0 1-1,0-1 1,0 1-1,0-1 1,0 1-1,1 0 1,-1 0-1,0 0 1,0-1-1,0 1 0,1 0 1,-1 0-1,0 0 1,1 0-1,-1 0 1,1 0-1,-1 0 1,1 1-1,-1-1 1,1 0-1,0 0 1,0 0-1,-1 0 1,1 0-1,0 1 1,0-1-1,0 0 1,0 0-1,1 0 1,-1 1-1,0-1 1,0 0-1,1 0 1,-1 0-1,1 0 1,-1 0-1,1 0 1,-1 0-1,2 2 1,3 1-70,0 0 1,0-1 0,0 1 0,1-1 0,-1 0-1,11 4 1,-12-5-1,1-1 0,-1 2 0,1-1 0,-1 0-1,0 1 1,0-1 0,0 1 0,-1 1 0,5 2 0,-7-3 52,1 0-1,-1-1 1,1 1 0,-1 0 0,0 0-1,0 0 1,0 0 0,-1 0 0,1 0-1,-1 0 1,0 0 0,1 0 0,-1 0-1,-1 0 1,1 0 0,0 0 0,-1 0-1,1 0 1,-1 0 0,0 0 0,0 0-1,0 0 1,-1-1 0,1 1 0,-1 0 0,1-1-1,-1 1 1,0-1 0,0 1 0,0-1-1,-4 4 1,-5 3 54,-1 0 0,0 0-1,0-1 1,-1-1 0,-14 7 0,26-14-198,4 0-4496,13 0-771</inkml:trace>
</inkml:ink>
</file>

<file path=ppt/ink/ink8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31:57.031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78 0 5049,'0'0'17476,"-52"106"-17204,46-96-200,6-4-56,0-3-16,-7 7-1993,-5 0-495,12-4-2929</inkml:trace>
</inkml:ink>
</file>

<file path=ppt/ink/ink8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31:57.218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 0 1432,'0'0'15772,"0"19"-16789,19 1-1431,0-14-3969</inkml:trace>
</inkml:ink>
</file>

<file path=ppt/ink/ink8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31:57.475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55 1 4809,'0'0'12704,"-8"32"-10275,-26 107-41,29-116-1695,2 1-1,0-1 0,2 1 1,2 38-1,1-12 120,-2-38-713,1-1 1,0 0-1,0 1 0,1-1 0,1 0 0,0 0 0,1 0 0,0 0 0,0-1 0,1 1 0,10 15 1,-11-20-169,0-1 1,1 1 0,0-1 0,0 1 0,0-2-1,1 1 1,0 0 0,0-1 0,0 0 0,0-1-1,0 1 1,1-1 0,0 0 0,-1-1 0,1 0-1,0 0 1,0 0 0,1-1 0,10 1 0,-8-1-396,-6 0 132,0-1-1,-1 1 0,1-1 1,-1 0-1,1 0 0,0 0 1,-1-1-1,1 1 0,0-1 1,-1 0-1,1 0 0,-1 0 1,0 0-1,7-4 0,3-9-4528</inkml:trace>
</inkml:ink>
</file>

<file path=ppt/ink/ink8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31:57.666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0 14 7330,'0'0'15595,"206"-7"-15179,-155 4-344,-6 3-72,6-3-392,20 3-1008,-20 0-2513,-6 0-1712</inkml:trace>
</inkml:ink>
</file>

<file path=ppt/ink/ink8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31:57.869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13 0 616,'0'0'21973,"-12"142"-21893,12-136-80,0 0-360,6-6-1505,-6-22-11337</inkml:trace>
</inkml:ink>
</file>

<file path=ppt/ink/ink8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31:58.056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0 0 2593,'0'0'17859,"32"93"-17859,-19-61-152,19 17-1080,-6-11-2697,-7-9-3832</inkml:trace>
</inkml:ink>
</file>

<file path=ppt/ink/ink8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31:58.883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159 52 1768,'0'0'19403,"-26"28"-18713,-81 90-380,104-115-297,0 1 0,1-1 0,0 0-1,-1 1 1,1-1 0,0 1-1,1-1 1,-1 1 0,1 0-1,0 0 1,0 0 0,-1 7-1,2-9-8,0 0-1,0-1 0,0 1 0,0 0 0,1 0 0,-1-1 0,1 1 1,0 0-1,-1 0 0,1-1 0,0 1 0,0-1 0,0 1 0,0-1 1,0 1-1,0-1 0,0 0 0,0 1 0,3 0 0,0 1 0,1 0-1,0 0 1,-1-1-1,1 0 1,1 0 0,-1 0-1,0 0 1,0-1-1,1 0 1,9 1-1,-9-2-57,-1 1 0,1-1 0,0-1 0,-1 1 0,1-1 0,-1 0 0,1 0 0,-1-1 0,0 1 0,0-1 0,1 0 0,-1-1 0,0 1 0,5-5 0,-6 4 15,-1 1 0,0-1-1,0 0 1,-1-1 0,1 1-1,-1 0 1,0-1-1,0 1 1,0-1 0,0 0-1,0 0 1,-1 0 0,0 1-1,1-1 1,-2-1 0,1 1-1,0 0 1,-1 0-1,0-8 1,0 0 74,1-5-13,-2-1 1,-4-31-1,3 42 0,1 1 0,-2 0-1,1-1 1,0 1 0,-1 0 0,0 0 0,-1 1-1,0-1 1,1 1 0,-9-9 0,-21-21 819,80 38-677,39 11-1564,-68-12 886,1 0 0,0 1 1,-1 1-1,0 1 0,33 13 1,-47-16 724,-1 0-1,0 1 1,0-1 0,0 1 0,0-1 0,0 1 0,0 0 0,-1 0 0,1 1-1,-1-1 1,0 0 0,0 1 0,0-1 0,-1 1 0,1 0 0,-1-1-1,0 1 1,0 0 0,1 4 0,0 10 1525,0 0 1,-1 35-1,-1-39-1546,-6 5-83,6-19-162,9-2-451,7-8 158,0-2 0,0 1 0,-2-2 0,15-14 0,11-10 24,-20 19 216,-14 12 107,0 0 0,1 1 0,-1-1 0,1 1 0,0 0 0,1 1 0,-1 0 0,10-4 1,-16 8 89,-1 1 0,1-1 0,-1 1 0,1-1 0,-1 1 1,1-1-1,-1 1 0,0-1 0,1 1 0,-1-1 0,0 1 1,1 0-1,-1-1 0,0 1 0,0-1 0,1 1 0,-1 0 1,0-1-1,0 1 0,0 0 0,0-1 0,0 1 0,0 0 1,0-1-1,0 1 0,0 0 0,-1 0 0,2 30 367,-2-24-112,1 29 107,0 19 71,0-19-5327</inkml:trace>
</inkml:ink>
</file>

<file path=ppt/ink/ink8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32:26.693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0 411 2801,'0'0'9482,"1"-4"-8223,8-22 690,0 0 1,18-33 0,18-14-1467,-45 72-500,1 0 0,-1 0 0,1 0 0,-1 0 0,1 0 0,0 0 0,-1 0 0,1 0 0,0 1 1,0-1-1,0 0 0,0 0 0,-1 1 0,1-1 0,0 1 0,0-1 0,0 1 0,0-1 0,0 1 1,0-1-1,1 1 0,-1 0 0,0 0 0,0-1 0,0 1 0,0 0 0,0 0 0,0 0 0,0 0 1,1 0-1,-1 1 0,0-1 0,0 0 0,1 1 0,0 1 6,0 0 0,1 0 0,-2 0 1,1 0-1,0 1 0,0-1 0,-1 1 0,1-1 0,-1 1 1,0 0-1,0 0 0,2 4 0,3 15 11,-1 0-1,3 33 1,-8-14 132,0-34-109,-1-1 0,1 0 0,0 0 0,1 1 0,-1-1 0,1 0 0,0 0-1,1 0 1,-1 0 0,1 0 0,4 7 0,-5-12-36,1 0 0,0 0 0,0 0 0,0-1 0,-1 1 0,1-1 0,0 1 0,0-1 0,0 0 0,0 0 0,0 1 0,0-1 1,0-1-1,0 1 0,0 0 0,2-1 0,32-6 134,-16-3-87,-2 0 0,1-1 1,-1-1-1,24-22 0,-20 14-46,-16 14 2,0 0 0,1 0 0,0 1 0,0 0 0,14-8 0,-20 13-22,18 35-239,-15-30 255,-1 0 1,1-1-1,1 0 0,-1 0 0,1 0 0,-1 0 1,1-1-1,0 0 0,0 0 0,0 0 1,1 0-1,-1-1 0,1 0 0,-1 0 0,1-1 1,11 3-1,-12-4 5,-1 0 0,1 0 0,-1 0 0,1 0 0,-1-1 1,0 1-1,1-1 0,-1 0 0,1-1 0,-1 1 0,0-1 0,0 0 0,0 0 0,0 0 0,0 0 1,0-1-1,-1 0 0,1 1 0,-1-1 0,0-1 0,0 1 0,5-7 0,-2 1 38,-1 0-1,-1 1 0,0-2 0,0 1 1,-1 0-1,0-1 0,-1 1 0,0-1 1,1-17-1,-1 8 73,-2 0-1,0-1 1,-1 1 0,-4-21 0,2 30 30,0 0 1,-1 1-1,1-1 1,-2 0 0,1 1-1,-2 0 1,-7-10 0,10 14-78,0 0 0,0 1 0,-1-1 0,1 1 0,-1 0 0,-1 0 0,1 0 0,0 1 0,-1 0 0,0 0 0,1 0 0,-1 0 0,0 1 0,-10-4 0,4 5-435,10 1 148,1 0 1,-1 0-1,1 0 1,0 0-1,-1 1 1,1-1-1,-1 0 1,1 0 0,0 0-1,-1 0 1,1 0-1,0 1 1,-1-1-1,1 0 1,0 0 0,-1 1-1,1-1 1,0 0-1,0 1 1,-1-1-1,1 0 1,0 1 0,0-1-1,-1 0 1,1 1-1,0-1 1,0 0-1,0 1 1,0-1 0,0 1-1,0-1 1,0 0-1,-1 1 1,1-1-1,0 1 1,0-1-1,1 0 1,-1 1 0,0-1-1,0 1 1,0 7-6205</inkml:trace>
</inkml:ink>
</file>

<file path=ppt/ink/ink8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32:26.694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0 43 1040,'0'0'3932,"2"-7"-1854,1 1-1549,5-23 2641,-2 37 953,-5 16-3997,-2-17 330,1 204 2350,0 418-1015,0-629-1790,0 0-1,0 1 1,0-1 0,0 0 0,0 1-1,0-1 1,0 0 0,0 0-1,0 1 1,0-1 0,1 0 0,-1 0-1,0 1 1,0-1 0,0 0 0,0 0-1,0 1 1,0-1 0,1 0-1,-1 0 1,0 1 0,0-1 0,0 0-1,1 0 1,-1 0 0,0 0 0,0 1-1,1-1 1,-1 0 0,0 0-1,0 0 1,1 0 0,-1 0 0,0 0-1,0 0 1,1 1 0,-1-1 0,0 0-1,1 0 1,-1 0 0,0 0-1,0 0 1,1 0 0,-1-1 0,0 1-1,0 0 1,1 0 0,-1 0 0,0 0-1,1 0 1,10-8 258,-9 2-244,1 0 1,0 0-1,1 1 0,0 0 1,-1-1-1,2 1 0,-1 1 1,8-8-1,17-21-120,-29 32 106,1 1 0,-1-1 0,0 0-1,1 0 1,-1 1 0,1-1 0,-1 0 0,1 1-1,-1-1 1,1 0 0,0 1 0,-1-1 0,1 1-1,-1-1 1,1 1 0,0-1 0,0 1-1,-1 0 1,1-1 0,0 1 0,0 0 0,-1 0-1,1-1 1,0 1 0,0 0 0,0 0 0,0 0-1,-1 0 1,1 0 0,0 0 0,0 0-1,0 0 1,1 1 0,20 21 500,-21-20-475,1 0-1,0 0 0,-1 1 1,1-1-1,0 0 0,0 0 1,0-1-1,0 1 0,1 0 1,-1-1-1,0 1 1,1-1-1,3 2 0,70 0-8248,-50-2 1712</inkml:trace>
</inkml:ink>
</file>

<file path=ppt/ink/ink8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32:26.695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180 41 856,'0'0'15311,"-6"-7"-14217,3 3-918,2 2-144,0 0-1,0 0 1,0 1 0,0-1 0,0 0 0,0 1 0,-1-1 0,1 1 0,0-1 0,-1 1-1,0 0 1,1-1 0,-1 1 0,0 0 0,1 0 0,-1 0 0,0 1 0,0-1-1,0 0 1,0 1 0,0-1 0,0 1 0,0-1 0,0 1 0,0 0 0,0 0-1,0 0 1,-3 0 0,-4 4 151,1 0 0,-1 0-1,1 0 1,-1 1-1,1 0 1,0 1 0,1 0-1,-9 8 1,13-10-116,-1 0-1,0 0 1,1 0-1,0 1 1,0 0-1,0-1 1,1 1-1,-1 0 1,1 0-1,0 0 1,1 0 0,-1 1-1,1-1 1,0 0-1,0 11 1,44-15-142,-35-1 69,-5 0-18,-1 1 0,1-1 1,-1 0-1,1 0 0,0 0 1,-1-1-1,1 1 0,-1-1 1,1 1-1,-1-1 0,1 0 1,-1 0-1,1 0 0,-1 0 1,0 0-1,0-1 0,0 1 1,1-1-1,-1 1 0,0-1 0,-1 0 1,1 0-1,0 0 0,-1 0 1,1 0-1,-1 0 0,2-3 1,-4 9 54,1 0 1,-1 0 0,1-1-1,-1 1 1,1 0-1,1 0 1,-1 0 0,0-1-1,1 1 1,0 0 0,0 0-1,0-1 1,0 1-1,4 6 1,27 55-1353,-30-61 793,0 0-1,0-1 1,1 0 0,0 1-1,0-1 1,0 0 0,0 0-1,0 0 1,1-1 0,-1 1 0,1-1-1,-1 0 1,1 0 0,0 0-1,0 0 1,0-1 0,0 1 0,0-1-1,1 0 1,-1-1 0,6 1-1,11-1-7311</inkml:trace>
</inkml:ink>
</file>

<file path=ppt/ink/ink8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32:26.696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104 1 728,'0'0'16897,"-10"28"-15363,-5 10-1026,3-4 71,0 1-1,-10 56 1,10-25 474,2 0 0,0 127-1,10-190-1075,0 1-1,0 0 0,1 0 1,-1-1-1,1 1 1,0-1-1,0 1 0,0 0 1,0-1-1,1 0 0,-1 1 1,1-1-1,0 0 1,0 0-1,0 0 0,1 0 1,-1 0-1,1 0 0,0-1 1,-1 1-1,1-1 1,0 0-1,0 0 0,6 3 1,-3-2-470,0-1 1,0 0-1,0 0 1,0-1 0,1 1-1,-1-2 1,0 1-1,1-1 1,-1 1 0,1-2-1,-1 1 1,0-1-1,12-3 1,5-8-4980,-13-9-3052</inkml:trace>
</inkml:ink>
</file>

<file path=ppt/ink/ink8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32:26.697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 42 4353,'0'0'16355,"147"-36"-16355,-57 36-216,-6 0-2264,-14-6-3954</inkml:trace>
</inkml:ink>
</file>

<file path=ppt/ink/ink8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32:26.698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 0 1672,'0'0'17855,"0"5"-16504,0 8-1146,1 0 0,0 0 0,1 0 1,1-1-1,0 1 0,1 0 0,0-1 1,10 21-1,-14-33-284,0 0 0,0 1 0,0-1 0,0 0 0,0 0 0,0 1 0,0-1 0,0 0 0,0 0 0,0 1 0,0-1 0,0 0 0,0 0 0,0 1 0,1-1 0,-1 0 0,0 0 0,0 1 0,0-1 0,0 0 0,0 0 0,1 0 0,-1 1 1,0-1-1,0 0 0,0 0 0,1 0 0,-1 0 0,0 0 0,0 1 0,1-1 0,-1 0 0,0 0 0,0 0 0,1 0 0,-1 0 0,0 0 0,0 0 0,1 0 0,-1 0 0,0 0 0,0 0 0,1 0 0,-1 0 0,0 0 0,0 0 0,1 0 0,-1 0 0,0 0 0,0 0 0,1-1 0,-1 1 0,0 0 0,0 0 0,1 0 0,-1-1 0,3-14-6742,-3-12-2989</inkml:trace>
</inkml:ink>
</file>

<file path=ppt/ink/ink8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32:26.699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 0 984,'0'0'14803,"51"93"-15747,-32-64-1784,1-7-3554</inkml:trace>
</inkml:ink>
</file>

<file path=ppt/ink/ink8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32:26.700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0 44 3297,'0'0'15726,"5"10"-14911,-1-4-816,21 36 584,-23-40-639,0 0 1,0 0-1,0 0 1,0 0-1,0 0 1,0-1-1,0 1 1,1 0-1,-1-1 1,1 0-1,-1 0 1,1 1-1,-1-1 1,1-1-1,0 1 1,0 0-1,-1-1 1,4 1-1,-2-1-57,-1-1 0,-1 1 0,1-1 0,0 1 0,0-1 0,0 0 0,0 0-1,0-1 1,-1 1 0,1 0 0,0-1 0,-1 0 0,1 1 0,-1-1 0,0 0-1,0 0 1,3-3 0,33-49-93,-4 6 200,-32 49 157,0 0 0,0 0-1,0 0 1,0 0 0,0 1 0,0-1 0,-1 1-1,1-1 1,-1 1 0,1 0 0,-1 0-1,0 0 1,1 0 0,-1-1 0,1 5 0,12 13-540,-2-8-1033,0-1 0,1 0 0,1-1 0,15 9 0,-2-6-3984</inkml:trace>
</inkml:ink>
</file>

<file path=ppt/ink/ink8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32:26.701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174 648 104,'0'0'17924,"-19"0"-17057,-55 0-446,71 0-393,0 0-1,0 0 1,0 0 0,0 0 0,0 1-1,0-1 1,0 1 0,0-1-1,0 1 1,0 0 0,0 0-1,1 1 1,-1-1 0,0 0-1,1 1 1,-1 0 0,1 0-1,-1-1 1,1 1 0,0 1-1,0-1 1,0 0 0,0 0 0,0 1-1,1-1 1,-3 4 0,2 1-34,0 0 0,0 0 0,1 0 1,0 0-1,0 0 0,0 0 0,1 12 1,14-21-455,-4-4 396,-1 0 0,-1 0 0,1-1 1,-1 1-1,0-2 0,-1 1 0,0-1 1,12-17-1,46-82-2095,-41 64 1076,-6 12 480,87-168-1563,-96 176 2686,0 1-1,-2-1 1,0-1 0,-2 1 0,0-1 0,-2 0 0,1-31 0,-4 39 102,-1-23 1121,1 38-1665,0 0 1,-1 0-1,1 0 0,0 0 1,-1 0-1,1 0 1,-1 0-1,1 0 1,-1 1-1,1-1 1,-1 0-1,0 0 1,1 0-1,-1 1 1,0-1-1,0 0 0,1 1 1,-1-1-1,0 1 1,0-1-1,0 1 1,0-1-1,0 1 1,0-1-1,0 1 1,0 0-1,0 0 1,0 0-1,0-1 0,0 1 1,-2 0-1,0 2-40,0 1-1,0-1 1,0 0-1,1 1 1,-1-1-1,1 1 1,0 0-1,-1 0 1,1 0-1,1 0 1,-1 0-1,0 0 1,1 1-1,-2 5 1,0-3 72,-10 22 165,1 1 0,2 0 0,1 1 0,2 0 0,-5 38 1,4 0-60,2 89 1,5-148-204,1 0 1,1 0-1,0 0 1,0-1-1,1 1 1,0-1-1,6 17 1,-7-22-109,1 0 0,-1 0 0,1-1 0,0 1 1,0-1-1,0 0 0,0 1 0,0-1 0,1 0 0,-1 0 1,1-1-1,-1 1 0,1 0 0,0-1 0,-1 0 0,1 1 1,0-1-1,0 0 0,0 0 0,0-1 0,0 1 0,0-1 1,0 1-1,0-1 0,6 0 0,-8 0 8,4-1-823,-1 1 0,0 0 0,0 1 0,1-1 0,-1 1 0,0 0 0,8 2 0,-5 1-5623</inkml:trace>
</inkml:ink>
</file>

<file path=ppt/ink/ink8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32:26.702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2 127 1568,'0'0'15846,"11"1"-15125,99 1 4,-109-2-721,0 0-1,0 0 1,0-1 0,0 1 0,0-1-1,0 1 1,0-1 0,0 1-1,0-1 1,0 0 0,0 0 0,0 1-1,0-1 1,-1 0 0,1 0-1,0 0 1,0 0 0,-1 0-1,1 0 1,-1 0 0,1 0 0,-1 0-1,1 0 1,-1 0 0,0 0-1,0 0 1,1 0 0,-1 0 0,0-1-1,0 1 1,0 0 0,0-1-1,0-47 0,-1 38 8,1 9 5,0 1 0,0-1-1,0 0 1,0 1 0,-1-1-1,1 1 1,-1-1 0,1 1 0,-1-1-1,1 1 1,-1 0 0,0-1 0,0 1-1,0 0 1,0-1 0,0 1 0,0 0-1,0 0 1,0 0 0,0 0-1,0 0 1,-1 0 0,1 0 0,0 0-1,-3 0 1,1-1 32,-1 1-1,0 0 1,0 0-1,1 0 1,-1 1 0,0-1-1,0 1 1,0 0-1,0 0 1,-6 1 0,5 0 35,0 0 1,0 0 0,1 0-1,-1 0 1,1 1 0,-1 0-1,1 0 1,-8 5 0,10-6-32,1 0 0,-1 0 1,1 1-1,-1-1 0,1 0 1,-1 1-1,1-1 0,0 1 1,0 0-1,0-1 0,0 1 1,0 0-1,0 0 0,0-1 1,1 1-1,-1 0 0,0 0 1,1 0-1,0 0 0,-1 3 1,0 0-132,1 1 1,0 0 0,0-1-1,0 1 1,1-1 0,0 1-1,0 0 1,0-1 0,0 1-1,1-1 1,0 0 0,0 0-1,1 0 1,-1 0 0,1 0-1,0 0 1,1 0 0,-1-1-1,1 0 1,0 0 0,0 0-1,0 0 1,0 0 0,1-1-1,-1 0 1,6 3 0,0 0-830,-1-1 0,0-1 1,1 1-1,0-2 0,0 1 1,17 2-1,7-1-5338</inkml:trace>
</inkml:ink>
</file>

<file path=ppt/ink/ink8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32:26.703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193 0 1528,'0'0'17929,"-11"11"-16798,1-2-916,4-4-122,1 0 0,0 0 0,0 0-1,0 1 1,1-1 0,-1 1 0,1 0 0,1 1 0,-1-1 0,1 1 0,-3 9 0,-7 30 198,7-20-57,-1-1 1,-15 34 0,18-50-1083,-1-1 0,0 1 1,0-1-1,-1 0 0,-12 13 0,-2 0-7083,14-16 2453</inkml:trace>
</inkml:ink>
</file>

<file path=ppt/ink/ink8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32:26.704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 4 1400,'0'0'13649,"3"-3"-11529,-2 3-1974,0 0 1,0 0-1,0 0 1,0 0-1,0 0 0,0 0 1,1 0-1,-1 0 1,0 0-1,0 0 0,0 1 1,0-1-1,0 0 1,0 1-1,0-1 1,0 1-1,0-1 0,0 1 1,0-1-1,0 1 1,-1 0-1,1-1 0,0 1 1,0 0-1,0 1 1,35 34 1787,-28-28-1708,0 1 1,0-1-1,18 13 1,17 0-78,10 8-1679,-49-26 981,0 0 0,-1 1 0,1-1-1,-1 1 1,0 0 0,0 1 0,0-1 0,0 0 0,-1 1-1,4 7 1,1 9-4867</inkml:trace>
</inkml:ink>
</file>

<file path=ppt/ink/ink8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32:26.705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246 214 312,'0'0'3638,"-3"-8"-2999,1 3-605,0 1 0,0 0 0,0 0 1,0 0-1,-1 0 0,1 0 0,-1 0 0,0 0 0,-1 1 1,1-1-1,0 1 0,-1 0 0,0 0 0,0 1 0,0-1 0,0 1 1,-6-3-1,1 2 266,0-1 0,0 1 0,0-2 0,1 1 0,0-1 0,0 0 0,0-1 0,0 0 0,1 0 0,0 0 0,1-1 1,-1 0-1,1-1 0,-7-10 0,12 15 375,-1 0 0,0 0 1,1 1-1,-1-1 1,0 1-1,-1 0 0,1-1 1,0 1-1,0 0 0,-1 0 1,0 0-1,1 1 1,-1-1-1,0 1 0,0-1 1,1 1-1,-1 0 0,-6-1 1,8 2 807,-3 43-480,3-37-999,0-1-1,0 1 1,0-1 0,1 1-1,0-1 1,0 1-1,0 0 1,1-1-1,0 1 1,0-1 0,0 1-1,1-1 1,0 0-1,0 1 1,0-1-1,5 9 1,-3-10-23,49 58 31,-50-59-49,0 0-1,1 1 1,-1-1-1,1 0 1,0-1-1,0 1 1,0-1-1,0 0 1,0 0-1,0 0 1,1 0-1,-1-1 1,1 0-1,6 2 1,-9-4 33,-1 0 0,0 0 0,0 0 0,1 0 0,-1 0 0,0 0 0,0 0 1,0 0-1,0 0 0,0 0 0,0 0 0,-1-1 0,1 1 0,0 0 0,-1-1 1,1 1-1,-1-1 0,1 1 0,-1-1 0,0 1 0,1-1 0,-1 1 1,0-1-1,0-2 0,2-5-21,5-21-91,-1 0 0,-1-1-1,-2 1 1,0-39 0,-3 67 125,0 1 0,0 0 0,-1 0 1,1 0-1,-1 0 0,1 0 0,-1 0 0,1 0 1,-1 0-1,1 0 0,-1 0 0,0 1 0,1-1 0,-1 0 1,0 0-1,0 1 0,0-1 0,0 0 0,0 1 1,0-1-1,0 1 0,0-1 0,0 1 0,0-1 1,0 1-1,0 0 0,0-1 0,0 1 0,0 0 1,0 0-1,0 0 0,-3 0 0,-46 0-8,33 1-197,16-1-724,3 7-5636,9 3 2952,-10-9 2875,17 7-5957</inkml:trace>
</inkml:ink>
</file>

<file path=ppt/ink/ink8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32:26.706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592 100 536,'0'0'14314,"-30"-16"-12882,-97-48 2,119 60-1327,1 1-1,0 0 1,-1 1 0,0 0 0,1 0-1,-1 1 1,0 0 0,0 0 0,0 1-1,0 0 1,0 0 0,0 1 0,0 0-1,1 0 1,-1 1 0,0 0 0,-13 5-1,8 0-73,0 1 1,1 0-1,0 1 0,0 0 0,1 1 0,-18 19 1,10-8 102,2 1 1,0 1 0,1 0-1,2 2 1,0-1 0,2 2-1,1-1 1,0 2 0,2-1 0,1 1-1,2 1 1,-4 30 0,0 27 110,4 1 0,8 141 1,0-206-240,1-1-1,1 1 1,1-1 0,12 33 0,8 38-869,-22-62-1859,-6-13-2088,-2-12-461</inkml:trace>
</inkml:ink>
</file>

<file path=ppt/ink/ink8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32:26.707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 10 5433,'0'0'14891,"147"-9"-14667,-89 9-224,6 0-32,39 9-1368,-20-2-1673,-6-4-4048</inkml:trace>
</inkml:ink>
</file>

<file path=ppt/ink/ink8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32:26.708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0 48 1064,'0'0'16956,"28"-9"-16187,89-26-373,-114 34-383,1 0 0,-1 0-1,1 1 1,-1-1-1,1 1 1,-1 0-1,1 0 1,-1 0 0,1 1-1,-1-1 1,1 1-1,-1 0 1,1 0-1,-1 0 1,0 0 0,0 0-1,1 1 1,-1 0-1,0 0 1,0 0 0,0 0-1,-1 0 1,1 0-1,0 1 1,-1-1-1,4 6 1,-2-2-6,0 0 0,-1 1 0,0-1 0,0 1 0,0 0 0,-1 0 0,0 0 0,1 14 0,-2-18 8,-1-1 1,0 0-1,0 1 0,0-1 1,0 1-1,0-1 0,-1 1 1,1-1-1,-1 0 0,1 1 1,-1-1-1,0 0 0,0 1 1,0-1-1,0 0 0,0 0 1,-1 0-1,1 0 0,-1 0 1,1 0-1,-1 0 0,0-1 0,0 1 1,1 0-1,-1-1 0,0 1 1,-1-1-1,1 0 0,0 0 1,0 0-1,0 0 0,-1 0 1,1 0-1,0-1 0,-1 1 1,-3-1-1,-12 3-140,0-1 0,0-1 0,0-1 0,-21-2 0,6 0-964,16 2-1634,27 0-4573,14 0-766</inkml:trace>
</inkml:ink>
</file>

<file path=ppt/ink/ink8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32:26.709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151 0 3105,'0'0'13435,"-23"9"-12558,-72 29-357,93-38-508,0 1 0,0 0-1,0 0 1,0 0 0,1 0 0,-1 0-1,0 1 1,1-1 0,-1 0 0,1 1-1,-1-1 1,1 1 0,0-1 0,-1 1-1,1 0 1,0 0 0,0-1 0,0 1 0,0 0-1,1 0 1,-1 0 0,1 0 0,-1 0-1,1 0 1,-1 0 0,1 0 0,0 0-1,0 0 1,0 0 0,0 0 0,1 1-1,-1-1 1,1 3 0,1 7 59,-2-9-70,0-1 0,1 1 0,-1-1 1,1 0-1,-1 1 0,1-1 0,0 0 0,0 0 1,0 0-1,0 1 0,1-1 0,-1 0 0,0 0 0,1-1 1,0 1-1,-1 0 0,1 0 0,0-1 0,0 1 0,0-1 1,0 0-1,0 1 0,0-1 0,0 0 0,0 0 0,1 0 1,-1 0-1,0-1 0,5 2 0,3 0-11,0-1-1,1 1 1,-1-1-1,0-1 0,17-1 1,-25 1 11,0-1 0,0 1 0,-1-1 1,1 1-1,0-1 0,0 0 0,-1 1 0,1-1 1,0 0-1,-1 0 0,1 0 0,-1-1 0,1 1 0,-1 0 1,0 0-1,1-1 0,-1 1 0,0-1 0,0 1 1,0-1-1,0 0 0,0 1 0,-1-1 0,1 0 1,0 0-1,-1 1 0,1-1 0,-1 0 0,1-2 0,0-7 112,1-1 1,-2 1-1,0-20 0,0 17 282,-1 12-424,1 0 1,-1 0-1,1 0 1,-1 0-1,0 0 1,0 0-1,0 0 1,0 0-1,0 0 1,0 0-1,0 1 0,-1-1 1,1 0-1,-1 1 1,1-1-1,-1 1 1,0 0-1,1-1 1,-1 1-1,0 0 1,0 0-1,0 0 1,0 0-1,0 1 1,0-1-1,0 0 1,0 1-1,0 0 1,0-1-1,-1 1 0,1 0 1,0 0-1,0 0 1,0 0-1,0 0 1,0 1-1,0-1 1,-1 1-1,1-1 1,-3 3-1,4-3-189,1 1 1,-1-1-1,0 1 0,1 0 0,-1-1 0,1 1 0,-1 0 1,1-1-1,-1 1 0,1 0 0,-1 0 0,1 0 0,0 0 1,-1-1-1,1 1 0,0 0 0,0 0 0,0 0 0,0 0 1,0 0-1,0 0 0,0 0 0,0 0 0,0-1 0,0 1 1,0 2-1,1 0-1202,-1 11-6971</inkml:trace>
</inkml:ink>
</file>

<file path=ppt/ink/ink8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32:26.710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302 0 2833,'0'0'11546,"-30"7"-9738,-96 21 30,115-26-1519,0 1 1,1 0-1,-1 0 0,1 1 0,0 0 0,0 1 1,0 0-1,0 0 0,1 1 0,-13 11 1,20-16-307,1-1 1,0 1-1,0-1 1,0 1-1,0-1 1,0 1-1,1 0 1,-1 0-1,0 0 1,0-1-1,0 1 0,1 0 1,-1 0-1,0 0 1,1 0-1,-1 0 1,1 0-1,-1 0 1,1 1-1,-1-1 1,1 0-1,0 0 1,0 0-1,-1 0 1,1 0-1,0 1 1,0-1-1,0 0 1,0 0-1,1 0 1,-1 1-1,0-1 1,0 0-1,1 0 1,-1 0-1,1 0 1,-1 0-1,1 0 1,-1 0-1,2 2 1,3 1-70,0 0 1,0-1 0,0 1 0,1-1 0,-1 0-1,11 4 1,-12-5-1,1-1 0,-1 2 0,1-1 0,-1 0-1,0 1 1,0-1 0,0 1 0,-1 1 0,5 2 0,-7-3 52,1 0-1,-1-1 1,1 1 0,-1 0 0,0 0-1,0 0 1,0 0 0,-1 0 0,1 0-1,-1 0 1,0 0 0,1 0 0,-1 0-1,-1 0 1,1 0 0,0 0 0,-1 0-1,1 0 1,-1 0 0,0 0 0,0 0-1,0 0 1,-1-1 0,1 1 0,-1 0 0,1-1-1,-1 1 1,0-1 0,0 1 0,0-1-1,-4 4 1,-5 3 54,-1 0 0,0 0-1,0-1 1,-1-1 0,-14 7 0,26-14-198,4 0-4496,13 0-771</inkml:trace>
</inkml:ink>
</file>

<file path=ppt/ink/ink8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32:26.711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78 0 5049,'0'0'17476,"-52"106"-17204,46-96-200,6-4-56,0-3-16,-7 7-1993,-5 0-495,12-4-2929</inkml:trace>
</inkml:ink>
</file>

<file path=ppt/ink/ink8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32:26.712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 0 1432,'0'0'15772,"0"19"-16789,19 1-1431,0-14-3969</inkml:trace>
</inkml:ink>
</file>

<file path=ppt/ink/ink8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32:26.713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55 1 4809,'0'0'12704,"-8"32"-10275,-26 107-41,29-116-1695,2 1-1,0-1 0,2 1 1,2 38-1,1-12 120,-2-38-713,1-1 1,0 0-1,0 1 0,1-1 0,1 0 0,0 0 0,1 0 0,0 0 0,0-1 0,1 1 0,10 15 1,-11-20-169,0-1 1,1 1 0,0-1 0,0 1 0,0-2-1,1 1 1,0 0 0,0-1 0,0 0 0,0-1-1,0 1 1,1-1 0,0 0 0,-1-1 0,1 0-1,0 0 1,0 0 0,1-1 0,10 1 0,-8-1-396,-6 0 132,0-1-1,-1 1 0,1-1 1,-1 0-1,1 0 0,0 0 1,-1-1-1,1 1 0,0-1 1,-1 0-1,1 0 0,-1 0 1,0 0-1,7-4 0,3-9-4528</inkml:trace>
</inkml:ink>
</file>

<file path=ppt/ink/ink8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32:26.714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0 14 7330,'0'0'15595,"206"-7"-15179,-155 4-344,-6 3-72,6-3-392,20 3-1008,-20 0-2513,-6 0-1712</inkml:trace>
</inkml:ink>
</file>

<file path=ppt/ink/ink8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32:26.715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13 0 616,'0'0'21973,"-12"142"-21893,12-136-80,0 0-360,6-6-1505,-6-22-11337</inkml:trace>
</inkml:ink>
</file>

<file path=ppt/ink/ink8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32:26.716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0 0 2593,'0'0'17859,"32"93"-17859,-19-61-152,19 17-1080,-6-11-2697,-7-9-3832</inkml:trace>
</inkml:ink>
</file>

<file path=ppt/ink/ink8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32:26.717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159 52 1768,'0'0'19403,"-26"28"-18713,-81 90-380,104-115-297,0 1 0,1-1 0,0 0-1,-1 1 1,1-1 0,0 1-1,1-1 1,-1 1 0,1 0-1,0 0 1,0 0 0,-1 7-1,2-9-8,0 0-1,0-1 0,0 1 0,0 0 0,1 0 0,-1-1 0,1 1 1,0 0-1,-1 0 0,1-1 0,0 1 0,0-1 0,0 1 0,0-1 1,0 1-1,0-1 0,0 0 0,0 1 0,3 0 0,0 1 0,1 0-1,0 0 1,-1-1-1,1 0 1,1 0 0,-1 0-1,0 0 1,0-1-1,1 0 1,9 1-1,-9-2-57,-1 1 0,1-1 0,0-1 0,-1 1 0,1-1 0,-1 0 0,1 0 0,-1-1 0,0 1 0,0-1 0,1 0 0,-1-1 0,0 1 0,5-5 0,-6 4 15,-1 1 0,0-1-1,0 0 1,-1-1 0,1 1-1,-1 0 1,0-1-1,0 1 1,0-1 0,0 0-1,0 0 1,-1 0 0,0 1-1,1-1 1,-2-1 0,1 1-1,0 0 1,-1 0-1,0-8 1,0 0 74,1-5-13,-2-1 1,-4-31-1,3 42 0,1 1 0,-2 0-1,1-1 1,0 1 0,-1 0 0,0 0 0,-1 1-1,0-1 1,1 1 0,-9-9 0,-21-21 819,80 38-677,39 11-1564,-68-12 886,1 0 0,0 1 1,-1 1-1,0 1 0,33 13 1,-47-16 724,-1 0-1,0 1 1,0-1 0,0 1 0,0-1 0,0 1 0,0 0 0,-1 0 0,1 1-1,-1-1 1,0 0 0,0 1 0,0-1 0,-1 1 0,1 0 0,-1-1-1,0 1 1,0 0 0,1 4 0,0 10 1525,0 0 1,-1 35-1,-1-39-1546,-6 5-83,6-19-162,9-2-451,7-8 158,0-2 0,0 1 0,-2-2 0,15-14 0,11-10 24,-20 19 216,-14 12 107,0 0 0,1 1 0,-1-1 0,1 1 0,0 0 0,1 1 0,-1 0 0,10-4 1,-16 8 89,-1 1 0,1-1 0,-1 1 0,1-1 0,-1 1 1,1-1-1,-1 1 0,0-1 0,1 1 0,-1-1 0,0 1 1,1 0-1,-1-1 0,0 1 0,0-1 0,1 1 0,-1 0 1,0-1-1,0 1 0,0 0 0,0-1 0,0 1 0,0 0 1,0-1-1,0 1 0,0 0 0,-1 0 0,2 30 367,-2-24-112,1 29 107,0 19 71,0-19-5327</inkml:trace>
</inkml:ink>
</file>

<file path=ppt/ink/ink8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32:00.444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324 129 2961,'0'0'10887,"-8"0"-9676,-2 1-922,-4-1 324,1 1-1,0 1 1,-1 0-1,1 1 1,0 0 0,-19 8-1,12-1-59,0 1 0,0 0 0,1 2 0,-25 22 0,37-29-476,1 0 0,0 0 0,1 1 0,0-1 1,0 2-1,0-1 0,1 0 0,0 1 0,0 0 1,1 0-1,0 0 0,0 0 0,1 1 0,0-1 1,-1 10-1,1-4-26,1-1 0,0 1 0,2 0 0,-1-1 1,1 1-1,4 17 0,-3-25-41,1 0 0,-1 0 0,1 0 1,0 0-1,1 0 0,-1-1 0,1 1 0,0-1 0,0 0 1,1 0-1,0-1 0,0 1 0,0-1 0,9 6 0,-6-5 41,1-1-1,-1 0 0,1-1 0,-1 0 0,1 0 0,0-1 0,0 0 0,0-1 0,0 0 0,0 0 0,0-1 0,0 0 0,16-2 0,-10 0-27,0-1 1,0 0 0,-1 0-1,1-2 1,-1 0 0,0 0-1,20-12 1,-12 4-64,-1-2 1,0 0-1,-2 0 1,1-2-1,-2-1 1,23-27-1,-33 34 45,0 0 1,0-1-1,-1 0 1,-1 0-1,0 0 0,-1-1 1,0 0-1,-1 0 1,0 0-1,-1 0 0,-1-1 1,0 1-1,0-20 1,-1 28-2,-1 0 0,0 0 0,0 0 1,-1 0-1,0 0 0,0 0 0,0 0 1,0 1-1,-1-1 0,1 0 0,-1 1 1,0-1-1,-1 1 0,1-1 0,-1 1 1,0 0-1,0 0 0,0 0 0,-1 1 1,1-1-1,-1 1 0,0 0 0,0 0 1,0 0-1,0 0 0,-6-2 0,-10-8 31,0 1-1,-1 1 1,-1 1 0,1 1-1,-2 1 1,1 0-1,-1 2 1,0 1-1,0 0 1,-1 2 0,-34 0-1,56 3-9,0 1 0,0 0 0,0 0 1,0 0-1,0 0 0,0 0 0,0 0 0,0 0 0,1 1 0,-1-1 0,1 1 1,-1-1-1,1 1 0,0 0 0,-1-1 0,1 1 0,0 0 0,0 0 0,0 0 1,0 0-1,1 0 0,-1 0 0,0 0 0,1 0 0,-1 0 0,1 1 0,0 3 1,-2 2 1,1 1 1,0 0 0,1-1-1,0 1 1,0-1 0,2 14 0,-1-20-83,0-1 1,0 1 0,0-1 0,0 0 0,0 1 0,0-1-1,1 0 1,-1 1 0,0-1 0,1 0 0,-1 0-1,1 0 1,-1 0 0,1 0 0,0-1 0,-1 1 0,1 0-1,0-1 1,-1 1 0,1-1 0,0 0 0,0 1-1,-1-1 1,1 0 0,2 0 0,52 0-2507,-46 0 1711,38 0-5283,2 0-5711</inkml:trace>
</inkml:ink>
</file>

<file path=ppt/ink/ink8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32:01.355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9 88 984,'0'0'14091,"-1"-7"-12714,1 6-1349,-1 0 15,1-1-1,0 1 1,-1-1-1,1 1 1,0-1-1,0 1 1,-1-1-1,1 1 1,1-1-1,-1 1 1,0-1-1,0 1 1,0-1-1,1 1 1,-1 0-1,1-1 1,-1 1-1,1-1 1,0 1-1,-1 0 1,1-1-1,0 1 1,0 0-1,0 0 1,0 0-1,0 0 1,0 0-1,0 0 1,0 0-1,0 0 1,1 0-1,-1 0 1,0 1-1,1-1 1,-1 0-1,1 1 1,-1-1-1,0 1 1,1 0-1,1-1 1,37-9 84,1 2 1,0 1 0,0 3 0,1 1 0,57 3-1,-77 0 27,-17 0-129,0 0 1,0 0 0,0 0-1,-1 1 1,1-1 0,0 1-1,0 1 1,-1-1-1,1 1 1,0-1 0,-1 1-1,0 1 1,1-1 0,-1 1-1,0-1 1,0 1 0,-1 0-1,1 0 1,0 1-1,-1-1 1,0 1 0,0 0-1,0 0 1,0 0 0,-1 0-1,1 0 1,-1 1 0,0-1-1,-1 1 1,1-1-1,-1 1 1,0 0 0,0 0-1,0-1 1,0 9 0,0-4 60,0 0 1,0 0 0,-1 0-1,0 0 1,0 0-1,-1 0 1,0 0 0,-4 11-1,3-16-11,0 0 1,0 0-1,0-1 0,-1 1 0,0-1 0,1 1 0,-1-1 0,-1 0 0,1 0 1,0 0-1,-1 0 0,0-1 0,1 1 0,-1-1 0,0 0 0,0 0 1,0 0-1,-8 1 0,-117 36 727,92-29-505,0 0 0,1 3 0,-54 26 0,84-37-200,1 1 1,-1 1 0,1-1 0,0 1 0,0 0 0,1 0 0,-1 1 0,1-1 0,0 1 0,0 0 0,0 0 0,1 1 0,0-1 0,0 1 0,0-1 0,0 1 0,1 0 0,0 0 0,1 0 0,-1 0 0,1 0-1,0 1 1,0-1 0,1 0 0,0 1 0,0-1 0,1 0 0,2 13 0,-2-16-21,0 1-1,1 0 0,-1-1 1,1 1-1,0-1 1,0 0-1,0 1 1,0-1-1,1 0 0,-1 0 1,1-1-1,0 1 1,-1 0-1,8 3 1,7 10 492,-3-2-2357,-13-5-4471,-2-2 1561,1 5-4895</inkml:trace>
</inkml:ink>
</file>

<file path=ppt/ink/ink8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32:01.947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6 29 1560,'0'0'13311,"0"-4"-11936,0-13-312,0 13 3350,-6 1 2032,11 12-7920,-4 2-4842</inkml:trace>
</inkml:ink>
</file>

<file path=ppt/ink/ink8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32:26.719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9 88 984,'0'0'14091,"-1"-7"-12714,1 6-1349,-1 0 15,1-1-1,0 1 1,-1-1-1,1 1 1,0-1-1,0 1 1,-1-1-1,1 1 1,1-1-1,-1 1 1,0-1-1,0 1 1,0-1-1,1 1 1,-1 0-1,1-1 1,-1 1-1,1-1 1,0 1-1,-1 0 1,1-1-1,0 1 1,0 0-1,0 0 1,0 0-1,0 0 1,0 0-1,0 0 1,0 0-1,0 0 1,1 0-1,-1 0 1,0 1-1,1-1 1,-1 0-1,1 1 1,-1-1-1,0 1 1,1 0-1,1-1 1,37-9 84,1 2 1,0 1 0,0 3 0,1 1 0,57 3-1,-77 0 27,-17 0-129,0 0 1,0 0 0,0 0-1,-1 1 1,1-1 0,0 1-1,0 1 1,-1-1-1,1 1 1,0-1 0,-1 1-1,0 1 1,1-1 0,-1 1-1,0-1 1,0 1 0,-1 0-1,1 0 1,0 1-1,-1-1 1,0 1 0,0 0-1,0 0 1,0 0 0,-1 0-1,1 0 1,-1 1 0,0-1-1,-1 1 1,1-1-1,-1 1 1,0 0 0,0 0-1,0-1 1,0 9 0,0-4 60,0 0 1,0 0 0,-1 0-1,0 0 1,0 0-1,-1 0 1,0 0 0,-4 11-1,3-16-11,0 0 1,0 0-1,0-1 0,-1 1 0,0-1 0,1 1 0,-1-1 0,-1 0 0,1 0 1,0 0-1,-1 0 0,0-1 0,1 1 0,-1-1 0,0 0 0,0 0 1,0 0-1,-8 1 0,-117 36 727,92-29-505,0 0 0,1 3 0,-54 26 0,84-37-200,1 1 1,-1 1 0,1-1 0,0 1 0,0 0 0,1 0 0,-1 1 0,1-1 0,0 1 0,0 0 0,0 0 0,1 1 0,0-1 0,0 1 0,0-1 0,0 1 0,1 0 0,0 0 0,1 0 0,-1 0 0,1 0-1,0 1 1,0-1 0,1 0 0,0 1 0,0-1 0,1 0 0,2 13 0,-2-16-21,0 1-1,1 0 0,-1-1 1,1 1-1,0-1 1,0 0-1,0 1 1,0-1-1,1 0 0,-1 0 1,1-1-1,0 1 1,-1 0-1,8 3 1,7 10 492,-3-2-2357,-13-5-4471,-2-2 1561,1 5-4895</inkml:trace>
</inkml:ink>
</file>

<file path=ppt/ink/ink8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32:26.720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6 29 1560,'0'0'13311,"0"-4"-11936,0-13-312,0 13 3350,-6 1 2032,11 12-7920,-4 2-4842</inkml:trace>
</inkml:ink>
</file>

<file path=ppt/ink/ink8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32:42.16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49 1 3105,'0'0'1184,"-3"4"-1831,1-2 1000,-8 10-1065,6-1 5652,-2-11-2309,5-1-2390,0 1 0,1 0-1,-1 0 1,0 0 0,0-1-1,1 1 1,-1 0 0,0 0-1,0 0 1,1 0 0,-1 0-1,0 1 1,0-1 0,1 0-1,-1 0 1,0 0 0,0 1-1,1-1 1,-1 0 0,0 1-1,1-1 1,-1 0 0,1 1-1,-1-1 1,-1 2 0,1 23-124,0-18-99,0 0 0,1 1 1,0-1-1,0 0 0,0 0 0,1 1 0,0-1 0,1 0 0,3 10 0,-4-7-492,18-10-6515,-13 0 2283</inkml:trace>
</inkml:ink>
</file>

<file path=ppt/ink/ink8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32:42.53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39 0 6809,'0'0'8962,"-17"5"-7863,16-3-1038,-1 0 0,0 0 0,1 1 0,-1-1 0,1 0-1,0 1 1,0-1 0,0 1 0,0 0 0,0-1 0,1 1 0,-1 0-1,1-1 1,0 1 0,0 5 0,-5 16-61,4 4-3143,1-18-3118,0-3-1307</inkml:trace>
</inkml:ink>
</file>

<file path=ppt/ink/ink8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32:43.24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111 1 3241,'0'0'8826,"-4"0"-8074,-3 0-435,0 0 0,0 1 0,0 0 1,0 0-1,0 0 0,1 1 0,-1 0 0,0 1 1,1-1-1,-1 1 0,1 1 0,0-1 0,-11 9 1,16-9-321,1 1 0,-1-1 0,1 1 0,-1-1 0,1 1 0,0-1 0,0 1 0,1-1 0,-1 1 0,1-1 0,0 1 0,-1-1 0,2 1 0,-1-1 0,3 5 0,63 73-243,-66-79 285,0 0 0,0 0-1,0 0 1,-1 0-1,1 0 1,-1 0 0,1 0-1,-1 0 1,0 0 0,0 0-1,0 1 1,0-1 0,0 0-1,-1 0 1,1 0-1,0 0 1,-1 0 0,0 0-1,1 1 1,-1-1 0,0-1-1,0 1 1,0 0 0,0 0-1,-1 0 1,1 0-1,0-1 1,-1 1 0,1-1-1,-1 1 1,-2 1 0,-4-1 559,-7 2-569,4 6-6027,5-3 55</inkml:trace>
</inkml:ink>
</file>

<file path=ppt/ink/ink8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32:44.29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32 104 4385,'0'0'7522,"-2"0"-7211,0-1 0,0 1 1,0 0-1,0 0 1,0-1-1,0 1 0,0-1 1,0 0-1,0 1 1,1-1-1,-3-1 0,-3-94 876,7 96-804,1 4-334,0 0 0,0 1-1,-1-1 1,0 0 0,0 0 0,0 1-1,0-1 1,-2 6 0,1 6 56,1 55-260</inkml:trace>
</inkml:ink>
</file>

<file path=ppt/ink/ink8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32:44.93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102 0 3081,'0'0'9367,"-33"28"-5362,-28 50-2846,60-78-1160,1 1 1,-1 0-1,1-1 1,-1 1-1,1-1 0,-1 1 1,1 0-1,-1-1 1,1 1-1,0 0 1,-1 0-1,1-1 1,0 1-1,-1 0 0,1 0 1,0-1-1,0 1 1,0 0-1,0 0 1,0 0-1,0 0 0,0-1 1,0 1-1,0 0 1,0 0-1,1 0 1,-1-1-1,0 1 1,0 0-1,1 0 0,-1-1 1,1 1-1,-1 0 1,0-1-1,1 1 1,-1 0-1,2 0 1,22 15-35,-18-14 83,-2 0-63,0-1 0,0 0 0,0 1 0,-1 0 0,1 0 0,-1 0-1,6 4 1,-8-4 56,0-1 0,0 0 0,-1 0 0,1 0 0,0 1 0,-1-1 0,1 0 0,-1 1 0,1-1 0,-1 0 0,0 1 0,1-1 0,-1 1 1,0-1-1,0 1 0,0-1 0,0 0 0,0 1 0,0-1 0,-1 1 0,1-1 0,0 0 0,-1 1 0,1-1 0,-1 1 0,-1 1 0,-16 15 1076,14-14-6835,15-4-1655</inkml:trace>
</inkml:ink>
</file>

<file path=ppt/ink/ink8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32:46.92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67 0 10446,'-67'13'0,"202"-13"0,-203-13 0</inkml:trace>
</inkml:ink>
</file>

<file path=ppt/ink/ink8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32:47.97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103 1 4113,'0'0'9659,"-16"2"-8368,14 1-1165,1 0 0,0 0-1,1 0 1,-1 0 0,1 0 0,-1 0-1,1 0 1,0 1 0,0-1 0,0 0-1,0 0 1,2 4 0,-2 6 386,0 12 167,2 17-325,-2 0 0,-2-1 0,-2 1 0,-2-1 0,-1 0 0,-14 43 0,-23 72-133,48-168-62,0 0 0,1 0 0,0 0-1,1 1 1,1 0 0,11-16-1,-16 24-173,1 1-1,-1-1 1,1 1-1,-1 0 0,1 0 1,0 0-1,0 0 1,0 1-1,6-3 0,42 0-50,-50 4 71,0 0 1,-1 0-1,1 0 1,0 0 0,0 0-1,0 0 1,0 1 0,0-1-1,0 0 1,0 1 0,0-1-1,0 0 1,0 1-1,-1-1 1,1 1 0,0-1-1,0 1 1,-1 0 0,1-1-1,0 1 1,-1 0-1,1 0 1,0-1 0,-1 1-1,1 0 1,-1 0 0,1 1-1,3 29 192,3 119 431,-7-149-668,0 0-1,0 0 0,0-1 0,0 1 0,0 0 0,0 0 0,0 0 0,0-1 0,0 1 0,1 0 0,-1 0 0,0-1 1,1 1-1,-1 0 0,0-1 0,1 1 0,-1 0 0,1-1 0,-1 1 0,1 0 0,0 0 0,12 2-7300,-7-3 509</inkml:trace>
</inkml:ink>
</file>

<file path=ppt/ink/ink8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32:48.71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 20 1880,'0'0'5696,"-6"-20"-2895,5 20-2305,41 0 5747,-10 0-7649,4 0-4138,-22 0-1933</inkml:trace>
</inkml:ink>
</file>

<file path=ppt/ink/ink8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32:50.74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46 29 832,'0'0'5024,"-8"-26"-648,8 26-4271,-1 0 1,1-1 0,-1 1 0,1 0 0,-1 0-1,1 0 1,-1-1 0,1 1 0,-1 0 0,1 0-1,-1 0 1,1 0 0,-1 0 0,0 0 0,1 0 0,-1 0-1,1 0 1,-1 0 0,1 0 0,-1 0 0,1 1-1,-1-1 1,1 0 0,-1 0 0,1 1 0,-1-1-1,1 0 1,-1 1 0,1-1 0,-1 0 0,1 1 0,0-1-1,-1 0 1,0 1 0,-6 25 1648,7 47-1009,1-52-362,-1 68 142,-12 330 1080,11-358-1056,1-8-4956,6-53-3176</inkml:trace>
</inkml:ink>
</file>

<file path=ppt/ink/ink8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32:56.21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20 39 3489,'0'0'8698,"0"-5"-8033,0-17-38,0 17 991,-4 5-982,3 0-496,1 0 0,0 0 0,-1 0 0,1 1-1,-1-1 1,1 0 0,-1 0 0,1 0 0,-1 0 0,1 0 0,-1 0 0,1 0-1,-1 0 1,1 0 0,-1 0 0,1 0 0,0-1 0,-1 1 0,1 0 0,-1 0-1,1 0 1,-1-1 0,1 1 0,0 0 0,-1 0 0,1-1 0,-1 1 0,1 0-1,0-1 1,-1 1 0,1 0 0,0-1 0,0 1 0,-1-1 0,1 1 0,0-1-1,0 0 35,19 4 879,-17 0-987,0 0 0,0 0 0,0 0 0,0 1-1,0-1 1,-1 0 0,0 1 0,0 0 0,0-1 0,0 1-1,0 5 1,4 50 577,-3-34-302,1 294 1779,-5-169-1390,-5-124-338,1-22-8540,-1-4 2308</inkml:trace>
</inkml:ink>
</file>

<file path=ppt/ink/ink8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33:06.26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34 1272,'0'0'12568,"8"-3"-11658,-1 2-674,-4 0-162,-1 1 1,1 0 0,0-1-1,-1 0 1,1 0-1,-1 0 1,1 0-1,-1 0 1,1 0 0,-1-1-1,0 1 1,3-3-1,-3 1 1095,6-8 3463,-8 11-4608,1 0 0,-1 0 0,0 0 0,0 0 0,1 0 0,-1 0-1,0 0 1,1 0 0,-1 0 0,0 0 0,1 0 0,-1 0 0,0 0 0,1 0 0,-1 0 0,0 0 0,1 0 0,-1 0 0,0 1 0,0-1 0,1 0 0,-1 0-1,0 0 1,0 1 0,1-1 0,-1 0 0,0 0 0,0 0 0,0 1 0,1-1 0,-1 0 0,0 0 0,0 1 0,0-1 0,0 0 0,0 1 0,0-1-1,1 0 1,-1 1 0,0-1 0,0 0 0,0 1 0,0-1 0,0 0 0,0 0 0,0 1 0,8 35 512,-1 0 1,-2 0 0,-2 1-1,-1-1 1,-5 72-1,1-15 319,2 121 1444,1-214-2291,7 0-386,25-2 1163,-22-5-2283,-6-6-3833,-17 13-2872,9 0 5977,-21 0-7816</inkml:trace>
</inkml:ink>
</file>

<file path=ppt/ink/ink8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33:11.30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33 1632,'0'0'3376,"15"-10"-1445,-9 5 6865,11 0-6593,515-7-39,-531 12-1088,-1 1-1032,0 0-1,0 0 1,0 0 0,0 0 0,-1 0 0,1 0 0,0-1-1,0 1 1,-1 0 0,1 0 0,-1 0 0,1 0 0,-1 0-1,1 0 1,-1 0 0,1-1 0,-1 1 0,0 0-1,0 0 1,-1 0 0,-165 97 611,48-33 168,81-48-522,31-15-275,1 0 1,0 0-1,-1 1 1,1 0-1,1 0 1,-1 0-1,0 1 0,1 0 1,-10 8-1,15-11-22,-1-1-1,1 1 1,0-1-1,0 1 1,-1-1 0,1 1-1,0 0 1,0-1-1,0 1 1,0-1-1,0 1 1,0-1 0,0 1-1,0-1 1,0 1-1,0 0 1,0-1-1,0 1 1,0-1 0,1 1-1,-1-1 1,0 1-1,0-1 1,1 1-1,-1-1 1,0 1 0,0-1-1,1 1 1,-1-1-1,1 1 1,-1-1-1,0 0 1,1 1 0,-1-1-1,1 0 1,-1 1-1,1-1 1,-1 0-1,1 0 1,-1 1 0,1-1-1,-1 0 1,1 0-1,-1 0 1,1 0-1,0 0 1,33 8 33,-27-7 10,75 6-6,-66-7-36,1 1 0,0 1 0,-1 0 1,32 9-1,-45-10-8,-1 0 1,1 0-1,-1 0 0,1 0 1,-1 1-1,1-1 0,-1 1 1,0 0-1,0 0 1,0-1-1,0 2 0,0-1 1,0 0-1,0 0 0,-1 0 1,1 1-1,-1-1 1,0 1-1,1-1 0,0 4 1,-1 2-2,1 0 1,-1 0 0,0 0 0,-1 0-1,-1 12 1,1-1 25,0-17-23,-1-1 1,1 1 0,-1-1 0,0 1 0,1-1 0,-1 0-1,0 1 1,0-1 0,1 0 0,-1 1 0,0-1 0,0 0-1,-1 0 1,1 0 0,0 0 0,0 0 0,-1 0 0,1 0-1,0-1 1,-1 1 0,1 0 0,-2 0 0,-41 15 30,30-11-19,-12 4 97,-1-2 0,1-1-1,-1-2 1,0 0 0,-1-2 0,1 0 0,-32-4 0,35 2 288,-46-12 2034,69 12-2326,35 0-3065,-8 7-703,-9 8-4221,-10-2-5058</inkml:trace>
</inkml:ink>
</file>

<file path=ppt/ink/ink8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33:27.694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52 48 1096,'0'0'3844,"18"7"2772,-17-8-6307,0 0 1,-1 1-1,1-1 0,-1 0 1,1 0-1,-1 0 1,1 0-1,-1 0 0,1 0 1,-1 0-1,0 0 1,0 0-1,1-1 0,-1 1 1,0 0-1,0 0 0,0 0 1,0 0-1,-1-1 1,1 1-150,0 1 0,-1-1 0,1 1 1,0-1-1,-1 1 0,1 0 1,0-1-1,-1 1 0,1-1 0,-1 1 1,1 0-1,-1-1 0,1 1 1,-1 0-1,1 0 0,-1-1 0,1 1 1,-1 0-1,1 0 0,-1 0 1,1 0-1,-1 0 0,0 0 0,1 0 1,-2 0-1,0 0-104,0 0 0,1 0 0,-1 0-1,0 1 1,0-1 0,0 1 0,0 0 0,0-1 0,0 1-1,1 0 1,-1 0 0,0 0 0,1 0 0,-1 0 0,1 1 0,-1-1-1,1 0 1,-1 1 0,1-1 0,0 1 0,-2 2 0,-1 3-67,1 0 1,0 1 0,0-1-1,0 1 1,1 0 0,0 0-1,0 0 1,1 0 0,0 0-1,0 0 1,2 15 0,-1-22-3,0-1 1,0 1 0,1 0 0,-1 0-1,0 0 1,1 0 0,-1 0 0,1-1 0,-1 1-1,1 0 1,-1-1 0,1 1 0,0 0-1,-1-1 1,1 1 0,0 0 0,-1-1 0,1 1-1,0-1 1,0 1 0,-1-1 0,1 0-1,0 1 1,0-1 0,0 0 0,0 0-1,0 1 1,-1-1 0,1 0 0,0 0 0,0 0-1,1 0 1,39 0 79,-27-1-53,-12 1-15,1-1 0,-1 1 0,0-1 0,1 0 0,-1 1 0,0-1 0,1 0 0,-1-1 0,0 1 0,0 0 0,0-1 0,0 1 0,0-1 0,-1 0 0,1 1 0,0-1 0,-1 0 0,1 0 0,-1 0 0,1 0 0,-1 0 0,0-1 0,0 1 0,0 0 0,0 0 0,-1-1 0,1 1 0,-1-1 0,1-2 0,2-9-9,-1 0 0,0 0 0,0-24 0,-3 36-61,1 0 0,-1-1 0,1 1 0,-1 0 0,0 0-1,0 0 1,0 1 0,0-1 0,0 0 0,0 0 0,0 0-1,-1 1 1,1-1 0,0 1 0,-1-1 0,0 1 0,1-1-1,-1 1 1,0 0 0,0 0 0,1 0 0,-1 0-1,0 0 1,0 0 0,0 0 0,-4 0 0,5 2-300,1 0-1,-1 0 1,0-1 0,1 1 0,-1 0 0,1 0-1,0 0 1,-1 0 0,1 0 0,0 0 0,-1 0-1,1 0 1,0 0 0,0 0 0,0 0 0,0 0 0,0 0-1,0 0 1,0 0 0,0 0 0,0 1 0,1-1-1,-1 0 1,0 0 0,1 0 0,0 1 0,9 12-6660</inkml:trace>
</inkml:ink>
</file>

<file path=ppt/ink/ink8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33:27.695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472 120 2857,'0'0'14620,"-33"-20"-13713,-108-59-492,135 76-389,0 0-1,0 0 1,0 1 0,0 0 0,-1 0 0,1 0-1,0 1 1,-1 0 0,0 0 0,1 1 0,-1-1-1,0 2 1,1-1 0,-1 1 0,1 0 0,-1 0 0,1 0-1,-1 1 1,1 0 0,-9 5 0,5-1 67,-1 2 0,2-1 1,-1 1-1,1 0 0,1 1 0,-1 0 1,-12 19-1,13-16 42,0 1 0,0 0 0,1 0-1,1 1 1,1-1 0,0 1 0,0 1 0,1-1 0,1 1 0,-2 24 0,2 13 224,6 90 0,-2-121-306,17 131 99,-9-97-122,2 80 0,-11-134-58,0 0 1,0 0-1,0 0 0,0 0 0,0 0 1,-1 0-1,1 0 0,0 0 0,0 0 1,-1 0-1,1 0 0,0 0 0,-1 0 1,1-1-1,-1 1 0,1 0 0,-1 0 1,0 0-1,1-1 0,-1 1 0,0 0 1,1 0-1,-1-1 0,0 1 0,0-1 0,-1 2 1,-18 1-4600,14-3 748</inkml:trace>
</inkml:ink>
</file>

<file path=ppt/ink/ink8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33:27.696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 0 1480,'0'0'17620,"160"23"-17964,-108-23-1440,-14 0-2665,-6 0-6554</inkml:trace>
</inkml:ink>
</file>

<file path=ppt/ink/ink8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33:27.697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129 0 1016,'0'0'19724,"-71"196"-17995,71-142-673,0-2-672,0-7-280,0-10-96,0-6-8,0-10-456,0 0-904,-13-3-1321,-6 0-2088,-7-12-6033</inkml:trace>
</inkml:ink>
</file>

<file path=ppt/ink/ink8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33:27.698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1 435 1568,'0'0'12906,"40"-17"-10692,9-4-1544,18-9 855,118-33 0,-98 38-479,132-41-32,-178 51-980,0-2 0,-2-1 0,43-27-1,-77 43-26,-1-1 0,1 0 0,-1 0-1,1-1 1,-1 1 0,0-1 0,0 0-1,-1 0 1,1 0 0,-1 0 0,0-1-1,0 1 1,0-1 0,-1 0 0,1 0-1,-1 0 1,0 0 0,-1 0-1,2-7 1,-3 11-5,0 0-1,0-1 1,-1 1-1,1 0 1,-1 0-1,1 0 1,0 0-1,-1 0 1,0 0 0,1 0-1,-1 0 1,0 0-1,1 0 1,-1 0-1,0 0 1,0 1-1,0-1 1,0 0-1,0 0 1,0 1-1,0-1 1,0 1 0,0-1-1,0 1 1,0-1-1,0 1 1,0 0-1,0-1 1,-1 1-1,1 0 1,-1 0-1,-43-3 93,38 3-85,-3-1-3,0 1-1,1 0 1,-1 0-1,0 1 1,0 1 0,1-1-1,-1 2 1,0-1-1,1 1 1,0 1-1,0-1 1,0 2-1,0-1 1,1 1 0,-1 0-1,1 1 1,-7 7-1,3-4 20,1 1-1,0 0 1,1 1-1,0 0 0,1 1 1,0 0-1,1 0 1,0 1-1,1 0 1,0 1-1,1-1 0,1 1 1,0 0-1,1 1 1,0-1-1,1 1 1,1 0-1,-1 23 0,3 214 280,0-251-312,1-1-1,-1 0 0,0 0 0,0 0 0,1 1 1,-1-1-1,0 0 0,1 0 0,-1 0 0,0 0 1,0 0-1,1 0 0,-1 0 0,0 1 0,1-1 1,-1 0-1,0 0 0,1 0 0,-1 0 0,0 0 1,1 0-1,-1-1 0,0 1 0,1 0 0,-1 0 1,0 0-1,1 0 0,-1 0 0,0 0 0,0 0 1,1-1-1,-1 1 0,0 0 0,1 0 0,-1 0 1,0-1-1,0 1 0,0 0 0,1 0 0,-1-1 1,13-8-268,77-107-496,-52 188 2242,-11-46-3688,3-11-4958,-22-13-521</inkml:trace>
</inkml:ink>
</file>

<file path=ppt/ink/ink8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33:27.699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0 48 1736,'0'0'15073,"13"4"-14654,-12-3-416,11 3 59,0 1 0,1-1 1,0-1-1,0-1 0,0 0 1,0 0-1,0-1 0,19-1 1,-32 0-61,1 0-1,0 0 1,-1 0 0,1 0 0,0-1-1,-1 1 1,1 0 0,0 0 0,-1 0-1,1-1 1,0 1 0,-1 0 0,1-1-1,-1 1 1,1 0 0,-1-1 0,1 1-1,-1-1 1,1 1 0,-1-1 0,1 1-1,-1-1 1,0 1 0,1-1 0,-1 0-1,0 1 1,1-1 0,-1 1 0,0-1-1,0 0 1,0 1 0,0-1 0,1 0-1,-1 1 1,0-1 0,0 0 0,0 1-1,0-1 1,0 0 0,-1 1 0,1-1-1,0 0 1,0 1 0,0-1 0,-1 0-1,1 1 1,0-1 0,0 1 0,-1-1-1,1 1 1,-1-1 0,0 0 0,-23-29 276,21 28-179,0-1 1,0 1 0,0 1 0,0-1 0,0 0-1,0 1 1,0 0 0,-1-1 0,1 1 0,-1 1-1,1-1 1,0 0 0,-1 1 0,0 0 0,1 0 0,-1 0-1,1 0 1,-5 1 0,6 0 2,-1 0 0,1-1 0,0 1 0,-1 1 0,1-1-1,0 0 1,0 1 0,0-1 0,0 1 0,0-1 0,0 1 0,0 0 0,1 0 0,-1 0 0,0 0 0,1 0-1,0 0 1,0 0 0,-1 1 0,1-1 0,0 0 0,1 1 0,-2 4 0,-1 4 151,1 0 1,0 0-1,1 1 1,0 20-1,1-29-261,0 0 0,0-1 0,0 1 0,0-1 0,1 1 0,-1 0-1,1-1 1,0 1 0,0-1 0,0 0 0,0 1 0,0-1 0,0 0 0,1 1-1,-1-1 1,1 0 0,0 0 0,-1 0 0,1 0 0,0-1 0,0 1 0,0 0 0,0-1-1,1 0 1,-1 1 0,5 1 0,17 3-820,0-1 0,1-1 1,-1-2-1,1 0 0,33-2 0,-12 0-2017,39 1-5318</inkml:trace>
</inkml:ink>
</file>

<file path=ppt/ink/ink8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33:27.700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104 1 1736,'0'0'19355,"-13"14"-17617,7-7-1536,-2 1-40,1 0 0,1 0 0,-1 0 0,1 1 0,1 0 0,-1 0 0,1 0 1,1 1-1,0-1 0,0 1 0,-4 20 0,-1 59 553,4 155 0,6-158-2058,-1-86 1123,0 1 1,1-1-1,-1 1 1,1-1-1,-1 0 1,1 1-1,-1-1 1,1 0-1,-1 0 1,1 1-1,-1-1 1,1 0-1,-1 0 1,1 0-1,-1 1 1,1-1-1,0 0 1,-1 0-1,1 0 1,-1 0-1,1 0 1,-1 0-1,1 0 1,0 0-1,-1-1 1,1 1-1,0 0 1,3 0-3416,2 0-3733</inkml:trace>
</inkml:ink>
</file>

<file path=ppt/ink/ink8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33:27.701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1 142 1776,'0'0'17091,"19"0"-16196,167 0 457,-185 0-1342,-1 0 0,1 0 1,-1 0-1,1 0 0,-1 0 1,1 0-1,0 0 0,-1-1 1,1 1-1,-1 0 0,1 0 1,-1 0-1,1-1 0,-1 1 1,1 0-1,-1-1 0,1 1 1,-1 0-1,0-1 0,1 1 1,-1-1-1,1 1 0,-1-1 1,0 1-1,1 0 0,-1-1 1,0 1-1,0-1 0,1 0 1,-1 1-1,0-1 0,0 0 0,-2-25 282,-17-24 233,15 44-370,1 1 0,-1-1 0,0 1 0,0-1 0,0 1 0,-6-5 0,9 9-131,0 0 1,0 0 0,0 0 0,0 0 0,0 0 0,0 1 0,-1-1-1,1 0 1,0 1 0,0-1 0,-1 0 0,1 1 0,0-1 0,-1 1-1,1 0 1,0-1 0,-1 1 0,1 0 0,-1 0 0,1 0 0,0 0 0,-1 0-1,1 0 1,-1 1 0,1-1 0,0 0 0,-1 1 0,1-1 0,0 1-1,0-1 1,-1 1 0,1-1 0,0 1 0,0 0 0,0 0 0,0 0-1,-1 0 1,0 1 0,-1 2 11,0 0 0,1 0 0,-1 0 0,1 1 0,0-1 0,0 1 0,0 0 0,1-1 0,0 1 0,0 0 0,-1 8 0,0 60 112,3-46-180,-1-24-43,0 0 0,0 0-1,1 0 1,-1-1 0,1 1-1,0 0 1,0 0 0,0 0 0,0-1-1,0 1 1,1 0 0,-1-1-1,1 0 1,-1 1 0,1-1-1,0 0 1,0 0 0,0 0-1,1 0 1,-1 0 0,0 0 0,1 0-1,-1-1 1,1 1 0,-1-1-1,1 0 1,0 0 0,4 1-1,7 2-771,1 0 0,-1-2 0,1 0 0,19 1 0,-19-2 107,45 2-4961,-3-3-3183</inkml:trace>
</inkml:ink>
</file>

<file path=ppt/ink/ink8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33:27.702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424 121 3065,'0'0'15850,"-29"-20"-14525,-91-61-460,117 78-815,0 1 1,-1 0 0,1 0 0,-1 0 0,0 1 0,0-1 0,0 1-1,0 0 1,0 0 0,0 0 0,-6 0 0,8 1-27,1 0 0,-1 1 1,1-1-1,-1 0 0,1 1 1,-1 0-1,1-1 0,0 1 1,-1 0-1,1 0 0,0 0 1,0 0-1,-1 0 0,1 0 1,-2 2-1,-4 4 113,-3 3 12,-1 0-1,2 0 1,0 1 0,0 1 0,1-1-1,0 1 1,1 1 0,1 0 0,0 0-1,0 0 1,-4 17 0,-4 22 166,-12 85-1,24-127-310,-7 60-13,4 0 0,7 138 0,7-147-173,0 10-2642,-13-69 1596,0-1-1,0 0 1,0 0-1,0 0 1,-1 0-1,-7-1 1,-8 1-6774</inkml:trace>
</inkml:ink>
</file>

<file path=ppt/ink/ink8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33:27.703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0 49 464,'0'0'20332,"180"-32"-19987,-161 32-345,0 0-24,1 0-1081,18 0-1375,-12-3-2441,6-10-4729</inkml:trace>
</inkml:ink>
</file>

<file path=ppt/ink/ink8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33:27.704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89 1 1672,'0'0'18714,"-13"33"-16447,-39 107-784,47-126-1301,0 1 1,2-1 0,0 1-1,0 0 1,2 0-1,0 0 1,0 1-1,3 20 1,0 8 168,-4 24-91,0-40-362,1 0 0,1 0-1,2 1 1,6 32 0,-7-55 195</inkml:trace>
</inkml:ink>
</file>

<file path=ppt/ink/ink8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33:27.705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 0 360,'0'0'22525,"134"58"-22525,-76-52-720,-13 1-2305,-13-7-4993</inkml:trace>
</inkml:ink>
</file>

<file path=ppt/ink/ink8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33:27.706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273 1 2481,'0'0'18493,"-33"3"-17101,-104 13-526,132-16-789,0 0 0,1 1 0,-1 0 0,0 0-1,1 0 1,-1 1 0,1 0 0,-1 0 0,1 0 0,0 0 0,-1 1 0,1-1 0,1 1 0,-1 0 0,0 0 0,1 0 0,-1 1 0,1 0 0,0-1 0,0 1 0,1 0 0,-3 5 0,3-4-11,0 1 0,0 0 1,1 0-1,0 1 0,1-1 0,-1 0 0,1 0 1,0 0-1,0 0 0,1 1 0,0-1 1,2 6-1,-2-7-51,1 0-1,1 0 1,-1-1 0,0 1 0,1-1-1,0 1 1,0-1 0,1 0 0,-1 0-1,1 0 1,0-1 0,0 1 0,0-1-1,0 0 1,0 0 0,6 2 0,-1 0-156,-1 0 0,1-1 0,0 0 1,1-1-1,-1 0 0,1 0 0,-1-1 0,13 1 1,77-3-4669,-54-5-354</inkml:trace>
</inkml:ink>
</file>

<file path=ppt/ink/ink8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33:27.707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49 0 824,'0'0'21635,"-6"29"-19542,-21 99-813,20-81-754,1 0-1,3 0 1,5 81-1,0-35-301,-2 105-151,0-197-75,0 1 0,0-1 0,0 1-1,0 0 1,0-1 0,1 1 0,-1-1 0,0 1-1,1-1 1,-1 1 0,1-1 0,0 1 0,-1-1-1,1 1 1,0-1 0,0 0 0,0 1-1,0-1 1,0 0 0,0 0 0,0 0 0,0 0-1,1 0 1,-1 0 0,3 1 0,-2-1-36,0-1 0,0 1 0,0-1 0,0 0 0,1 1 0,-1-1 0,0-1 0,0 1 0,0 0 0,0 0 0,1-1 0,-1 1 0,0-1 0,0 0 0,0 1 0,0-1 0,0 0 0,0 0 0,0 0 0,1-2 1,12-8-529,-2-1 0,0 0 1,0-1-1,-1 0 1,-1-1-1,15-23 1,-10 15-4,30-33-1,-45 54 1033,-1 46 1222,1-34-1564,0 1 0,1-1 1,0 0-1,1 0 1,0 0-1,1-1 1,9 21-1,16 21-1285,3-8-4185,-19-30-285</inkml:trace>
</inkml:ink>
</file>

<file path=ppt/ink/ink8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33:27.708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 0 1744,'0'0'23341,"64"174"-23301,-57-161-40,-7-7-400,-13-22-13387</inkml:trace>
</inkml:ink>
</file>

<file path=ppt/ink/ink8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33:27.709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0 1 12763,'0'0'10978,"13"32"-10978,-13-19-296,6 6-808,1 16-1529,-1-6-2216,7-6-2712</inkml:trace>
</inkml:ink>
</file>

<file path=ppt/ink/ink8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33:27.710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110 1 1528,'0'0'20439,"-9"33"-18677,-48 197 284,44-171-1606,2 1 1,-3 71-1,8 37-2828,7-167 2122,-1-1 0,0 1 0,0 0-1,1-1 1,-1 1 0,0-1 0,1 1 0,-1-1 0,0 1 0,1-1-1,-1 1 1,1-1 0,-1 0 0,1 1 0,-1-1 0,1 0 0,-1 1-1,1-1 1,-1 0 0,1 0 0,0 1 0,-1-1 0,1 0 0,-1 0-1,1 0 1,0 0 0,-1 0 0,1 0 0,-1 0 0,1 0 0,0 0-1,-1 0 1,1 0 0,-1 0 0,1 0 0,0 0 0,-1-1 0,2 1-1,3-1-1757,14 1-7423</inkml:trace>
</inkml:ink>
</file>

<file path=ppt/ink/ink8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33:27.711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135 718 1320,'0'0'14481,"5"-3"-12568,-4 1-1792,1 1 0,-1 0-1,0 0 1,1-1 0,-1 1-1,0-1 1,0 1 0,0-1-1,0 1 1,0-1 0,0 0-1,0 1 1,-1-1 0,1 0-1,0 0 1,-1 0 0,0 1-1,1-1 1,-1 0 0,0 0-1,0 0 1,0 0 0,0 0-1,0 0 1,-1 1 0,1-1-1,0 0 1,-1 0 0,0 0-1,1 1 1,-1-1 0,0 0-1,0 0 1,0 1 0,0-1-1,0 1 1,0-1 0,0 1-1,-1 0 1,1-1 0,0 1-1,-1 0 1,1 0 0,-1 0-1,0 0 1,1 0 0,-4-1-1,2 0-75,-1 0 0,1 0 0,-1 1-1,1-1 1,-1 1 0,0 0-1,1 0 1,-1 0 0,0 1 0,0-1-1,0 1 1,0 0 0,1 0-1,-1 0 1,0 1 0,0 0 0,0-1-1,1 1 1,-1 0 0,0 1-1,1-1 1,-1 1 0,-4 2 0,5-1-7,0 0 1,0 0 0,0 0 0,0 0 0,0 0 0,1 1 0,0 0 0,-1-1-1,2 1 1,-1 0 0,0 0 0,1 0 0,-1 0 0,1 0 0,0 0 0,1 1 0,-1-1-1,1 0 1,-1 0 0,2 5 0,-2-4-31,1 0-1,0 0 1,0 0 0,1 0-1,-1 0 1,1 0 0,0 0-1,1 0 1,-1-1 0,1 1-1,0 0 1,3 4-1,-3-7-5,1 1 0,-1-1-1,1 0 1,0 0-1,-1 0 1,1 0 0,0-1-1,1 1 1,-1-1-1,0 1 1,0-1-1,0 0 1,1-1 0,-1 1-1,1 0 1,-1-1-1,0 0 1,7 0-1,-3 1-9,-1-1-1,1 0 0,0-1 0,0 1 0,0-1 0,-1-1 0,1 1 1,0-1-1,12-5 0,-10 1-104,1 1 0,-1-2 0,0 1 1,-1-1-1,14-15 0,8-10-496,-1-2-1,-2-1 1,-1-1-1,-2-1 1,-2-2-1,23-50 1,-22 33 312,-2-1 0,-2-1-1,-3-1 1,8-61 0,-16 26 3006,-10 93-2607,0 1-1,1 0 1,-1-1 0,0 1 0,1 0 0,-1 0 0,1 0 0,-1 0 0,0 0 0,1 1-1,-1-1 1,0 0 0,1 1 0,-3 0 0,-2 3 42,1-1 0,0 0 0,0 1 0,0 0-1,0 0 1,1 1 0,-1-1 0,1 1 0,0 0 0,1 0 0,-1 1 0,1-1 0,-3 8-1,-35 82 1184,39-89-1266,-7 23 205,1 0-1,2 1 1,0-1-1,-1 61 1,10 124 35,-2-194-308,2 5-29,1 0 0,1 0 0,1 0 0,1-1 0,14 33 0,8 25-2006,-22-31-4862,-7-34 32</inkml:trace>
</inkml:ink>
</file>

<file path=ppt/ink/ink8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33:27.712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0 411 2801,'0'0'9482,"1"-4"-8223,8-22 690,0 0 1,18-33 0,18-14-1467,-45 72-500,1 0 0,-1 0 0,1 0 0,-1 0 0,1 0 0,0 0 0,-1 0 0,1 0 0,0 1 1,0-1-1,0 0 0,0 0 0,-1 1 0,1-1 0,0 1 0,0-1 0,0 1 0,0-1 0,0 1 1,0-1-1,1 1 0,-1 0 0,0 0 0,0-1 0,0 1 0,0 0 0,0 0 0,0 0 0,0 0 1,1 0-1,-1 1 0,0-1 0,0 0 0,1 1 0,0 1 6,0 0 0,1 0 0,-2 0 1,1 0-1,0 1 0,0-1 0,-1 1 0,1-1 0,-1 1 1,0 0-1,0 0 0,2 4 0,3 15 11,-1 0-1,3 33 1,-8-14 132,0-34-109,-1-1 0,1 0 0,0 0 0,1 1 0,-1-1 0,1 0 0,0 0-1,1 0 1,-1 0 0,1 0 0,4 7 0,-5-12-36,1 0 0,0 0 0,0 0 0,0-1 0,-1 1 0,1-1 0,0 1 0,0-1 0,0 0 0,0 0 0,0 1 0,0-1 1,0-1-1,0 1 0,0 0 0,2-1 0,32-6 134,-16-3-87,-2 0 0,1-1 1,-1-1-1,24-22 0,-20 14-46,-16 14 2,0 0 0,1 0 0,0 1 0,0 0 0,14-8 0,-20 13-22,18 35-239,-15-30 255,-1 0 1,1-1-1,1 0 0,-1 0 0,1 0 0,-1 0 1,1-1-1,0 0 0,0 0 0,0 0 1,1 0-1,-1-1 0,1 0 0,-1 0 0,1-1 1,11 3-1,-12-4 5,-1 0 0,1 0 0,-1 0 0,1 0 0,-1-1 1,0 1-1,1-1 0,-1 0 0,1-1 0,-1 1 0,0-1 0,0 0 0,0 0 0,0 0 0,0 0 1,0-1-1,-1 0 0,1 1 0,-1-1 0,0-1 0,0 1 0,5-7 0,-2 1 38,-1 0-1,-1 1 0,0-2 0,0 1 1,-1 0-1,0-1 0,-1 1 0,0-1 1,1-17-1,-1 8 73,-2 0-1,0-1 1,-1 1 0,-4-21 0,2 30 30,0 0 1,-1 1-1,1-1 1,-2 0 0,1 1-1,-2 0 1,-7-10 0,10 14-78,0 0 0,0 1 0,-1-1 0,1 1 0,-1 0 0,-1 0 0,1 0 0,0 1 0,-1 0 0,0 0 0,1 0 0,-1 0 0,0 1 0,-10-4 0,4 5-435,10 1 148,1 0 1,-1 0-1,1 0 1,0 0-1,-1 1 1,1-1-1,-1 0 1,1 0 0,0 0-1,-1 0 1,1 0-1,0 1 1,-1-1-1,1 0 1,0 0 0,-1 1-1,1-1 1,0 0-1,0 1 1,-1-1-1,1 0 1,0 1 0,0-1-1,-1 0 1,1 1-1,0-1 1,0 0-1,0 1 1,0-1 0,0 1-1,0-1 1,0 0-1,-1 1 1,1-1-1,0 1 1,0-1-1,1 0 1,-1 1 0,0-1-1,0 1 1,0 7-6205</inkml:trace>
</inkml:ink>
</file>

<file path=ppt/ink/ink8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33:27.713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0 43 1040,'0'0'3932,"2"-7"-1854,1 1-1549,5-23 2641,-2 37 953,-5 16-3997,-2-17 330,1 204 2350,0 418-1015,0-629-1790,0 0-1,0 1 1,0-1 0,0 0 0,0 1-1,0-1 1,0 0 0,0 0-1,0 1 1,0-1 0,1 0 0,-1 0-1,0 1 1,0-1 0,0 0 0,0 0-1,0 1 1,0-1 0,1 0-1,-1 0 1,0 1 0,0-1 0,0 0-1,1 0 1,-1 0 0,0 0 0,0 1-1,1-1 1,-1 0 0,0 0-1,0 0 1,1 0 0,-1 0 0,0 0-1,0 0 1,1 1 0,-1-1 0,0 0-1,1 0 1,-1 0 0,0 0-1,0 0 1,1 0 0,-1-1 0,0 1-1,0 0 1,1 0 0,-1 0 0,0 0-1,1 0 1,10-8 258,-9 2-244,1 0 1,0 0-1,1 1 0,0 0 1,-1-1-1,2 1 0,-1 1 1,8-8-1,17-21-120,-29 32 106,1 1 0,-1-1 0,0 0-1,1 0 1,-1 1 0,1-1 0,-1 0 0,1 1-1,-1-1 1,1 0 0,0 1 0,-1-1 0,1 1-1,-1-1 1,1 1 0,0-1 0,0 1-1,-1 0 1,1-1 0,0 1 0,0 0 0,-1 0-1,1-1 1,0 1 0,0 0 0,0 0 0,0 0-1,-1 0 1,1 0 0,0 0 0,0 0-1,0 0 1,1 1 0,20 21 500,-21-20-475,1 0-1,0 0 0,-1 1 1,1-1-1,0 0 0,0 0 1,0-1-1,0 1 0,1 0 1,-1-1-1,0 1 1,1-1-1,3 2 0,70 0-8248,-50-2 1712</inkml:trace>
</inkml:ink>
</file>

<file path=ppt/ink/ink8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33:27.714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180 41 856,'0'0'15311,"-6"-7"-14217,3 3-918,2 2-144,0 0-1,0 0 1,0 1 0,0-1 0,0 0 0,0 1 0,-1-1 0,1 1 0,0-1 0,-1 1-1,0 0 1,1-1 0,-1 1 0,0 0 0,1 0 0,-1 0 0,0 1 0,0-1-1,0 0 1,0 1 0,0-1 0,0 1 0,0-1 0,0 1 0,0 0 0,0 0-1,0 0 1,-3 0 0,-4 4 151,1 0 0,-1 0-1,1 0 1,-1 1-1,1 0 1,0 1 0,1 0-1,-9 8 1,13-10-116,-1 0-1,0 0 1,1 0-1,0 1 1,0 0-1,0-1 1,1 1-1,-1 0 1,1 0-1,0 0 1,1 0 0,-1 1-1,1-1 1,0 0-1,0 11 1,44-15-142,-35-1 69,-5 0-18,-1 1 0,1-1 1,-1 0-1,1 0 0,0 0 1,-1-1-1,1 1 0,-1-1 1,1 1-1,-1-1 0,1 0 1,-1 0-1,1 0 0,-1 0 1,0 0-1,0-1 0,0 1 1,1-1-1,-1 1 0,0-1 0,-1 0 1,1 0-1,0 0 0,-1 0 1,1 0-1,-1 0 0,2-3 1,-4 9 54,1 0 1,-1 0 0,1-1-1,-1 1 1,1 0-1,1 0 1,-1 0 0,0-1-1,1 1 1,0 0 0,0 0-1,0-1 1,0 1-1,4 6 1,27 55-1353,-30-61 793,0 0-1,0-1 1,1 0 0,0 1-1,0-1 1,0 0 0,0 0-1,0 0 1,1-1 0,-1 1 0,1-1-1,-1 0 1,1 0 0,0 0-1,0 0 1,0-1 0,0 1 0,0-1-1,1 0 1,-1-1 0,6 1-1,11-1-7311</inkml:trace>
</inkml:ink>
</file>

<file path=ppt/ink/ink8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33:27.715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104 1 728,'0'0'16897,"-10"28"-15363,-5 10-1026,3-4 71,0 1-1,-10 56 1,10-25 474,2 0 0,0 127-1,10-190-1075,0 1-1,0 0 0,1 0 1,-1-1-1,1 1 1,0-1-1,0 1 0,0 0 1,0-1-1,1 0 0,-1 1 1,1-1-1,0 0 1,0 0-1,0 0 0,1 0 1,-1 0-1,1 0 0,0-1 1,-1 1-1,1-1 1,0 0-1,0 0 0,6 3 1,-3-2-470,0-1 1,0 0-1,0 0 1,0-1 0,1 1-1,-1-2 1,0 1-1,1-1 1,-1 1 0,1-2-1,-1 1 1,0-1-1,12-3 1,5-8-4980,-13-9-3052</inkml:trace>
</inkml:ink>
</file>

<file path=ppt/ink/ink8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33:27.716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 42 4353,'0'0'16355,"147"-36"-16355,-57 36-216,-6 0-2264,-14-6-3954</inkml:trace>
</inkml:ink>
</file>

<file path=ppt/ink/ink8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33:27.717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 0 1672,'0'0'17855,"0"5"-16504,0 8-1146,1 0 0,0 0 0,1 0 1,1-1-1,0 1 0,1 0 0,0-1 1,10 21-1,-14-33-284,0 0 0,0 1 0,0-1 0,0 0 0,0 0 0,0 1 0,0-1 0,0 0 0,0 0 0,0 1 0,0-1 0,0 0 0,0 0 0,0 1 0,1-1 0,-1 0 0,0 0 0,0 1 0,0-1 0,0 0 0,0 0 0,1 0 0,-1 1 1,0-1-1,0 0 0,0 0 0,1 0 0,-1 0 0,0 0 0,0 1 0,1-1 0,-1 0 0,0 0 0,0 0 0,1 0 0,-1 0 0,0 0 0,0 0 0,1 0 0,-1 0 0,0 0 0,0 0 0,1 0 0,-1 0 0,0 0 0,0 0 0,1 0 0,-1 0 0,0 0 0,0 0 0,1-1 0,-1 1 0,0 0 0,0 0 0,1 0 0,-1-1 0,3-14-6742,-3-12-2989</inkml:trace>
</inkml:ink>
</file>

<file path=ppt/ink/ink8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33:27.718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 0 984,'0'0'14803,"51"93"-15747,-32-64-1784,1-7-3554</inkml:trace>
</inkml:ink>
</file>

<file path=ppt/ink/ink8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33:27.719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0 44 3297,'0'0'15726,"5"10"-14911,-1-4-816,21 36 584,-23-40-639,0 0 1,0 0-1,0 0 1,0 0-1,0 0 1,0-1-1,0 1 1,1 0-1,-1-1 1,1 0-1,-1 0 1,1 1-1,-1-1 1,1-1-1,0 1 1,0 0-1,-1-1 1,4 1-1,-2-1-57,-1-1 0,-1 1 0,1-1 0,0 1 0,0-1 0,0 0 0,0 0-1,0-1 1,-1 1 0,1 0 0,0-1 0,-1 0 0,1 1 0,-1-1 0,0 0-1,0 0 1,3-3 0,33-49-93,-4 6 200,-32 49 157,0 0 0,0 0-1,0 0 1,0 0 0,0 1 0,0-1 0,-1 1-1,1-1 1,-1 1 0,1 0 0,-1 0-1,0 0 1,1 0 0,-1-1 0,1 5 0,12 13-540,-2-8-1033,0-1 0,1 0 0,1-1 0,15 9 0,-2-6-3984</inkml:trace>
</inkml:ink>
</file>

<file path=ppt/ink/ink8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33:27.720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174 648 104,'0'0'17924,"-19"0"-17057,-55 0-446,71 0-393,0 0-1,0 0 1,0 0 0,0 0 0,0 1-1,0-1 1,0 1 0,0-1-1,0 1 1,0 0 0,0 0-1,1 1 1,-1-1 0,0 0-1,1 1 1,-1 0 0,1 0-1,-1-1 1,1 1 0,0 1-1,0-1 1,0 0 0,0 0 0,0 1-1,1-1 1,-3 4 0,2 1-34,0 0 0,0 0 0,1 0 1,0 0-1,0 0 0,0 0 0,1 12 1,14-21-455,-4-4 396,-1 0 0,-1 0 0,1-1 1,-1 1-1,0-2 0,-1 1 0,0-1 1,12-17-1,46-82-2095,-41 64 1076,-6 12 480,87-168-1563,-96 176 2686,0 1-1,-2-1 1,0-1 0,-2 1 0,0-1 0,-2 0 0,1-31 0,-4 39 102,-1-23 1121,1 38-1665,0 0 1,-1 0-1,1 0 0,0 0 1,-1 0-1,1 0 1,-1 0-1,1 0 1,-1 1-1,1-1 1,-1 0-1,0 0 1,1 0-1,-1 1 1,0-1-1,0 0 0,1 1 1,-1-1-1,0 1 1,0-1-1,0 1 1,0-1-1,0 1 1,0-1-1,0 1 1,0 0-1,0 0 1,0 0-1,0-1 0,0 1 1,-2 0-1,0 2-40,0 1-1,0-1 1,0 0-1,1 1 1,-1-1-1,1 1 1,0 0-1,-1 0 1,1 0-1,1 0 1,-1 0-1,0 0 1,1 1-1,-2 5 1,0-3 72,-10 22 165,1 1 0,2 0 0,1 1 0,2 0 0,-5 38 1,4 0-60,2 89 1,5-148-204,1 0 1,1 0-1,0 0 1,0-1-1,1 1 1,0-1-1,6 17 1,-7-22-109,1 0 0,-1 0 0,1-1 0,0 1 1,0-1-1,0 0 0,0 1 0,0-1 0,1 0 0,-1 0 1,1-1-1,-1 1 0,1 0 0,0-1 0,-1 0 0,1 1 1,0-1-1,0 0 0,0 0 0,0-1 0,0 1 0,0-1 1,0 1-1,0-1 0,6 0 0,-8 0 8,4-1-823,-1 1 0,0 0 0,0 1 0,1-1 0,-1 1 0,0 0 0,8 2 0,-5 1-5623</inkml:trace>
</inkml:ink>
</file>

<file path=ppt/ink/ink8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33:27.721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2 127 1568,'0'0'15846,"11"1"-15125,99 1 4,-109-2-721,0 0-1,0 0 1,0-1 0,0 1 0,0-1-1,0 1 1,0-1 0,0 1-1,0-1 1,0 0 0,0 0 0,0 1-1,0-1 1,-1 0 0,1 0-1,0 0 1,0 0 0,-1 0-1,1 0 1,-1 0 0,1 0 0,-1 0-1,1 0 1,-1 0 0,0 0-1,0 0 1,1 0 0,-1 0 0,0-1-1,0 1 1,0 0 0,0-1-1,0-47 0,-1 38 8,1 9 5,0 1 0,0-1-1,0 0 1,0 1 0,-1-1-1,1 1 1,-1-1 0,1 1 0,-1-1-1,1 1 1,-1 0 0,0-1 0,0 1-1,0 0 1,0-1 0,0 1 0,0 0-1,0 0 1,0 0 0,0 0-1,0 0 1,-1 0 0,1 0 0,0 0-1,-3 0 1,1-1 32,-1 1-1,0 0 1,0 0-1,1 0 1,-1 1 0,0-1-1,0 1 1,0 0-1,0 0 1,-6 1 0,5 0 35,0 0 1,0 0 0,1 0-1,-1 0 1,1 1 0,-1 0-1,1 0 1,-8 5 0,10-6-32,1 0 0,-1 0 1,1 1-1,-1-1 0,1 0 1,-1 1-1,1-1 0,0 1 1,0 0-1,0-1 0,0 1 1,0 0-1,0 0 0,0-1 1,1 1-1,-1 0 0,0 0 1,1 0-1,0 0 0,-1 3 1,0 0-132,1 1 1,0 0 0,0-1-1,0 1 1,1-1 0,0 1-1,0 0 1,0-1 0,0 1-1,1-1 1,0 0 0,0 0-1,1 0 1,-1 0 0,1 0-1,0 0 1,1 0 0,-1-1-1,1 0 1,0 0 0,0 0-1,0 0 1,0 0 0,1-1-1,-1 0 1,6 3 0,0 0-830,-1-1 0,0-1 1,1 1-1,0-2 0,0 1 1,17 2-1,7-1-5338</inkml:trace>
</inkml:ink>
</file>

<file path=ppt/ink/ink8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33:27.722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193 0 1528,'0'0'17929,"-11"11"-16798,1-2-916,4-4-122,1 0 0,0 0 0,0 0-1,0 1 1,1-1 0,-1 1 0,1 0 0,1 1 0,-1-1 0,1 1 0,-3 9 0,-7 30 198,7-20-57,-1-1 1,-15 34 0,18-50-1083,-1-1 0,0 1 1,0-1-1,-1 0 0,-12 13 0,-2 0-7083,14-16 2453</inkml:trace>
</inkml:ink>
</file>

<file path=ppt/ink/ink8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33:27.723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 4 1400,'0'0'13649,"3"-3"-11529,-2 3-1974,0 0 1,0 0-1,0 0 1,0 0-1,0 0 0,0 0 1,1 0-1,-1 0 1,0 0-1,0 0 0,0 1 1,0-1-1,0 0 1,0 1-1,0-1 1,0 1-1,0-1 0,0 1 1,0-1-1,0 1 1,-1 0-1,1-1 0,0 1 1,0 0-1,0 1 1,35 34 1787,-28-28-1708,0 1 1,0-1-1,18 13 1,17 0-78,10 8-1679,-49-26 981,0 0 0,-1 1 0,1-1-1,-1 1 1,0 0 0,0 1 0,0-1 0,0 0 0,-1 1-1,4 7 1,1 9-4867</inkml:trace>
</inkml:ink>
</file>

<file path=ppt/ink/ink8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33:27.724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246 214 312,'0'0'3638,"-3"-8"-2999,1 3-605,0 1 0,0 0 0,0 0 1,0 0-1,-1 0 0,1 0 0,-1 0 0,0 0 0,-1 1 1,1-1-1,0 1 0,-1 0 0,0 0 0,0 1 0,0-1 0,0 1 1,-6-3-1,1 2 266,0-1 0,0 1 0,0-2 0,1 1 0,0-1 0,0 0 0,0-1 0,0 0 0,1 0 0,0 0 0,1-1 1,-1 0-1,1-1 0,-7-10 0,12 15 375,-1 0 0,0 0 1,1 1-1,-1-1 1,0 1-1,-1 0 0,1-1 1,0 1-1,0 0 0,-1 0 1,0 0-1,1 1 1,-1-1-1,0 1 0,0-1 1,1 1-1,-1 0 0,-6-1 1,8 2 807,-3 43-480,3-37-999,0-1-1,0 1 1,0-1 0,1 1-1,0-1 1,0 1-1,0 0 1,1-1-1,0 1 1,0-1 0,0 1-1,1-1 1,0 0-1,0 1 1,0-1-1,5 9 1,-3-10-23,49 58 31,-50-59-49,0 0-1,1 1 1,-1-1-1,1 0 1,0-1-1,0 1 1,0-1-1,0 0 1,0 0-1,0 0 1,1 0-1,-1-1 1,1 0-1,6 2 1,-9-4 33,-1 0 0,0 0 0,0 0 0,1 0 0,-1 0 0,0 0 0,0 0 1,0 0-1,0 0 0,0 0 0,0 0 0,-1-1 0,1 1 0,0 0 0,-1-1 1,1 1-1,-1-1 0,1 1 0,-1-1 0,0 1 0,1-1 0,-1 1 1,0-1-1,0-2 0,2-5-21,5-21-91,-1 0 0,-1-1-1,-2 1 1,0-39 0,-3 67 125,0 1 0,0 0 0,-1 0 1,1 0-1,-1 0 0,1 0 0,-1 0 0,1 0 1,-1 0-1,1 0 0,-1 0 0,0 1 0,1-1 0,-1 0 1,0 0-1,0 1 0,0-1 0,0 0 0,0 1 1,0-1-1,0 1 0,0-1 0,0 1 0,0-1 1,0 1-1,0 0 0,0-1 0,0 1 0,0 0 1,0 0-1,0 0 0,-3 0 0,-46 0-8,33 1-197,16-1-724,3 7-5636,9 3 2952,-10-9 2875,17 7-5957</inkml:trace>
</inkml:ink>
</file>

<file path=ppt/ink/ink8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33:27.725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592 100 536,'0'0'14314,"-30"-16"-12882,-97-48 2,119 60-1327,1 1-1,0 0 1,-1 1 0,0 0 0,1 0-1,-1 1 1,0 0 0,0 0 0,0 1-1,0 0 1,0 0 0,0 1 0,0 0-1,1 0 1,-1 1 0,0 0 0,-13 5-1,8 0-73,0 1 1,1 0-1,0 1 0,0 0 0,1 1 0,-18 19 1,10-8 102,2 1 1,0 1 0,1 0-1,2 2 1,0-1 0,2 2-1,1-1 1,0 2 0,2-1 0,1 1-1,2 1 1,-4 30 0,0 27 110,4 1 0,8 141 1,0-206-240,1-1-1,1 1 1,1-1 0,12 33 0,8 38-869,-22-62-1859,-6-13-2088,-2-12-461</inkml:trace>
</inkml:ink>
</file>

<file path=ppt/ink/ink8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33:27.726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 10 5433,'0'0'14891,"147"-9"-14667,-89 9-224,6 0-32,39 9-1368,-20-2-1673,-6-4-4048</inkml:trace>
</inkml:ink>
</file>

<file path=ppt/ink/ink8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33:27.727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 1 984,'0'0'18349,"0"19"-16844,13 257 739,2-68-2517,-19-71-5859,-2-103 1878,-6-12-703</inkml:trace>
</inkml:ink>
</file>

<file path=ppt/ink/ink8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33:27.728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0 48 1064,'0'0'16956,"28"-9"-16187,89-26-373,-114 34-383,1 0 0,-1 0-1,1 1 1,-1-1-1,1 1 1,-1 0-1,1 0 1,-1 0 0,1 1-1,-1-1 1,1 1-1,-1 0 1,1 0-1,-1 0 1,0 0 0,0 0-1,1 1 1,-1 0-1,0 0 1,0 0 0,0 0-1,-1 0 1,1 0-1,0 1 1,-1-1-1,4 6 1,-2-2-6,0 0 0,-1 1 0,0-1 0,0 1 0,0 0 0,-1 0 0,0 0 0,1 14 0,-2-18 8,-1-1 1,0 0-1,0 1 0,0-1 1,0 1-1,0-1 0,-1 1 1,1-1-1,-1 0 0,1 1 1,-1-1-1,0 0 0,0 1 1,0-1-1,0 0 0,0 0 1,-1 0-1,1 0 0,-1 0 1,1 0-1,-1 0 0,0-1 0,0 1 1,1 0-1,-1-1 0,0 1 1,-1-1-1,1 0 0,0 0 1,0 0-1,0 0 0,-1 0 1,1 0-1,0-1 0,-1 1 1,-3-1-1,-12 3-140,0-1 0,0-1 0,0-1 0,-21-2 0,6 0-964,16 2-1634,27 0-4573,14 0-766</inkml:trace>
</inkml:ink>
</file>

<file path=ppt/ink/ink8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33:27.729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151 0 3105,'0'0'13435,"-23"9"-12558,-72 29-357,93-38-508,0 1 0,0 0-1,0 0 1,0 0 0,1 0 0,-1 0-1,0 1 1,1-1 0,-1 0 0,1 1-1,-1-1 1,1 1 0,0-1 0,-1 1-1,1 0 1,0 0 0,0-1 0,0 1 0,0 0-1,1 0 1,-1 0 0,1 0 0,-1 0-1,1 0 1,-1 0 0,1 0 0,0 0-1,0 0 1,0 0 0,0 0 0,1 1-1,-1-1 1,1 3 0,1 7 59,-2-9-70,0-1 0,1 1 0,-1-1 1,1 0-1,-1 1 0,1-1 0,0 0 0,0 0 1,0 0-1,0 1 0,1-1 0,-1 0 0,0 0 0,1-1 1,0 1-1,-1 0 0,1 0 0,0-1 0,0 1 0,0-1 1,0 0-1,0 1 0,0-1 0,0 0 0,0 0 0,1 0 1,-1 0-1,0-1 0,5 2 0,3 0-11,0-1-1,1 1 1,-1-1-1,0-1 0,17-1 1,-25 1 11,0-1 0,0 1 0,-1-1 1,1 1-1,0-1 0,0 0 0,-1 1 0,1-1 1,0 0-1,-1 0 0,1 0 0,-1-1 0,1 1 0,-1 0 1,0 0-1,1-1 0,-1 1 0,0-1 0,0 1 1,0-1-1,0 0 0,0 1 0,-1-1 0,1 0 1,0 0-1,-1 1 0,1-1 0,-1 0 0,1-2 0,0-7 112,1-1 1,-2 1-1,0-20 0,0 17 282,-1 12-424,1 0 1,-1 0-1,1 0 1,-1 0-1,0 0 1,0 0-1,0 0 1,0 0-1,0 0 1,0 0-1,0 1 0,-1-1 1,1 0-1,-1 1 1,1-1-1,-1 1 1,0 0-1,1-1 1,-1 1-1,0 0 1,0 0-1,0 0 1,0 0-1,0 1 1,0-1-1,0 0 1,0 1-1,0 0 1,0-1-1,-1 1 0,1 0 1,0 0-1,0 0 1,0 0-1,0 0 1,0 1-1,0-1 1,-1 1-1,1-1 1,-3 3-1,4-3-189,1 1 1,-1-1-1,0 1 0,1 0 0,-1-1 0,1 1 0,-1 0 1,1-1-1,-1 1 0,1 0 0,-1 0 0,1 0 0,0 0 1,-1-1-1,1 1 0,0 0 0,0 0 0,0 0 0,0 0 1,0 0-1,0 0 0,0 0 0,0 0 0,0-1 0,0 1 1,0 2-1,1 0-1202,-1 11-6971</inkml:trace>
</inkml:ink>
</file>

<file path=ppt/ink/ink8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33:27.730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302 0 2833,'0'0'11546,"-30"7"-9738,-96 21 30,115-26-1519,0 1 1,1 0-1,-1 0 0,1 1 0,0 0 0,0 1 1,0 0-1,0 0 0,1 1 0,-13 11 1,20-16-307,1-1 1,0 1-1,0-1 1,0 1-1,0-1 1,0 1-1,1 0 1,-1 0-1,0 0 1,0-1-1,0 1 0,1 0 1,-1 0-1,0 0 1,1 0-1,-1 0 1,1 0-1,-1 0 1,1 1-1,-1-1 1,1 0-1,0 0 1,0 0-1,-1 0 1,1 0-1,0 1 1,0-1-1,0 0 1,0 0-1,1 0 1,-1 1-1,0-1 1,0 0-1,1 0 1,-1 0-1,1 0 1,-1 0-1,1 0 1,-1 0-1,2 2 1,3 1-70,0 0 1,0-1 0,0 1 0,1-1 0,-1 0-1,11 4 1,-12-5-1,1-1 0,-1 2 0,1-1 0,-1 0-1,0 1 1,0-1 0,0 1 0,-1 1 0,5 2 0,-7-3 52,1 0-1,-1-1 1,1 1 0,-1 0 0,0 0-1,0 0 1,0 0 0,-1 0 0,1 0-1,-1 0 1,0 0 0,1 0 0,-1 0-1,-1 0 1,1 0 0,0 0 0,-1 0-1,1 0 1,-1 0 0,0 0 0,0 0-1,0 0 1,-1-1 0,1 1 0,-1 0 0,1-1-1,-1 1 1,0-1 0,0 1 0,0-1-1,-4 4 1,-5 3 54,-1 0 0,0 0-1,0-1 1,-1-1 0,-14 7 0,26-14-198,4 0-4496,13 0-771</inkml:trace>
</inkml:ink>
</file>

<file path=ppt/ink/ink8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33:27.731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78 0 5049,'0'0'17476,"-52"106"-17204,46-96-200,6-4-56,0-3-16,-7 7-1993,-5 0-495,12-4-2929</inkml:trace>
</inkml:ink>
</file>

<file path=ppt/ink/ink8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33:27.732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 0 1432,'0'0'15772,"0"19"-16789,19 1-1431,0-14-3969</inkml:trace>
</inkml:ink>
</file>

<file path=ppt/ink/ink8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33:27.733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55 1 4809,'0'0'12704,"-8"32"-10275,-26 107-41,29-116-1695,2 1-1,0-1 0,2 1 1,2 38-1,1-12 120,-2-38-713,1-1 1,0 0-1,0 1 0,1-1 0,1 0 0,0 0 0,1 0 0,0 0 0,0-1 0,1 1 0,10 15 1,-11-20-169,0-1 1,1 1 0,0-1 0,0 1 0,0-2-1,1 1 1,0 0 0,0-1 0,0 0 0,0-1-1,0 1 1,1-1 0,0 0 0,-1-1 0,1 0-1,0 0 1,0 0 0,1-1 0,10 1 0,-8-1-396,-6 0 132,0-1-1,-1 1 0,1-1 1,-1 0-1,1 0 0,0 0 1,-1-1-1,1 1 0,0-1 1,-1 0-1,1 0 0,-1 0 1,0 0-1,7-4 0,3-9-4528</inkml:trace>
</inkml:ink>
</file>

<file path=ppt/ink/ink8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33:27.734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0 14 7330,'0'0'15595,"206"-7"-15179,-155 4-344,-6 3-72,6-3-392,20 3-1008,-20 0-2513,-6 0-1712</inkml:trace>
</inkml:ink>
</file>

<file path=ppt/ink/ink8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33:27.735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13 0 616,'0'0'21973,"-12"142"-21893,12-136-80,0 0-360,6-6-1505,-6-22-11337</inkml:trace>
</inkml:ink>
</file>

<file path=ppt/ink/ink8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33:27.736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0 0 2593,'0'0'17859,"32"93"-17859,-19-61-152,19 17-1080,-6-11-2697,-7-9-3832</inkml:trace>
</inkml:ink>
</file>

<file path=ppt/ink/ink8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33:27.737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159 52 1768,'0'0'19403,"-26"28"-18713,-81 90-380,104-115-297,0 1 0,1-1 0,0 0-1,-1 1 1,1-1 0,0 1-1,1-1 1,-1 1 0,1 0-1,0 0 1,0 0 0,-1 7-1,2-9-8,0 0-1,0-1 0,0 1 0,0 0 0,1 0 0,-1-1 0,1 1 1,0 0-1,-1 0 0,1-1 0,0 1 0,0-1 0,0 1 0,0-1 1,0 1-1,0-1 0,0 0 0,0 1 0,3 0 0,0 1 0,1 0-1,0 0 1,-1-1-1,1 0 1,1 0 0,-1 0-1,0 0 1,0-1-1,1 0 1,9 1-1,-9-2-57,-1 1 0,1-1 0,0-1 0,-1 1 0,1-1 0,-1 0 0,1 0 0,-1-1 0,0 1 0,0-1 0,1 0 0,-1-1 0,0 1 0,5-5 0,-6 4 15,-1 1 0,0-1-1,0 0 1,-1-1 0,1 1-1,-1 0 1,0-1-1,0 1 1,0-1 0,0 0-1,0 0 1,-1 0 0,0 1-1,1-1 1,-2-1 0,1 1-1,0 0 1,-1 0-1,0-8 1,0 0 74,1-5-13,-2-1 1,-4-31-1,3 42 0,1 1 0,-2 0-1,1-1 1,0 1 0,-1 0 0,0 0 0,-1 1-1,0-1 1,1 1 0,-9-9 0,-21-21 819,80 38-677,39 11-1564,-68-12 886,1 0 0,0 1 1,-1 1-1,0 1 0,33 13 1,-47-16 724,-1 0-1,0 1 1,0-1 0,0 1 0,0-1 0,0 1 0,0 0 0,-1 0 0,1 1-1,-1-1 1,0 0 0,0 1 0,0-1 0,-1 1 0,1 0 0,-1-1-1,0 1 1,0 0 0,1 4 0,0 10 1525,0 0 1,-1 35-1,-1-39-1546,-6 5-83,6-19-162,9-2-451,7-8 158,0-2 0,0 1 0,-2-2 0,15-14 0,11-10 24,-20 19 216,-14 12 107,0 0 0,1 1 0,-1-1 0,1 1 0,0 0 0,1 1 0,-1 0 0,10-4 1,-16 8 89,-1 1 0,1-1 0,-1 1 0,1-1 0,-1 1 1,1-1-1,-1 1 0,0-1 0,1 1 0,-1-1 0,0 1 1,1 0-1,-1-1 0,0 1 0,0-1 0,1 1 0,-1 0 1,0-1-1,0 1 0,0 0 0,0-1 0,0 1 0,0 0 1,0-1-1,0 1 0,0 0 0,-1 0 0,2 30 367,-2-24-112,1 29 107,0 19 71,0-19-5327</inkml:trace>
</inkml:ink>
</file>

<file path=ppt/ink/ink8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33:27.739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9 88 984,'0'0'14091,"-1"-7"-12714,1 6-1349,-1 0 15,1-1-1,0 1 1,-1-1-1,1 1 1,0-1-1,0 1 1,-1-1-1,1 1 1,1-1-1,-1 1 1,0-1-1,0 1 1,0-1-1,1 1 1,-1 0-1,1-1 1,-1 1-1,1-1 1,0 1-1,-1 0 1,1-1-1,0 1 1,0 0-1,0 0 1,0 0-1,0 0 1,0 0-1,0 0 1,0 0-1,0 0 1,1 0-1,-1 0 1,0 1-1,1-1 1,-1 0-1,1 1 1,-1-1-1,0 1 1,1 0-1,1-1 1,37-9 84,1 2 1,0 1 0,0 3 0,1 1 0,57 3-1,-77 0 27,-17 0-129,0 0 1,0 0 0,0 0-1,-1 1 1,1-1 0,0 1-1,0 1 1,-1-1-1,1 1 1,0-1 0,-1 1-1,0 1 1,1-1 0,-1 1-1,0-1 1,0 1 0,-1 0-1,1 0 1,0 1-1,-1-1 1,0 1 0,0 0-1,0 0 1,0 0 0,-1 0-1,1 0 1,-1 1 0,0-1-1,-1 1 1,1-1-1,-1 1 1,0 0 0,0 0-1,0-1 1,0 9 0,0-4 60,0 0 1,0 0 0,-1 0-1,0 0 1,0 0-1,-1 0 1,0 0 0,-4 11-1,3-16-11,0 0 1,0 0-1,0-1 0,-1 1 0,0-1 0,1 1 0,-1-1 0,-1 0 0,1 0 1,0 0-1,-1 0 0,0-1 0,1 1 0,-1-1 0,0 0 0,0 0 1,0 0-1,-8 1 0,-117 36 727,92-29-505,0 0 0,1 3 0,-54 26 0,84-37-200,1 1 1,-1 1 0,1-1 0,0 1 0,0 0 0,1 0 0,-1 1 0,1-1 0,0 1 0,0 0 0,0 0 0,1 1 0,0-1 0,0 1 0,0-1 0,0 1 0,1 0 0,0 0 0,1 0 0,-1 0 0,1 0-1,0 1 1,0-1 0,1 0 0,0 1 0,0-1 0,1 0 0,2 13 0,-2-16-21,0 1-1,1 0 0,-1-1 1,1 1-1,0-1 1,0 0-1,0 1 1,0-1-1,1 0 0,-1 0 1,1-1-1,0 1 1,-1 0-1,8 3 1,7 10 492,-3-2-2357,-13-5-4471,-2-2 1561,1 5-4895</inkml:trace>
</inkml:ink>
</file>

<file path=ppt/ink/ink8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33:27.740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6 29 1560,'0'0'13311,"0"-4"-11936,0-13-312,0 13 3350,-6 1 2032,11 12-7920,-4 2-4842</inkml:trace>
</inkml:ink>
</file>

<file path=ppt/ink/ink8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33:27.74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49 1 3105,'0'0'1184,"-3"4"-1831,1-2 1000,-8 10-1065,6-1 5652,-2-11-2309,5-1-2390,0 1 0,1 0-1,-1 0 1,0 0 0,0-1-1,1 1 1,-1 0 0,0 0-1,0 0 1,1 0 0,-1 0-1,0 1 1,0-1 0,1 0-1,-1 0 1,0 0 0,0 1-1,1-1 1,-1 0 0,0 1-1,1-1 1,-1 0 0,1 1-1,-1-1 1,-1 2 0,1 23-124,0-18-99,0 0 0,1 1 1,0-1-1,0 0 0,0 0 0,1 1 0,0-1 0,1 0 0,3 10 0,-4-7-492,18-10-6515,-13 0 2283</inkml:trace>
</inkml:ink>
</file>

<file path=ppt/ink/ink8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33:27.74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39 0 6809,'0'0'8962,"-17"5"-7863,16-3-1038,-1 0 0,0 0 0,1 1 0,-1-1 0,1 0-1,0 1 1,0-1 0,0 1 0,0 0 0,0-1 0,1 1 0,-1 0-1,1-1 1,0 1 0,0 5 0,-5 16-61,4 4-3143,1-18-3118,0-3-1307</inkml:trace>
</inkml:ink>
</file>

<file path=ppt/ink/ink8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33:27.74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111 1 3241,'0'0'8826,"-4"0"-8074,-3 0-435,0 0 0,0 1 0,0 0 1,0 0-1,0 0 0,1 1 0,-1 0 0,0 1 1,1-1-1,-1 1 0,1 1 0,0-1 0,-11 9 1,16-9-321,1 1 0,-1-1 0,1 1 0,-1-1 0,1 1 0,0-1 0,0 1 0,1-1 0,-1 1 0,1-1 0,0 1 0,-1-1 0,2 1 0,-1-1 0,3 5 0,63 73-243,-66-79 285,0 0 0,0 0-1,0 0 1,-1 0-1,1 0 1,-1 0 0,1 0-1,-1 0 1,0 0 0,0 0-1,0 1 1,0-1 0,0 0-1,-1 0 1,1 0-1,0 0 1,-1 0 0,0 0-1,1 1 1,-1-1 0,0-1-1,0 1 1,0 0 0,0 0-1,-1 0 1,1 0-1,0-1 1,-1 1 0,1-1-1,-1 1 1,-2 1 0,-4-1 559,-7 2-569,4 6-6027,5-3 55</inkml:trace>
</inkml:ink>
</file>

<file path=ppt/ink/ink8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34:03.36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2 1168,'3'-2'15819,"1"6"-16543,1 13 1033,1 0-1,-2 0 0,-1 1 0,3 27 0,4 427 1430,-12-284-1141,2-115-246,0-72 26,0-37-5358,0 16 1458,0 3-2399</inkml:trace>
</inkml:ink>
</file>

<file path=ppt/ink/ink8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34:05.05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58 190 4001,'0'0'4169,"0"-7"-4007,0 1-370,0 1 444,-1 0-1,1 1 1,1-1-1,-1 0 1,0 0-1,1 0 1,0 1-1,0-1 1,1 0-1,-1 1 0,1-1 1,0 1-1,0 0 1,1-1-1,-1 1 1,1 0-1,4-5 1,52-44 12,-53 48-57,0 1 0,0 0 0,0 0 0,0 0 0,1 1 0,0-1 0,-1 2 0,11-4 0,-15 6-181,0 0 0,0 0 1,0 0-1,0 0 0,0 0 1,-1 0-1,1 1 0,0-1 1,0 1-1,0-1 0,-1 1 0,1 0 1,0-1-1,0 1 0,-1 0 1,1 0-1,-1 0 0,1 1 1,-1-1-1,1 0 0,-1 0 1,0 1-1,0-1 0,1 1 1,-1-1-1,0 1 0,0 0 0,-1-1 1,1 1-1,0 0 0,-1 0 1,1-1-1,-1 1 0,1 0 1,-1 0-1,0 0 0,1 0 1,-1 0-1,-1 2 0,2 8-4,0 0 1,-1 0-1,-1 0 0,0 0 0,-3 14 0,3-22 0,1-1-1,-1 0 1,-1 1-1,1-1 1,0 0-1,-1 1 1,0-1-1,0 0 1,0 0-1,0-1 1,0 1-1,0 0 1,-1-1-1,1 1 1,-1-1-1,0 0 1,0 0-1,0 0 0,0 0 1,0 0-1,0-1 1,0 1-1,0-1 1,-7 2-1,-6 0-17,0 0 0,0-1 0,0-1-1,-22-1 1,-15 2-32,33 6 23,3 2 13,16-10 496,45 0 37,-41 1-522,0 0 1,-1 0-1,0 0 0,1 0 0,-1 0 0,0 1 0,1-1 0,-1 1 0,0-1 0,0 1 0,0 0 0,0 0 0,-1 0 0,1 0 0,0 0 0,2 4 1,-3-3-3,1 0 0,0 0-1,1 0 1,-1 0 0,0-1 0,1 1 0,-1-1 0,1 0 0,0 1 0,0-1 0,0-1 0,0 1 0,0 0 0,1-1 0,-1 1 0,0-1 0,1 0 0,5 1 0,-8-2-1,0 0 0,0 0 0,0 0-1,1 0 1,-1 1 0,0-1 0,0 0 0,0 1 0,0-1-1,0 1 1,0-1 0,0 1 0,0-1 0,0 1 0,0 0-1,0 0 1,0-1 0,0 1 0,0 0 0,-1 0 0,1 0-1,0 0 1,-1 0 0,1 0 0,0 0 0,-1 0 0,1 0-1,-1 2 1,7 37 8,-3-13 5,0-6 132,-1 0 0,-1-1 0,-1 1 0,-2 36 0,0-12 1167,1-44-1290,0 0 1,1 0 0,-1 0 0,0 0 0,1 0 0,-1 0 0,1 0 0,0 0-1,-1 0 1,1 0 0,0 0 0,0 0 0,-1 0 0,1-1 0,0 1 0,0 0-1,0-1 1,0 1 0,0 0 0,0-1 0,0 1 0,0-1 0,0 0 0,0 1-1,0-1 1,0 0 0,1 0 0,-1 1 0,0-1 0,0 0 0,0 0 0,1-1-1,50 2 652,-35-2-269,-9-3 70,-16 1-3489,0 3-2212</inkml:trace>
</inkml:ink>
</file>

<file path=ppt/ink/ink9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34:24.46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110 114 416,'0'0'5449,"6"-17"7105,-2 11-12462,0 0 0,0 0 1,0 0-1,0 0 0,1 1 1,0 0-1,9-8 0,-2 6-55,1 1-1,-1 1 0,1-1 1,0 2-1,1 0 0,-1 1 1,1 0-1,-1 1 0,1 0 1,0 1-1,0 1 0,14 1 1,-26 0-17,0 0 0,-1 1 1,0-1-1,1 0 1,-1 1-1,0-1 0,0 1 1,1 0-1,-1-1 1,-1 1-1,1 0 0,0 0 1,0-1-1,-1 1 1,1 0-1,0 0 0,-1 0 1,0 0-1,0 0 1,1 2-1,5 46 166,-6-22-141,2-16-36,-2 1 0,0-1 0,0 0 0,-1 0 0,-1 0 1,0 0-1,-1 0 0,0 0 0,-6 15 0,-11 19 4,17-38-5,0 1-1,-1-1 0,0 0 1,0-1-1,0 1 0,-1-1 0,0 1 1,-8 7-1,-50 53 42,24-14 85,29-42 6,0 0 1,-1-1 0,0 0 0,-1 0-1,0-1 1,-1-1 0,-18 11-1,27-18-61,0 0-1,1-1 1,-1 0-1,0 0 1,0 0-1,0-1 1,0 1-1,0-1 1,0 0-1,-5 0 1,8 0-66,0 0 1,-1 0-1,1 0 1,0-1-1,0 1 0,0 0 1,0 0-1,-1-1 1,1 1-1,0-1 1,0 1-1,0-1 0,0 1 1,0-1-1,0 0 1,0 0-1,0 1 1,0-1-1,0 0 0,1 0 1,-1 0-1,0 0 1,0 0-1,1 0 1,-1 0-1,1 0 0,-1 0 1,1 0-1,-1 0 1,1-1-1,0 1 1,-1 0-1,1 0 0,0-2 1,0-81 83,1 82-97,0 0-1,0 0 1,0 0-1,1 0 1,-1 0-1,1 1 1,-1-1-1,1 0 1,0 1-1,0-1 1,-1 1-1,1 0 0,0 0 1,0 0-1,0 0 1,0 0-1,0 0 1,1 0-1,2 0 1,47-15-24,-46 15 22,0 0 0,0 0 0,1 0 0,-1 1 0,0-1 0,0 2 0,1-1 0,-1 1 0,0 0 0,0 0 0,1 0 0,-1 1 0,0 0 1,-1 1-1,1-1 0,0 1 0,-1 0 0,1 0 0,8 8 0,63 69 17,-73-78 48,0 0 1,1 0 0,-1 0 0,1 0 0,-1-1 0,1 0-1,-1 0 1,1 0 0,0 0 0,-1-1 0,1 0-1,0 0 1,0 0 0,8-2 0,5 2 268,-17 0-268,30 0 1936,-24 0-6050,-13 0 140,0 0-1660</inkml:trace>
</inkml:ink>
</file>

<file path=ppt/ink/ink9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34:25.38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52 42 3169,'0'0'5230,"0"-9"-4196,0-6-1910,0-2 4467,0 46 2688,0 580-2143,-13-481-3337,6-149-243,8 18-617,-1 0 0,0 1 0,0-1-1,0 0 1,-1 0 0,1 1-1,0-1 1,-1 1 0,0-1-1,0 0 1,0 1 0,-1-4-1,-6-2-3370,-3-1-3826,4 5-124</inkml:trace>
</inkml:ink>
</file>

<file path=ppt/ink/ink9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34:27.17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20 58 1192,'0'0'8841,"32"-13"-3059,-20 6-5597,1 1-1,0 0 1,1 1-1,0 0 1,-1 1-1,1 0 1,1 1-1,23-2 1,-37 7-153,0-1 1,0 0-1,0 0 1,0 0-1,-1 1 1,1-1 0,0 0-1,-1 1 1,1-1-1,-1 0 1,0 1-1,1-1 1,-1 1-1,0-1 1,0 1-1,0-1 1,0 0-1,0 1 1,0-1 0,0 1-1,-1 1 1,2 8 66,1 5-50,0 0 0,-1 1 0,-1 16 1,0-20 62,-1-9-95,0 0 1,0-1-1,0 0 0,0 1 0,-1-1 1,1 0-1,-1 1 0,0-1 1,0 0-1,0 0 0,0 0 1,-5 3-1,-33 31 49,33-34-34,1-1 1,-1 1-1,1-1 1,-1 0-1,0-1 1,0 0-1,0 0 1,0 0-1,0-1 0,0 0 1,-13-2-1,-7 2 156,25-1-186,1 1-1,-1-1 1,0 0-1,1 0 1,-1 1 0,1-1-1,0 0 1,-1 0-1,1-1 1,0 1 0,-1 0-1,1 0 1,0-1-1,0 1 1,-2-3-1,2 0 6,1 2 20,0 1 294,39-5 170,-28 6-455,-7-1-22,-1 1 1,1-1 0,-1 1-1,1 0 1,0 0 0,-1 1-1,1-1 1,-1 1 0,0 0-1,1 0 1,-1 0 0,0 0 0,1 0-1,-1 1 1,0 0 0,0-1-1,0 1 1,4 4 0,2 0 56,-8-6-64,0 0-1,0 0 0,-1 1 1,1-1-1,0 1 0,0-1 1,-1 0-1,1 1 0,0 0 1,-1-1-1,1 1 0,-1-1 1,1 1-1,-1 0 0,1-1 1,-1 1-1,1 0 0,-1-1 1,1 1-1,-1 0 0,0 0 1,1 0-1,-1-1 0,0 1 1,0 0-1,0 1 0,27 50 189,-16-23-56,-7-19-65,-1-1 0,1 1-1,-2 0 1,1 1 0,-2-1-1,1 0 1,-1 13-1,0-22-52,-1 1 0,0-1 0,1 1-1,-1-1 1,1 0 0,0 1-1,-1-1 1,1 0 0,0 0 0,0 1-1,0-1 1,0 0 0,0 0 0,0 0-1,0 0 1,0 0 0,0-1 0,0 1-1,1 0 1,-1 0 0,0-1-1,1 1 1,-1-1 0,0 1 0,1-1-1,1 1 1,7 3 266,-9-3-227,32 5 442,-26-6 570,0 0-800</inkml:trace>
</inkml:ink>
</file>

<file path=ppt/ink/ink9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34:28.19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3 328,'0'0'8457,"15"-2"-5182,-11 3 2913,9 208-3848,-13-82-1705,0-97-3579,0-61-2335,0 18 473</inkml:trace>
</inkml:ink>
</file>

<file path=ppt/ink/ink9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34:28.95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1 392,'0'0'10073,"41"0"-6320,117 0-2297,-88 0-5856</inkml:trace>
</inkml:ink>
</file>

<file path=ppt/ink/ink9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34:30.46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7 0 18543,'-7'661'0</inkml:trace>
</inkml:ink>
</file>

<file path=ppt/ink/ink9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34:37.36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580 8 4945,'0'0'8162,"-7"-6"-3396,-5 5-4707,0 1-1,0 0 0,-1 1 1,1 0-1,0 1 0,0 0 1,0 1-1,1 1 1,-1 0-1,1 0 0,0 1 1,0 0-1,0 1 1,1 1-1,0-1 0,0 2 1,-14 12-1,-25 27 448,2 1 0,-42 57 0,67-76-293,2 1 0,1 1 0,2 1-1,1 1 1,-18 51 0,23-52 8,3 1 0,0 0 0,2 0 0,2 0 0,1 1 0,2-1-1,4 60 1,-2-87-168,1 0-1,0 1 0,0-1 1,0 0-1,1 0 0,-1 0 1,1-1-1,1 1 0,-1-1 0,1 0 1,0 0-1,0 0 0,1 0 1,-1 0-1,1-1 0,0 0 1,1 0-1,-1-1 0,0 1 0,8 2 1,15 8 203,1-1 1,58 17-1,-53-19-170,-8-5 5,-1-2 0,1 0 0,0-1 1,0-2-1,0-1 0,30-3 0,15 1 95,-58 1-133,-1-1 0,0 0 0,1-1 0,-1 0-1,-1-1 1,1 0 0,0-1 0,-1 0 0,0 0-1,13-10 1,0-1-33,0-2 0,-1 0 1,25-26-1,-35 30 0,-2 0 0,1-2 0,-2 1 0,0-1 0,11-27 0,-13 22-12,-1 0 0,-1-1 0,-1 1 1,0-1-1,0-27 0,-1-113 20,-4 117-24,-1 34-4,0 0 0,-1-1 0,-1 1 0,0 0 0,0 0 0,-1 1 0,0-1 0,-1 1 0,-12-19 0,3 7-11,-1 1-1,0 1 0,-25-24 0,20 26-7,0 1-1,-30-19 1,28 7 12,7 18 6,8 6 0,0 0 0,0 1 0,0 0 0,-1 0 0,0 0 0,-10-3 0,-9 1-3,-1 0 0,1 2 0,-1 2 0,-47 0 0,75 3-31,-1 0 1,0 0-1,0 0 1,0 0-1,1 0 0,-1 0 1,1 0-1,-1 0 0,1 0 1,-1 1-1,1-1 1,-1 0-1,1 0 0,0 0 1,0 1-1,0-1 0,0 0 1,0 0-1,0 1 0,0-1 1,0 0-1,0 0 1,0 0-1,1 1 0,0 0 1,7 38-4136,3-21-26,2-3-1266</inkml:trace>
</inkml:ink>
</file>

<file path=ppt/ink/ink9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34:39.22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28 0 3041,'0'0'10401,"0"20"-8026,0 165 3007,0 95-2769,-19-162-2252,12-64-23,7-53 126,0-24-386,0 4-128,-1 4-23,1 0 0,0-1 0,0 1 0,2 0 0,0 0 0,1 1 0,0-1 1,1 0-1,1 1 0,0 0 0,10-19 0,-4 14-35,2 1 0,22-27 1,-29 39 66,-1 1 1,1-1-1,-1 1 1,1 0-1,1 1 1,-1 0-1,1-1 0,-1 2 1,1-1-1,0 1 1,8-2-1,-14 4 37,0 1-1,0 0 0,0-1 0,0 1 1,0 0-1,1-1 0,-1 1 0,0 0 1,0 0-1,0 0 0,0 0 0,0 0 0,1 0 1,-1 0-1,0 1 0,0-1 0,0 0 1,0 1-1,0-1 0,0 0 0,0 1 1,0-1-1,0 1 0,0 0 0,0-1 1,0 1-1,0 0 0,0 0 0,-1-1 1,1 1-1,0 0 0,0 0 0,-1 0 1,1 0-1,-1 0 0,2 2 0,-1 2 6,0 1 0,-1-1 0,1 1 0,-1-1 0,0 1 0,-1 8 0,0 5 2,1-18 1,-1 1 1,0 0 0,-1-1-1,1 1 1,0 0 0,0-1-1,-1 0 1,1 1 0,-1-1 0,1 0-1,-1 0 1,0 1 0,1-1-1,-1-1 1,0 1 0,0 0-1,-4 1 1,-33 13-4,22-11-44,-1-1 0,1-1 0,0 0 1,-35-1-1,45-1 33,6 0 7,45 19 653,-34-13-497,-1 0-1,0 1 1,0 0 0,-1 1 0,0 0 0,-1 0 0,1 0 0,-2 1 0,1 0-1,-1 1 1,7 13 0,-7-10 160,2-2 0,-1 1 0,1-1 0,1 0 0,0-1 0,20 18 0,-20-19-314,-14-9-2242,-26-12-4646,30 12 6638,-18-9-6135</inkml:trace>
</inkml:ink>
</file>

<file path=ppt/ink/ink9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34:40.31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706 1 4793,'0'0'8707,"0"5"-7851,-1 6-397,0-1 0,-1 1 0,0-1 0,-1 0 0,0 0 0,0 0 0,-8 15 0,-44 76 1339,14-28-1294,-31 90 80,23-47 304,-3 7 682,21-47-1025,-41 71 1,8-30-351,21-37 547,-62 89 0,91-148-438,-21 44 0,7-12 309,25-46-510,0 0 1,0 0-1,0 0 0,1 1 0,0 0 1,-1 11-1,3-19-87,20-1-5293,-1-4-856</inkml:trace>
</inkml:ink>
</file>

<file path=ppt/ink/ink9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34:41.55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898 132 5577,'0'0'9594,"3"-11"-8583,2-2-664,-3 9-166,0-1 0,0 0 1,-1 0-1,1 0 0,-1 0 0,-1 0 0,1 0 1,-1-9-1,0 13-81,-1-1 1,0 0 0,1 0-1,-1 1 1,0-1-1,0 0 1,0 1-1,0-1 1,0 1-1,-1-1 1,1 1-1,0 0 1,-1-1-1,1 1 1,-1 0 0,0 0-1,1 0 1,-1 0-1,0 0 1,1 1-1,-1-1 1,0 0-1,-3 0 1,-44-13 559,11 9-321,0 2 0,-1 2 1,-76 6-1,93-2-220,1 1 0,-1 1 0,1 1 0,1 0 0,-1 2 0,1 1 0,0 0 0,-27 18 0,20-9-56,0 1-1,2 1 1,0 1 0,1 1-1,-21 27 1,6-3 197,-51 80 0,78-107-153,1 0 1,1 1-1,1 1 0,1-1 1,1 1-1,1 1 1,-6 37-1,5-13 135,3 1-1,3 67 1,2-95-129,1 0-1,1 0 1,1 0 0,1 0-1,1 0 1,0-1 0,1 0-1,16 28 1,-7-16 81,3-1-1,0-1 1,2-1 0,1 0-1,1-2 1,29 26-1,-35-37-110,1-1-1,0-1 1,1-1-1,0 0 1,1-1 0,0-1-1,0-1 1,1-1-1,0-1 1,37 6-1,-23-7-57,0-2 0,1-2 0,-1-1 0,0-1 0,1-2 0,-1-2 0,0-1-1,-1-2 1,0-1 0,0-2 0,49-22 0,-52 18-12,-1-1 1,-1-2-1,-1 0 0,0-2 1,-2-1-1,0-2 0,-2 0 1,0-1-1,-2-2 0,0 0 1,-2-1-1,-1-1 0,18-36 1,-21 30 6,-2-1 1,-2 0-1,-1 0 1,-2-1 0,9-67-1,-12 40-67,-3 0-1,-8-101 1,4 154 35,-1-1 0,0 0 1,0 1-1,-1-1 0,0 1 0,0 0 0,-2 0 1,1 0-1,-1 0 0,0 1 0,-1 0 0,0 0 1,-1 0-1,0 1 0,0 0 0,-1 0 0,1 1 1,-2 0-1,1 0 0,-1 1 0,0 0 0,0 1 1,-11-5-1,-18-6-31,0 3 1,0 1 0,-1 1 0,-71-9-1,83 13 36,-17-4 15,42 10-43,0 1 0,0 0-1,0 0 1,0 0-1,1 0 1,-1 0-1,0 0 1,0 0 0,0 1-1,0-1 1,1 1-1,-1-1 1,0 1-1,0 0 1,1 0-1,-1 0 1,0 0 0,-2 2-1,-4 25-10217,8-24 3631</inkml:trace>
</inkml:ink>
</file>

<file path=ppt/ink/ink9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34:42.99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0 1840,'0'0'18022,"1"36"-16789,6 22-690,-3 1 0,-3 73-1,-2-71 8,14 61 626,-6-63-150,-7-6-478,2-46 439,-2-7-1125,0 0-1,-1 0 0,1 0 1,0 0-1,-1-1 1,1 1-1,0 0 0,0 0 1,-1 0-1,1 0 1,0 0-1,-1 0 1,1 0-1,0 0 0,-1 0 1,1 0-1,0 1 1,-1-1-1,1 0 0,0 0 1,-1 0-1,1 0 1,0 0-1,0 0 1,-1 1-1,1-1 0,0 0 1,0 0-1,-1 0 1,1 1-1,0-1 0,0 0 1,0 0-1,-1 1 1,1-1-1,0 0 1,0 0-1,0 1 0,0-1 1,0 0-1,0 1 1,-1-1-1,1 0 0,0 1 1,0-1-1,0 0 1,0 1-1,0-1 1,0 0-1,0 1 0,0-1 1,0 0-1,1 0 1,-1 1-1,0-1 0,0 0 1,0 1-1,0-1 1,0 0-1,0 1 1,1-1-1,-1 0 0,0 0 1,0 1-1,0-1 1,1 0-1,-1 0 0,-7-2-6117</inkml:trace>
</inkml:ink>
</file>

<file path=ppt/ink/ink9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34:44.11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104 35 3329,'0'0'10149,"8"6"-2666,-2-6-7642,35-17 424,-33 13-265,0 0 0,1 1-1,0 0 1,-1 0 0,1 1-1,1 0 1,-1 1 0,13-1-1,-21 3-3,0 0 0,0 1 0,0-1 0,0 0 0,0 0 0,0 1 0,-1-1-1,1 0 1,0 1 0,-1-1 0,1 1 0,-1-1 0,0 0 0,1 1 0,-1-1-1,0 1 1,0 0 0,0-1 0,0 2 0,2 36-4,-1 0-2,0-16 43,-1-1 0,-5 34 0,4-49-18,-1 0 0,0 1 0,0-1 0,-1 0 0,0 0 0,0 0 0,0 0 0,-1-1 0,0 1 0,0-1 0,-8 8 0,-2 1 11,-2 0 0,0-1 0,0-1-1,-1-1 1,-1 0 0,0-1 0,0-1-1,-34 13 1,51-22-17,1-1 0,-1 1 0,0-1-1,0 0 1,1 1 0,-1-1 0,0 0-1,0 1 1,0-1 0,0 0 0,0 0 0,1 0-1,-1 0 1,0 1 0,0-1 0,0-1 0,0 1-1,0 0 1,0 0 0,1 0 0,-1 0-1,0-1 1,0 1 0,0 0 0,0-1 0,1 1-1,-1 0 1,0-1 0,0 1 0,1-1-1,-1 0 1,0 1 0,1-1 0,-1 1 0,1-1-1,-1 0 1,1 0 0,-1 1 0,0-2-1,-1-39 392,3 22-245,-1 17-144,1 0 1,0 0 0,-1 0 0,1 0-1,0 0 1,0-1 0,0 2-1,0-1 1,0 0 0,1 0-1,-1 0 1,0 0 0,1 1-1,0-1 1,-1 1 0,1-1-1,0 1 1,0 0 0,0 0 0,-1 0-1,1 0 1,0 0 0,1 0-1,-1 0 1,3 0 0,62-17-59,-57 16 63,20-1 320,1 0 0,0 2 0,61 6 0,-90-5-257,1 1-1,0 0 0,-1 0 0,1 0 0,0 1 0,-1-1 0,1 0 0,-1 1 0,0 0 0,1 0 0,-1 0 0,0 0 0,0 0 0,0 0 0,2 3 0,27 44 915,-19-30-741,-8-13-202,-3-5-48,0 0-1,0 0 0,0 0 0,0 1 0,0-1 0,-1 0 0,1 1 0,-1-1 0,1 0 0,-1 1 1,1-1-1,-1 1 0,0-1 0,1 4 0,-27-6-4551,8-5 573,4-3-1036</inkml:trace>
</inkml:ink>
</file>

<file path=ppt/ink/ink9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34:45.23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33 5497,'0'0'8846,"6"-1"-8443,66-13 1039,-53 9-1202,1 1 0,0 0 0,29 0 0,15 4 859,-64 1-1029,0 0 1,0 0-1,0 1 1,0-1-1,0 0 1,-1 1-1,1-1 1,0 0-1,-1 0 1,1 1-1,-1-1 1,1 0-1,-1 0 1,1 0 0,-1 0-1,0 0 1,-1 2-1,-21 14 9,-1-1-1,0-1 1,-50 22-1,34-17-40,30-16-84,-3 3 333,14-6-238,-1 0 0,1-1 0,-1 1 0,1-1 0,-1 1 0,1-1 0,0 1 0,-1-1 0,1 1 0,0-1 0,-1 1 0,1-1 0,0 0 0,0 0 0,-1 1 1,1-1-1,0 0 0,0 0 0,0 0 0,-1 0 0,1 0 0,0 0 0,1 0 0,5 1 274,1 0-126,0 0 0,0 0-1,0 1 1,0 0 0,-1 1-1,1-1 1,-1 1 0,1 1 0,-1-1-1,0 2 1,0-1 0,0 0-1,-1 1 1,0 1 0,0-1 0,9 10-1,-5-1 247,1 0 1,1-2-1,0 1 0,1-2 0,0 0 0,20 13 0,-29-20 239,-7-4-3751,2 0 2600,0 0 0,1-1-1,-1 1 1,0 0 0,1-1-1,-1 1 1,0 0-1,1-1 1,-1 1 0,1-1-1,-1 1 1,1-1-1,-1 1 1,1-1 0,-1 1-1,1-1 1,0 1 0,-1-1-1,1 0 1,-1-1-1,0-13-8972</inkml:trace>
</inkml:ink>
</file>

<file path=ppt/ink/ink9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34:45.76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 1 5601,'0'0'14651,"0"14"-11501,0 11-2361,-2 8-531,3 0 0,0 0 1,2 0-1,2-1 0,11 44 0,-12-66 897,-2-7-4477,0-19-5709,-2 3 3051</inkml:trace>
</inkml:ink>
</file>

<file path=ppt/ink/ink9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34:46.07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26 1296,'0'0'12718,"23"0"-12161,166 0 2157,-172 0-2389,19 0-135,64-7 1,-93 1-2330,-7 1-1935,0 3 2143,0-4-5780</inkml:trace>
</inkml:ink>
</file>

<file path=ppt/ink/ink9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34:46.73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45 0 2737,'0'0'15101,"0"33"-11404,-6 146-504,6 4-271,-14-187-6388,2-14-115,6 1-2133,0-5-6814</inkml:trace>
</inkml:ink>
</file>

<file path=ppt/ink/ink9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34:48.68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52 1 5537,'0'0'6450,"-9"1"933,-27 1-7414,30-2 27,5 0 1794,1 17-949,1 1-463,1 0 0,0 0 0,2 0 0,0 0 0,1-1 0,0 0 0,10 20 1,65 117 808,-43-88-666,12 14 126,114 141-1,-118-163-284,43 38 475,-61-70-591,-2 0-1,34 48 1,-23-20-136,-8-15 37,-1 1 0,-3 2-1,21 48 1,-18-34 30,2-1 0,3-2 0,55 72 0,-12-38 119,-65-74-228,-6-6 34,1 0 1,1-1-1,0 0 1,-1 0-1,2 0 0,8 7 1,-15-13-188,0 0 0,0 0 0,0 0 0,0 0 0,0 0 0,0 0 0,-1 0 0,1 0 0,0 0 1,0 0-1,0 1 0,0-1 0,0 0 0,0 0 0,0 0 0,0 0 0,0 0 0,0 0 0,-1 0 0,1 0 1,0 1-1,0-1 0,0 0 0,0 0 0,0 0 0,0 0 0,0 0 0,0 0 0,0 0 0,0 1 1,0-1-1,0 0 0,0 0 0,0 0 0,0 0 0,0 0 0,0 0 0,0 1 0,0-1 0,0 0 0,0 0 1,0 0-1,1 0 0,-1 0 0,-19 0-5516,15 0 1708</inkml:trace>
</inkml:ink>
</file>

<file path=ppt/ink/ink9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34:50.18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701 126 2577,'0'0'10252,"-3"-40"-418,-2 28-9745,-52 4 309,-1 3 0,0 2 0,-108 8 0,155-3-337,0 1-1,1 0 1,-1 0 0,0 1-1,1 1 1,0 0 0,0 0-1,0 1 1,-10 8 0,-10 9 333,-37 35 0,53-45-313,2 0 0,0 1 0,0 0 0,1 1 0,1 0 0,1 1 0,0 0 0,-13 33 0,15-26 57,0 1 1,2 1-1,0-1 0,2 1 1,1-1-1,0 28 1,2-45-104,-1 18 138,1 0 1,1 0-1,1 0 1,1-1-1,1 1 1,2-1-1,12 36 1,4-7 126,4-1 1,53 83 0,-61-110-206,1 0 1,1-1-1,1 0 1,1-2-1,1-1 1,41 31 0,-38-36-12,1-1 0,1-1 1,0-1-1,1-1 1,0-2-1,1-1 1,38 7-1,-12-8 3,0-2 1,0-2 0,63-5-1,-101-1-76,0-1 1,-1 0-1,1-1 0,-1-1 1,0-1-1,0 0 0,0-2 0,-1 0 1,0 0-1,-1-1 0,0-1 1,0-1-1,24-23 0,-13 9-6,-1-1 0,-2 0 0,0-2 0,-2-1-1,-1-1 1,17-34 0,-29 46-5,0 0 0,-1 0-1,-1 0 1,-1-1 0,-1 1 0,3-26-1,-1-114-136,-6 124 91,-1 17 0,-1-1-1,-1 0 1,-1 1 0,0 0 0,-1 0 0,-1 0-1,-1 1 1,-16-29 0,7 15 14,-2 2-1,-1 0 1,-42-46-1,-11 1-12,-53-59-68,118 122 102,0 1 1,-1 1 0,0-1-1,0 1 1,-1 1-1,0-1 1,0 1 0,-1 1-1,0 0 1,0 0 0,-1 1-1,1 1 1,-1-1 0,0 2-1,0 0 1,-1 0 0,1 1-1,-1 0 1,1 1 0,-24 0-1,15 1 9,0 1 1,1 0-1,-22 5 0,33-4 1,1 0-1,0 0 1,0 1 0,0-1-1,1 2 1,-1-1 0,1 1 0,-1 0-1,1 0 1,0 1 0,-6 5 0,11-8-35,0 1 1,-1-1 0,1 0 0,0 0 0,0 1-1,1-1 1,-1 0 0,0 1 0,1-1 0,-1 1 0,1-1-1,0 1 1,0-1 0,0 4 0,2 25-3466,-1-14-2070,-1-6-1329</inkml:trace>
</inkml:ink>
</file>

<file path=ppt/ink/ink9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34:52.96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13 1136,'0'0'19772,"10"-2"-19261,232-9-125,-241 12-385,0 0 1,0 0 0,0 0 0,0 0-1,0 0 1,0 0 0,0 0-1,-1 0 1,1 0 0,0 0 0,0 0-1,-1 0 1,1 1 0,-1-1 0,1 0-1,-1 0 1,0 1 0,1-1 0,-1 0-1,0 1 1,0-1 0,0 0-1,0 1 1,0-1 0,0 0 0,-1 2-1,2 3 11,-1 0-1,-1 0 0,1 0 0,-1 0 1,0 0-1,-2 5 0,-4 4 20,-2-1 0,0 0 1,-1 0-1,0-1 0,-1 0 0,0 0 0,-1-2 0,-20 17 0,18-17 2,1 1 0,0 1-1,0 0 1,1 1-1,1 1 1,-14 23-1,24-37-28,0 0-1,0 1 1,1-1-1,-1 0 1,1 0-1,-1 1 1,1-1-1,-1 1 1,1-1 0,0 0-1,0 1 1,0-1-1,0 1 1,0-1-1,0 1 1,0-1-1,0 0 1,1 1-1,-1-1 1,0 0-1,1 1 1,-1-1-1,1 0 1,0 1 0,-1-1-1,1 0 1,0 0-1,0 1 1,0-1-1,0 0 1,0 0-1,0 0 1,0 0-1,0-1 1,0 1-1,0 0 1,0 0 0,1-1-1,-1 1 1,0 0-1,1-1 1,-1 1-1,0-1 1,1 0-1,-1 1 1,3-1-1,8 2 96,0 0 0,0 0-1,0-1 1,14-1 0,-20 0-27,48 1 396,51-1 291,-97 0-736,0-1 0,-1 0 0,1-1 0,-1 0 1,1 0-1,-1 0 0,0-1 0,0 0 1,0-1-1,10-6 0,-17 10-107,0 0 1,1-1-1,-1 1 1,0 0-1,1-1 1,-1 1-1,0 0 1,1-1-1,-1 1 1,0-1-1,0 1 1,1-1-1,-1 1 1,0 0-1,0-1 1,0 1-1,0-1 1,1 1-1,-1-1 1,0 1-1,0-1 1,0 1-1,0-1 1,0 1-1,0-1 1,-1 1-1,1-1 1,0 1-1,0-1 0,0 1 1,0-1-1,0 1 1,-1-1-1,1 1 1,0 0-1,0-1 1,-1 1-1,1-1 1,0 1-1,-1 0 1,1-1-1,-1 1 1,-18-15-5381,15 12 3598,-3-6-3919</inkml:trace>
</inkml:ink>
</file>

<file path=ppt/ink/ink9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34:54.08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48 0 4609,'0'0'10632,"1"5"-9323,3 29-200,-2 1 0,-1-1-1,-2 0 1,-1 0 0,-11 57-1,1 8 19,0-23-436,7-51-384,1 0 0,0 32-1,4-57 129,0-29-332,-1-20-281,0 17-204,4-47 0,-2 73 318,1 0 1,-1 0-1,1 1 0,0-1 0,1 1 0,-1 0 1,1-1-1,0 1 0,1 0 0,-1 1 0,1-1 1,0 0-1,0 1 0,0 0 0,0 0 0,1 0 1,0 1-1,0 0 0,0-1 0,10-3 1,8-4-308,1 2 0,1 0 1,34-7-1,-54 15 318,7-1-5,-6 1 44,-4 1-1,-2 28-40,0-10 70,0-11-5,1 0 1,-1-1 0,-1 1 0,1 0 0,-1 0 0,-2 8 0,2-14-3,0 1 0,0-1 1,1 1-1,-1-1 0,0 1 1,0-1-1,0 1 0,0-1 1,-1 0-1,1 1 0,0-1 1,0 0-1,-1 0 0,1 0 1,-1 0-1,1 0 0,-1 0 1,0-1-1,1 1 0,-1 0 1,1-1-1,-1 1 0,0-1 1,0 0-1,1 0 0,-1 1 1,0-1-1,0 0 0,-2-1 1,-6 2-21,-1-2 1,0 1-1,0-2 1,0 1 0,0-1-1,1-1 1,-1 0-1,1-1 1,0 1 0,-11-7-1,-3 1-27,23 9 43,1 0 0,0 0 1,0 0-1,0 1 0,0-1 0,0 0 0,0 0 0,0 0 0,-1 1 0,1-1 1,0 0-1,0 0 0,0 0 0,0 1 0,0-1 0,0 0 0,0 0 1,0 0-1,0 1 0,0-1 0,0 0 0,0 0 0,0 1 0,0-1 0,0 0 1,0 0-1,1 0 0,-1 1 0,0-1 0,0 0 0,0 0 0,0 0 1,0 0-1,0 1 0,1-1 0,-1 0 0,0 0 0,0 0 0,0 0 0,0 0 1,1 1-1,-1-1 0,0 0 0,0 0 0,0 0 0,1 0 0,-1 0 1,39 37 635,-29-28-486,12 9 202,2 0 0,0-2 0,0-1 1,53 24-1,-38-21-153,-29-10-549,-10-5-2514,-21-10-4259,8-3 750</inkml:trace>
</inkml:ink>
</file>

<file path=ppt/ink/ink9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34:54.58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27 1 4889,'0'0'11597,"-5"8"-10297,0 10-607,0 1 0,1-1-1,1 0 1,0 1-1,2 0 1,1 35-1,2-19-196,1 0-1,11 47 1,-8-52-218,-6-22-180,-1-6-79,1 0 0,0 0 1,0 0-1,0 0 0,0 0 1,0 0-1,0 1 0,1-1 0,-1 0 1,1 0-1,-1 0 0,1 0 0,0 0 1,0 0-1,1 2 0,-1-4-31,-1-27-9651,0 12 4167</inkml:trace>
</inkml:ink>
</file>

<file path=ppt/ink/ink9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34:54.98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5457,'0'0'10561,"12"4"-9543,3 3-636,-8-4-108,0 1-1,1-2 1,-1 1 0,1-1-1,11 2 1,34 1 2250,-24-5-2440,0-1 0,39-6 1,-51 4-116</inkml:trace>
</inkml:ink>
</file>

<file path=ppt/ink/ink9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34:55.91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 69 1816,'0'0'12983,"14"-16"-10641,1 8-2176,0 0 1,1 1-1,0 1 1,1 0-1,-1 2 0,23-5 1,-28 7-109,0 1 0,0 0 0,1 0 1,-1 1-1,0 1 0,1 0 1,-1 0-1,0 1 0,0 0 0,15 6 1,-23-8 5,-1 1 0,0 0 0,0-1 0,0 1 0,0 0 0,0 0 0,0 0 0,0 0 0,0 1 1,0-1-1,-1 0 0,1 1 0,-1-1 0,1 1 0,-1 0 0,1 0 0,-1-1 0,0 1 0,0 0 0,1 0 1,-2 0-1,1 0 0,0 0 0,0 0 0,-1 1 0,1-1 0,-1 0 0,1 0 0,-1 0 0,0 1 0,0-1 0,0 0 1,0 0-1,-1 0 0,1 1 0,-1 2 0,-1 0 24,-1-1 1,1 1-1,-1-1 0,1 0 1,-2 0-1,1 0 1,0 0-1,-1 0 0,1-1 1,-1 0-1,0 1 0,0-1 1,0-1-1,-9 5 1,-45 20 436,-47 25-236,95-46-283,0 0-1,0 1 0,0 0 0,1 1 0,0 0 0,1 0 1,-10 13-1,15-16 3,0 1 0,0 0 0,0-1 0,1 1 1,-1 0-1,2 1 0,-3 8 0,3-13 6,1 0 1,-1-1-1,1 1 1,0 0-1,0 0 0,0 0 1,-1 0-1,2 0 1,-1 0-1,0 0 0,0-1 1,1 1-1,-1 0 0,1 0 1,-1 0-1,1 0 1,0-1-1,-1 1 0,1 0 1,0-1-1,0 1 1,1 0-1,-1-1 0,0 0 1,0 1-1,1-1 0,1 2 1,10 2 107,0 0 0,0 0-1,1-2 1,-1 1 0,1-2 0,28 2 0,91-4 720,-62-2-561,42 5 722,-111-3 192,-2 1-1188,1 0-352,-1 1 0,0 0 0,0 0-1,-1 0 1,1 0 0,0 0 0,-1 0 0,1 0 0,-1-1 0,1 1 0,-1 0 0,0 0 0,0-1 0,0 1 0,-1 1 0,-4 7-4849,1-6-734</inkml:trace>
</inkml:ink>
</file>

<file path=ppt/ink/ink9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35:43.37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 74 3105,'0'0'12114,"-1"-4"-11352,-4-66 6586,5 96-6679,0 198 1217,6-157-1539,-6-66-544</inkml:trace>
</inkml:ink>
</file>

<file path=ppt/ink/ink9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35:43.71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83 1 3393,'0'0'17598,"-5"0"-16914,2 1-498,-1 0 0,1 0-1,0 0 1,0 0 0,0 0-1,0 1 1,0 0 0,0-1-1,0 1 1,1 0-1,-1 1 1,1-1 0,-1 0-1,1 1 1,0-1 0,0 1-1,0 0 1,0-1 0,1 1-1,-1 0 1,1 0 0,-1 0-1,0 4 1,-1-1-256,0-1-1,1 1 1,0-1 0,0 1-1,0 0 1,1 0 0,0-1-1,0 1 1,-1 10 0,3-14-411,-1 1-1,1-1 1,-1 1 0,1 0 0,0-1 0,0 1 0,0-1 0,0 0 0,0 1 0,1-1 0,-1 0 0,1 0 0,-1 1 0,1-1 0,0-1 0,0 1 0,0 0 0,0 0 0,0-1 0,0 1 0,0-1 0,1 1 0,3 1 0,19 7-7785</inkml:trace>
</inkml:ink>
</file>

<file path=ppt/ink/ink9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35:44.54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0 135 1504,'0'0'13329,"0"-11"-12133,0-45 835,3 56-1863,-1-1-1,0 1 1,0 0 0,0 0 0,0 0-1,0 0 1,0 1 0,0-1 0,0 1-1,0-1 1,0 1 0,0 0-1,0-1 1,0 1 0,0 0 0,-1 0-1,4 3 1,-1 3-115,0 1-1,-1 0 1,0 0 0,0 1-1,0-1 1,-1 1-1,-1-1 1,2 12 0,-3-19 449,14-43-431,-11 34-77,1 0 0,0 1 0,0-1 1,1 1-1,0 0 0,1 1 0,-1-1 0,1 1 0,0 0 0,1 0 0,0 1 0,0 0 0,0 0 1,0 0-1,1 1 0,-1 0 0,1 1 0,0 0 0,0 0 0,1 1 0,-1 0 0,0 0 1,17-1-1,-24 4 25,0-1 0,0 1 1,0 0-1,-1 0 1,1 0-1,0 0 0,0 0 1,-1 0-1,1 0 1,0 0-1,-1 0 0,1 0 1,-1 0-1,1 0 1,-1 1-1,0-1 0,1 0 1,-1 0-1,0 0 0,0 1 1,0-1-1,0 0 1,0 0-1,0 2 0,1 42 527,-1-38-373,0 150-405,4-157-4229,17 0-55,-2 0-6134</inkml:trace>
</inkml:ink>
</file>

<file path=ppt/ink/ink9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35:44.98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99 0 5873,'0'0'11001,"-5"9"-10074,-11 26-406,1-1 0,2 2 0,1 0 1,2 0-1,2 1 0,1 0 0,-3 61 0,9-75-528,0-19 14,1 1 1,0 0 0,0 0-1,0-1 1,1 1-1,-1 0 1,3 6-1,-3-10-19,1 0-1,0 1 1,0-1 0,0 0-1,0 0 1,0 0 0,0 0-1,0 0 1,0 0-1,0 0 1,0 0 0,1 0-1,-1-1 1,0 1 0,1 0-1,-1-1 1,0 1-1,1-1 1,-1 1 0,1-1-1,-1 0 1,0 0 0,1 1-1,-1-1 1,1 0-1,-1 0 1,3-1 0,28 2-1987,38-2-7179,-56-2 4727</inkml:trace>
</inkml:ink>
</file>

<file path=ppt/ink/ink9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35:45.43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 58 5313,'0'0'9969,"-8"-4"-8715,8 4-1233,0-1 0,0 1 1,0 0-1,1 0 0,-1 0 1,0 0-1,0 0 0,0 0 1,0 0-1,0 0 1,0 0-1,0 0 0,0 0 1,0-1-1,0 1 0,0 0 1,0 0-1,0 0 0,0 0 1,0 0-1,0 0 1,1 0-1,-1 0 0,0-1 1,0 1-1,0 0 0,0 0 1,0 0-1,-1 0 0,1 0 1,0 0-1,0 0 0,0-1 1,0 1-1,0 0 1,0 0-1,0 0 0,0 0 1,0 0-1,0 0 0,0 0 1,0 0-1,0 0 0,0-1 1,0 1-1,0 0 0,-1 0 1,1 0-1,0 0 1,0 0-1,0 0 0,0 0 1,0 0-1,0 0 0,0 0 1,0 0-1,-1 0 0,1 0 1,0 0-1,0 0 0,31-3 738,0-2 0,0-1-1,0-1 1,49-19-1,-78 25-739,-1 1-163,-1 0 1,1 0-1,-1 0 1,0 0-1,1 0 1,-1 0-1,1 0 0,-1 0 1,0 0-1,1 0 1,-1 0-1,1 0 1,-1 0-1,0 1 0,1-1 1,-1 0-1,0 0 1,1 0-1,-1 1 0,0-1 1,1 0-1,-1 0 1,0 1-1,0-1 1,1 0-1,-1 1 0,0-1 1,0 0-1,0 1 1,1-1-1,-1 1 1,0-1-1,0 0 0,0 1 1,0-1-1,0 0 1,0 1-1,0-1 1,0 1-1,0-1 0,0 1 1,0-1-1,4 11-3189,8 0-3297</inkml:trace>
</inkml:ink>
</file>

<file path=ppt/ink/ink9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35:46.76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39 11 2160,'0'0'11958,"-13"-11"-7563,1 221 497,-1 0-3698,13-84-1002,0-125-452,57-1-8916,-31 0 3455</inkml:trace>
</inkml:ink>
</file>

<file path=ppt/ink/ink9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35:47.35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77 59 6449,'0'0'10467,"-2"6"-9946,1-4-394,0 0-1,0 0 0,0 1 1,0-1-1,1 0 1,-1 1-1,0-1 1,1 1-1,0-1 1,0 1-1,0 4 0,1-6-77,0 0 0,0 0-1,-1 0 1,1 0-1,1 0 1,-1 0-1,0 0 1,0 0-1,0-1 1,0 1 0,1 0-1,-1-1 1,0 1-1,0-1 1,1 1-1,-1-1 1,1 0 0,-1 1-1,0-1 1,1 0-1,-1 0 1,1 0-1,-1 0 1,0 0 0,1-1-1,1 1 1,3 0-37,-1 0 1,1 0-1,-1-1 1,1 1-1,0-1 1,-1 0-1,1-1 1,-1 1 0,9-5-1,-12 5 2,0-1-1,0 0 1,0 1 0,0-1-1,-1 0 1,1 0 0,0 0-1,-1 0 1,0 0 0,1 0-1,-1 0 1,0-1 0,0 1-1,0 0 1,0-1 0,-1 1-1,1 0 1,-1-1 0,1 1-1,-1-1 1,0 1 0,0-1-1,0-3 1,0 4 8,0 0 0,0 1 0,0-1 0,0 0 0,0 1 0,0-1 0,0 0 0,0 1 0,-1-1 0,1 0 0,-1 1 0,1-1 0,-1 1 0,0-1 0,1 1 0,-1-1 0,0 1 0,0-1 0,0 1 0,0 0 0,0-1 1,-3-1-1,1 2 19,-1 0 0,1 0 1,-1 0-1,1 1 0,-1-1 1,0 1-1,1 0 0,-1 0 1,-4 1-1,-4-1-57,4-1 45,-1 2 0,0-1 0,0 1 0,1 0 0,-1 1 0,1 0 0,-17 6-1,22-6 23,1-1 0,-1 1-1,0-1 1,1 1-1,-1 0 1,1 0 0,0 0-1,0 1 1,-1-1 0,1 0-1,1 1 1,-1-1-1,0 1 1,1 0 0,-1-1-1,1 1 1,0 0-1,0 0 1,0 0 0,0 0-1,0 0 1,1 0-1,-1 0 1,1 0 0,0 6-1,1 8 268,0 0-1,1-1 1,0 1-1,9 30 1,-9-41-299,0 0 0,0 0 0,1 0 0,-1 0 0,1-1 0,0 1 0,1-1-1,0 1 1,0-1 0,0 0 0,0-1 0,1 1 0,-1-1 0,1 0 0,11 7 0,-10-9-114,0 0 0,1 0 1,0-1-1,-1 0 0,1 0 0,0-1 0,-1 0 0,1 0 0,0 0 0,-1-1 0,1 0 0,0 0 0,-1-1 0,1 0 0,11-5 0,24 2-5746,-22-1 335</inkml:trace>
</inkml:ink>
</file>

<file path=ppt/ink/ink9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35:47.98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498 185 3017,'0'0'13443,"-18"-21"-12991,-59-66-6,70 80-340,1 0 1,-2 0-1,1 1 0,-1 0 0,0 0 0,0 1 0,0 0 0,-1 1 0,0-1 0,0 2 0,-14-5 1,7 5-47,0 1 1,0 0-1,0 1 1,-26 2-1,7 0-14,30 0-38,0 0-1,0 0 1,1 1 0,-1-1-1,0 1 1,1 0-1,-1 1 1,1-1 0,0 1-1,0 0 1,0 0-1,0 0 1,1 0 0,-1 1-1,1 0 1,0-1 0,0 1-1,0 0 1,0 1-1,1-1 1,-4 9 0,-5 8 152,1 1 1,2 0-1,-8 28 1,9-13 78,2-1 0,1 1 0,2 0 0,2 0 0,4 44 1,0-53 59,1-1 0,1 1 1,1-2-1,18 46 0,-12-40 31,-2 1 0,7 39-1,-9-25-63,-3-22-208,-2 0 0,3 38-1,-7-62-137,37-50-8255,-23 24 3523</inkml:trace>
</inkml:ink>
</file>

<file path=ppt/ink/ink9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35:48.21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10 9026,'0'0'10386,"13"-9"-10042,0 9-216,-6 0-80,5 0-48,-5 0-88,6 6-712,25-3-952,-6-3-2033,7 0-3249</inkml:trace>
</inkml:ink>
</file>

<file path=ppt/ink/ink9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35:48.56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95 0 5961,'0'0'14559,"-11"24"-13760,-33 79-15,38-87-529,0 1-1,0-1 0,2 2 1,0-1-1,-2 35 0,4-32-99,-1 11 24,1 1 0,2-1 0,5 48 0,-4-76-186,-1-1 0,1 1 1,0 0-1,0-1 0,0 1 0,1-1 0,-1 1 1,1-1-1,-1 0 0,1 1 0,0-1 1,0 0-1,0 0 0,0 0 0,0-1 0,0 1 1,0 0-1,1-1 0,-1 1 0,1-1 1,-1 0-1,1 0 0,0 0 0,-1 0 1,5 1-1,32-1-2653,-36-1 1984,0-1 0,1 0-1,-1 0 1,0 0 0,0 0 0,0-1-1,0 1 1,0-1 0,3-2 0,3-5-5440</inkml:trace>
</inkml:ink>
</file>

<file path=ppt/ink/ink9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35:48.77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35 4257,'0'0'17108,"147"-25"-16716,-108 22-256,6-1-136,-13 1 0,38 3-712,-12 0-1713,-6 0-3176</inkml:trace>
</inkml:ink>
</file>

<file path=ppt/ink/ink9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35:49.29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520 3 5945,'0'0'12462,"-18"-1"-11773,-59-1 47,70 3-628,0 0 0,0 0 0,1 1 0,-1-1 0,0 1 0,1 1 0,-1 0 0,1 0 0,0 0 0,0 0 0,0 1 0,1 0 0,-6 5 0,-12 6 202,-5 3-10,1 0 0,0 2 0,2 0 0,0 2 0,1 1 0,-36 45-1,49-52-207,0 0-1,1 0 1,1 1-1,0 0 0,2 0 1,0 1-1,0 0 0,2 1 1,0-1-1,1 1 1,1 0-1,0 37 0,2-44-18,1 0 0,1 0 0,0 0-1,0-1 1,2 1 0,-1 0 0,1-1-1,1 0 1,0 0 0,1 0 0,0 0-1,0 0 1,1-1 0,1 0 0,-1-1-1,2 1 1,10 10 0,-5-6 46,1 0 0,1-1 0,0-1 0,0 0 0,2-1 0,-1 0 0,1-2 0,1 0 0,0-1 0,0-1 0,0 0 0,1-1 0,0-1 0,0-1 0,35 2 0,-53-6-15,-37-2-5021,30 1 3523</inkml:trace>
</inkml:ink>
</file>

<file path=ppt/ink/ink9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35:49.77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27 7 2617,'0'0'13849,"-4"-1"-12635,-13-4-37,12 4-36,5 34 2343,0-20-3381,0-1 0,0 1 1,2 0-1,-1-1 0,2 1 0,4 16 0,0 0-13,-6-27-325,-1 0 0,0 0 0,0 0 0,1 0 0,-1 0 0,1-1 0,0 1 0,0 0 0,-1 0 0,1 0 1,0-1-1,0 1 0,1 0 0,1 1 0,-2-2-394,1 0 0,-1 0 0,1 0 0,0-1 0,-1 1 0,1-1 0,0 1 0,-1-1 0,1 0 0,0 1 0,0-1 0,-1 0 0,3 0 0,9 0-8846</inkml:trace>
</inkml:ink>
</file>

<file path=ppt/ink/ink9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35:49.97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14 5753,'0'0'14915,"38"-13"-14915,-31 13-144,18 19-1040,-5 4-1592,-7-1-3362</inkml:trace>
</inkml:ink>
</file>

<file path=ppt/ink/ink9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35:50.56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6161,'0'0'11175,"6"1"-10346,-4-1-761,0 0 0,0 0 0,0 1 0,0 0 1,0-1-1,0 1 0,0 0 0,0 0 0,0 0 0,0 0 0,-1 0 0,1 0 0,0 0 0,-1 1 0,1-1 0,-1 1 0,1-1 0,-1 1 0,0-1 1,0 1-1,2 3 0,-1 0 24,0 0 0,0 0 0,0 0 0,-1 0 0,0 1 0,0-1 0,0 0 0,-1 1 0,1 6 0,-1 49 654,0-60-726,4-3-11,0 1 1,0-1-1,0 0 1,0 0-1,-1 0 1,1-1-1,0 1 1,-1-1-1,0 0 1,1 0-1,-1 0 1,0 0 0,-1 0-1,1-1 1,3-5-1,10-11-9,11 1-39,-26 18 112,7 18 1550,8 42-908,-14-54-813,-1-1-1,1 0 0,1 0 0,-1 0 0,0 0 0,1 0 1,0 0-1,0-1 0,0 1 0,0-1 0,0 0 1,5 3-1,26 13-2335,-7-7-2299,4-1-3263</inkml:trace>
</inkml:ink>
</file>

<file path=ppt/ink/ink9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35:57.39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42 31 3121,'0'0'10114,"0"-16"-8077,-1 1 5456,-1 20-7462,0 0 0,1 0-1,0-1 1,0 1 0,0 0 0,0 0 0,1 0 0,0 1-1,0-1 1,0 0 0,2 7 0,-1 17 72,-31 303 351,29-325-449,-1 2 3,1 1 0,1-1 0,-1 1 0,2 13 0,0-22-1,-1 1 0,0-1 0,0 1 0,0-1 0,1 0 0,-1 1 0,1-1 0,-1 1 0,1-1 0,0 0 0,-1 0 0,1 1 0,0-1 0,0 0 0,0 0 0,0 0 0,0 0 0,0 0 0,0 0 0,0 0 0,1 0 0,-1 0 0,0-1 0,0 1 0,1 0 0,-1-1 0,0 1 0,1-1 0,-1 1 0,1-1 0,-1 0 0,1 0 0,-1 0 0,3 1 0,115-1-237,-90-8-2026,-12 2-3386,-10 3 182</inkml:trace>
</inkml:ink>
</file>

<file path=ppt/ink/ink9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35:57.97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26 1456,'0'0'11983,"0"-16"-1452,40 16-10157,80-7-71,-114 5-551</inkml:trace>
</inkml:ink>
</file>

<file path=ppt/ink/ink9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35:59.69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39 36 1120,'0'0'12548,"-7"-6"-11209,-1-1-844,-4-3 69,0-2 2904,13 15-3211,0 1 0,-1 0 0,0 0 1,1-1-1,-1 1 0,-1 0 0,0 7 1,0 1 91,3 30 284,3-1 1,14 65-1,-10-65-389,-2 0-1,2 67 1,-9 130 69,-1-231-272,-1-7 86,-1-14-101,3-202-753,1 210 664,0 0 0,0 0 0,1 0 0,0 0 1,0 0-1,0 1 0,1-1 0,0 1 0,0 0 0,0 0 0,0 0 1,1 0-1,8-8 0,61-55-461,-67 64 493,3-4 43,-7 5-51,1 0-1,0 1 0,-1-1 0,1 1 0,0-1 1,0 1-1,1 0 0,-1 0 0,0 1 0,1-1 1,-1 1-1,1-1 0,-1 1 0,1 0 0,0 0 1,-1 1-1,1-1 0,0 1 0,-1 0 0,1 0 1,0 0-1,5 1 0,-8 0 34,-1 0 0,1 0 0,0 0 0,-1 0 0,1 0 0,0 0 0,-1 0 0,1 0 0,-1 0-1,0 0 1,1 0 0,-1 0 0,0 1 0,0-1 0,1 0 0,-1 0 0,0 0 0,0 1 0,-1 1 0,1 35-186,-1-27 62,1-9 138,-1 0-1,0-1 1,0 1 0,0 0-1,0 0 1,0-1-1,0 1 1,0-1-1,0 1 1,-1-1 0,1 1-1,0-1 1,-1 0-1,0 1 1,1-1 0,-1 0-1,0 0 1,1 0-1,-1-1 1,0 1-1,0 0 1,0-1 0,1 1-1,-1-1 1,0 1-1,0-1 1,-4 0 0,-74 9 69,56-7-61,21-2 10,1 0 1,0 1-1,-1-1 1,1 1-1,0 0 1,0-1-1,0 1 1,0 0-1,0 0 1,0 1-1,0-1 1,0 0-1,0 1 1,0-1-1,1 1 1,-1 0-1,1-1 1,-1 1-1,1 0 1,-1 0 0,1 0-1,0 0 1,0 0-1,0 0 1,0 0-1,1 0 1,-1 1-1,0-1 1,1 0-1,0 1 1,-1-1-1,1 0 1,0 0-1,0 1 1,0-1-1,1 0 1,-1 1-1,0-1 1,1 0-1,0 0 1,-1 1-1,3 2 1,17 22 1006,-18-25-973,0 0 1,0-1-1,0 1 1,0 0-1,-1 0 1,1 0-1,-1 1 1,1-1-1,-1 0 0,0 1 1,0-1-1,0 1 1,0-1-1,0 1 1,1 4-1,-2-4-11,0 0 1,1 0-1,-1 0 0,1 0 0,0 0 0,0 0 0,0 0 0,0 0 0,0-1 0,1 1 0,-1-1 0,1 1 0,0-1 0,0 1 0,0-1 1,0 0-1,0 0 0,0 0 0,4 2 0,55 32 1075,-20-14-718,-8-5 943,-32-15-1341,-1-1 14</inkml:trace>
</inkml:ink>
</file>

<file path=ppt/ink/ink9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36:00.49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 24 4809,'0'0'9357,"-4"-4"-8801,3 4-535,1 0 0,-1-1 0,1 1 0,-1 0 0,1-1 0,-1 1 0,0 0 0,1-1 0,0 1 0,-1-1 0,1 1 0,-1-1 0,1 1 0,-1-1 0,1 1 0,0-1 0,-1 0 0,1 1 0,0-1 0,0 1 0,0-1 0,-1 0 0,1 1 0,0-1 0,0 0 0,0 1 1,0-1-1,0 0 0,0 1 0,0-2 0,21 0 1261,-12 3-951,0 1-1,0 0 1,0 1 0,0 0-1,12 6 1,6 8 67,0 0 0,-1 2 0,-1 1 0,-1 1-1,-1 1 1,34 42 0,-26-24-269,-2 1 1,-2 2-1,33 69 0,-49-85 15,-1 1 0,-2 0 0,0 1 0,-2 0 0,-2 0 0,0 0 0,-2 0 0,-2 51 0,-1-75-79,1 0 0,-1 0-1,0 0 1,0-1 0,0 1-1,-1 0 1,0 0 0,0-1-1,0 1 1,0-1 0,-1 1-1,1-1 1,-6 6 0,-48 46 1318,25-28-324,30-26-986,1-1 263,3-5-873,1 0 96,-1 0 1,1 0 0,0 1 0,0 0 0,0 0 0,0 0-1,1 0 1,-1 0 0,1 1 0,0 0 0,-1 0 0,1 0 0,0 1-1,7-2 1,4-2-2025,28-8-5603</inkml:trace>
</inkml:ink>
</file>

<file path=ppt/ink/ink9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36:01.60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540 75 4809,'0'0'14909,"-9"-9"-13683,-33-31-332,37 37-772,0 0-1,0 0 1,0 0-1,0 1 1,0 0 0,-1 0-1,1 0 1,-1 1 0,0-1-1,1 2 1,-1-1-1,0 0 1,0 1 0,-10 1-1,-1-1-23,-153-1 938,167 1-1017,0 0-1,0 0 1,0 0 0,0 0-1,0 0 1,0 0 0,0 1-1,0 0 1,0-1 0,0 1-1,0 0 1,1 0 0,-1 1-1,0-1 1,0 1 0,1-1-1,-1 1 1,1 0 0,0 0-1,-4 3 1,4-1-17,0 1 0,0-1-1,1 1 1,-1 0 0,1-1 0,0 1-1,1 0 1,-1 0 0,1 0 0,0 0 0,0 6-1,2 6-4,0 0 0,1 0 0,0-1 0,2 1 0,0-1 0,0 0 0,2-1 0,0 1 0,16 24 0,4 13-3,-21-36 6,0 0 1,-2 0-1,0 0 0,-1 0 0,0 1 0,-2 0 0,0 0 0,-2 27 0,1-21 1,-1-19 3,1 0 1,-1-1-1,0 1 1,-1 0 0,1-1-1,-1 1 1,0-1-1,0 1 1,0-1-1,-1 0 1,0 0-1,1 0 1,-1 0 0,-1 0-1,1-1 1,0 1-1,-1-1 1,0 0-1,0 0 1,0 0 0,-6 2-1,-13 8 27,0 0 0,-46 15-1,29-12-24,4 1-67,36-17 58,0 0 0,0 0 0,1 0 0,-1 0 1,0 0-1,0 0 0,0 0 0,0 0 0,0 0 0,0 0 1,0 1-1,0-1 0,0 0 0,0 0 0,0 0 1,0 0-1,0 0 0,0 0 0,0 0 0,0 0 0,1 0 1,-1 0-1,0 0 0,0 1 0,0-1 0,0 0 0,0 0 1,0 0-1,0 0 0,0 0 0,0 0 0,0 0 0,0 0 1,0 0-1,0 0 0,0 1 0,0-1 0,-1 0 0,1 0 1,0 0-1,0 0 0,0 0 0,0 0 0,0 0 1,0 0-1,0 0 0,0 0 0,0 0 0,0 0 0,0 0 1,0 1-1,0-1 0,0 0 0,0 0 0,-1 0 0,1 0 1,0 0-1,0 0 0,23-3-102,-2-1 53,21-4-399,1 1 0,60-1-1,-101 7 434,-1 1-1,0 0 1,0 0-1,1 0 1,-1 0-1,0 0 0,0 0 1,1 0-1,-1 1 1,0-1-1,0 0 1,0 1-1,1-1 1,-1 1-1,0-1 0,0 1 1,0-1-1,0 1 1,0 0-1,0 0 1,0-1-1,0 1 1,0 0-1,-1 0 0,1 0 1,0 0-1,0 0 1,0 1-1,0 2 7,-1 1 0,1-1-1,-1 0 1,0 1 0,0-1-1,0 0 1,-2 7 0,2-8 20,-5 18 0,1 0 0,-2 0 0,-11 25 0,-3 10 7,-7 19 32,-10 33 71,35-98-35,0 0 0,0 0 1,1 0-1,0 0 0,1 0 1,0 1-1,0-1 0,4 15 1,-4-23-77,1 0 1,0 0-1,0-1 1,0 1-1,0 0 1,1-1-1,-1 1 1,0-1-1,1 1 0,-1-1 1,0 0-1,1 0 1,0 0-1,-1 0 1,1 0-1,0 0 1,-1 0-1,1 0 1,0 0-1,0-1 1,0 1-1,0-1 0,0 0 1,0 1-1,-1-1 1,5 0-1,64-1 203,-44 0-110,-13 1 239,1 0 1,0-1-1,-1 0 0,1-1 1,-1 0-1,0-1 1,1-1-1,12-5 1,-25 8 660,-20-1-9134,12 1 2054,0 1-1551</inkml:trace>
</inkml:ink>
</file>

<file path=ppt/ink/ink9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36:04.32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1 177 2921,'0'0'15484,"18"-1"-13561,-17 1-1846,1 1-1,-1 0 0,1-1 0,-1 1 0,0 0 1,1 0-1,-1 0 0,0 0 0,1 0 1,-1 0-1,0 0 0,0 1 0,0-1 1,0 0-1,0 1 0,-1-1 0,1 0 0,0 1 1,-1-1-1,1 1 0,-1-1 0,1 3 1,11 42 593,-9-32-489,0-1-62,-1 1-1,-1-1 1,0 1 0,-1 16 0,0-12-1,0-17 6,-1-1-108,0-1 0,1 1 1,-1 0-1,0 0 0,1-1 0,-1 1 0,0-1 1,1 1-1,-1 0 0,0-1 0,1 1 0,-1-1 0,1 0 1,-1 1-1,1-1 0,-1 1 0,1-1 0,-1 0 1,1 1-1,0-1 0,-1-1 0,-2-12-10,0 0 0,1-1 0,0 1 0,2 0 0,-1-1 0,4-24 0,-1-3-64,-2 32 26,1 0 1,0-1-1,1 1 1,0 0-1,5-14 0,-6 20-6,1 0-1,-1-1 0,1 1 1,0 0-1,1 0 0,-1 0 1,0 1-1,1-1 0,0 1 1,0-1-1,0 1 1,0 0-1,1 0 0,6-5 1,-6 8 24,0-1 0,-1 1 0,1 0 0,-1 0 0,1 1 0,0-1 0,-1 1 0,1-1 0,-1 1 0,1 0 0,-1 0 0,1 1 0,-1-1 0,0 1 0,1-1 0,-1 1 0,0 0 0,5 5 0,5 1-6,8 3-58,1-1 0,0 0 0,0-2 0,1 0 0,0-2 0,0 0 0,1-2 0,0-1 0,0 0-1,36-2 1,-57-2 67,-1 1-1,1 0 0,-1-1 1,1 0-1,-1 0 0,0 0 1,0 0-1,1 0 0,-1 0 1,0 0-1,0-1 0,0 1 1,0-1-1,0 0 0,-1 1 1,1-1-1,0 0 0,-1 0 0,0 0 1,1 0-1,-1 0 0,0-1 1,0 1-1,0 0 0,0 0 1,0-1-1,0-2 0,1 0 35,-1 0-1,0 0 1,0 1-1,-1-1 0,1 0 1,-1 0-1,0 0 1,0 0-1,0 0 0,-1 0 1,0 0-1,0 0 1,-2-7-1,1 10-20,1 0-1,-1 0 0,0 1 1,1-1-1,-1 0 1,0 0-1,0 1 1,0-1-1,0 1 0,-1 0 1,1 0-1,0 0 1,0 0-1,-1 0 1,1 0-1,-1 0 1,1 1-1,-1-1 0,-3 1 1,-51-4 91,54 4-76,-8 0-5,1 0 1,-1 0 0,1 1 0,0 0-1,-1 1 1,-15 5 0,23-6-7,1 0 1,-1 1 0,1-1-1,-1 1 1,1 0-1,0-1 1,0 1-1,-1 0 1,1 1 0,0-1-1,1 0 1,-1 0-1,0 1 1,1-1 0,-1 1-1,1 0 1,0-1-1,0 1 1,0 0-1,0 0 1,0-1 0,1 1-1,-1 0 1,1 0-1,0 0 1,0 0 0,0 5-1,0 1 58,0 0-1,1 0 1,0-1 0,0 1-1,0 0 1,1 0-1,4 9 1,-3-13-42,0 1 1,0-1-1,0 0 1,1 0-1,-1-1 1,1 1-1,0-1 1,1 1-1,-1-2 1,1 1-1,7 4 1,22 18-17,-22-16-285,1 0-1,-1-1 1,2 0 0,-1-1 0,1-1 0,0 0 0,1-1-1,0 0 1,25 5 0,83-6-5798,-64-5-1664</inkml:trace>
</inkml:ink>
</file>

<file path=ppt/ink/ink9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36:04.61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 0 5673,'0'0'15346,"-1"37"-14032,-3 122-114,6-108-555,1 0 1,12 57-1,-8-69-1362,3 80-1,-37-118-11738,9-1 6703</inkml:trace>
</inkml:ink>
</file>

<file path=ppt/ink/ink9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36:05.18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20 5449,'0'0'13668,"29"-3"-12583,-10 1-910,183-12 1189,-73 14-96,-130 35-940,-3-17-277,2-7-46,-1 0-1,2 0 0,0 0 1,0 0-1,1 20 1,1-29-12,-1 1 0,1-1 1,-1 0-1,1 1 0,0-1 1,0 0-1,0 0 0,0 0 0,0 1 1,0-1-1,1 0 0,-1 0 1,1-1-1,0 1 0,-1 0 1,1 0-1,0-1 0,0 1 1,0-1-1,0 0 0,0 1 1,0-1-1,0 0 0,0 0 1,1-1-1,-1 1 0,0 0 1,1-1-1,-1 1 0,1-1 1,-1 0-1,4 0 0,1 2 3,1-2 0,0 1 0,0-1 0,0 0 0,0-1 0,0 0 0,-1 0 0,1 0 0,0-1 0,-1-1 0,1 1 0,-1-1 0,0 0 0,0-1 0,0 0 0,0 0 0,-1 0 0,1-1 0,-1 0 0,0 0 0,-1 0 0,1-1 0,-1 0 0,4-6 0,-9 19 2300,-1 33-1665,4 1-3364,-2-38 2470,0-1 0,0 0 0,1 0 1,-1 0-1,0 0 0,1 0 1,-1 0-1,1 0 0,-1 0 0,1-1 1,0 1-1,0 0 0,0-1 1,0 0-1,0 1 0,0-1 0,0 0 1,1 0-1,-1 0 0,3 0 0,6 4-810,27 15-2672,-5-6-4886</inkml:trace>
</inkml:ink>
</file>

<file path=ppt/ink/ink9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36:05.50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12 238 6809,'0'0'15406,"-1"15"-14597,-2 2-618,2-10-127,0 0 0,1 1 0,-1-1-1,1 0 1,1 0 0,-1 1 0,1-1-1,3 8 1,0-6 434,-4-29-396,-3-32-143,-2 18-111,1 0-1,2 0 1,2 0 0,5-51-1,-5 83-8,0-1-1,1 1 0,-1-1 0,1 1 0,-1-1 0,1 1 1,0-1-1,0 1 0,0 0 0,0-1 0,0 1 0,0 0 1,1 0-1,-1 0 0,1 0 0,0 0 0,-1 0 0,1 0 1,0 1-1,0-1 0,0 1 0,3-3 0,1 2-1060,0 1 1,0-1-1,0 1 0,-1 0 0,1 1 1,0-1-1,11 1 0,10 0-8092</inkml:trace>
</inkml:ink>
</file>

<file path=ppt/ink/ink9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36:06.00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62 8858,'0'0'12475,"7"3"-11819,-2-1-519,-3-2-100,0 1 0,0-1 0,0 1 0,0 0 0,0 0 1,0 0-1,0 0 0,0 0 0,0 0 0,-1 0 0,1 1 0,0-1 0,-1 0 1,1 1-1,-1 0 0,0-1 0,1 1 0,-1 0 0,0 0 0,0-1 0,0 1 1,0 0-1,0 3 0,9 30 515,1 15-212,-11-49-332,18-34-284,-4 8 171,0 5 76,2 1 1,0 0 0,1 1 0,1 1 0,22-17-1,-39 34 35,-1 0-1,0 0 0,0 0 1,0 0-1,0 0 1,1 0-1,-1-1 0,0 1 1,0 0-1,0 0 1,1 0-1,-1 0 0,0 0 1,0 0-1,1 0 1,-1 0-1,0 0 0,0 0 1,0 0-1,1 0 1,-1 0-1,0 0 0,0 0 1,0 0-1,1 0 0,-1 0 1,0 0-1,0 0 1,0 0-1,1 1 0,-1-1 1,0 0-1,0 0 1,0 0-1,1 0 0,-1 0 1,0 0-1,0 1 1,0-1-1,0 0 0,0 0 1,0 0-1,1 1 1,-1-1-1,0 0 0,4 17 212,-4 27 273,0-37-300,0 72 779,1-79-995,-1 1-1,0 0 1,1 0-1,-1-1 0,1 1 1,-1 0-1,1-1 1,-1 1-1,1-1 1,-1 1-1,1 0 1,0-1-1,-1 1 1,1-1-1,0 0 1,0 1-1,-1-1 1,1 0-1,0 1 1,0-1-1,-1 0 1,1 0-1,0 1 0,0-1 1,0 0-1,0 0 1,-1 0-1,1 0 1,0 0-1,0 0 1,0-1-1,1 1 1,4 0-695,73 16-7516,-34-13-4465</inkml:trace>
</inkml:ink>
</file>

<file path=ppt/ink/ink9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36:06.77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88 5337,'0'0'12583,"11"-13"-11463,41-39-181,-49 50-843,0-1 0,1 1 1,0 0-1,-1 0 0,1 0 0,0 0 0,0 1 1,0-1-1,0 1 0,1 0 0,-1 1 0,0-1 1,0 1-1,0-1 0,1 1 0,5 1 0,8-1 291,-15-1-342,0 1 0,0 0 1,0-1-1,0 1 0,1 1 1,-1-1-1,0 0 1,0 1-1,0-1 0,0 1 1,0 0-1,0 0 0,0 0 1,0 1-1,0-1 0,0 1 1,-1-1-1,1 1 0,3 4 1,-3-2-24,-1 0 0,1 0 0,-1 0 0,-1 1-1,1-1 1,0 1 0,-1 0 0,0-1 0,0 1 0,-1 0 0,1 0 0,-1 6 0,2 28 71,-1 0-1,-2 1 1,-10 63-1,8-87-73,0 0-1,-2 0 0,0 0 0,0 0 1,-2-1-1,0 0 0,-1 0 0,0-1 1,-1 0-1,0 0 0,-14 13 0,19-23-14,-1 0-1,0 0 1,0 0-1,0-1 0,0 0 1,-1 0-1,1 0 1,-1-1-1,0 1 1,1-1-1,-1-1 0,0 1 1,0-1-1,0 0 1,-1-1-1,1 1 0,-9-2 1,14 1-7,0 0 1,0 0 0,0-1 0,0 1-1,0-1 1,0 1 0,0-1 0,0 1-1,1-1 1,-1 1 0,0-1-1,0 0 1,0 0 0,1 1 0,-1-1-1,0 0 1,1 0 0,-1 0-1,0 0 1,1 0 0,-1 0 0,1 0-1,0 0 1,-1 0 0,1 0 0,0 0-1,0 0 1,-1 0 0,1 0-1,0 0 1,0-2 0,0-43-53,0 34 4,0 9 47,0 0 0,0 0 0,1 0-1,-1 0 1,1 0 0,-1 0 0,1 1 0,0-1 0,0 0-1,0 0 1,1 1 0,-1-1 0,1 1 0,-1-1-1,1 1 1,0-1 0,0 1 0,0 0 0,0 0 0,0 0-1,1 0 1,-1 1 0,1-1 0,-1 0 0,1 1 0,-1 0-1,1 0 1,5-2 0,-4 2 31,1 0 1,0 0-1,-1 0 1,1 1-1,0 0 1,0 0-1,-1 0 0,1 0 1,0 1-1,-1 0 1,1 0-1,0 0 1,-1 1-1,1-1 0,-1 1 1,0 0-1,0 0 1,5 4-1,22 16 260,-15-10-65,1 0 0,0-1 0,1-1 1,0-1-1,0 0 0,28 8 0,-38-13-212,5 0 53,3-2-3190</inkml:trace>
</inkml:ink>
</file>

<file path=ppt/ink/ink9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36:13.09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49 126 4729,'0'0'10141,"-8"-6"-9232,-22-18-134,29 24-529,1-1-1,-1 1 1,0-1 0,1 1-1,-1-1 1,0 0 0,1 1-1,-1-1 1,1 0 0,-1 1-1,1-1 1,-1 0-1,1 0 1,-1 1 0,1-1-1,0 0 1,-1 0 0,1 0-1,0 0 1,0 1 0,0-1-1,0 0 1,0 0-1,0 0 1,0-1 0,0 1-147,1 0 1,-1-1 0,1 1-1,0 0 1,0 0 0,-1 0-1,1 0 1,0 0 0,0 0-1,0 0 1,0 0 0,0 0-1,0 0 1,3-1 0,47-19-1285,-44 18 1763,24-6-571,0 1-1,0 2 1,1 1 0,0 1-1,61 1 1,-91 4-8,0-1 0,0 1 0,-1-1 0,1 1-1,-1 0 1,1 0 0,-1 0 0,1 0 0,-1 0 0,1 0 0,-1 0 0,0 0-1,1 0 1,-1 0 0,0 1 0,0-1 0,0 1 0,0-1 0,0 1 0,0-1-1,-1 1 1,1-1 0,0 1 0,-1 0 0,1-1 0,-1 1 0,0 0-1,1 0 1,-1-1 0,0 1 0,0 3 0,0 74 110,0-57-51,-2 17-28,-1-1 1,-1 0-1,-2 0 1,-2-1-1,-14 42 1,15-54-28,1 1 1,1-1-1,1 1 1,2 0-1,0 26 1,2-50-3,1 0-1,-1-1 1,1 1 0,-1-1-1,1 1 1,-1-1 0,1 1-1,0-1 1,0 0 0,0 1-1,0-1 1,0 0 0,0 0-1,0 0 1,0 0 0,1 0-1,-1 0 1,0 0 0,1 0-1,-1 0 1,0 0 0,1-1-1,-1 1 1,1-1 0,-1 1-1,1-1 1,-1 1 0,1-1-1,0 0 1,-1 0 0,4 0-1,64 2 114,-50-3-105,-10 1-3,0 0 0,0-1-1,0 0 1,14-4 0,-22 5-5,0 0-1,1-1 1,-1 1 0,0 0-1,0-1 1,0 1-1,1-1 1,-1 1 0,0-1-1,0 1 1,0-1 0,0 0-1,0 0 1,0 1 0,0-1-1,0 0 1,0 0 0,0 0-1,-1 0 1,1 0-1,0 0 1,-1 0 0,1 0-1,-1-1 1,1 1 0,-1 0-1,1 0 1,-1 0 0,0-1-1,1 1 1,-1 0-1,0 0 1,0-1 0,0 1-1,0 0 1,0 0 0,0-1-1,-1 1 1,1 0 0,0 0-1,-1-3 1,-1 3-11,1-1 0,0 1 0,0 0 0,-1-1 0,1 1 0,-1 0 1,0 0-1,1 0 0,-1 0 0,0 0 0,1 0 0,-1 0 0,0 1 0,0-1 0,0 1 1,0-1-1,0 1 0,1 0 0,-1-1 0,-2 1 0,-46-1 24,43 1-19,4-1 5,1 1 1,-1 0-1,1 0 0,-1 0 1,1 0-1,-1 0 0,1 0 0,-1 1 1,1-1-1,-1 1 0,1-1 1,0 1-1,-1 0 0,1 0 0,0 0 1,0 1-1,0-1 0,0 0 1,0 1-1,-3 2 0,4 0 0,-1 1 1,1-1-1,0 1 0,0 0 0,0-1 0,0 1 0,1 0 1,0 0-1,0 0 0,1 4 0,-1-2 2,1 0-1,0 0 1,0 0 0,1 0-1,0 0 1,0 0-1,1-1 1,0 1 0,4 8-1,41 56 34,-22-35-16,-17-23-9,28 50 8,-35-60-15,-1 0 0,0 0 0,0 0 0,0 1-1,0-1 1,0 0 0,-1 1 0,1-1-1,-1 1 1,0-1 0,0 0 0,0 1-1,-1-1 1,1 1 0,-1-1 0,1 0-1,-1 1 1,-2 2 0,2-3 9,-1-1 0,0 1 1,0-1-1,0 0 0,0 0 1,0 0-1,0 0 0,0-1 0,-1 1 1,1 0-1,-1-1 0,1 0 1,-1 0-1,0 1 0,-4 0 0,-50 10 295,34-9-65,-77 4 1133,93-7-1014,13 0 12,-5 0-506,16 1-1318,-11 5-6983,-6 0 748</inkml:trace>
</inkml:ink>
</file>

<file path=ppt/ink/ink9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36:26.08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58 0 9330,'0'0'7122,"-19"16"-10203,0 10 40,-1-10-2064</inkml:trace>
</inkml:ink>
</file>

<file path=ppt/ink/ink9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36:10.15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58 90 1136,'0'0'12530,"-6"-15"-11235,-20-42-65,14 39 2280,5 21-2430,0 16-683,7-9-162,13 310 3648,-6-118-3331,-7-147-345,0-54-72,0-16-63,1 0-211,0 0 1,2 0 0,0 0 0,0 1-1,1-1 1,1 1 0,1 0-1,0 0 1,0 0 0,2 1 0,-1 0-1,2 0 1,0 1 0,0 0 0,1 1-1,1 0 1,-1 1 0,2 0-1,0 0 1,0 1 0,20-11 0,-31 20 129,-1-1 1,1 1-1,-1 0 1,1-1-1,-1 1 1,1 0-1,0 0 1,-1 0-1,1 0 1,-1 0-1,1-1 1,-1 1-1,1 0 1,0 0-1,-1 0 1,1 1-1,-1-1 1,1 0-1,-1 0 1,1 0-1,-1 0 1,1 0-1,0 1 1,-1-1-1,1 0 1,-1 0-1,0 1 1,1-1-1,0 1 1,7 19-4,-7 34-35,-1-44-159,-1-9 203,0 0 1,1 0-1,-1-1 1,0 1 0,0-1-1,0 1 1,0-1 0,0 1-1,0-1 1,0 1-1,0-1 1,0 0 0,0 1-1,0-1 1,0 0 0,0 0-1,0 0 1,0 0 0,-1 0-1,1 0 1,-1-1-1,-36 1 3,30 0-10,-82 0-5,89 0 22,1 3 85,0 0 0,1 0-1,0-1 1,0 1 0,-1 0 0,2 0 0,-1-1 0,0 1 0,0 0-1,1-1 1,0 1 0,-1-1 0,1 0 0,0 1 0,0-1 0,0 0-1,1 0 1,-1-1 0,3 3 0,59 34 769,-32-21-565,7 5-46,-30-17-214,0-1-1,0 1 0,-1 1 1,0 0-1,8 7 1,-14-13-58,0 2-270</inkml:trace>
</inkml:ink>
</file>

<file path=ppt/ink/ink9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36:10.70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20 35 4049,'0'0'12001,"-3"-6"-10209,3 6-1542,0-2-79,0 0 0,-1 0 0,1 1 0,-1-1 0,1 0 0,-1 0 0,0 1 0,0-1 0,1 1 0,-1-1 0,0 1 0,-1-1 0,1 1 0,0-1 0,0 1 0,-3-2 0,3 34 2699,5 5-2464,0 0 1,3 0-1,1 0 0,1-1 0,16 38 1,-19-54-406,-4 0-1041,-4-15-2271,-3-2-3453,-1-2 1589</inkml:trace>
</inkml:ink>
</file>

<file path=ppt/ink/ink9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36:10.96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 49 5033,'0'0'12064,"-2"-3"-11380,1 3-660,1 0-1,0-1 1,0 1 0,0 0-1,0 0 1,0-1-1,0 1 1,0 0 0,-1 0-1,1-1 1,0 1-1,0 0 1,0 0 0,0-1-1,0 1 1,0 0-1,0 0 1,0-1 0,0 1-1,0 0 1,0 0 0,0-1-1,1 1 1,-1 0-1,0 0 1,0-1 0,0 1-1,0 0 1,0 0-1,0-1 1,1 1 0,-1 0-1,0 0 1,0 0-1,0 0 1,0-1 0,1 1-1,-1 0 1,1 0 0,16-6 507,41 0-284,-4 1-386,-18-1-2455,57-2 0,-62 6-293,20-1-4290</inkml:trace>
</inkml:ink>
</file>

<file path=ppt/ink/ink9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36:11.50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 17 4233,'0'0'11473,"-6"-17"-6155,6 230-638,0-120-5031,0-27-3479,0 0-4338</inkml:trace>
</inkml:ink>
</file>

<file path=ppt/ink/ink9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36:21.65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353 40 3497,'0'0'4949,"-1"-5"-4210,0 2-516,-5-17 842,-4 10 4197,9 9-4970,0 1-198,0 0-1,0 0 0,0 0 1,0 0-1,0 0 1,0 0-1,0 0 0,0 0 1,0 0-1,0 0 0,0 0 1,0 0-1,0 1 0,0-1 1,0 1-1,0-1 0,0 0 1,-1 2-1,-95 123 1934,69-94-1982,2 2 0,2 0 0,1 1 0,-21 43 1,39-66 24,0-1 1,-1 1 0,0-1-1,-1 0 1,0 0 0,-9 8-1,12-12 113,3-5-176,1-1-1,0 0 0,-1 1 0,1-1 0,-1 0 0,1 1 1,-1-1-1,1 0 0,0 1 0,-1-1 0,1 0 0,-1 0 0,1 0 1,-1 1-1,1-1 0,-1 0 0,0 0 0,1 0 0,-1 0 0,1 0 1,-1 0-1,1 0 0,-1 0 0,1 0 0,-1 0 0,1 0 0,-1-1 1,0 1-1,0 0-9,1-22-9506,0 9 1928</inkml:trace>
</inkml:ink>
</file>

<file path=ppt/ink/ink9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36:22.60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21 3697,'0'0'7757,"0"-1"-7288,0 0-1,0-1 0,0 1 0,0-1 0,0 1 1,1 0-1,-1-1 0,1 1 0,-1 0 0,1-1 1,-1 1-1,1 0 0,1-2 0,9 12-181,0 2 0,-1-1 0,-1 2 0,1-1 0,-2 1 0,0 0 0,0 1 0,-1 0 0,-1 0 0,9 26 0,-11-31-205,1 1-1,0-1 1,1-1 0,-1 1-1,2-1 1,-1 0 0,14 11 0,-1 0 175,0 8-166,-17-23-65,0 0 1,0 0-1,0 0 0,0 0 1,0 0-1,0-1 0,1 1 0,5 3 1,17 21 469,-24-26-456,-7 2-5152,-6-6 707,5-3-2114</inkml:trace>
</inkml:ink>
</file>

<file path=ppt/ink/ink9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36:23.58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0 109 208,'0'0'9956,"46"-5"-3263,26-7-6134,-23 6-524,0-3 0,0-2 0,72-26 0,-109 31-35,-9 4 1,1 0 0,-1 0-1,1 0 1,-1 0 0,1 1 0,0 0-1,-1 0 1,1 0 0,8-1 0,-11 2 85,38-7 3474,-38 8-3700,-1-1 1,1 0 0,-1 1-1,1-1 1,-1 0-1,1 1 1,-1-1 0,0 0-1,1 1 1,-1-1-1,0 1 1,1-1 0,-1 1-1,0-1 1,0 1-1,1-1 1,-1 1 0,0-1-1,0 1 1,0-1-1,0 1 1,0-1 0,0 1-1,0-1 1,0 1-1,0-1 1,0 1 0,0-1-1,0 1 1,0 0-1,0-1 1,0 1 0,0-1-1,-1 1 1,1 5-1018,0 10-3631</inkml:trace>
</inkml:ink>
</file>

<file path=ppt/ink/ink9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36:27.57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96 30 7098,'0'0'11965,"20"0"-11856,-15 0-110,-5 0 16,0 1 0,0 0 1,0 0-1,0 0 0,0 0 1,0 0-1,0 0 0,0 0 1,-1 0-1,1-1 0,0 1 0,-1 0 1,1 0-1,0 0 0,-1 0 1,1-1-1,-1 1 0,1 0 1,-1 0-1,0 0 0,-2 1 33,0 0 0,0 0 0,0 0 0,1-1 0,-1 1 0,-1-1 0,1 0 0,0 0 0,0 0-1,0 0 1,-1-1 0,1 1 0,0-1 0,-1 0 0,1 0 0,-4 0 0,8-36 722,-1 35-766,1 0-3,-1 0-1,0 0 1,1 0 0,-1 0-1,1 0 1,0 0 0,-1 0-1,1 0 1,0 0 0,0 1-1,0-1 1,-1 0 0,1 0-1,0 1 1,0-1 0,0 0-1,0 1 1,0-1 0,0 1-1,0-1 1,1 1 0,-1 0-1,0 0 1,0-1 0,0 1-1,0 0 1,0 0 0,1 0-1,-1 0 1,2 0 0,-2 0 114,-1 9 758,-7-19-270,0 2 232,5 8-858,-1 0 1,1 1-1,0-1 1,-1 1-1,1-1 1,0 1-1,0 0 0,-1 0 1,1 0-1,0 1 1,0-1-1,0 0 1,0 1-1,1-1 1,-1 1-1,0 0 1,1-1-1,-1 1 1,1 0-1,-1 0 1,1 0-1,-2 3 1,-15 18-9995,6-13-1544</inkml:trace>
</inkml:ink>
</file>

<file path=ppt/ink/ink9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36:29.96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51 82 4537,'0'0'9859,"0"-17"-8644,1 15-1162,-1 0 0,0 0-1,1 0 1,-1 0 0,1 0-1,-1 0 1,1 0 0,0 0-1,0 0 1,0 1 0,0-1 0,0 0-1,0 1 1,0-1 0,1 1-1,-1-1 1,1 1 0,-1-1-1,1 1 1,-1 0 0,3-1-1,10-10 180,-15 26 2883,-2-9-2904,1-17-101,2 11-172,2 1-59,-2 1 127,1-1 0,0 0 0,-1 0 0,1 0 0,0 0 0,-1 1 0,1-1 0,0 0 0,-1 1-1,1-1 1,-1 0 0,1 1 0,0-1 0,-1 1 0,1-1 0,-1 1 0,1-1 0,-1 1 0,0-1 0,1 1 0,-1-1 0,0 1 0,1 0 0,-1-1 0,0 1 0,1 0 0,-1-1 0,0 1-1,0 0 1,0-1 0,0 1 0,0 0 0,0-1 0,0 1 0,0 0 0,0 0 0,0-1 0,0 1 0,0 0 0,0-1 0,-1 1 0,1 0 0,0-1 0,-1 1 0,1 0 0,0-1 0,-1 1-1,0 0 1,1 0 11,0-1-1,-1 1 0,1 0 0,0-1 0,0 1 0,0 0 0,-1 0 0,1-1 1,0 1-1,0 0 0,0 0 0,0-1 0,0 1 0,0 0 0,0-1 1,1 1-1,-1 0 0,0 0 0,0-1 0,0 1 0,1 0 0,-1-1 1,0 1-1,1 0 0,-2-1 9,-1-1 0,1 0 0,-1 1 0,0-1 1,1 1-1,-1 0 0,0-1 0,1 1 0,-1 0 1,0 0-1,0 0 0,1 0 0,-3 1 0,-6-3 26,7-22-141,3 14-170,0 25 545,0-5 105,0-37-334,0 27-61,0-1 4,1 1 0,-1-1 0,0 1 0,1-1 0,-1 1 0,1-1 0,-1 1 0,1-1 0,-1 1 0,1 0 0,-1-1 0,1 1 0,-1 0 0,1-1-1,0 1 1,-1 0 0,1 0 0,-1-1 0,1 1 0,0 0 0,-1 0 0,1 0 0,0 0 0,-1 0 0,1 0 0,0 0 0,-1 0 0,1 0 0,0 0 0,-1 1 0,1-1 0,-1 0 0,1 0 0,0 0 0,-1 1 0,1-1 0,-1 0 0,1 1 0,-1-1 0,1 1 0,-1-1 0,1 1 0,3 5 87,-13-2 76,-11 1-81,19-5-90,1 0-1,0 0 1,-1 1 0,1-1-1,-1 0 1,1 0 0,-1 0-1,1 0 1,-1 0 0,1 0-1,0 0 1,-1 0 0,1 0-1,-1 0 1,1 0 0,-1 0-1,1 0 1,0-1 0,-1 1-1,1 0 1,-1 0 0,1 0-1,0-1 1,-1 1 0,1 0-1,-1 0 1,1-1 0,0 1-1,0 0 1,-1-1 0,1 1-1,0 0 1,-1-1-1,1 1 1,0-1 0,0 1-1,0 0 1,-1-1 0,7-17-350,-5 18 358,-1-1-1,0 0 1,0 1-1,0-1 0,1 0 1,-1 1-1,0-1 1,1 1-1,-1-1 1,1 0-1,-1 1 1,1-1-1,-1 1 0,1-1 1,-1 1-1,1 0 1,-1-1-1,1 1 1,0-1-1,-1 1 1,1 0-1,0 0 0,-1-1 1,1 1-1,0 0 1,-1 0-1,1 0 1,0 0-1,-1 0 1,1 0-1,0 0 0,-1 0 1,1 0-1,0 0 1,-1 0-1,1 0 1,0 0-1,-1 1 1,1-1-1,0 0 0,-1 0 1,1 1-1,0-1 1,-1 1-1,1-1 1,-1 0-1,1 1 0,-1-1 1,1 1-1,-1-1 1,1 1-1,-1 0 1,1 0-1,1 5 57,-1 0 0,0 0 0,0 0 0,0 0 0,-1 0 0,0 10 0,-1-4 180,-1-11-340,12-9-4,-6 5 105,22 0-15,-25 3 64,-7 28 257,4-26-295,1 0 1,-1-1 0,1 1 0,-1 0 0,1-1-1,-1 0 1,0 1 0,0-1 0,1 0-1,-1 0 1,0 0 0,0 0 0,0 0-1,0 0 1,0-1 0,-1 1 0,1-1-1,0 1 1,0-1 0,0 0 0,-1 0-1,1 0 1,0 0 0,0 0 0,0-1 0,0 1-1,-4-1 1,5 0-32,0 0-1,0 0 1,0-1-1,0 1 1,1 0 0,-1 0-1,0 0 1,1 0-1,-1-1 1,1 1 0,-1 0-1,1 0 1,-1-1-1,1 1 1,0 0 0,0-1-1,0 1 1,0-1-1,0 1 1,0 0 0,0-1-1,0 1 1,0 0-1,1-1 1,0-1 0,-1 0-29,1 0 0,-1 0-1,1 0 1,0 0 0,0 0 0,0 0 0,0 0 0,0 0 0,1 0 0,-1 1 0,3-4 0,-3 5 57,0 0 0,0 0 0,0 1 0,0-1 0,0 0 0,0 1 0,0-1 0,0 1 0,0-1 0,0 1 0,0 0 0,0-1 0,0 1 0,1 0 0,-1 0 0,0 0 0,0 0 0,0 0 0,0 0 0,1 0 0,-1 0 0,0 0 0,0 1 0,0-1 0,0 0 0,0 1 0,0-1 0,1 1 0,-1-1 0,0 1 0,0-1 0,0 1 0,-1 0 0,1 0 0,0-1 0,0 1 0,0 0 0,0 0 0,-1 0 0,1 0 0,0 0 0,-1 0 0,1 0 0,-1 0 0,1 2 0,2 3 139,-1-1-1,0 1 0,-1-1 1,1 1-1,-1 0 0,0 0 1,0 9-1,-1-14 169,-13-26-263,13 15-98,3-9-126,20 15 155,-22 5 29,0-1 1,0 1-1,0 0 0,0 0 0,0 0 1,0 0-1,-1 0 0,1 0 0,0 0 1,-1 0-1,1 0 0,0 1 0,-1-1 1,1 0-1,-1 0 0,0 1 0,1-1 1,-1 0-1,0 0 0,0 1 0,0-1 1,0 0-1,0 1 0,0-1 0,0 2 1,0 46 286,0-40-219,0-8-55,0 5 131,1 1 1,-1-1 0,-1 1 0,1-1-1,-1 1 1,0-1 0,-1 1 0,1-1 0,-1 0-1,0 0 1,-1 0 0,-6 11 0,-25 47 565,26-47-475,-1 0 0,-22 32 0,30-48-214,0 0 0,0 0-1,-1 0 1,1 0 0,0 0 0,0-1 0,-1 1 0,1 0 0,-1-1 0,1 1 0,0-1 0,-1 1 0,1-1 0,-1 0 0,1 0 0,-1 1 0,1-1 0,-1 0-1,1 0 1,-4-1 0,0 1 62,3 0-24,1 0-39,-3 0 9,3 0-63,19 0-7695,-9 0 1772,3 0-3638</inkml:trace>
</inkml:ink>
</file>

<file path=ppt/ink/ink9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37:26.99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10 6833,'0'0'13247,"6"0"-12353,212-9 2158,-135 8-2906,-82 1-141,-1 0 0,1 1 1,-1-1-1,1 0 0,-1 0 1,0 1-1,1-1 0,-1 0 0,1 0 1,-1 1-1,0-1 0,1 0 0,-1 1 1,0-1-1,0 1 0,1-1 1,-1 0-1,0 1 0,0-1 0,1 1 1,-1-1-1,0 1 0,0-1 1,0 1-1,0-1 0,0 1 0,0-1 1,0 1-1,0-1 0,0 0 1,0 2-1,0 20 163,0-14-82,0-1 4,0 59 734,-13 110 1,9-141-812,1 62 0,4-73-7,-1-22-4,0-1 0,0 1 1,0 0-1,1-1 0,-1 1 1,1-1-1,0 1 1,-1-1-1,1 1 0,0-1 1,0 1-1,0-1 0,0 0 1,0 1-1,0-1 1,0 0-1,0 0 0,0 0 1,1 0-1,-1 0 0,0 0 1,1 0-1,-1 0 1,1-1-1,-1 1 0,1 0 1,-1-1-1,1 1 0,0-1 1,-1 0-1,1 0 0,2 1 1,9 0 18,1 0 1,-1 0-1,17-3 1,-8 2-17,17-4 73,-32 2-6,-30 1 13,-37 2-88,59-1 1,0 1 0,0-1 0,0 1 0,1 0 0,-1 0 0,0-1 0,1 1 0,-1 0 0,1 0 0,-1 0 0,1-1-1,-1 1 1,1 0 0,-1 0 0,1 0 0,0 0 0,-1 0 0,1 0 0,0 0 0,0 0 0,0 0 0,0 0 0,0 0 0,0 0 0,0 0 0,0 0 0,1 1 0,3 31-8,2-18 8,1-1 0,1 0-1,0 0 1,1-1-1,0 0 1,1 0-1,17 16 1,13 19-1,-24-28 1,-1 2 0,12 23 0,-23-36 1,0-1 1,0 1 0,-1 0 0,0 0 0,0 1-1,-1-1 1,-1 1 0,2 18 0,-4-26 13,0-1 0,0 1 0,1-1 0,-1 1 0,0-1 0,-1 1 0,1-1 0,0 1 0,0-1 0,-1 0 0,1 0 0,0 0 0,-1 0 0,1 0 0,-1 0 0,1 0 0,-1 0 0,0 0 0,1-1 0,-1 1 0,0-1 0,0 1 1,1-1-1,-1 0 0,0 0 0,0 0 0,0 0 0,-2 0 0,-66 3 617,62-3-503,-113 0 1958,120 0-1989,25-8-1713,-3 3-1444,-11-4-1847,-7-1-2977</inkml:trace>
</inkml:ink>
</file>

<file path=ppt/ink/ink9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37:00.32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0 496,'0'0'1840</inkml:trace>
</inkml:ink>
</file>

<file path=ppt/ink/ink9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37:00.74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0 0 5937</inkml:trace>
</inkml:ink>
</file>

<file path=ppt/ink/ink9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37:01.02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84 151 5937,'-69'-120'2418,"60"104"-1700,4 2 10859,5 40-9561,0 206 421,0-231-2451,0-14-5890,0-6 1334,0-3-1699</inkml:trace>
</inkml:ink>
</file>

<file path=ppt/ink/ink9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37:01.36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8370,'0'0'12562,"0"77"-12193,0-67-201,0 0-112,0 2-48,7 1-8,-1 3-328,1 0-1137,5 7-1159,-5-4-2161,6-3-5017</inkml:trace>
</inkml:ink>
</file>

<file path=ppt/ink/ink9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37:01.97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34 4585,'0'0'10710,"5"-6"-9788,12-20-170,-17 26-688,0 0 1,1 0-1,-1-1 1,1 1-1,-1 0 0,1 0 1,-1 0-1,0 0 1,1 0-1,-1 0 0,1 0 1,-1 0-1,1 0 1,-1 0-1,1 0 1,-1 0-1,0 1 0,1-1 1,-1 0-1,1 0 1,-1 0-1,0 1 0,1-1 1,-1 0-1,0 0 1,1 1-1,-1-1 0,0 0 1,1 1-1,-1-1 1,0 0-1,1 1 0,-1-1 1,0 0-1,0 1 1,0-1-1,1 1 1,-1-1-1,0 0 0,0 1 1,0 0-1,13 21 684,-11-19-490,30 83 1196,-31-85-1448,1 0 1,0 0-1,0 0 0,0 0 1,0 0-1,-1 0 0,1-1 0,1 1 1,-1-1-1,0 1 0,0-1 1,0 0-1,0 1 0,0-1 1,0 0-1,0-1 0,0 1 1,0 0-1,3-1 0,1 0-6,1 0 0,-1 0 0,0 0 1,1-1-1,10-4 0,52-38 26,-68 44 331,18 7 287,14 43-1411,-32-49 492,0 0 0,0 0 1,0-1-1,0 1 0,-1-1 1,1 1-1,0-1 0,0 1 1,0-1-1,0 1 0,0-1 0,0 0 1,0 1-1,0-1 0,1 0 1,-1 0-1,0 0 0,0 0 1,0 0-1,0 0 0,0 0 0,0 0 1,1-1-1,6 1-2306,10 0-3981</inkml:trace>
</inkml:ink>
</file>

<file path=ppt/ink/ink9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37:02.32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33 1 9330,'0'0'12175,"-6"28"-11242,-15 90-150,19-106-675,0-1 1,1 0-1,1 1 1,0-1-1,0 1 0,1-1 1,0 0-1,1 0 0,1 1 1,0-1-1,0 0 1,1-1-1,0 1 0,1-1 1,0 0-1,1 0 1,8 11-1,24 51-87,-32-42-383,-5-9-3717,-1-18 2628</inkml:trace>
</inkml:ink>
</file>

<file path=ppt/ink/ink9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37:02.61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10426,'0'0'11827,"90"0"-11387,-58 0-208,6 0-136,-12 0-88,6 0-8,-6 0 0,6 0-632,13 0-3129,0 0-1664,-7 0-7010</inkml:trace>
</inkml:ink>
</file>

<file path=ppt/ink/ink9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37:03.15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1 126 5193,'0'0'14558,"5"5"-13603,4 4-587,-1 1 1,0 1 0,0-1-1,-1 1 1,0 0-1,-1 1 1,-1 0 0,0-1-1,5 18 1,-10-30-317,0 1 0,0 0-1,0 0 1,0 0 0,0 0 0,0 0 0,0 0 0,0 0 0,0 0 0,1 0-1,-1 0 1,0 0 0,0 0 0,0 0 0,0 0 0,0 0 0,0-1 0,0 1-1,0 0 1,0 0 0,1 0 0,-1 0 0,0 0 0,-2-24 200,-6-33-310,4 40 83,1 8-4,1 1 0,1-1 0,-1 0 0,0-14 0,3 21-24,-1-1 1,0 1-1,0-1 0,1 1 1,0 0-1,-1-1 0,1 1 1,0 0-1,0-1 1,0 1-1,0 0 0,1 0 1,-1 0-1,1 0 0,-1 0 1,1 0-1,-1 0 0,1 1 1,0-1-1,0 1 1,2-2-1,6-3-576,0 0 0,0 1 0,0 0 0,1 1 0,-1 0 0,15-3 1,38-4-6565,-19 7-588</inkml:trace>
</inkml:ink>
</file>

<file path=ppt/ink/ink9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37:03.39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12291,'0'0'12954,"0"58"-12714,0-45-128,0-1-104,0 1-8,0-3-48,0-1-552,0-5-624,0-27-8810,0-6-320</inkml:trace>
</inkml:ink>
</file>

<file path=ppt/ink/ink9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37:03.55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5697,'0'0'13731,"26"61"-14555,0-38-1529,-1-7-2159,1 0-1434</inkml:trace>
</inkml:ink>
</file>

<file path=ppt/ink/ink9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37:04.30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133 464 6129,'0'0'17575,"-22"10"-17202,-63 33-218,83-42-154,1-1 1,-1 1-1,1 0 0,-1 0 1,1 0-1,-1 0 1,1 0-1,0 0 1,-1 0-1,1 1 0,0-1 1,0 0-1,0 1 1,0-1-1,0 1 0,0-1 1,1 1-1,-1 0 1,0-1-1,1 1 0,-1-1 1,1 1-1,0 0 1,0 0-1,-1-1 0,1 1 1,0 0-1,0-1 1,1 1-1,-1 0 0,0 0 1,0-1-1,2 4 1,-1 3 3,0-3-3,-1 0 0,1 0 0,0 0 0,0 0 0,1 0 1,0 0-1,-1 0 0,1-1 0,1 1 0,-1-1 0,4 5 0,41 49 6,-9-10-1,-31-39-7,0 1 0,-1 0 0,-1 1 0,0 0 0,0 0 0,-1 0 0,0 0 0,-1 0 0,0 1 0,-1 0 0,1 11 0,-3-22 0,0 0-1,0 0 1,0-1-1,-1 1 0,1 0 1,0-1-1,0 1 1,-1 0-1,1-1 1,0 1-1,-1 0 1,1-1-1,0 1 1,-1 0-1,1-1 1,-1 1-1,1-1 0,-1 1 1,1-1-1,-1 1 1,1-1-1,-1 0 1,0 1-1,1-1 1,-1 1-1,0-1 1,1 0-1,-2 1 0,-28 1-118,26-3 97,-1 1 0,1-1 0,-1 0 0,1 0 0,0 0 0,-1-1 0,1 1 0,0-1 0,0 0 0,-5-4 0,6 2-3,0 0 0,0 0 0,1 0 0,0 0 0,0-1 0,0 1 0,0-1 0,1 0 0,-1 1 0,1-1 0,0 0 0,1 0 0,-1 1 0,1-1 0,0 0 0,0 0 0,1 0 0,-1 0 0,1 1 0,2-9 0,1 1-56,0-1 0,1 1 1,0 0-1,0 0 0,1 1 0,11-16 0,28-27-663,1 2 0,3 3 0,2 1 0,58-41 0,31-30-1811,-124 104 2493,8-6-420,-2 0 1,31-39-1,-47 52 800,-1 0 0,0 0 0,0 0 0,-1 0-1,0-1 1,-1 1 0,1-1 0,-2 0 0,1 0 0,-1-1 0,-1 1 0,1-18 0,-2 26-254,0 0-1,0 0 0,0 0 1,0 0-1,-1 0 1,1 1-1,0-1 1,-1 0-1,1 0 0,0 0 1,-1 1-1,1-1 1,-1 0-1,1 1 0,-1-1 1,0 0-1,1 1 1,-1-1-1,0 1 1,1-1-1,-1 1 0,0-1 1,0 1-1,1-1 1,-3 1-1,-29-7 734,-29 10-189,58-2-588,0 0 0,0 0 0,-1 1 0,1 0 0,0 0 0,1-1 0,-1 2 0,0-1-1,0 0 1,1 0 0,-1 1 0,1 0 0,0-1 0,0 1 0,0 0 0,0 0 0,0 0 0,1 0 0,-1 0 0,1 1 0,-2 5 0,-2 8 149,1 1 0,-5 30 1,9-45-146,-6 46 477,3 1 0,6 89 0,-2-128-488,0 1 1,1-1-1,0 1 1,1-1-1,0 0 1,1 0-1,0-1 1,0 1-1,10 15 1,-14-26-13,0 1 1,1-1 0,-1 1 0,0-1-1,1 1 1,-1-1 0,1 1-1,-1-1 1,0 1 0,1-1 0,-1 0-1,1 1 1,-1-1 0,1 0 0,0 1-1,-1-1 1,1 0 0,-1 0-1,1 0 1,-1 1 0,1-1 0,0 0-1,-1 0 1,1 0 0,0 0-1,-1 0 1,1 0 0,-1 0 0,1 0-1,0 0 1,-1-1 0,1 1 0,-1 0-1,1 0 1,0 0 0,0-1-1,17-20-112,-17 19 169,0 0 1,0 0-1,1 0 1,-1 0 0,0 0-1,1 0 1,-1 1-1,1-1 1,0 0 0,-1 1-1,1 0 1,0-1 0,0 1-1,0 0 1,0 0-1,0 0 1,0 0 0,3-1-1,-2 3-35,-1-1-1,0 1 1,0-1-1,1 1 0,-1 0 1,0 0-1,0 0 1,0 0-1,0 0 1,0 0-1,-1 1 1,1-1-1,0 1 1,0-1-1,-1 1 1,1 0-1,-1-1 0,0 1 1,1 0-1,-1 0 1,0 0-1,0 0 1,0 0-1,0 0 1,-1 1-1,2 2 1,14 24-1761,-15-28 1299,0 0 1,0 1-1,1-1 1,-1 0-1,0 0 1,1 0-1,-1 0 1,1 0-1,-1 0 1,1 0-1,-1-1 1,1 1-1,0 0 1,-1-1-1,1 1 1,2-1-1,9 1-4516</inkml:trace>
</inkml:ink>
</file>

<file path=ppt/ink/ink9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37:04.61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 0 11282,'0'0'14848,"0"30"-13908,0 196 424,-3-174-1250,2-35-163,0 0-1,1-1 0,0 1 0,6 29 0,-5-44-135,0 0-1,0 0 1,0 0-1,1-1 1,-1 1-1,1 0 1,-1 0-1,1-1 1,0 1-1,0-1 1,-1 0-1,1 1 1,0-1-1,0 0 1,0 0-1,1 0 1,-1 0-1,0-1 1,3 2-1,-3-2-214,-1 1 0,1-1 0,0 0 0,-1 1 0,1-1-1,-1 0 1,1 0 0,0 0 0,-1 0 0,1-1 0,0 1-1,-1 0 1,1-1 0,-1 1 0,1-1 0,-1 1 0,1-1-1,1-1 1,10-14-5720</inkml:trace>
</inkml:ink>
</file>

<file path=ppt/ink/ink9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37:04.79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26 9098,'0'0'12379,"193"0"-12107,-148 0-240,12 0-32,20 0-1441,-12-6-2303,-1-14-3186</inkml:trace>
</inkml:ink>
</file>

<file path=ppt/ink/ink9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37:05.08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591 0 5641,'0'0'14141,"-29"15"-11960,7-3-1775,-31 15 794,-95 66 0,106-62-738,1 1 0,1 3 0,-52 58 0,78-76-409,1 0 0,0 1 0,2 0 0,0 1 0,0 0 0,2 1 0,1 0 0,0 0 0,2 1 0,0 0 0,-4 28 0,8-32-45,1 1 1,0 0 0,1 0 0,1 0 0,1 0 0,1 0 0,0-1 0,1 1 0,1-1 0,0 0 0,2 0 0,11 22 0,-12-27-48,2 0 0,0-1 0,0 0 0,1 0 0,1-1 0,0 0 0,0 0 0,1-1 1,0-1-1,0 0 0,1 0 0,0-1 0,1-1 0,-1 0 0,1 0 0,20 4 0,-20-6-452,0-1 0,1-1 0,-1 0-1,0-1 1,17-1 0,-23 0-308,0-1-1,0 1 1,1-2-1,-1 1 1,-1-1 0,1 0-1,0 0 1,0-1-1,-1 0 1,1 0-1,6-5 1,20-19-10855</inkml:trace>
</inkml:ink>
</file>

<file path=ppt/ink/ink9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37:05.36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9482,'0'0'13812,"6"7"-12273,-2-3-1376,0-1 0,-1 1 0,1 1 1,-1-1-1,0 0 0,-1 1 0,1 0 0,-1-1 0,0 1 0,0 0 0,0 0 0,-1 0 0,0 0 0,0 1 0,0-1 0,0 0 0,-1 0 0,0 7 0,0 23 947,0-21-3264,0-40-20908</inkml:trace>
</inkml:ink>
</file>

<file path=ppt/ink/ink9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37:05.55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9418,'0'0'13723,"26"45"-13771,-26-26-672,6 16-1433,1-9-1591,-7-4-977</inkml:trace>
</inkml:ink>
</file>

<file path=ppt/ink/ink9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37:05.97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5673,'0'0'16312,"5"6"-15758,-2-1-449,-2-3-78,0 0-1,0 1 1,1-1-1,-1 0 1,1 0-1,-1 0 1,1 0-1,0 0 1,0-1 0,0 1-1,0-1 1,0 1-1,0-1 1,0 1-1,3 0 1,-1-1-81,0 0 1,-1-1-1,1 0 0,0 1 0,0-1 1,0 0-1,-1-1 0,1 1 1,0-1-1,0 0 0,-1 0 0,1 0 1,0 0-1,-1 0 0,1-1 1,-1 0-1,0 0 0,0 0 0,1 0 1,-1 0-1,3-3 0,-6 4 102,1 1 1,-1-1-1,1 1 0,-1-1 0,1 1 0,0 0 0,-1-1 0,1 1 0,0 0 0,-1-1 0,1 1 1,0 0-1,0 0 0,-1 0 0,1 0 0,0 0 0,-1 0 0,1 0 0,0 0 0,0 0 0,-1 0 1,1 0-1,0 0 0,0 0 0,-1 0 0,1 1 0,0-1 0,-1 0 0,1 1 0,0-1 1,-1 0-1,1 1 0,0 0 0,16 24 136,-15-22-248,-1 0 0,1-1 1,-1 1-1,1 0 0,0-1 0,0 1 0,0-1 0,0 0 0,0 1 1,1-1-1,-1 0 0,4 2 0,20-2-3519,-16-2-314,9 0-4258</inkml:trace>
</inkml:ink>
</file>

<file path=ppt/ink/ink9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37:06.25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7906,'0'0'16066,"0"29"-15109,2 94-250,-2-112-607,1 0-1,1 0 1,0-1 0,0 1-1,1-1 1,0 1-1,1-1 1,0 0 0,8 13-1,4 11-36,28 72-1274,-43-101 348</inkml:trace>
</inkml:ink>
</file>

<file path=ppt/ink/ink9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37:06.42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17 11210,'0'0'11675,"179"0"-11675,-115 0-1280,-6-6-1809,-6-4-3905</inkml:trace>
</inkml:ink>
</file>

<file path=ppt/ink/ink9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37:07.21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 0 8994,'0'0'11692,"-2"14"-10197,-4 44 777,6 115 1,2 34-1393,-3-114-824,1-92 69,0-28 62,1 16-263,0 0 1,0 0-1,1 0 1,0 1-1,1-1 1,0 1-1,1-1 1,0 1-1,0 0 1,1 0-1,1 1 0,-1 0 1,2 0-1,-1 0 1,1 0-1,9-8 1,-13 14 28,0-1-26,0 0 0,0 0 1,0 0-1,1 0 0,0 0 0,0 1 1,0 0-1,0 0 0,0 0 0,1 0 1,-1 0-1,1 1 0,0 0 0,0 0 1,8-2-1,-12 4 17,-1 11 131,-3 23 163,2-33-231,0 1 0,0-1-1,0 0 1,0 0 0,0 1-1,0-1 1,-1 0 0,1 0-1,0 0 1,-1 0 0,1 0-1,-1-1 1,1 1 0,-1 0-1,1-1 1,-1 1 0,1-1-1,-1 1 1,-2-1 0,-41 8 17,36-7-20,0 0 0,0 0 0,0 1 0,0 1 0,-15 5 0,23-8-2,1 1 1,0-1 0,-1 1-1,1-1 1,0 1 0,-1-1 0,1 1-1,0-1 1,0 1 0,-1 0 0,1-1-1,0 1 1,0-1 0,0 1 0,0 0-1,0-1 1,0 1 0,0-1 0,0 1-1,0 0 1,0-1 0,0 1 0,0-1-1,1 1 1,-1-1 0,0 1 0,0 0-1,1-1 1,-1 1 0,0-1 0,0 1-1,1-1 1,-1 1 0,1-1 0,-1 0-1,0 1 1,1-1 0,-1 1-1,1-1 1,-1 0 0,1 1 0,-1-1-1,1 0 1,0 0 0,-1 1 0,1-1-1,24 18 380,-18-14-255,10 6-36,0 0 0,0-1 0,1-1 1,0 0-1,28 7 0,-45-15-177,1 0 0,-1 0 1,0 0-1,1 0 1,-1 0-1,1 0 0,-1 0 1,0 0-1,1 0 0,-1-1 1,0 1-1,1-1 0,-1 1 1,0-1-1,0 1 0,1-1 1,-1 0-1,0 0 0,0 0 1,0 1-1,0-1 1,0 0-1,0 0 0,0 0 1,1-2-1,14-33-5749,-13 26 3321,4-7-3522</inkml:trace>
</inkml:ink>
</file>

<file path=ppt/ink/ink9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37:07.63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54 6569,'0'0'12782,"4"-9"-11551,-4 9-1224,1-3 64,-1 1 1,1 0-1,0-1 0,0 1 1,0 0-1,0 0 1,1 0-1,-1 0 0,0 0 1,1 0-1,-1 0 0,1 0 1,0 1-1,0-1 0,0 0 1,0 1-1,0 0 1,0-1-1,0 1 0,0 0 1,0 0-1,0 0 0,1 0 1,-1 1-1,0-1 1,1 1-1,-1-1 0,1 1 1,-1 0-1,1 0 0,-1 0 1,0 0-1,1 0 0,-1 1 1,1-1-1,-1 1 1,0-1-1,1 1 0,3 2 1,6 4 220,0 0 0,-1 1 0,0 0 0,0 1 1,-1 0-1,0 1 0,-1 0 0,0 0 0,-1 1 0,8 13 1,2 4 316,-1 2 0,26 62 0,-33-67-563,-1 1 1,-1 0 0,-2 1-1,0-1 1,-2 1 0,-1 0-1,-1 0 1,-1 1 0,-2-1 0,-4 35-1,3-55-41,0 1 0,0-2-1,0 1 1,-1 0 0,0 0 0,0-1-1,-1 1 1,0-1 0,0 0 0,-8 8-1,-3 2 13,0-2-1,-23 16 0,23-18-14,0 0 0,1 1 0,-16 18-1,22-24-1759,19-19-1250,19-12-2084,8-7-2225</inkml:trace>
</inkml:ink>
</file>

<file path=ppt/ink/ink9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37:08.34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313 126 12083,'0'0'9483,"-18"-20"-8755,-60-58-197,75 76-497,0-1-1,0 0 1,0 1 0,0 0 0,0 0-1,-1 0 1,1 0 0,-1 0 0,1 1-1,-1-1 1,0 1 0,0 0-1,1 0 1,-1 1 0,0-1 0,0 1-1,0 0 1,0 0 0,0 0 0,0 0-1,-6 2 1,0-1-7,9 0-26,-1-1 0,1 0-1,0 1 1,0-1-1,0 1 1,0-1 0,0 1-1,0 0 1,0-1-1,0 1 1,1 0 0,-1 0-1,0 0 1,0-1-1,1 1 1,-1 0 0,0 0-1,1 0 1,-1 0-1,1 0 1,-1 0 0,1 1-1,-1-1 1,1 0-1,0 0 1,0 0 0,0 0-1,-1 0 1,1 2-1,0 43 1,0-32-1,2 5 1,1 0 0,1 0 0,0 0 0,1-1 0,2 0 0,-1 0 0,2-1 0,0 0 0,13 19 0,-11-20 2,-1 1 0,-1 0 0,0 0 0,-1 1 0,-1 0 0,0 0 0,-2 1 0,0-1 0,1 23 0,-5-38 14,-1 1 1,1-1-1,-1 1 0,0-1 0,0 1 1,-1-1-1,1 1 0,-1-1 1,1 0-1,-1 0 0,0 0 0,0 0 1,0 0-1,-1 0 0,1-1 0,-1 1 1,1-1-1,-1 1 0,0-1 1,0 0-1,0 0 0,0-1 0,-1 1 1,-2 1-1,-13 5 262,1-1 0,-1 0 0,-23 4 0,21-6-51,-42 16 27,63-21-255,0 0 0,0 0-1,0 0 1,1 0 0,-1 0-1,0 0 1,0 0 0,0 0-1,0 0 1,0 0 0,1 0-1,-1 0 1,0 0 0,0 0 0,0 1-1,0-1 1,0 0 0,0 0-1,0 0 1,1 0 0,-1 0-1,0 0 1,0 1 0,0-1-1,0 0 1,0 0 0,0 0 0,0 0-1,0 0 1,0 1 0,0-1-1,0 0 1,0 0 0,0 0-1,0 0 1,0 0 0,0 1-1,0-1 1,0 0 0,0 0 0,0 0-1,0 0 1,0 1 0,0-1-1,0 0 1,0 0 0,0 0-1,0 0 1,-1 0 0,1 0-1,0 1 1,0-1 0,0 0-1,0 0 1,0 0 0,0 0 0,0 0-1,-1 0 1,1 0 0,0 0-1,0 0 1,0 0 0,0 1-1,0-1 1,-1 0 0,1 0-1,0 0 1,12 2-24,50-4-785,-43 0 462,0 1 0,0 0 0,1 2 0,-1 0 0,0 1 0,0 1 0,33 9 0,-51-11 343,1 0 0,0 0 0,-1 0 0,1 0 1,-1 1-1,1-1 0,-1 0 0,1 1 0,-1-1 0,0 1 0,0 0 0,0-1 0,0 1 0,0 0 1,0-1-1,0 1 0,-1 0 0,1 0 0,-1 0 0,1 0 0,-1 0 0,0 0 0,1 0 0,-1 0 1,0 0-1,0 0 0,-1 0 0,1 0 0,0-1 0,-1 1 0,1 0 0,-1 0 0,1 0 0,-3 3 0,-2 9 233,-1-1 0,0 0 0,-13 19 0,16-27-157,-6 10 225,1 1 0,0 0 0,1 1 0,0 0 0,1 0 0,2 0 0,-1 1 0,2-1-1,0 1 1,2 0 0,-1 26 0,2-34-194,0 0 1,1 0-1,0 0 0,0 0 0,1 0 0,0 0 0,1-1 0,0 1 0,4 9 0,-3-13-63,0 0 0,0 0 0,1 0 0,-1-1-1,1 0 1,0 0 0,1 0 0,-1-1 0,1 0-1,0 0 1,0 0 0,0-1 0,11 5 0,2-1-1,-1-1 1,1-1 0,1-1-1,-1-1 1,1 0 0,-1-1-1,37-2 1,-53 0-95,-27-1-1369,-62-4-4937,42 4 62</inkml:trace>
</inkml:ink>
</file>

<file path=ppt/ink/ink9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37:10.39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17 9210,'0'0'11150,"16"12"-10104,55 39-323,-64-48-651,0 1 1,0-1-1,1-1 1,-1 1-1,1-1 1,0-1-1,-1 1 1,1-1-1,0-1 1,0 1-1,0-1 1,0-1-1,11-1 1,12 0-28,-25 2-38,-1-1 1,0 1-1,0-1 0,0 0 1,0-1-1,0 1 0,0-1 1,0 0-1,0 0 0,4-4 1,-8 6-7,0-1 0,0 1 0,0-1 0,0 0 0,0 1 0,0-1 0,0 0 1,-1 0-1,1 0 0,0 0 0,-1 1 0,1-1 0,0 0 0,-1 0 0,1 0 0,-1 0 0,0-1 0,1 1 0,-1 0 1,0 0-1,0 0 0,1 0 0,-1 0 0,0 0 0,0 0 0,0-1 0,0 1 0,-1 0 0,1 0 0,0 0 0,0 0 1,-1 0-1,1 0 0,0 0 0,-1 0 0,1 0 0,-1 0 0,0 0 0,1 0 0,-1 0 0,0 0 0,1 0 1,-1 0-1,0 1 0,0-1 0,0 0 0,0 1 0,0-1 0,0 0 0,0 1 0,-1-1 0,-5-3-5,1 0-1,-1 0 0,-1 1 1,1-1-1,0 2 0,-1-1 1,1 1-1,-1 0 0,0 1 1,0 0-1,0 0 0,0 1 1,0 0-1,1 0 0,-1 0 1,0 1-1,-9 3 0,15-3 26,0 0 1,1 0-1,-1 1 0,1-1 0,-1 0 0,1 1 1,0-1-1,-1 1 0,1 0 0,0-1 0,0 1 0,0 0 1,0 0-1,1-1 0,-1 1 0,0 0 0,1 0 0,-1 0 1,1 0-1,0 0 0,0 0 0,0 0 0,0 0 1,0 3-1,2 51 496,-1-52-483,1 0 0,-1 1 0,0-1 0,1 0 0,0 0 0,0-1 0,0 1 0,1 0 0,-1 0 0,1-1 0,0 0 0,3 4 0,48 40 533,-18-16-372,-33-28-568,-1-1-1,0 1 0,1-1 1,0 0-1,0 0 0,-1-1 0,1 1 1,0 0-1,0-1 0,1 0 1,-1 1-1,0-1 0,0-1 0,1 1 1,-1 0-1,0-1 0,1 0 1,-1 0-1,1 0 0,-1 0 0,4-1 1,7-1-4416</inkml:trace>
</inkml:ink>
</file>

<file path=ppt/ink/ink9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37:11.14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98 45 4441,'0'0'12467,"6"22"-13058,-4-21 701,1-1 0,-1 0 0,0 0 0,0-1-1,0 1 1,0 0 0,0-1 0,0 1 0,0-1 0,0 0 0,0 1 0,0-1 0,-1 0 0,1 0 0,0 0 0,3-3-1,-4 3 48,-1-1-1,1 1 0,0-1 0,-1 1 0,1-1 1,-1 1-1,1-1 0,-1 1 0,1-1 0,-1 1 0,0-1 1,0 0-1,0 1 0,0-1 0,0 1 0,0-1 1,-1 1-1,1-1 0,0 0 0,-1 1 0,1-1 0,-1 1 1,0 0-1,0-2 0,-1 1-96,1 1 0,-1-1 0,1 1 0,-1 0 0,0-1 0,1 1 0,-1 0 0,0 0 0,0 0 0,0 1 0,0-1 0,0 0 0,0 1 0,0-1 0,0 1 0,0 0 0,0-1 0,0 1 0,0 0 0,0 0 0,-3 1 0,-46 2-17,48-2-41,1 0 1,-1 0-1,1 0 0,-1 1 0,1-1 1,0 1-1,0-1 0,0 1 1,0 0-1,0-1 0,0 1 0,0 0 1,1 0-1,-1 1 0,1-1 1,-1 0-1,1 0 0,0 1 0,0-1 1,0 1-1,0-1 0,0 1 1,1-1-1,-1 1 0,1 0 0,-1-1 1,1 4-1,-2 14 66,1 0-1,1 32 1,1-29 4,0 28 131,3-1 0,3 1 0,19 78 1,-1-39-153,40 91 1,-40-124-33,-24-55-27,-1-15-1959,-1 7 1210,0 0 1,-1 0 0,1 0 0,-1 0 0,-1 0 0,1 1 0,-1-1 0,0 1 0,0-1 0,-6-7 0,0-1-2643,-10-16-7221</inkml:trace>
</inkml:ink>
</file>

<file path=ppt/ink/ink9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37:11.35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33 7538,'0'0'13178,"58"-3"-12809,-19 3-49,-7 0-176,13 0-136,-7 0-8,1 0-769,-1-7-1583,-6-5-2217,-6 2-6161</inkml:trace>
</inkml:ink>
</file>

<file path=ppt/ink/ink9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37:11.73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66 1 7890,'0'0'14040,"-1"15"-12692,-55 277 2110,52-270-3447,2 0 0,0 0 0,2 42 0,1-28-17,-1-35-23,0 0 0,1 0 0,-1 0 0,0 0-1,1 0 1,0 0 0,-1 0 0,1 0 0,-1 0 0,1 0 0,0 0 0,-1-1 0,1 1 0,0 0 0,0 0 0,0-1 0,0 1 0,0-1 0,0 1 0,0-1 0,0 1 0,0-1-1,0 0 1,0 1 0,0-1 0,0 0 0,0 0 0,0 0 0,0 0 0,0 0 0,0 0 0,0 0 0,1 0 0,2 0-287,0 0 0,0 0 0,0 0 0,0-1 0,-1 1 0,1-1 0,0 0 0,-1 0 0,6-3 0,14-15-3546,-8 0-1635</inkml:trace>
</inkml:ink>
</file>

<file path=ppt/ink/ink9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37:11.91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10 8890,'0'0'10562,"160"0"-10026,-115 0-488,0 0-48,13 0-1296,-7 0-1393,-12-10-3864</inkml:trace>
</inkml:ink>
</file>

<file path=ppt/ink/ink9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37:12.14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232 1 9826,'0'0'10850,"-180"125"-9177,155-84-625,5 1-328,14 0-232,6 6-272,0-6-128,19-1-40,20-2-48,-1-4-120,7-16-880,26-3-1032,-14-9-1913,-5-7-1368</inkml:trace>
</inkml:ink>
</file>

<file path=ppt/ink/ink9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37:12.92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46 1 4841,'0'0'16300,"-7"23"-14971,3-7-1084,-5 12 300,2 1-1,0 0 0,2 0 0,-1 39 0,6 252 1961,0-320-2503,0 0-1,0 0-1,0 1 1,-1-1-1,1 0 0,0 0 1,0 0-1,0 1 1,0-1-1,0 0 0,0 0 1,0 0-1,0 1 1,0-1-1,0 0 1,0 0-1,0 0 0,1 1 1,-1-1-1,0 0 1,0 0-1,0 0 0,0 0 1,0 1-1,0-1 1,0 0-1,0 0 0,1 0 1,-1 0-1,0 1 1,0-1-1,0 0 0,0 0 1,0 0-1,1 0 1,-1 0-1,0 0 0,0 0 1,0 0-1,1 1 1,-1-1-1,0 0 1,0 0-1,0 0 0,1 0 1,-1 0-1,0 0 1,0 0-1,0 0 0,1 0 1,-1 0-1,0-1 1,1 1 227,-1-16-136,1 3-179,1 0 1,0 0-1,1 0 0,0 1 1,1-1-1,0 1 1,1 0-1,0 0 1,1 1-1,0-1 1,1 1-1,10-12 0,13-16-1008,64-61 0,-90 96 1038,1 0-11,-4 46 227,0-41-142,-1 0 0,0 1 0,0-1 0,0 1 0,1-1-1,-1 0 1,0 1 0,-1-1 0,1 1 0,0-1 0,0 0 0,-1 1 0,1-1 0,-1 1 0,1-1 0,-1 0 0,1 0 0,-1 1 0,0-1 0,0 0 0,0 0 0,1 0 0,-1 0 0,0 0 0,0 0 0,-1 0 0,1 0 0,0 0 0,0 0 0,0-1 0,0 1 0,-1 0 0,1-1-1,0 1 1,-1-1 0,1 0 0,-1 1 0,1-1 0,0 0 0,-1 0 0,1 0 0,-1 0 0,1 0 0,0 0 0,-1 0 0,1 0 0,-2-1 0,-21 3-76,22-2 58,1 0 0,-1 0 1,0 0-1,0 0 0,0 1 1,1-1-1,-1 1 1,0-1-1,1 1 0,-1 0 1,0-1-1,1 1 0,-1 0 1,1 0-1,0 0 1,-1 0-1,1 1 0,0-1 1,-1 0-1,1 0 0,-1 3 1,1-1 11,0 0 0,0 1 0,0 0 0,1-1 0,-1 1 0,1-1 1,0 1-1,1 6 0,0 11 105,-1-18-99,1 1-1,0-1 1,0 0 0,0 0-1,0 1 1,1-1-1,-1 0 1,1 0-1,0 0 1,0-1 0,0 1-1,0 0 1,0-1-1,0 1 1,1-1 0,0 0-1,-1 1 1,1-1-1,3 1 1,1 2 8,1 0 1,0-1-1,-1 0 0,1 0 1,1-1-1,13 4 1,-20-7-17,39 5-568,-26-10-2488,-8-11-3777,-7-3-559</inkml:trace>
</inkml:ink>
</file>

<file path=ppt/ink/ink9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37:13.30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5209,'0'0'12871,"20"6"-11187,-1-1-1231,-10-3-266,1 0 1,-1 1 0,0 0-1,1 1 1,-2 0-1,1 0 1,0 1 0,-1 0-1,0 0 1,0 1-1,0 0 1,6 8 0,-4-3 123,0 1 0,-1 0 0,0 0 0,-1 1 0,-1 0 0,0 1 0,0 0 0,7 26 0,-8-16-185,-2 1-1,0-1 1,-2 1 0,0 37 0,-2-56-101,0 0 0,0 0 0,-1 0 0,0 1 0,0-1-1,0 0 1,-1 0 0,0 0 0,-3 6 0,4-10-104,0 0 0,-1 0 1,0 0-1,1 0 0,-1 0 1,0 0-1,0-1 0,0 1 0,0 0 1,0-1-1,0 0 0,0 1 1,-1-1-1,1 0 0,0 0 1,-1 0-1,1-1 0,-1 1 0,1 0 1,-1-1-1,0 0 0,1 1 1,-1-1-1,-3-1 0,5 1-1246,1 0 1109,0 0 1,0-1 0,0 1 0,0 0 0,0-1 0,0 1 0,0-1 0,0 1-1,0 0 1,0-1 0,0 1 0,0 0 0,1-1 0,-1 1 0,0 0 0,0-1-1,0 1 1,0 0 0,1 0 0,-1-1 0,0 1 0,0 0 0,1-1-1,-1 1 1,0 0 0,0 0 0,1 0 0,-1-1 0,0 1 0,1 0 0,-1 0-1,27-10-6417</inkml:trace>
</inkml:ink>
</file>

<file path=ppt/ink/ink9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37:13.62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 1 7346,'0'0'14463,"-1"4"-13510,-4 28-140,2 0 1,1 0-1,2 0 0,5 47 0,4-29-653,0 12-2003,-9-80-12644</inkml:trace>
</inkml:ink>
</file>

<file path=ppt/ink/ink9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37:13.82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6161,'0'0'15956,"161"28"-15492,-129-28-328,0 0-136,-7 0-72,8 0-1240,-8-9-1577,1-4-2856</inkml:trace>
</inkml:ink>
</file>

<file path=ppt/ink/ink9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37:14.34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 0 6793,'0'0'13199,"0"40"-7988,-13 224-1737,13-103-2889,0-161-563,2-1-1390,0-1 890,0 1 1,0-1 0,0 0 0,0 0-1,0 0 1,-1 0 0,1 0 0,-1 0 0,2-4-1,3-2-1643,12-11-3442</inkml:trace>
</inkml:ink>
</file>

<file path=ppt/ink/ink9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37:14.64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14027,'0'0'17402,"17"14"-24599,-9-8 1596,0-1-4708</inkml:trace>
</inkml:ink>
</file>

<file path=ppt/ink/ink9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37:14.91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154 1 7666,'187'202'4417,"-187"-192"-2201,-13 9 657,-7 3 271,1 7-631,-6 3-585,-8 0-431,14 0-633,-13 0-600,13 1-264,-13 2-168,-20 16-1737,14-9-3296,-1-4-7057</inkml:trace>
</inkml:ink>
</file>

<file path=ppt/ink/ink9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37:23.19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20 148 6161,'0'0'7390,"-13"-10"-5416,7 7 4532,6 24-5844,0-13-582,1 0 0,0 0 1,0 0-1,1 0 0,0 0 0,1 0 0,0 0 1,0-1-1,0 1 0,1-1 0,0 0 1,7 8-1,14 28 117,-31-121 533,6 57-814,-1 15 67,1 0 0,-1 0 1,1 0-1,1 0 1,-1 0-1,1 0 0,0 0 1,0 0-1,1 0 1,0 1-1,0-1 1,0 0-1,1 1 0,-1-1 1,8-9-1,2 0 47,-11 13-72,0 0-1,0 1 1,0-1 0,0 0-1,1 1 1,-1-1-1,0 1 1,1 0-1,-1-1 1,1 1-1,0 0 1,0 0-1,-1 0 1,1 0-1,0 0 1,0 0 0,0 1-1,0-1 1,0 1-1,0-1 1,0 1-1,0 0 1,0-1-1,0 1 1,0 0-1,3 1 1,4 0 40,0 1 1,0 0-1,0 1 0,0 0 1,-1 1-1,1 0 0,-1 0 1,0 0-1,10 8 0,26 12 3,22-2 7,-62-20-6,1-1 0,0 0-1,-1-1 1,1 1 0,0-1 0,0 0-1,0 0 1,0 0 0,-1-1-1,1 1 1,0-1 0,6-2 0,-10 2 0,0-1 1,1 1 0,-1 0-1,0-1 1,0 1 0,0-1 0,0 1-1,0-1 1,0 0 0,0 1-1,-1-1 1,1 0 0,0 0 0,-1 1-1,0-1 1,1 0 0,-1 0-1,0 0 1,0-3 0,-1-46-19,0 34-46,2 15 53,-1 1 1,-1-1 0,1 0 0,0 1 0,0-1 0,-1 0-1,1 1 1,-1-1 0,1 1 0,-1-1 0,0 0 0,1 1-1,-1 0 1,0-1 0,0 1 0,0-1 0,0 1 0,0 0-1,-1 0 1,1 0 0,0 0 0,0 0 0,-1 0 0,1 0-1,-1 0 1,1 0 0,-1 0 0,1 1 0,-3-2 0,-4 1 18,0-1 0,1 1 1,-1 0-1,0 1 1,-9 0-1,14 0 10,1 1 0,-1 0 0,1 0 0,0 0 0,-1 1 0,1-1 0,0 0 0,0 1 0,-1 0 0,1-1 0,0 1 0,1 0 0,-1 0 0,0 0 0,1 0 0,-1 0 0,1 1 0,-1-1 0,1 0 0,0 1 0,0-1 0,0 1 0,0-1 0,1 1 0,-1 0 0,0 4 0,-2 7 109,0 1-1,1-1 0,-1 26 0,3-19-51,-1-8-46,1 0-1,1 0 1,0 0 0,1 0 0,3 15 0,-3-24-31,-1 0 0,1 1 0,0-1 1,0 0-1,1 0 0,-1-1 0,1 1 0,0 0 1,0-1-1,0 1 0,0-1 0,0 0 1,1 0-1,0-1 0,0 1 0,-1-1 0,1 1 1,9 2-1,-7-2-197,1-2 0,-1 1 1,1 0-1,-1-1 0,1-1 0,0 1 0,-1-1 1,1 0-1,7-1 0,-8 0-480,0 0 1,0 0-1,0 0 0,0-1 0,0 0 0,6-3 0,20-15-5202</inkml:trace>
</inkml:ink>
</file>

<file path=ppt/ink/ink9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37:23.50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 1 7890,'0'0'14496,"-1"35"-13432,-4 237 1381,18-93-2260,-13-178-1102,-7-17-11571</inkml:trace>
</inkml:ink>
</file>

<file path=ppt/ink/ink9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37:24.05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45 7346,'0'0'9483,"28"-1"-7520,9 0-1433,16 1 625,86-11 1,21-21-113,-154 35-550,-9 8-330,-10 14-173,12-22 62,-4 7-28,1 1 0,1-1 0,0 1 0,1 0 0,0 0 0,0 0 0,1 0 0,1 0 0,1 21 0,-1-10-1,1-21-20,-1 1 0,1-1 0,-1 0 0,1 0 0,0 0 0,0-1 0,-1 1 0,1 0 0,0 0 0,0 0 0,0 0 0,0-1 0,0 1 0,0 0 0,0-1 0,0 1 0,0-1 0,0 1 0,1-1 0,-1 0 0,0 1 0,0-1 0,0 0 0,1 0 0,-1 0 0,0 0 0,0 0 0,0 0 0,1 0 0,0-1 0,41 0 90,-42 1-84,31-10 42,-31 10 6,0 0 1,0-1 0,1 1 0,-1-1 0,0 0 0,0 1 0,0-1 0,0 0 0,0 0 0,0 0 0,0 1 0,0-1 0,0 0 0,0 0 0,0 0 0,0-1 0,-1 1-1,1 0 1,1-2 0,-2 2 392,26-1 1290,2 24-1627,6 5-1522,-18-23-2521,-1-12-3569,-6-12-1918</inkml:trace>
</inkml:ink>
</file>

<file path=ppt/ink/ink9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37:24.38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89 4033,'0'0'19233,"7"16"-18124,-3-4-887,0 0 53,1 0 1,0 1 0,1-2-1,0 1 1,1-1-1,0 0 1,12 14 0,-37-87 559,11 34-920,1 8-228,2 1 0,0-2 1,2 1-1,-1-22 0,3 42 136,0-1 0,0 1 1,0-1-1,0 1 0,1-1 0,-1 1 0,0-1 0,0 1 0,0-1 0,1 1 1,-1-1-1,0 1 0,1-1 0,-1 1 0,0-1 0,1 1 0,-1 0 0,1-1 1,-1 1-1,1 0 0,-1-1 0,1 1 0,-1 0 0,1 0 0,-1-1 0,1 1 1,-1 0-1,1 0 0,-1 0 0,1 0 0,-1 0 0,1 0 0,-1 0 0,1 0 1,-1 0-1,1 0 0,0 0 0,-1 0 0,1 0 0,-1 0 0,1 0 0,-1 0 1,1 1-1,0-1 0,6 1-1286,12-1-3949</inkml:trace>
</inkml:ink>
</file>

<file path=ppt/ink/ink10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37:24.90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9858,'0'0'13163,"2"15"-12004,-1-1-870,-1-3 24,0 0 0,1 0 1,1 0-1,0 0 1,0-1-1,1 1 1,8 19-1,-10-30-301,-1 0-1,0 0 0,1 1 1,-1-1-1,1 0 0,-1 0 1,0 0-1,1 0 0,-1 0 1,0 0-1,1 0 0,-1 0 1,1 0-1,-1 0 0,0 0 1,1 0-1,-1 0 0,1 0 1,-1 0-1,0 0 0,1 0 1,-1 0-1,1-1 0,-1 1 1,0 0-1,1 0 0,-1 0 1,0-1-1,0 1 0,1 0 0,-1-1 1,0 1-1,1 0 0,-1 0 1,0-1-1,0 1 0,0 0 1,1-1-1,-1 1 0,0-1 1,0 1-1,0 0 0,0-1 1,0 1-1,0-1 0,0 1 1,1-1-1,17-35-36,3-2-83,20 3 42,-39 33 64,0 1 0,-1-1 0,1 1 1,1-1-1,-1 1 0,0 0 0,0 0 1,0 0-1,1 1 0,-1-1 0,0 0 1,1 1-1,-1-1 0,0 1 0,1 0 1,-1 0-1,1 0 0,-1 0 1,4 1-1,-2 4 98,0 0 1,0 0-1,-1 0 1,1 1 0,-1-1-1,-1 1 1,1 0-1,-1 0 1,3 9-1,-1-4 88,42 91 675,-43-100-1284,-1-1 1,1 0-1,0-1 0,0 1 0,0 0 0,0-1 0,0 1 0,0-1 0,-1 0 1,1 0-1,0 0 0,0-1 0,6 0 0,-4 0-2490,20-2-8842</inkml:trace>
</inkml:ink>
</file>

<file path=ppt/ink/ink10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37:57.78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9 114 2865,'0'0'7021,"0"-5"-6595,1 1-453,-1 1 252,0 0-1,0 0 1,0 0 0,0 0 0,0 0-1,0 0 1,-1-1 0,1 2-1,-1-1 1,0 0 0,-2-5-1,2 3-31,0 0-1,0 0 1,1 0-1,0 0 1,0-1-1,0 1 0,1-7 1,0-4 695,0 110 4940,1 9-3993,1 125-1093,-4-203-690,0-19 8,1 0 1,-1 0 0,1 0 0,0 0-1,0 0 1,0 0 0,1 0 0,0-1-1,1 1 1,-1 0 0,1 0-1,0-1 1,4 9 0,3 24 164,-5-37-207,-3-1 227,0 43 1381,0-42-1622,0 1 0,-1-1 0,1 1 0,0-1 0,0 0 0,0 1 0,1-1 0,-1 0 0,0 0 0,0 0 0,1 0 0,-1 0 0,0 0 0,1 0 0,-1 0 0,1 0 0,0-1 0,-1 1 0,4 0 0,6 4 28,-7-2-8,1-1 0,0 1 0,0-1 0,0 0 0,0-1 0,8 2 0,-12-3 65,39 0 651,-33 1-638,17-2-15,-24 1-73,1 0-1,-1 0 0,1 0 0,0 0 0,-1 0 0,1 0 0,-1 0 0,1-1 0,-1 1 0,1 0 1,-1 0-1,1-1 0,-1 1 0,1 0 0,-1-1 0,1 1 0,-1 0 0,0-1 0,1 1 0,-1-1 1,1 1-1,-1-1 0,0 1 0,0-1 0,1 1 0,-1-1 0,0 1 0,0-1 0,0 1 0,1-1 1,-1 1-1,0-2 0,0 2 902,-8 21-15627,-3-7 7134</inkml:trace>
</inkml:ink>
</file>

<file path=ppt/ink/ink10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28:05.86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72 0 1776,'0'0'11327,"2"1"-11200,-1-1 90,-1 0-1,0 0 0,1 0 1,-1 0-1,1 0 1,-1 0-1,0 0 0,1 0 1,-1 0-1,0 0 1,0 0-1,1 0 0,-1 1 1,0-1-1,1 0 1,-1 0-1,0 0 0,1 0 1,-1 1-1,0-1 1,0 0-1,0 0 0,1 1 1,-1-1-1,0 0 1,0 1-1,0-1 0,1 0 1,-1 0-1,0 1 1,0-1-1,0 0 0,0 1 1,0-1-1,0 1 0,-30 62 794,22-49-791,1 0-1,0 0 1,-5 17 0,7-9 123,0 1-1,1-1 1,2 1 0,0 41-1,2-62-324,1 0-1,0-1 0,0 1 1,-1-1-1,1 1 0,0 0 1,0-1-1,0 1 1,0-1-1,1 0 0,-1 1 1,0-1-1,1 0 0,-1 0 1,1 0-1,-1 0 0,1 0 1,-1 0-1,1 0 1,-1-1-1,1 1 0,0-1 1,0 1-1,2 0 0,46 8 161,-33-9-149,-9 1-7,0-1 0,0 0 0,-1-1-1,1 0 1,0 0 0,8-3 0,-13 3-13,1-1 0,0 0 0,-1 0 0,0 0-1,1-1 1,-1 1 0,0-1 0,0 0 0,0 0 0,-1 0 0,1 0 0,-1 0 0,0-1 0,4-6 0,25-69 99,-30 76-106,-1 1 1,1 0 0,-1 0-1,1-1 1,-1 1-1,0 0 1,0-1 0,0 1-1,0 0 1,0-1-1,0 1 1,-1 0 0,1-1-1,-1 1 1,1 0-1,-1 0 1,0 0 0,0-1-1,0 1 1,-2-3-1,-32-42 39,18 26 39,15 19-53,0 1 0,0-1 0,-1 0 1,1 0-1,0 1 0,-1 0 0,1-1 0,-1 1 1,1 0-1,-1 0 0,0 0 0,1 1 0,-1-1 1,0 0-1,0 1 0,1 0 0,-6 0 0,2-1 62,5 1 81,-16 0-907,15 17-5908,2-1 770</inkml:trace>
</inkml:ink>
</file>

<file path=ppt/ink/ink10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28:05.86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9 1072,'0'0'11879,"0"-1"-12151,3-6 10220,-1 7-8375,0 8-1384,0 0 0,-1 0 0,0 0 0,0 0 1,0 12-1,5 69 1239,-6-81-1280,1-1 0,0 1 0,1-1 0,0 0 0,0 0 0,0 0 0,1 0 0,0 0 0,0 0 0,9 11 0,-4 18 610,2-16-466,-10-19-246,1 1-1,-1 0 0,1 0 1,0-1-1,-1 1 0,1 0 1,0-1-1,0 1 0,0-1 1,0 1-1,0-1 0,0 0 0,3 3 1,-3-4 11,12-12-20548</inkml:trace>
</inkml:ink>
</file>

<file path=ppt/ink/ink10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28:05.86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7 3 1536,'0'0'10972,"-7"-3"-1075,8 4-9854,0 0-1,0-1 1,1 1 0,-1 0 0,0-1 0,0 1 0,0-1 0,0 1-1,0-1 1,1 0 0,-1 1 0,0-1 0,0 0 0,1 0-1,-1 0 1,0 0 0,1 0 0,1-1 0,39 1 157,-32 0-147,125 0 160,-134 1-209,0-1 0,-1 1 0,1 0 0,-1 0-1,1-1 1,-1 1 0,1 0 0,-1 0 0,1 0 0,-1 0 0,1 0-1,-1 0 1,0-1 0,0 1 0,0 0 0,1 0 0,-1 0 0,0 0-1,0 0 1,0 0 0,0 0 0,-1 1 0,1 33 96,0-27-70,-1-6-24,1 0 0,0 0-1,-1 0 1,1 0 0,-1-1 0,0 1 0,0 0 0,1 0 0,-1-1 0,0 1 0,-1 0-1,1-1 1,0 1 0,0-1 0,-1 1 0,-2 1 0,-32 24 88,0 1 237,32-23-267,2-3-24,0 0 0,0 1 0,0-1 0,0 0 0,0 1 0,1 0 0,-1-1 0,1 1 0,0 0-1,0 0 1,0 0 0,0 0 0,0-1 0,0 1 0,1 0 0,0 0 0,0 1 0,-1-1 0,2 5 0,0-8-22,-1 1-1,1 0 1,-1-1 0,1 1 0,-1-1-1,1 1 1,0-1 0,-1 1-1,1-1 1,0 0 0,-1 1-1,1-1 1,0 0 0,0 1-1,-1-1 1,1 0 0,0 0 0,0 0-1,-1 0 1,1 0 0,0 0-1,0 0 1,0 0 0,1 0-1,29 0 57,-22-1 1,44 1-161,27 0 659,-57 0-1741,-20 0-118,-8 1-597,-15 3-3859,0 4-2995</inkml:trace>
</inkml:ink>
</file>

<file path=ppt/ink/ink10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28:05.87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0 196 5761,'0'0'9665,"5"-1"-8812,0 0-508,-1 0-1,1 0 0,0 0 0,0 0 0,0 1 1,0 0-1,9 1 0,-12-1-235,0 1 0,0 0-1,0-1 1,0 1 0,0 0 0,0 0 0,0 0 0,0 0-1,-1 0 1,1 1 0,0-1 0,-1 0 0,1 1-1,-1 0 1,0-1 0,1 1 0,-1 0 0,0-1 0,0 1-1,0 0 1,0 0 0,0 0 0,0 3 0,17 42 689,10 52 0,-20-76-501,-4-36 375,-4-49 173,0 54-1053,0-16 218,-1 15-9,0 1-1,1-1 0,0 0 0,1 0 1,0 0-1,0 0 0,1 1 1,0-1-1,0 1 0,1-1 0,0 1 1,1 0-1,0 0 0,7-12 0,1 4 57,1 1 0,0 0-1,1 1 1,1 0-1,20-14 1,-25 21-267,0 1 0,0 1 0,1-1 0,12-3 1,-15 6-749,1 1 1,0-1-1,0 2 1,0-1-1,17 1 1,-24 6-6046,-1-3 4872,4 7-6726</inkml:trace>
</inkml:ink>
</file>

<file path=ppt/ink/ink10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28:05.87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123 1 5209,'0'0'13126,"-6"3"-12570,-4 4-334,0-1 0,0 1 1,1 1-1,0 0 0,0 0 1,1 1-1,-13 16 1,17-20-180,1 1 1,-1 0 0,1 0-1,0 0 1,0 0 0,1 0-1,0 1 1,0-1 0,1 1 0,-1-1-1,1 1 1,1 0 0,-1-1-1,1 1 1,1 0 0,0 9 0,0-14-37,1 1 0,-1-1 0,0 0 0,1 1 0,-1-1 0,1 0 0,0 0 0,-1 0 0,1 0 0,0-1 0,0 1 0,0 0 0,1-1 0,-1 1 0,0-1 0,0 0 0,1 0 1,-1 0-1,1 0 0,-1 0 0,1 0 0,0-1 0,-1 1 0,1-1 0,0 0 0,-1 0 0,4 0 0,0 1 5,0-1 1,0 0-1,0 0 1,1-1-1,-1 1 1,0-1-1,0-1 1,0 1-1,0-1 0,0 0 1,7-3-1,-9 1 19,0 1 0,0-1 0,0 0 0,0 0 0,0 0 0,-1-1-1,1 1 1,-1-1 0,0 0 0,-1 0 0,1 0 0,-1 0 0,0 0 0,-1-1-1,1 1 1,-1-1 0,0 1 0,0-1 0,-1 1 0,1-1 0,-1 1 0,0-1 0,-1 0-1,0 1 1,-1-9 0,1 12-14,0 0 0,0 0-1,-1 0 1,1 0 0,0 0-1,-1 0 1,1 1 0,-1-1-1,0 0 1,0 1 0,1-1-1,-1 1 1,0 0 0,0 0-1,0 0 1,0 0 0,-1 0-1,1 0 1,0 0 0,0 0-1,-1 1 1,1 0 0,-3-1-1,-56-5-499,60 6-677,11 1-3920,18 7 529,4 2-2328</inkml:trace>
</inkml:ink>
</file>

<file path=ppt/ink/ink10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28:05.87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194 1 4185,'0'0'14079,"-4"0"-13368,-4-1-627,0 1 1,0 0-1,0 1 0,0 0 1,0 0-1,0 1 1,0 0-1,0 0 1,0 1-1,1 0 0,-1 1 1,1-1-1,0 1 1,0 1-1,0-1 1,1 1-1,0 0 0,-1 1 1,2-1-1,-1 1 1,1 1-1,0-1 1,0 1-1,1-1 0,-6 12 1,8-15-84,1-1 0,0 1 1,0 0-1,1-1 0,-1 1 0,0 0 1,1-1-1,0 1 0,0 0 0,0-1 1,0 1-1,0 0 0,0 0 1,0-1-1,1 1 0,1 3 0,-1-4 0,0 0-1,0-1 0,0 1 1,0-1-1,0 1 0,1-1 1,-1 1-1,1-1 0,-1 0 1,1 0-1,-1 1 1,1-1-1,0 0 0,0-1 1,-1 1-1,1 0 0,3 0 1,7 2-8,0-1 0,0-1 1,1 0-1,-1-1 0,25-2 1,-33 1 29,0 1 1,0-1-1,0 0 1,0-1-1,0 1 1,0-1-1,0 1 0,-1-1 1,1 0-1,0-1 1,-1 1-1,0-1 1,1 1-1,-1-1 1,0 0-1,0 0 1,-1 0-1,1-1 0,-1 1 1,4-7-1,-4 7-6,-1 0 0,0 0 0,0 0 0,0 0 0,0 0 0,0 0 0,0 0 0,-1 0-1,1 0 1,-1 0 0,0 0 0,0-1 0,0 1 0,-1 0 0,1 0 0,-1 0 0,0 0 0,0 0 0,0 0 0,0 0-1,0 0 1,0 0 0,-1 0 0,0 0 0,1 1 0,-1-1 0,0 1 0,-3-4 0,-6-13-10206,22 19 3878</inkml:trace>
</inkml:ink>
</file>

<file path=ppt/ink/ink10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28:05.87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84 23 2561,'0'0'9039,"-15"-18"1876,10 14-9225,4 3-1625,-1 1 0,1 0 0,0 0 0,0 0 1,0 0-1,-1 1 0,1-1 0,0 0 0,0 0 0,0 1 0,-1-1 0,1 1 0,0-1 0,0 1 0,0 0 0,0-1 1,0 1-1,0 0 0,0-1 0,0 1 0,0 0 0,-1 2 0,-5 25 184,3-5-73,-6 41-45,2 1 1,2 0-1,5 73 0,1-136-140,0 1 0,0-1-1,1 0 1,-1 1-1,0-1 1,1 0 0,0 0-1,0 0 1,0 0-1,0 0 1,0 0 0,0 0-1,0 0 1,0 0-1,1 0 1,-1 0-1,1-1 1,0 1 0,-1 0-1,1-1 1,0 0-1,0 1 1,0-1 0,0 0-1,0 0 1,0 0-1,0 0 1,0-1 0,0 1-1,1 0 1,2 0-1,8 1-238,0 0 0,1-1 0,0 0-1,15-2 1,-11 1-462,-12-1 364,0 0 0,0 0 0,0 0 0,0-1 0,0 0 0,-1 0 0,1-1 0,-1 1 0,1-1 0,5-5 0,35-14-7297,-32 19 845</inkml:trace>
</inkml:ink>
</file>

<file path=ppt/ink/ink10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28:05.87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7 1688,'0'0'19276,"32"-6"-18819,0 6-137,0 0-192,7 0-128,12 0-208,32 3-1401,-12 0-2560,0-3-5729</inkml:trace>
</inkml:ink>
</file>

<file path=ppt/ink/ink10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28:05.87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62 1432,'0'0'13258,"26"-2"-12253,185-19 446,-133 12-796,324-20 3265,-398 29-3885,-1-1 0,1 1 0,-1 0 0,0 1 0,1-1 0,-1 1 0,1-1 0,-1 1 0,0 0 0,1 0 1,-1 1-1,0-1 0,0 1 0,0-1 0,0 1 0,3 3 0,-3-1 26,0 0-1,0 1 1,0-1 0,-1 1 0,1 0-1,-1-1 1,-1 1 0,1 0-1,-1 1 1,2 5 0,6 45 310,-1 0 1,-3 1-1,-3 0 1,-5 63-1,1-12 521,2-81-736,1-6-38,-1-1-1,-1 1 1,-1-1 0,-1 0 0,-5 21-1,-3 3 376,-6 46 0,1-6 35,14-64-533,7-16-2411,16-24-5335,-14 10 2240</inkml:trace>
</inkml:ink>
</file>

<file path=ppt/ink/ink10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28:05.87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 0 5761,'0'0'11655,"-2"0"-8266,7 0-2291,7 2-868,1 1-1,-1 1 0,0 0 0,0 0 0,0 2 1,-1-1-1,1 1 0,19 15 0,2-2 44,-18-10-153,0 0 1,-1 1 0,0 0 0,17 16 0,-29-24-221,1 0-650</inkml:trace>
</inkml:ink>
</file>

<file path=ppt/ink/ink10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28:05.87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265 6 1568,'0'0'15640,"-3"-2"-14637,2 2-901,0-1 1,-1 0-1,1 1 1,0 0-1,-1-1 1,1 1-1,-1 0 1,1-1-1,-1 1 1,1 0-1,-1 0 1,1 0-1,0 0 1,-1 1-1,1-1 1,-1 0-1,1 1 1,-1-1-1,1 0 1,0 1-1,-3 1 1,-25 22 1731,5-2-1242,-23 17 726,-55 57 0,99-94-1375,0 1 0,0 0 1,1 0-1,0 1 0,-1-1 0,1 0 0,0 1 1,0 0-1,-2 6 0,4-9-222,0 0 1,0 0-1,-1 1 1,1-1-1,0 0 1,0 0-1,0 0 1,1 1-1,-1-1 1,0 0-1,0 0 1,1 0-1,-1 1 1,1-1-1,-1 0 1,1 0-1,-1 0 1,1 0-1,0 0 1,-1 0-1,1 0 1,0 0 0,0 0-1,0 0 1,0-1-1,0 1 1,0 0-1,0 0 1,0-1-1,0 1 1,0-1-1,0 1 1,0-1-1,2 1 1,22 9-10678</inkml:trace>
</inkml:ink>
</file>

<file path=ppt/ink/ink10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28:05.87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623 204 2617,'0'0'9502,"-3"-11"-8496,-6-37-45,8 47-831,1-1 1,-1 1 0,1 0 0,-1 0-1,0 0 1,1-1 0,-1 1 0,0 0-1,0 0 1,0 0 0,0 0 0,0 0-1,0 1 1,0-1 0,0 0 0,0 0-1,-1 1 1,1-1 0,0 0 0,0 1-1,-1-1 1,1 1 0,0 0 0,-1-1-1,1 1 1,-2 0 0,-36 0 446,30 1-279,-16-2 171,-1 1 1,1 1 0,0 1 0,0 1-1,0 2 1,0 0 0,1 2-1,-28 10 1,30-7-280,1 1 0,-1 1 0,2 0 0,-1 2 0,2 0 0,0 1 0,-19 20 0,28-24-77,1 0 0,0 0 1,1 1-1,0 0 0,0 0 1,2 1-1,-1 0 0,2 0 1,0 1-1,0-1 0,1 1 1,1 0-1,-2 21 0,0 15 294,2 66 0,4-98-371,1-1 0,0 0 0,1 0 0,1 0 1,1-1-1,0 1 0,12 24 0,-8-22 7,0 0 1,2-1-1,1 0 0,0-1 1,1 0-1,0-1 0,2-1 0,0 0 1,0 0-1,2-2 0,0 0 1,0-1-1,1-1 0,26 13 1,-14-10 34,1-1 1,1-2 0,0 0 0,0-3 0,1 0 0,0-3-1,0 0 1,44 0 0,-51-5-45,-2 0 31,-1 0 1,46-7-1,-61 5-51,0 0 0,1-1 0,-1 0 0,-1 0 0,1-1 0,0 0 0,-1 0 1,0-1-1,0 0 0,0 0 0,10-10 0,10-15 20,-1 0 0,-2-2 0,-1 0 0,31-62 0,-45 77-34,-1 0 0,-1 0 0,-1-1 0,-1-1-1,0 1 1,-1 0 0,1-23 0,-1-135 0,-4 116 0,-1 46 2,-1 0 0,0 0 0,-1-1 0,0 1 0,-1 1 0,-9-20 0,0 3 7,-30-50-1,38 72-8,0 0 0,-1 0 0,-1 1 0,1 0 0,-1 0 0,-1 0 0,1 1 0,-15-10 0,1 4 4,-1 2 0,-25-10-1,-19-9 51,15-2-35,44 25-18,-1 1 1,1 0-1,-1 0 0,0 1 1,0 0-1,-1 1 0,1 0 1,-1 0-1,1 0 0,-17-1 1,-55 2 61,74 2-92,0 1-1,0 0 0,0 0 0,0 0 0,0 1 1,0 0-1,1 0 0,-1 0 0,1 1 0,-11 6 0,2 0-1884,3-6-4420,4-2-2807</inkml:trace>
</inkml:ink>
</file>

<file path=ppt/ink/ink10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28:05.87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475 43 1736,'0'0'8399,"-5"10"2609,6-8-10202,12-3-791,-1-1 1,1-1-1,0 0 1,-1-1-1,0 0 1,0 0 0,0-2-1,16-9 1,-17 10-11,-9 0 2294,-10 3-980,7 2-1264,0 0-1,0 0 1,1 0 0,-1 0-1,0 0 1,0 0-1,0 1 1,0-1 0,1 0-1,-1 0 1,0 1-1,0-1 1,1 1-1,-1-1 1,0 0 0,1 1-1,-1 0 1,0-1-1,1 1 1,-1-1-1,0 1 1,1 0 0,-1-1-1,1 1 1,0 0-1,-1-1 1,0 3-1,-18 52 1090,-8 24-192,-17 85 0,34-120-823,-2 0 1,-3-1 0,-20 43-1,-68 120 266,41-87-109,-141 220 80,196-330-358,0 2 0,1-1-1,1 1 1,-1 0-1,2 0 1,0 0-1,0 1 1,1-1-1,0 1 1,-1 14-1,4-25-18,6-30-3053,-5 1-4635,-1 18 996</inkml:trace>
</inkml:ink>
</file>

<file path=ppt/ink/ink10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28:05.88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1284 201 1176,'0'0'13543,"-7"-18"-8734,-7 12-4074,1 1 0,-1 1 0,0 0 0,0 0 0,0 2 0,-24-2 0,-96 2-648,81 3 550,10 1-489,0 1 0,0 2-1,0 3 1,1 1-1,0 1 1,1 3-1,1 2 1,-57 27 0,50-17-12,1 1 0,2 3 0,1 1 1,1 2-1,2 2 0,-57 61 0,75-70-16,1 1-1,1 1 0,2 1 0,-26 49 1,35-57-58,1 0-1,0 0 1,2 0 0,1 1 0,0 0-1,1 0 1,2 0 0,-1 27 0,2-38-44,1-1 0,1 1 0,0 0 1,0 0-1,1-1 0,0 1 0,0-1 1,1 0-1,5 10 0,-4-12-6,1 0 0,0-1 0,0 1 0,0-1 0,1 0 0,0 0-1,0-1 1,0 0 0,1 0 0,0-1 0,11 6 0,4 1 5,0-1-1,0-1 1,1-1 0,0-1 0,0-1-1,1-1 1,31 2 0,176-1 23,-160-7 7,-32 0-46,0-1 0,-1-3-1,1-1 1,-1-2 0,0-1-1,-1-2 1,0-2 0,48-23-1,-56 21-14,-2 0 0,0-1 0,-1-2 0,0-1 0,-2-1-1,0-1 1,-2-1 0,0-1 0,-1-1 0,29-45 0,-35 43 8,-1 0 0,-1-2 0,-2 1-1,0-1 1,-2-1 0,-2 0 0,7-45 0,-5-12-9,-4-115 0,-5 189 16,-1 1 1,-1 0-1,0 0 0,-1 0 0,0 1 0,0-1 0,-1 1 1,0 0-1,-1 0 0,-1 0 0,1 0 0,-1 1 0,-11-13 1,7 10 10,0 1 1,-1 0 0,0 1 0,-1 1-1,0-1 1,0 2 0,-1 0 0,0 0-1,-19-7 1,14 9-147,14 9-1283,27 15-1979,14-2-1392,7-2-2960</inkml:trace>
</inkml:ink>
</file>

<file path=ppt/ink/ink10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28:05.88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37 46 4217,'0'0'6163,"-24"-16"-3236,21 19 1539,2-6-160,-2-4-5170,-3-15 1445,6 23-552,1-1-1,-1 0 1,0 0 0,0 0-1,0 0 1,0 0-1,0 0 1,0 0 0,0 0-1,0 0 1,0 0 0,0 0-1,0 0 1,0 0-1,0 0 1,0 0 0,1 0-1,-1 0 1,0 0 0,0 0-1,0 0 1,0 0-1,0 0 1,0 0 0,0 0-1,0 0 1,0 0 0,0 0-1,0 0 1,1 0-1,-1 0 1,0 0 0,0 0-1,0 0 1,0 0 0,0 0-1,0 0 1,0 0-1,0 0 1,0 0 0,0 0-1,0 0 1,0 0 0,0-1-1,0 1 1,0 0-1,1 0 1,-1 0 0,0 0-1,0 0 1,0 0 0,0 0-1,0 0 1,0 0-1,0 0 1,21 31 3027,-9-11-3336,143 186 2242,-19-53-978,-77-91-546,-4 2 0,55 83-1,-83-103-214,3-2 0,1-1 0,2-2-1,2 0 1,1-3 0,46 37 0,-23-40 93,-21 4-197,-28-27-65,0 1 0,0-2 0,1 0 0,0 0 1,15 9-1,-3-6-49,-1 2 1,26 20-1,18 11-8,-3-3 3,-62-40-15,-1-1-106,-39-1-5620,13 0 1307,9 0-2213,3 0-5745</inkml:trace>
</inkml:ink>
</file>

<file path=ppt/ink/ink10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28:05.88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1235 203 6225,'0'0'11113,"-12"-9"-10144,2 1-655,0 0 0,-1 1 0,0 1 1,0 0-1,0 0 0,-1 1 1,0 0-1,-24-5 0,-61-3 1163,0 5 0,-121 6 0,144 2-1125,44 2-276,1 1 0,0 1 1,0 2-1,0 1 0,1 1 1,0 1-1,0 2 1,1 1-1,1 1 0,0 1 1,0 1-1,2 1 0,0 2 1,1 0-1,1 1 1,0 2-1,2 0 0,0 1 1,2 1-1,0 1 1,-27 50-1,36-52 3,1 0-1,2 1 1,0 0 0,2 0-1,0 0 1,2 1 0,0-1-1,2 1 1,3 37 0,-1-50-71,0-1 0,0 0 0,1 0 0,1 0 0,0 0 0,0 0 0,1-1 0,0 0 0,0 0 0,1 0 0,1-1 0,-1 1 0,1-2 0,0 1 0,10 7 1,3 2 25,0-1 1,2-1-1,0 0 1,44 21-1,-29-21 20,1-1-1,0-2 1,1-2-1,0-1 0,66 5 1,200-3 110,-285-11-157,14 0 26,5 1-2,-1-2 0,67-10 1,-91 8-25,-1-1-1,0 0 1,0 0 0,0-1 0,-1-1 0,0 0 0,0-1 0,0-1 0,-1 1 0,0-2 0,13-12 0,-4 2-5,0-2 1,-1 0-1,-2 0 1,0-2-1,-2 0 1,0-1-1,-1-1 1,-2 0-1,-1-1 1,0 0-1,-2-1 1,-1 0-1,-2 0 1,0 0-1,-2-1 1,2-42-1,-6 58-3,1-3 9,-1 0-1,0-1 0,-1 1 0,0 0 1,-1-1-1,-1 1 0,0 0 1,-2 0-1,1 1 0,-2 0 1,-10-21-1,-8-1 21,-1 1 0,-2 1 0,-2 1 1,-1 2-1,-1 1 0,-2 1 0,-36-25 0,63 51 6,1-1 0,-1 1 1,1 0-1,-1 1 0,0-1 0,0 1 0,0 0 0,-1 1 0,1-1 0,0 1 0,-1 1 0,1-1 0,-1 1 0,-10 1 0,16-1 134,1 10-7228,0-4 911</inkml:trace>
</inkml:ink>
</file>

<file path=ppt/ink/ink10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28:05.88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957 53 1168,'0'0'8525,"0"-38"1096,0 27-9347,0 11-228,0 0 0,0 0 0,-1-1 0,1 1 0,0 0 0,-1 0 0,1-1 0,0 1 0,0 0 0,-1 0 0,1 0 0,0 0 0,-1-1 0,1 1 0,0 0 0,-1 0 0,1 0 0,0 0 0,-1 0 0,1 0 0,0 0 0,-1 0 0,1 0 0,-1 0 0,1 0 0,0 0 0,-1 0 0,1 0 0,0 0 0,-1 0 0,1 1 0,0-1 0,-1 0 0,1 0 0,0 0 0,-1 0 0,1 1 0,0-1 0,0 0 0,-1 0 0,1 1 0,0-1 0,0 0 0,-1 0 0,1 1 0,0-1 0,0 0 0,0 1 0,-17 12 514,9 0-179,0 0 0,1 0 0,-7 17 0,-14 26 361,-43 75 1302,-14 22-1076,50-85-385,-85 206 481,33-66-634,87-207-429,-140 278 339,44-96-171,-33 55 723,39-83-452,89-155-446,0 1 1,0 0-1,1 0 1,-1 0-1,1 0 1,-1 0 0,1 0-1,-1 0 1,1 0-1,-1 0 1,1 0-1,0 0 1,0 0-1,-1 1 1,1-1-1,0 0 1,0 0-1,0 0 1,0 0 0,0 0-1,1 2 1,0-3-71,-1 0 0,1 0 0,-1 0 0,1 0 0,0 1 0,-1-1 0,1 0 0,0 0 1,-1 0-1,1 0 0,0 0 0,-1 0 0,1-1 0,-1 1 0,1 0 0,0 0 0,-1 0 1,1-1-1,-1 1 0,1 0 0,0-1 0,-1 1 0,1 0 0,-1-1 0,1 1 0,-1-1 0,1 1 1,-1 0-1,0-1 0,1 0 0,-1 1 0,1-1 0,-1 0 0,12-13-4009,-4-1-2260</inkml:trace>
</inkml:ink>
</file>

<file path=ppt/ink/ink10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28:05.88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1661 57 8194,'0'0'9837,"-31"-9"-8636,-6-3-813,15 4-115,0 1 0,0 1 1,-1 1-1,0 1 0,0 1 0,-31 0 1,-324 12 3293,323-3-3152,0 3 0,0 2 1,1 2-1,-92 36 0,102-30-285,1 3 0,0 1-1,2 2 1,1 2 0,1 1 0,2 3-1,0 1 1,3 1 0,0 2-1,-37 52 1,45-52-90,3 1 1,1 1 0,2 1-1,1 0 1,2 2 0,2 0-1,1 1 1,3 1-1,1 0 1,2 0 0,-5 78-1,14 220 539,5-302-496,1 1-1,2-1 1,1 0-1,2-1 1,2 0-1,1-1 1,2-1-1,1-1 1,34 48 0,-40-66-66,0 0 0,2-1 0,0 0 1,1-1-1,0 0 0,1-1 1,0-1-1,1-1 0,1 0 1,35 15-1,-26-15 15,0-2 1,1-1 0,0-2-1,0 0 1,1-2-1,0-1 1,36-1-1,-45-2-13,27 1 16,-1-2-1,1-2 1,73-15 0,-70 5-31,-1-3 0,-1-1 0,0-3 0,-1-1 0,-1-3 0,-2-2 0,43-32 0,-55 34 1,0-2 1,-3-2-1,0 0 0,-2-2 1,0-1-1,-3-2 0,-1 0 0,-1-1 1,26-55-1,24-73-111,86-291 0,-149 420 66,-2-2-1,-1 1 1,3-64 0,-9 84 21,0 0 1,-1-1-1,0 1 1,-1 1-1,-1-1 0,0 0 1,-1 0-1,0 1 1,-1 0-1,-1 0 0,0 0 1,-9-14-1,0 9 11,0 0 0,-1 1 0,-1 1 0,0 0 0,-1 1 0,-1 1 0,0 1 0,-1 1 0,-39-18 0,-14-1 12,-119-31 0,73 25 6,87 21 40,29 13-47,0 1 0,0 0 0,-1 0 0,1 0 0,-1 1 1,0-1-1,1 1 0,-1 0 0,0 0 0,0 0 0,-4 0 1,7 1 9,-6 19-596,7-11-463,0-6 600,-1 0 0,1 0-1,0 0 1,0 1 0,0-1-1,0 0 1,1 0-1,-1 0 1,1-1 0,-1 1-1,1 0 1,-1 0 0,1 0-1,0 0 1,0 0 0,2 2-1,8 3-5881</inkml:trace>
</inkml:ink>
</file>

<file path=ppt/ink/ink10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28:05.88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149 135 3265,'0'0'14664,"-13"-22"-14532,6-4-117,7 23-14,-1 1 1,1-1-1,-1 1 1,0-1-1,1 1 1,-1 0-1,0-1 1,0 1-1,0 0 1,-1 0-1,1 0 1,0 0-1,-1 0 1,0 0-1,-1-2 1,-42-29 511,42 31-139,-25-10 4726,28 12-5044,-1 0 1,0 0-1,1-1 0,-1 1 0,1 0 0,-1 0 1,0 0-1,1 0 0,-1 0 0,0 0 1,1 0-1,-1 0 0,0 0 0,1 0 0,-1 0 1,0 0-1,1 0 0,-1 1 0,0-1 1,1 0-1,-1 0 0,1 1 0,-1-1 0,1 0 1,-1 1-1,1-1 0,-1 1 0,1-1 0,-1 1 1,1-1-1,-1 1 0,1-1 0,0 1 1,-1-1-1,1 1 0,0 0 0,-1-1 0,1 1 1,0-1-1,0 1 0,-1 1 0,-6 61 589,2 1 1,5 87-1,1-66-416,4 18 259,5-1-1,33 143 1,-20-129-138,12 166 0,-33 3 19,3 37 14,9-173-226,3 68 107,-17 24-418,0-243-335,-1 0 1,1 1 0,0-1-1,0 0 1,-1 1-1,1-1 1,-1 0 0,0 1-1,1-1 1,-1 1-1,0-1 1,0 1 0,0-1-1,0 1 1,0 0-1,0-1 1,-2 0 0,-9-8-6401</inkml:trace>
</inkml:ink>
</file>

<file path=ppt/ink/ink10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28:05.88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1643 174 11963,'0'0'4172,"-33"-10"-2765,-3-2-956,7 2-35,0 1 0,-1 1 0,0 2 1,0 0-1,-37 0 0,-15 2 922,-131 11 0,169-1-952,0 1 0,1 2 0,0 2 0,-71 27 0,68-17-159,2 2 1,0 2-1,2 2 0,1 1 1,1 3-1,1 1 0,2 1 1,2 2-1,-53 67 0,45-44-108,2 2 0,3 2 0,3 2 0,2 1 0,3 1 0,-23 77 0,42-102-43,1 0 0,2 0-1,-4 59 1,6 128 330,6-211-381,1 8 6,1 1 1,1-1-1,1 0 1,1 0-1,1-1 1,1 1-1,1-1 1,2-1-1,0 0 1,1 0-1,2-1 1,29 41-1,-28-45 0,0-1 0,2-1 0,0-1 0,0 0 0,2-1 0,-1 0 0,2-2 0,0 0-1,0-1 1,1-1 0,1-1 0,-1-1 0,1-1 0,1 0 0,22 3 0,-16-5 28,1-1 0,0-2 1,0 0-1,0-2 0,0-2 1,0 0-1,-1-2 0,1-1 1,-1-1-1,0-2 1,49-19-1,-5-6-39,-2-3-1,-1-3 1,-2-3 0,75-63-1,-99 70-17,-3-3 0,-1-1 0,-2-2-1,-2-1 1,-1-2 0,53-94 0,-74 112 5,-1-1 1,-1-1-1,-2 1 1,0-2 0,-2 1-1,3-31 1,-2-12 1,-3-96 1,-6 129-5,-3 1 0,-1 0 0,-1 0 0,-3 0 1,0 1-1,-3 0 0,-29-64 0,17 53-2,-1 1-1,-2 1 0,-3 2 1,-1 0-1,-40-40 1,42 53-2,-1 2 0,-2 1 1,-1 1-1,-1 2 0,-1 2 1,-1 1-1,0 1 0,-2 2 1,0 2-1,-56-15 0,54 23-6,40 37-39,1-26-12,-1 1-1,0-1 1,1 0 0,0 0 0,-1 1-1,1-1 1,0 0 0,1 0 0,-1 0-1,1 0 1,-1 0 0,1-1 0,0 1-1,0 0 1,0-1 0,0 1 0,0-1-1,1 0 1,-1 1 0,1-1 0,0 0-1,5 2 1,-1 0-844,0-1-1,0 0 1,1 0-1,-1-1 1,1 1-1,-1-2 1,1 1-1,13 0 1,11-2-5239</inkml:trace>
</inkml:ink>
</file>

<file path=ppt/ink/ink10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28:05.88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784 59 5169,'0'0'9098,"0"-10"-8123,0-18-393,0 8 5867,-14 40-4230,9-3-1945,-2 0 0,0 0 0,-1 0 0,-13 20-1,1-1-74,-128 278 1535,-22 133 181,167-439-1892,-36 111 174,-113 314 587,75-211-383,18-44-170,38-100-63,17-59-116,-1 0 0,0-1-1,-12 25 1,15-34 1293</inkml:trace>
</inkml:ink>
</file>

<file path=ppt/ink/ink10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28:05.88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1478 203 11162,'0'0'2238,"-36"-9"-712,-7-2-1001,-20-5 895,-92-12 0,98 22-542,-1 1 1,0 4-1,-92 8 1,112-2-544,0 2 1,0 1 0,0 2-1,1 1 1,1 3 0,-50 24-1,48-16-218,1 1 0,1 2 0,0 2 0,3 1 0,0 2 0,2 1 0,1 1 0,1 1 0,2 2 0,2 1 0,1 1 0,2 1 0,1 1 0,2 1 0,2 0-1,2 2 1,1 0 0,-12 69 0,11-1-69,-2 154 0,16-246 1,1-1-1,0 1 1,2-1-1,0 0 1,1 1-1,1-1 1,0-1-1,1 1 1,1-1-1,14 28 1,-10-26 53,1 0-1,0-1 1,1-1 0,1 0 0,1 0 0,27 23 0,-30-31-69,-1 0 0,2 0 0,-1-2 0,1 1 1,-1-2-1,2 1 0,-1-2 0,1 1 0,-1-2 0,1 0 1,23 3-1,5-3 27,1-1 1,0-3 0,0-1-1,-1-2 1,1-2 0,-1-1-1,57-19 1,-64 15-41,0-2-1,0-1 1,-2-2-1,52-33 1,-64 35-2,0-1 0,-2-1 0,0-1 0,0 0 0,-2-1 1,0-1-1,25-40 0,17-47 16,-4-1 0,-6-4 0,49-159 0,-81 220-33,-3-1 1,-1 0 0,-3-1-1,-2 0 1,0-61-1,-7 102 3,-1-1 0,0 1 0,-1 0-1,0 0 1,-1 0 0,0 0 0,-1 1 0,0-1 0,0 1-1,-1 0 1,-12-18 0,6 13-2,-1 0 0,-1 1 0,0 1 0,0 0 0,-1 1 0,-25-16 0,-6 1 0,-1 1 0,-1 3 0,-2 3 1,-57-18-1,-99-18 333,184 50-629,29 9-2357,23 9-1953,-6-5-1264</inkml:trace>
</inkml:ink>
</file>

<file path=ppt/ink/ink10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28:05.88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116 103 904,'0'0'11629,"-4"-8"-10383,0 3-1032,1-1 0,-1 1 0,0 0 0,0 0-1,0 0 1,-1 0 0,0 1 0,0 0 0,0 0 0,0 0 0,0 1 0,-8-4 0,-7-9 603,19 14-418,0 1 0,0 0 0,-1-1 0,1 1 0,0 0 0,-1 0 0,1 0 0,-1 0 1,1 0-1,-1 0 0,1 0 0,-1 1 0,0-1 0,1 1 0,-4-1 0,8 27 440,2-10-577,2-1-1,0 0 0,1 0 0,1 0 0,20 25 1,0 1 127,290 527 2227,-306-543-2548,88 213 797,-72-160-318,54 103 0,-38-110-241,3-3 0,2-2 0,102 102 0,-121-135-209,8 16 131,-38-46-236,-1-2-218,-51-1-9080,38 0 2467</inkml:trace>
</inkml:ink>
</file>

<file path=ppt/ink/ink10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28:05.89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1446 312 8146,'0'0'8427,"-34"-17"-6944,-110-55-303,126 64-948,0 1 1,0 1-1,-1 0 0,0 1 1,0 2-1,0-1 1,-1 2-1,1 1 0,-27 1 1,8 0 85,-7-2-50,1 1-1,-1 3 1,1 2 0,-1 2-1,1 1 1,-47 16 0,41-6-66,0 3 1,1 2-1,2 3 0,0 1 1,1 2-1,2 2 1,-64 58-1,88-70-141,0 2 0,2 1 0,0 0 0,1 1 0,1 1 0,2 1 0,0 0-1,1 0 1,2 2 0,0-1 0,2 2 0,1-1 0,1 1 0,1 0 0,1 0 0,-1 36 0,4-29-49,1 0 1,2 0-1,1 0 0,2 0 0,1-1 1,2 1-1,1-1 0,24 61 1,-12-49-11,2 0 1,47 67 0,-55-93 15,1 0 0,0-2 0,2 1 0,0-2 0,1 0 0,0-2 0,36 22 0,-26-20 41,1-2 1,0-1 0,1-2 0,0 0 0,1-3-1,36 7 1,-3-6 27,0-3 0,70-2 0,-111-5-41,0-1 1,0-1 0,0-2 0,0 0 0,0-1-1,-1-1 1,0-1 0,31-16 0,-14 3-5,-2-2 1,0-1-1,55-47 0,-65 46-32,-2-1 1,0 0-1,-2-2 0,-1-1 0,-1-1 0,-2-1 1,0-1-1,-3 0 0,21-56 0,-23 46-1,-1 0 0,-2-1-1,-3-1 1,-1 0 0,-2 0 0,-2 0 0,-4-69-1,-3 82-5,-1 0 1,-1 0-1,-2 0 0,-2 1 0,0 0 0,-2 1 0,-1 0 0,-2 1 0,0 1 1,-27-36-1,2 10 3,-3 1 1,-2 2 0,-96-82 0,116 112 0,0 1 0,0 2 0,-45-24 0,55 34-1,0 0 0,0 1 0,-1 1 0,0 1 0,0 0 0,0 1 0,0 0 0,-26 0 0,35 3 3,-1 0-1,1 0 1,-1 1-1,1 0 0,0 0 1,-1 1-1,1 0 1,0 0-1,0 1 0,-13 5 1,17-5-5,0-1 0,0 1 0,0 0-1,1 0 1,-1 0 0,1 0 0,-1 0 0,1 0 0,0 0 0,0 1 0,1-1 0,-1 1 0,1 0 0,-1 0 0,1-1 0,0 1 0,1 0-1,-1 0 1,1 0 0,0 0 0,0 0 0,0 4 0,0 0-4,-1-5-19,1-1 1,0 1-1,0 0 0,0 0 0,0-1 1,0 1-1,1 0 0,-1 0 1,1-1-1,0 1 0,-1 0 0,1-1 1,0 1-1,1-1 0,-1 1 1,0-1-1,1 0 0,-1 1 0,1-1 1,0 0-1,0 0 0,0 0 1,0 0-1,0-1 0,0 1 0,5 2 1,29 19-2655,43 18 0,-27-20-3631</inkml:trace>
</inkml:ink>
</file>

<file path=ppt/ink/ink10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28:05.89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6 1 4905,'0'0'10178,"-6"0"-3558,243 0-6373,-236 1-226,0 0 0,-1 0 0,1 0 0,0 1-1,-1-1 1,1 0 0,0 0 0,-1 1 0,1-1 0,-1 0 0,0 1 0,0-1 0,1 0 0,-1 1-1,0-1 1,0 0 0,0 1 0,0-1 0,-1 3 0,-3 32 597,0-30-517,0-1 0,-1 1 0,0-1-1,0 1 1,0-1 0,0-1 0,-1 1-1,-12 7 1,-55 27 299,60-32-254,76-4-69,-54-3-78,-1-1-3,-1 1 0,0 0 0,1 1-1,-1-1 1,0 1 0,1 1 0,12 3 0,-18-3 0,0-1 1,0 1-1,0 0 1,0-1-1,0 1 1,0 0-1,-1 0 1,1 0-1,-1 0 1,1 1-1,-1-1 1,0 0-1,1 1 1,-1-1-1,-1 1 1,1-1-1,0 1 1,0-1-1,-1 1 1,0-1-1,1 1 1,-1 0-1,0-1 1,0 1-1,-1 3 1,1 2 2,0-1 0,0 0 1,-1 1-1,0-1 1,0 0-1,0 0 1,-1 0-1,-1 0 1,1 0-1,-7 12 1,7-16 55,-1 0 1,0 0-1,1 0 1,-1 0-1,0 0 1,0-1-1,-1 0 1,1 1-1,-1-1 1,1-1-1,-1 1 1,1 0-1,-1-1 1,0 0-1,0 0 1,0 0-1,0 0 1,0 0-1,0-1 1,0 0-1,0 0 1,-4 0-1,4 0 26,0-1-1,1 1 0,-1 0 1,0-1-1,0 0 0,1 0 1,-1 0-1,1-1 0,-1 1 1,1-1-1,-1 0 0,1 0 0,0 0 1,0 0-1,0 0 0,0-1 1,0 1-1,0-1 0,1 0 1,-1 0-1,1 0 0,-3-5 1,-6 5-109,10 3-211,5 0-3413,45 2-4401,-12 8 1678</inkml:trace>
</inkml:ink>
</file>

<file path=ppt/ink/ink10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28:05.89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161 2 1744,'0'0'13934,"0"-2"-11491,-1 5-1280,-3 4-802,0 0 0,-1-1-1,0 0 1,0 0 0,0 0 0,-1 0 0,-8 6-1,-14 15 391,13-11-395,-32 46 113,43-56-467,2-1 0,-1 1 1,0 0-1,1 0 0,0 0 1,1 0-1,-1 0 1,1 0-1,1 0 0,-1 10 1,1-15-2,0-1 1,1 1 0,-1-1-1,0 1 1,1-1-1,-1 1 1,0-1 0,1 0-1,-1 1 1,1-1-1,-1 0 1,1 1-1,-1-1 1,1 0 0,-1 1-1,1-1 1,-1 0-1,1 0 1,-1 0 0,1 1-1,0-1 1,-1 0-1,1 0 1,-1 0 0,1 0-1,-1 0 1,1 0-1,0 0 1,24-1 35,-19 1-38,340 0-1370,-349 0 989,-12-1-3697,2-4-3908,12 2 2873</inkml:trace>
</inkml:ink>
</file>

<file path=ppt/ink/ink10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28:05.89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75 0 9562,'0'0'12797,"-12"29"-11580,-35 90-265,44-114-835,1 1-1,0 0 1,0 0 0,0 0 0,1 0-1,0 1 1,0-1 0,0 0 0,1 0-1,0 1 1,0-1 0,1 7 0,1 9-851,0-19 102,-1 0-1,0 0 1,1-1 0,-1 1-1,1 0 1,0-1 0,0 1-1,0-1 1,0 0 0,0 0-1,0 0 1,5 4 0,17 7-5522</inkml:trace>
</inkml:ink>
</file>

<file path=ppt/ink/ink10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28:05.89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102 45 928,'0'0'12832,"1"-7"-11206,1-3-1049,0-3-2,0-2 5771,-5 16-6137,0 0 1,0-1-1,0 1 1,0 1 0,1-1-1,-1 0 1,0 1 0,1-1-1,-3 3 1,-8 12 323,3-5-388,1 0 0,1 0-1,0 1 1,-9 18-1,17-29-150,0-1 0,0 1 0,0-1 1,0 1-1,0-1 0,0 1 0,0-1 0,1 1 0,-1-1 0,0 1 0,0-1 0,0 0 0,1 1 0,-1-1 0,0 1 0,1-1 0,-1 0 1,0 1-1,1-1 0,-1 0 0,1 0 0,-1 1 0,0-1 0,1 0 0,-1 0 0,1 1 0,-1-1 0,1 0 0,-1 0 0,1 0 0,-1 0 1,0 0-1,1 0 0,-1 0 0,1 0 0,-1 0 0,1 0 0,-1 0 0,1 0 0,-1 0 0,2 0 0,24 0 47,-23 0-66,11-1-27,1 2 0,0 0 0,-1 1 0,28 7 0,-40-9 46,0 0 0,0 1-1,1 0 1,-1-1 0,0 1 0,0 0 0,0 0 0,0 0 0,0 0 0,0 0-1,0 1 1,-1-1 0,1 1 0,0-1 0,-1 1 0,1 0 0,-1-1 0,1 1-1,-1 0 1,0 0 0,0 0 0,0 0 0,0 0 0,0 0 0,0 0-1,-1 1 1,1-1 0,-1 0 0,1 0 0,-1 0 0,0 1 0,0-1 0,0 0-1,0 0 1,0 1 0,-1-1 0,1 0 0,0 0 0,-1 1 0,0-1 0,-1 4-1,-3-2 28,1 0-1,0 0 1,-1 0-1,0 0 1,0-1-1,0 0 0,-1 0 1,1 0-1,-1-1 1,1 0-1,-7 2 1,3 0-20,-47 11 98,46-14-77,0 2 1,0-1-1,-19 9 0,25-10 1735,1 0-6086,9-12-11913</inkml:trace>
</inkml:ink>
</file>

<file path=ppt/ink/ink10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28:05.89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30 4889,'0'0'13215,"3"-2"-11896,3-2-885,1 0 0,0 1-1,0 0 1,0 0 0,0 1 0,0 0 0,0 0 0,1 1-1,8-1 1,75 1-347,-8 1-3925,-76 6-6146</inkml:trace>
</inkml:ink>
</file>

<file path=ppt/ink/ink10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28:05.89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371 50 384,'0'0'7083,"0"-5"-5799,0-4-975,0-25 7525,-4 33-4285,-18 0-2409,10 8-899,2 1 0,-1 1-1,1-1 1,0 2 0,-10 11 0,-22 20-21,-118 104 393,102-62-332,57-83-272,0 1-1,0 0 0,0 1 0,0-1 0,0 0 0,1 0 0,-1 0 0,0 0 1,1 1-1,-1-1 0,0 0 0,1 1 0,0-1 0,-1 0 0,1 1 0,0-1 1,0 1-1,0-1 0,-1 0 0,2 1 0,-1-1 0,0 1 0,0-1 0,0 0 1,1 1-1,-1-1 0,1 2 0,1-1 3,-1 0-1,1-1 1,0 1 0,-1-1 0,1 1-1,0-1 1,0 0 0,0 0 0,0 1-1,0-1 1,1-1 0,-1 1 0,0 0-1,4 0 1,10 2 18,1 0 0,-1-2 0,23 0 0,-36-1-31,-3 0 2,5 1 16,0-1 0,0 0 0,0-1 0,0 1 0,0-1 0,0 0 0,7-2 1,-11 2-1,1 0 0,-1 0 0,0 0 0,1 0 0,-1-1 0,0 1 0,0 0 0,0 0 0,0-1 0,0 1 0,0-1 0,-1 1 0,1-1 0,0 1 0,-1-1 0,1 1 0,-1-1 0,1 1 0,-1-1 0,0 0 0,0 1 1,0-1-1,0 0 0,0 1 0,0-4 0,13-46 92,-13 50-102,0 0 0,0 0 0,0 0 0,0 0 0,0 0 0,0 0 0,0 0 0,0 0 0,0 0 0,0 1 0,0-1 0,-1 0 0,1 0 0,0 0 0,-1 0 0,1 0 0,-1 0 0,1 1 0,-1-1 0,1 0 0,-1 0 0,0 1 1,1-1-1,-1 0 0,0 1 0,1-1 0,-1 0 0,0 1 0,0-1 0,0 1 0,0 0 0,1-1 0,-1 1 0,0 0 0,0-1 0,0 1 0,0 0 0,0 0 0,0 0 0,0 0 0,0 0 0,0 0 0,0 0 0,0 0 0,0 0 0,-1 1 0,-24-4 416,9 0-243,-3 1 489,18 1 1,10 1 304,-7 0-987,-1 6-7746,0 1 2308</inkml:trace>
</inkml:ink>
</file>

<file path=ppt/ink/ink10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29:06.84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230 49 6945,'-1'-3'422,"0"0"0,0 0 0,0 0 0,-1 0 0,1 0-1,-1 0 1,0 1 0,0-1 0,0 0 0,0 1-1,0 0 1,0-1 0,-1 1 0,1 0 0,-1 0-1,-3-2 1,4 4-221,0-1-1,0 1 1,0-1 0,0 1-1,0-1 1,0 1 0,0 0-1,0 0 1,0 0 0,0 0 0,0 1-1,0-1 1,0 1 0,0-1-1,0 1 1,0-1 0,0 1-1,0 0 1,1 0 0,-1 0-1,0 0 1,0 0 0,1 0-1,-1 1 1,1-1 0,-1 1-1,-1 2 1,-2 2 23,0 0 1,0 1-1,1-1 0,0 1 1,1 0-1,-1 0 1,1 1-1,1-1 0,-1 1 1,1-1-1,1 1 0,-2 15 1,0 12 123,3 57 0,1-58-130,6 354 603,-10-197 177,1-145-882,-68 721 371,62-721-544,6-44-645,0-8-203,-1-13-1142,3 17 1825,-4-50-3654,-3-76-1252</inkml:trace>
</inkml:ink>
</file>

<file path=ppt/ink/ink10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29:06.84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261 356 5081,'20'14'8665,"6"6"-6156,-9-16-2128,0 0-1,0-1 0,0 0 0,1-1 1,20-1-1,-7 0-88,53 1 246,121-13-1,91-26-524,-88 10 18,233-19-21,339-41 51,-512 52 117,174-19 182,3 34 321,-191 25-587,270 2-132,-5-28-107,-352 5 145,401-17 9,-90 49 149,31 1-158,-2-33-10,727-35-845,-733 79 703,-452-23 140,237 19-20,-195-21 43,102-8-1,-178 4 14,-9 1 60,-1 0-1,1-1 0,-1 0 0,1 0 1,0 0-1,6-3 0,-19 7 733,4-2-788,0 0 1,1 0-1,-1 0 1,1 1-1,-1-1 0,1 1 1,0-1-1,0 1 1,0 0-1,-3 2 0,-8 11 111,2 1-1,-1 0 1,2 0-1,0 1 0,-9 23 1,-33 98 363,36-93-417,-38 126 348,7 2-1,-35 248 1,69-334-219,-73 618 921,85-692-1133,-2 7 19,2-20-21,1 0 1,-1 0-1,0 0 0,0 1 1,0-1-1,1 0 0,-1 0 1,0-1-1,0 1 0,1 0 1,-1 0-1,0 0 0,0 0 1,1-1-1,-1 1 0,0 0 1,0-1-1,1 1 0,-1 0 1,0-1-1,1 1 0,-1-1 1,1 1-1,-1-1 1,1 1-1,-2-2 0,-4-2-36,-1 0 0,0 1 0,-1 0 0,1 0-1,-1 0 1,1 1 0,-1 0 0,-13-1 0,-69-2-264,71 4 277,-843 40-993,684-17 805,77-8 190,-169 1 0,-178-53 25,-94-1 6,-288 7 302,504 3-223,-533 19 0,680 9 46,-226-29 1,184 10-119,89 13 209,-1 6 0,-216 27 0,-60 39-59,375-61-163,-346 36 16,232-34 4,-158-14 0,-99-6-40,329 16 5,0 4 0,1 4-1,-98 24 1,128-22 7,-1-2-1,-1-2 1,1-3 0,-1-1 0,-74-4 0,-325-14 20,414 12-12,0 1 0,1 1 0,-57 9 0,93-10-11,5-1-459,0 0 1,0-1 0,-1 0-1,16-7 1,25-15-4179</inkml:trace>
</inkml:ink>
</file>

<file path=ppt/ink/ink10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29:06.84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102 27 4833,'-2'2'2197,"-12"11"1087,14-13-3215,0 0 0,0 0 0,0 0 0,-1 0-1,1 0 1,0 0 0,0 1 0,0-1 0,-1 0 0,1 0 0,0 0 0,0 0 0,0 0 0,0 0 0,0 0 0,-1 1 0,1-1-1,0 0 1,0 0 0,0 0 0,0 0 0,0 0 0,0 1 0,-1-1 0,1 0 0,0 0 0,0 0 0,0 1 0,0-1 0,0 0 0,0 0-1,0 0 1,0 0 0,0 1 0,0-1 0,0 0 0,0 0 0,0 0 0,0 1 0,0-1 0,0 0 0,0 0 0,0 0 0,0 1 0,1-1-1,-1 0 1,0 0 0,0 0 0,0 0 0,0 1 0,0-1 0,0 0 0,1 0 0,-1 0 0,0 0 0,1 0-33,0 0 0,-1 0 0,1 0 1,0 0-1,-1-1 0,1 1 1,0 0-1,0-1 0,-1 1 0,1 0 1,-1-1-1,1 1 0,0-1 0,-1 1 1,1-1-1,-1 1 0,1-1 0,-1 1 1,1-1-1,-1 0 0,1 1 1,-1-1-1,0 0 0,1 1 0,-1-1 1,0 0-1,0 1 0,0-1 0,1 0 1,-1 0-1,0 1 0,0-1 0,0 0 1,0 0-1,0 1 0,0-1 0,-1-1 1,-3-27 4,-20 105 5929,13-20-5026,2 1 1,-1 93-1,15 117-465,1-81-362,-19 127-76,2 69-21,13-355-339,8 33 0,0 2-614,-10-61 598,0 0-1,-1 0 1,1 0 0,0 1-1,0-1 1,-1 0-1,1 0 1,-1 0-1,1 0 1,-1 0-1,1 0 1,-1 0 0,0 0-1,1 0 1,-1 0-1,0 0 1,0 0-1,0 0 1,1-1 0,-1 1-1,0 0 1,0-1-1,0 1 1,0 0-1,-1-1 1,1 1-1,0-1 1,0 0 0,0 1-1,0-1 1,0 0-1,-1 0 1,1 0-1,0 0 1,-2 0-1,-16 3-3876</inkml:trace>
</inkml:ink>
</file>

<file path=ppt/ink/ink10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29:06.84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27 110 7410,'-4'8'7892,"5"-5"-5535,4-7-1045,-3 1-1279,-1-1-1,0 0 1,0 1 0,0-1 0,0 0 0,-1 0 0,0 1-1,0-6 1,1-2-30,10-56 185,-13 67 379,-1 6-188,-4 10 70,-4 32 247,2 0-1,2 0 1,-2 77-1,23 149 539,7-87-906,9 96 178,-24-189-386,-6 94 0,-5-143-320,-12 58 0,8-61-248,-4 61 1,15-84-801,4-50-8852</inkml:trace>
</inkml:ink>
</file>

<file path=ppt/ink/ink10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29:06.84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0 180 6649,'5'-27'6782,"13"-14"-3973,-13 33-2423,-1 0 0,-1 0 0,1-1 1,2-11-1,4-26 1290,-7 33-698,-6 36-58,-5 30-428,3 0-1,3 0 1,1 0 0,3 0 0,16 91 0,-14-117-363,38 215 1037,-30-175-1131,76 444 197,-74-388-551,-4 1 1,-9 158 0,-2-247 139,0-17-477,1-1 0,-2 0-1,-6 30 1,7-43-646,1-6-854,2-7 223,6-37-3645</inkml:trace>
</inkml:ink>
</file>

<file path=ppt/ink/ink10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29:06.84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149 0 5177,'-7'8'2070,"0"-1"0,1 1 0,0 0 1,-9 16-1,10-14-1680,1 1 1,-1 0 0,2 0 0,0 0 0,0 0 0,1 1-1,0-1 1,1 1 0,1-1 0,-1 1 0,3 11 0,-1 93 848,-4 0 0,-22 129 0,1 2-282,10 405-564,17-448-2446,-4-201-745,-3-12-952,-10-26-2316</inkml:trace>
</inkml:ink>
</file>

<file path=ppt/ink/ink10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29:06.84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222 23 2264,'0'-1'430,"0"-1"0,0 1-1,0 0 1,0-1 0,0 1-1,-1-1 1,1 1-1,0 0 1,-1-1 0,1 1-1,-1 0 1,1-1-1,-1 1 1,0 0 0,-1-2-1,-3 5 2873,1 10-545,3-4-1789,1 0 0,1-1 0,-1 1 0,1-1 1,0 1-1,5 13 0,1 16 243,-3 7-448,-2 0 0,-6 67 0,-20 89 198,17-155-674,-45 394 539,34 3-176,24-319-373,22 124-1,-27-235-231,0-1 0,-1 0 0,-1 1 0,-2 15 0,1-18-38,1-1 0,0 1 0,1-1-1,0 1 1,0-1 0,1 1 0,0-1 0,3 14 0,-41-56-4414,1 3-1763,-47-26-3641</inkml:trace>
</inkml:ink>
</file>

<file path=ppt/ink/ink10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29:06.84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45 5361,'-1'-9'2899,"1"-14"647,0 22-3292,0 1 1,0-1-1,0 1 1,0-1-1,0 1 1,0-1-1,0 1 1,0-1-1,1 1 1,-1-1-1,0 1 1,0-1-1,0 1 1,0 0-1,1-1 1,-1 1-1,0-1 1,0 1-1,1 0 1,-1-1-1,0 1 1,1 0-1,-1-1 1,0 1-1,1 0 1,-1-1-1,1 1 1,-1 0-1,1 0 1,-1 0-1,1-1 1,0 1 374,8 39 3094,-1-10-3017,-6-11-558,-1 0 0,-1 0-1,-3 31 1,0 11-110,2-60-91,1 0 0,0 1 0,0-1 0,0 0-1,0 0 1,0 0 0,0 0 0,0 0-1,0 1 1,0-1 0,0 0 0,0 0-1,0 0 1,0 0 0,0 1 0,0-1-1,0 0 1,0 0 0,0 0 0,0 0-1,0 1 1,1-1 0,-1 0 0,0 0 0,0 0-1,0 0 1,0 0 0,0 1 0,0-1-1,0 0 1,1 0 0,-1 0 0,0 0-1,0 0 1,0 0 0,0 0 0,0 0-1,1 1 1,-1-1 0,0 0 0,0 0-1,0 0 1,0 0 0,1 0 0,-1 0 0,0 0-1,0 0 1,0 0 0,0 0 0,1 0-1,-1 0 1,13-10-3921,18-24-1726</inkml:trace>
</inkml:ink>
</file>

<file path=ppt/ink/ink10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29:06.84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169 33 4561,'5'-6'6845,"-2"-5"-3703,1-2-1473,-4 13-1618,0 0 1,0 0 0,0 0-1,0-1 1,0 1 0,0 0-1,0 0 1,0 0 0,0 0-1,1 0 1,-1 0 0,0-1-1,0 1 1,0 0 0,0 0-1,0 0 1,0 0 0,0 0-1,1 0 1,-1 0 0,0 0-1,0 0 1,0 0 0,0-1-1,0 1 1,0 0 0,1 0-1,-1 0 1,0 0-1,0 0 1,0 0 0,0 0-1,0 0 1,1 0 0,-1 0-1,0 0 1,0 0 0,0 0-1,0 0 1,0 0 0,1 1-1,-1-1 1,0 0 0,0 0-1,0 0 1,0 0 0,0 0-1,0 0 1,1 0 0,-1 0-1,0 0 1,0 1 1093,-4 13 4737,-13 14-5781,6-9 83,-58 121-107,59-115-80,0 0-1,2 1 0,-8 49 1,16-75-1,-1 1 0,1-1 0,0 0 0,0 1 1,0-1-1,0 1 0,0-1 0,0 0 0,0 1 0,0-1 1,0 1-1,0-1 0,0 1 0,0-1 0,0 0 1,0 1-1,0-1 0,0 1 0,0-1 0,0 0 1,1 1-1,-1-1 0,0 1 0,0-1 0,1 0 0,-1 1 1,1 0-1,9-6-370,5-2 261,9-2 94,-11 3-10,-1 1 0,2 1 0,-1 0 1,0 1-1,1 0 0,0 1 0,19 0 1,-31 2 8,1 1 1,0-1-1,0 1 0,-1 0 1,1 0-1,0 0 1,-1 0-1,0 1 1,1-1-1,-1 1 0,0 0 1,1-1-1,-1 1 1,0 0-1,0 0 0,2 4 1,28 43-182,-11-15-9,-20-33 209,0 0 1,0 0 0,0 0 0,0 0 0,0 1 0,0-1 0,-1 0 0,1 1-1,0-1 1,-1 1 0,1-1 0,-1 1 0,0-1 0,1 1 0,-1-1 0,0 1-1,0 1 1,-1 0 37,0-1-1,0-1 1,0 1-1,-1 0 1,1 0-1,-1 0 1,0-1-1,1 1 0,-1-1 1,-3 3-1,-2 2 23,-230 199 1197,236-204-1248,0 0-1,0 1 1,0-1-1,0 0 1,0 0-1,0-1 1,-1 1-1,1 0 1,0 0-1,-1-1 1,1 1-1,0 0 1,-1-1-1,1 0 1,-1 1 0,1-1-1,-1 0 1,1 1-1,-1-1 1,1 0-1,-1 0 1,1 0-1,-1-1 1,1 1-1,-1 0 1,1-1-1,-1 1 1,1 0-1,0-1 1,-1 0-1,1 1 1,0-1-1,-1 0 1,-1-1-1,1 0-201,1 0 0,0 1 0,-1-1 0,1 0 0,0 0 0,0 0 0,0 0 0,0 0 0,1 0-1,-1 0 1,1 0 0,-1 0 0,1-1 0,-1 1 0,1 0 0,0 0 0,0 0 0,0-1 0,1 1 0,-1 0 0,0 0-1,2-4 1,9-17-3650,14-25-1344</inkml:trace>
</inkml:ink>
</file>

<file path=ppt/ink/ink10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29:06.84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82 6409,'4'2'9186,"7"-6"-5308,16-8-3805,-13 5 664,26-7-237,2 2-1,0 2 1,0 1 0,85-5 0,-127 14-498,1 0 45,-1-1 0,0 1 0,1 0 0,-1 0 0,0 0 0,1 0 0,-1 0 0,0 0 0,1 0 0,-1 0 0,0 0 0,1 0 0,-1 0 0,0 0 0,1 0 0,-1 0 0,0 0 0,1 0 0,-1 0 0,0 0 0,0 1 0,1-1 0,-1 0 0,0 0 0,1 0 0,-1 1 0,0-1 0,0 0 0,1 0 0,-1 0 0,0 1 0,0-1 0,0 0 0,1 1 0,-6 11 644,4-10-1071,0-1 1,0 1-1,0 1 1,0-1-1,0 0 1,0 0-1,1 0 1,-1 0-1,1 1 1,-1-1-1,1 0 1,0 0 0,0 1-1,0-1 1,1 4-1,9 16-4929</inkml:trace>
</inkml:ink>
</file>

<file path=ppt/ink/ink10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29:06.85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30 83 8386,'17'-3'10785,"13"-8"-7769,-16 6-2604,28-11 137,73-22-112,-104 35-395,0 1 0,0 0 0,0 1 0,0 0 0,0 1 0,0 0 1,0 1-1,17 2 0,-26-2-30,0-1 0,0 0 1,0 1-1,-1 0 0,1-1 1,0 1-1,0 0 0,0 0 1,0 0-1,-1 0 0,1 0 1,0 1-1,-1-1 0,1 1 1,-1-1-1,0 1 0,1-1 1,-1 1-1,0-1 0,0 1 0,1 2 1,-1-1 19,0 0 0,-1 0-1,1 0 1,-1 0 0,0 0 0,0 0 0,0 0 0,0 0-1,0 0 1,-1-1 0,1 1 0,-3 6 0,-1 3 66,-1 0 1,-1 0-1,0-1 1,-1 0 0,-11 16-1,-38 36 406,39-46-412,1 1 0,-16 22 0,31-37-60,47 5-205,0-4 6,-32-3-183,1 1 0,-1 0 0,27 7 0,-40-9 345,-1 0 0,1 1 0,-1-1 1,1 0-1,0 0 0,-1 1 0,1-1 0,-1 0 0,1 1 1,-1-1-1,1 0 0,-1 1 0,1-1 0,-1 1 0,0-1 1,1 1-1,-1-1 0,1 1 0,-1-1 0,0 1 0,0-1 1,1 1-1,-1 0 0,0-1 0,0 1 0,0-1 0,1 1 1,-1 0-1,0-1 0,0 1 0,0-1 0,0 2 0,-1 0 24,1 0 0,-1 0 0,0 0 0,0 0-1,0 0 1,0 0 0,0-1 0,0 1 0,0 0-1,-2 1 1,-39 37 533,38-37-544,-29 22 861,-2 0 1,-1-2-1,0-2 1,-79 33-1,93-47-129,1 0-1,-34 5 0,47-8-398,14-2-281,-5-2-208,16 0-3728,-16 1 3563,2-1-535,-1 0 0,1 1 0,-1-1 0,0 0 1,1 0-1,-1-1 0,1 1 0,-1 0 0,5-2 0,8-7-7579</inkml:trace>
</inkml:ink>
</file>

<file path=ppt/ink/ink10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29:06.85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70 68 6513,'8'-16'4940,"-5"9"-3555,0 0-1,1 0 1,0 0-1,0 0 1,9-9-1,-18 39 1563,2-9-2850,-32 87 6,21-64-76,1 2 1,-10 50-1,7 13-11,16-101-16,1 0 0,-1 0-1,0 0 1,0 0 0,0 0 0,1 0 0,-1-1-1,1 1 1,-1 0 0,1 0 0,-1 0 0,1-1-1,-1 1 1,1 0 0,-1 0 0,1-1 0,0 1-1,-1-1 1,1 1 0,0 0 0,0-1 0,0 1-1,-1-1 1,1 0 0,0 1 0,0-1 0,0 0-1,0 0 1,0 1 0,0-1 0,0 0 0,0 0-1,0 0 1,-1 0 0,3 0 0,42-1 48,-36 1-34,41-2 178,309-27 971,-290 22-517,-75 11-1633,4-3 635,1 1 0,-1-1 1,0 0-1,0 0 0,0 0 1,1 0-1,-1 0 0,0 0 1,0-1-1,0 1 0,0 0 1,-1-1-1,1 0 0,0 0 1,0 1-1,0-1 0,0 0 1,0 0-1,0-1 0,0 1 0,-3-1 1,-25-12-4279</inkml:trace>
</inkml:ink>
</file>

<file path=ppt/ink/ink10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29:06.85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 0 9426,'1'30'7964,"0"0"-4096,0 64-1132,-6-33-1825,1-19-767,1 0 0,3 0 0,7 70 0,-6-107-370,0 0 0,0 0 0,0 0 0,1 0 0,0-1 0,0 1 0,5 7 0,-6-11 16,-1 1-1,1-1 1,0 0 0,0 0 0,0 0-1,0-1 1,0 1 0,1 0 0,-1 0-1,0-1 1,0 1 0,0 0-1,1-1 1,-1 1 0,2 0 0,-1-1-247,0 0 0,0 0 0,0 0 0,0-1 0,0 1 1,0 0-1,0-1 0,0 1 0,-1-1 0,1 1 0,0-1 1,0 0-1,-1 0 0,4-2 0,48-34-8110</inkml:trace>
</inkml:ink>
</file>

<file path=ppt/ink/ink10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29:06.85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27 28 4185,'-7'-12'9048,"5"-1"-4000,3 11-2363,2 20-747,6 76-1060,-3-1 0,-9 118 1,1-189-761,-2 0-1,-8 25 1,-3 18 50,15-49-365,16-28-4024,-6 4 2169,42-34-2727</inkml:trace>
</inkml:ink>
</file>

<file path=ppt/ink/ink10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29:06.85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97 7730,'0'0'4654,"5"-1"-103,12-3-3454,200-67 2237,-196 65-3227,-14 3-54,1 1 0,-1-1 0,1 1 0,0 1-1,0 0 1,0 0 0,0 0 0,0 1 0,16 1 0,-23 0-26,0-1 0,0 0 0,-1 1 0,1-1 0,0 1 0,0 0 0,0-1-1,0 1 1,-1 0 0,1-1 0,0 1 0,-1 0 0,1 0 0,0-1 0,-1 1 0,1 0 0,-1 0 0,1 0 0,-1 0 0,0 0 0,1 0 0,-1 0-1,0 0 1,0 0 0,0 0 0,1 0 0,-1 0 0,0 0 0,0 0 0,-1 0 0,1 1 0,-8 35 636,6-30-620,-4 8 70,0 1-1,0-1 0,-2 0 0,0 0 0,-16 21 1,-60 66 309,12-16-76,66-79-319,0 1 4,-1 0 1,2 0 0,-1 1 0,1-1 0,0 1-1,1 0 1,0 1 0,0-1 0,1 1-1,-2 10 1,5-19-24,0 1-1,0-1 1,0 1-1,0-1 1,0 0-1,1 1 1,-1-1-1,1 1 1,-1-1-1,1 0 1,0 1-1,-1-1 1,1 0-1,0 0 1,0 0-1,0 1 1,0-1-1,0 0 1,0 0-1,0 0 1,0-1-1,0 1 1,0 0-1,1 0 1,-1 0-1,0-1 1,1 1-1,-1-1 1,0 1-1,1-1 1,-1 0-1,1 1 1,2-1-1,4 1 71,0 0 1,0 0-1,0-1 1,13-1-1,48-8 232,100-26 0,-52 8-198,-115 28 629,-5 2-426,-16 9-1161,8-6-1399,1-1 0,-1 0 0,-22 6 0,-47 8-7438</inkml:trace>
</inkml:ink>
</file>

<file path=ppt/ink/ink10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29:06.85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436 6 8514,'-6'-3'4268,"6"3"-4087,0 0 1,0-1-1,-1 1 0,1 0 1,0 0-1,0 0 0,0 0 0,0-1 1,0 1-1,-1 0 0,1 0 1,0 0-1,0 0 0,0 0 1,-1 0-1,1 0 0,0-1 0,0 1 1,0 0-1,-1 0 0,1 0 1,0 0-1,0 0 0,-1 0 0,1 0 1,0 0-1,0 0 0,0 0 1,-1 0-1,1 0 0,0 0 1,0 1-1,0-1 0,-1 0 0,1 0 1,0 0-1,0 0 0,0 0 1,-1 0-1,1 0 0,0 1 0,0-1 1,0 0-1,-27 13-93,1 1-1,0 2 1,2 0-1,0 2 1,0 0 0,2 2-1,0 0 1,2 2-1,0 0 1,1 1-1,2 1 1,0 1 0,2 0-1,-20 43 1,30-55-59,-38 98 93,38-95-110,1 1 0,0 0 0,2 0 0,-3 32-1,5-45-8,1 0 0,-1 0 0,0 0-1,1 0 1,0-1 0,0 1 0,0 0-1,1 0 1,-1-1 0,1 1 0,-1 0-1,1-1 1,1 0 0,-1 1 0,0-1-1,1 0 1,-1 0 0,1-1 0,0 1-1,0 0 1,0-1 0,0 0 0,1 1-1,-1-1 1,1-1 0,-1 1 0,1 0-1,0-1 1,-1 0 0,7 1 0,-1 0 23,0 0 0,0-1 1,-1 0-1,1-1 1,0 0-1,0-1 0,0 1 1,-1-2-1,1 1 0,0-1 1,-1 0-1,15-7 1,-21 8 2,0 1 0,0-2 0,1 1 0,-1 0 0,0 0 0,0-1 0,0 1 0,0-1 1,-1 0-1,1 1 0,0-1 0,-1 0 0,1 0 0,-1 0 0,0 0 0,1 0 1,-1 0-1,0-1 0,0 1 0,0 0 0,-1-1 0,1 1 0,-1-1 0,1 1 0,-1 0 1,0-1-1,0 1 0,0-1 0,0 1 0,0-1 0,0 1 0,-1-1 0,1 1 0,-1 0 1,0-1-1,0 1 0,0 0 0,0 0 0,0-1 0,0 1 0,-3-3 0,-5-13 33,9 17-56,0-1-1,-1 1 0,1-1 1,-1 1-1,0 0 1,1 0-1,-1-1 1,0 1-1,0 0 1,0 0-1,0 0 0,0 0 1,0 0-1,0 0 1,0 0-1,0 0 1,0 0-1,0 0 1,-1 1-1,-2-2 0,-13-4 131,0 0-1,0 1 0,-32-4 1,29 6 100,0-1 1,-27-10-1,40 12-53,7 1-67,-1 1 0,1-1 0,-1 1 0,0-1-1,1 1 1,-1 0 0,0-1 0,0 1 0,1 0-1,-1 0 1,0-1 0,0 1 0,1 0 0,-1 0-1,0 0 1,0 0 0,1 0 0,-1 0 0,0 0-1,0 0 1,0 0 0,1 0 0,-1 1 0,-1-1-1,2 1 39,6-1 788</inkml:trace>
</inkml:ink>
</file>

<file path=ppt/ink/ink10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29:19.99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313 94 4505,'0'0'12276,"1"-6"-11509,4-65 2435,-5 70-3183,0 0-1,-1 0 1,1 0 0,-1 0 0,1 0 0,-1 1-1,1-1 1,-1 0 0,0 0 0,0 1 0,1-1 0,-1 0-1,0 1 1,0-1 0,1 1 0,-1-1 0,0 1-1,0-1 1,0 1 0,0 0 0,0-1 0,0 1 0,0 0-1,0 0 1,0 0 0,0-1 0,0 1 0,0 0-1,-1 1 1,-38-3-32,33 3 43,-5-2-32,1 2 0,0-1 0,0 2 0,0-1 1,0 2-1,0-1 0,0 2 0,0-1 0,1 1 0,-1 1 0,1 0 0,0 0 0,1 1 0,-1 1 0,1-1 0,1 1 0,-1 1 0,1 0 0,-8 9 1,11-8-4,0 0 0,0 0 1,1 0-1,0 0 0,1 1 1,0 0-1,0-1 0,1 1 1,0 0-1,1 0 1,0 0-1,1 1 0,0-1 1,1 0-1,0 0 0,0 0 1,1 0-1,0 0 0,1 0 1,5 12-1,-6-18 6,0 0 0,0 0-1,1 0 1,0 0-1,0-1 1,0 1 0,0-1-1,0 1 1,1-1 0,-1 0-1,1 0 1,0-1 0,0 1-1,0-1 1,0 0 0,0 0-1,9 2 1,-2-1 21,1-1 0,0-1-1,1 0 1,-1 0 0,21-3 0,-27 2-14,0-1-1,0-1 1,0 1 0,-1-1 0,1 0-1,0-1 1,-1 1 0,0-1 0,0 0 0,0 0-1,0-1 1,0 1 0,0-1 0,-1 0-1,0-1 1,0 1 0,0-1 0,0 0-1,3-6 1,5-9 12,-1 0-1,-1 0 1,14-38-1,-19 43 85,0-1 0,-1 1 0,0-1 0,-1 0 0,1-30 0,-4 45 778,-7 27-17,2-13-593,1-5-192,1-1 0,0 0 1,1 1-1,0 0 0,0-1 0,0 1 0,1 0 0,0 0 0,1 0 1,0 0-1,0 0 0,2 13 0,0-19-71,0 0 0,0 0 0,-1 0 0,2 0 0,-1 0 0,0 0 0,0-1 0,0 1 0,1-1 0,-1 1 0,1-1 0,-1 0 0,1 0 0,-1 0 0,1-1 0,0 1 0,0 0 0,-1-1 0,4 1-1,58 4 136,-58-5-142,181 1-6037,-108-1 1595,-56 0-4209</inkml:trace>
</inkml:ink>
</file>

<file path=ppt/ink/ink10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29:20.49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6 7618,'0'0'9359,"4"-3"-8580,-4 3-734,1-1 0,-1 1 0,1 0 0,-1 0 0,0 0 0,1-1 0,-1 1-1,1 0 1,-1 0 0,1 0 0,-1 0 0,1 0 0,-1 0 0,1 0 0,-1 0 0,1 0 0,-1 0 0,1 0 0,-1 0 0,1 0 0,-1 0 0,1 0 0,-1 1 0,0-1 0,1 0 0,-1 0 0,1 1 0,-1-1 0,0 0 0,1 0 0,-1 1 0,1-1 0,-1 0-1,0 1 1,1-1 0,-1 1 0,0-1 0,0 0 0,1 1 0,-1-1 0,0 1 0,0-1 0,0 1 0,9 36 1567,-7 64 451,-2-78-1759,0 398 931,0-408-1203,2-1-1,0 0 1,0 0-1,5 14 1,-4-15-537,0 1 0,-1-1 0,0 1 0,0 13 0,-2-65-9749,0 6 3768</inkml:trace>
</inkml:ink>
</file>

<file path=ppt/ink/ink10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29:21.29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142 282 4641,'0'0'9449,"23"-18"-8985,78-58 19,-92 69-403,1 1 1,0 0-1,0 0 1,1 1-1,-1 1 1,1-1-1,0 2 1,0-1 0,1 2-1,12-3 1,13-2 163,588-114 1487,-622 121-1697,21-4 539,1 2 1,46 1-1,-68 2-478,-1 0 0,0 1 0,0-1 0,0 0 0,0 1 0,0-1 0,0 1 0,0 0 0,-1 0 0,1 0 0,0 0 0,-1 0 0,0 0 0,1 0 0,-1 0 0,0 1 0,0-1 0,0 0 0,-1 1 0,2 3 0,14 54 1079,-15-57-1165,14 99 598,-5 1 1,-3 0-1,-10 125 0,1-70-533,15-74-15,-13-83 329,-39-10-125,4-1-294,-45 2-46,-151 5 1,126 4 39,-80 4 37,0 8 0,-190 39 0,341-48-2,33-4-20,40 0-281,0-3-132,-35 2-56,1 0-1,-1 0 1,0 0 0,1-1-1,-1 0 1,0 0-1,0 0 1,0 0 0,0-1-1,4-3 1,11-10-3126,1-3-3259</inkml:trace>
</inkml:ink>
</file>

<file path=ppt/ink/ink10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29:22.63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1348 9330,'0'0'6949,"12"0"-6788,15-1-213,42 1 620,-1 2 0,78 13 0,-84-7-384,-47-7-49,0 0 0,-1 2-1,1-1 1,0 2 0,-1 0-1,1 0 1,25 13-1,-32-11-10,1-2 0,-1 1 0,1-1 0,0-1 0,0 0 0,1 0-1,-1 0 1,0-1 0,15 1 0,-20-3-97,1 0 0,0-1 0,0 1 1,-1-1-1,1 0 0,0 0 0,-1 0 0,1-1 0,-1 0 0,1 0 1,-1 0-1,0 0 0,0 0 0,0-1 0,0 0 0,0 0 0,-1 0 0,1 0 1,-1-1-1,6-7 0,36-45 92,-3-3-1,-3-1 1,60-122 0,-33 5 219,-58 150-169,-1-1 0,-2 1 0,-1-1 0,2-47 0,-6 57-96,0-8 41,0-1 0,-7-38 0,5 56-98,0 0 1,-1 0 0,0 0 0,-1 0-1,1 0 1,-2 1 0,1-1-1,-1 1 1,-1 0 0,-8-10-1,7 9-17,-1 0 0,0 1 0,-1 0 0,1 0 0,-2 1 0,1 0-1,-1 1 1,0 0 0,0 0 0,-1 1 0,1 0 0,-1 1 0,0 1-1,0-1 1,-1 2 0,1-1 0,-1 2 0,1 0 0,-18 0 0,10 3-72,19 3-92,34 4 137,38-3 85,85-5 1,-78-2-43,51-6-56,178-32 0,-174 18-7,-41 9 21,174-25-234,291-77 0,-541 109 317,0 0 0,1 1 1,0 2-1,24-2 0,239 4 1803,-280 0-1515,32-12 610,-8 4-773,0 1 1,0 2-1,0 1 0,27-2 1,-51 6 98,0-7-8669,-2-9 6965,1 14 385,0-18-3344,0 1-747</inkml:trace>
</inkml:ink>
</file>

<file path=ppt/ink/ink10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29:23.19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199 1 2801,'0'0'12460,"-40"0"-6883,38 6-5307,-1 0 0,1 0 0,0 0 0,1 0 0,-1 0 0,1 0 0,0 0 0,0 11 0,1-14-194,0 1 0,-1-1 0,1 1 0,1 0-1,-1-1 1,0 1 0,1-1 0,0 1 0,0-1 0,0 0-1,0 1 1,1-1 0,-1 0 0,1 0 0,0 0-1,4 6 1,0-3 2,1-1-1,0 1 1,0-1 0,0-1-1,1 1 1,0-1-1,-1-1 1,2 0-1,-1 0 1,0 0 0,10 1-1,-18 45 1066,-4-38-1130,-1-1 0,0 0 0,-1 1 0,0-2 0,-1 1 0,0-1 0,0 0 0,-1 0 0,-11 9 0,-6 9 17,4-4-262,-1-1 0,-33 27-1,9-14-5923,27-22-1891</inkml:trace>
</inkml:ink>
</file>

<file path=ppt/ink/ink10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29:24.16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181 107 4017,'0'0'14310,"19"-20"-12749,-14 13-1253,-3 4-109,0 0 0,-1 0 0,1 0 0,-1 0 0,1 0 0,-1 0 1,0 0-1,0 0 0,-1 0 0,2-7 0,-2 10 160,-15 0 218,5 1-547,0 0 0,0 1 0,0 0-1,0 1 1,0 0 0,1 0 0,0 1 0,-1 1-1,1-1 1,1 1 0,-1 1 0,-9 8 0,12-10-15,0 0 1,1 1 0,0 0 0,-1 0 0,2 0 0,-1 1 0,1 0 0,0-1 0,0 1 0,0 1 0,1-1-1,0 1 1,0-1 0,1 1 0,0 0 0,0 0 0,1 0 0,-2 8 0,3-13-6,0 1-1,0-1 1,-1 1 0,2-1-1,-1 1 1,0-1 0,0 0 0,1 1-1,-1-1 1,1 0 0,0 1 0,0-1-1,0 0 1,0 0 0,0 1 0,0-1-1,0 0 1,1 0 0,-1 0 0,3 2-1,1-2 12,-1 0 0,1-1-1,0 1 1,0-1-1,-1 0 1,1 0 0,0-1-1,0 1 1,8-1 0,3 0-1,1 1 1,-1-2 0,0 0 0,0-1-1,0-1 1,0 0 0,0-1 0,18-8 0,-27 9-15,0 0 0,-1 0 0,1-1 0,-1 0 1,0-1-1,0 1 0,-1-1 0,1 0 0,-1 0 1,0-1-1,0 0 0,-1 0 0,0 0 0,0 0 1,0-1-1,-1 1 0,1-1 0,-2 0 1,1 0-1,1-10 0,-2 6 4,-1 1 0,0-1-1,-1 0 1,-1-15 0,0-1-26,1 25 14,0 1 0,0 0 0,0 0 0,-1-1 0,1 1 0,0 0 0,-1-1 0,0 1 0,1 0-1,-1 0 1,0 0 0,1 0 0,-1 0 0,0 0 0,0 0 0,0 0 0,0 0 0,0 0 0,0 0 0,0 0-1,0 1 1,0-1 0,0 0 0,-1 1 0,1-1 0,0 1 0,0-1 0,-1 1 0,1 0 0,0 0 0,0-1-1,-3 1 1,-51-1-4503,38 1-1530,4 0-6769</inkml:trace>
</inkml:ink>
</file>

<file path=ppt/ink/ink10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29:25.25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6953,'0'0'12610,"27"0"-11863,214 0 330,-139 0-838,-102 0-240,1 0 1,-1-1-1,1 1 1,-1 0-1,1 0 1,-1 0-1,1 0 0,0 0 1,-1 0-1,1 1 1,-1-1-1,1 0 1,-1 0-1,1 0 0,-1 0 1,1 1-1,-1-1 1,1 0-1,-1 0 1,1 1-1,-1-1 0,1 0 1,-1 1-1,0-1 1,1 1-1,-1-1 1,1 0-1,-1 1 1,0-1-1,0 1 0,1-1 1,-1 1-1,0-1 1,0 1-1,1-1 1,-1 1-1,0 0 0,0-1 1,0 1-1,0-1 1,0 1-1,0-1 1,0 1-1,0-1 0,0 1 1,0 0-1,0-1 1,0 1-1,-1-1 1,1 1-1,0-1 1,0 1-1,0-1 0,-1 1 1,-21 29 167,-41 20 303,48-40-361,1 0 1,-1 2 0,2 0 0,0 0 0,0 1 0,1 1 0,1 0 0,-13 20 0,22-32-98,1 0 1,0 1-1,0-1 1,0 0-1,0 0 1,0 1-1,1-1 1,-1 0-1,1 1 1,0-1-1,-1 0 0,1 1 1,0-1-1,1 4 1,-1-5-3,0 0 0,1 0 0,-1 0 0,1 1 0,0-1 0,-1 0 0,1 0 0,0 0 0,-1-1 0,1 1 0,0 0 0,0 0 0,0 0 0,0-1 0,0 1 0,0 0 0,0-1 0,0 1 0,0-1 0,2 2 0,6 0 29,0-1 1,0 1-1,0-1 0,-1-1 1,1 0-1,11-1 1,0 1-45,5-1-57,0-2 0,0 0 0,0-2 0,0 0 0,28-11 0,61-26-3393,-77 28 950,11-6-4162</inkml:trace>
</inkml:ink>
</file>

<file path=ppt/ink/ink10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29:25.94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17 8306,'0'0'9527,"15"-3"-9285,59-5 392,81 3 1,-153 5-622,0 0 0,0 1-1,0-1 1,1 0 0,-1 1-1,0 0 1,0 0 0,0 0-1,0 0 1,0 0 0,0 0-1,0 0 1,0 0 0,-1 1-1,1-1 1,0 1 0,-1-1 0,1 1-1,-1 0 1,0 0 0,3 3-1,-4-4 18,1 0 0,0 1 0,-1-1-1,1 0 1,-1 1 0,0-1 0,1 1 0,-1-1-1,0 1 1,0-1 0,0 1 0,0-1-1,0 1 1,0-1 0,0 1 0,-1-1 0,1 0-1,0 1 1,-1-1 0,1 1 0,-1-1 0,1 0-1,-1 1 1,0-1 0,0 0 0,0 0-1,0 0 1,1 1 0,-2-1 0,1 0 0,0 0-1,0 0 1,0-1 0,-2 3 0,-13 5 219,-26 15 53,41-23-305,0 1 0,0-1 0,0 1 0,0 0-1,0 0 1,0-1 0,0 1 0,0 0 0,0 0 0,1 0 0,-1 0 0,0 0 0,0 0 0,1 0-1,-1 0 1,1 0 0,-1 0 0,1 0 0,-1 1 0,1-1 0,0 0 0,0 0 0,0 0 0,-1 1 0,1-1-1,0 0 1,0 0 0,1 2 0,0-1-27,0-1 0,1 0-1,-1 1 1,1-1 0,-1 0-1,1 1 1,-1-1 0,1 0-1,0 0 1,0-1 0,-1 1-1,1 0 1,0 0 0,4 0 0,37 9-367,-27-6 195,-3-1 30,-6-2 97,0 1 0,1 0 0,-1 0 0,-1 1 0,9 4 0,-14-7 72,0 1 1,-1-1 0,1 1-1,0-1 1,0 1-1,-1 0 1,1-1-1,0 1 1,-1 0 0,1 0-1,-1-1 1,1 1-1,-1 0 1,1 0 0,-1 0-1,0 0 1,1-1-1,-1 1 1,0 0-1,0 0 1,0 0 0,1 0-1,-1 0 1,0 0-1,0 0 1,0 0 0,-1 0-1,1 0 1,0 0-1,0 0 1,0-1 0,-1 1-1,1 0 1,0 0-1,-1 0 1,1 0-1,-1 0 1,1-1 0,-1 1-1,1 0 1,-1-1-1,0 1 1,1 0 0,-1-1-1,0 1 1,0 0-1,1-1 1,-3 1-1,-6 7 201,-1 0-1,-1-1 0,0 0 0,0-1 0,0 0 0,-23 8 0,-77 20 215,102-32-1260,0-1-3720</inkml:trace>
</inkml:ink>
</file>

<file path=ppt/ink/ink10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29:26.55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77 0 4657,'0'0'11680,"3"0"-11182,0 0 1,-1 0-1,1 1 1,-1-1-1,1 0 1,-1 1 0,1 0-1,-1 0 1,1-1-1,3 4 1,-6 5-23,1-5-362,0 0-1,-1 0 0,0 0 0,0 0 0,-1 0 0,1 0 0,-1 0 1,1 0-1,-1 0 0,-1 0 0,1 0 0,0 0 0,-1 0 0,0-1 0,0 1 1,0-1-1,0 1 0,-1-1 0,1 0 0,-4 4 0,-11 6 87,-27 27 89,42-37-285,0 0 0,-1 0 0,1 0-1,1 0 1,-1 0 0,0 0 0,1 0 0,-1 1 0,1-1 0,0 0 0,0 1-1,1-1 1,-1 1 0,0 4 0,2-7-2,-1 0 0,0-1-1,1 1 1,-1 0 0,1-1-1,-1 1 1,1 0 0,-1-1 0,1 1-1,-1-1 1,1 1 0,0-1-1,-1 1 1,1-1 0,0 1 0,-1-1-1,1 0 1,0 1 0,0-1-1,-1 0 1,1 0 0,0 1 0,0-1-1,-1 0 1,1 0 0,0 0-1,0 0 1,0 0 0,0 0-1,36 1 66,-27-2-50,46 2 6,-28 1-12,0-1 1,0-2 0,0-1 0,0-1 0,-1-1-1,49-15 1,-42 0-534,-27 4-3041,-7 14 3107,-1 0 0,1 0 1,0 0-1,-1-1 0,1 1 1,0 0-1,-1 0 0,1 0 0,-1 0 1,0 0-1,1 1 0,-1-1 1,0 0-1,1 0 0,-1 0 1,0 0-1,-1 0 0,-15-11-7803</inkml:trace>
</inkml:ink>
</file>

<file path=ppt/ink/ink10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29:26.77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39 1 9882,'0'0'13475,"-39"186"-13283,39-161-96,0 1-96,13 0-168,0-7-936,12-3-1505,-5-6-2352,-7-7-2825</inkml:trace>
</inkml:ink>
</file>

<file path=ppt/ink/ink10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29:27.40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97 46 5857,'0'0'7783,"5"-8"-6689,16-22 53,-15 23 2315,-19 10-1448,-2 9-1469,0 2 1,1-1 0,1 2-1,-20 27 1,32-40-539,-1 0 0,1 0 0,-1 0-1,1 0 1,0 0 0,0 0 0,0 0 0,0 0 0,0 0-1,1 0 1,-1 1 0,1-1 0,-1 0 0,1 1-1,0-1 1,0 0 0,0 1 0,0-1 0,0 0 0,1 1-1,-1-1 1,2 4 0,0-3-3,-1-1-1,1 0 1,0 0-1,0 0 1,0 0-1,0 0 1,0-1-1,1 1 1,-1 0-1,0-1 1,1 0-1,-1 1 1,1-1-1,0 0 1,-1-1-1,4 2 1,14 2-108,-1-1 0,1 0 0,0-2 0,23-1 0,-37 0 10,22 5-151,-28-5 247,0 0 0,1 0 0,-1 1 0,0-1 1,1 0-1,-1 1 0,0-1 0,0 0 0,1 0 0,-1 1 0,0-1 0,0 0 0,1 1 0,-1-1 0,0 1 0,0-1 0,0 0 0,0 1 0,0-1 0,1 1 0,-1-1 1,0 0-1,0 1 0,0-1 0,0 1 0,0-1 0,0 0 0,0 1 0,-1-1 0,1 1 0,0-1 0,0 1 0,-2 3 50,-1-1 0,1 1 0,-1 0 0,1-1 0,-1 0 0,-1 1 0,1-1 0,-5 3-1,3-1-93,-2 0-1,1-1 1,0 0-1,-1 0 1,0-1-1,0 1 1,0-2-1,0 1 1,0-1-1,-1 0 1,1 0-1,-11 1 1,-18-2-3308,-1-3-3963,23-1 1119</inkml:trace>
</inkml:ink>
</file>

<file path=ppt/ink/ink10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29:27.71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9354,'0'0'13232,"11"7"-12449,0 0-635,1-1 0,0-1 0,-1 0-1,2 0 1,-1-1 0,0-1 0,23 3 0,-5-4-100,-19-2-202,0 1 0,0-1 1,0 2-1,0 0 0,17 5 0,-27-5-812</inkml:trace>
</inkml:ink>
</file>

<file path=ppt/ink/ink10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29:29.19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111 46 3241,'0'0'5561,"9"-2"111,33-9-4779,-17-1-758,-17 9 351,-1-1 0,1 1 0,-1 1 1,1-1-1,0 1 0,10-1 0,-17 3 579,-16 5-447,-8 10-510,1 0-1,0 2 0,1 0 0,1 2 1,1 0-1,-29 37 0,40-44-103,0 0 0,1 1 0,1 0 0,0 0 0,0 0 0,2 1 0,-1-1 0,2 1 0,0 0 0,1 1 0,0-1 0,1 0 0,0 1 0,1-1 0,3 20 0,-2-31 3,0 0 1,1 0-1,-1-1 0,1 1 0,-1 0 0,1-1 0,0 1 1,0-1-1,0 0 0,0 1 0,0-1 0,1 0 1,-1 0-1,1-1 0,-1 1 0,1 0 0,0-1 0,-1 0 1,1 1-1,0-1 0,0 0 0,0-1 0,0 1 1,0 0-1,0-1 0,0 0 0,5 0 0,11 2 65,0-1 0,38-4 0,-56 3-71,2-1 10,-1 1 1,1-1-1,-1 0 1,1-1-1,-1 1 1,0 0 0,1-1-1,-1 1 1,0-1-1,0 0 1,0 0-1,0 1 1,0-1-1,0-1 1,-1 1 0,1 0-1,-1 0 1,1-1-1,-1 1 1,0-1-1,0 1 1,0-1-1,0 1 1,-1-1 0,1 1-1,0-5 1,1-2 67,-1 1 0,1-1 0,-2 0 0,1 0 1,-1 0-1,-1 0 0,-1-11 0,1 17-63,1 1 0,-2 0 0,1 0 0,0-1 0,0 1 0,-1 0 0,1 0 1,-1 0-1,1 0 0,-1 0 0,0 1 0,0-1 0,0 1 0,0-1 0,0 1 0,0-1 0,0 1 0,0 0 0,-1 0 0,1 0 0,0 0 0,-1 1 0,1-1 0,-1 1 0,-2-1 0,-10-1 27,0 0-1,-29 1 0,36 1-46,7-14-3692,1 5-439</inkml:trace>
</inkml:ink>
</file>

<file path=ppt/ink/ink10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29:31.07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21 1112,'0'0'4077,"3"4"-4546,8 6 10844,-5-8-9144,880-34-825,-631 28-360,-152 5 306,-82-2 47,-17 1-271,1 0 0,-1-1 0,0 2 1,1-1-1,-1 0 0,0 1 0,0 0 0,1 0 0,-1 0 0,0 0 1,6 4-1,5 0 387,-14-5-441,0 0 0,0 1-1,0-1 1,0 0 0,-1 0 0,1 1-1,0-1 1,0 1 0,0-1 0,-1 1-1,1-1 1,0 1 0,-1-1 0,1 1 0,0-1-1,-1 1 1,1 0 0,-1-1 0,1 1-1,-1 0 1,1 0 0,-1-1 0,0 1-1,1 0 1,-1 0 0,0 0 0,1 0-1,-1-1 1,0 1 0,0 0 0,0 0-1,0 0 1,0 0 0,0 0 0,0 0-1,0-1 1,0 1 0,-1 0 0,1 0-1,-1 1 1,1 17 52,-2-1-1,-1 0 0,0 0 1,-1 0-1,-1 0 0,0-1 1,-1 1-1,-11 18 0,-7 20-90,8-22 54,1 2-1,2 0 0,-15 61 0,14-28-53,-5 39-4,5 45 313,-47 207 0,17-134-111,28-135-178,-3 24-23,14-70 3,5-44 43</inkml:trace>
</inkml:ink>
</file>

<file path=ppt/ink/ink10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29:32.11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1 123 4809,'0'0'6914,"4"-3"-6232,8-3-214,0 0-1,1 1 0,0 0 0,0 1 1,0 0-1,0 1 0,0 1 1,17-2-1,125 0-613,-72 4 611,233-18 129,108-2 431,-357 22-725,-40 0-71,0-2-1,1 0 0,-1-2 1,35-6-1,-44 0 1627,-21 1-1906,-29-2-4798,25 7 2789,-19-4-6161</inkml:trace>
</inkml:ink>
</file>

<file path=ppt/ink/ink10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29:43.66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322 27 3385,'0'0'4386,"-2"-10"-2631,-4-6 10785,-6 16-12517,1 1 0,-1 1 0,0 0 0,1 0 0,0 1 0,-1 1 0,1 0 0,1 0 0,-1 1 0,0 1 0,1 0 0,0 0 0,-12 10-1,2-2 20,6-5-9,0 1 1,0 0-1,-18 19 1,29-25-18,-1 0 0,1 0 0,0 0 0,0 1 0,0-1 1,1 1-1,0 0 0,0 0 0,0 0 0,0 0 0,1 0 0,0 0 1,0 0-1,0 1 0,0 8 0,-5 96 371,-7 52 229,13-160-603,0 0 0,0 0 1,1 0-1,-1 0 1,0 0-1,1 0 0,0 0 1,-1 0-1,1 0 0,0 0 1,0 0-1,0-1 1,0 1-1,0 0 0,1-1 1,-1 1-1,0-1 0,1 1 1,2 1-1,1 0 11,-1 0 1,1 0-1,0-1 0,-1 0 0,1 0 0,0 0 1,8 1-1,6 1 38,1-1-1,-1-1 1,25-1 0,-36 0-46,0-1 1,0 0-1,1 0 0,-1-1 0,0 0 1,0 0-1,1-1 0,-1 0 1,-1-1-1,1 1 0,0-2 1,-1 1-1,1-1 0,-1 0 0,0 0 1,0-1-1,8-8 0,14-13 2,-1-2 0,46-60-1,-63 73 11,0-1-1,-1-1 1,-1 0-1,-1 0 1,-1-1-1,0 0 0,-1 0 1,4-21-1,-9 34 11,0 0 0,0 0 0,-1 0 1,1 0-1,-1 0 0,-1 0 0,1 0 0,0 0 0,-1 0 0,-2-7 0,2 10-28,-1-1 0,1 0 0,-1 1 0,0-1 0,0 1 0,0-1 0,0 1 1,0 0-1,0 0 0,-1 0 0,1 0 0,-1 0 0,1 1 0,-1-1 0,0 1 0,1 0 0,-6-2 1,-5-1 5,0 1 0,0 1 0,-1 0 0,1 1 0,-1 0 0,1 1 0,-15 2 0,-10-1 104,35-1-113,1 0 1,0 0 0,-1 1-1,1-1 1,0 1 0,-1-1 0,1 1-1,0 0 1,0-1 0,-1 1 0,1 1-1,0-1 1,0 0 0,0 0 0,0 1-1,0-1 1,1 1 0,-1-1 0,0 1-1,1 0 1,-1 0 0,1 0-1,0 0 1,-3 4 0,4-6-1,-1 0 1,-3 1-2,2 12-2558,3-7-6721</inkml:trace>
</inkml:ink>
</file>

<file path=ppt/ink/ink10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29:57.547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103 1 4065,'0'0'8707,"0"12"-6342,-2 46-2383,-4-45 48,1-1 1,-2 0-1,0 0 0,0 0 0,-10 11 1,8-12 62,1 0 1,0 1-1,1 0 1,0 0-1,-5 15 1,11 6 145,1-33-110,461 0 558,-460 0 399,-3 13-6954,-9-10 2815</inkml:trace>
</inkml:ink>
</file>

<file path=ppt/ink/ink10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29:58.213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104 0 3929,'0'0'7971,"-2"0"-7585,1 0 0,0 1 1,-1-1-1,1 0 0,0 0 1,-1 1-1,1-1 0,0 1 1,0-1-1,0 1 0,-1-1 1,1 1-1,0 0 0,-2 1 0,-10 50 339,2 0 0,2 0 0,3 1 0,2 1 0,3 63-1,-5-55-576,-13-47-8781,6-8 1212</inkml:trace>
</inkml:ink>
</file>

<file path=ppt/ink/ink10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29:59.677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7 17 5145,'0'0'7404,"13"-6"-5689,-12-4-206,1 19 78,0 24-538,-9 19-207,-2 13 280,0 74 0,9-128-642,0-24 165,0 12-715</inkml:trace>
</inkml:ink>
</file>

<file path=ppt/ink/ink10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30:00.858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78 8 4913,'0'0'9191,"6"-5"-8037,-6 4-1120,0 1 0,0 0 0,0 0 0,1 0 0,-1 0 0,0 0 0,0 0 0,0-1 0,0 1 0,0 0-1,0 0 1,0 0 0,0 0 0,1 0 0,-1 0 0,0 0 0,0 0 0,0 0 0,0 0 0,0 0 0,1 0 0,-1-1 0,0 1 0,0 0 0,0 0 0,0 0 0,0 0 0,1 0 0,-1 0 0,0 0 0,0 0-1,0 1 1,0-1 0,0 0 0,0 0 0,1 0 0,-1 0 0,0 0 0,0 0 0,0 0 0,0 0 0,0 0 0,0 0 0,1 0 0,-1 0 0,0 1 0,0-1 0,0 0 0,0 0 0,0 0 0,0 0-1,0 0 1,0 0 0,0 1 0,0-1 0,0 0 0,1 0 0,-1 0 0,0 0 0,0 1 0,0 22 394,-1 1 1,-1-1-1,-1 1 0,-1-1 0,-1 0 1,-1 0-1,-12 30 0,17-50-376,-1 0 0,1 1 0,0-1 0,-1 1 0,2-1 0,-1 1 0,0 0 0,1 5 0,7 0 429,14-11-324,1-2-256,0 1 1,1 1 0,-1 1-1,25 1 1,-9 1-125,-36-1 216,0 0 1,0 0-1,0 1 1,0-1-1,0 1 1,0-1-1,0 1 1,0 0-1,0-1 1,0 1-1,-1 0 1,1 0-1,0 1 1,0-1-1,-1 0 1,1 1-1,-1-1 1,1 0-1,1 3 1,0 0 2,0 1 0,-1-1 0,1 1 0,-1 0 0,0 0 0,0 0 0,2 7 0,0 5 26,-1 0 1,-1 1-1,0 30 1,-2-47 18,-1 1 0,0 0-1,0 0 1,0-1 0,0 1 0,0-1 0,-1 1 0,1-1 0,0 1-1,-1-1 1,1 0 0,-1 0 0,1 1 0,-1-1 0,1 0 0,-1 0-1,0-1 1,0 1 0,1 0 0,-1-1 0,0 1 0,0-1 0,0 1-1,-3-1 1,-54 10 452,-157 3-215,224-30-3965,22-17-2785,-17 18 1527</inkml:trace>
</inkml:ink>
</file>

<file path=ppt/ink/ink10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30:01.398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0 16 2665,'0'0'13386,"27"0"-11820,33 1-710,-36 1-549,-1-1 0,1-1 0,-1-2 1,1 0-1,-1-1 0,24-7 0,-44 8 114,0 1-1235</inkml:trace>
</inkml:ink>
</file>

<file path=ppt/ink/ink10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30:03.327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0 100 5297,'0'0'10792,"1"-6"-10052,0 4-687,-1 0 0,1 0 0,-1 0 1,1 0-1,0 0 0,0 1 0,0-1 0,0 0 1,0 0-1,0 1 0,0-1 0,1 1 0,-1-1 0,1 1 1,-1-1-1,1 1 0,-1 0 0,1 0 0,2-2 1,48-15 893,19 3-815,-1 3 0,2 4-1,-1 2 1,90 6 0,-160 1-134,0 1 0,-1 0 0,1 0-1,-1 0 1,1-1 0,-1 1 0,0 0 0,0 0 0,0 0 0,0 0 0,0 0 0,0 3 0,-1-3 10,1 3 12,0 0-1,-1 0 0,0 0 1,0 0-1,-1-1 0,1 1 1,-1 0-1,0-1 0,0 1 1,-1-1-1,1 1 0,-1-1 1,0 0-1,0 0 1,0-1-1,-1 1 0,1 0 1,-1-1-1,-5 3 0,-25 30 21,32-32-47,1-1 0,0 1 0,-1 0 0,1 0 0,1-1 0,-1 1 0,1 0 0,-1 0 0,1 0 0,0 0 0,0 0 0,1 0 0,-1 0 0,1 0 0,0 0 0,0-1 0,0 1 0,0 0 0,1-1 0,0 1 0,0 0 0,0-1 0,0 0 0,0 0 1,3 4-1,17 12-254,-9-9 180,0 1 0,-1 0 0,-1 0-1,0 1 1,0 1 0,-1 0 0,13 23 0,-23-35 85,0 0 0,0 0 0,0 0 0,0-1 1,0 1-1,0 0 0,0 0 0,-1-1 0,1 1 0,0 0 0,0 0 0,-1-1 0,1 1 1,-1 0-1,1-1 0,0 1 0,-1-1 0,1 1 0,-1 0 0,0-1 0,1 1 0,-1-1 0,1 1 1,-1-1-1,0 0 0,1 1 0,-1-1 0,0 1 0,0-1 0,1 0 0,-1 0 0,0 0 1,0 1-1,1-1 0,-1 0 0,0 0 0,0 0 0,-1 0 0,-39 6 572,33-5-508,-68 14 652,55-10-80,0-1 1,0 0-1,-25 0 0,45-4 485,2 9-10511,4-5 4284</inkml:trace>
</inkml:ink>
</file>

<file path=ppt/ink/ink10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30:04.726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490 0 3897,'0'0'11542,"-3"1"-11339,1-1-1,-1 1 0,0 0 0,1-1 1,-1 1-1,1 0 0,0 0 1,-1 1-1,1-1 0,0 0 1,0 1-1,-2 1 0,-7 6-177,-64 48 877,-114 115 0,168-150-757,2 1 0,0 0 0,2 2 0,0 0 0,2 1 0,1 0 0,1 1 0,1 1 1,-13 48-1,22-66-153,1-1 1,0 0 0,1 1 0,0 0 0,0-1-1,1 1 1,2 12 0,-2-19 6,1-1 0,-1 1 0,1-1 0,0 0 0,0 1 0,0-1 0,0 0 0,0 0 0,0 1 0,1-1 0,-1 0 0,1 0 0,-1-1 0,1 1 1,0 0-1,0 0 0,0-1 0,0 1 0,0-1 0,0 0 0,0 1 0,0-1 0,1 0 0,-1 0 0,1-1 0,-1 1 0,0 0 0,1-1 0,-1 0 0,1 1 0,-1-1 0,4 0 0,19 1 47,-1 0-1,1-2 1,-1 0-1,1-2 1,24-6-1,-44 8-30,0 0 1,1 0-1,-2-1 0,1 0 0,0 0 0,0 0 0,0 0 0,-1-1 0,1 0 0,-1 0 1,0 0-1,0 0 0,0-1 0,0 0 0,-1 1 0,0-1 0,1-1 0,-1 1 0,-1 0 1,1-1-1,-1 1 0,1-1 0,-1 0 0,-1 0 0,1 0 0,-1 0 0,0 0 0,0 0 0,0 0 1,0-9-1,-1 11 0,0 1 1,0 0-1,0-1 1,0 1 0,-1-1-1,1 1 1,-1 0-1,0-1 1,1 1 0,-1 0-1,0 0 1,0-1-1,0 1 1,-1 0-1,1 0 1,0 0 0,-1 0-1,1 1 1,-1-1-1,-2-2 1,-2 0 3,-1 1-1,1-1 1,-1 1-1,0 0 1,-12-3-1,1 1 189,1 1 0,-1 0 0,0 1-1,-31 0 1,48 3 619,5 10-3942,0 0-2104,1-4 435</inkml:trace>
</inkml:ink>
</file>

<file path=ppt/ink/ink10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30:06.862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14 61 3753,'0'0'14930,"8"-1"-14333,27-13-472,-13 5-110,-1 1-1,1 1 1,1 0-1,-1 2 1,35-4-1,39 8-54,-94 24-131,-3-16 228,0-1 0,0 1-1,0-1 1,0 0-1,-1 0 1,0 0 0,-1 0-1,1 0 1,-1 0 0,-7 10-1,-45 54 100,27-35-148,-8 6 19,-1-2 1,-62 51-1,96-87-32,-1 1 1,1-1-1,0 1 1,0 0-1,0 0 1,0 0-1,0 0 0,1 1 1,0-1-1,0 1 1,0-1-1,1 1 1,-1 0-1,1 0 1,0-1-1,1 1 1,-1 6-1,1-11 12,1 1-1,0 0 0,0-1 1,-1 1-1,1 0 0,0-1 1,0 1-1,0-1 0,-1 1 1,1-1-1,0 0 0,0 1 1,0-1-1,0 0 0,0 0 1,0 1-1,0-1 0,0 0 0,0 0 1,0 0-1,0 0 0,0 0 1,1-1-1,33 1 148,-28 0-97,84 2 306,-39 0 99,87-7-1,-117-2-97,6-1 8,-11 8-6612,-7 3 1285</inkml:trace>
</inkml:ink>
</file>

<file path=ppt/ink/ink10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30:08.115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241 54 4241,'0'0'10339,"4"-7"-9120,13-21-206,-12 21 1158,-6 7-2160,1 1 0,0-1 1,0 0-1,0 0 0,0 0 1,0 0-1,0 0 0,0 0 0,-1 0 1,1 0-1,0 0 0,0 0 1,0 0-1,0 0 0,0 0 1,0 0-1,-1 0 0,1 0 0,0 0 1,0 0-1,0 0 0,0 0 1,0 0-1,0 0 0,0 0 1,-1 0-1,1-1 0,0 1 0,0 0 1,0 0-1,0 0 0,0 0 1,0 0-1,0 0 0,0 0 1,0 0-1,0 0 0,-1-1 0,1 1 1,0 0-1,0 0 0,0 0 1,0 0-1,0 0 0,0 0 1,0 0-1,0-1 0,0 1 0,0 0 1,0 0-1,0 0 0,0 0 1,0 0-1,0 0 0,0-1 1,0 1-1,-9 0 18,0-1 1,-1 1-1,1 1 0,0 0 1,-1 0-1,1 1 1,0 0-1,0 1 0,0 0 1,1 0-1,-1 1 1,1 0-1,-1 1 0,1-1 1,1 2-1,-1-1 1,1 1-1,0 0 0,0 1 1,1-1-1,-1 1 1,2 1-1,-8 9 0,4-2-20,1 1 0,0 0-1,1 1 1,1-1-1,1 1 1,0 0 0,1 1-1,1-1 1,0 1 0,1-1-1,1 1 1,1 0-1,1 0 1,3 18 0,-4-33 2,1 0 0,0-1 0,1 0 0,-1 1 0,0-1 0,1 0 0,-1 1 0,1-1-1,0 0 1,-1 0 0,1 0 0,0 0 0,0-1 0,1 1 0,-1-1 0,0 1 0,0-1 0,1 0 0,-1 1 0,1-1 0,-1 0 0,1-1 0,-1 1 0,1 0 0,4 0 0,8 1 157,0 0-1,0-1 1,19-1-1,-22 0-77,-3-1-32,-1 0 0,1-1-1,0 0 1,-1 0 0,1-1 0,-1 0-1,0 0 1,0-1 0,0 0-1,-1 0 1,1-1 0,-1 0 0,0 0-1,7-8 1,3-3 73,0 0 0,-2-2 1,0 0-1,13-21 0,-22 29-104,-1 1 0,-1-2 0,0 1 0,0 0 0,-1-1 1,0 0-1,-1 1 0,0-1 0,-1 0 0,0 0 0,-1 0 0,0 0 0,-1 0 1,-2-14-1,0 17-9,-1 0 0,0 1 0,0-1 0,0 1 0,-1-1 1,-1 1-1,-6-7 0,4 4 33,5 8-19,0 0 0,0 0 1,0 0-1,0 1 0,0-1 1,-1 1-1,1-1 0,0 1 1,-1 0-1,1 0 0,-1 1 1,0-1-1,1 1 0,-1 0 1,1 0-1,-1 0 0,1 0 0,-6 1 1,-4 0 24,12-1 231,0 13-6935,-5-1 1346</inkml:trace>
</inkml:ink>
</file>

<file path=ppt/ink/ink10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30:18.89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242 362 3137,'0'0'14055,"9"-1"-13296,4-2-487,34-2 1275,-46 5-86,-5 0-1117,-48 1 220,14 1-446,-41-5 0,69 2-123,-1 0 1,1-1-1,-1 0 1,1-1-1,0 0 1,0 0-1,0-1 1,-16-10-1,24 13-11,-1-1 0,1 1-1,0-1 1,0 0 0,0 0-1,0 0 1,1 0 0,-1 0-1,0 0 1,1 0 0,0 0 0,-1-1-1,1 1 1,0-1 0,0 1-1,0-1 1,1 1 0,-1-1 0,0 0-1,1 1 1,0-1 0,0 1-1,0-1 1,0 0 0,0 1-1,0-1 1,1 0 0,-1 1 0,1-1-1,0 0 1,0 1 0,0-1-1,0 1 1,0 0 0,0-1 0,1 1-1,2-4 1,4-6-64,0 1 0,1-1-1,1 1 1,0 1 0,18-15 0,15-10-28,1 1 0,59-33 0,-102 66 104,1 0 0,-1 0-1,1 0 1,0 0 0,0 0 0,-1 0 0,1 0 0,0 0 0,0 1 0,0-1-1,-1 1 1,1 0 0,0-1 0,0 1 0,0 0 0,0 0 0,0 0 0,0 0 0,0 1-1,0-1 1,0 1 0,0-1 0,-1 1 0,1-1 0,0 1 0,0 0 0,-1 0-1,1 0 1,0 0 0,-1 0 0,1 0 0,-1 0 0,1 1 0,-1-1 0,0 0 0,1 1-1,-1-1 1,0 1 0,0 0 0,0-1 0,0 1 0,1 3 0,2 7 10,0 1 0,0-1 1,-2 1-1,1 0 0,0 15 1,-2-17 37,6 87 580,-9 149 0,-4-185-315,-4-2-1,-2 1 1,-2-1-1,-30 75 0,-9 38 211,44-102 310,8-45-2041,5-40-6918,12-26 1985,-14 18 1640</inkml:trace>
</inkml:ink>
</file>

<file path=ppt/ink/ink10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30:19.41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111 1 8346,'0'0'11494,"-15"0"-10480,9 0-1004,0 0 0,0 1 0,0 0 0,0 0 0,0 0 0,0 1 0,0 0 0,1 0 0,-1 0 0,1 1 0,-1 0 0,1 0 0,0 1 0,-7 5 0,11-8-14,1-1 0,0 1-1,-1-1 1,1 1 0,0 0-1,-1-1 1,1 1 0,0-1-1,0 1 1,0 0 0,0-1-1,0 1 1,-1 0 0,1-1-1,0 1 1,0-1 0,0 1-1,1 0 1,-1-1 0,0 1-1,0 0 1,0-1 0,0 1-1,1-1 1,-1 1 0,0 0-1,0-1 1,1 1 0,-1-1-1,1 1 1,-1-1 0,0 1-1,1-1 1,-1 1 0,1-1-1,-1 1 1,1-1 0,-1 0-1,1 1 1,-1-1 0,1 0-1,0 0 1,-1 1 0,1-1-1,-1 0 1,1 0 0,0 0-1,0 1 1,39 9 13,-34-9-22,4 1 8,22 5 3,43 16 0,-68-21-4,0 0 1,-1 1 0,1 0-1,-1 1 1,0-1-1,0 1 1,0 0 0,-1 0-1,1 1 1,-1 0-1,0 0 1,-1 0-1,6 7 1,-10-11 5,1 0-1,0 1 1,-1-1-1,1 1 1,-1-1 0,1 1-1,-1-1 1,0 1-1,0-1 1,0 1 0,0-1-1,0 1 1,0-1-1,0 1 1,0-1-1,0 1 1,-1-1 0,1 1-1,-1-1 1,1 1-1,-1-1 1,1 0 0,-1 1-1,0-1 1,0 0-1,0 1 1,0-1-1,0 0 1,0 0 0,0 0-1,0 0 1,0 0-1,0 0 1,-2 1 0,-5 3 55,0 0 1,-1 0 0,1 0-1,-12 3 1,11-4 11,0 0-24,3-1 7,-1 0 0,0 0 0,0-1 0,0 1-1,-1-2 1,-12 3 0,20-30-7718,0 17 1312</inkml:trace>
</inkml:ink>
</file>

<file path=ppt/ink/ink10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30:19.74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251 1 10802,'0'0'9773,"-6"31"-8353,-33 189 838,9-51-619,-12 61-1392,40-219-477,-1-1 0,0 0-1,-1 0 1,0 0 0,0-1 0,-1 1 0,0-1-1,-10 12 1,10-15-665,0 0-1,0-1 1,0 0-1,-1 0 1,0-1 0,0 1-1,-13 6 1,-12 0-5535</inkml:trace>
</inkml:ink>
</file>

<file path=ppt/ink/ink10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30:20.33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1 626 7538,'0'0'5968,"45"-17"-2845,314-120 995,-296 114-3403,468-197 1065,-523 216-1779,16-8 3,-1-1 0,0-1-1,22-18 1,-40 28-3,0 0-1,-1-1 1,1 1-1,-1-1 1,0 0 0,0 0-1,0 0 1,-1 0-1,0-1 1,0 1-1,0-1 1,0 0 0,-1 0-1,0 0 1,-1 0-1,1-1 1,-1 1-1,0-9 1,-1 11-2,1 2-7,-1 0 0,0-1 0,0 1 0,0 0 0,0 0 0,-1-1 0,1 1 0,-1 0 0,1 0 0,-1 0-1,-1-4 1,0 5 1,1 0 0,0 0 0,-1 0 1,1 1-1,-1-1 0,0 0 0,1 1 0,-1-1 0,0 1 0,1-1 0,-1 1 0,0 0 0,0 0 0,1-1 0,-1 1 0,-3 1 0,-9-1 6,1 1 0,-1 1 0,1 0 0,0 1 0,0 0 0,0 1 0,0 0 0,0 1 0,1 1 0,0 0 0,0 1 0,-13 9 0,-15 13 135,-69 66 0,79-68-95,2 2 1,1 1 0,1 2-1,2 0 1,1 1-1,1 2 1,2 0 0,2 1-1,1 1 1,2 0 0,2 1-1,1 1 1,2 0 0,2 1-1,1 0 1,2 0-1,1 42 1,3-68-35,4 12 6,-3-26-10,1 1-1,0 0 1,-1 0 0,1 0 0,0-1-1,0 1 1,0 0 0,-1-1 0,1 1-1,0-1 1,0 1 0,0-1 0,0 1-1,0-1 1,0 0 0,0 0 0,0 1 0,0-1-1,1 0 1,-1 0 0,0 0 0,0 0-1,0 0 1,1 0 0,7-1 9,0 0 0,0 0 0,-1-1 0,1 0 0,0 0 1,-1-1-1,0 0 0,0-1 0,0 0 0,13-8 0,6-7-15,38-33 0,-40 31 20,-21 23 376,-3 11-180,-4 23-79,2-19-59,1 0 137,-1-12-337,1 0 1,0 0-1,0 0 0,0-1 0,1 1 0,0 0 0,2 9 0,-1-13-39,-1 1-1,0 0 0,0-1 1,0 1-1,1-1 0,-1 0 0,1 1 1,-1-1-1,1 0 0,-1 0 1,1 0-1,0 0 0,-1 0 1,1-1-1,0 1 0,0 0 1,0-1-1,0 1 0,0-1 0,0 0 1,-1 0-1,1 1 0,3-2 1,31 2-4122,-3-1-1196</inkml:trace>
</inkml:ink>
</file>

<file path=ppt/ink/ink10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30:20.55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13 1 9074,'0'0'13699,"0"70"-13611,0-57-32,0 0-56,0-4-8,-7 4-328,7-3-664,-6-4-1025,6-15-12002</inkml:trace>
</inkml:ink>
</file>

<file path=ppt/ink/ink10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30:20.72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23 7826,'0'0'12602,"13"-23"-12530,-13 42-72,0 4-168,0 9-1416,0-6-1361,0-4-4600</inkml:trace>
</inkml:ink>
</file>

<file path=ppt/ink/ink10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30:21.12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216 0 11402,'0'0'10467,"-23"1"-10298,-71 2-26,88-3-109,-1 1-1,1-1 1,0 1 0,-1 1 0,1-1 0,-12 6-1,17-7-32,0 1 0,1-1 1,-1 0-1,0 1 0,0-1 0,0 1 0,1-1 0,-1 1 0,0-1 0,1 1 0,-1-1 0,0 1 0,1 0 0,-1-1 1,1 1-1,-1 0 0,1 0 0,-1-1 0,1 1 0,0 0 0,-1 0 0,1 0 0,0 0 0,0-1 0,0 1 0,0 0 0,-1 0 1,1 0-1,0 0 0,0 0 0,1 0 0,-1-1 0,0 1 0,0 0 0,0 0 0,0 0 0,1 0 0,0 1 0,2 1-5,1 0-1,0-1 1,0 1-1,0-1 1,1 0-1,-1 0 1,0 0-1,1 0 0,0-1 1,-1 0-1,1 0 1,8 1-1,13 4-18,-12-1-28,-7-4 19,-1 0 0,0 1 1,-1 0-1,1 0 0,0 1 0,0 0 0,-1 0 1,0 0-1,1 0 0,-1 1 0,5 5 1,-9-8 27,-1-1 1,0 1 0,0-1-1,0 0 1,0 1 0,1-1-1,-1 1 1,0-1-1,0 1 1,0-1 0,0 1-1,0-1 1,0 1 0,0-1-1,0 1 1,0-1 0,-1 1-1,1-1 1,0 1-1,0-1 1,0 0 0,0 1-1,-1-1 1,1 1 0,0-1-1,0 0 1,-1 1 0,1-1-1,0 1 1,-1-1-1,1 0 1,-1 1 0,1-1-1,0 0 1,-1 0 0,1 1-1,-1-1 1,1 0 0,-1 0-1,-21 10 95,18-9-78,-46 17 203,26-10-186,0 1 1,0 1-1,-24 14 0,43-18-401,7-4-639,14-2-1524,-11-1 1763,26 1-5240</inkml:trace>
</inkml:ink>
</file>

<file path=ppt/ink/ink10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30:21.64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284 6 9826,'0'0'11827,"-18"-1"-11430,4-1-296,7 1-45,-1 0-1,1 1 1,-1-1 0,1 1 0,-1 1 0,1 0-1,-1 0 1,1 0 0,-1 1 0,1 0-1,0 0 1,0 1 0,-8 4 0,1 0 37,-1 2 0,1-1 0,1 2-1,0 0 1,-14 13 0,22-18-90,1 0 1,0 0-1,0 0 0,0 1 0,1-1 0,0 1 0,0 0 0,0 0 0,1 0 0,0 0 0,0 1 0,1-1 0,-1 0 0,1 1 0,1-1 0,-1 9 0,1-13-15,0 0 0,0 0 0,0 0 0,0 1 0,0-1 0,0 0 0,1 0-1,-1 0 1,1 0 0,0 1 0,-1-1 0,1 0 0,0 0 0,0 0 0,0 0 0,1-1 0,-1 1 0,3 3 0,-2-4-14,1 1-1,0-1 1,-1 0 0,1 0 0,0 0 0,0 0-1,0-1 1,0 1 0,0-1 0,0 1 0,0-1-1,0 0 1,3-1 0,0 2-7,0-1 0,0-1 0,0 1 0,0-1 0,-1 0 0,1 0 0,0-1 0,0 0 0,-1 0 0,1 0 1,-1-1-1,0 0 0,0 0 0,0 0 0,0 0 0,0-1 0,0 0 0,-1 0 0,0 0 0,0 0 0,0-1 0,-1 0 0,1 0 0,-1 0 0,0 0 0,3-7 0,-3 6 158,-1-1-1,1 0 1,-1 0 0,-1 0-1,2-8 1,-2 11 752,-1 14-333,0 4-535,-1 3-33,1-7 33,0-1 0,0 1 0,1-1 1,0 1-1,4 13 0,-4-20-69,0 1 1,1-1-1,0 0 1,-1 0-1,1 0 1,0 0 0,1 0-1,-1 0 1,0 0-1,1-1 1,0 1-1,-1-1 1,1 0-1,0 0 1,0 0 0,1 0-1,-1 0 1,5 2-1,6 1-733,-1-1 0,1 0-1,16 2 1,22 0-4349,12-4-5884</inkml:trace>
</inkml:ink>
</file>

<file path=ppt/ink/ink10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30:22.07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116 0 7818,'0'0'12024,"0"5"-10644,-4 34-256,0-1 1,-3 0-1,-1 0 0,-19 53 1,10-35-650,-12 69 1,10 110-571,18-134-6459</inkml:trace>
</inkml:ink>
</file>

<file path=ppt/ink/ink10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30:22.36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167 0 10138,'0'0'12823,"-1"28"-11396,0-13-1216,0 27 552,-3 1 0,-14 67 0,-59 356 443,76-444-1320,1-16-252,0 1 0,-1-1 1,1 0-1,-2 0 0,1 0 1,-2 6-1,2-11 17,-1 0 0,1-1 0,0 1 0,0-1 0,0 1 0,-1-1-1,1 1 1,0-1 0,-1 0 0,1 0 0,0 0 0,-1 0 0,1 0 0,0 0 0,-1 0 0,1 0-1,0 0 1,-1-1 0,1 1 0,0-1 0,0 1 0,-1-1 0,1 1 0,0-1 0,0 0 0,0 1-1,0-1 1,0 0 0,-2-1 0,-15-18-7813</inkml:trace>
</inkml:ink>
</file>

<file path=ppt/ink/ink10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30:22.58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 8994,'0'0'13115,"225"0"-12531,-161 0-176,7 0-232,-7 0-168,0 0-8,0 0-176,0 0-992,1 0-2537,-14 3-1240,-19-3-3665</inkml:trace>
</inkml:ink>
</file>

<file path=ppt/ink/ink10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30:23.03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0 122 4001,'0'0'14578,"29"5"-13541,90 12-223,-110-16-563,0 0 0,1 0 0,-1-1 0,14-2 0,-20 2-207,-1 0 0,0-1 0,0 1 0,0-1-1,0 0 1,0 1 0,0-1 0,0 0 0,0 0-1,0-1 1,0 1 0,0 0 0,2-3 0,-2 0-22,0 1 1,0-1 0,-1 0-1,1 1 1,-1-1 0,0 0-1,0 0 1,-1 0-1,1 0 1,-1 0 0,0 0-1,0 0 1,0 1 0,-1-7-1,1-9 58,0 17-61,0 1 0,0-1 0,0 0 0,0 0 0,0 0 0,-1 0 0,1 0 0,0 1 0,-1-1 0,0 0 0,1 0 0,-1 1 0,0-1 0,0 0 0,0 1 0,0-1 0,0 1 0,0-1 0,0 1 0,0 0 0,-1-1 0,-1-1 0,-1 2-8,0-1 0,0 1 0,0 0 1,0 0-1,0 0 0,0 0 0,0 1 1,0-1-1,0 1 0,-5 1 0,2-2 12,-1 2-1,1-1 0,-1 1 0,0 0 0,1 1 1,0-1-1,-1 2 0,1-1 0,-7 4 1,11-4-15,0-1 0,1 1 0,-1 0 0,1 0 0,-1 0 0,1 0 0,0 1 0,-1-1 0,1 1 0,1-1 0,-1 1 0,0 0 1,1-1-1,-1 1 0,1 0 0,0 0 0,0 0 0,0 0 0,0 0 0,0 1 0,1-1 0,0 0 0,-1 0 0,1 5 0,0 7 17,-1-8-19,1-1-1,0 1 0,0-1 0,0 1 0,0-1 0,1 1 0,0-1 0,1 1 0,-1-1 0,1 0 0,1 0 0,-1 0 1,1 0-1,0 0 0,0 0 0,0-1 0,1 0 0,0 1 0,5 4 0,-4-4-120,0-1-1,1 1 1,0-1 0,0 0-1,0 0 1,0-1-1,1 0 1,0 0 0,-1 0-1,1-1 1,1 0-1,-1-1 1,0 1 0,1-1-1,0-1 1,12 2-1,116-2-6508,-71-7 503</inkml:trace>
</inkml:ink>
</file>

<file path=ppt/ink/ink10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30:23.50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181 1 7682,'0'0'14447,"-11"1"-13816,-1 0-488,0 1-1,1 1 1,-1 0 0,1 1 0,0 0 0,0 0 0,-14 9 0,21-11-128,0 0-1,-1 1 1,1 0-1,0 0 1,0 0-1,1 1 1,-1-1-1,1 1 0,-1 0 1,1 0-1,0 0 1,1 0-1,-1 0 1,1 1-1,0-1 1,0 1-1,0 0 1,1 0-1,-1-1 0,1 1 1,0 0-1,0 9 1,2-13-19,1 1 0,0-1 0,-1 0 0,1 0 0,0 0 0,0 0 0,-1 0 0,1 0 0,0-1 0,0 1 0,0 0 0,0-1 0,0 0 0,0 1 0,0-1 0,0 0 0,0 0 0,0 0 0,0 0 0,0-1 0,4 0 0,51-5-206,-52 3 169,0 0-1,0-1 0,-1 0 1,1 0-1,-1 0 0,0 0 1,0-1-1,0 1 1,0-1-1,-1 0 0,5-11 1,-1 5 695,-4 12 1064,-3 7-1694,1 0 1,0-1-1,0 1 1,1 0-1,0-1 0,0 0 1,1 1-1,0-1 1,1 0-1,7 13 1,-1-6-330,1 0 1,0 0 0,23 21 0,-28-30-325,0-1 0,1 0 1,0 0-1,0 0 1,0 0-1,0-1 1,0 0-1,1-1 0,-1 0 1,1 0-1,-1-1 1,1 1-1,0-2 1,14 1-1,23 0-7035</inkml:trace>
</inkml:ink>
</file>

<file path=ppt/ink/ink10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30:23.77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18 1 7642,'0'0'14383,"-1"29"-13399,-10 174 388,6-72-1002,15 168-1,2-214-1287,-1-8-2261,-8-25-3326,-3-43 829</inkml:trace>
</inkml:ink>
</file>

<file path=ppt/ink/ink10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30:24.20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1 108 8130,'0'0'9426,"27"-17"-8889,90-52-103,-112 66-396,0 0 0,0 1 0,0-1 0,0 1 0,1 0 0,-1 1 0,1-1 0,-1 1 1,1 0-1,-1 0 0,1 1 0,0 0 0,-1 0 0,1 0 0,8 2 0,9 0 118,-19-1-104,0-1-1,0 1 1,0 0-1,0 0 0,0 1 1,0-1-1,0 1 1,0 0-1,-1 0 1,1 0-1,-1 1 1,1-1-1,-1 1 1,0 0-1,0 0 1,0 0-1,0 0 0,-1 1 1,1-1-1,-1 1 1,0-1-1,0 1 1,0 0-1,-1 0 1,1 0-1,-1 0 1,0 0-1,0 0 1,0 0-1,0 0 0,-1 0 1,0 1-1,0-1 1,0 0-1,0 0 1,-1 0-1,0 1 1,-1 5-1,0-8 28,1 1 0,-1-1 0,0 1 0,1-1 0,-1 0 0,-1 0-1,1 1 1,0-2 0,0 1 0,-1 0 0,1 0 0,-1-1 0,1 1 0,-1-1 0,0 0-1,0 0 1,0 0 0,1 0 0,-1 0 0,-4 0 0,-65 7 438,64-8-477,-118 1 180,124-1-212,16 0-1946,5 0-1500,6 0-3044</inkml:trace>
</inkml:ink>
</file>

<file path=ppt/ink/ink10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30:24.98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183 85 6361,'0'0'11627,"22"-11"-10978,73-35-167,-82 40-363,0 2 0,0-1 0,1 2 0,-1 0 0,1 0 0,-1 1 0,1 1 0,0 0 0,0 1 0,21 3 0,10-1-45,-42-2-69,0 0 1,-1 0 0,1 1 0,0-1 0,-1 1-1,1 0 1,-1-1 0,1 1 0,-1 0-1,1 1 1,-1-1 0,1 0 0,-1 1-1,0-1 1,0 1 0,0 0 0,0 0-1,0 0 1,0 0 0,-1 0 0,1 0-1,0 0 1,-1 1 0,0-1 0,1 0 0,-1 1-1,0-1 1,-1 1 0,1 0 0,0-1-1,-1 1 1,1 0 0,-1-1 0,0 5-1,1 1 52,-1 1 0,0-1-1,0 1 1,-1-1-1,0 0 1,-1 0 0,0 0-1,0 1 1,0-2-1,-7 14 1,-3 0-32,-1-1 1,-1 0-1,-1-1 0,0 0 0,-1-1 1,-1-1-1,-1-1 0,-34 25 1,-12 1 63,-97 47 1,22-13 368,138-75-445,-1 0 0,1 0-1,-1 0 1,1 0 0,-1 1-1,1-1 1,0 0-1,-1 1 1,1-1 0,0 1-1,0-1 1,0 1 0,0-1-1,0 1 1,1 0 0,-1-1-1,0 1 1,1 0-1,-1 0 1,1-1 0,0 1-1,-1 2 1,2 0 69,-1 0 0,0-1 0,1 1 0,0 0 0,0-1 0,0 1 0,0 0 0,1-1 0,-1 1 0,3 3 0,5 7 521,0-1 1,1-1-1,23 23 1,-20-21-211,-7-6-159,1-1 0,0-1 0,0 1 1,9 5-1,-16-12-315,1 1-1,-1-1 1,0 0 0,0 0 0,0 0-1,1 1 1,-1-1 0,0 0-1,0 0 1,0 0 0,0 1 0,0-1-1,0 0 1,1 0 0,-1 1 0,0-1-1,0 0 1,0 0 0,0 1 0,0-1-1,0 0 1,0 0 0,0 1 0,0-1-1,0 0 1,0 0 0,0 1 0,0-1-1,0 0 1,-1 0 0,1 1-1,0-1 1,0 0 0,0 0 0,0 0-1,0 1 1,0-1 0,-1 0 0,1 0-1,0 0 1,0 1 0,0-1 0,-1 0-1,1 0 1,0 0 0,0 0 0,0 1-1,-1-1 1,1 0 0,0 0 0,-18 12-5109,0-2-1019</inkml:trace>
</inkml:ink>
</file>

<file path=ppt/ink/ink10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30:25.24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 14595,'0'0'16188,"32"0"-15852,-25 0-184,-1 0-88,-6 10-6986,-6-1-831</inkml:trace>
</inkml:ink>
</file>

<file path=ppt/ink/ink10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30:28.620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173 21 3897,'0'0'9921,"12"-3"-8230,36-13-223,-47 16-1352,-1 0 1,0 0-1,1-1 0,-1 1 0,0 0 1,1 0-1,-1 0 0,0 0 0,1 0 1,-1-1-1,1 1 0,-1 0 0,0 0 1,1 0-1,-1 0 0,1 0 1,-1 0-1,0 0 0,1 1 0,-1-1 1,0 0-1,1 0 0,-1 0 0,1 0 1,-1 0-1,0 1 0,1-1 1,-1 0-1,0 0 0,1 0 0,-1 1 1,0-1-1,0 0 0,1 1 0,-1-1 1,0 0-1,0 1 0,1-1 1,-1 0-1,0 1 0,0-1 0,-3 23 1361,-23 35-1958,21-48 1067,-19 41-404,-81 185 247,83-179-415,2 1-1,-14 73 0,29-114-1082,2-48-12222,3 29 13207,0-26-9021</inkml:trace>
</inkml:ink>
</file>

<file path=ppt/ink/ink10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30:29.325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0 264 3529,'0'0'11396,"19"8"-10750,57 27-126,-70-32-423,0 1 0,0 0-1,-1-1 1,1 2-1,-1-1 1,0 1-1,0-1 1,0 1 0,-1 1-1,6 7 1,6 7 142,5 7-69,-1 0-1,21 39 1,19 25 348,-28-48-180,0-3 234,-2 2 0,29 54 0,-50-86-141,-3-20 716,-1-28 420,-5 33-1818,10-84 598,3 1 1,39-133 0,-22 97-203,-20 78 331,1 1 1,29-71 0,-34 100 36,6-9 679,-11 24-536,-1 30-1352,0-19 20,0 12-2074,0-21 2389,0 0 1,0 0-1,0 1 0,1-1 0,-1 0 0,0 0 1,1 0-1,-1 0 0,1 0 0,-1 0 1,1 0-1,0 0 0,-1 0 0,1-1 0,0 1 1,1 1-1,15 6-6601</inkml:trace>
</inkml:ink>
</file>

<file path=ppt/ink/ink10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30:29.957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348 90 6513,'0'0'10216,"0"-12"-9152,-1-35 47,1 46-1051,0 0-1,-1 0 1,1 1 0,0-1-1,-1 0 1,1 0 0,-1 0-1,1 1 1,-1-1 0,1 0-1,-1 1 1,1-1-1,-1 0 1,0 1 0,1-1-1,-1 1 1,0-1 0,1 1-1,-1-1 1,0 1 0,0 0-1,0-1 1,1 1 0,-1 0-1,0-1 1,0 1 0,0 0-1,0 0 1,1 0 0,-1 0-1,-1 0 1,-29 1 538,26-1-368,-7 1-147,-1 0 1,0 1-1,0 0 0,1 1 1,-1 0-1,1 1 1,0 1-1,0 0 1,0 0-1,1 1 1,0 1-1,0 0 1,1 0-1,-1 1 0,2 0 1,-1 1-1,1 0 1,0 0-1,1 1 1,0 1-1,1-1 1,0 1-1,1 0 0,0 1 1,0-1-1,1 1 1,1 0-1,0 1 1,1-1-1,0 1 1,1-1-1,-1 26 1,2-26-65,0 1 0,1 0 0,0-1 0,1 1 0,1 0 0,6 22 0,-6-28-16,2 0-1,-1 0 1,0 0 0,1-1 0,1 1 0,-1-1-1,1 0 1,0 0 0,0-1 0,0 1-1,1-1 1,11 7 0,-2-3 18,0 0 0,1-1 0,0-1 0,0-1 0,0 0 0,1-1 0,0 0 0,0-2 1,1 0-1,-1-1 0,1-1 0,-1 0 0,1-1 0,24-4 0,-33 2-13,0 1 0,0-2 1,0 0-1,0 0 0,-1 0 0,1-1 0,-1 0 1,0-1-1,0 0 0,0 0 0,-1-1 1,0 0-1,0 0 0,0 0 0,10-15 0,-8 11 6,-1-1-1,0 0 0,-1-1 0,-1 0 1,0 0-1,0 0 0,-1-1 1,-1 1-1,0-1 0,3-20 0,-4 15 7,-2 0-1,0 0 1,-1 0-1,0 0 1,-2 0-1,-5-28 0,5 38-12,0 1-1,-1-1 0,0 1 0,0-1 1,-1 1-1,1 0 0,-2 1 0,1-1 0,-1 1 1,0 0-1,0 0 0,0 0 0,-1 0 1,0 1-1,0 0 0,-1 1 0,-10-7 0,2 2-19,0 1-1,0 1 0,-1 0 1,0 1-1,0 1 0,-1 0 1,-25-4-1,41 9-450,1 16-6980,0 1 2835</inkml:trace>
</inkml:ink>
</file>

<file path=ppt/ink/ink10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30:30.446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39 1 5033,'0'0'15635,"0"19"-14542,-20 334 1347,13-248-1894,-2 53 192,7-49-6416</inkml:trace>
</inkml:ink>
</file>

<file path=ppt/ink/ink10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30:30.768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 1 9058,'0'0'20687,"32"3"-17665,-20 9-5264,-11 11-5983,-1-13 4306,0 3-6084</inkml:trace>
</inkml:ink>
</file>

<file path=ppt/ink/ink10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0:11.44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72 0 1776,'0'0'11327,"2"1"-11200,-1-1 90,-1 0-1,0 0 0,1 0 1,-1 0-1,1 0 1,-1 0-1,0 0 0,1 0 1,-1 0-1,0 0 1,0 0-1,1 0 0,-1 1 1,0-1-1,1 0 1,-1 0-1,0 0 0,1 0 1,-1 1-1,0-1 1,0 0-1,0 0 0,1 1 1,-1-1-1,0 0 1,0 1-1,0-1 0,1 0 1,-1 0-1,0 1 1,0-1-1,0 0 0,0 1 1,0-1-1,0 1 0,-30 62 794,22-49-791,1 0-1,0 0 1,-5 17 0,7-9 123,0 1-1,1-1 1,2 1 0,0 41-1,2-62-324,1 0-1,0-1 0,0 1 1,-1-1-1,1 1 0,0 0 1,0-1-1,0 1 1,0-1-1,1 0 0,-1 1 1,0-1-1,1 0 0,-1 0 1,1 0-1,-1 0 0,1 0 1,-1 0-1,1 0 1,-1-1-1,1 1 0,0-1 1,0 1-1,2 0 0,46 8 161,-33-9-149,-9 1-7,0-1 0,0 0 0,-1-1-1,1 0 1,0 0 0,8-3 0,-13 3-13,1-1 0,0 0 0,-1 0 0,0 0-1,1-1 1,-1 1 0,0-1 0,0 0 0,0 0 0,-1 0 0,1 0 0,-1 0 0,0-1 0,4-6 0,25-69 99,-30 76-106,-1 1 1,1 0 0,-1 0-1,1-1 1,-1 1-1,0 0 1,0-1 0,0 1-1,0 0 1,0-1-1,0 1 1,-1 0 0,1-1-1,-1 1 1,1 0-1,-1 0 1,0 0 0,0-1-1,0 1 1,-2-3-1,-32-42 39,18 26 39,15 19-53,0 1 0,0-1 0,-1 0 1,1 0-1,0 1 0,-1 0 0,1-1 0,-1 1 1,1 0-1,-1 0 0,0 0 0,1 1 0,-1-1 1,0 0-1,0 1 0,1 0 0,-6 0 0,2-1 62,5 1 81,-16 0-907,15 17-5908,2-1 770</inkml:trace>
</inkml:ink>
</file>

<file path=ppt/ink/ink10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0:11.44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9 1072,'0'0'11879,"0"-1"-12151,3-6 10220,-1 7-8375,0 8-1384,0 0 0,-1 0 0,0 0 0,0 0 1,0 12-1,5 69 1239,-6-81-1280,1-1 0,0 1 0,1-1 0,0 0 0,0 0 0,0 0 0,1 0 0,0 0 0,0 0 0,9 11 0,-4 18 610,2-16-466,-10-19-246,1 1-1,-1 0 0,1 0 1,0-1-1,-1 1 0,1 0 1,0-1-1,0 1 0,0-1 1,0 1-1,0-1 0,0 0 0,3 3 1,-3-4 11,12-12-20548</inkml:trace>
</inkml:ink>
</file>

<file path=ppt/ink/ink10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0:11.44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7 3 1536,'0'0'10972,"-7"-3"-1075,8 4-9854,0 0-1,0-1 1,1 1 0,-1 0 0,0-1 0,0 1 0,0-1 0,0 1-1,0-1 1,1 0 0,-1 1 0,0-1 0,0 0 0,1 0-1,-1 0 1,0 0 0,1 0 0,1-1 0,39 1 157,-32 0-147,125 0 160,-134 1-209,0-1 0,-1 1 0,1 0 0,-1 0-1,1-1 1,-1 1 0,1 0 0,-1 0 0,1 0 0,-1 0 0,1 0-1,-1 0 1,0-1 0,0 1 0,0 0 0,1 0 0,-1 0 0,0 0-1,0 0 1,0 0 0,0 0 0,-1 1 0,1 33 96,0-27-70,-1-6-24,1 0 0,0 0-1,-1 0 1,1 0 0,-1-1 0,0 1 0,0 0 0,1 0 0,-1-1 0,0 1 0,-1 0-1,1-1 1,0 1 0,0-1 0,-1 1 0,-2 1 0,-32 24 88,0 1 237,32-23-267,2-3-24,0 0 0,0 1 0,0-1 0,0 0 0,0 1 0,1 0 0,-1-1 0,1 1 0,0 0-1,0 0 1,0 0 0,0 0 0,0-1 0,0 1 0,1 0 0,0 0 0,0 1 0,-1-1 0,2 5 0,0-8-22,-1 1-1,1 0 1,-1-1 0,1 1 0,-1-1-1,1 1 1,0-1 0,-1 1-1,1-1 1,0 0 0,-1 1-1,1-1 1,0 0 0,0 1-1,-1-1 1,1 0 0,0 0 0,0 0-1,-1 0 1,1 0 0,0 0-1,0 0 1,0 0 0,1 0-1,29 0 57,-22-1 1,44 1-161,27 0 659,-57 0-1741,-20 0-118,-8 1-597,-15 3-3859,0 4-2995</inkml:trace>
</inkml:ink>
</file>

<file path=ppt/ink/ink10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0:11.44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0 196 5761,'0'0'9665,"5"-1"-8812,0 0-508,-1 0-1,1 0 0,0 0 0,0 0 0,0 1 1,0 0-1,9 1 0,-12-1-235,0 1 0,0 0-1,0-1 1,0 1 0,0 0 0,0 0 0,0 0 0,0 0-1,-1 0 1,1 1 0,0-1 0,-1 0 0,1 1-1,-1 0 1,0-1 0,1 1 0,-1 0 0,0-1 0,0 1-1,0 0 1,0 0 0,0 0 0,0 3 0,17 42 689,10 52 0,-20-76-501,-4-36 375,-4-49 173,0 54-1053,0-16 218,-1 15-9,0 1-1,1-1 0,0 0 0,1 0 1,0 0-1,0 0 0,1 1 1,0-1-1,0 1 0,1-1 0,0 1 1,1 0-1,0 0 0,7-12 0,1 4 57,1 1 0,0 0-1,1 1 1,1 0-1,20-14 1,-25 21-267,0 1 0,0 1 0,1-1 0,12-3 1,-15 6-749,1 1 1,0-1-1,0 2 1,0-1-1,17 1 1,-24 6-6046,-1-3 4872,4 7-6726</inkml:trace>
</inkml:ink>
</file>

<file path=ppt/ink/ink10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0:11.44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123 1 5209,'0'0'13126,"-6"3"-12570,-4 4-334,0-1 0,0 1 1,1 1-1,0 0 0,0 0 1,1 1-1,-13 16 1,17-20-180,1 1 1,-1 0 0,1 0-1,0 0 1,0 0 0,1 0-1,0 1 1,0-1 0,1 1 0,-1-1-1,1 1 1,1 0 0,-1-1-1,1 1 1,1 0 0,0 9 0,0-14-37,1 1 0,-1-1 0,0 0 0,1 1 0,-1-1 0,1 0 0,0 0 0,-1 0 0,1 0 0,0-1 0,0 1 0,0 0 0,1-1 0,-1 1 0,0-1 0,0 0 0,1 0 1,-1 0-1,1 0 0,-1 0 0,1 0 0,0-1 0,-1 1 0,1-1 0,0 0 0,-1 0 0,4 0 0,0 1 5,0-1 1,0 0-1,0 0 1,1-1-1,-1 1 1,0-1-1,0-1 1,0 1-1,0-1 0,0 0 1,7-3-1,-9 1 19,0 1 0,0-1 0,0 0 0,0 0 0,0 0 0,-1-1-1,1 1 1,-1-1 0,0 0 0,-1 0 0,1 0 0,-1 0 0,0 0 0,-1-1-1,1 1 1,-1-1 0,0 1 0,0-1 0,-1 1 0,1-1 0,-1 1 0,0-1 0,-1 0-1,0 1 1,-1-9 0,1 12-14,0 0 0,0 0-1,-1 0 1,1 0 0,0 0-1,-1 0 1,1 1 0,-1-1-1,0 0 1,0 1 0,1-1-1,-1 1 1,0 0 0,0 0-1,0 0 1,0 0 0,-1 0-1,1 0 1,0 0 0,0 0-1,-1 1 1,1 0 0,-3-1-1,-56-5-499,60 6-677,11 1-3920,18 7 529,4 2-2328</inkml:trace>
</inkml:ink>
</file>

<file path=ppt/ink/ink1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0:11.44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194 1 4185,'0'0'14079,"-4"0"-13368,-4-1-627,0 1 1,0 0-1,0 1 0,0 0 1,0 0-1,0 1 1,0 0-1,0 0 1,0 1-1,1 0 0,-1 1 1,1-1-1,0 1 1,0 1-1,0-1 1,1 1-1,0 0 0,-1 1 1,2-1-1,-1 1 1,1 1-1,0-1 1,0 1-1,1-1 0,-6 12 1,8-15-84,1-1 0,0 1 1,0 0-1,1-1 0,-1 1 0,0 0 1,1-1-1,0 1 0,0 0 0,0-1 1,0 1-1,0 0 0,0 0 1,0-1-1,1 1 0,1 3 0,-1-4 0,0 0-1,0-1 0,0 1 1,0-1-1,0 1 0,1-1 1,-1 1-1,1-1 0,-1 0 1,1 0-1,-1 1 1,1-1-1,0 0 0,0-1 1,-1 1-1,1 0 0,3 0 1,7 2-8,0-1 0,0-1 1,1 0-1,-1-1 0,25-2 1,-33 1 29,0 1 1,0-1-1,0 0 1,0-1-1,0 1 1,0-1-1,0 1 0,-1-1 1,1 0-1,0-1 1,-1 1-1,0-1 1,1 1-1,-1-1 1,0 0-1,0 0 1,-1 0-1,1-1 0,-1 1 1,4-7-1,-4 7-6,-1 0 0,0 0 0,0 0 0,0 0 0,0 0 0,0 0 0,0 0 0,-1 0-1,1 0 1,-1 0 0,0 0 0,0-1 0,0 1 0,-1 0 0,1 0 0,-1 0 0,0 0 0,0 0 0,0 0 0,0 0-1,0 0 1,0 0 0,-1 0 0,0 0 0,1 1 0,-1-1 0,0 1 0,-3-4 0,-6-13-10206,22 19 3878</inkml:trace>
</inkml:ink>
</file>

<file path=ppt/ink/ink1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0:11.44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84 23 2561,'0'0'9039,"-15"-18"1876,10 14-9225,4 3-1625,-1 1 0,1 0 0,0 0 0,0 0 1,0 0-1,-1 1 0,1-1 0,0 0 0,0 0 0,0 1 0,-1-1 0,1 1 0,0-1 0,0 1 0,0 0 0,0-1 1,0 1-1,0 0 0,0-1 0,0 1 0,0 0 0,-1 2 0,-5 25 184,3-5-73,-6 41-45,2 1 1,2 0-1,5 73 0,1-136-140,0 1 0,0-1-1,1 0 1,-1 1-1,0-1 1,1 0 0,0 0-1,0 0 1,0 0-1,0 0 1,0 0 0,0 0-1,0 0 1,0 0-1,1 0 1,-1 0-1,1-1 1,0 1 0,-1 0-1,1-1 1,0 0-1,0 1 1,0-1 0,0 0-1,0 0 1,0 0-1,0 0 1,0-1 0,0 1-1,1 0 1,2 0-1,8 1-238,0 0 0,1-1 0,0 0-1,15-2 1,-11 1-462,-12-1 364,0 0 0,0 0 0,0 0 0,0-1 0,0 0 0,-1 0 0,1-1 0,-1 1 0,1-1 0,5-5 0,35-14-7297,-32 19 845</inkml:trace>
</inkml:ink>
</file>

<file path=ppt/ink/ink1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0:11.44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7 1688,'0'0'19276,"32"-6"-18819,0 6-137,0 0-192,7 0-128,12 0-208,32 3-1401,-12 0-2560,0-3-5729</inkml:trace>
</inkml:ink>
</file>

<file path=ppt/ink/ink1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0:11.44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62 1432,'0'0'13258,"26"-2"-12253,185-19 446,-133 12-796,324-20 3265,-398 29-3885,-1-1 0,1 1 0,-1 0 0,0 1 0,1-1 0,-1 1 0,1-1 0,-1 1 0,0 0 0,1 0 1,-1 1-1,0-1 0,0 1 0,0-1 0,0 1 0,3 3 0,-3-1 26,0 0-1,0 1 1,0-1 0,-1 1 0,1 0-1,-1-1 1,-1 1 0,1 0-1,-1 1 1,2 5 0,6 45 310,-1 0 1,-3 1-1,-3 0 1,-5 63-1,1-12 521,2-81-736,1-6-38,-1-1-1,-1 1 1,-1-1 0,-1 0 0,-5 21-1,-3 3 376,-6 46 0,1-6 35,14-64-533,7-16-2411,16-24-5335,-14 10 2240</inkml:trace>
</inkml:ink>
</file>

<file path=ppt/ink/ink1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0:11.44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 0 5761,'0'0'11655,"-2"0"-8266,7 0-2291,7 2-868,1 1-1,-1 1 0,0 0 0,0 0 0,0 2 1,-1-1-1,1 1 0,19 15 0,2-2 44,-18-10-153,0 0 1,-1 1 0,0 0 0,17 16 0,-29-24-221,1 0-650</inkml:trace>
</inkml:ink>
</file>

<file path=ppt/ink/ink1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0:11.45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265 6 1568,'0'0'15640,"-3"-2"-14637,2 2-901,0-1 1,-1 0-1,1 1 1,0 0-1,-1-1 1,1 1-1,-1 0 1,1-1-1,-1 1 1,1 0-1,-1 0 1,1 0-1,0 0 1,-1 1-1,1-1 1,-1 0-1,1 1 1,-1-1-1,1 0 1,0 1-1,-3 1 1,-25 22 1731,5-2-1242,-23 17 726,-55 57 0,99-94-1375,0 1 0,0 0 1,1 0-1,0 1 0,-1-1 0,1 0 0,0 1 1,0 0-1,-2 6 0,4-9-222,0 0 1,0 0-1,-1 1 1,1-1-1,0 0 1,0 0-1,0 0 1,1 1-1,-1-1 1,0 0-1,0 0 1,1 0-1,-1 1 1,1-1-1,-1 0 1,1 0-1,-1 0 1,1 0-1,0 0 1,-1 0-1,1 0 1,0 0 0,0 0-1,0 0 1,0-1-1,0 1 1,0 0-1,0 0 1,0-1-1,0 1 1,0-1-1,0 1 1,0-1-1,2 1 1,22 9-10678</inkml:trace>
</inkml:ink>
</file>

<file path=ppt/ink/ink1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0:11.45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623 204 2617,'0'0'9502,"-3"-11"-8496,-6-37-45,8 47-831,1-1 1,-1 1 0,1 0 0,-1 0-1,0 0 1,1-1 0,-1 1 0,0 0-1,0 0 1,0 0 0,0 0 0,0 0-1,0 1 1,0-1 0,0 0 0,0 0-1,-1 1 1,1-1 0,0 0 0,0 1-1,-1-1 1,1 1 0,0 0 0,-1-1-1,1 1 1,-2 0 0,-36 0 446,30 1-279,-16-2 171,-1 1 1,1 1 0,0 1 0,0 1-1,0 2 1,0 0 0,1 2-1,-28 10 1,30-7-280,1 1 0,-1 1 0,2 0 0,-1 2 0,2 0 0,0 1 0,-19 20 0,28-24-77,1 0 0,0 0 1,1 1-1,0 0 0,0 0 1,2 1-1,-1 0 0,2 0 1,0 1-1,0-1 0,1 1 1,1 0-1,-2 21 0,0 15 294,2 66 0,4-98-371,1-1 0,0 0 0,1 0 0,1 0 1,1-1-1,0 1 0,12 24 0,-8-22 7,0 0 1,2-1-1,1 0 0,0-1 1,1 0-1,0-1 0,2-1 0,0 0 1,0 0-1,2-2 0,0 0 1,0-1-1,1-1 0,26 13 1,-14-10 34,1-1 1,1-2 0,0 0 0,0-3 0,1 0 0,0-3-1,0 0 1,44 0 0,-51-5-45,-2 0 31,-1 0 1,46-7-1,-61 5-51,0 0 0,1-1 0,-1 0 0,-1 0 0,1-1 0,0 0 0,-1 0 1,0-1-1,0 0 0,0 0 0,10-10 0,10-15 20,-1 0 0,-2-2 0,-1 0 0,31-62 0,-45 77-34,-1 0 0,-1 0 0,-1-1 0,-1-1-1,0 1 1,-1 0 0,1-23 0,-1-135 0,-4 116 0,-1 46 2,-1 0 0,0 0 0,-1-1 0,0 1 0,-1 1 0,-9-20 0,0 3 7,-30-50-1,38 72-8,0 0 0,-1 0 0,-1 1 0,1 0 0,-1 0 0,-1 0 0,1 1 0,-15-10 0,1 4 4,-1 2 0,-25-10-1,-19-9 51,15-2-35,44 25-18,-1 1 1,1 0-1,-1 0 0,0 1 1,0 0-1,-1 1 0,1 0 1,-1 0-1,1 0 0,-17-1 1,-55 2 61,74 2-92,0 1-1,0 0 0,0 0 0,0 0 0,0 1 1,0 0-1,1 0 0,-1 0 0,1 1 0,-11 6 0,2 0-1884,3-6-4420,4-2-2807</inkml:trace>
</inkml:ink>
</file>

<file path=ppt/ink/ink1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0:11.45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475 43 1736,'0'0'8399,"-5"10"2609,6-8-10202,12-3-791,-1-1 1,1-1-1,0 0 1,-1-1-1,0 0 1,0 0 0,0-2-1,16-9 1,-17 10-11,-9 0 2294,-10 3-980,7 2-1264,0 0-1,0 0 1,1 0 0,-1 0-1,0 0 1,0 0-1,0 1 1,0-1 0,1 0-1,-1 0 1,0 1-1,0-1 1,1 1-1,-1-1 1,0 0 0,1 1-1,-1 0 1,0-1-1,1 1 1,-1-1-1,0 1 1,1 0 0,-1-1-1,1 1 1,0 0-1,-1-1 1,0 3-1,-18 52 1090,-8 24-192,-17 85 0,34-120-823,-2 0 1,-3-1 0,-20 43-1,-68 120 266,41-87-109,-141 220 80,196-330-358,0 2 0,1-1-1,1 1 1,-1 0-1,2 0 1,0 0-1,0 1 1,1-1-1,0 1 1,-1 14-1,4-25-18,6-30-3053,-5 1-4635,-1 18 996</inkml:trace>
</inkml:ink>
</file>

<file path=ppt/ink/ink1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0:11.45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1284 201 1176,'0'0'13543,"-7"-18"-8734,-7 12-4074,1 1 0,-1 1 0,0 0 0,0 0 0,0 2 0,-24-2 0,-96 2-648,81 3 550,10 1-489,0 1 0,0 2-1,0 3 1,1 1-1,0 1 1,1 3-1,1 2 1,-57 27 0,50-17-12,1 1 0,2 3 0,1 1 1,1 2-1,2 2 0,-57 61 0,75-70-16,1 1-1,1 1 0,2 1 0,-26 49 1,35-57-58,1 0-1,0 0 1,2 0 0,1 1 0,0 0-1,1 0 1,2 0 0,-1 27 0,2-38-44,1-1 0,1 1 0,0 0 1,0 0-1,1-1 0,0 1 0,0-1 1,1 0-1,5 10 0,-4-12-6,1 0 0,0-1 0,0 1 0,0-1 0,1 0 0,0 0-1,0-1 1,0 0 0,1 0 0,0-1 0,11 6 0,4 1 5,0-1-1,0-1 1,1-1 0,0-1 0,0-1-1,1-1 1,31 2 0,176-1 23,-160-7 7,-32 0-46,0-1 0,-1-3-1,1-1 1,-1-2 0,0-1-1,-1-2 1,0-2 0,48-23-1,-56 21-14,-2 0 0,0-1 0,-1-2 0,0-1 0,-2-1-1,0-1 1,-2-1 0,0-1 0,-1-1 0,29-45 0,-35 43 8,-1 0 0,-1-2 0,-2 1-1,0-1 1,-2-1 0,-2 0 0,7-45 0,-5-12-9,-4-115 0,-5 189 16,-1 1 1,-1 0-1,0 0 0,-1 0 0,0 1 0,0-1 0,-1 1 1,0 0-1,-1 0 0,-1 0 0,1 0 0,-1 1 0,-11-13 1,7 10 10,0 1 1,-1 0 0,0 1 0,-1 1-1,0-1 1,0 2 0,-1 0 0,0 0-1,-19-7 1,14 9-147,14 9-1283,27 15-1979,14-2-1392,7-2-2960</inkml:trace>
</inkml:ink>
</file>

<file path=ppt/ink/ink1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0:11.45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37 46 4217,'0'0'6163,"-24"-16"-3236,21 19 1539,2-6-160,-2-4-5170,-3-15 1445,6 23-552,1-1-1,-1 0 1,0 0 0,0 0-1,0 0 1,0 0-1,0 0 1,0 0 0,0 0-1,0 0 1,0 0 0,0 0-1,0 0 1,0 0-1,0 0 1,0 0 0,1 0-1,-1 0 1,0 0 0,0 0-1,0 0 1,0 0-1,0 0 1,0 0 0,0 0-1,0 0 1,0 0 0,0 0-1,0 0 1,1 0-1,-1 0 1,0 0 0,0 0-1,0 0 1,0 0 0,0 0-1,0 0 1,0 0-1,0 0 1,0 0 0,0 0-1,0 0 1,0 0 0,0-1-1,0 1 1,0 0-1,1 0 1,-1 0 0,0 0-1,0 0 1,0 0 0,0 0-1,0 0 1,0 0-1,0 0 1,21 31 3027,-9-11-3336,143 186 2242,-19-53-978,-77-91-546,-4 2 0,55 83-1,-83-103-214,3-2 0,1-1 0,2-2-1,2 0 1,1-3 0,46 37 0,-23-40 93,-21 4-197,-28-27-65,0 1 0,0-2 0,1 0 0,0 0 1,15 9-1,-3-6-49,-1 2 1,26 20-1,18 11-8,-3-3 3,-62-40-15,-1-1-106,-39-1-5620,13 0 1307,9 0-2213,3 0-5745</inkml:trace>
</inkml:ink>
</file>

<file path=ppt/ink/ink1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0:11.45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1235 203 6225,'0'0'11113,"-12"-9"-10144,2 1-655,0 0 0,-1 1 0,0 1 1,0 0-1,0 0 0,-1 1 1,0 0-1,-24-5 0,-61-3 1163,0 5 0,-121 6 0,144 2-1125,44 2-276,1 1 0,0 1 1,0 2-1,0 1 0,1 1 1,0 1-1,0 2 1,1 1-1,1 1 0,0 1 1,0 1-1,2 1 0,0 2 1,1 0-1,1 1 1,0 2-1,2 0 0,0 1 1,2 1-1,0 1 1,-27 50-1,36-52 3,1 0-1,2 1 1,0 0 0,2 0-1,0 0 1,2 1 0,0-1-1,2 1 1,3 37 0,-1-50-71,0-1 0,0 0 0,1 0 0,1 0 0,0 0 0,0 0 0,1-1 0,0 0 0,0 0 0,1 0 0,1-1 0,-1 1 0,1-2 0,0 1 0,10 7 1,3 2 25,0-1 1,2-1-1,0 0 1,44 21-1,-29-21 20,1-1-1,0-2 1,1-2-1,0-1 0,66 5 1,200-3 110,-285-11-157,14 0 26,5 1-2,-1-2 0,67-10 1,-91 8-25,-1-1-1,0 0 1,0 0 0,0-1 0,-1-1 0,0 0 0,0-1 0,0-1 0,-1 1 0,0-2 0,13-12 0,-4 2-5,0-2 1,-1 0-1,-2 0 1,0-2-1,-2 0 1,0-1-1,-1-1 1,-2 0-1,-1-1 1,0 0-1,-2-1 1,-1 0-1,-2 0 1,0 0-1,-2-1 1,2-42-1,-6 58-3,1-3 9,-1 0-1,0-1 0,-1 1 0,0 0 1,-1-1-1,-1 1 0,0 0 1,-2 0-1,1 1 0,-2 0 1,-10-21-1,-8-1 21,-1 1 0,-2 1 0,-2 1 1,-1 2-1,-1 1 0,-2 1 0,-36-25 0,63 51 6,1-1 0,-1 1 1,1 0-1,-1 1 0,0-1 0,0 1 0,0 0 0,-1 1 0,1-1 0,0 1 0,-1 1 0,1-1 0,-1 1 0,-10 1 0,16-1 134,1 10-7228,0-4 911</inkml:trace>
</inkml:ink>
</file>

<file path=ppt/ink/ink1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0:11.45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957 53 1168,'0'0'8525,"0"-38"1096,0 27-9347,0 11-228,0 0 0,0 0 0,-1-1 0,1 1 0,0 0 0,-1 0 0,1-1 0,0 1 0,0 0 0,-1 0 0,1 0 0,0 0 0,-1-1 0,1 1 0,0 0 0,-1 0 0,1 0 0,0 0 0,-1 0 0,1 0 0,0 0 0,-1 0 0,1 0 0,-1 0 0,1 0 0,0 0 0,-1 0 0,1 0 0,0 0 0,-1 0 0,1 1 0,0-1 0,-1 0 0,1 0 0,0 0 0,-1 0 0,1 1 0,0-1 0,0 0 0,-1 0 0,1 1 0,0-1 0,0 0 0,-1 0 0,1 1 0,0-1 0,0 0 0,0 1 0,-17 12 514,9 0-179,0 0 0,1 0 0,-7 17 0,-14 26 361,-43 75 1302,-14 22-1076,50-85-385,-85 206 481,33-66-634,87-207-429,-140 278 339,44-96-171,-33 55 723,39-83-452,89-155-446,0 1 1,0 0-1,1 0 1,-1 0-1,1 0 1,-1 0 0,1 0-1,-1 0 1,1 0-1,-1 0 1,1 0-1,0 0 1,0 0-1,-1 1 1,1-1-1,0 0 1,0 0-1,0 0 1,0 0 0,0 0-1,1 2 1,0-3-71,-1 0 0,1 0 0,-1 0 0,1 0 0,0 1 0,-1-1 0,1 0 0,0 0 1,-1 0-1,1 0 0,0 0 0,-1 0 0,1-1 0,-1 1 0,1 0 0,0 0 0,-1 0 1,1-1-1,-1 1 0,1 0 0,0-1 0,-1 1 0,1 0 0,-1-1 0,1 1 0,-1-1 0,1 1 1,-1 0-1,0-1 0,1 0 0,-1 1 0,1-1 0,-1 0 0,12-13-4009,-4-1-2260</inkml:trace>
</inkml:ink>
</file>

<file path=ppt/ink/ink1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0:11.45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1661 57 8194,'0'0'9837,"-31"-9"-8636,-6-3-813,15 4-115,0 1 0,0 1 1,-1 1-1,0 1 0,0 1 0,-31 0 1,-324 12 3293,323-3-3152,0 3 0,0 2 1,1 2-1,-92 36 0,102-30-285,1 3 0,0 1-1,2 2 1,1 2 0,1 1 0,2 3-1,0 1 1,3 1 0,0 2-1,-37 52 1,45-52-90,3 1 1,1 1 0,2 1-1,1 0 1,2 2 0,2 0-1,1 1 1,3 1-1,1 0 1,2 0 0,-5 78-1,14 220 539,5-302-496,1 1-1,2-1 1,1 0-1,2-1 1,2 0-1,1-1 1,2-1-1,1-1 1,34 48 0,-40-66-66,0 0 0,2-1 0,0 0 1,1-1-1,0 0 0,1-1 1,0-1-1,1-1 0,1 0 1,35 15-1,-26-15 15,0-2 1,1-1 0,0-2-1,0 0 1,1-2-1,0-1 1,36-1-1,-45-2-13,27 1 16,-1-2-1,1-2 1,73-15 0,-70 5-31,-1-3 0,-1-1 0,0-3 0,-1-1 0,-1-3 0,-2-2 0,43-32 0,-55 34 1,0-2 1,-3-2-1,0 0 0,-2-2 1,0-1-1,-3-2 0,-1 0 0,-1-1 1,26-55-1,24-73-111,86-291 0,-149 420 66,-2-2-1,-1 1 1,3-64 0,-9 84 21,0 0 1,-1-1-1,0 1 1,-1 1-1,-1-1 0,0 0 1,-1 0-1,0 1 1,-1 0-1,-1 0 0,0 0 1,-9-14-1,0 9 11,0 0 0,-1 1 0,-1 1 0,0 0 0,-1 1 0,-1 1 0,0 1 0,-1 1 0,-39-18 0,-14-1 12,-119-31 0,73 25 6,87 21 40,29 13-47,0 1 0,0 0 0,-1 0 0,1 0 0,-1 1 1,0-1-1,1 1 0,-1 0 0,0 0 0,0 0 0,-4 0 1,7 1 9,-6 19-596,7-11-463,0-6 600,-1 0 0,1 0-1,0 0 1,0 1 0,0-1-1,0 0 1,1 0-1,-1 0 1,1-1 0,-1 1-1,1 0 1,-1 0 0,1 0-1,0 0 1,0 0 0,2 2-1,8 3-5881</inkml:trace>
</inkml:ink>
</file>

<file path=ppt/ink/ink1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0:11.45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149 135 3265,'0'0'14664,"-13"-22"-14532,6-4-117,7 23-14,-1 1 1,1-1-1,-1 1 1,0-1-1,1 1 1,-1 0-1,0-1 1,0 1-1,0 0 1,-1 0-1,1 0 1,0 0-1,-1 0 1,0 0-1,-1-2 1,-42-29 511,42 31-139,-25-10 4726,28 12-5044,-1 0 1,0 0-1,1-1 0,-1 1 0,1 0 0,-1 0 1,0 0-1,1 0 0,-1 0 0,0 0 1,1 0-1,-1 0 0,0 0 0,1 0 0,-1 0 1,0 0-1,1 0 0,-1 1 0,0-1 1,1 0-1,-1 0 0,1 1 0,-1-1 0,1 0 1,-1 1-1,1-1 0,-1 1 0,1-1 0,-1 1 1,1-1-1,-1 1 0,1-1 0,0 1 1,-1-1-1,1 1 0,0 0 0,-1-1 0,1 1 1,0-1-1,0 1 0,-1 1 0,-6 61 589,2 1 1,5 87-1,1-66-416,4 18 259,5-1-1,33 143 1,-20-129-138,12 166 0,-33 3 19,3 37 14,9-173-226,3 68 107,-17 24-418,0-243-335,-1 0 1,1 1 0,0-1-1,0 0 1,-1 1-1,1-1 1,-1 0 0,0 1-1,1-1 1,-1 1-1,0-1 1,0 1 0,0-1-1,0 1 1,0 0-1,0-1 1,-2 0 0,-9-8-6401</inkml:trace>
</inkml:ink>
</file>

<file path=ppt/ink/ink1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0:11.45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1643 174 11963,'0'0'4172,"-33"-10"-2765,-3-2-956,7 2-35,0 1 0,-1 1 0,0 2 1,0 0-1,-37 0 0,-15 2 922,-131 11 0,169-1-952,0 1 0,1 2 0,0 2 0,-71 27 0,68-17-159,2 2 1,0 2-1,2 2 0,1 1 1,1 3-1,1 1 0,2 1 1,2 2-1,-53 67 0,45-44-108,2 2 0,3 2 0,3 2 0,2 1 0,3 1 0,-23 77 0,42-102-43,1 0 0,2 0-1,-4 59 1,6 128 330,6-211-381,1 8 6,1 1 1,1-1-1,1 0 1,1 0-1,1-1 1,1 1-1,1-1 1,2-1-1,0 0 1,1 0-1,2-1 1,29 41-1,-28-45 0,0-1 0,2-1 0,0-1 0,0 0 0,2-1 0,-1 0 0,2-2 0,0 0-1,0-1 1,1-1 0,1-1 0,-1-1 0,1-1 0,1 0 0,22 3 0,-16-5 28,1-1 0,0-2 1,0 0-1,0-2 0,0-2 1,0 0-1,-1-2 0,1-1 1,-1-1-1,0-2 1,49-19-1,-5-6-39,-2-3-1,-1-3 1,-2-3 0,75-63-1,-99 70-17,-3-3 0,-1-1 0,-2-2-1,-2-1 1,-1-2 0,53-94 0,-74 112 5,-1-1 1,-1-1-1,-2 1 1,0-2 0,-2 1-1,3-31 1,-2-12 1,-3-96 1,-6 129-5,-3 1 0,-1 0 0,-1 0 0,-3 0 1,0 1-1,-3 0 0,-29-64 0,17 53-2,-1 1-1,-2 1 0,-3 2 1,-1 0-1,-40-40 1,42 53-2,-1 2 0,-2 1 1,-1 1-1,-1 2 0,-1 2 1,-1 1-1,0 1 0,-2 2 1,0 2-1,-56-15 0,54 23-6,40 37-39,1-26-12,-1 1-1,0-1 1,1 0 0,0 0 0,-1 1-1,1-1 1,0 0 0,1 0 0,-1 0-1,1 0 1,-1 0 0,1-1 0,0 1-1,0 0 1,0-1 0,0 1 0,0-1-1,1 0 1,-1 1 0,1-1 0,0 0-1,5 2 1,-1 0-844,0-1-1,0 0 1,1 0-1,-1-1 1,1 1-1,-1-2 1,1 1-1,13 0 1,11-2-5239</inkml:trace>
</inkml:ink>
</file>

<file path=ppt/ink/ink1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0:11.46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784 59 5169,'0'0'9098,"0"-10"-8123,0-18-393,0 8 5867,-14 40-4230,9-3-1945,-2 0 0,0 0 0,-1 0 0,-13 20-1,1-1-74,-128 278 1535,-22 133 181,167-439-1892,-36 111 174,-113 314 587,75-211-383,18-44-170,38-100-63,17-59-116,-1 0 0,0-1-1,-12 25 1,15-34 1293</inkml:trace>
</inkml:ink>
</file>

<file path=ppt/ink/ink1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0:11.46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1478 203 11162,'0'0'2238,"-36"-9"-712,-7-2-1001,-20-5 895,-92-12 0,98 22-542,-1 1 1,0 4-1,-92 8 1,112-2-544,0 2 1,0 1 0,0 2-1,1 1 1,1 3 0,-50 24-1,48-16-218,1 1 0,1 2 0,0 2 0,3 1 0,0 2 0,2 1 0,1 1 0,1 1 0,2 2 0,2 1 0,1 1 0,2 1 0,1 1 0,2 1 0,2 0-1,2 2 1,1 0 0,-12 69 0,11-1-69,-2 154 0,16-246 1,1-1-1,0 1 1,2-1-1,0 0 1,1 1-1,1-1 1,0-1-1,1 1 1,1-1-1,14 28 1,-10-26 53,1 0-1,0-1 1,1-1 0,1 0 0,1 0 0,27 23 0,-30-31-69,-1 0 0,2 0 0,-1-2 0,1 1 1,-1-2-1,2 1 0,-1-2 0,1 1 0,-1-2 0,1 0 1,23 3-1,5-3 27,1-1 1,0-3 0,0-1-1,-1-2 1,1-2 0,-1-1-1,57-19 1,-64 15-41,0-2-1,0-1 1,-2-2-1,52-33 1,-64 35-2,0-1 0,-2-1 0,0-1 0,0 0 0,-2-1 1,0-1-1,25-40 0,17-47 16,-4-1 0,-6-4 0,49-159 0,-81 220-33,-3-1 1,-1 0 0,-3-1-1,-2 0 1,0-61-1,-7 102 3,-1-1 0,0 1 0,-1 0-1,0 0 1,-1 0 0,0 0 0,-1 1 0,0-1 0,0 1-1,-1 0 1,-12-18 0,6 13-2,-1 0 0,-1 1 0,0 1 0,0 0 0,-1 1 0,-25-16 0,-6 1 0,-1 1 0,-1 3 0,-2 3 1,-57-18-1,-99-18 333,184 50-629,29 9-2357,23 9-1953,-6-5-1264</inkml:trace>
</inkml:ink>
</file>

<file path=ppt/ink/ink1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0:11.46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116 103 904,'0'0'11629,"-4"-8"-10383,0 3-1032,1-1 0,-1 1 0,0 0 0,0 0-1,0 0 1,-1 0 0,0 1 0,0 0 0,0 0 0,0 0 0,0 1 0,-8-4 0,-7-9 603,19 14-418,0 1 0,0 0 0,-1-1 0,1 1 0,0 0 0,-1 0 0,1 0 0,-1 0 1,1 0-1,-1 0 0,1 0 0,-1 1 0,0-1 0,1 1 0,-4-1 0,8 27 440,2-10-577,2-1-1,0 0 0,1 0 0,1 0 0,20 25 1,0 1 127,290 527 2227,-306-543-2548,88 213 797,-72-160-318,54 103 0,-38-110-241,3-3 0,2-2 0,102 102 0,-121-135-209,8 16 131,-38-46-236,-1-2-218,-51-1-9080,38 0 2467</inkml:trace>
</inkml:ink>
</file>

<file path=ppt/ink/ink1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0:11.46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1446 312 8146,'0'0'8427,"-34"-17"-6944,-110-55-303,126 64-948,0 1 1,0 1-1,-1 0 0,0 1 1,0 2-1,0-1 1,-1 2-1,1 1 0,-27 1 1,8 0 85,-7-2-50,1 1-1,-1 3 1,1 2 0,-1 2-1,1 1 1,-47 16 0,41-6-66,0 3 1,1 2-1,2 3 0,0 1 1,1 2-1,2 2 1,-64 58-1,88-70-141,0 2 0,2 1 0,0 0 0,1 1 0,1 1 0,2 1 0,0 0-1,1 0 1,2 2 0,0-1 0,2 2 0,1-1 0,1 1 0,1 0 0,1 0 0,-1 36 0,4-29-49,1 0 1,2 0-1,1 0 0,2 0 0,1-1 1,2 1-1,1-1 0,24 61 1,-12-49-11,2 0 1,47 67 0,-55-93 15,1 0 0,0-2 0,2 1 0,0-2 0,1 0 0,0-2 0,36 22 0,-26-20 41,1-2 1,0-1 0,1-2 0,0 0 0,1-3-1,36 7 1,-3-6 27,0-3 0,70-2 0,-111-5-41,0-1 1,0-1 0,0-2 0,0 0 0,0-1-1,-1-1 1,0-1 0,31-16 0,-14 3-5,-2-2 1,0-1-1,55-47 0,-65 46-32,-2-1 1,0 0-1,-2-2 0,-1-1 0,-1-1 0,-2-1 1,0-1-1,-3 0 0,21-56 0,-23 46-1,-1 0 0,-2-1-1,-3-1 1,-1 0 0,-2 0 0,-2 0 0,-4-69-1,-3 82-5,-1 0 1,-1 0-1,-2 0 0,-2 1 0,0 0 0,-2 1 0,-1 0 0,-2 1 0,0 1 1,-27-36-1,2 10 3,-3 1 1,-2 2 0,-96-82 0,116 112 0,0 1 0,0 2 0,-45-24 0,55 34-1,0 0 0,0 1 0,-1 1 0,0 1 0,0 0 0,0 1 0,0 0 0,-26 0 0,35 3 3,-1 0-1,1 0 1,-1 1-1,1 0 0,0 0 1,-1 1-1,1 0 1,0 0-1,0 1 0,-13 5 1,17-5-5,0-1 0,0 1 0,0 0-1,1 0 1,-1 0 0,1 0 0,-1 0 0,1 0 0,0 0 0,0 1 0,1-1 0,-1 1 0,1 0 0,-1 0 0,1-1 0,0 1 0,1 0-1,-1 0 1,1 0 0,0 0 0,0 0 0,0 4 0,0 0-4,-1-5-19,1-1 1,0 1-1,0 0 0,0 0 0,0-1 1,0 1-1,1 0 0,-1 0 1,1-1-1,0 1 0,-1 0 0,1-1 1,0 1-1,1-1 0,-1 1 1,0-1-1,1 0 0,-1 1 0,1-1 1,0 0-1,0 0 0,0 0 1,0 0-1,0-1 0,0 1 0,5 2 1,29 19-2655,43 18 0,-27-20-3631</inkml:trace>
</inkml:ink>
</file>

<file path=ppt/ink/ink1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0:11.46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6 1 4905,'0'0'10178,"-6"0"-3558,243 0-6373,-236 1-226,0 0 0,-1 0 0,1 0 0,0 1-1,-1-1 1,1 0 0,0 0 0,-1 1 0,1-1 0,-1 0 0,0 1 0,0-1 0,1 0 0,-1 1-1,0-1 1,0 0 0,0 1 0,0-1 0,-1 3 0,-3 32 597,0-30-517,0-1 0,-1 1 0,0-1-1,0 1 1,0-1 0,0-1 0,-1 1-1,-12 7 1,-55 27 299,60-32-254,76-4-69,-54-3-78,-1-1-3,-1 1 0,0 0 0,1 1-1,-1-1 1,0 1 0,1 1 0,12 3 0,-18-3 0,0-1 1,0 1-1,0 0 1,0-1-1,0 1 1,0 0-1,-1 0 1,1 0-1,-1 0 1,1 1-1,-1-1 1,0 0-1,1 1 1,-1-1-1,-1 1 1,1-1-1,0 1 1,0-1-1,-1 1 1,0-1-1,1 1 1,-1 0-1,0-1 1,0 1-1,-1 3 1,1 2 2,0-1 0,0 0 1,-1 1-1,0-1 1,0 0-1,0 0 1,-1 0-1,-1 0 1,1 0-1,-7 12 1,7-16 55,-1 0 1,0 0-1,1 0 1,-1 0-1,0 0 1,0-1-1,-1 0 1,1 1-1,-1-1 1,1-1-1,-1 1 1,1 0-1,-1-1 1,0 0-1,0 0 1,0 0-1,0 0 1,0 0-1,0-1 1,0 0-1,0 0 1,-4 0-1,4 0 26,0-1-1,1 1 0,-1 0 1,0-1-1,0 0 0,1 0 1,-1 0-1,1-1 0,-1 1 1,1-1-1,-1 0 0,1 0 0,0 0 1,0 0-1,0 0 0,0-1 1,0 1-1,0-1 0,1 0 1,-1 0-1,1 0 0,-3-5 1,-6 5-109,10 3-211,5 0-3413,45 2-4401,-12 8 1678</inkml:trace>
</inkml:ink>
</file>

<file path=ppt/ink/ink1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0:11.46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161 2 1744,'0'0'13934,"0"-2"-11491,-1 5-1280,-3 4-802,0 0 0,-1-1-1,0 0 1,0 0 0,0 0 0,-1 0 0,-8 6-1,-14 15 391,13-11-395,-32 46 113,43-56-467,2-1 0,-1 1 1,0 0-1,1 0 0,0 0 1,1 0-1,-1 0 1,1 0-1,1 0 0,-1 10 1,1-15-2,0-1 1,1 1 0,-1-1-1,0 1 1,1-1-1,-1 1 1,0-1 0,1 0-1,-1 1 1,1-1-1,-1 0 1,1 1-1,-1-1 1,1 0 0,-1 1-1,1-1 1,-1 0-1,1 0 1,-1 0 0,1 1-1,0-1 1,-1 0-1,1 0 1,-1 0 0,1 0-1,-1 0 1,1 0-1,0 0 1,24-1 35,-19 1-38,340 0-1370,-349 0 989,-12-1-3697,2-4-3908,12 2 2873</inkml:trace>
</inkml:ink>
</file>

<file path=ppt/ink/ink1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0:11.46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75 0 9562,'0'0'12797,"-12"29"-11580,-35 90-265,44-114-835,1 1-1,0 0 1,0 0 0,0 0 0,1 0-1,0 1 1,0-1 0,0 0 0,1 0-1,0 1 1,0-1 0,1 7 0,1 9-851,0-19 102,-1 0-1,0 0 1,1-1 0,-1 1-1,1 0 1,0-1 0,0 1-1,0-1 1,0 0 0,0 0-1,0 0 1,5 4 0,17 7-5522</inkml:trace>
</inkml:ink>
</file>

<file path=ppt/ink/ink1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0:11.46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102 45 928,'0'0'12832,"1"-7"-11206,1-3-1049,0-3-2,0-2 5771,-5 16-6137,0 0 1,0-1-1,0 1 1,0 1 0,1-1-1,-1 0 1,0 1 0,1-1-1,-3 3 1,-8 12 323,3-5-388,1 0 0,1 0-1,0 1 1,-9 18-1,17-29-150,0-1 0,0 1 0,0-1 1,0 1-1,0-1 0,0 1 0,0-1 0,1 1 0,-1-1 0,0 1 0,0-1 0,0 0 0,1 1 0,-1-1 0,0 1 0,1-1 0,-1 0 1,0 1-1,1-1 0,-1 0 0,1 0 0,-1 1 0,0-1 0,1 0 0,-1 0 0,1 1 0,-1-1 0,1 0 0,-1 0 0,1 0 0,-1 0 1,0 0-1,1 0 0,-1 0 0,1 0 0,-1 0 0,1 0 0,-1 0 0,1 0 0,-1 0 0,2 0 0,24 0 47,-23 0-66,11-1-27,1 2 0,0 0 0,-1 1 0,28 7 0,-40-9 46,0 0 0,0 1-1,1 0 1,-1-1 0,0 1 0,0 0 0,0 0 0,0 0 0,0 0 0,0 0-1,0 1 1,-1-1 0,1 1 0,0-1 0,-1 1 0,1 0 0,-1-1 0,1 1-1,-1 0 1,0 0 0,0 0 0,0 0 0,0 0 0,0 0 0,0 0-1,-1 1 1,1-1 0,-1 0 0,1 0 0,-1 0 0,0 1 0,0-1 0,0 0-1,0 0 1,0 1 0,-1-1 0,1 0 0,0 0 0,-1 1 0,0-1 0,-1 4-1,-3-2 28,1 0-1,0 0 1,-1 0-1,0 0 1,0-1-1,0 0 0,-1 0 1,1 0-1,-1-1 1,1 0-1,-7 2 1,3 0-20,-47 11 98,46-14-77,0 2 1,0-1-1,-19 9 0,25-10 1735,1 0-6086,9-12-11913</inkml:trace>
</inkml:ink>
</file>

<file path=ppt/ink/ink1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0:11.46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30 4889,'0'0'13215,"3"-2"-11896,3-2-885,1 0 0,0 1-1,0 0 1,0 0 0,0 1 0,0 0 0,0 0 0,1 1-1,8-1 1,75 1-347,-8 1-3925,-76 6-6146</inkml:trace>
</inkml:ink>
</file>

<file path=ppt/ink/ink1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0:11.46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371 50 384,'0'0'7083,"0"-5"-5799,0-4-975,0-25 7525,-4 33-4285,-18 0-2409,10 8-899,2 1 0,-1 1-1,1-1 1,0 2 0,-10 11 0,-22 20-21,-118 104 393,102-62-332,57-83-272,0 1-1,0 0 0,0 1 0,0-1 0,0 0 0,1 0 0,-1 0 0,0 0 1,1 1-1,-1-1 0,0 0 0,1 1 0,0-1 0,-1 0 0,1 1 0,0-1 1,0 1-1,0-1 0,-1 0 0,2 1 0,-1-1 0,0 1 0,0-1 0,0 0 1,1 1-1,-1-1 0,1 2 0,1-1 3,-1 0-1,1-1 1,0 1 0,-1-1 0,1 1-1,0-1 1,0 0 0,0 0 0,0 1-1,0-1 1,1-1 0,-1 1 0,0 0-1,4 0 1,10 2 18,1 0 0,-1-2 0,23 0 0,-36-1-31,-3 0 2,5 1 16,0-1 0,0 0 0,0-1 0,0 1 0,0-1 0,0 0 0,7-2 1,-11 2-1,1 0 0,-1 0 0,0 0 0,1 0 0,-1-1 0,0 1 0,0 0 0,0 0 0,0-1 0,0 1 0,0-1 0,-1 1 0,1-1 0,0 1 0,-1-1 0,1 1 0,-1-1 0,1 1 0,-1-1 0,0 0 0,0 1 1,0-1-1,0 0 0,0 1 0,0-4 0,13-46 92,-13 50-102,0 0 0,0 0 0,0 0 0,0 0 0,0 0 0,0 0 0,0 0 0,0 0 0,0 0 0,0 1 0,0-1 0,-1 0 0,1 0 0,0 0 0,-1 0 0,1 0 0,-1 0 0,1 1 0,-1-1 0,1 0 0,-1 0 0,0 1 1,1-1-1,-1 0 0,0 1 0,1-1 0,-1 0 0,0 1 0,0-1 0,0 1 0,0 0 0,1-1 0,-1 1 0,0 0 0,0-1 0,0 1 0,0 0 0,0 0 0,0 0 0,0 0 0,0 0 0,0 0 0,0 0 0,0 0 0,0 0 0,-1 1 0,-24-4 416,9 0-243,-3 1 489,18 1 1,10 1 304,-7 0-987,-1 6-7746,0 1 2308</inkml:trace>
</inkml:ink>
</file>

<file path=ppt/ink/ink1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0:11.470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103 1 4065,'0'0'8707,"0"12"-6342,-2 46-2383,-4-45 48,1-1 1,-2 0-1,0 0 0,0 0 0,-10 11 1,8-12 62,1 0 1,0 1-1,1 0 1,0 0-1,-5 15 1,11 6 145,1-33-110,461 0 558,-460 0 399,-3 13-6954,-9-10 2815</inkml:trace>
</inkml:ink>
</file>

<file path=ppt/ink/ink1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0:11.471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104 0 3929,'0'0'7971,"-2"0"-7585,1 0 0,0 1 1,-1-1-1,1 0 0,0 0 1,-1 1-1,1-1 0,0 1 1,0-1-1,0 1 0,-1-1 1,1 1-1,0 0 0,-2 1 0,-10 50 339,2 0 0,2 0 0,3 1 0,2 1 0,3 63-1,-5-55-576,-13-47-8781,6-8 1212</inkml:trace>
</inkml:ink>
</file>

<file path=ppt/ink/ink1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0:11.472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7 17 5145,'0'0'7404,"13"-6"-5689,-12-4-206,1 19 78,0 24-538,-9 19-207,-2 13 280,0 74 0,9-128-642,0-24 165,0 12-715</inkml:trace>
</inkml:ink>
</file>

<file path=ppt/ink/ink1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0:11.473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78 8 4913,'0'0'9191,"6"-5"-8037,-6 4-1120,0 1 0,0 0 0,0 0 0,1 0 0,-1 0 0,0 0 0,0 0 0,0-1 0,0 1 0,0 0-1,0 0 1,0 0 0,0 0 0,1 0 0,-1 0 0,0 0 0,0 0 0,0 0 0,0 0 0,0 0 0,1 0 0,-1-1 0,0 1 0,0 0 0,0 0 0,0 0 0,0 0 0,1 0 0,-1 0 0,0 0 0,0 0-1,0 1 1,0-1 0,0 0 0,0 0 0,1 0 0,-1 0 0,0 0 0,0 0 0,0 0 0,0 0 0,0 0 0,0 0 0,1 0 0,-1 0 0,0 1 0,0-1 0,0 0 0,0 0 0,0 0 0,0 0-1,0 0 1,0 0 0,0 1 0,0-1 0,0 0 0,1 0 0,-1 0 0,0 0 0,0 1 0,0 22 394,-1 1 1,-1-1-1,-1 1 0,-1-1 0,-1 0 1,-1 0-1,-12 30 0,17-50-376,-1 0 0,1 1 0,0-1 0,-1 1 0,2-1 0,-1 1 0,0 0 0,1 5 0,7 0 429,14-11-324,1-2-256,0 1 1,1 1 0,-1 1-1,25 1 1,-9 1-125,-36-1 216,0 0 1,0 0-1,0 1 1,0-1-1,0 1 1,0-1-1,0 1 1,0 0-1,0-1 1,0 1-1,-1 0 1,1 0-1,0 1 1,0-1-1,-1 0 1,1 1-1,-1-1 1,1 0-1,1 3 1,0 0 2,0 1 0,-1-1 0,1 1 0,-1 0 0,0 0 0,0 0 0,2 7 0,0 5 26,-1 0 1,-1 1-1,0 30 1,-2-47 18,-1 1 0,0 0-1,0 0 1,0-1 0,0 1 0,0-1 0,-1 1 0,1-1 0,0 1-1,-1-1 1,1 0 0,-1 0 0,1 1 0,-1-1 0,1 0 0,-1 0-1,0-1 1,0 1 0,1 0 0,-1-1 0,0 1 0,0-1 0,0 1-1,-3-1 1,-54 10 452,-157 3-215,224-30-3965,22-17-2785,-17 18 1527</inkml:trace>
</inkml:ink>
</file>

<file path=ppt/ink/ink1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0:11.474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0 16 2665,'0'0'13386,"27"0"-11820,33 1-710,-36 1-549,-1-1 0,1-1 0,-1-2 1,1 0-1,-1-1 0,24-7 0,-44 8 114,0 1-1235</inkml:trace>
</inkml:ink>
</file>

<file path=ppt/ink/ink1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0:11.475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0 100 5297,'0'0'10792,"1"-6"-10052,0 4-687,-1 0 0,1 0 0,-1 0 1,1 0-1,0 0 0,0 1 0,0-1 0,0 0 1,0 0-1,0 1 0,0-1 0,1 1 0,-1-1 0,1 1 1,-1-1-1,1 1 0,-1 0 0,1 0 0,2-2 1,48-15 893,19 3-815,-1 3 0,2 4-1,-1 2 1,90 6 0,-160 1-134,0 1 0,-1 0 0,1 0-1,-1 0 1,1-1 0,-1 1 0,0 0 0,0 0 0,0 0 0,0 0 0,0 0 0,0 3 0,-1-3 10,1 3 12,0 0-1,-1 0 0,0 0 1,0 0-1,-1-1 0,1 1 1,-1 0-1,0-1 0,0 1 1,-1-1-1,1 1 0,-1-1 1,0 0-1,0 0 1,0-1-1,-1 1 0,1 0 1,-1-1-1,-5 3 0,-25 30 21,32-32-47,1-1 0,0 1 0,-1 0 0,1 0 0,1-1 0,-1 1 0,1 0 0,-1 0 0,1 0 0,0 0 0,0 0 0,1 0 0,-1 0 0,1 0 0,0 0 0,0-1 0,0 1 0,0 0 0,1-1 0,0 1 0,0 0 0,0-1 0,0 0 0,0 0 1,3 4-1,17 12-254,-9-9 180,0 1 0,-1 0 0,-1 0-1,0 1 1,0 1 0,-1 0 0,13 23 0,-23-35 85,0 0 0,0 0 0,0 0 0,0-1 1,0 1-1,0 0 0,0 0 0,-1-1 0,1 1 0,0 0 0,0 0 0,-1-1 0,1 1 1,-1 0-1,1-1 0,0 1 0,-1-1 0,1 1 0,-1 0 0,0-1 0,1 1 0,-1-1 0,1 1 1,-1-1-1,0 0 0,1 1 0,-1-1 0,0 1 0,0-1 0,1 0 0,-1 0 0,0 0 1,0 1-1,1-1 0,-1 0 0,0 0 0,0 0 0,-1 0 0,-39 6 572,33-5-508,-68 14 652,55-10-80,0-1 1,0 0-1,-25 0 0,45-4 485,2 9-10511,4-5 4284</inkml:trace>
</inkml:ink>
</file>

<file path=ppt/ink/ink1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0:11.476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490 0 3897,'0'0'11542,"-3"1"-11339,1-1-1,-1 1 0,0 0 0,1-1 1,-1 1-1,1 0 0,0 0 1,-1 1-1,1-1 0,0 0 1,0 1-1,-2 1 0,-7 6-177,-64 48 877,-114 115 0,168-150-757,2 1 0,0 0 0,2 2 0,0 0 0,2 1 0,1 0 0,1 1 0,1 1 1,-13 48-1,22-66-153,1-1 1,0 0 0,1 1 0,0 0 0,0-1-1,1 1 1,2 12 0,-2-19 6,1-1 0,-1 1 0,1-1 0,0 0 0,0 1 0,0-1 0,0 0 0,0 0 0,0 1 0,1-1 0,-1 0 0,1 0 0,-1-1 0,1 1 1,0 0-1,0 0 0,0-1 0,0 1 0,0-1 0,0 0 0,0 1 0,0-1 0,1 0 0,-1 0 0,1-1 0,-1 1 0,0 0 0,1-1 0,-1 0 0,1 1 0,-1-1 0,4 0 0,19 1 47,-1 0-1,1-2 1,-1 0-1,1-2 1,24-6-1,-44 8-30,0 0 1,1 0-1,-2-1 0,1 0 0,0 0 0,0 0 0,0 0 0,-1-1 0,1 0 0,-1 0 1,0 0-1,0 0 0,0-1 0,0 0 0,-1 1 0,0-1 0,1-1 0,-1 1 0,-1 0 1,1-1-1,-1 1 0,1-1 0,-1 0 0,-1 0 0,1 0 0,-1 0 0,0 0 0,0 0 0,0 0 1,0-9-1,-1 11 0,0 1 1,0 0-1,0-1 1,0 1 0,-1-1-1,1 1 1,-1 0-1,0-1 1,1 1 0,-1 0-1,0 0 1,0-1-1,0 1 1,-1 0-1,1 0 1,0 0 0,-1 0-1,1 1 1,-1-1-1,-2-2 1,-2 0 3,-1 1-1,1-1 1,-1 1-1,0 0 1,-12-3-1,1 1 189,1 1 0,-1 0 0,0 1-1,-31 0 1,48 3 619,5 10-3942,0 0-2104,1-4 435</inkml:trace>
</inkml:ink>
</file>

<file path=ppt/ink/ink1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0:11.477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14 61 3753,'0'0'14930,"8"-1"-14333,27-13-472,-13 5-110,-1 1-1,1 1 1,1 0-1,-1 2 1,35-4-1,39 8-54,-94 24-131,-3-16 228,0-1 0,0 1-1,0-1 1,0 0-1,-1 0 1,0 0 0,-1 0-1,1 0 1,-1 0 0,-7 10-1,-45 54 100,27-35-148,-8 6 19,-1-2 1,-62 51-1,96-87-32,-1 1 1,1-1-1,0 1 1,0 0-1,0 0 1,0 0-1,0 0 0,1 1 1,0-1-1,0 1 1,0-1-1,1 1 1,-1 0-1,1 0 1,0-1-1,1 1 1,-1 6-1,1-11 12,1 1-1,0 0 0,0-1 1,-1 1-1,1 0 0,0-1 1,0 1-1,0-1 0,-1 1 1,1-1-1,0 0 0,0 1 1,0-1-1,0 0 0,0 0 1,0 1-1,0-1 0,0 0 0,0 0 1,0 0-1,0 0 0,0 0 1,1-1-1,33 1 148,-28 0-97,84 2 306,-39 0 99,87-7-1,-117-2-97,6-1 8,-11 8-6612,-7 3 1285</inkml:trace>
</inkml:ink>
</file>

<file path=ppt/ink/ink1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0:11.478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241 54 4241,'0'0'10339,"4"-7"-9120,13-21-206,-12 21 1158,-6 7-2160,1 1 0,0-1 1,0 0-1,0 0 0,0 0 1,0 0-1,0 0 0,0 0 0,-1 0 1,1 0-1,0 0 0,0 0 1,0 0-1,0 0 0,0 0 1,0 0-1,-1 0 0,1 0 0,0 0 1,0 0-1,0 0 0,0 0 1,0 0-1,0 0 0,0 0 1,-1 0-1,1-1 0,0 1 0,0 0 1,0 0-1,0 0 0,0 0 1,0 0-1,0 0 0,0 0 1,0 0-1,0 0 0,-1-1 0,1 1 1,0 0-1,0 0 0,0 0 1,0 0-1,0 0 0,0 0 1,0 0-1,0-1 0,0 1 0,0 0 1,0 0-1,0 0 0,0 0 1,0 0-1,0 0 0,0-1 1,0 1-1,-9 0 18,0-1 1,-1 1-1,1 1 0,0 0 1,-1 0-1,1 1 1,0 0-1,0 1 0,0 0 1,1 0-1,-1 1 1,1 0-1,-1 1 0,1-1 1,1 2-1,-1-1 1,1 1-1,0 0 0,0 1 1,1-1-1,-1 1 1,2 1-1,-8 9 0,4-2-20,1 1 0,0 0-1,1 1 1,1-1-1,1 1 1,0 0 0,1 1-1,1-1 1,0 1 0,1-1-1,1 1 1,1 0-1,1 0 1,3 18 0,-4-33 2,1 0 0,0-1 0,1 0 0,-1 1 0,0-1 0,1 0 0,-1 1 0,1-1-1,0 0 1,-1 0 0,1 0 0,0 0 0,0-1 0,1 1 0,-1-1 0,0 1 0,0-1 0,1 0 0,-1 1 0,1-1 0,-1 0 0,1-1 0,-1 1 0,1 0 0,4 0 0,8 1 157,0 0-1,0-1 1,19-1-1,-22 0-77,-3-1-32,-1 0 0,1-1-1,0 0 1,-1 0 0,1-1 0,-1 0-1,0 0 1,0-1 0,0 0-1,-1 0 1,1-1 0,-1 0 0,0 0-1,7-8 1,3-3 73,0 0 0,-2-2 1,0 0-1,13-21 0,-22 29-104,-1 1 0,-1-2 0,0 1 0,0 0 0,-1-1 1,0 0-1,-1 1 0,0-1 0,-1 0 0,0 0 0,-1 0 0,0 0 0,-1 0 1,-2-14-1,0 17-9,-1 0 0,0 1 0,0-1 0,0 1 0,-1-1 1,-1 1-1,-6-7 0,4 4 33,5 8-19,0 0 0,0 0 1,0 0-1,0 1 0,0-1 1,-1 1-1,1-1 0,0 1 1,-1 0-1,1 0 0,-1 1 1,0-1-1,1 1 0,-1 0 1,1 0-1,-1 0 0,1 0 0,-6 1 1,-4 0 24,12-1 231,0 13-6935,-5-1 1346</inkml:trace>
</inkml:ink>
</file>

<file path=ppt/ink/ink1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0:57.916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4537 276 4233,'0'0'14151,"-26"2"-12237,15-8-1915,-1 1 1,2-2-1,-1 1 0,-15-13 1,16 10-5,-1 1-1,-1 1 1,1 0 0,-17-7-1,-115-34-124,-171-35-1,175 50 114,103 25 19,-1 1 0,1 2 1,-60-1-1,90 8 0,0-1 1,0 1-1,0 1 1,0-1-1,1 1 1,-1 0-1,1 0 0,0 1 1,-1-1-1,2 1 1,-1 0-1,-7 8 1,-18 13 4,1-8 8,0-1-1,0-1 1,-1-2 0,-1-1 0,-1-1 0,1-2 0,-59 9 0,0-8 86,-144-3 0,-105-7 351,335 0-440,-1-1 0,1 0 0,-1 0 0,1 0 0,0 0 0,0-1 0,-1 0 0,1 1 0,0-2 0,0 1 0,-6-5 0,-43-38 20,16 12 64,27 25-84,-1 0-1,1 0 1,-2 1-1,1 1 1,0 0-1,-1 1 1,0 0-1,-1 0 1,1 1-1,-1 1 1,1 0-1,-1 1 1,0 0-1,0 1 1,-15 1-1,4 1-13,0 1-1,0 1 1,0 1 0,1 1-1,-25 9 1,-112 49 332,153-59-321,1 0 0,0 0 0,-1 0 0,1 1 0,1-1 0,-1 1 0,1 1 0,0-1 0,0 1 0,0 0 0,1 0 0,-4 8 0,-7 13 27,-19 50 1,3-7 101,20-50-61,0 0-1,-2-1 0,0 0 1,-29 30-1,33-40-48,0-1 0,-1 0 1,0 0-1,0-1 0,-1 0 0,0-1 1,0 0-1,0-1 0,-1 0 0,-17 5 1,16-8-16,0-1-1,1 0 1,-1 0 0,0-1 0,1-1 0,-1 0 0,1-1 0,-1 0 0,1-1 0,-23-9 1,14 6-11,-1 0 0,-41-4 0,0 6-6,-106 6 1,139 1 2,0 1-1,1 1 1,-1 1 0,1 2-1,-47 20 1,73-28 5,0 1-1,1 1 1,-1-1-1,1 0 1,0 0 0,-1 1-1,1 0 1,0-1 0,0 1-1,0 0 1,0 0 0,0 0-1,0 0 1,1 0 0,-1 1-1,1-1 1,-1 0 0,1 1-1,0-1 1,0 1 0,0 0-1,0-1 1,1 1 0,-1 0-1,1-1 1,-1 1 0,1 0-1,0 0 1,0-1 0,0 1-1,0 0 1,1 0 0,-1-1-1,1 1 1,0 0 0,1 2-1,3 7 30,0-1-1,1 0 1,0 0-1,1-1 1,0 0-1,15 16 1,-13-14-13,0-1 1,-1 1 0,0 1 0,-1 0-1,0 0 1,-1 0 0,-1 0 0,0 1-1,0 0 1,2 18 0,-1 8 108,-2-1 1,-1 63-1,-4-87-75,-1 0-1,0 0 1,-1 0-1,0 0 1,-2 0-1,-5 15 1,-41 83 37,46-104-87,0 0 0,0 0-1,0-1 1,-1 1 0,-10 10 0,13-16 8,0 0-1,0-1 1,-1 0 0,1 1 0,0-1-1,-1 0 1,0 0 0,1-1 0,-1 1-1,0-1 1,0 0 0,0 0-1,0 0 1,0 0 0,0-1 0,-7 1-1,1-1-8,-1 0 0,0 1 0,1 1-1,-1 0 1,0 1 0,1 0 0,0 0-1,0 1 1,0 0 0,0 1 0,1 0-1,-11 7 1,15-8-11,-1 1 0,1-1 0,0 1 0,1 0 0,-1 0 0,1 0-1,0 0 1,0 1 0,0 0 0,1 0 0,0 0 0,0 0 0,1 0 0,-1 1 0,1-1 0,1 1 0,-1-1-1,1 1 1,0 0 0,1 8 0,0-1 5,2 0 0,0 0 0,1 0-1,0 0 1,1 0 0,0 0 0,1-1-1,1 0 1,0 0 0,0 0 0,2-1 0,0 0-1,0-1 1,17 19 0,-15-16 2,-1 0 0,0 1 1,0 0-1,-2 1 0,0 0 1,0 0-1,-2 0 0,7 32 0,-8-22 14,0 0-1,-2 1 0,-1-1 0,-1 1 0,-4 31 0,2-51-6,1 0-1,-2 0 0,1 0 0,-1 0 1,0-1-1,0 1 0,-1-1 1,1 0-1,-2 0 0,-5 8 0,-58 58 50,47-52-47,11-11-11,2 0 1,-1 0 0,1 1 0,1 0 0,0 0 0,0 0-1,1 1 1,0 0 0,1 1 0,1-1 0,-1 1-1,2 0 1,0 0 0,0 0 0,1 1 0,-1 13 0,3-22-1,0 0 0,0-1 0,0 1 0,1 0 0,-1-1 1,1 1-1,0 0 0,0-1 0,0 1 0,0-1 0,0 1 1,1-1-1,0 0 0,0 0 0,3 6 0,2-4 0,-1 0-1,1 0 0,0 0 1,0-1-1,0 0 1,9 3-1,-14-5 3,34 13 0,-27-12-3,-1 0 0,0 1 0,1 0 0,-2 0 0,1 1 1,0 0-1,6 7 0,-12-10 3,0 0 0,0 0 1,-1 1-1,1-1 0,-1 0 1,0 1-1,0 0 0,0-1 0,0 1 1,0-1-1,-1 1 0,1 0 1,-1 0-1,1 0 0,-1-1 0,0 1 1,0 0-1,0 0 0,-1 0 1,1-1-1,-1 1 0,1 0 0,-1-1 1,0 1-1,0 0 0,0-1 1,-3 5-1,-8 15 39,0 0 0,-20 26 0,-19 33-16,32-44-20,1 1 0,2 0 0,2 2-1,1-1 1,-9 51 0,21-81-3,-1 0-1,1 0 1,1 0-1,0 0 1,0 0-1,1 0 1,0-1-1,0 1 0,1 0 1,0 0-1,1-1 1,0 1-1,0-1 1,9 15-1,-6-14 2,-1 0-1,0 1 1,0-1-1,-1 1 1,0 0-1,-1 1 1,5 20-1,-5-2 2,0 54 0,-4-73 3,-1 0-1,1 0 1,-2 0-1,1-1 0,-1 1 1,-1-1-1,0 0 1,-7 12-1,5-8 5,0 1-1,-9 28 1,5-2 0,4-18-20,1-1-1,1 1 1,0 0-1,1 28 1,3-40 17,0-1 0,-1 1 0,0 0 1,0 0-1,-1 0 0,-1-1 0,0 1 0,-5 13 1,5-15-8,1 0 1,0 0-1,1 0 1,0 0-1,0 0 1,0 0-1,1 0 1,1 11 0,0-11 16,0 0 0,-1-1 1,0 1-1,-1 0 1,0 0-1,0 0 0,-1-1 1,0 1-1,-4 10 1,-22 29 18,23-41-33,0 0 0,1 0 0,0 1 0,0 0 0,1 0 0,0 0 1,0 0-1,1 0 0,-1 1 0,2-1 0,-1 1 0,0 13 0,2-19-2,-1 1-1,1 0 0,1-1 1,-1 1-1,0 0 1,1-1-1,-1 1 0,1 0 1,0-1-1,0 1 0,0-1 1,0 1-1,0-1 0,0 1 1,1-1-1,-1 0 0,1 0 1,0 0-1,0 0 1,-1 0-1,1 0 0,3 2 1,-3-1 1,0 0 1,-1 1-1,0-1 1,0 0 0,0 0-1,0 1 1,0-1 0,-1 0-1,1 1 1,-1-1-1,0 1 1,0-1 0,-1 7-1,-10 46 55,-5-14-43,-18 54 5,30-82-18,1 0 0,0 0 1,1 0-1,0 20 0,2-30 0,0 1 1,0 0-1,1-1 1,0 1-1,0 0 1,0-1-1,1 1 1,-1-1-1,1 0 1,0 0-1,0 1 1,0-1-1,1 0 1,0-1-1,-1 1 0,2 0 1,3 4-1,-1-5 0,-2 1 0,1 0-1,0 0 1,-1 0 0,0 1 0,0 0-1,0-1 1,0 1 0,-1 1-1,0-1 1,0 0 0,-1 1-1,1 0 1,-1-1 0,0 1 0,-1 0-1,1 0 1,-1 0 0,0 0-1,-1 0 1,1 9 0,-21 164 174,20-175-170,1-1 0,-1 1 0,1-1 0,-1 1 0,1-1 0,0 1 0,1-1 0,-1 0 0,0 1 0,1-1 0,0 0 0,0 0 0,0 0 0,4 4 0,-3-2 0,1 0-1,-1-1 1,0 1 0,0 1-1,3 9 1,-5-11 23,0 0-1,-1 0 1,1 0 0,-1 0 0,0 0 0,0 0 0,0 0 0,-1 0 0,0 0-1,1 0 1,-1 0 0,-1 0 0,1 0 0,-1-1 0,1 1 0,-1 0 0,0-1-1,0 1 1,0-1 0,-1 0 0,-2 3 0,-10 11 222,0-1 0,-31 25 0,10-10-7,22-17-212,1 0 1,0 0-1,1 1 1,0 0-1,1 1 0,1 1 1,0 0-1,1 0 0,1 1 1,1 0-1,1 0 0,0 1 1,1-1-1,1 1 0,1 1 1,-1 30-1,5 5-20,0-18 15,-1 0 0,-2 0 0,-10 56 0,6-59-16,2 0 1,1 1-1,2 44 1,1-65-7,0-9-1,1 1 1,-1-1-1,1 0 1,1 1-1,-1-1 1,0 0-1,1 1 1,0-1-1,1 0 1,-1 0-1,1-1 0,0 1 1,0-1-1,0 1 1,1-1-1,-1 0 1,6 5-1,7 4 10,0-1-1,1 0 0,25 13 1,3 2 1,-43-25-10,-1-1 0,1 1 0,0-1 1,-1 1-1,1 0 0,-1 0 0,0 0 1,1 0-1,-1 0 0,0 0 0,0 0 1,0 0-1,0 0 0,-1 0 0,1 0 1,-1 1-1,1 3 0,-1 43 191,-1-26 18,-1 3-85,-1 0 0,-1 1 1,-2-1-1,0-1 0,-14 34 1,10-33-122,2-1-1,1 1 1,1 1 0,1-1 0,-1 38 0,6-61-6,0 1 0,1-1 0,0 1 0,0-1 0,0 1 0,0-1 0,0 0 0,1 1 0,-1-1 0,1 0 0,0 0 0,0 0 0,0 0 0,0-1 0,1 1 0,-1 0 0,1-1 0,-1 0 0,1 1 0,0-1 0,0 0 0,0-1 0,0 1 0,0 0 0,1-1 0,-1 0 0,0 0 0,1 0 0,-1 0 0,6 0 0,14 4 9,-1-2 0,1-1 0,36-1 0,-51-1-9,74-5 8,-1-4 0,-1-3 1,114-32-1,-99 20 55,175-19-1,-269 43-45,-1-1 0,1 1 0,0 0 0,-1 0-1,1 0 1,-1 1 0,1-1 0,-1 0 0,1 0 0,0 0-1,-1 0 1,1 0 0,-1 1 0,1-1 0,-1 0 0,1 0-1,-1 1 1,1-1 0,-1 0 0,1 1 0,-1-1-1,0 1 1,1-1 0,-1 0 0,1 1 0,-1-1 0,0 1-1,0-1 1,1 1 0,-1 0 0,3 21 277,-3-20-287,0 1 0,0-1-1,0 1 1,1-1 0,-1 1 0,0-1 0,1 0-1,0 1 1,0-1 0,-1 0 0,1 1 0,2 1-1,2 1-1,0 0 0,0-1-1,1 0 1,-1 0-1,1-1 1,0 1-1,0-1 1,0-1 0,1 1-1,-1-1 1,13 3-1,84 12 46,-76-14-35,105 7 0,177-8 0,-146-4-13,-138 1-2,0-1-1,0 0 1,0-2-1,38-12 1,89-40-4,-49 16 2,-97 38-3,0 1 0,0 1 0,0-1-1,0 1 1,0 0 0,0 0 0,0 1-1,0 0 1,0 0 0,-1 0-1,1 1 1,0 0 0,0 0 0,-1 0-1,1 1 1,-1 0 0,0 0 0,6 5-1,37 14-22,20-3 25,0-3-1,2-3 1,0-4-1,72 2 1,2 1-14,-70-4-29,206 13-192,-277-21 237,-1-1 1,1 0 0,-1 0 0,1-1-1,-1 1 1,1-1 0,-1 1 0,0-1 0,0 1-1,1-1 1,-1 0 0,-1 0 0,1 0-1,0 0 1,0-1 0,-1 1 0,1 0-1,-1-1 1,0 1 0,0-1 0,1-2-1,8-11-1,18-25-68,3 2 1,1 2 0,1 1 0,2 1 0,2 2 0,48-34-1,-30 30-143,2 2-1,1 3 1,1 2-1,68-24 0,-122 52 211,21-8-32,54-12-1,-74 20 33,0 1 0,0 0 0,0 0 0,1 1 0,-1 0 0,0 0 0,0 0 0,0 1 0,0 0 0,0 0 1,0 0-1,0 1 0,0 0 0,-1 0 0,10 5 0,-7-1 1,6 4 0,-1 0 0,1 0 1,1-2-1,0 1 0,0-2 1,1 0-1,-1-1 0,1-1 0,1 0 1,-1-1-1,21 2 0,-12-4 8,1-2 0,0-1-1,-1-1 1,1-1 0,-1-2-1,0 0 1,47-17 0,-55 15-5,-1 0 0,0-1 1,-1-1-1,0-1 1,0 0-1,-1-1 1,0 0-1,-1-1 1,-1 0-1,0-1 0,0-1 1,14-21-1,20-46 6,47-107 0,-39 72-21,-31 68-46,2 1 0,1 2 0,3 0 0,48-57 0,-75 100 48,131-139-800,-112 121 741,0 1 0,2 1 1,0 1-1,43-23 1,-48 34 66,1 0 1,0 0-1,1 2 1,-1 1-1,1 0 1,0 1-1,0 1 1,0 1-1,24 3 1,13-1 2,-55-7 7,1 1 0,-1-1 0,0 0 0,0 0 0,0 0 0,-1 0 0,0 0 0,0 0 0,1-6 0,-1 6-4,3-22 1,-1 0 0,-1 0 0,-2 0 0,0 0 0,-2-1 0,-1 1 0,-13-52 0,-70-186 7,73 228-9,-97-246 75,-112-349 445,180 457-507,-21-80 3,45 198-16,-1 1-1,-39-75 1,40 100-50,-43-55 0,37 54 18,-27-45 1,-70-102 14,83 114 58,-3 2 1,-3 1 0,-3 3 0,-60-60-1,44 60 19,25 25-24,1-2-1,-34-43 1,61 67-40,2 0 0,-1-1 0,2 0 0,0 0 0,0-1 1,1 0-1,1 0 0,0 0 0,1-1 0,1 1 0,-3-25 0,4 14-20,1 1 0,1-1 0,2 1-1,0-1 1,1 1 0,2 0 0,1 0 0,0 0-1,18-39 1,-18 47 8,60-148-57,-59 141 71,-1-1 0,0 0 0,-2-1 0,-1 1 0,0-29 0,-2 7 10,0 27-8,0 0 0,-2 0 1,0 1-1,-7-35 1,7 47 7,-1 0 1,0 1 0,-1 0 0,1-1 0,-1 1 0,0 0 0,0 0-1,0 1 1,-1-1 0,0 1 0,0 0 0,0-1 0,0 2 0,-1-1-1,0 0 1,1 1 0,-1 0 0,0 0 0,-1 1 0,-5-3 0,9 4-12,1 0 0,-1-1 0,0 1 0,1 0 0,-1-1 0,1 1 0,-1-1 0,1 0 0,0 1 0,-1-1 0,1 0 0,0 0 0,0 0 0,0 0 0,1 0 0,-1 0 0,0 0 0,1 0 0,-1 0 0,1 0 0,0 0 0,0 0 0,0 0 0,0-1 0,0 1 0,0 0 0,0 0 0,1 0 0,-1 0 0,1 0 0,-1 0 0,3-4 0,0-4-20,1-1-1,0 1 1,1 0 0,11-19-1,-2 8 12,-1 0-1,15-32 1,-25 45 12,0 0 0,0-1 0,-1 1 0,0-1 0,-1 1 0,0-1 0,0 0 0,-1 1 0,0-1 0,-1-13 0,-1 16 5,0 1-1,0 0 0,0 0 0,-1 1 0,1-1 0,-1 0 0,0 1 0,-1 0 1,1 0-1,-1 0 0,0 0 0,0 0 0,0 1 0,0-1 0,-1 1 0,1 0 0,-7-3 1,4 2 9,0-1 1,0 0-1,0 0 1,1-1 0,0 0-1,-8-10 1,13 15-16,1 0 0,-1-1 0,0 1 0,1 0 0,0-1 0,-1 1 0,1 0 0,0-1 0,-1 1 0,1-1 0,0 1 0,0 0 0,0-1 0,1 1 0,-1-1 0,0 1 0,0 0 0,1-1 0,-1 1 0,1-1 1,-1 1-1,1 0 0,-1 0 0,1-1 0,0 1 0,0 0 0,0 0 0,-1 0 0,3-1 0,35-33-27,-19 20 20,-16 11 8,0 1 0,-1-1 0,1 1 1,-1-1-1,0 0 0,0 0 0,0 0 1,0 0-1,-1-1 0,0 1 0,0 0 1,0 0-1,1-8 0,-2 9 12,0 1-1,0 0 1,0-1-1,0 1 1,0 0 0,0-1-1,-1 1 1,1 0-1,-1-1 1,1 1-1,-1 0 1,0 0-1,0 0 1,0-1 0,0 1-1,0 0 1,-1 0-1,1 1 1,-1-1-1,1 0 1,-1 0-1,0 1 1,1-1-1,-1 1 1,-3-2 0,3-43 307,-1 38-241,0 0 1,0 0 0,-1 0-1,0 0 1,-1 1 0,0-1-1,-6-7 1,8 12-226,0 0-1,0 0 0,-1 0 1,1 0-1,-1 1 1,1 0-1,-1-1 0,-6-2 1,-22-1-4461,36 6 136</inkml:trace>
</inkml:ink>
</file>

<file path=ppt/ink/ink1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1:01.900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764 26 7418,'0'0'8871,"0"-5"-8222,0-15 648,0 41-918,0 43-30,-4 31-77,-4 1 0,-5-1 1,-3-1-1,-41 130 0,7-79-236,-104 207 0,110-259 17,-73 147 28,98-209 105,0 0 0,-2-1 1,-1-2-1,-2 0 0,0-2 1,-44 38-1,53-54 75,11-7-166,-1 0-1,1 0 1,-1 0-1,1 1 1,0-1 0,1 1-1,-1 0 1,0 0-1,1 0 1,0 0 0,-4 9-1,3-12 242,4-1-304,-1 0 0,0 0 0,0 0 0,1 0-1,-1 0 1,0 1 0,1-1 0,-1 0 0,0 0-1,1 1 1,-1-1 0,0 1 0,1-1 0,-1 0 0,1 1-1,-1-1 1,0 1 0,1-1 0,0 1 0,-1 0-1,1-1 1,-1 1 0,1-1 0,0 1 0,-1 0 0,1-1-1,-1 2 1,-4 6 435,-1 0-1450,5-4-3557,-1-13 34,-3-6-3059</inkml:trace>
</inkml:ink>
</file>

<file path=ppt/ink/ink1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1:02.608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78 1 8146,'0'0'10093,"0"36"-7810,-2-20-1930,0 0-1,-1 0 1,0 1 0,-2-2 0,0 1-1,-8 17 1,5-12-142,1 0 0,-9 41 0,10-30-128,-1 26 446,10-57-499,0 1-1,1-1 1,-1 0 0,0-1 0,1 1 0,0 0-1,-1-1 1,1 0 0,-1 0 0,6-1-1,-8 1-8,27 1 191,-1-1 1,0-1-1,0-2 1,0-1-1,0-1 0,46-15 1,-64 17 28,0 0 0,0 0 0,0 1 1,0 1-1,13-2 0,9 2-8739</inkml:trace>
</inkml:ink>
</file>

<file path=ppt/ink/ink1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1:03.401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194 40 7418,'0'0'10366,"0"-6"-9441,0 5-865,0 0 0,0 0 0,0 0 0,0-1 0,0 1 0,0 0 0,-1 0 0,1 0 0,0-1-1,-1 1 1,1 0 0,0 0 0,-1 0 0,0 0 0,1 0 0,-1 0 0,1 0 0,-1 0 0,0 0-1,0 0 1,0 0 0,0 1 0,0-1 0,-1-1 0,-1 1 57,0 0 1,-1 0-1,1 0 0,-1 0 1,1 1-1,-1-1 1,1 1-1,-1 0 0,-3 0 1,-3 0-71,0 1 0,0 0 0,0 0 1,0 1-1,1 0 0,-1 1 0,1 0 0,-11 5 1,17-7-55,0 0 1,0 1-1,1-1 0,-1 1 1,1 0-1,-1 0 1,1 0-1,0 0 1,0 0-1,0 0 0,0 1 1,0-1-1,0 1 1,0-1-1,1 1 1,0-1-1,-1 1 0,1 0 1,0 0-1,0 0 1,0 0-1,1 0 1,-1 0-1,1 0 0,0 0 1,0 0-1,0 0 1,0 0-1,0 0 1,1 5-1,0-7-1,0 1-1,-1-1 1,1 1-1,0-1 1,0 1 0,0-1-1,0 0 1,0 0-1,0 1 1,0-1 0,0 0-1,1 0 1,-1 0-1,0 0 1,1 0 0,-1-1-1,1 1 1,-1 0-1,1-1 1,1 2 0,37 8-24,-34-8 21,31 5-46,-18-5 52,0 1 1,0 2-1,-1 0 0,0 0 0,0 2 0,21 10 1,-38-16 4,-1-1 0,1 1 1,-1-1-1,1 1 0,-1-1 1,0 1-1,1-1 0,-1 1 1,0-1-1,1 1 0,-1 0 1,0-1-1,0 1 0,1-1 1,-1 1-1,0 0 0,0-1 1,0 1-1,0 0 0,0-1 1,0 1-1,0 0 0,0-1 1,0 1-1,0 0 0,0-1 1,0 1-1,-1 0 0,1-1 1,0 1-1,0-1 0,-1 1 1,1 0-1,0-1 0,-1 1 1,1-1-1,-1 1 0,-16 18 70,16-18-62,-15 12 130,-1-1-1,-1 0 0,0-1 0,-26 11 1,21-10-232,0 1 0,-23 16 1,41-25-1807,9-4-2428,10-6-812,5-11-2864</inkml:trace>
</inkml:ink>
</file>

<file path=ppt/ink/ink1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1:03.730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70 1 3633,'0'0'15782,"0"13"-15001,-11 137 1923,-18 102-1536,19-217-1420,1-20-1624,-2-9-3535</inkml:trace>
</inkml:ink>
</file>

<file path=ppt/ink/ink1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1:04.289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0 125 6449,'0'0'8985,"30"-11"-7909,9-4-746,-5 2 18,1 1 1,0 2 0,36-6 0,209-32 2102,-276 48-531,-10 1-998,-4 1-915,-1 1 0,1 0 0,-19 8 0,12 0-4,1 1-1,0 0 1,0 2 0,-16 18 0,25-25-26,0 1 0,1-1 0,-1 2 0,2-1 0,-1 1 1,1 0-1,1 0 0,0 0 0,0 1 0,-3 12 0,6-21-11,1 1 0,0-1-1,-1 1 1,1 0 0,0-1-1,0 1 1,0 0 0,0-1-1,1 1 1,-1-1 0,0 1-1,1 0 1,-1-1 0,1 1-1,-1-1 1,1 1-1,0 1 1,0-3 10,0 1-1,0 0 1,-1-1 0,1 1-1,0-1 1,0 1-1,0 0 1,0-1 0,-1 0-1,1 1 1,0-1-1,0 0 1,0 1 0,0-1-1,0 0 1,0 0-1,0 0 1,0 0 0,0 0-1,2 0 1,1-1-6,0 1 0,0-1 1,0-1-1,0 1 0,0 0 1,-1-1-1,1 0 0,0 0 0,-1 0 1,1 0-1,5-5 0,18-21 18,-22 22 98,1 0-1,0 0 1,0 0 0,1 1 0,13-9 0,-19 14 1228,0 0-1237,-1 0-77,1 1 1,0-1-1,-1 1 1,1-1-1,-1 1 1,1 0-1,-1-1 0,1 1 1,-1 0-1,0-1 1,1 1-1,-1 0 1,0 0-1,0 0 0,0-1 1,1 1-1,-1 0 1,0 0-1,0 0 0,0-1 1,0 1-1,0 0 1,0 0-1,0 0 1,-1 0-1,1 3-8,11 27-1272,-2-17-2133,3-9-4010,0-5 2997</inkml:trace>
</inkml:ink>
</file>

<file path=ppt/ink/ink1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1:04.585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0 158 3409,'0'0'11716,"17"7"-9667,-14-2-1816,0 0-1,0 0 1,-1 0 0,0 0-1,0 0 1,0 0-1,-1 1 1,0-1-1,0 0 1,0 1 0,0-1-1,-1 9 1,0-14 261,-14-29-206,10 19-328,0-1 0,1 0 0,0-1 0,1 1 0,0 0 0,1-1 0,0 1 0,1-1 0,1-16 0,0-3-108,-1 29-58,0-1-1,1 1 0,-1 0 0,1 0 1,0 0-1,-1 0 0,1 0 0,0 0 1,1 0-1,-1 0 0,0 0 0,0 0 0,1 0 1,-1 1-1,1-1 0,-1 1 0,1-1 1,0 1-1,0-1 0,0 1 0,0 0 1,-1 0-1,1 0 0,1 0 0,-1 0 1,2 0-1,9-5-4265</inkml:trace>
</inkml:ink>
</file>

<file path=ppt/ink/ink1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1:04.910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39 0 2841,'0'0'17842,"-3"33"-16775,0 21-726,-1 9 238,-11 66 0,9-88-714,-1 82-1,7-121 38,0-1 1,1 1-1,-1-1 0,0 1 0,1-1 1,-1 1-1,1-1 0,0 1 0,-1-1 1,1 1-1,0-1 0,0 0 0,0 1 0,0-1 1,0 0-1,0 0 0,1 0 0,-1 0 1,0 0-1,1 0 0,-1 0 0,0 0 0,1 0 1,-1-1-1,1 1 0,-1-1 0,1 1 1,-1-1-1,1 1 0,3-1 0,56 5-3742,-52-6 2551,27 1-4367</inkml:trace>
</inkml:ink>
</file>

<file path=ppt/ink/ink1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1:05.111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0 1 6177,'0'0'9618,"218"19"-9610,-109-19-8,-12 0-1176,-8 0-3345</inkml:trace>
</inkml:ink>
</file>

<file path=ppt/ink/ink1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1:05.684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45 0 7618,'0'0'9351,"-2"12"-8284,-39 354 4657,39-163-5450,2-203-279,22-19-125,-18 15 105,17-19-58,-12 13 30,1 0 1,0 0 0,0 1 0,1 0-1,21-12 1,-31 22 52,0 0 0,-1 0 0,1 1 1,0-1-1,0 0 0,-1 1 0,1-1 0,-1 1 0,1-1 0,-1 0 0,0 1 1,0-1-1,1 1 0,-1-1 0,0 1 0,0-1 0,0 1 0,-1-1 1,1 3-1,0 5 5,2 8-334,2 13 1047,1-18-2899,4-8-3555,2-4-43</inkml:trace>
</inkml:ink>
</file>

<file path=ppt/ink/ink1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1:06.122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0 53 8210,'0'0'10141,"15"5"-9656,13 3-152,1-1-1,0-2 1,0 0-1,39 0 1,-67-5-308,-1-1-1,1 1 1,-1-1 0,1 1-1,0-1 1,-1 1 0,1-1 0,-1 1-1,1-1 1,-1 1 0,1-1-1,-1 0 1,0 1 0,1-1-1,-1 0 1,0 1 0,1-1-1,-1 0 1,0 0 0,0 1 0,0-1-1,0 0 1,0 0 0,0 1-1,0-1 1,0 0 0,0 0-1,0 1 1,0-1 0,0 0-1,-1-1 1,1 0 22,0-1-1,0 1 0,-1 0 1,1-1-1,-1 1 1,0 0-1,1 0 0,-1-1 1,0 1-1,0 0 1,-2-2-1,-3-1-2,0 1 0,0 0 0,0 1 0,-1-1 0,1 1 0,-1 1 0,0-1 0,0 1 0,0 0 0,0 1 0,0 0 0,0 0 0,0 0 0,0 1 0,0 0 0,-12 1 0,17 0-30,0 0 0,1 1 0,-1-1 0,1 0 0,-1 0 0,1 1 0,0-1 0,0 1 0,-1-1 0,1 1 0,0-1 0,0 1 0,0 0 0,1-1 0,-1 1 0,0 0 0,1 0 0,-1 0 0,1 0 0,0 0 0,-1-1 0,1 5 0,-3 46 294,3-51-302,0 20 35,-1-11-6,1 0 1,0 0-1,0 0 1,1 0-1,1 0 1,3 14-1,-3-21-58,-1 0 0,0-1 0,1 1-1,-1 0 1,1-1 0,0 0 0,0 1 0,-1-1-1,2 0 1,-1 0 0,0 0 0,0 0-1,1 0 1,-1-1 0,1 1 0,-1-1-1,1 1 1,0-1 0,0 0 0,-1 0-1,1 0 1,0-1 0,0 1 0,0-1 0,0 1-1,0-1 1,5 0 0,107-1-3667,-57-4-750</inkml:trace>
</inkml:ink>
</file>

<file path=ppt/ink/ink1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1:06.543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14 120 8858,'0'0'11505,"0"16"-10389,0 124 527,0-139-1132,-6-16-174,2-23-365,1 0-1,2-52 1,2 44-39,-1 44 20,0 1-1,1-1 0,-1 0 1,1 0-1,0 1 0,-1-1 0,1 1 1,0-1-1,0 0 0,0 1 0,0 0 1,0-1-1,0 1 0,0 0 0,0-1 1,1 1-1,-1 0 0,1 0 1,-1 0-1,1 0 0,-1 0 0,1 0 1,-1 1-1,1-1 0,0 0 0,3 0 1,48-10-8188,-49 11 6673,9-3-3865</inkml:trace>
</inkml:ink>
</file>

<file path=ppt/ink/ink1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1:06.669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1 1 2665</inkml:trace>
</inkml:ink>
</file>

<file path=ppt/ink/ink1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1:07.182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 93 2665,'187'-27'5081,"-149"24"-1169,-38 7-1184,11 0-2122,1-1 0,-1-1 0,1 0 0,-1 0 0,1-1 0,-1-1 0,18-1 0,-10 1-397,-18 0-202,-1 0 0,1-1 0,0 1 0,0 0 0,0 0-1,0-1 1,-1 1 0,1 0 0,0-1 0,0 1 0,0-1 0,-1 1 0,1-1 0,0 1 0,-1-1 0,1 0 0,0 1 0,-1-1 0,1 0 0,-1 1 0,1-1 0,-1 0 0,0 0-1,1 0 1,-1 1 0,0-1 0,1 0 0,-1 0 0,0 0 0,0 0 0,0 0 0,0-1 0,1-34 626,-1 26-310,-1 9-302,1 0 0,-1 0 0,0 0-1,0 0 1,0 1 0,0-1 0,1 0-1,-1 1 1,0-1 0,0 0 0,0 1 0,-1-1-1,1 1 1,0-1 0,0 1 0,0 0-1,0-1 1,0 1 0,0 0 0,-1 0-1,1 0 1,0 0 0,0 0 0,0 0-1,0 0 1,-2 1 0,-38 0 32,40-1-49,-2 1 11,-1-1 1,0 1-1,0-1 1,1 1-1,-1 0 1,0 1-1,1-1 1,-1 1-1,1-1 1,0 1-1,-1 0 1,1 0-1,0 0 1,0 1-1,0-1 1,1 1-1,-1 0 1,0 0-1,1 0 1,0 0-1,0 0 1,0 0-1,0 0 1,0 1-1,1-1 1,-1 1-1,1 0 1,0-1-1,0 1 1,1 0-1,-2 5 1,2-2 64,-1 1 1,1-1 0,0 0-1,1 1 1,0-1-1,0 0 1,0 0 0,1 0-1,0 0 1,1 0 0,-1 0-1,1 0 1,1-1-1,-1 1 1,7 7 0,-4-6-19,1-1 0,-1 0 0,1-1 0,0 0 0,1 0 0,0-1 0,0 0 0,0 0 1,0 0-1,1-1 0,0-1 0,0 1 0,9 1 0,6 0 167,0-1 0,0-1 0,47-1 0,-69-2-46,-21 3-7569,6 3 1406</inkml:trace>
</inkml:ink>
</file>

<file path=ppt/ink/ink1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1:13.720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419 16 5297,'0'0'7511,"-7"-13"-3703,-6 13-3228,3-1-424,1 0 0,0 1 0,-1 0 0,1 1 0,0 0 0,-1 1 0,1-1 0,0 2 0,0-1 0,0 1 0,0 1 0,1 0 0,0 0 0,-13 8 0,2 4 84,1 0 0,1 1 0,1 0 0,0 1 0,1 1 0,1 1 0,1 0 0,0 1 0,2 0 0,1 1 0,-9 25 0,3-1 10,2 0 1,2 1-1,2 1 0,-5 75 1,13-110-213,1 0 1,1 1-1,1-1 1,0 1-1,3 16 1,-3-24-27,1 0 0,0-1 0,1 0 0,-1 1 0,1-1 0,0 0 0,0 0 0,0-1 0,1 1 0,0-1 0,0 0 0,0 0 0,0 0 0,7 5-1,9 4 31,-1 0 0,2-1 0,0-2 0,0 0 0,0-1 0,2-1 0,-1-1 0,1-1-1,28 4 1,19-2 390,122-2 0,-190-6-425,10-1 44,1 0 0,-1-2 0,0 1 1,0-1-1,-1-1 0,1 0 0,-1-1 0,0 0 0,0 0 0,0-2 0,-1 1 1,0-1-1,17-15 0,5-7 37,-2-1 0,42-55 0,-64 76-87,-1-2-1,-1 1 1,0-1-1,0 0 1,-1 0-1,0-1 0,-1 0 1,0 0-1,-1 0 1,2-13-1,-1-12 2,-2 0-1,-2-39 0,-1 29 0,1 35 0,-1 0 0,-1 0 1,0 0-1,-1 0 1,0 0-1,0 0 0,-2 1 1,1 0-1,-1 0 1,-1 0-1,0 0 0,-1 1 1,0 0-1,0 0 1,-1 1-1,0 0 0,-1 0 1,0 1-1,0 0 0,-1 1 1,0 0-1,-13-7 1,-39-21 166,39 21-54,-1 1 1,-28-11 0,39 21-99,-1 0 0,1 2 0,-1-1 1,0 2-1,1 0 0,-23 3 0,-6-1 192,41-2-164,-1 0 0,1-1 0,0 1 0,-1 0 0,1 1 0,0-1 0,-1 0 0,1 0 0,-1 0 0,1 1 0,0-1 0,0 1 0,-1-1 0,1 1 0,0 0 0,0-1 0,0 1 0,-1 0 0,1 0 0,0 0 0,0 0 0,-1 1 0,0 4-3933,1 3-4064</inkml:trace>
</inkml:ink>
</file>

<file path=ppt/ink/ink1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1:14.757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0 237 5449,'0'0'9844,"12"-3"-9276,36-10-35,-46 13-479,-1 0 1,0-1-1,1 1 0,-1 0 0,1 0 0,-1 0 1,1 1-1,-1-1 0,1 0 0,-1 0 0,0 1 1,1-1-1,-1 1 0,0-1 0,1 1 0,-1 0 1,0 0-1,0-1 0,1 1 0,-1 0 1,0 0-1,0 0 0,0 0 0,0 0 0,0 0 1,0 1-1,1 1 0,14 34 855,-14-33-674,25 66 864,-14-43-443,-13-27-604,0-1 0,0 1 0,0 0 0,0 0-1,0 0 1,0 0 0,0 0 0,0 0 0,0-1 0,1 1 0,-1 0 0,0 0 0,0 0 0,0 0 0,0 0 0,0 0 0,0 0 0,0-1 0,1 1 0,-1 0-1,0 0 1,0 0 0,0 0 0,0 0 0,0 0 0,0 0 0,1 0 0,-1 0 0,0 0 0,0 0 0,0 0 0,0 0 0,0 0 0,1 0 0,-1 0 0,0 0-1,0 0 1,0 0 0,0 0 0,0 0 0,1 0 0,-1 0 0,0 0 0,0 0 0,0 1 0,0-1 0,0 0 0,1 0 0,-8-194 317,8 190-369,-1 0 0,1 0 0,-1 0 0,1 0 0,1 0 1,-1 0-1,0 1 0,1-1 0,0 0 0,0 1 0,0-1 0,0 1 0,1 0 0,-1 0 0,1 0 0,0 0 0,0 0 1,0 0-1,4-2 0,10-6-10,-1 0 0,34-15 0,-13 8-31,-22 9-522,22-11-446,-13 7-7966</inkml:trace>
</inkml:ink>
</file>

<file path=ppt/ink/ink1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1:15.173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108 71 9034,'0'0'10089,"-15"21"-9721,-45 67-52,56-83-288,1-1 0,1 1 0,-1 0 0,1 0 0,0 0 0,0 1 0,0-1 0,1 0 0,-1 1 0,1-1 0,1 1 0,-1 0 0,1-1 0,0 1 0,0-1 0,1 1 0,2 10 0,-2-7-13,0-7-7,-1 0 1,1 0-1,0 1 1,0-1 0,0 0-1,0 0 1,0 0 0,0 0-1,0-1 1,1 1-1,-1 0 1,0-1 0,1 1-1,0 0 1,-1-1-1,1 0 1,0 1 0,0-1-1,0 0 1,0 0-1,0 0 1,0 0 0,0 0-1,0-1 1,0 1-1,0-1 1,1 1 0,-1-1-1,0 0 1,0 0-1,1 0 1,-1 0 0,0 0-1,0 0 1,4-1-1,-1 0 13,0 1 1,0-1-1,0 0 0,0-1 0,1 1 0,-2-1 0,1 0 0,0 0 0,0-1 0,-1 0 0,1 1 0,-1-1 0,0-1 0,4-3 0,0-2 7,-1-1-1,0-1 0,0 1 1,-1-1-1,-1 0 1,0 0-1,-1-1 1,0 0-1,0 0 0,-1 0 1,-1 0-1,0 0 1,-1 0-1,0-1 0,-1-20 1,-1 29 2,1 0-1,0 1 1,-1-1 0,1 0-1,-1 1 1,0-1 0,0 1 0,-1-1-1,1 1 1,-1 0 0,0-1-1,1 1 1,-1 0 0,-1 0 0,1 0-1,0 0 1,-1 1 0,1-1-1,-1 1 1,0-1 0,0 1-1,0 0 1,0 0 0,0 0 0,-1 1-1,1-1 1,-1 1 0,-5-2-1,-7-1-28,1 0 0,0 1 0,-1 1 0,1 1 0,-22 0 0,35 1-81,0 1 0,1-1 1,-1 0-1,0 0 0,1 1 1,-1-1-1,0 1 0,1-1 1,-1 1-1,1 0 0,-1 0 1,1 0-1,-1 0 1,1 0-1,0 0 0,-1 0 1,1 0-1,0 0 0,0 1 1,0-1-1,0 0 0,0 1 1,0-1-1,0 1 0,0 1 1,0-2-86,1 0 0,0 0 1,-1 0-1,1 0 0,0 1 1,0-1-1,0 0 0,0 0 1,0 0-1,0 0 0,0 0 1,0 0-1,0 1 0,1-1 1,-1 0-1,0 0 0,1 0 1,-1 0-1,1 0 0,-1 0 1,1 0-1,-1 0 0,1 0 1,0 0-1,-1 0 0,1-1 1,0 1-1,0 0 0,0 0 1,0-1-1,0 1 0,0-1 1,0 1-1,0 0 0,0-1 1,0 0-1,2 1 0,27 7-4097</inkml:trace>
</inkml:ink>
</file>

<file path=ppt/ink/ink1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1:15.602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142 0 968,'0'0'18168,"-13"3"-17504,-40 13-150,50-15-475,1 0 1,-1 0-1,1 1 1,-1-1-1,1 1 0,0 0 1,0-1-1,0 1 1,0 0-1,0 0 1,0 1-1,0-1 1,1 0-1,-1 0 1,1 1-1,0-1 1,-1 1-1,0 3 1,-7 46 252,8-34-234,0-14-54,0 0 0,1 0 0,-1 0 0,1 0 0,0 0 0,0 0 0,1 0 0,-1 1 0,1-1 0,0 0 0,2 5-1,-2-7-1,0 0-1,1-1 1,-1 1-1,1-1 1,0 0-1,-1 1 0,1-1 1,0 0-1,0 0 1,0 0-1,0 0 0,0 0 1,0 0-1,0-1 1,0 1-1,0-1 0,0 1 1,0-1-1,0 0 1,0 0-1,0 0 0,1 0 1,2-1-1,0 2 4,1-1 0,-1 0 0,0-1 0,0 1 0,0-1 0,1 0 0,-1-1-1,0 1 1,0-1 0,-1 0 0,1 0 0,0 0 0,0-1 0,-1 0 0,0 0 0,1 0-1,-1 0 1,-1 0 0,1-1 0,0 0 0,-1 0 0,1 0 0,-1 0 0,-1-1 0,1 1-1,0-1 1,-1 1 0,0-1 0,2-7 0,-3 9 18,0 0 1,0 0 0,0 1-1,0-1 1,0 0-1,-1 0 1,0 0-1,0 0 1,1 0-1,-2 0 1,1 0-1,0 0 1,0 0 0,-1 0-1,0 1 1,0-1-1,0 0 1,0 0-1,0 0 1,0 1-1,-1-1 1,1 1-1,-1-1 1,1 1-1,-1 0 1,0-1 0,0 1-1,0 0 1,-1 0-1,1 0 1,0 1-1,-1-1 1,1 0-1,-1 1 1,0 0-1,1 0 1,-1 0-1,0 0 1,0 0 0,1 0-1,-5 0 1,-12-2-12,0 1 0,0 0 0,1 2 0,-1 0 0,-20 4 1,37-4-19,1 0-40,1 0 1,-1 0-1,0 0 0,0 0 0,1 0 0,-1 1 1,0-1-1,1 0 0,-1 0 0,1 1 0,-1-1 1,0 0-1,1 1 0,-1-1 0,1 1 0,-1-1 0,1 1 1,-1-1-1,1 1 0,-1-1 0,1 1 0,-1-1 1,1 1-1,0 0 0,-1-1 0,1 1 0,0 0 1,-1 0-137,1 0 0,0 0 1,0 0-1,0-1 0,0 1 1,0 0-1,0 0 0,1 0 1,-1-1-1,0 1 0,0 0 0,0 0 1,1 0-1,-1-1 0,0 1 1,1 0-1,-1 0 0,1-1 1,-1 1-1,1 0 0,-1-1 1,1 1-1,0-1 0,-1 1 1,1-1-1,0 1 0,-1-1 1,1 1-1,0-1 0,-1 0 1,1 1-1,0-1 0,0 0 1,0 1-1,1-1 0,27 3-4504,3-2-3383</inkml:trace>
</inkml:ink>
</file>

<file path=ppt/ink/ink1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1:15.975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81 0 8730,'0'0'12053,"-13"34"-10849,-38 105-153,47-129-887,1 0 0,0 0 0,1 0 0,0 1 0,1-1 0,0 1 0,0-1 0,1 1 0,2 15 0,0 10 194,-2-28-337,-1 1-1,1-1 1,1 1-1,0-1 1,0 1-1,1-1 1,0 0-1,0 0 1,1 1-1,0-2 1,0 1-1,1 0 1,0-1-1,0 1 1,1-1-1,0 0 1,0-1-1,1 1 1,0-1 0,0 0-1,0 0 1,10 6-1,-13-9-126,1-1 0,-1 1 0,1-1 0,0 0 0,0 0 0,0 0-1,7 2 1,-10-4-111,0 0 0,0 0 0,0 0-1,0 0 1,0 0 0,-1 0 0,1 0-1,0 0 1,0-1 0,0 1 0,-1 0-1,1-1 1,0 1 0,0 0 0,-1-1-1,1 1 1,0-1 0,-1 0 0,1 1-1,0-1 1,-1 1 0,1-1 0,-1 0-1,1 1 1,-1-1 0,1 0 0,-1 0-1,0 1 1,1-1 0,-1 0 0,0 0-1,0 0 1,1 1 0,-1-1 0,0 0-1,0 0 1,0 0 0,0 0 0,0 1-1,0-1 1,0 0 0,0 0 0,-1 0-1,1 0 1,-1-1 0,1-20-7576</inkml:trace>
</inkml:ink>
</file>

<file path=ppt/ink/ink1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1:16.158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 29 8362,'0'0'10546,"179"-29"-10546,-127 29-32,-7 0-1520,-7 0-3689</inkml:trace>
</inkml:ink>
</file>

<file path=ppt/ink/ink1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1:16.844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1 123 8810,'0'0'10913,"5"-18"-10685,20-54-152,-24 70-75,0 0 0,0 0 0,0 0 0,1 0 1,-1 0-1,1 0 0,-1 0 0,1 1 0,0-1 0,0 1 0,0-1 0,0 1 1,0 0-1,0-1 0,0 1 0,0 0 0,0 0 0,0 1 0,1-1 0,-1 0 1,0 1-1,1-1 0,-1 1 0,1 0 0,-1 0 0,0 0 0,1 0 0,-1 0 1,0 1-1,1-1 0,2 1 0,9 0 6,-2-1 11,0 0 0,0 1 0,0 0 0,-1 1 1,1 0-1,12 4 0,-20-5-11,0 1 0,0 0 1,0 0-1,-1 1 0,1-1 0,0 1 0,-1 0 1,1 0-1,-1 0 0,0 0 0,0 0 0,0 1 1,-1-1-1,1 1 0,-1 0 0,0 0 1,0 0-1,0 0 0,-1 0 0,2 5 0,3 13 83,-1-1-1,-1 1 0,-1 0 0,-1 0 0,-1 39 1,-19 109 742,4-60-287,16-34-196,-1-63-6,0 0 0,0 0 0,-1-1 0,-1 1 0,0 0 1,-1 0-1,-6 22 0,5-25-126,0 0 0,1 0 0,1 0 0,-2 10 0,-3 25 251,5-13-811,1-22-3657,0-23-4463,0 0 474</inkml:trace>
</inkml:ink>
</file>

<file path=ppt/ink/ink1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1:17.310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12 1 6081,'0'0'13502,"-11"22"-11294,74 14 25,-29-12-1381,31 31 1,9 6 298,-69-58-1599,6-5-9996,-8-3 9107,4-10-6385</inkml:trace>
</inkml:ink>
</file>

<file path=ppt/ink/ink1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1:17.792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277 1 6025,'0'0'8828,"-6"-1"-3369,-8 5-3816,-21 36 368,-58 50 0,25-26-793,66-62-1207,1 0 0,-1 0 0,1 0 0,-1 0 1,1 0-1,0 0 0,0 0 0,0 1 0,0-1 0,1 0 0,-1 1 0,0-1 0,1 4 0,-6 13-2940,5-17 2367,0-1 1,-1 0-1,1 1 0,0-1 0,0 0 1,0 0-1,-1 0 0,1 0 0,-1 0 1,1 0-1,-1 0 0,1-1 1,-3 2-1,-14 4-8409</inkml:trace>
</inkml:ink>
</file>

<file path=ppt/ink/ink1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1:20.493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53 0 3593,'0'0'13795,"0"36"-12132,6 83 367,-6 17-600,0-135-32,7-1-1351,1-1 1,-1 0-1,0 0 0,0-1 0,0 0 1,0 0-1,0-1 0,7-3 0,17-7-56,-29 12 6,0 1 0,0-1 0,0 1 0,0-1-1,0 1 1,0 0 0,0 0 0,0 0 0,0 0-1,0 0 1,0 0 0,0 0 0,0 1 0,0-1 0,0 1-1,0 0 1,0-1 0,0 1 0,0 0 0,0 0 0,-1 0-1,1 0 1,0 1 0,-1-1 0,1 0 0,-1 1 0,1-1-1,-1 1 1,1-1 0,-1 1 0,0 0 0,0 0-1,0-1 1,0 1 0,0 0 0,0 2 0,2 5 3,0-1-1,-1 1 1,1 0 0,-2 0 0,0 0 0,0 0 0,0 10 0,-1-7 4,0-9 6,1-1 0,-1 1 0,0-1 0,0 1 0,0-1 0,0 0 0,0 1 0,-1-1 1,1 1-1,-1-1 0,1 1 0,-1-1 0,0 0 0,0 0 0,0 1 0,0-1 0,-1 0 1,1 0-1,0 0 0,-1 0 0,0 0 0,1 0 0,-3 1 0,-42 35 305,34-27-248,-1 0 0,0 0 0,-1-1 0,0-1 0,0 0 0,-1-1 0,-31 12 0,45-19-94,0-1-1,-1 0 1,1 1 0,-1-1 0,1 0-1,-1 0 1,1 1 0,0-1-1,-1 0 1,1-1 0,-1 1 0,1 0-1,-1 0 1,1-1 0,-3 0-1,4 1-418,-1-1-1,0 0 0,1 0 0,-1 0 0,0 0 1,1 0-1,-1 0 0,1 0 0,0 0 0,-1 0 1,1 0-1,0 0 0,-1 0 0,1 0 0,0 0 1,0 0-1,0 0 0,0 0 0,0 0 0,0-2 1,0-9-6117</inkml:trace>
</inkml:ink>
</file>

<file path=ppt/ink/ink1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1:21.177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18 12 4609,'0'0'7231,"-18"0"-1351,61 0-5670,9 1 971,95-11 0,-140 8 835,-21 3-4457,-21 3-5455,20 2-1242</inkml:trace>
</inkml:ink>
</file>

<file path=ppt/ink/ink1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1:22.573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835 0 4825,'0'0'12084,"-13"7"-10298,12 13-1019,0-1-1,-2 1 1,-1 0 0,0-1 0,-1 0 0,-12 29 0,-59 110-58,33-75-90,-175 302 898,57-114-912,-12 19-23,83-142-15,86-142-650,1 0-1,0 0 0,0 0 1,0 0-1,1 0 0,-2 7 1,1 25-8223,3-25 1458</inkml:trace>
</inkml:ink>
</file>

<file path=ppt/ink/ink1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1:23.719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15 32 4081,'0'0'5386,"-1"-5"-5086,-1 0-66,-2-17 1977,-4 22 4023,19 0-4376,241 0 603,-251 0-2456,-1 0 0,1 0 0,0 0 1,0 0-1,-1 1 0,1-1 0,0 0 0,0 0 0,-1 0 1,1 1-1,0-1 0,-1 0 0,1 1 0,-1-1 0,1 1 0,0-1 1,-1 1-1,1-1 0,-1 1 0,1-1 0,-1 1 0,1-1 1,-1 1-1,0 0 0,1-1 0,-1 1 0,0 0 0,1-1 1,-1 1-1,0 0 0,0 0 0,1-1 0,-1 1 0,0 0 1,0 0-1,0-1 0,0 1 0,0 0 0,0 0 0,-1-1 1,1 1-1,0 0 0,0-1 0,0 1 0,-1 0 0,1 0 1,0-1-1,-1 1 0,1-1 0,0 1 0,-1 0 0,1-1 1,-2 2-1,-23 37 627,4-21-365,-1 0 1,-24 15-1,29-22-157,0 0 0,1 1 0,1 1-1,0 0 1,1 1 0,-19 24 0,32-37-104,1 0 0,-1 0 1,0 0-1,1 0 0,-1 0 1,1 0-1,-1 0 0,1 0 1,-1 0-1,1 0 0,0 0 1,-1 0-1,1 0 0,0 0 1,0 0-1,0 0 0,0 1 0,0-1 1,0 0-1,0 0 0,0 0 1,0 0-1,1 0 0,-1 0 1,1 2-1,0-2 7,0 1 0,1-1 0,-1 0 1,0 0-1,1 0 0,-1 0 0,1 0 0,-1-1 0,1 1 1,-1 0-1,1-1 0,0 1 0,-1-1 0,1 1 0,2-1 0,12 2 65,0-1 0,-1-1 0,19-2 0,-14 1-76,-8 2 16,0-1 1,0 0-1,1-1 1,-1-1-1,0 1 0,0-2 1,-1 0-1,1 0 1,14-7-1,-25 10 67,-45 0-10600,24 0 4268</inkml:trace>
</inkml:ink>
</file>

<file path=ppt/ink/ink1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1:24.873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534 22 6009,'0'0'9690,"-7"0"-9278,-11 2-50,0 0-1,-1 1 1,2 1-1,-1 0 1,0 1-1,1 2 0,0-1 1,0 2-1,1 0 1,-17 11-1,7-2-134,0 1 0,1 1 1,1 1-1,1 2 0,-27 30 0,37-35-138,1 1 1,1 0-1,0 0 1,1 1-1,1 1 1,-10 34-1,-25 125 613,36-121-329,2 1 0,5 116 0,2-87-113,-2-76-230,1 0 0,1 0 1,0 0-1,0 0 0,1 0 0,1-1 0,0 1 0,0-1 1,1 0-1,1 0 0,0 0 0,0 0 0,1-1 0,1 0 1,-1 0-1,2-1 0,-1 1 0,1-2 0,1 1 0,17 13 1,-6-10 35,0-1 1,1-1 0,0-1 0,1-1 0,-1-1 0,2-1-1,-1 0 1,32 2 0,19-2 297,94-4 0,-93-3-177,-65 0-132,-1-2 1,1 1-1,-1-1 0,0 0 1,0-1-1,0 0 1,0 0-1,0 0 0,-1-1 1,0-1-1,0 1 1,8-9-1,10-5 1,6-3 45,-1-2 0,-2 0 0,0-2 0,26-31 0,-45 46-70,-1-1-1,1 0 1,-2 0-1,0 0 1,0-1-1,-1 0 1,-1-1-1,0 1 1,-1-1-1,0 0 1,-1 0-1,0 0 1,0-28-1,-3 7 17,1 1-9,-1 0 1,-1 0 0,-3 1 0,0-1-1,-14-47 1,5 40-29,-3-12 2,-31-66-1,39 103 24,-1-1 0,0 2 0,-1-1 0,-1 2-1,0-1 1,-1 1 0,-1 1 0,-15-13 0,-123-86 314,53 42 385,86 63-629,11 7-104,7 0-3351,65-2-3228,-26-6 1447</inkml:trace>
</inkml:ink>
</file>

<file path=ppt/ink/ink1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1:26.089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20 45 2889,'0'0'6674,"-1"-6"-5937,-1-1-374,1 4-84,0 1 1,1-1 0,-1 0 0,1 1-1,-1-1 1,1 0 0,0 1 0,0-1-1,1-5 1,-11 10 6888,7 3-6585,5 4-388,0-1 0,0 1 1,1-1-1,0 0 0,0 0 0,1 0 0,0-1 0,0 1 0,1-1 0,0 0 1,11 12-1,20 32 449,-17-9-233,21 63 0,-25-60 103,28 55 0,31 49 591,-27-52-691,3-2-1,93 131 1,-104-176-326,-7-9 199,50 80 1,-78-115-222,-1 1 0,1 0 0,-1 0 0,-1 1 0,1-1 0,-1 0 1,0 1-1,-1-1 0,1 10 0,-1-11 132,-1-6-278,0 0 0,0 0 0,0 1 0,0-1 0,0 0 0,0 0 0,0 1 0,0-1 0,0 0 0,0 1 0,0-1 0,0 0 0,0 0 0,0 1 1,0-1-1,0 0 0,-1 0 0,1 1 0,0-1 0,0 0 0,0 0 0,0 1 0,0-1 0,-1 0 0,1 0 0,0 0 0,0 1 0,0-1 0,-1 0 0,1 0 0,0 0 0,0 0 0,0 0 0,-1 1 0,1-1 0,0 0 0,0 0 0,-1 0 0,1 0 0,0 0 0,0 0 0,-1 0 0,1 0 0,0 0 0,-1 0 0,1 0 0,0 0 0,0 0 0,-1 0 0,1 0 0,0 0 0,0 0 0,-1 0 0,1-1 0,0 1 0,0 0 1,-1 0-1,1 0 0,0 0 0,-9-1-813,-5 1-4106,1 0-1687</inkml:trace>
</inkml:ink>
</file>

<file path=ppt/ink/ink1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1:27.292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251 1 4617,'0'0'11461,"-7"16"-6084,-50 8-3930,46-20-1394,-1 0 0,0 1-1,1 1 1,0 0 0,0 0-1,1 1 1,-14 12 0,16-12-31,1 1 1,0 0-1,0 0 1,1 1-1,0 0 1,1 0-1,0 1 1,0-1-1,1 1 1,0 0-1,-4 20 1,3-2-9,1 0 0,2 0-1,0 36 1,3-58 4,-1-1 1,1 1-1,1 0 0,-1-1 1,1 1-1,0-1 0,0 0 0,0 1 1,1-1-1,-1 0 0,1 0 1,1 0-1,-1-1 0,1 1 0,0-1 1,0 0-1,0 0 0,0 0 1,1-1-1,-1 1 0,1-1 0,0 0 1,0-1-1,0 1 0,1-1 1,-1 0-1,8 2 0,-6-2 43,0 1 0,1-1 0,-1-1 0,1 0 0,-1 0 0,1 0 0,-1-1 0,1 0 0,-1-1 0,1 1 0,-1-2 0,1 1 0,-1-1 0,1 0 0,-1 0 0,0-1 0,0 0 0,0 0-1,-1-1 1,10-6 0,-1-3-19,0 0 0,-2-1-1,0 0 1,0-1 0,20-33-1,-28 39-3,0-1 0,-1 1 0,0-1 0,-1 0 0,1 0 0,-2-1 0,0 1 0,0 0 0,-1-1 0,0 1-1,-1-1 1,-1-17 0,1 25-27,-1 0 0,0 0 0,0 0 0,0 0 0,0 1 0,0-1 0,0 0 0,-1 0 0,1 1 0,-1-1 0,0 1 0,0 0 0,0-1 0,0 1 0,0 0 0,-3-2 0,-1-1-2,-1 1 0,0 0 0,1 0-1,-2 0 1,1 1 0,-8-2-1,-6-2 6,-1 2-1,0 0 0,-32-1 1,-43 5-372,96 1-271,4-7-9539,13 1 4335</inkml:trace>
</inkml:ink>
</file>

<file path=ppt/ink/ink1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1:28.791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790 76 5169,'0'0'9077,"-11"-12"-8104,-41-35-182,46 44-635,0 1 0,0-1 0,0 1 0,0 0 0,0 1 0,-1 0 0,1 0 0,-1 0 0,1 1 0,-1 0 0,1 0 0,-1 0 0,1 1 0,-12 2 0,8-1 10,-26 5 318,1 1 0,0 2 0,0 2 0,1 1 0,-40 21 1,45-17-310,1 1-1,1 1 1,1 1 0,0 1 0,2 1 0,0 2 0,2 0 0,1 2 0,1 0 0,-22 37 0,31-42-53,1 0 0,0 1 1,2 0-1,1 1 0,0 0 0,2 0 1,-4 37-1,4 14 429,4 78-1,2-71-263,0-56-214,1 0 1,1 0-1,1-1 1,1 0 0,1 0-1,1 0 1,2 0-1,0-1 1,1-1-1,1 0 1,2 0-1,25 35 1,-25-40 11,1-1 0,1 0 1,0 0-1,1-2 0,1 0 1,0 0-1,1-2 0,0 0 0,1-1 1,0-1-1,1-1 0,0-1 0,1-1 1,35 9-1,0-8 348,0-3-1,84-1 1,-129-5-379,1-1 0,0 1 1,-1-2-1,1 0 0,-1 0 0,1-1 1,-1 0-1,12-7 0,85-53 91,-87 50-128,10-5-3,-1-2 1,-1-2-1,0-1 0,-2 0 0,-2-3 0,0 0 0,-1-1 0,37-59 0,-55 74-12,0-1-1,-1 0 1,-1-1-1,0 1 1,-1-1 0,0 1-1,1-29 1,-3-1 3,-5-61 1,1 90-5,0 0 0,0 0 0,-2 1 0,0-1 0,0 1 0,-1 0 0,-1 0 0,0 1 0,-12-16 0,5 9-1,-1 1-1,0 0 1,-2 1 0,0 1-1,-22-17 1,11 14-16,-1 2-1,-37-18 1,46 27 21,0-2 0,0 0 1,1-1-1,0-1 0,1 0 1,1-2-1,-27-29 0,39 40 25,1 0 0,-1 1 0,0-1 0,0 1 0,0 0 0,-1 0 0,1 0 0,0 1 0,-1 0 0,0 0-1,0 0 1,1 1 0,-10-2 0,14 3 198,2-2-1430,6 1-9314,4 1 3672</inkml:trace>
</inkml:ink>
</file>

<file path=ppt/ink/ink1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1:30.976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353 212 4505,'0'0'10941,"1"5"-9921,5 11-306,-4-12-170,0 1 0,0-1 1,0 1-1,-1-1 0,0 1 1,1 8-1,0-10 17,-1-3-528,-1 0 0,0 0 0,1 1 0,-1-1 0,0 0 0,0 0 0,1 1 0,-1-1 0,0 0 0,0 0 0,1 1 0,-1-1 0,0 0 0,0 1 0,0-1 0,0 0 0,1 1 0,-1-1 0,0 0 0,0 1 0,0-1 0,0 0 0,0 1 0,0-1 0,0 0 0,0 1 0,0-1 0,0 0 0,0 1 0,0-1 0,0 0 0,0 1 0,0-1 0,-1 0 0,1 1 0,0-1 0,0 0 0,0 1 0,0-1 0,-1 0 0,1 0 0,0 1 0,0-1 0,-1 0 0,1 0 0,-1 1 0,-9 5 98,-1-1 0,1 0 0,-1-1 0,-1 0-1,1 0 1,-13 1 0,-78 12-108,74-14 49,-26 7-59,31-5-16,0-2-1,-32 2 1,54-5-11,1-2-26,1 1 35,-1 0-1,1-1 1,0 1-1,-1-1 1,1 1-1,0 0 1,0-1-1,0 1 0,0 0 1,0 0-1,0 0 1,0 0-1,0 0 1,2-1-1,3-5 0,70-83-10,64-67-7,-119 136 24,-12 11-1,1 0 1,0 1 0,1 0 0,0 1 0,0 0 0,14-7 0,-23 38 66,-5 58 894,-19 132 1,-9 70 489,-4 29-747,28-293-1474,4-14-1848,1-13-833,2-10-2265</inkml:trace>
</inkml:ink>
</file>

<file path=ppt/ink/ink1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1:31.478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219 3 8314,'0'0'12692,"-14"0"-12343,-1-1-302,-59-1 655,69 2-677,0 0 1,0 1-1,0-1 1,0 1-1,1 0 1,-1 1-1,0-1 1,0 1-1,1 0 1,0 0-1,-1 0 1,1 0-1,-5 4 1,8-4-84,0-1 0,0 0 1,0 0-1,0 1 0,0-1 1,0 1-1,0-1 0,1 1 1,-1-1-1,0 1 1,1 0-1,0-1 0,-1 1 1,1 0-1,0-1 0,0 1 1,0 0-1,0-1 0,0 1 1,0 0-1,0-1 0,1 1 1,-1 0-1,1-1 0,-1 1 1,1-1-1,-1 1 0,1-1 1,0 1-1,0-1 0,2 3 1,3 4-74,0 1 1,1-1 0,0-1 0,9 8-1,-5-5 70,16 14-65,-20-18 112,0 0 1,0 0-1,-1 0 0,10 13 0,-16-18 43,0 0 1,0-1-1,0 1 0,1 0 0,-1 0 0,0 0 0,0-1 0,0 1 1,0 0-1,0 0 0,-1-1 0,1 1 0,0 0 0,0 0 0,0 0 1,-1-1-1,1 1 0,0 0 0,-1-1 0,1 1 0,-1 0 1,1-1-1,-1 1 0,1-1 0,-1 1 0,1 0 0,-1-1 0,0 1 1,1-1-1,-1 0 0,0 1 0,1-1 0,-1 1 0,0-1 0,1 0 1,-1 0-1,0 1 0,0-1 0,0 0 0,-37 13 889,34-11-796,-11 2-153,-1 0 1,1-1-1,-1-1 0,-30 1 1,45-3-1587</inkml:trace>
</inkml:ink>
</file>

<file path=ppt/ink/ink1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1:31.783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335 1 10546,'0'0'12335,"-22"33"-10921,-66 109-257,81-129-966,0 0 1,1 1-1,0 0 0,1 0 1,-7 29-1,5-15 63,-13 74 251,14-64-355,-15 53 0,18-81-456,-1 0 1,0 0-1,0 0 1,-1 0-1,-1-1 1,1 0-1,-1 0 1,-1-1-1,-13 15 1,-5-5-2934,6-11-1751,0-5-2503</inkml:trace>
</inkml:ink>
</file>

<file path=ppt/ink/ink1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1:32.390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1 529 10970,'0'0'6054,"33"-8"-3909,216-55 797,-189 48-2604,7-2-140,-1-2 1,92-41-1,-142 53-195,1-2 0,-2 1 1,1-2-1,-1 0 0,-1-1 0,0 0 0,0-1 0,-1-1 1,-1 0-1,0 0 0,0-2 0,-2 1 0,0-1 0,11-23 1,-17 27-3,-1 1 1,0-1 0,-1 0 0,0 0-1,-1 0 1,0 0 0,0 0 0,-2-13-1,0 4 40,1 19-28,-1 0 1,1 0-1,-1 0 1,1 0-1,-1 0 1,0 0-1,0 0 1,0 0 0,1 0-1,-1 1 1,0-1-1,0 0 1,0 0-1,0 1 1,0-1-1,0 1 1,0-1 0,0 1-1,-1 0 1,1-1-1,0 1 1,0 0-1,0 0 1,0 0-1,-1 0 1,1-1-1,0 2 1,0-1 0,0 0-1,-2 0 1,-47 3 40,46-2-46,-15 2 2,1 2 0,0 0 0,0 1 0,0 1 0,1 0-1,0 1 1,0 1 0,1 1 0,-21 16 0,2 1 54,1 1 0,-57 64 0,74-73-7,1 1 0,0 1 0,2 0 0,1 1 0,0 0 0,2 1 0,0 1 0,2 0-1,1 0 1,0 1 0,2 0 0,1 0 0,1 1 0,1-1 0,1 31 0,2 63 163,26-119 51,-17-2-264,0 0 0,-1-1 0,1-1 0,-1 0 1,0 0-1,0 0 0,0-1 0,13-11 0,24-12 13,-44 27-14,-1 36 301,0-6-283,0 38-2223,3-66-2479,7-1 2276,-8 0 1050,22 0-6511</inkml:trace>
</inkml:ink>
</file>

<file path=ppt/ink/ink1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1:32.605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71 0 11058,'0'0'13467,"-38"109"-13395,38-106-24,0 1-48,-7-4-856,-6 0-864,7 0-1233,0 0-2480</inkml:trace>
</inkml:ink>
</file>

<file path=ppt/ink/ink1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1:32.807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52 1 3065,'0'0'17019,"-52"22"-17019,52-6-400,0 3-1144,0-6-1057,0 3-2400</inkml:trace>
</inkml:ink>
</file>

<file path=ppt/ink/ink1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1:33.167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270 0 10682,'0'0'11325,"-29"9"-10704,-87 26-248,112-34-357,1 0 1,0 0 0,0 0-1,0 0 1,0 1-1,0-1 1,0 1-1,0 0 1,0 0-1,-2 3 1,4-5-19,1 0 0,0 1 1,-1-1-1,1 1 0,0-1 0,0 1 1,0-1-1,0 1 0,-1 0 1,1-1-1,0 1 0,0-1 0,0 1 1,0-1-1,0 1 0,0-1 0,0 1 1,1-1-1,-1 1 0,0 0 0,0-1 1,0 1-1,0-1 0,1 1 0,-1 0 1,2 6-92,-1-6 55,-1 0 1,1 0-1,-1 1 0,1-1 1,-1 0-1,1 0 0,0 0 1,0 0-1,-1 0 1,1 0-1,0 0 0,0 0 1,0-1-1,0 1 0,0 0 1,0 0-1,0-1 0,0 1 1,0-1-1,2 1 0,32 14-493,-19-8 229,-11-5 207,30 19-301,-35-20 393,1-1-1,0 1 0,-1-1 0,1 1 0,0-1 0,-1 1 0,1 0 0,-1-1 0,1 1 0,-1 0 0,1 0 0,-1-1 0,0 1 0,1 0 0,-1 0 0,0 0 0,0-1 0,0 1 0,1 0 0,-1 0 0,0 0 0,0 0 0,0 0 0,0-1 0,0 1 0,0 0 0,-1 0 0,1 0 0,0 0 0,0-1 0,-1 1 0,1 0 0,0 0 0,-1-1 0,1 1 0,-1 0 0,1 0 0,-1-1 0,1 1 0,-1 0 0,0 0 0,-10 6 200,1-1 0,-1 0-1,0-1 1,-1 0 0,1-1-1,-1 0 1,0-1 0,0 0 0,-14 1-1,-7 4 254,24-5-336,-21 0-265,29-3-1084,5 0-2769,12-3 172,9-10-4158</inkml:trace>
</inkml:ink>
</file>

<file path=ppt/ink/ink1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1:33.746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231 7 8282,'0'0'11242,"-19"-6"-8030,12 6-3090,-1 2 1,1-1-1,-1 1 1,1 0-1,0 0 1,-1 1-1,1 0 1,1 0-1,-1 1 1,0 0-1,-11 9 1,5-3-1,1 1 0,0 0 1,0 0-1,-13 19 0,20-22-112,0 0 0,0 0 1,1 0-1,0 1 0,0 0 0,1-1 0,0 1 0,1 1 0,0-1 0,0 0 0,1 0 0,0 1 1,1 13-1,7-21-11,0-1 1,-1 0 0,1 0 0,-1-1 0,1 0 0,12-1-1,-11-1-20,-1 0-1,0 0 0,0-1 0,1 1 0,-2-2 0,1 1 1,0-1-1,-1 0 0,1 0 0,-1-1 0,10-9 1,3-4-8,36-43 1,-56 79 2635,-4 89-3734,5-105 816,0 0 0,0 1 0,1-1 1,-1 0-1,1 0 0,0 0 0,0 0 0,0 1 1,0-1-1,0 0 0,0-1 0,0 1 0,1 0 1,-1 0-1,1 0 0,-1-1 0,1 1 0,0-1 1,-1 1-1,1-1 0,0 0 0,0 0 0,0 0 0,0 0 1,0 0-1,0 0 0,1 0 0,-1-1 0,0 1 1,0-1-1,1 1 0,-1-1 0,3 0 0,38 2-10631</inkml:trace>
</inkml:ink>
</file>

<file path=ppt/ink/ink1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1:50.07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6 830 4097,'0'0'5326,"0"6"-4922,0 21 2360,-4-36 4903,3-3-7303,7-9-278,1 1 0,1-1 0,0 2 1,2-1-1,0 1 0,18-24 0,-10 14-84,126-172-108,-96 139 36,75-125-1,-123 185 74,1 0-1,0 1 0,0-1 1,0 0-1,0 0 0,0 1 1,0-1-1,0 1 0,1-1 1,-1 1-1,1-1 0,-1 1 1,4-2-1,-5 3 1,1 0-1,-1 0 1,1 0-1,-1 1 1,1-1-1,-1 0 1,1 1-1,-1-1 1,0 0-1,1 1 1,-1-1-1,0 0 1,1 1 0,-1-1-1,0 1 1,1-1-1,-1 1 1,0-1-1,0 1 1,0-1-1,1 1 1,-1-1-1,0 1 1,0-1-1,0 1 1,0-1 0,0 1-1,0-1 1,0 1-1,0-1 1,0 2-1,-2 64 210,1-59-185,-4 49 184,1-34-192,1 1 0,2 0-1,0-1 1,1 1 0,2 0 0,0-1-1,8 35 1,-3-38-15,6 29-13,-12-48 4,-1 1 0,0-1 0,0 0 1,1 0-1,-1 0 0,0 1 0,1-1 0,-1 0 1,0 0-1,1 0 0,-1 0 0,0 1 1,1-1-1,-1 0 0,0 0 0,1 0 0,-1 0 1,0 0-1,1 0 0,-1 0 0,0 0 1,1 0-1,-1 0 0,0 0 0,1 0 0,-1 0 1,0-1-1,1 1 0,-1 0 0,0 0 1,1 0-1,-1 0 0,0-1 0,0 1 1,1 0-1,-1 0 0,1-1 0,13-7-56,121-150-60,-63 83 124,83-92-333,-124 130 308,-2-1 0,41-71-1,-64 100 299,-4 12 146,-8 16-162,-89 139 401,69-107-421,3 1-1,2 1 1,2 0-1,-21 105 1,39-157-367,1 0 1,-1 1-1,1-1 1,0 1 0,-1-1-1,1 1 1,0-1-1,0 1 1,0-1-1,0 1 1,1 0-1,-1-1 1,0 0 0,0 1-1,1-1 1,-1 1-1,1-1 1,0 1-1,-1-1 1,1 0-1,1 2 1,0-2-383,0-1 1,0 1-1,0-1 1,-1 1-1,1-1 1,0 0-1,0 0 1,0 0-1,0 0 1,0 0-1,0-1 1,0 1-1,0-1 1,0 1-1,-1-1 1,3 0-1,27-11-6867</inkml:trace>
</inkml:ink>
</file>

<file path=ppt/ink/ink1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1:50.68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357 1 6161,'0'0'11612,"-28"0"-8341,20 0-3047,-3-1-109,0 1-1,0 1 0,1-1 0,-1 2 0,0-1 0,0 1 1,1 1-1,0 0 0,-13 6 0,-2 2-23,2 1-1,0 1 1,0 1 0,1 2 0,1 0-1,-26 26 1,45-41-92,1 0-1,-1 1 1,1-1 0,0 0-1,0 1 1,0-1 0,0 1-1,0 0 1,0-1 0,0 1-1,0 0 1,0-1 0,1 1-1,-1 0 1,1 0-1,0 0 1,-1 0 0,1-1-1,0 1 1,0 0 0,0 0-1,0 0 1,0 0 0,1 2-1,0-2-3,1 0-1,-1 0 1,0 0-1,1 0 1,-1-1 0,1 1-1,0 0 1,0-1-1,-1 0 1,1 1-1,0-1 1,0 0-1,0 0 1,1 0-1,-1 0 1,4 1-1,3 0 1,-1 1 1,1-2-1,0 1 0,0-1 0,0-1 0,0 0 1,0 0-1,0 0 0,15-4 0,-16 1 15,1-1 0,-1 0 0,0 0-1,0-1 1,0 0 0,0 0 0,-1-1-1,0 0 1,0 0 0,-1-1 0,1 0 0,-2 0-1,1 0 1,-1-1 0,0 0 0,0 0-1,4-11 1,-11 44 547,1 1 1,3 25-1,0 10-7194,1-51 3406,13-1-801</inkml:trace>
</inkml:ink>
</file>

<file path=ppt/ink/ink1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1:50.98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296 0 8482,'0'0'10542,"-24"26"-9647,-73 82-18,78-84-543,0 0-1,2 1 1,-15 29-1,24-39-484,-1 0 0,-1-1 0,0 0 0,-21 22 0,15-31-2670,13-5-2419</inkml:trace>
</inkml:ink>
</file>

<file path=ppt/ink/ink1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1:51.23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8058,'0'0'11570,"11"12"-10760,21 29 187,39 62-1,-67-98-969,-1 0 0,1-1 0,-1 0 0,1 0 0,0 0 0,1-1 0,-1 1 0,1-1 0,-1 0 0,1 0 0,0 0 0,0-1 0,1 0 0,-1 0 0,0 0 0,1-1 0,-1 1 0,1-1 0,6 0-1,49-2-1482,-2-13-3436,-21 1-2888</inkml:trace>
</inkml:ink>
</file>

<file path=ppt/ink/ink1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1:51.70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45 4 1568,'0'0'15937,"-8"0"-15449,-21 0-9,21 0 310,22 3 281,116-2 1876,-70-2-2473,-60 1-505,12-2 403,-10-2-6916</inkml:trace>
</inkml:ink>
</file>

<file path=ppt/ink/ink1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1:52.11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198 0 6553,'0'0'11371,"-22"32"-10204,-65 102-67,79-122-905,1 0 0,1 1 0,0 0 0,0 0 0,2 1-1,0-1 1,0 1 0,1 0 0,1 0 0,-1 20 0,-2 12 132,-6 9-138,6-35-367,1 0-1,-2 39 0,1-55-1765</inkml:trace>
</inkml:ink>
</file>

<file path=ppt/ink/ink1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1:52.42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251 0 7634,'0'0'13192,"-22"26"-12429,-68 86 98,81-100-670,1 1 0,0 0-1,1 0 1,0 0 0,1 1 0,0 0-1,1 0 1,1 1 0,-3 18 0,0-2 144,-1 10-20,2 0 0,2 0-1,2 68 1,2-109-468,-3-1-3409,-26-17-5590,16 5 780</inkml:trace>
</inkml:ink>
</file>

<file path=ppt/ink/ink1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1:52.68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68 8786,'0'0'15107,"167"-25"-14435,-128 21-184,-1-2-272,0 0-144,1-1-64,-13 4-8,-1-3-168,-5 2-728,12 1-1016,-13 0-2129,7 3-1800</inkml:trace>
</inkml:ink>
</file>

<file path=ppt/ink/ink1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1:53.12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55 86 5601,'0'0'12450,"5"1"-11230,3 2-891,0-1 1,0 0-1,0-1 1,0 0-1,0 0 1,1-1 0,-1 0-1,0 0 1,9-2-1,-10-45-118,-7 46-203,1-1 1,-1 1-1,1-1 1,-1 1-1,0 0 0,0-1 1,1 1-1,-1-1 1,0 1-1,0-1 0,0 1 1,-1-1-1,1 1 1,0 0-1,0-1 0,-1 1 1,1-1-1,-1 1 1,1 0-1,-1-1 0,0 1 1,1 0-1,-1 0 1,0 0-1,0-1 1,0 1-1,0 0 0,0 0 1,0 0-1,0 1 1,0-1-1,-1 0 0,1 0 1,0 0-1,0 1 1,-2-1-1,-1 0 23,0 0 0,0 1-1,0 0 1,0 0 0,0 0 0,0 0-1,1 0 1,-1 1 0,0 0-1,0 0 1,0 0 0,-5 2 0,3 0 16,1 0 0,-1 1 0,1-1 1,0 1-1,0 0 0,1 0 0,-1 0 0,1 1 1,0 0-1,0 0 0,0 0 0,1 0 0,0 1 1,0-1-1,0 1 0,1 0 0,0-1 0,0 1 1,0 0-1,1 0 0,-1 1 0,2-1 1,-1 0-1,1 0 0,0 1 0,0-1 0,0 0 1,1 0-1,2 8 0,-2-11-54,0-1 0,0 0 0,0 0 0,0 0 0,1 0 0,-1-1 0,1 1 0,-1 0 0,1-1 1,0 1-1,-1-1 0,1 1 0,0-1 0,0 0 0,0 1 0,0-1 0,0 0 0,1-1 0,-1 1 0,0 0 0,0-1 0,1 1 0,-1-1 0,0 0 0,0 1 0,4-1 0,11 1-727,0-1-1,28-3 0,-32 2-344,12-1-1988,-1-2 1,32-8-1,-5-4-6653</inkml:trace>
</inkml:ink>
</file>

<file path=ppt/ink/ink1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1:53.61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335 18 1504,'0'0'15005,"-28"-4"-13866,-88-8-176,110 11-802,-1 0-1,1 1 1,0 0 0,0 1 0,-1-1 0,1 1 0,0 0 0,0 1 0,0-1 0,0 1-1,0 0 1,0 1 0,1 0 0,-1 0 0,1 0 0,-1 0 0,1 1 0,-8 7 0,4-1 136,0 1 1,1 0 0,0 0-1,1 1 1,-11 23 0,15-30-227,1-1-24,1 0 0,0-1-1,0 1 1,0 0 0,0 0 0,1 0 0,-1 0-1,1 0 1,0 0 0,0 5 0,1 2-42,-1-10-11,1 0 0,0-1 0,0 1-1,-1-1 1,1 1 0,0 0 0,0-1 0,0 0-1,0 1 1,0-1 0,0 1 0,0-1-1,0 0 1,0 0 0,0 0 0,0 0 0,0 1-1,0-1 1,0 0 0,0-1 0,2 1 0,35 0-7,-27-1 55,0 2-26,0-2-1,0 1 1,-1-2-1,1 1 0,18-6 1,-24 5-3,-1 0 1,0 0-1,0 0 0,1 0 1,-1-1-1,-1 0 1,1 1-1,0-2 0,-1 1 1,0 0-1,1 0 1,-1-1-1,-1 0 0,1 0 1,0 0-1,2-5 1,-7 26 586,1 1 1,1-1-1,2 18 1,0 11-1789,-2-45 1063,0 0 0,0 0 0,0 0 0,0 0 0,0 0 0,0 0 0,0 0 0,1 0 0,-1 1 0,0-1 0,1 0 0,-1 0 0,1-1 0,-1 1 0,1 0 0,-1 0 0,1 0 0,0 0 0,-1 0 0,1 0 0,0-1 0,0 1 0,0 0 0,0-1 0,0 1 0,-1-1 0,1 1 0,0-1 0,2 1 0,33 3-6687,-30-4 5467,18 0-5155</inkml:trace>
</inkml:ink>
</file>

<file path=ppt/ink/ink1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1:53.97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347 32 9514,'0'0'10609,"-5"-6"-9630,-17-18-158,22 24-800,0 0 0,0 0 0,-1 0 0,1 0 0,0-1-1,0 1 1,0 0 0,-1 0 0,1 0 0,0 0 0,0 0 0,-1 0-1,1 0 1,0 0 0,0 0 0,-1 0 0,1 0 0,0 0 0,-1 0-1,1 0 1,0 0 0,0 0 0,-1 0 0,1 0 0,0 0 0,0 0-1,-1 0 1,1 0 0,0 1 0,0-1 0,0 0 0,-1 0-1,1 0 1,0 0 0,0 1 0,0-1 0,-1 0 0,1 0 0,0 0-1,0 1 1,0-1 0,0 0 0,0 0 0,-1 1 0,1-1 0,0 0-1,0 0 1,0 1 0,0-1 0,0 0 0,0 0 0,0 1 0,0-1-1,0 0 1,0 0 0,0 1 0,0-1 0,0 0 0,0 0 0,0 1-1,-2 19 374,1-19-231,-31 154 3095,7-45-2421,-45 178-622,67-279-373,0 0 1,0-1-1,-1 1 1,0-1-1,-1 0 1,0 0-1,0-1 1,-1 1-1,0-1 1,-10 10-1,11-13-391,-1 0-1,1 0 0,-1-1 0,1 1 0,-1-1 0,-8 3 0,7-4-751,0 0 0,-1 0-1,1-1 1,0 0 0,-1 0-1,-7-1 1,2 0-5893</inkml:trace>
</inkml:ink>
</file>

<file path=ppt/ink/ink1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1:54.43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55 73 7986,'0'0'6514,"25"-12"-5559,74-40-83,-98 51-742,0 1-1,0-1 1,0 0-1,0 0 1,0 1-1,1-1 1,-1 0-1,0 1 1,0-1-1,0 1 1,1 0-1,-1-1 1,0 1-1,1 0 1,-1 0-1,0 0 1,0 0-1,1 0 1,-1 0-1,0 0 1,1 0-1,-1 0 1,0 1-1,0-1 1,2 1-1,-5 15 87,1-12 37,3 45 144,-1-23-158,-1 0 0,-4 32 0,4-55-238,-1-1 1,0 1 0,0-1-1,0 1 1,0-1 0,0 0-1,-1 1 1,1-1 0,-1 0 0,0 0-1,1 0 1,-1 0 0,0 0-1,0-1 1,0 1 0,0 0-1,0-1 1,-1 1 0,1-1-1,0 0 1,-1 0 0,1 0 0,-1 0-1,1 0 1,-1-1 0,0 1-1,-2 0 1,-11 1 18,0 0 0,0-1-1,-22-2 1,19 1-5,16 0 35,0 0-1,0 0 1,0-1 0,0 1-1,0-1 1,1 1 0,-1-1 0,0 0-1,0 0 1,1 0 0,-1 0-1,0-1 1,-3-2 0,5 3-48,1 1 1,-1 0 0,1-1 0,0 1-1,-1-1 1,1 1 0,-1-1 0,1 1-1,0-1 1,0 1 0,-1-1 0,1 0-1,0 1 1,0-1 0,0 1 0,0-1-1,0 0 1,0 1 0,0-1-1,0 1 1,0-1 0,0 0 0,0 0-1,1-1-128,-1 1-1,1 0 0,0-1 0,0 1 0,-1 0 1,1 0-1,0-1 0,0 1 0,1 0 1,-1 0-1,0 0 0,0 0 0,3-1 0,16-11-3205,5-3-3442</inkml:trace>
</inkml:ink>
</file>

<file path=ppt/ink/ink1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1:55.06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49 27 4369,'0'0'12560,"28"-4"-11696,56-7-189,85 0 0,-152 11-572,-9-1-71,-1 1 1,1 0-1,0 1 0,0 0 1,13 3-1,-19-3-28,0-1-1,-1 1 0,1 0 0,0 0 0,0 0 0,-1 0 1,1 1-1,0-1 0,-1 0 0,1 1 0,-1-1 0,0 1 0,1-1 1,-1 1-1,0 0 0,0-1 0,0 1 0,0 0 0,0 0 0,-1 0 1,1 0-1,-1 0 0,1 0 0,-1 0 0,1 0 0,-1 3 1,0 2 17,0 0 0,0 0 0,-1 1 0,0-1 1,0 0-1,0 0 0,-1 0 0,-1 0 1,1-1-1,-1 1 0,0 0 0,0-1 1,-1 0-1,0 0 0,0 0 0,-9 10 1,-7 6 68,-2-2-1,-43 33 1,32-27-16,12-8-14,-109 94 344,116-98-320,1 1 0,0 0 0,0 1 0,2 0 0,0 1 0,-11 24 0,21-39-60,0 0 1,0 0-1,1 0 0,-1 0 1,1 0-1,-1 0 0,1 0 1,0 0-1,0 0 0,0 0 1,0 0-1,0 0 1,0 0-1,1 1 0,-1-1 1,1 0-1,-1 0 0,1 0 1,0-1-1,0 1 0,0 0 1,0 0-1,0 0 0,0 0 1,0-1-1,1 1 1,-1-1-1,1 1 0,-1-1 1,3 3-1,6 3-44,0-1 0,0 0 0,1 0 0,16 6-1,14 9-7616</inkml:trace>
</inkml:ink>
</file>

<file path=ppt/ink/ink1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1:55.31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26 23 17452,'0'0'15315,"0"3"-15315,-6-3-2481,-1-13-1639,-6 0-6283</inkml:trace>
</inkml:ink>
</file>

<file path=ppt/ink/ink1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2:16.34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80 1328,'0'0'14263,"5"-13"-12709,17-40-174,-17 39-149,14 37 2701,-11-8-3502,0 0 1,1 0-1,0-1 0,1 0 1,1-1-1,0 0 1,17 14-1,97 71 299,-24-21-618,-77-58-98,-16-13-3,0 0-1,0 1 1,-1 0-1,0 0 1,0 1-1,0-1 1,7 13 0,-14-20-39,0 1-1,1-1 1,-1 1 0,0-1 0,0 1 0,0-1 0,0 1 0,0-1 0,0 1 0,0-1-1,0 1 1,0-1 0,0 1 0,0-1 0,0 1 0,0-1 0,0 0 0,0 1 0,0-1 0,0 1-1,0-1 1,-1 1 0,1-1 0,0 1 0,0-1 0,-1 0 0,1 1 0,0-1 0,-1 1-1,1-1 1,0 0 0,-1 1 0,1-1 0,0 0 0,-1 0 0,1 1 0,-1-1 0,1 0-1,-1 0 1,1 1 0,-1-1 0,1 0 0,-1 0 0,1 0 0,0 0 0,-1 0 0,1 0-1,-1 0 1,1 0 0,-1 0 0,0 0 0,-33 0-4459,25-1 726</inkml:trace>
</inkml:ink>
</file>

<file path=ppt/ink/ink1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2:16.82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546 15 2985,'0'0'17105,"0"-15"-12610,-1 30-4220,0-1 0,-1 0-1,0 0 1,-2 0-1,0 0 1,0-1 0,-1 1-1,-11 20 1,-8 10 49,-35 45 0,34-51-103,-108 147 343,70-101-301,3 3-1,-49 96 0,103-171-268,1 0 1,0 0-1,1 1 0,0-1 1,1 1-1,1 0 0,-2 18 1,4-31-226,0 1 1,1-1-1,-1 1 1,0-1-1,0 0 1,1 0-1,-1 1 1,0-1 0,1 0-1,-1 0 1,0 1-1,1-1 1,-1 0-1,0 0 1,1 0-1,-1 1 1,1-1 0,-1 0-1,0 0 1,1 0-1,-1 0 1,1 0-1,-1 0 1,1 0-1,-1 0 1,0 0 0,1 0-1,-1 0 1,1 0-1,-1 0 1,0-1-1,1 1 1,-1 0-1,1 0 1,-1 0 0,0-1-1,1 1 1,31-11-3703,-26 9 2820,32-13-4138</inkml:trace>
</inkml:ink>
</file>

<file path=ppt/ink/ink1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2:17.30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71 59 3073,'0'0'13049,"9"1"-11725,31 6-84,-7-1 39,51 3-1,-83-9-1265,0 0-1,0 0 1,0 0 0,0 0-1,1 0 1,-1 0-1,0 0 1,0 0 0,0-1-1,0 1 1,0 0 0,0-1-1,0 1 1,0-1-1,0 1 1,0-1 0,0 1-1,0-1 1,0 0-1,-1 0 1,1 1 0,0-1-1,0 0 1,-1 0-1,1 0 1,0 0 0,-1 0-1,1 0 1,-1 0 0,1 0-1,-1 0 1,1 0-1,-1 0 1,0 0 0,0 0-1,0 0 1,1 0-1,-1 0 1,0 0 0,0 0-1,0 0 1,-1-1-1,1 1 1,0 0 0,0 0-1,-1 0 1,1-1 0,-1-1 20,0 1 0,0-1 0,0 1 0,0 0 0,0-1 0,-1 1 0,1 0 0,-1 0 0,1 0 0,-1 0 0,0 0 0,0 0 0,0 1 0,0-1 0,0 0 0,0 1 0,0 0 0,0-1 0,-1 1 0,1 0 0,-4-1 0,-2 1 90,1-1-1,-1 1 0,0 1 1,0-1-1,0 2 0,0-1 0,0 1 1,0 0-1,1 0 0,-1 1 0,0 0 1,1 1-1,-1-1 0,1 2 1,0-1-1,0 1 0,0 0 0,1 0 1,-1 1-1,1 0 0,0 0 0,0 0 1,1 1-1,-1 0 0,1 0 1,0 0-1,1 1 0,0-1 0,0 1 1,0 0-1,1 0 0,0 1 0,0-1 1,1 1-1,0-1 0,1 1 1,-2 15-1,2 60 221,1-81-356,0-1 0,1 0 0,-1 0 0,0 0 1,1 0-1,-1 1 0,1-1 0,0 0 1,-1 0-1,1 0 0,0 0 0,0 0 1,-1-1-1,1 1 0,0 0 0,0 0 0,0 0 1,0-1-1,0 1 0,0 0 0,1-1 1,-1 1-1,0-1 0,0 0 0,0 1 1,0-1-1,1 0 0,-1 0 0,0 1 0,0-1 1,0 0-1,2 0 0,54 0-1525,-39-1 634,3 1-1073,-1-1-1,0-1 1,26-5 0,11-8-4645</inkml:trace>
</inkml:ink>
</file>

<file path=ppt/ink/ink1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2:17.73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322 1 1280,'0'0'20615,"-29"7"-19280,-6 1-994,-3 2 325,-54 19 0,91-29-628,-53 26 928,53-26-977,-1 1 0,1 0 0,0 0 0,0 0 0,0 0 0,0 0 0,0 0 0,0 0 0,0 0 0,0 0 0,0 1 0,0-1 0,1 0 0,-1 1 0,0-1 0,0 2 0,2-2-32,-1 0 1,0 0 0,0 0 0,0 0 0,1 0 0,-1 0 0,0 0 0,1 0 0,-1 0-1,1 0 1,-1-1 0,1 1 0,0 0 0,-1 0 0,1 0 0,0-1 0,0 1 0,-1 0-1,1-1 1,0 1 0,0 0 0,0-1 0,0 1 0,0-1 0,0 0 0,2 1 0,13 6-539,1-1 1,26 7-1,-25-9-112,0 2 1,26 11-1,-43-17 687,-1 0 1,1 0-1,0 1 0,0-1 0,0 0 0,-1 1 1,1-1-1,0 1 0,0-1 0,-1 1 1,1-1-1,0 1 0,-1 0 0,1-1 1,-1 1-1,1 0 0,-1 0 0,1-1 0,-1 1 1,1 0-1,-1 0 0,0 0 0,1-1 1,-1 1-1,0 0 0,0 0 0,1 0 1,-1 0-1,0 0 0,0 0 0,0 1 0,-1-1 61,0 1-1,0 0 1,0 0-1,0-1 1,0 1-1,-1-1 1,1 1-1,0-1 1,-1 1-1,1-1 1,-1 0-1,0 0 1,-1 2-1,-56 25 1653,-1-10-176,41-14-1018,0 2 1,0 0-1,-29 14 0,46-19-1041,10-1-334,1-1-1,-1-1 0,0 1 0,1-1 1,-1-1-1,0 0 0,0 0 0,11-6 1,12-5-3678,20-5-5691</inkml:trace>
</inkml:ink>
</file>

<file path=ppt/ink/ink1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2:18.16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209 10 1360,'0'0'19835,"-4"-2"-18953,3 1-825,0 0 1,1 1 0,-1-1 0,0 0-1,0 1 1,0-1 0,0 1-1,0-1 1,0 1 0,0 0 0,0-1-1,0 1 1,0 0 0,0 0 0,0 0-1,0 0 1,0 0 0,0 0-1,0 0 1,0 0 0,0 0 0,0 0-1,0 0 1,-1 1 0,0 1 91,0 0-1,1 0 1,-1 0 0,1 0 0,0 0 0,0 1 0,0-1 0,0 0-1,0 0 1,0 1 0,0-1 0,0 4 0,-82 374 3497,78-361-3610,-60 208 387,63-223-537,1 1-1,-1-1 1,1 0 0,0 0 0,0 1 0,0-1 0,0 1 0,1-1 0,0 1-1,0 6 1,1-8-235,0-1-1,0 1 1,0-1-1,1 0 1,-1 0 0,0 0-1,1 1 1,0-1-1,-1-1 1,1 1-1,0 0 1,0 0-1,0-1 1,0 1-1,1-1 1,-1 0 0,0 1-1,3 0 1,27 15-5198,0-3-3097</inkml:trace>
</inkml:ink>
</file>

<file path=ppt/ink/ink1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2:18.73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27 74 3041,'0'0'5502,"3"-4"-3531,4-3-781,0 1-128,-2 0 0,1 0 0,-1 0 1,1-1-1,-2 1 0,1-1 0,4-11 1,-9 17 533,-9 2-1190,0-1 1,-1 1-1,1 1 1,-18 5-1,8-2 251,69-5 340,-49 0-737,0 2-157,-1-1 0,0 0 0,0 1 0,0-1 0,0 0 0,0 0 0,0 1 0,0-1 0,0 0 0,0 0-1,-1 1 1,1-1 0,0 0 0,-1 0 0,1 1 0,-1-1 0,0 0 0,1 0 0,-1 0 0,0 0 0,0 0 0,1 0 0,-1 0 0,0 0 0,0 0 0,0-1 0,0 1-1,0 0 1,0 0 0,0-1 0,-3 2 0,3-2 224,34 14-7055,-8-9-2306</inkml:trace>
</inkml:ink>
</file>

<file path=ppt/ink/ink1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2:27.82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407 0 3361,'0'0'20315,"-27"0"-17632,13 2-2577,-1 1-1,1 1 1,0 0 0,0 1 0,0 0-1,0 1 1,1 0 0,0 1 0,-15 12-1,4-5-30,3-4-72,1 2 1,1 0-1,0 1 0,0 1 1,1 1-1,1 1 0,1 0 0,-20 26 1,34-39-13,0-1 1,0 1-1,0 0 1,1 0-1,-1 0 1,1 1-1,0-1 1,0 0-1,0 1 1,0-1-1,1 0 1,-1 1-1,1-1 1,0 1-1,0-1 1,0 1-1,0-1 1,1 0-1,0 5 1,1-3 3,0-1 0,0 0 0,1 0-1,-1 0 1,1 0 0,0 0 0,0-1 0,0 1 0,0-1 0,1 0 0,-1 0 0,8 5-1,10 4-16,1-1-1,0 0 1,0-2-1,35 10 0,-34-11-34,-3-1-8,151 56-1048,-170-62 1110,1-1 0,-1 0 1,0 1-1,0-1 0,0 1 0,1-1 0,-1 1 0,0 0 0,0 0 0,0-1 0,0 1 1,0 0-1,0 0 0,0 0 0,0 0 0,-1 0 0,1 0 0,0 0 0,0 1 0,-1-1 1,1 0-1,-1 0 0,1 0 0,-1 2 0,0-2 23,0 1-1,-1-1 1,1 0-1,-1 0 1,1 1-1,-1-1 1,1 0-1,-1 0 1,0 0-1,0 0 1,1 1-1,-1-1 0,0 0 1,0-1-1,0 1 1,0 0-1,-1 0 1,-1 1-1,-8 4 187,0 1-1,0-2 0,-19 7 0,29-12-204,-278 125 886,275-121-2497,14-2 424,17-5-555,25-9-2688,62-7-1,-85 15 2354,36-6-4410</inkml:trace>
</inkml:ink>
</file>

<file path=ppt/ink/ink1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2:28.16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29 61 104,'0'0'19189,"2"-8"-17305,3-8-1251,-3 7 824,-17 36 16,11-19-1269,1-1-1,0 1 1,0 0 0,0 0 0,1 0-1,1 0 1,-2 10 0,3-16-195,0 0 0,-1 0 0,1 0-1,0 0 1,0 0 0,1 0 0,-1 0 0,0 0 0,0 0-1,1 0 1,0 0 0,-1 0 0,1-1 0,0 1 0,0 0 0,0 0-1,0 0 1,0-1 0,0 1 0,0-1 0,1 1 0,-1-1 0,1 1-1,-1-1 1,1 0 0,0 1 0,-1-1 0,1 0 0,0 0 0,0 0-1,-1-1 1,1 1 0,4 1 0,5 0-57,1 0 0,0-1-1,-1 0 1,1 0 0,0-1 0,0-1 0,20-3 0,-30 3 46,-1 0 0,1 0 1,-1 0-1,0 0 1,0-1-1,1 1 1,-1 0-1,0-1 0,0 1 1,0-1-1,0 1 1,0-1-1,-1 1 1,1-1-1,0 1 0,-1-1 1,1 0-1,-1 1 1,1-1-1,-1 0 1,0 0-1,0-2 0,0-49 11,-1 35-5,1 15-5,-2-42-101,2 44 86,0 0 0,1-1 0,-2 1 0,1 0 0,0 0-1,0-1 1,0 1 0,0 0 0,-1 0 0,1-1 0,-1 1-1,1 0 1,-1 0 0,1 0 0,-1 0 0,0 0 0,1 0-1,-1 0 1,0 0 0,0 0 0,0 0 0,0 0-1,0 0 1,0 1 0,0-1 0,-2-1 0,2 2-1014,5 6-807,8 7-1111,0 1 1,25 20 0,7-4-5946</inkml:trace>
</inkml:ink>
</file>

<file path=ppt/ink/ink1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2:28.76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334 806 2785,'0'0'18489,"-6"-18"-17142,-19-56-395,24 72-903,0 0 0,0 1 0,0-1-1,-1 0 1,1 1 0,0-1 0,-1 1 0,1 0-1,-1-1 1,0 1 0,1 0 0,-1 0 0,0 0 0,0 0-1,0 0 1,1 0 0,-1 0 0,0 1 0,0-1-1,-4 0 1,-38 2 541,26 1-385,5-3-80,-1 2 0,1 0 0,-1 0 0,1 2 0,0-1 0,-1 2-1,1 0 1,-15 7 0,23-9-96,1 0 0,-1 1 0,1 0 0,0 0 0,0 0-1,0 0 1,0 0 0,1 1 0,-1 0 0,1 0 0,0 0 0,0 0 0,1 0 0,-1 1 0,1-1-1,0 1 1,0 0 0,0 0 0,0-1 0,1 1 0,0 0 0,0 0 0,1 0 0,-1 1 0,1 5-1,0-8-28,1 0-1,-1 0 1,1 0-1,-1 0 0,1 0 1,0-1-1,0 1 0,0 0 1,1 0-1,-1-1 0,1 1 1,-1-1-1,1 1 1,0-1-1,0 0 0,0 1 1,0-1-1,0 0 0,0 0 1,1-1-1,-1 1 0,1 0 1,0-1-1,-1 0 1,1 1-1,0-1 0,0 0 1,-1 0-1,1-1 0,0 1 1,0-1-1,0 1 0,0-1 1,5 0-1,0 1 0,1-1-1,-1 0 0,1-1 1,-1 0-1,1 0 1,-1 0-1,0-1 1,0-1-1,0 1 0,0-1 1,15-8-1,1-6-140,-2-1-1,0 0 0,-1-2 1,-1 0-1,24-32 1,81-124-1186,-114 159 1224,47-69-313,-2 7 10,-4-2-1,67-142 1,-98 161 1539,-42 72 703,-9 24-1470,2 1 0,2 1 0,1 1 0,1 1 0,3 1 0,-19 47 0,0 20-193,5 2-1,-32 165 0,64-259-848,1-1 0,0 1 1,1 20-1,8-29-1716,75 1-7038,-36-6 1538</inkml:trace>
</inkml:ink>
</file>

<file path=ppt/ink/ink1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2:29.08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239 1 3305,'0'0'19701,"-28"7"-17536,-87 29-658,110-34-1414,0 0 0,1 0 0,-1 1 0,0-1 0,1 1 0,0 0 0,0 1 0,0-1 0,0 1 0,0-1 1,1 1-1,0 0 0,0 1 0,0-1 0,-4 7 0,3-1 14,1-1 1,0 1-1,0 0 0,1 0 1,-1 13-1,0-8-38,0-1-57,1 1 0,1-1 0,0 0 0,0 1 0,1-1 1,3 15-1,-3-28-15,0 0 0,1 0 1,-1 0-1,0 0 0,0 0 0,1-1 1,-1 1-1,1 0 0,-1 0 0,1 0 1,-1-1-1,1 1 0,0 0 0,-1 0 1,1-1-1,0 1 0,-1-1 0,1 1 1,0-1-1,0 1 0,0-1 0,0 1 1,-1-1-1,1 0 0,0 1 0,0-1 1,0 0-1,0 0 0,0 0 0,0 0 1,0 1-1,0-1 0,0-1 0,0 1 1,0 0-1,1 0 0,0-1 2,-1 1 0,1-1 0,0 1 0,-1-1-1,1 1 1,-1-1 0,1 0 0,-1 0 0,1 0 0,-1 0 0,0 0 0,0 0-1,1 0 1,-1 0 0,0-1 0,0 1 0,0 0 0,0-1 0,0 1 0,1-3-1,5-22 50,-1-1 0,-1 0-1,-1 0 1,-1 0 0,-1 0-1,-3-30 1,1 56-79,0 0 0,0-1 0,0 1-1,0-1 1,-1 1 0,1 0 0,0-1 0,-1 1 0,0 0 0,1 0-1,-1-1 1,1 1 0,-1 0 0,-2-2 0,2 2-1976,8 8-1399,22 15-2146,8 5-2179</inkml:trace>
</inkml:ink>
</file>

<file path=ppt/ink/ink1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2:29.64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34 1584,'0'0'17963,"4"-6"-16172,-4 6-1781,1-2 91,0 0 1,0 0-1,0 1 1,0-1-1,0 1 1,0-1 0,1 1-1,-1-1 1,0 1-1,1 0 1,-1 0-1,1-1 1,-1 1-1,1 0 1,0 0-1,-1 1 1,1-1 0,0 0-1,0 0 1,0 1-1,-1-1 1,1 1-1,0 0 1,0 0-1,0-1 1,0 1-1,0 0 1,0 1-1,0-1 1,0 0 0,-1 0-1,1 1 1,0-1-1,0 1 1,0 0-1,-1-1 1,1 1-1,0 0 1,1 1-1,3 4 63,-2-1 0,1 0 0,0 1 0,-1 0 0,0 0 0,-1 1 0,1-1-1,-1 1 1,0-1 0,-1 1 0,0 0 0,0 0 0,2 14 0,0 9 320,-1 59 1,-3-83-452,-1 10 39,0 5 42,2-18-107,2-10-68,2-3-31,0 0-1,0 0 0,1 1 1,0-1-1,1 1 1,0 0-1,0 1 1,1 0-1,9-8 1,88-67-773,-75 62 688,-16 9 182,-11 9 51,0 0 1,0 1-1,0-1 0,0 1 1,1-1-1,-1 1 0,1 0 1,0 0-1,0 1 0,-1-1 1,1 1-1,7-2 1,-11 26 804,-2 22-213,1-28-510,0 0 0,1 0 0,1 0 0,3 17 0,-3-32-236,0 0 0,0 0 1,0 0-1,0-1 0,0 1 1,1 0-1,-1-1 0,0 1 1,1-1-1,0 1 0,-1-1 1,1 0-1,0 1 0,-1-1 1,1 0-1,0 0 0,0 0 1,0 0-1,0-1 0,0 1 1,0-1-1,0 1 0,0-1 1,0 0-1,4 1 0,67 1-3886,-45-2 2417,35 2-3714,-4-1-1385</inkml:trace>
</inkml:ink>
</file>

<file path=ppt/ink/ink1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2:29.97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257 41 1064,'0'0'17445,"-27"5"-14824,-90 20-458,111-23-2036,1-1-1,-1 0 1,0 1 0,1 0-1,0 1 1,-1-1 0,1 1-1,0 0 1,0 0-1,0 1 1,1-1 0,-1 1-1,1 0 1,0 0 0,0 1-1,0-1 1,1 1 0,-1 0-1,1 0 1,1 0 0,-1 0-1,0 1 1,1-1 0,0 1-1,1-1 1,-1 1 0,1 0-1,0 0 1,0-1-1,1 8 1,0-12-130,0 0 1,0 0-1,0 0 1,0 0-1,1 0 0,-1 0 1,0 0-1,1 0 0,-1 0 1,1 0-1,-1 0 0,1 0 1,-1-1-1,1 1 0,-1 0 1,1 0-1,0-1 0,0 1 1,-1 0-1,1-1 0,0 1 1,0 0-1,0-1 0,1 1 1,32 7-247,-23-8 146,1 0 0,0-1-1,19-3 1,-24 2 79,0 0-1,0-1 1,0 0 0,0 0-1,-1 0 1,1-1 0,-1 0-1,0 0 1,0 0 0,-1-1-1,1 0 1,-1 0-1,0 0 1,0-1 0,-1 0-1,0 0 1,0 0 0,0 0-1,0 0 1,-1-1 0,0 0-1,-1 0 1,0 0 0,0 0-1,0 0 1,-1 0 0,0 0-1,0-1 1,-1 1 0,0-14-1,-1 19 29,0-1-1,1 1 0,-1 0 1,0 0-1,0 0 1,0 0-1,0 0 1,0 0-1,-1 0 1,1 0-1,-1 0 0,1 0 1,-1 1-1,0-1 1,1 1-1,-1-1 1,0 1-1,0 0 0,0-1 1,0 1-1,0 0 1,-1 0-1,1 1 1,0-1-1,0 0 0,0 1 1,-1-1-1,-2 1 1,-10-2-60,1 1 1,-1 0-1,-21 2 1,15-1-322,20 0 288,1 0-1,-1 0 0,0 0 0,1 0 0,-1 0 0,1 1 1,-1-1-1,0 0 0,1 0 0,-1 0 0,1 0 0,-1 1 1,1-1-1,-1 0 0,1 0 0,-1 1 0,1-1 0,-1 1 1,1-1-1,-1 0 0,1 1 0,-1-1 0,1 1 1,0-1-1,-1 1 0,1-1 0,0 1 0,0-1 0,-1 1 1,1-1-1,0 1 0,0-1 0,0 1 0,-1 0 0,1-1 1,0 1-1,0-1 0,0 1 0,0 0 0,0 0 0,1 1-438,-1 0-1,0 0 0,1 0 0,-1-1 1,1 1-1,-1 0 0,1 0 0,0 0 1,0-1-1,0 1 0,0 0 0,1 1 0,21 14-8766</inkml:trace>
</inkml:ink>
</file>

<file path=ppt/ink/ink1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2:30.23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495 1 6953,'0'0'15660,"-173"157"-12956,128-87-39,6 4-913,14-6-831,12-7-537,0-10-272,7-6-112,-1-7-112,1-6-320,-1-6-417,-12-7-471,-7 0-960,-18 17-1961,5-7-1745,7-7-4720</inkml:trace>
</inkml:ink>
</file>

<file path=ppt/ink/ink1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2:30.81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0 441 10978,'0'0'4973,"36"-11"-1887,-16 6-2663,240-57 3783,-105 38-2250,201-39-628,-311 51-1314,0-1-1,-1-2 1,0-2-1,-2-2 1,63-38-1,-97 52-5,-1 0 1,0 0-1,-1-1 0,1 0 1,-1-1-1,7-8 0,-12 13 9,1 0-1,0-1 1,-1 1 0,1 0-1,-1-1 1,0 1-1,0-1 1,0 1 0,0-1-1,-1 0 1,1 1-1,0-1 1,-1 0-1,0 0 1,0 1 0,0-1-1,0 0 1,0 0-1,0 1 1,-1-1-1,0 0 1,1 1 0,-3-5-1,2 5-7,0 0 0,-1 0-1,0 0 1,1 1 0,-1-1-1,0 0 1,0 1 0,0 0-1,0-1 1,0 1 0,0 0-1,0 0 1,0 0 0,0 0 0,0 1-1,-1-1 1,1 0 0,0 1-1,-4-1 1,-52-1 58,44 2-33,-1 0-10,1 0 0,0 2 1,-1-1-1,1 2 0,0 0 1,0 1-1,0 0 0,0 1 1,1 0-1,0 1 0,0 1 0,0 0 1,1 1-1,0 0 0,0 0 1,1 2-1,1-1 0,-13 15 0,1 0 28,1 1-1,2 1 0,0 0 1,2 2-1,1 0 0,1 1 1,-15 39-1,5 5 18,-29 145 1,40-167-75,9-38 2,1 1-1,1-1 0,1 1 1,-3 20-1,5-33-19,15-8-67,69-61-208,-18 12 322,-64 110 749,-2-46-766,1-1 1,-1 0 0,1 1-1,1-1 1,-1 0-1,6 13 1,-6-17-145,0-1 1,0 0-1,0 1 1,0-1-1,1 0 0,-1 0 1,1 1-1,0-1 0,-1 0 1,1-1-1,0 1 0,0 0 1,0-1-1,1 1 0,-1-1 1,0 1-1,1-1 0,-1 0 1,0 0-1,1 0 1,-1 0-1,1-1 0,4 2 1,47-1-5297,-33-1 1328,22 0-5794</inkml:trace>
</inkml:ink>
</file>

<file path=ppt/ink/ink1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2:30.99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13 1 9018,'0'0'19252,"-13"77"-19244,13-74-8,13-26-25237</inkml:trace>
</inkml:ink>
</file>

<file path=ppt/ink/ink1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2:31.16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45 0 5633,'0'0'17956,"-26"61"-17956,14-35-408,12 15-1072,-7-2-2857,7-7-2697</inkml:trace>
</inkml:ink>
</file>

<file path=ppt/ink/ink1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2:31.53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0 1568,'0'0'24227,"0"5"-23468,0 25-173,6-28-695,0-1 0,1 0-1,-1-1 1,1 1 0,-1-1-1,12-2 1,-15 2 1,-1-1-1,1 0 1,-1 0 0,1 0 0,-1 0-1,0 0 1,0 0 0,1-1-1,-1 1 1,0-1 0,3-3 0,-3 4 182,0-1 1,0 0 0,-1 1-1,1-1 1,0 1 0,0 0 0,1 0-1,-1 0 1,0 0 0,0 0-1,1 0 1,-1 0 0,0 1 0,5-1-1,-6 2 6,0 0 0,0 1 1,0-1-1,0 1 0,0 0 0,0-1 0,0 1 0,-1 0 0,1-1 0,-1 1 0,1 0 1,-1 0-1,1 0 0,-1-1 0,0 1 0,0 0 0,0 3 0,0-1-192,0 0 0,1 0 0,0 0 0,-1-1 0,1 1 0,1 0 0,2 6 0,8 2-2214,1 0-1,0-1 1,25 16 0,-7-12-4613</inkml:trace>
</inkml:ink>
</file>

<file path=ppt/ink/ink1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2:32.12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428 68 208,'0'0'23952,"-23"-9"-22809,-78-30-330,97 38-770,1-1-1,-1 1 1,0 0-1,0 0 0,1 0 1,-1 1-1,0-1 1,0 1-1,0 0 1,0 0-1,0 1 0,0-1 1,0 1-1,0-1 1,1 1-1,-1 1 1,0-1-1,1 0 0,-1 1 1,0 0-1,1 0 1,0 0-1,-1 0 1,-4 4-1,5-2-38,0 0 0,0 0 0,1 0 1,-1 0-1,1 0 0,0 1 0,0-1 0,0 1 0,1-1 0,-1 1 1,1 0-1,0 0 0,1-1 0,-1 1 0,1 7 0,0-11-23,0 0 0,1 1 0,-1-1 0,0 1 0,1-1 0,-1 0-1,1 0 1,-1 1 0,1-1 0,0 0 0,0 0 0,-1 0 0,1 0 0,0 0 0,0 0 0,0 0-1,0 0 1,0 0 0,0 0 0,1 0 0,-1-1 0,0 1 0,0 0 0,1-1 0,-1 1-1,0-1 1,1 0 0,-1 1 0,0-1 0,3 0 0,47 4-806,-48-4 738,5 1-41,-1 0 0,1-1 0,-1 0-1,1 0 1,-1-1 0,1 0 0,-1-1 0,1 1 0,-1-1 0,0-1 0,0 0 0,0 1 0,0-2-1,-1 1 1,1-1 0,-1 0 0,7-6 0,6-7-144,-10 11 189,-1-1-1,1 0 1,-2-1 0,1 1 0,-1-2-1,0 1 1,-1-1 0,8-14-1,-14 23 107,0-1-1,0 1 0,0 0 0,0 0 0,0 0 0,0 0 0,0-1 0,0 1 1,0 0-1,0 0 0,0 0 0,0-1 0,0 1 0,0 0 0,0 0 0,0 0 0,0 0 1,0 0-1,0-1 0,0 1 0,0 0 0,-1 0 0,1 0 0,0 0 0,0 0 0,0-1 1,0 1-1,0 0 0,-1 0 0,1 0 0,0 0 0,0 0 0,0 0 0,0 0 1,-1 0-1,1 0 0,0 0 0,0 0 0,0 0 0,0 0 0,-1 0 0,1 0 0,0 0 1,0 0-1,0 0 0,-1 0 0,1 0 0,0 0 0,0 0 0,0 0 0,0 0 1,-1 0-1,1 0 0,0 0 0,0 0 0,0 0 0,0 1 0,-13 3 98,7 1-11,1 0-1,-1 0 1,1 0-1,0 1 1,1 0-1,-1 0 0,1 0 1,0 0-1,1 1 1,0 0-1,0 0 1,0 0-1,-2 9 0,-1 7 139,1 0 0,0 0 0,0 26 0,-1 16 396,4 1 0,3 0 0,12 93 0,-6-104-534,-1 98 0,-6-151-105,0 0 0,-1 0 0,1 0-1,-1 0 1,1 0 0,-1 0 0,0 0-1,0 0 1,1 0 0,-1 0 0,0 0-1,-1-1 1,1 1 0,0 0 0,-1-1-1,1 1 1,0-1 0,-1 1 0,0-1 0,1 0-1,-1 0 1,0 0 0,0 0 0,0 0-1,1 0 1,-1 0 0,0 0 0,0-1-1,0 1 1,0-1 0,0 0 0,-4 1-1,-10 1 32,0-1 0,0 0 0,-23-3 0,11 1 37,11 0-45,-1 0 1,1-1-1,0-1 0,0-1 0,-27-9 0,36 11-36,1-1 0,-1 0-1,1 0 1,0-1-1,1 0 1,-1 0 0,0-1-1,1 1 1,0-1 0,0-1-1,1 1 1,-1-1 0,1 0-1,-8-13 1,11 16-99,1 1-1,-1-1 1,1 0 0,0 0-1,-1 0 1,1 0 0,0 0-1,1-1 1,-1 1 0,1 0-1,-1 0 1,1 0 0,0-1-1,0 1 1,0 0 0,1 0-1,-1 0 1,1-1 0,0 1-1,0 0 1,0 0 0,0 0-1,0 0 1,1 0 0,-1 0-1,1 1 1,0-1 0,0 0-1,0 1 1,0-1 0,0 1-1,0 0 1,1 0 0,-1 0-1,1 0 1,0 0 0,-1 0-1,1 1 1,0-1 0,4 0-1,11-6-1430,1 2 0,1 0 0,-1 1-1,1 1 1,21-2 0,-37 6 1168,53-7-7368</inkml:trace>
</inkml:ink>
</file>

<file path=ppt/ink/ink1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2:32.39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97 0 3433,'0'0'25837,"-7"35"-24628,7-31 351,-6-4-1560,-1 0-272,-5 0-680,-14 6-993,7 0-2448,-1 7-3440</inkml:trace>
</inkml:ink>
</file>

<file path=ppt/ink/ink1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2:42.99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72 0 1776,'0'0'11327,"2"1"-11200,-1-1 90,-1 0-1,0 0 0,1 0 1,-1 0-1,1 0 1,-1 0-1,0 0 0,1 0 1,-1 0-1,0 0 1,0 0-1,1 0 0,-1 1 1,0-1-1,1 0 1,-1 0-1,0 0 0,1 0 1,-1 1-1,0-1 1,0 0-1,0 0 0,1 1 1,-1-1-1,0 0 1,0 1-1,0-1 0,1 0 1,-1 0-1,0 1 1,0-1-1,0 0 0,0 1 1,0-1-1,0 1 0,-30 62 794,22-49-791,1 0-1,0 0 1,-5 17 0,7-9 123,0 1-1,1-1 1,2 1 0,0 41-1,2-62-324,1 0-1,0-1 0,0 1 1,-1-1-1,1 1 0,0 0 1,0-1-1,0 1 1,0-1-1,1 0 0,-1 1 1,0-1-1,1 0 0,-1 0 1,1 0-1,-1 0 0,1 0 1,-1 0-1,1 0 1,-1-1-1,1 1 0,0-1 1,0 1-1,2 0 0,46 8 161,-33-9-149,-9 1-7,0-1 0,0 0 0,-1-1-1,1 0 1,0 0 0,8-3 0,-13 3-13,1-1 0,0 0 0,-1 0 0,0 0-1,1-1 1,-1 1 0,0-1 0,0 0 0,0 0 0,-1 0 0,1 0 0,-1 0 0,0-1 0,4-6 0,25-69 99,-30 76-106,-1 1 1,1 0 0,-1 0-1,1-1 1,-1 1-1,0 0 1,0-1 0,0 1-1,0 0 1,0-1-1,0 1 1,-1 0 0,1-1-1,-1 1 1,1 0-1,-1 0 1,0 0 0,0-1-1,0 1 1,-2-3-1,-32-42 39,18 26 39,15 19-53,0 1 0,0-1 0,-1 0 1,1 0-1,0 1 0,-1 0 0,1-1 0,-1 1 1,1 0-1,-1 0 0,0 0 0,1 1 0,-1-1 1,0 0-1,0 1 0,1 0 0,-6 0 0,2-1 62,5 1 81,-16 0-907,15 17-5908,2-1 770</inkml:trace>
</inkml:ink>
</file>

<file path=ppt/ink/ink1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2:42.99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9 1072,'0'0'11879,"0"-1"-12151,3-6 10220,-1 7-8375,0 8-1384,0 0 0,-1 0 0,0 0 0,0 0 1,0 12-1,5 69 1239,-6-81-1280,1-1 0,0 1 0,1-1 0,0 0 0,0 0 0,0 0 0,1 0 0,0 0 0,0 0 0,9 11 0,-4 18 610,2-16-466,-10-19-246,1 1-1,-1 0 0,1 0 1,0-1-1,-1 1 0,1 0 1,0-1-1,0 1 0,0-1 1,0 1-1,0-1 0,0 0 0,3 3 1,-3-4 11,12-12-20548</inkml:trace>
</inkml:ink>
</file>

<file path=ppt/ink/ink1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2:4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7 3 1536,'0'0'10972,"-7"-3"-1075,8 4-9854,0 0-1,0-1 1,1 1 0,-1 0 0,0-1 0,0 1 0,0-1 0,0 1-1,0-1 1,1 0 0,-1 1 0,0-1 0,0 0 0,1 0-1,-1 0 1,0 0 0,1 0 0,1-1 0,39 1 157,-32 0-147,125 0 160,-134 1-209,0-1 0,-1 1 0,1 0 0,-1 0-1,1-1 1,-1 1 0,1 0 0,-1 0 0,1 0 0,-1 0 0,1 0-1,-1 0 1,0-1 0,0 1 0,0 0 0,1 0 0,-1 0 0,0 0-1,0 0 1,0 0 0,0 0 0,-1 1 0,1 33 96,0-27-70,-1-6-24,1 0 0,0 0-1,-1 0 1,1 0 0,-1-1 0,0 1 0,0 0 0,1 0 0,-1-1 0,0 1 0,-1 0-1,1-1 1,0 1 0,0-1 0,-1 1 0,-2 1 0,-32 24 88,0 1 237,32-23-267,2-3-24,0 0 0,0 1 0,0-1 0,0 0 0,0 1 0,1 0 0,-1-1 0,1 1 0,0 0-1,0 0 1,0 0 0,0 0 0,0-1 0,0 1 0,1 0 0,0 0 0,0 1 0,-1-1 0,2 5 0,0-8-22,-1 1-1,1 0 1,-1-1 0,1 1 0,-1-1-1,1 1 1,0-1 0,-1 1-1,1-1 1,0 0 0,-1 1-1,1-1 1,0 0 0,0 1-1,-1-1 1,1 0 0,0 0 0,0 0-1,-1 0 1,1 0 0,0 0-1,0 0 1,0 0 0,1 0-1,29 0 57,-22-1 1,44 1-161,27 0 659,-57 0-1741,-20 0-118,-8 1-597,-15 3-3859,0 4-2995</inkml:trace>
</inkml:ink>
</file>

<file path=ppt/ink/ink1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2:43.00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0 196 5761,'0'0'9665,"5"-1"-8812,0 0-508,-1 0-1,1 0 0,0 0 0,0 0 0,0 1 1,0 0-1,9 1 0,-12-1-235,0 1 0,0 0-1,0-1 1,0 1 0,0 0 0,0 0 0,0 0 0,0 0-1,-1 0 1,1 1 0,0-1 0,-1 0 0,1 1-1,-1 0 1,0-1 0,1 1 0,-1 0 0,0-1 0,0 1-1,0 0 1,0 0 0,0 0 0,0 3 0,17 42 689,10 52 0,-20-76-501,-4-36 375,-4-49 173,0 54-1053,0-16 218,-1 15-9,0 1-1,1-1 0,0 0 0,1 0 1,0 0-1,0 0 0,1 1 1,0-1-1,0 1 0,1-1 0,0 1 1,1 0-1,0 0 0,7-12 0,1 4 57,1 1 0,0 0-1,1 1 1,1 0-1,20-14 1,-25 21-267,0 1 0,0 1 0,1-1 0,12-3 1,-15 6-749,1 1 1,0-1-1,0 2 1,0-1-1,17 1 1,-24 6-6046,-1-3 4872,4 7-6726</inkml:trace>
</inkml:ink>
</file>

<file path=ppt/ink/ink1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2:43.00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123 1 5209,'0'0'13126,"-6"3"-12570,-4 4-334,0-1 0,0 1 1,1 1-1,0 0 0,0 0 1,1 1-1,-13 16 1,17-20-180,1 1 1,-1 0 0,1 0-1,0 0 1,0 0 0,1 0-1,0 1 1,0-1 0,1 1 0,-1-1-1,1 1 1,1 0 0,-1-1-1,1 1 1,1 0 0,0 9 0,0-14-37,1 1 0,-1-1 0,0 0 0,1 1 0,-1-1 0,1 0 0,0 0 0,-1 0 0,1 0 0,0-1 0,0 1 0,0 0 0,1-1 0,-1 1 0,0-1 0,0 0 0,1 0 1,-1 0-1,1 0 0,-1 0 0,1 0 0,0-1 0,-1 1 0,1-1 0,0 0 0,-1 0 0,4 0 0,0 1 5,0-1 1,0 0-1,0 0 1,1-1-1,-1 1 1,0-1-1,0-1 1,0 1-1,0-1 0,0 0 1,7-3-1,-9 1 19,0 1 0,0-1 0,0 0 0,0 0 0,0 0 0,-1-1-1,1 1 1,-1-1 0,0 0 0,-1 0 0,1 0 0,-1 0 0,0 0 0,-1-1-1,1 1 1,-1-1 0,0 1 0,0-1 0,-1 1 0,1-1 0,-1 1 0,0-1 0,-1 0-1,0 1 1,-1-9 0,1 12-14,0 0 0,0 0-1,-1 0 1,1 0 0,0 0-1,-1 0 1,1 1 0,-1-1-1,0 0 1,0 1 0,1-1-1,-1 1 1,0 0 0,0 0-1,0 0 1,0 0 0,-1 0-1,1 0 1,0 0 0,0 0-1,-1 1 1,1 0 0,-3-1-1,-56-5-499,60 6-677,11 1-3920,18 7 529,4 2-2328</inkml:trace>
</inkml:ink>
</file>

<file path=ppt/ink/ink1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2:43.00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194 1 4185,'0'0'14079,"-4"0"-13368,-4-1-627,0 1 1,0 0-1,0 1 0,0 0 1,0 0-1,0 1 1,0 0-1,0 0 1,0 1-1,1 0 0,-1 1 1,1-1-1,0 1 1,0 1-1,0-1 1,1 1-1,0 0 0,-1 1 1,2-1-1,-1 1 1,1 1-1,0-1 1,0 1-1,1-1 0,-6 12 1,8-15-84,1-1 0,0 1 1,0 0-1,1-1 0,-1 1 0,0 0 1,1-1-1,0 1 0,0 0 0,0-1 1,0 1-1,0 0 0,0 0 1,0-1-1,1 1 0,1 3 0,-1-4 0,0 0-1,0-1 0,0 1 1,0-1-1,0 1 0,1-1 1,-1 1-1,1-1 0,-1 0 1,1 0-1,-1 1 1,1-1-1,0 0 0,0-1 1,-1 1-1,1 0 0,3 0 1,7 2-8,0-1 0,0-1 1,1 0-1,-1-1 0,25-2 1,-33 1 29,0 1 1,0-1-1,0 0 1,0-1-1,0 1 1,0-1-1,0 1 0,-1-1 1,1 0-1,0-1 1,-1 1-1,0-1 1,1 1-1,-1-1 1,0 0-1,0 0 1,-1 0-1,1-1 0,-1 1 1,4-7-1,-4 7-6,-1 0 0,0 0 0,0 0 0,0 0 0,0 0 0,0 0 0,0 0 0,-1 0-1,1 0 1,-1 0 0,0 0 0,0-1 0,0 1 0,-1 0 0,1 0 0,-1 0 0,0 0 0,0 0 0,0 0 0,0 0-1,0 0 1,0 0 0,-1 0 0,0 0 0,1 1 0,-1-1 0,0 1 0,-3-4 0,-6-13-10206,22 19 3878</inkml:trace>
</inkml:ink>
</file>

<file path=ppt/ink/ink1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2:43.00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84 23 2561,'0'0'9039,"-15"-18"1876,10 14-9225,4 3-1625,-1 1 0,1 0 0,0 0 0,0 0 1,0 0-1,-1 1 0,1-1 0,0 0 0,0 0 0,0 1 0,-1-1 0,1 1 0,0-1 0,0 1 0,0 0 0,0-1 1,0 1-1,0 0 0,0-1 0,0 1 0,0 0 0,-1 2 0,-5 25 184,3-5-73,-6 41-45,2 1 1,2 0-1,5 73 0,1-136-140,0 1 0,0-1-1,1 0 1,-1 1-1,0-1 1,1 0 0,0 0-1,0 0 1,0 0-1,0 0 1,0 0 0,0 0-1,0 0 1,0 0-1,1 0 1,-1 0-1,1-1 1,0 1 0,-1 0-1,1-1 1,0 0-1,0 1 1,0-1 0,0 0-1,0 0 1,0 0-1,0 0 1,0-1 0,0 1-1,1 0 1,2 0-1,8 1-238,0 0 0,1-1 0,0 0-1,15-2 1,-11 1-462,-12-1 364,0 0 0,0 0 0,0 0 0,0-1 0,0 0 0,-1 0 0,1-1 0,-1 1 0,1-1 0,5-5 0,35-14-7297,-32 19 845</inkml:trace>
</inkml:ink>
</file>

<file path=ppt/ink/ink1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2:43.00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7 1688,'0'0'19276,"32"-6"-18819,0 6-137,0 0-192,7 0-128,12 0-208,32 3-1401,-12 0-2560,0-3-5729</inkml:trace>
</inkml:ink>
</file>

<file path=ppt/ink/ink1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2:43.00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62 1432,'0'0'13258,"26"-2"-12253,185-19 446,-133 12-796,324-20 3265,-398 29-3885,-1-1 0,1 1 0,-1 0 0,0 1 0,1-1 0,-1 1 0,1-1 0,-1 1 0,0 0 0,1 0 1,-1 1-1,0-1 0,0 1 0,0-1 0,0 1 0,3 3 0,-3-1 26,0 0-1,0 1 1,0-1 0,-1 1 0,1 0-1,-1-1 1,-1 1 0,1 0-1,-1 1 1,2 5 0,6 45 310,-1 0 1,-3 1-1,-3 0 1,-5 63-1,1-12 521,2-81-736,1-6-38,-1-1-1,-1 1 1,-1-1 0,-1 0 0,-5 21-1,-3 3 376,-6 46 0,1-6 35,14-64-533,7-16-2411,16-24-5335,-14 10 2240</inkml:trace>
</inkml:ink>
</file>

<file path=ppt/ink/ink1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2:43.00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 0 5761,'0'0'11655,"-2"0"-8266,7 0-2291,7 2-868,1 1-1,-1 1 0,0 0 0,0 0 0,0 2 1,-1-1-1,1 1 0,19 15 0,2-2 44,-18-10-153,0 0 1,-1 1 0,0 0 0,17 16 0,-29-24-221,1 0-650</inkml:trace>
</inkml:ink>
</file>

<file path=ppt/ink/ink1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2:43.00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265 6 1568,'0'0'15640,"-3"-2"-14637,2 2-901,0-1 1,-1 0-1,1 1 1,0 0-1,-1-1 1,1 1-1,-1 0 1,1-1-1,-1 1 1,1 0-1,-1 0 1,1 0-1,0 0 1,-1 1-1,1-1 1,-1 0-1,1 1 1,-1-1-1,1 0 1,0 1-1,-3 1 1,-25 22 1731,5-2-1242,-23 17 726,-55 57 0,99-94-1375,0 1 0,0 0 1,1 0-1,0 1 0,-1-1 0,1 0 0,0 1 1,0 0-1,-2 6 0,4-9-222,0 0 1,0 0-1,-1 1 1,1-1-1,0 0 1,0 0-1,0 0 1,1 1-1,-1-1 1,0 0-1,0 0 1,1 0-1,-1 1 1,1-1-1,-1 0 1,1 0-1,-1 0 1,1 0-1,0 0 1,-1 0-1,1 0 1,0 0 0,0 0-1,0 0 1,0-1-1,0 1 1,0 0-1,0 0 1,0-1-1,0 1 1,0-1-1,0 1 1,0-1-1,2 1 1,22 9-10678</inkml:trace>
</inkml:ink>
</file>

<file path=ppt/ink/ink1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2:43.00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623 204 2617,'0'0'9502,"-3"-11"-8496,-6-37-45,8 47-831,1-1 1,-1 1 0,1 0 0,-1 0-1,0 0 1,1-1 0,-1 1 0,0 0-1,0 0 1,0 0 0,0 0 0,0 0-1,0 1 1,0-1 0,0 0 0,0 0-1,-1 1 1,1-1 0,0 0 0,0 1-1,-1-1 1,1 1 0,0 0 0,-1-1-1,1 1 1,-2 0 0,-36 0 446,30 1-279,-16-2 171,-1 1 1,1 1 0,0 1 0,0 1-1,0 2 1,0 0 0,1 2-1,-28 10 1,30-7-280,1 1 0,-1 1 0,2 0 0,-1 2 0,2 0 0,0 1 0,-19 20 0,28-24-77,1 0 0,0 0 1,1 1-1,0 0 0,0 0 1,2 1-1,-1 0 0,2 0 1,0 1-1,0-1 0,1 1 1,1 0-1,-2 21 0,0 15 294,2 66 0,4-98-371,1-1 0,0 0 0,1 0 0,1 0 1,1-1-1,0 1 0,12 24 0,-8-22 7,0 0 1,2-1-1,1 0 0,0-1 1,1 0-1,0-1 0,2-1 0,0 0 1,0 0-1,2-2 0,0 0 1,0-1-1,1-1 0,26 13 1,-14-10 34,1-1 1,1-2 0,0 0 0,0-3 0,1 0 0,0-3-1,0 0 1,44 0 0,-51-5-45,-2 0 31,-1 0 1,46-7-1,-61 5-51,0 0 0,1-1 0,-1 0 0,-1 0 0,1-1 0,0 0 0,-1 0 1,0-1-1,0 0 0,0 0 0,10-10 0,10-15 20,-1 0 0,-2-2 0,-1 0 0,31-62 0,-45 77-34,-1 0 0,-1 0 0,-1-1 0,-1-1-1,0 1 1,-1 0 0,1-23 0,-1-135 0,-4 116 0,-1 46 2,-1 0 0,0 0 0,-1-1 0,0 1 0,-1 1 0,-9-20 0,0 3 7,-30-50-1,38 72-8,0 0 0,-1 0 0,-1 1 0,1 0 0,-1 0 0,-1 0 0,1 1 0,-15-10 0,1 4 4,-1 2 0,-25-10-1,-19-9 51,15-2-35,44 25-18,-1 1 1,1 0-1,-1 0 0,0 1 1,0 0-1,-1 1 0,1 0 1,-1 0-1,1 0 0,-17-1 1,-55 2 61,74 2-92,0 1-1,0 0 0,0 0 0,0 0 0,0 1 1,0 0-1,1 0 0,-1 0 0,1 1 0,-11 6 0,2 0-1884,3-6-4420,4-2-2807</inkml:trace>
</inkml:ink>
</file>

<file path=ppt/ink/ink1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2:43.01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475 43 1736,'0'0'8399,"-5"10"2609,6-8-10202,12-3-791,-1-1 1,1-1-1,0 0 1,-1-1-1,0 0 1,0 0 0,0-2-1,16-9 1,-17 10-11,-9 0 2294,-10 3-980,7 2-1264,0 0-1,0 0 1,1 0 0,-1 0-1,0 0 1,0 0-1,0 1 1,0-1 0,1 0-1,-1 0 1,0 1-1,0-1 1,1 1-1,-1-1 1,0 0 0,1 1-1,-1 0 1,0-1-1,1 1 1,-1-1-1,0 1 1,1 0 0,-1-1-1,1 1 1,0 0-1,-1-1 1,0 3-1,-18 52 1090,-8 24-192,-17 85 0,34-120-823,-2 0 1,-3-1 0,-20 43-1,-68 120 266,41-87-109,-141 220 80,196-330-358,0 2 0,1-1-1,1 1 1,-1 0-1,2 0 1,0 0-1,0 1 1,1-1-1,0 1 1,-1 14-1,4-25-18,6-30-3053,-5 1-4635,-1 18 996</inkml:trace>
</inkml:ink>
</file>

<file path=ppt/ink/ink1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2:43.01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1284 201 1176,'0'0'13543,"-7"-18"-8734,-7 12-4074,1 1 0,-1 1 0,0 0 0,0 0 0,0 2 0,-24-2 0,-96 2-648,81 3 550,10 1-489,0 1 0,0 2-1,0 3 1,1 1-1,0 1 1,1 3-1,1 2 1,-57 27 0,50-17-12,1 1 0,2 3 0,1 1 1,1 2-1,2 2 0,-57 61 0,75-70-16,1 1-1,1 1 0,2 1 0,-26 49 1,35-57-58,1 0-1,0 0 1,2 0 0,1 1 0,0 0-1,1 0 1,2 0 0,-1 27 0,2-38-44,1-1 0,1 1 0,0 0 1,0 0-1,1-1 0,0 1 0,0-1 1,1 0-1,5 10 0,-4-12-6,1 0 0,0-1 0,0 1 0,0-1 0,1 0 0,0 0-1,0-1 1,0 0 0,1 0 0,0-1 0,11 6 0,4 1 5,0-1-1,0-1 1,1-1 0,0-1 0,0-1-1,1-1 1,31 2 0,176-1 23,-160-7 7,-32 0-46,0-1 0,-1-3-1,1-1 1,-1-2 0,0-1-1,-1-2 1,0-2 0,48-23-1,-56 21-14,-2 0 0,0-1 0,-1-2 0,0-1 0,-2-1-1,0-1 1,-2-1 0,0-1 0,-1-1 0,29-45 0,-35 43 8,-1 0 0,-1-2 0,-2 1-1,0-1 1,-2-1 0,-2 0 0,7-45 0,-5-12-9,-4-115 0,-5 189 16,-1 1 1,-1 0-1,0 0 0,-1 0 0,0 1 0,0-1 0,-1 1 1,0 0-1,-1 0 0,-1 0 0,1 0 0,-1 1 0,-11-13 1,7 10 10,0 1 1,-1 0 0,0 1 0,-1 1-1,0-1 1,0 2 0,-1 0 0,0 0-1,-19-7 1,14 9-147,14 9-1283,27 15-1979,14-2-1392,7-2-2960</inkml:trace>
</inkml:ink>
</file>

<file path=ppt/ink/ink1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2:43.01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37 46 4217,'0'0'6163,"-24"-16"-3236,21 19 1539,2-6-160,-2-4-5170,-3-15 1445,6 23-552,1-1-1,-1 0 1,0 0 0,0 0-1,0 0 1,0 0-1,0 0 1,0 0 0,0 0-1,0 0 1,0 0 0,0 0-1,0 0 1,0 0-1,0 0 1,0 0 0,1 0-1,-1 0 1,0 0 0,0 0-1,0 0 1,0 0-1,0 0 1,0 0 0,0 0-1,0 0 1,0 0 0,0 0-1,0 0 1,1 0-1,-1 0 1,0 0 0,0 0-1,0 0 1,0 0 0,0 0-1,0 0 1,0 0-1,0 0 1,0 0 0,0 0-1,0 0 1,0 0 0,0-1-1,0 1 1,0 0-1,1 0 1,-1 0 0,0 0-1,0 0 1,0 0 0,0 0-1,0 0 1,0 0-1,0 0 1,21 31 3027,-9-11-3336,143 186 2242,-19-53-978,-77-91-546,-4 2 0,55 83-1,-83-103-214,3-2 0,1-1 0,2-2-1,2 0 1,1-3 0,46 37 0,-23-40 93,-21 4-197,-28-27-65,0 1 0,0-2 0,1 0 0,0 0 1,15 9-1,-3-6-49,-1 2 1,26 20-1,18 11-8,-3-3 3,-62-40-15,-1-1-106,-39-1-5620,13 0 1307,9 0-2213,3 0-5745</inkml:trace>
</inkml:ink>
</file>

<file path=ppt/ink/ink1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2:43.01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1235 203 6225,'0'0'11113,"-12"-9"-10144,2 1-655,0 0 0,-1 1 0,0 1 1,0 0-1,0 0 0,-1 1 1,0 0-1,-24-5 0,-61-3 1163,0 5 0,-121 6 0,144 2-1125,44 2-276,1 1 0,0 1 1,0 2-1,0 1 0,1 1 1,0 1-1,0 2 1,1 1-1,1 1 0,0 1 1,0 1-1,2 1 0,0 2 1,1 0-1,1 1 1,0 2-1,2 0 0,0 1 1,2 1-1,0 1 1,-27 50-1,36-52 3,1 0-1,2 1 1,0 0 0,2 0-1,0 0 1,2 1 0,0-1-1,2 1 1,3 37 0,-1-50-71,0-1 0,0 0 0,1 0 0,1 0 0,0 0 0,0 0 0,1-1 0,0 0 0,0 0 0,1 0 0,1-1 0,-1 1 0,1-2 0,0 1 0,10 7 1,3 2 25,0-1 1,2-1-1,0 0 1,44 21-1,-29-21 20,1-1-1,0-2 1,1-2-1,0-1 0,66 5 1,200-3 110,-285-11-157,14 0 26,5 1-2,-1-2 0,67-10 1,-91 8-25,-1-1-1,0 0 1,0 0 0,0-1 0,-1-1 0,0 0 0,0-1 0,0-1 0,-1 1 0,0-2 0,13-12 0,-4 2-5,0-2 1,-1 0-1,-2 0 1,0-2-1,-2 0 1,0-1-1,-1-1 1,-2 0-1,-1-1 1,0 0-1,-2-1 1,-1 0-1,-2 0 1,0 0-1,-2-1 1,2-42-1,-6 58-3,1-3 9,-1 0-1,0-1 0,-1 1 0,0 0 1,-1-1-1,-1 1 0,0 0 1,-2 0-1,1 1 0,-2 0 1,-10-21-1,-8-1 21,-1 1 0,-2 1 0,-2 1 1,-1 2-1,-1 1 0,-2 1 0,-36-25 0,63 51 6,1-1 0,-1 1 1,1 0-1,-1 1 0,0-1 0,0 1 0,0 0 0,-1 1 0,1-1 0,0 1 0,-1 1 0,1-1 0,-1 1 0,-10 1 0,16-1 134,1 10-7228,0-4 911</inkml:trace>
</inkml:ink>
</file>

<file path=ppt/ink/ink1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2:43.01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957 53 1168,'0'0'8525,"0"-38"1096,0 27-9347,0 11-228,0 0 0,0 0 0,-1-1 0,1 1 0,0 0 0,-1 0 0,1-1 0,0 1 0,0 0 0,-1 0 0,1 0 0,0 0 0,-1-1 0,1 1 0,0 0 0,-1 0 0,1 0 0,0 0 0,-1 0 0,1 0 0,0 0 0,-1 0 0,1 0 0,-1 0 0,1 0 0,0 0 0,-1 0 0,1 0 0,0 0 0,-1 0 0,1 1 0,0-1 0,-1 0 0,1 0 0,0 0 0,-1 0 0,1 1 0,0-1 0,0 0 0,-1 0 0,1 1 0,0-1 0,0 0 0,-1 0 0,1 1 0,0-1 0,0 0 0,0 1 0,-17 12 514,9 0-179,0 0 0,1 0 0,-7 17 0,-14 26 361,-43 75 1302,-14 22-1076,50-85-385,-85 206 481,33-66-634,87-207-429,-140 278 339,44-96-171,-33 55 723,39-83-452,89-155-446,0 1 1,0 0-1,1 0 1,-1 0-1,1 0 1,-1 0 0,1 0-1,-1 0 1,1 0-1,-1 0 1,1 0-1,0 0 1,0 0-1,-1 1 1,1-1-1,0 0 1,0 0-1,0 0 1,0 0 0,0 0-1,1 2 1,0-3-71,-1 0 0,1 0 0,-1 0 0,1 0 0,0 1 0,-1-1 0,1 0 0,0 0 1,-1 0-1,1 0 0,0 0 0,-1 0 0,1-1 0,-1 1 0,1 0 0,0 0 0,-1 0 1,1-1-1,-1 1 0,1 0 0,0-1 0,-1 1 0,1 0 0,-1-1 0,1 1 0,-1-1 0,1 1 1,-1 0-1,0-1 0,1 0 0,-1 1 0,1-1 0,-1 0 0,12-13-4009,-4-1-2260</inkml:trace>
</inkml:ink>
</file>

<file path=ppt/ink/ink1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2:43.01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1661 57 8194,'0'0'9837,"-31"-9"-8636,-6-3-813,15 4-115,0 1 0,0 1 1,-1 1-1,0 1 0,0 1 0,-31 0 1,-324 12 3293,323-3-3152,0 3 0,0 2 1,1 2-1,-92 36 0,102-30-285,1 3 0,0 1-1,2 2 1,1 2 0,1 1 0,2 3-1,0 1 1,3 1 0,0 2-1,-37 52 1,45-52-90,3 1 1,1 1 0,2 1-1,1 0 1,2 2 0,2 0-1,1 1 1,3 1-1,1 0 1,2 0 0,-5 78-1,14 220 539,5-302-496,1 1-1,2-1 1,1 0-1,2-1 1,2 0-1,1-1 1,2-1-1,1-1 1,34 48 0,-40-66-66,0 0 0,2-1 0,0 0 1,1-1-1,0 0 0,1-1 1,0-1-1,1-1 0,1 0 1,35 15-1,-26-15 15,0-2 1,1-1 0,0-2-1,0 0 1,1-2-1,0-1 1,36-1-1,-45-2-13,27 1 16,-1-2-1,1-2 1,73-15 0,-70 5-31,-1-3 0,-1-1 0,0-3 0,-1-1 0,-1-3 0,-2-2 0,43-32 0,-55 34 1,0-2 1,-3-2-1,0 0 0,-2-2 1,0-1-1,-3-2 0,-1 0 0,-1-1 1,26-55-1,24-73-111,86-291 0,-149 420 66,-2-2-1,-1 1 1,3-64 0,-9 84 21,0 0 1,-1-1-1,0 1 1,-1 1-1,-1-1 0,0 0 1,-1 0-1,0 1 1,-1 0-1,-1 0 0,0 0 1,-9-14-1,0 9 11,0 0 0,-1 1 0,-1 1 0,0 0 0,-1 1 0,-1 1 0,0 1 0,-1 1 0,-39-18 0,-14-1 12,-119-31 0,73 25 6,87 21 40,29 13-47,0 1 0,0 0 0,-1 0 0,1 0 0,-1 1 1,0-1-1,1 1 0,-1 0 0,0 0 0,0 0 0,-4 0 1,7 1 9,-6 19-596,7-11-463,0-6 600,-1 0 0,1 0-1,0 0 1,0 1 0,0-1-1,0 0 1,1 0-1,-1 0 1,1-1 0,-1 1-1,1 0 1,-1 0 0,1 0-1,0 0 1,0 0 0,2 2-1,8 3-5881</inkml:trace>
</inkml:ink>
</file>

<file path=ppt/ink/ink1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2:43.01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149 135 3265,'0'0'14664,"-13"-22"-14532,6-4-117,7 23-14,-1 1 1,1-1-1,-1 1 1,0-1-1,1 1 1,-1 0-1,0-1 1,0 1-1,0 0 1,-1 0-1,1 0 1,0 0-1,-1 0 1,0 0-1,-1-2 1,-42-29 511,42 31-139,-25-10 4726,28 12-5044,-1 0 1,0 0-1,1-1 0,-1 1 0,1 0 0,-1 0 1,0 0-1,1 0 0,-1 0 0,0 0 1,1 0-1,-1 0 0,0 0 0,1 0 0,-1 0 1,0 0-1,1 0 0,-1 1 0,0-1 1,1 0-1,-1 0 0,1 1 0,-1-1 0,1 0 1,-1 1-1,1-1 0,-1 1 0,1-1 0,-1 1 1,1-1-1,-1 1 0,1-1 0,0 1 1,-1-1-1,1 1 0,0 0 0,-1-1 0,1 1 1,0-1-1,0 1 0,-1 1 0,-6 61 589,2 1 1,5 87-1,1-66-416,4 18 259,5-1-1,33 143 1,-20-129-138,12 166 0,-33 3 19,3 37 14,9-173-226,3 68 107,-17 24-418,0-243-335,-1 0 1,1 1 0,0-1-1,0 0 1,-1 1-1,1-1 1,-1 0 0,0 1-1,1-1 1,-1 1-1,0-1 1,0 1 0,0-1-1,0 1 1,0 0-1,0-1 1,-2 0 0,-9-8-6401</inkml:trace>
</inkml:ink>
</file>

<file path=ppt/ink/ink1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2:43.01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1643 174 11963,'0'0'4172,"-33"-10"-2765,-3-2-956,7 2-35,0 1 0,-1 1 0,0 2 1,0 0-1,-37 0 0,-15 2 922,-131 11 0,169-1-952,0 1 0,1 2 0,0 2 0,-71 27 0,68-17-159,2 2 1,0 2-1,2 2 0,1 1 1,1 3-1,1 1 0,2 1 1,2 2-1,-53 67 0,45-44-108,2 2 0,3 2 0,3 2 0,2 1 0,3 1 0,-23 77 0,42-102-43,1 0 0,2 0-1,-4 59 1,6 128 330,6-211-381,1 8 6,1 1 1,1-1-1,1 0 1,1 0-1,1-1 1,1 1-1,1-1 1,2-1-1,0 0 1,1 0-1,2-1 1,29 41-1,-28-45 0,0-1 0,2-1 0,0-1 0,0 0 0,2-1 0,-1 0 0,2-2 0,0 0-1,0-1 1,1-1 0,1-1 0,-1-1 0,1-1 0,1 0 0,22 3 0,-16-5 28,1-1 0,0-2 1,0 0-1,0-2 0,0-2 1,0 0-1,-1-2 0,1-1 1,-1-1-1,0-2 1,49-19-1,-5-6-39,-2-3-1,-1-3 1,-2-3 0,75-63-1,-99 70-17,-3-3 0,-1-1 0,-2-2-1,-2-1 1,-1-2 0,53-94 0,-74 112 5,-1-1 1,-1-1-1,-2 1 1,0-2 0,-2 1-1,3-31 1,-2-12 1,-3-96 1,-6 129-5,-3 1 0,-1 0 0,-1 0 0,-3 0 1,0 1-1,-3 0 0,-29-64 0,17 53-2,-1 1-1,-2 1 0,-3 2 1,-1 0-1,-40-40 1,42 53-2,-1 2 0,-2 1 1,-1 1-1,-1 2 0,-1 2 1,-1 1-1,0 1 0,-2 2 1,0 2-1,-56-15 0,54 23-6,40 37-39,1-26-12,-1 1-1,0-1 1,1 0 0,0 0 0,-1 1-1,1-1 1,0 0 0,1 0 0,-1 0-1,1 0 1,-1 0 0,1-1 0,0 1-1,0 0 1,0-1 0,0 1 0,0-1-1,1 0 1,-1 1 0,1-1 0,0 0-1,5 2 1,-1 0-844,0-1-1,0 0 1,1 0-1,-1-1 1,1 1-1,-1-2 1,1 1-1,13 0 1,11-2-5239</inkml:trace>
</inkml:ink>
</file>

<file path=ppt/ink/ink1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2:43.01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784 59 5169,'0'0'9098,"0"-10"-8123,0-18-393,0 8 5867,-14 40-4230,9-3-1945,-2 0 0,0 0 0,-1 0 0,-13 20-1,1-1-74,-128 278 1535,-22 133 181,167-439-1892,-36 111 174,-113 314 587,75-211-383,18-44-170,38-100-63,17-59-116,-1 0 0,0-1-1,-12 25 1,15-34 1293</inkml:trace>
</inkml:ink>
</file>

<file path=ppt/ink/ink1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2:43.01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1478 203 11162,'0'0'2238,"-36"-9"-712,-7-2-1001,-20-5 895,-92-12 0,98 22-542,-1 1 1,0 4-1,-92 8 1,112-2-544,0 2 1,0 1 0,0 2-1,1 1 1,1 3 0,-50 24-1,48-16-218,1 1 0,1 2 0,0 2 0,3 1 0,0 2 0,2 1 0,1 1 0,1 1 0,2 2 0,2 1 0,1 1 0,2 1 0,1 1 0,2 1 0,2 0-1,2 2 1,1 0 0,-12 69 0,11-1-69,-2 154 0,16-246 1,1-1-1,0 1 1,2-1-1,0 0 1,1 1-1,1-1 1,0-1-1,1 1 1,1-1-1,14 28 1,-10-26 53,1 0-1,0-1 1,1-1 0,1 0 0,1 0 0,27 23 0,-30-31-69,-1 0 0,2 0 0,-1-2 0,1 1 1,-1-2-1,2 1 0,-1-2 0,1 1 0,-1-2 0,1 0 1,23 3-1,5-3 27,1-1 1,0-3 0,0-1-1,-1-2 1,1-2 0,-1-1-1,57-19 1,-64 15-41,0-2-1,0-1 1,-2-2-1,52-33 1,-64 35-2,0-1 0,-2-1 0,0-1 0,0 0 0,-2-1 1,0-1-1,25-40 0,17-47 16,-4-1 0,-6-4 0,49-159 0,-81 220-33,-3-1 1,-1 0 0,-3-1-1,-2 0 1,0-61-1,-7 102 3,-1-1 0,0 1 0,-1 0-1,0 0 1,-1 0 0,0 0 0,-1 1 0,0-1 0,0 1-1,-1 0 1,-12-18 0,6 13-2,-1 0 0,-1 1 0,0 1 0,0 0 0,-1 1 0,-25-16 0,-6 1 0,-1 1 0,-1 3 0,-2 3 1,-57-18-1,-99-18 333,184 50-629,29 9-2357,23 9-1953,-6-5-1264</inkml:trace>
</inkml:ink>
</file>

<file path=ppt/ink/ink1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2:43.02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116 103 904,'0'0'11629,"-4"-8"-10383,0 3-1032,1-1 0,-1 1 0,0 0 0,0 0-1,0 0 1,-1 0 0,0 1 0,0 0 0,0 0 0,0 0 0,0 1 0,-8-4 0,-7-9 603,19 14-418,0 1 0,0 0 0,-1-1 0,1 1 0,0 0 0,-1 0 0,1 0 0,-1 0 1,1 0-1,-1 0 0,1 0 0,-1 1 0,0-1 0,1 1 0,-4-1 0,8 27 440,2-10-577,2-1-1,0 0 0,1 0 0,1 0 0,20 25 1,0 1 127,290 527 2227,-306-543-2548,88 213 797,-72-160-318,54 103 0,-38-110-241,3-3 0,2-2 0,102 102 0,-121-135-209,8 16 131,-38-46-236,-1-2-218,-51-1-9080,38 0 2467</inkml:trace>
</inkml:ink>
</file>

<file path=ppt/ink/ink1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2:43.02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1446 312 8146,'0'0'8427,"-34"-17"-6944,-110-55-303,126 64-948,0 1 1,0 1-1,-1 0 0,0 1 1,0 2-1,0-1 1,-1 2-1,1 1 0,-27 1 1,8 0 85,-7-2-50,1 1-1,-1 3 1,1 2 0,-1 2-1,1 1 1,-47 16 0,41-6-66,0 3 1,1 2-1,2 3 0,0 1 1,1 2-1,2 2 1,-64 58-1,88-70-141,0 2 0,2 1 0,0 0 0,1 1 0,1 1 0,2 1 0,0 0-1,1 0 1,2 2 0,0-1 0,2 2 0,1-1 0,1 1 0,1 0 0,1 0 0,-1 36 0,4-29-49,1 0 1,2 0-1,1 0 0,2 0 0,1-1 1,2 1-1,1-1 0,24 61 1,-12-49-11,2 0 1,47 67 0,-55-93 15,1 0 0,0-2 0,2 1 0,0-2 0,1 0 0,0-2 0,36 22 0,-26-20 41,1-2 1,0-1 0,1-2 0,0 0 0,1-3-1,36 7 1,-3-6 27,0-3 0,70-2 0,-111-5-41,0-1 1,0-1 0,0-2 0,0 0 0,0-1-1,-1-1 1,0-1 0,31-16 0,-14 3-5,-2-2 1,0-1-1,55-47 0,-65 46-32,-2-1 1,0 0-1,-2-2 0,-1-1 0,-1-1 0,-2-1 1,0-1-1,-3 0 0,21-56 0,-23 46-1,-1 0 0,-2-1-1,-3-1 1,-1 0 0,-2 0 0,-2 0 0,-4-69-1,-3 82-5,-1 0 1,-1 0-1,-2 0 0,-2 1 0,0 0 0,-2 1 0,-1 0 0,-2 1 0,0 1 1,-27-36-1,2 10 3,-3 1 1,-2 2 0,-96-82 0,116 112 0,0 1 0,0 2 0,-45-24 0,55 34-1,0 0 0,0 1 0,-1 1 0,0 1 0,0 0 0,0 1 0,0 0 0,-26 0 0,35 3 3,-1 0-1,1 0 1,-1 1-1,1 0 0,0 0 1,-1 1-1,1 0 1,0 0-1,0 1 0,-13 5 1,17-5-5,0-1 0,0 1 0,0 0-1,1 0 1,-1 0 0,1 0 0,-1 0 0,1 0 0,0 0 0,0 1 0,1-1 0,-1 1 0,1 0 0,-1 0 0,1-1 0,0 1 0,1 0-1,-1 0 1,1 0 0,0 0 0,0 0 0,0 4 0,0 0-4,-1-5-19,1-1 1,0 1-1,0 0 0,0 0 0,0-1 1,0 1-1,1 0 0,-1 0 1,1-1-1,0 1 0,-1 0 0,1-1 1,0 1-1,1-1 0,-1 1 1,0-1-1,1 0 0,-1 1 0,1-1 1,0 0-1,0 0 0,0 0 1,0 0-1,0-1 0,0 1 0,5 2 1,29 19-2655,43 18 0,-27-20-3631</inkml:trace>
</inkml:ink>
</file>

<file path=ppt/ink/ink1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2:43.02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6 1 4905,'0'0'10178,"-6"0"-3558,243 0-6373,-236 1-226,0 0 0,-1 0 0,1 0 0,0 1-1,-1-1 1,1 0 0,0 0 0,-1 1 0,1-1 0,-1 0 0,0 1 0,0-1 0,1 0 0,-1 1-1,0-1 1,0 0 0,0 1 0,0-1 0,-1 3 0,-3 32 597,0-30-517,0-1 0,-1 1 0,0-1-1,0 1 1,0-1 0,0-1 0,-1 1-1,-12 7 1,-55 27 299,60-32-254,76-4-69,-54-3-78,-1-1-3,-1 1 0,0 0 0,1 1-1,-1-1 1,0 1 0,1 1 0,12 3 0,-18-3 0,0-1 1,0 1-1,0 0 1,0-1-1,0 1 1,0 0-1,-1 0 1,1 0-1,-1 0 1,1 1-1,-1-1 1,0 0-1,1 1 1,-1-1-1,-1 1 1,1-1-1,0 1 1,0-1-1,-1 1 1,0-1-1,1 1 1,-1 0-1,0-1 1,0 1-1,-1 3 1,1 2 2,0-1 0,0 0 1,-1 1-1,0-1 1,0 0-1,0 0 1,-1 0-1,-1 0 1,1 0-1,-7 12 1,7-16 55,-1 0 1,0 0-1,1 0 1,-1 0-1,0 0 1,0-1-1,-1 0 1,1 1-1,-1-1 1,1-1-1,-1 1 1,1 0-1,-1-1 1,0 0-1,0 0 1,0 0-1,0 0 1,0 0-1,0-1 1,0 0-1,0 0 1,-4 0-1,4 0 26,0-1-1,1 1 0,-1 0 1,0-1-1,0 0 0,1 0 1,-1 0-1,1-1 0,-1 1 1,1-1-1,-1 0 0,1 0 0,0 0 1,0 0-1,0 0 0,0-1 1,0 1-1,0-1 0,1 0 1,-1 0-1,1 0 0,-3-5 1,-6 5-109,10 3-211,5 0-3413,45 2-4401,-12 8 1678</inkml:trace>
</inkml:ink>
</file>

<file path=ppt/ink/ink1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2:43.02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161 2 1744,'0'0'13934,"0"-2"-11491,-1 5-1280,-3 4-802,0 0 0,-1-1-1,0 0 1,0 0 0,0 0 0,-1 0 0,-8 6-1,-14 15 391,13-11-395,-32 46 113,43-56-467,2-1 0,-1 1 1,0 0-1,1 0 0,0 0 1,1 0-1,-1 0 1,1 0-1,1 0 0,-1 10 1,1-15-2,0-1 1,1 1 0,-1-1-1,0 1 1,1-1-1,-1 1 1,0-1 0,1 0-1,-1 1 1,1-1-1,-1 0 1,1 1-1,-1-1 1,1 0 0,-1 1-1,1-1 1,-1 0-1,1 0 1,-1 0 0,1 1-1,0-1 1,-1 0-1,1 0 1,-1 0 0,1 0-1,-1 0 1,1 0-1,0 0 1,24-1 35,-19 1-38,340 0-1370,-349 0 989,-12-1-3697,2-4-3908,12 2 2873</inkml:trace>
</inkml:ink>
</file>

<file path=ppt/ink/ink1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2:43.02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75 0 9562,'0'0'12797,"-12"29"-11580,-35 90-265,44-114-835,1 1-1,0 0 1,0 0 0,0 0 0,1 0-1,0 1 1,0-1 0,0 0 0,1 0-1,0 1 1,0-1 0,1 7 0,1 9-851,0-19 102,-1 0-1,0 0 1,1-1 0,-1 1-1,1 0 1,0-1 0,0 1-1,0-1 1,0 0 0,0 0-1,0 0 1,5 4 0,17 7-5522</inkml:trace>
</inkml:ink>
</file>

<file path=ppt/ink/ink1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2:43.02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102 45 928,'0'0'12832,"1"-7"-11206,1-3-1049,0-3-2,0-2 5771,-5 16-6137,0 0 1,0-1-1,0 1 1,0 1 0,1-1-1,-1 0 1,0 1 0,1-1-1,-3 3 1,-8 12 323,3-5-388,1 0 0,1 0-1,0 1 1,-9 18-1,17-29-150,0-1 0,0 1 0,0-1 1,0 1-1,0-1 0,0 1 0,0-1 0,1 1 0,-1-1 0,0 1 0,0-1 0,0 0 0,1 1 0,-1-1 0,0 1 0,1-1 0,-1 0 1,0 1-1,1-1 0,-1 0 0,1 0 0,-1 1 0,0-1 0,1 0 0,-1 0 0,1 1 0,-1-1 0,1 0 0,-1 0 0,1 0 0,-1 0 1,0 0-1,1 0 0,-1 0 0,1 0 0,-1 0 0,1 0 0,-1 0 0,1 0 0,-1 0 0,2 0 0,24 0 47,-23 0-66,11-1-27,1 2 0,0 0 0,-1 1 0,28 7 0,-40-9 46,0 0 0,0 1-1,1 0 1,-1-1 0,0 1 0,0 0 0,0 0 0,0 0 0,0 0 0,0 0-1,0 1 1,-1-1 0,1 1 0,0-1 0,-1 1 0,1 0 0,-1-1 0,1 1-1,-1 0 1,0 0 0,0 0 0,0 0 0,0 0 0,0 0 0,0 0-1,-1 1 1,1-1 0,-1 0 0,1 0 0,-1 0 0,0 1 0,0-1 0,0 0-1,0 0 1,0 1 0,-1-1 0,1 0 0,0 0 0,-1 1 0,0-1 0,-1 4-1,-3-2 28,1 0-1,0 0 1,-1 0-1,0 0 1,0-1-1,0 0 0,-1 0 1,1 0-1,-1-1 1,1 0-1,-7 2 1,3 0-20,-47 11 98,46-14-77,0 2 1,0-1-1,-19 9 0,25-10 1735,1 0-6086,9-12-11913</inkml:trace>
</inkml:ink>
</file>

<file path=ppt/ink/ink1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2:43.02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30 4889,'0'0'13215,"3"-2"-11896,3-2-885,1 0 0,0 1-1,0 0 1,0 0 0,0 1 0,0 0 0,0 0 0,1 1-1,8-1 1,75 1-347,-8 1-3925,-76 6-6146</inkml:trace>
</inkml:ink>
</file>

<file path=ppt/ink/ink1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2:43.02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371 50 384,'0'0'7083,"0"-5"-5799,0-4-975,0-25 7525,-4 33-4285,-18 0-2409,10 8-899,2 1 0,-1 1-1,1-1 1,0 2 0,-10 11 0,-22 20-21,-118 104 393,102-62-332,57-83-272,0 1-1,0 0 0,0 1 0,0-1 0,0 0 0,1 0 0,-1 0 0,0 0 1,1 1-1,-1-1 0,0 0 0,1 1 0,0-1 0,-1 0 0,1 1 0,0-1 1,0 1-1,0-1 0,-1 0 0,2 1 0,-1-1 0,0 1 0,0-1 0,0 0 1,1 1-1,-1-1 0,1 2 0,1-1 3,-1 0-1,1-1 1,0 1 0,-1-1 0,1 1-1,0-1 1,0 0 0,0 0 0,0 1-1,0-1 1,1-1 0,-1 1 0,0 0-1,4 0 1,10 2 18,1 0 0,-1-2 0,23 0 0,-36-1-31,-3 0 2,5 1 16,0-1 0,0 0 0,0-1 0,0 1 0,0-1 0,0 0 0,7-2 1,-11 2-1,1 0 0,-1 0 0,0 0 0,1 0 0,-1-1 0,0 1 0,0 0 0,0 0 0,0-1 0,0 1 0,0-1 0,-1 1 0,1-1 0,0 1 0,-1-1 0,1 1 0,-1-1 0,1 1 0,-1-1 0,0 0 0,0 1 1,0-1-1,0 0 0,0 1 0,0-4 0,13-46 92,-13 50-102,0 0 0,0 0 0,0 0 0,0 0 0,0 0 0,0 0 0,0 0 0,0 0 0,0 0 0,0 1 0,0-1 0,-1 0 0,1 0 0,0 0 0,-1 0 0,1 0 0,-1 0 0,1 1 0,-1-1 0,1 0 0,-1 0 0,0 1 1,1-1-1,-1 0 0,0 1 0,1-1 0,-1 0 0,0 1 0,0-1 0,0 1 0,0 0 0,1-1 0,-1 1 0,0 0 0,0-1 0,0 1 0,0 0 0,0 0 0,0 0 0,0 0 0,0 0 0,0 0 0,0 0 0,0 0 0,0 0 0,-1 1 0,-24-4 416,9 0-243,-3 1 489,18 1 1,10 1 304,-7 0-987,-1 6-7746,0 1 2308</inkml:trace>
</inkml:ink>
</file>

<file path=ppt/ink/ink1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2:43.028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103 1 4065,'0'0'8707,"0"12"-6342,-2 46-2383,-4-45 48,1-1 1,-2 0-1,0 0 0,0 0 0,-10 11 1,8-12 62,1 0 1,0 1-1,1 0 1,0 0-1,-5 15 1,11 6 145,1-33-110,461 0 558,-460 0 399,-3 13-6954,-9-10 2815</inkml:trace>
</inkml:ink>
</file>

<file path=ppt/ink/ink1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2:43.029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104 0 3929,'0'0'7971,"-2"0"-7585,1 0 0,0 1 1,-1-1-1,1 0 0,0 0 1,-1 1-1,1-1 0,0 1 1,0-1-1,0 1 0,-1-1 1,1 1-1,0 0 0,-2 1 0,-10 50 339,2 0 0,2 0 0,3 1 0,2 1 0,3 63-1,-5-55-576,-13-47-8781,6-8 1212</inkml:trace>
</inkml:ink>
</file>

<file path=ppt/ink/ink1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2:43.030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7 17 5145,'0'0'7404,"13"-6"-5689,-12-4-206,1 19 78,0 24-538,-9 19-207,-2 13 280,0 74 0,9-128-642,0-24 165,0 12-715</inkml:trace>
</inkml:ink>
</file>

<file path=ppt/ink/ink1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2:43.031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78 8 4913,'0'0'9191,"6"-5"-8037,-6 4-1120,0 1 0,0 0 0,0 0 0,1 0 0,-1 0 0,0 0 0,0 0 0,0-1 0,0 1 0,0 0-1,0 0 1,0 0 0,0 0 0,1 0 0,-1 0 0,0 0 0,0 0 0,0 0 0,0 0 0,0 0 0,1 0 0,-1-1 0,0 1 0,0 0 0,0 0 0,0 0 0,0 0 0,1 0 0,-1 0 0,0 0 0,0 0-1,0 1 1,0-1 0,0 0 0,0 0 0,1 0 0,-1 0 0,0 0 0,0 0 0,0 0 0,0 0 0,0 0 0,0 0 0,1 0 0,-1 0 0,0 1 0,0-1 0,0 0 0,0 0 0,0 0 0,0 0-1,0 0 1,0 0 0,0 1 0,0-1 0,0 0 0,1 0 0,-1 0 0,0 0 0,0 1 0,0 22 394,-1 1 1,-1-1-1,-1 1 0,-1-1 0,-1 0 1,-1 0-1,-12 30 0,17-50-376,-1 0 0,1 1 0,0-1 0,-1 1 0,2-1 0,-1 1 0,0 0 0,1 5 0,7 0 429,14-11-324,1-2-256,0 1 1,1 1 0,-1 1-1,25 1 1,-9 1-125,-36-1 216,0 0 1,0 0-1,0 1 1,0-1-1,0 1 1,0-1-1,0 1 1,0 0-1,0-1 1,0 1-1,-1 0 1,1 0-1,0 1 1,0-1-1,-1 0 1,1 1-1,-1-1 1,1 0-1,1 3 1,0 0 2,0 1 0,-1-1 0,1 1 0,-1 0 0,0 0 0,0 0 0,2 7 0,0 5 26,-1 0 1,-1 1-1,0 30 1,-2-47 18,-1 1 0,0 0-1,0 0 1,0-1 0,0 1 0,0-1 0,-1 1 0,1-1 0,0 1-1,-1-1 1,1 0 0,-1 0 0,1 1 0,-1-1 0,1 0 0,-1 0-1,0-1 1,0 1 0,1 0 0,-1-1 0,0 1 0,0-1 0,0 1-1,-3-1 1,-54 10 452,-157 3-215,224-30-3965,22-17-2785,-17 18 1527</inkml:trace>
</inkml:ink>
</file>

<file path=ppt/ink/ink1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2:43.032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0 16 2665,'0'0'13386,"27"0"-11820,33 1-710,-36 1-549,-1-1 0,1-1 0,-1-2 1,1 0-1,-1-1 0,24-7 0,-44 8 114,0 1-1235</inkml:trace>
</inkml:ink>
</file>

<file path=ppt/ink/ink1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2:43.033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0 100 5297,'0'0'10792,"1"-6"-10052,0 4-687,-1 0 0,1 0 0,-1 0 1,1 0-1,0 0 0,0 1 0,0-1 0,0 0 1,0 0-1,0 1 0,0-1 0,1 1 0,-1-1 0,1 1 1,-1-1-1,1 1 0,-1 0 0,1 0 0,2-2 1,48-15 893,19 3-815,-1 3 0,2 4-1,-1 2 1,90 6 0,-160 1-134,0 1 0,-1 0 0,1 0-1,-1 0 1,1-1 0,-1 1 0,0 0 0,0 0 0,0 0 0,0 0 0,0 0 0,0 3 0,-1-3 10,1 3 12,0 0-1,-1 0 0,0 0 1,0 0-1,-1-1 0,1 1 1,-1 0-1,0-1 0,0 1 1,-1-1-1,1 1 0,-1-1 1,0 0-1,0 0 1,0-1-1,-1 1 0,1 0 1,-1-1-1,-5 3 0,-25 30 21,32-32-47,1-1 0,0 1 0,-1 0 0,1 0 0,1-1 0,-1 1 0,1 0 0,-1 0 0,1 0 0,0 0 0,0 0 0,1 0 0,-1 0 0,1 0 0,0 0 0,0-1 0,0 1 0,0 0 0,1-1 0,0 1 0,0 0 0,0-1 0,0 0 0,0 0 1,3 4-1,17 12-254,-9-9 180,0 1 0,-1 0 0,-1 0-1,0 1 1,0 1 0,-1 0 0,13 23 0,-23-35 85,0 0 0,0 0 0,0 0 0,0-1 1,0 1-1,0 0 0,0 0 0,-1-1 0,1 1 0,0 0 0,0 0 0,-1-1 0,1 1 1,-1 0-1,1-1 0,0 1 0,-1-1 0,1 1 0,-1 0 0,0-1 0,1 1 0,-1-1 0,1 1 1,-1-1-1,0 0 0,1 1 0,-1-1 0,0 1 0,0-1 0,1 0 0,-1 0 0,0 0 1,0 1-1,1-1 0,-1 0 0,0 0 0,0 0 0,-1 0 0,-39 6 572,33-5-508,-68 14 652,55-10-80,0-1 1,0 0-1,-25 0 0,45-4 485,2 9-10511,4-5 4284</inkml:trace>
</inkml:ink>
</file>

<file path=ppt/ink/ink1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2:43.034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490 0 3897,'0'0'11542,"-3"1"-11339,1-1-1,-1 1 0,0 0 0,1-1 1,-1 1-1,1 0 0,0 0 1,-1 1-1,1-1 0,0 0 1,0 1-1,-2 1 0,-7 6-177,-64 48 877,-114 115 0,168-150-757,2 1 0,0 0 0,2 2 0,0 0 0,2 1 0,1 0 0,1 1 0,1 1 1,-13 48-1,22-66-153,1-1 1,0 0 0,1 1 0,0 0 0,0-1-1,1 1 1,2 12 0,-2-19 6,1-1 0,-1 1 0,1-1 0,0 0 0,0 1 0,0-1 0,0 0 0,0 0 0,0 1 0,1-1 0,-1 0 0,1 0 0,-1-1 0,1 1 1,0 0-1,0 0 0,0-1 0,0 1 0,0-1 0,0 0 0,0 1 0,0-1 0,1 0 0,-1 0 0,1-1 0,-1 1 0,0 0 0,1-1 0,-1 0 0,1 1 0,-1-1 0,4 0 0,19 1 47,-1 0-1,1-2 1,-1 0-1,1-2 1,24-6-1,-44 8-30,0 0 1,1 0-1,-2-1 0,1 0 0,0 0 0,0 0 0,0 0 0,-1-1 0,1 0 0,-1 0 1,0 0-1,0 0 0,0-1 0,0 0 0,-1 1 0,0-1 0,1-1 0,-1 1 0,-1 0 1,1-1-1,-1 1 0,1-1 0,-1 0 0,-1 0 0,1 0 0,-1 0 0,0 0 0,0 0 0,0 0 1,0-9-1,-1 11 0,0 1 1,0 0-1,0-1 1,0 1 0,-1-1-1,1 1 1,-1 0-1,0-1 1,1 1 0,-1 0-1,0 0 1,0-1-1,0 1 1,-1 0-1,1 0 1,0 0 0,-1 0-1,1 1 1,-1-1-1,-2-2 1,-2 0 3,-1 1-1,1-1 1,-1 1-1,0 0 1,-12-3-1,1 1 189,1 1 0,-1 0 0,0 1-1,-31 0 1,48 3 619,5 10-3942,0 0-2104,1-4 435</inkml:trace>
</inkml:ink>
</file>

<file path=ppt/ink/ink1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2:43.035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14 61 3753,'0'0'14930,"8"-1"-14333,27-13-472,-13 5-110,-1 1-1,1 1 1,1 0-1,-1 2 1,35-4-1,39 8-54,-94 24-131,-3-16 228,0-1 0,0 1-1,0-1 1,0 0-1,-1 0 1,0 0 0,-1 0-1,1 0 1,-1 0 0,-7 10-1,-45 54 100,27-35-148,-8 6 19,-1-2 1,-62 51-1,96-87-32,-1 1 1,1-1-1,0 1 1,0 0-1,0 0 1,0 0-1,0 0 0,1 1 1,0-1-1,0 1 1,0-1-1,1 1 1,-1 0-1,1 0 1,0-1-1,1 1 1,-1 6-1,1-11 12,1 1-1,0 0 0,0-1 1,-1 1-1,1 0 0,0-1 1,0 1-1,0-1 0,-1 1 1,1-1-1,0 0 0,0 1 1,0-1-1,0 0 0,0 0 1,0 1-1,0-1 0,0 0 0,0 0 1,0 0-1,0 0 0,0 0 1,1-1-1,33 1 148,-28 0-97,84 2 306,-39 0 99,87-7-1,-117-2-97,6-1 8,-11 8-6612,-7 3 1285</inkml:trace>
</inkml:ink>
</file>

<file path=ppt/ink/ink1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2:43.036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241 54 4241,'0'0'10339,"4"-7"-9120,13-21-206,-12 21 1158,-6 7-2160,1 1 0,0-1 1,0 0-1,0 0 0,0 0 1,0 0-1,0 0 0,0 0 0,-1 0 1,1 0-1,0 0 0,0 0 1,0 0-1,0 0 0,0 0 1,0 0-1,-1 0 0,1 0 0,0 0 1,0 0-1,0 0 0,0 0 1,0 0-1,0 0 0,0 0 1,-1 0-1,1-1 0,0 1 0,0 0 1,0 0-1,0 0 0,0 0 1,0 0-1,0 0 0,0 0 1,0 0-1,0 0 0,-1-1 0,1 1 1,0 0-1,0 0 0,0 0 1,0 0-1,0 0 0,0 0 1,0 0-1,0-1 0,0 1 0,0 0 1,0 0-1,0 0 0,0 0 1,0 0-1,0 0 0,0-1 1,0 1-1,-9 0 18,0-1 1,-1 1-1,1 1 0,0 0 1,-1 0-1,1 1 1,0 0-1,0 1 0,0 0 1,1 0-1,-1 1 1,1 0-1,-1 1 0,1-1 1,1 2-1,-1-1 1,1 1-1,0 0 0,0 1 1,1-1-1,-1 1 1,2 1-1,-8 9 0,4-2-20,1 1 0,0 0-1,1 1 1,1-1-1,1 1 1,0 0 0,1 1-1,1-1 1,0 1 0,1-1-1,1 1 1,1 0-1,1 0 1,3 18 0,-4-33 2,1 0 0,0-1 0,1 0 0,-1 1 0,0-1 0,1 0 0,-1 1 0,1-1-1,0 0 1,-1 0 0,1 0 0,0 0 0,0-1 0,1 1 0,-1-1 0,0 1 0,0-1 0,1 0 0,-1 1 0,1-1 0,-1 0 0,1-1 0,-1 1 0,1 0 0,4 0 0,8 1 157,0 0-1,0-1 1,19-1-1,-22 0-77,-3-1-32,-1 0 0,1-1-1,0 0 1,-1 0 0,1-1 0,-1 0-1,0 0 1,0-1 0,0 0-1,-1 0 1,1-1 0,-1 0 0,0 0-1,7-8 1,3-3 73,0 0 0,-2-2 1,0 0-1,13-21 0,-22 29-104,-1 1 0,-1-2 0,0 1 0,0 0 0,-1-1 1,0 0-1,-1 1 0,0-1 0,-1 0 0,0 0 0,-1 0 0,0 0 0,-1 0 1,-2-14-1,0 17-9,-1 0 0,0 1 0,0-1 0,0 1 0,-1-1 1,-1 1-1,-6-7 0,4 4 33,5 8-19,0 0 0,0 0 1,0 0-1,0 1 0,0-1 1,-1 1-1,1-1 0,0 1 1,-1 0-1,1 0 0,-1 1 1,0-1-1,1 1 0,-1 0 1,1 0-1,-1 0 0,1 0 0,-6 1 1,-4 0 24,12-1 231,0 13-6935,-5-1 1346</inkml:trace>
</inkml:ink>
</file>

<file path=ppt/ink/ink1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3:01.573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1367 564 2593,'0'0'13500,"0"-6"-12700,0-29 380,0 35-728,0-2-358,0 0-1,0 0 0,0 0 1,0 0-1,1 1 0,-1-1 1,1 0-1,-1 1 0,1-1 1,0 0-1,0 1 1,0-1-1,1-2 0,45-34-8,1 2 1,2 2-1,2 2 0,0 3 0,2 2 0,76-27 0,-26 19-74,1 5 1,175-27-1,7 1 606,-281 54-597,1 0 0,0 1 1,0 0-1,-1 1 0,1-1 0,0 1 0,0 1 0,0-1 0,0 1 0,0 0 0,-1 1 1,1 0-1,0 0 0,-1 0 0,0 1 0,1 0 0,-1 0 0,0 0 0,0 1 0,-1 0 0,1 0 1,-1 0-1,0 1 0,5 6 0,15 11-2,1 0 0,0-2-1,2-1 1,52 28 0,-61-38-16,1-1 1,1 0-1,-1-2 1,1 0-1,0-1 0,1-1 1,-1-1-1,32 0 1,-30-3 5,-1-1 0,1-2 0,-1 0 0,0-1 0,0-1 0,0-1 0,-1-1 0,1-1 0,-2-1 0,1 0 0,-1-2 0,27-19 0,14-5 31,1 3 1,2 2-1,113-35 1,-155 57-46,0 1 5,0 0 1,1 2-1,41-6 1,-55 10 0,-1 1 0,1 0 0,-1 0 0,0 0 0,1 1 0,-1 1 1,0-1-1,0 1 0,1 1 0,-1-1 0,-1 1 0,1 1 1,11 6-1,12 11 5,15 10 14,-1 2 1,51 48 0,-65-54-9,0-1 1,2-2-1,43 25 1,-11-8-2,-61-39-8,0 0 0,-1 0 1,1 0-1,0-1 0,0 0 1,0 0-1,0 0 0,0 0 1,0 0-1,0-1 0,0 0 1,0 0-1,0 0 0,1 0 1,-1-1-1,0 1 0,6-3 1,6-2 8,-1 0-1,0-2 1,17-8 0,-7 2-16,-3 3 7,-5 1 0,0 1-1,0 1 1,0 0-1,1 2 1,0 0-1,0 0 1,1 2-1,29-2 1,-46 6 0,0 0 0,0 0 1,0 0-1,0 1 1,0-1-1,0 0 0,0 1 1,-1 0-1,1-1 0,0 1 1,-1 0-1,0 0 0,1 0 1,-1 0-1,0 0 1,0 0-1,1 3 0,0-1 4,94 185 220,-85-169-218,-1 1 0,-1 1 0,-1 0 0,-1 0 0,0 0-1,-2 1 1,-1 0 0,-1 0 0,-1 0 0,0 0-1,-2 1 1,-1-1 0,-1 0 0,-1 0 0,-1 0-1,-1 0 1,0-1 0,-2 1 0,-1-1 0,-19 38 0,1-15 22,3-6-9,-19 47 1,36-71-22,1 0 0,0 1 0,1-1 0,1 1 1,0 0-1,1 0 0,1 16 0,1-26-3,1 1-1,0-1 1,0 1 0,0-1-1,1 1 1,0-1 0,1 0-1,-1 0 1,1 0 0,0 0-1,1 0 1,-1 0 0,1-1-1,0 0 1,9 9-1,10 16-6,-16-21 13,0 0 1,-1 0-1,0 1 0,-1 0 0,0 0 0,-1 1 1,0-1-1,-1 1 0,0 0 0,0 0 0,-1 0 1,0 0-1,-1 0 0,-1 18 0,0-15 1,1-4-2,-1 1 0,0-1 0,-1 1 0,0-1 0,0 1 0,-1-1 0,-1 0 0,0 0 0,-7 18 0,-112 240 21,112-243-23,2-1 0,0 2 0,2-1 0,1 1 0,1 0 0,1 0 0,1 0 0,1 0 0,5 42 0,-2-64-3,-1 1 1,1-1-1,1 0 1,-1 0-1,0 0 0,1 0 1,0 0-1,0-1 1,0 1-1,0-1 1,6 4-1,14 18-8,-13-10 14,-1 0-1,0 0 0,-1 1 0,-1 0 0,0 0 0,-2 1 0,1 0 0,-2 0 0,2 18 0,0 18 15,-2 89 0,-4-115-14,2 25 37,0-35-32,-2 0 0,1 0 0,-2 0 1,0-1-1,-1 1 0,-1 0 0,-9 31 0,6-27 1,0 1-1,1 0 0,1 0 0,1 1 1,1-1-1,2 0 0,1 32 1,0-15-5,0-32 1,0 0 1,0 1-1,1-1 1,0 0 0,1 0-1,-1 0 1,1 0-1,1 0 1,-1-1-1,1 1 1,0-1-1,1 0 1,0 0-1,7 7 1,-7-8 2,0 0 0,-1 1-1,1 0 1,-1-1 0,0 2 0,0-1 0,-1 0 0,0 1 0,0 0 0,-1-1 0,0 1 0,0 0-1,0 0 1,0 10 0,-8 301 800,5-311-799,-1 1 0,0-1-1,0 1 1,-1-1-1,0 0 1,0 0-1,0 0 1,-1-1-1,0 1 1,-1-1-1,1 0 1,-1 0-1,-8 8 1,-24 36 21,33-43-30,1-3 0,1 1-1,-1 0 0,1-1 1,0 1-1,0 0 0,0 0 1,1 0-1,0 0 0,0 1 1,-1 9-1,-1 13-4,2-26 5,0 1-1,0-1 0,0 1 0,1 0 0,-1-1 0,1 1 0,0 0 1,0 0-1,0-1 0,0 1 0,0 0 0,0-1 0,1 1 0,-1 0 1,1-1-1,0 1 0,0-1 0,0 1 0,0-1 0,0 1 0,1-1 1,-1 0-1,4 5 0,-2-4 1,0 0 1,-1 0-1,1 0 1,0 1-1,-1 0 1,0-1-1,0 1 1,0 0-1,-1 0 0,1 0 1,-1 0-1,0 0 1,0 0-1,0 7 1,1-4 4,-1 0 0,1 0 0,0-1 0,1 1 0,4 8 0,25 36 441,-17-28-299,23 45-1,-34-57-129,0-1 1,0 1-1,-1 0 0,-1 0 1,0 0-1,0 0 0,0 21 1,-2 11 85,-1 0 1,-2 1 0,-12 58-1,9-73-88,-2 49 0,7-55 2,-1-1 1,-1-1 0,-1 1 0,-11 36 0,6-35-10,-14 39 207,-22 84 0,37-97-150,-3 98 0,3-28-23,4-81 12,-14 60 0,14-84-24,0 0 0,-1 0 0,-1 0 0,0-1 0,-1 0 0,-1 0 0,-11 15 0,-58 75 256,-110 127-103,39-69-162,135-148-18,0 1-1,1 0 0,-11 19 0,19-27-1,0 0-1,1 1 0,0-1 0,0 1 0,0 0 0,1 0 0,0 0 1,1 1-1,-1-1 0,1 0 0,1 8 0,0 19 11,-6 126 12,3-142-13,0 0 0,-1 1-1,-1-1 1,0-1 0,-2 1 0,-13 26 0,8-20 8,-2-1-1,-25 32 1,31-46 24,0 0-1,0-1 0,-1 0 1,0 0-1,0-1 0,-1 0 1,0-1-1,-14 7 0,-25 6 149,-1-2-1,-1-2 0,-59 9 1,29-6-20,-307 75 812,-594 125-150,765-184-798,-1-10 1,-245-5-1,456-19-33,-5 0 88,-1 1-1,0-2 1,1 0 0,-1-1-1,-23-6 1,33 7-65,0-1 1,-1 1 0,1-1-1,0 0 1,0 0 0,0 0-1,0 0 1,1-1 0,-1 1-1,0-1 1,1 0 0,0 0-1,0 0 1,0 0 0,0 0-1,0 0 1,0 0 0,1-1-1,0 1 1,0 0 0,0-1-1,0 1 1,0-1 0,0-7-1,-3-39 5,5-92 1,-1-15-25,-1 153-2,1-1-1,-1 0 0,0 1 0,0-1 1,-1 1-1,1-1 0,-1 1 0,0 0 1,-1 0-1,1 0 0,0 0 1,-1 0-1,0 0 0,0 0 0,0 1 1,-1 0-1,1 0 0,-1 0 0,1 0 1,-1 0-1,0 1 0,0-1 0,-1 1 1,1 0-1,0 0 0,-1 1 0,1-1 1,-1 1-1,1 0 0,-1 0 0,-5 0 1,-15-1-6,-1 0 1,1 2-1,0 1 1,-36 5-1,12 1-15,1 3-1,-83 28 0,-90 47 34,200-76-12,-5 5 7,21-11-11,-1 0 0,1 0 0,0-1 1,-1 1-1,0-1 0,0 0 0,0-1 0,-10 2 0,14-3 3,0-1 0,0 1-1,0-1 1,0 0-1,1 0 1,-1 0 0,1 0-1,-1 0 1,0-1-1,1 1 1,0 0 0,-1-1-1,1 1 1,0-1-1,0 1 1,0-1 0,-2-3-1,-20-36 41,18 31-37,-39-83-37,-51-156 1,-17-41 25,90 251 16,16 28-8,0 0 0,0 0 0,1 0 0,1-1 1,-5-16-1,-3-33-90,-7 49-10,6-13 93,1-1 0,1-1 0,1 0 0,2-1 0,1 1 0,-7-54-1,0-177-16,12 175 19,-3-426-217,6 473 164,2 0-1,1 1 1,2-1 0,1 1 0,2 1-1,19-48 1,-4 26-27,1 2 0,4 1 0,34-51 0,-58 97 77,0 0 0,1 1 0,-1 0 0,1 0 0,0 0 0,1 0 0,0 1 0,9-6 0,-22 11 5,0-1 0,0 0-1,0-1 1,0 1 0,0-1 0,1 0 0,-7-4 0,8 5 0,-10-6 2,1 0-1,0 0 1,1-1-1,-1-1 0,2 0 1,-1-1-1,1 0 0,1 0 1,0-1-1,-15-21 0,2-2 2,1-2-1,-27-59 0,36 64-15,1-1 0,1 0 0,2 0-1,1-1 1,2 0 0,1-1 0,1 1-1,2-1 1,4-53 0,1 68 4,0 1 1,1 0-1,1 0 1,1 0 0,0 0-1,1 1 1,19-31-1,1 4-27,53-65 0,-26 48 1,63-56 0,-57 59 47,53-65 0,-109 118-5,-1 1 0,0-1 0,0 1 0,0-1 0,0 0 0,-1 0 0,0 0 0,0 0 0,0 0 1,-1-1-1,0 1 0,0 0 0,0-1 0,0 1 0,-1-7 0,-1 7-2,1 1 0,-1-1 0,0 1 0,-1-1 0,1 1 0,-1 0 1,0 0-1,0-1 0,0 1 0,-1 0 0,1 1 0,-1-1 0,0 0 0,0 1 0,-1 0 0,1 0 0,-1 0 0,-4-4 0,-4-2 0,0 0 0,1-1 0,0-1 0,-19-23 0,25 28-4,1-2-1,0 1 1,0 0 0,0-1 0,1 0-1,0 1 1,1-1 0,0-1-1,0 1 1,1 0 0,-1-9-1,-1-19-42,1-1-1,2 1 1,1-1 0,2 1-1,2-1 1,1 1-1,2 1 1,1-1-1,23-54 1,9 4-141,81-125 1,-103 182 181,20-43 0,-34 61 20,0 0-1,-1 0 1,-1 0 0,0-1-1,-1 1 1,0-1 0,1-21-1,-4 32-15,1-1-1,-1 1 0,1 0 1,-1 0-1,0-1 0,0 1 1,0 0-1,0 0 0,0 0 1,0 0-1,0 0 0,0 0 1,0 0-1,0 0 0,0 1 1,-1-1-1,1 0 0,0 1 1,0-1-1,-1 1 0,1-1 1,-1 1-1,1-1 0,0 1 1,-1 0-1,1 0 0,-1 0 0,1 0 1,-3 0-1,-56-1 5,47 2-2,-88-2 2,101 1-6,-1 0 0,0-1-1,1 1 1,-1 0-1,1-1 1,-1 1 0,1-1-1,-1 1 1,1 0-1,0-1 1,-1 1 0,1-1-1,-1 1 1,1-1-1,0 1 1,-1-1 0,1 0-1,0 1 1,0-1-1,-1 1 1,1-1 0,0 0-1,0 1 1,0-1 0,0 0-1,0 1 1,0-1-1,0 0 1,0-25-56,1 17 19,-1 2 11,1-1 1,0 0-1,1 1 0,0-1 0,0 1 0,0-1 0,1 1 0,0 0 1,8-12-1,47-64-153,-20 31 104,-27 36 70,303-500-69,-306 502 85,0-2-1,-2 1 0,1-1 1,-2 0-1,0-1 0,-1 1 0,-1-1 1,0 0-1,0-20 0,-3 36-13,0 1 1,0 0-1,0-1 0,0 1 0,1 0 1,-1-1-1,0 1 0,0 0 0,0-1 0,0 1 1,1 0-1,-1-1 0,0 1 0,0 0 1,0 0-1,1-1 0,-1 1 0,0 0 0,1 0 1,-1-1-1,0 1 0,1 0 0,-1 0 1,0 0-1,0 0 0,1 0 0,-1-1 1,1 1-1,-1 0 0,0 0 0,1 0 0,-1 0 1,0 0-1,1 0 0,-1 0 0,0 0 1,1 0-1,-1 0 0,0 0 0,1 1 0,-1-1 1,0 0-1,1 0 0,0 0 0,13 6-60,2 3 54,-7-2 7,1-1-1,1 0 1,-1 0 0,1-1-1,0-1 1,0 0 0,0 0-1,0-1 1,1 0 0,19 1-1,-20-3 3,0 0-1,0-1 1,0 0-1,-1-1 1,1 0-1,0 0 1,0-1-1,0-1 1,-1 0-1,0 0 1,1-1-1,-1-1 1,0 0-1,-1 0 1,18-13-1,-4 0 9,-1-1-1,0-1 0,-1-1 0,-2-1 0,0-1 0,-1 0 1,22-40-1,-36 55 2,-1 0 1,0 0-1,-1-1 0,1 1 1,-1-1-1,-1 1 1,0-1-1,0 0 0,-1 0 1,0 1-1,0-1 1,-1 0-1,0 1 0,-4-17 1,-1 7 2,-1 0-1,0 1 1,-1 0 0,0 0 0,-18-25 0,9 29-4,14 10-8,3 2-7,-5 28-877,3 37-4769,3-38 1061,-1-2-3195</inkml:trace>
</inkml:ink>
</file>

<file path=ppt/ink/ink1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3:06.72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53 189 1800,'0'0'10467,"0"-18"-9126,-1-57-383,1 68-769,-1 1 0,1-1 1,-1 1-1,0-1 0,-1 1 1,0 0-1,-3-10 0,-2-2 612,-6 3 620,13 15-1399,0 0 0,0-1 0,-1 1 1,1 0-1,0 0 0,-1 0 0,1 0 0,0 0 0,-1 0 1,1-1-1,0 1 0,-1 0 0,1 0 0,-1 0 0,1 0 0,0 0 1,-1 0-1,1 0 0,0 0 0,-1 0 0,1 1 0,0-1 1,-1 0-1,1 0 0,0 0 0,-1 0 0,1 0 0,0 1 0,-1-1 1,1 0-1,0 0 0,0 1 0,-1-1 0,1 0 0,0 0 1,0 1-1,-1-1 0,1 0 0,0 1 0,0-1 0,0 0 0,0 1 1,-1-1-1,1 0 0,0 1 0,0-1 0,0 0 0,0 1 1,0-1-1,0 0 0,0 1 0,0 0 0,-3 19 52,1 1 0,0 0 0,2-1 0,1 1 0,0 0 0,1 0 0,2-1-1,0 1 1,1-1 0,1 0 0,0-1 0,2 1 0,0-1 0,14 22 0,-4-12-18,0-1 0,2 0 0,1-2 0,1 0 0,2-2 0,0 0 0,1-2 0,32 22 0,101 59 116,-136-84-124,-22-19-86,0 1-1,0-1 1,1 0 0,-1 0-1,0 1 1,0-1 0,0 0 0,0 1-1,0-1 1,0 0 0,0 0 0,0 1-1,0-1 1,0 0 0,0 1-1,0-1 1,0 0 0,0 0 0,0 1-1,0-1 1,0 0 0,-1 0 0,1 1-1,0-1 1,0 0 0,0 0-1,0 1 1,0-1 0,-1 0 0,1 0-1,0 0 1,0 1 0,0-1 0,-1 0-1,1 0 1,0 0 0,0 0-1,-1 0 1,1 1 0,0-1 0,0 0-1,-1 0 1,-46 4-8743,40-4 6804,-12 0-4127</inkml:trace>
</inkml:ink>
</file>

<file path=ppt/ink/ink1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3:07.74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208 43 1688,'0'0'8830,"-4"-2"-8122,-7-1 673,-1 1-1,0 1 0,1 0 1,-15 0-1,12 39-272,-5 4-306,-34 57 0,17-38-280,28-38-298,6-15 196,7-13 716,18-35-1025,61-115-80,-72 125-27,-10 23-3,0-1 0,1 1 1,0 0-1,1 0 0,0 0 1,0 0-1,0 1 0,8-10 1,-10 15-9,0 1 21,0 0 0,0 1-1,-1-1 1,1 1 0,0-1 0,-1 1-1,1 0 1,-1 0 0,1-1 0,-1 1 0,1 0-1,-1 0 1,1 1 0,-1-1 0,0 0 0,0 0-1,0 1 1,0-1 0,2 3 0,5 5 141,4-2 59,0 1 1,0-2 0,1 0-1,0 0 1,0-1 0,0-1-1,1 0 1,20 3 0,33 10 697,-26-10-5,-40-6-974,-1 0-1,1 0 1,0 0 0,-1 0-1,1 0 1,0 1 0,-1-1-1,1 0 1,-1 0-1,0 0 1,1 0 0,-1 1-1,0-1 1,0 0 0,0 0-1,0 1 1,0-1-1,0 0 1,0 0 0,0 1-1,-1-1 1,1 2 0,-1 1-382,1 11-1620,1 0-1,0 0 0,1 0 0,6 23 1,-1-2-6915</inkml:trace>
</inkml:ink>
</file>

<file path=ppt/ink/ink1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3:08.24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167 1 1872,'0'0'18212,"-13"29"-17309,0 2-677,-8 16 191,3 0 0,-13 51-1,-26 159 1401,50-205-2869,0 73-1,7-123 799,0-1-1,1 1 1,-1-1-1,0 1 1,0-1-1,1 1 1,-1-1-1,1 1 1,-1-1-1,1 1 0,-1-1 1,1 1-1,0-1 1,0 0-1,0 1 1,0-1-1,0 0 1,0 0-1,0 0 1,0 0-1,1 0 0,-1 0 1,2 1-1,36 11-5184,-33-12 4743,20 3-4042</inkml:trace>
</inkml:ink>
</file>

<file path=ppt/ink/ink1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3:08.95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40 119 3673,'0'0'17351,"-6"1"-16972,5-1-365,-1 0 1,1 1-1,0-1 0,-1 1 0,1-1 1,0 1-1,-1-1 0,1 1 0,0 0 1,0-1-1,-1 1 0,1 0 0,0 0 1,0 0-1,0 0 0,0 0 0,0 0 1,0 0-1,0 0 0,1 0 0,-1 1 1,0-1-1,1 0 0,-1 1 0,1-1 1,-1 0-1,1 1 0,-1 1 0,-3 54 123,4-56-140,0 10 16,0-9-12,-1 1-1,1-1 0,0 0 1,0 1-1,0-1 0,1 0 1,-1 1-1,1-1 0,-1 1 1,1-1-1,1 4 0,0-5 4,-1 0 0,1 0-1,-1 0 1,1 0-1,0 0 1,-1-1 0,1 1-1,0-1 1,0 1 0,-1-1-1,1 1 1,0-1 0,0 0-1,0 0 1,-1 0-1,1 0 1,4-1 0,-4 1 6,0-1 0,0 0 0,0 1 0,-1-1 0,1 0 0,0 0 0,0-1 0,0 1 0,-1 0 0,1 0 0,0-1 0,-1 1 0,0-1 0,1 0 0,-1 1 0,0-1 0,0 0 0,0 0 0,0 0 0,0 1 0,0-1 0,0 0 0,-1 0 0,1-3 1,14-52 160,-14 52-130,-1 1 0,1 0-1,-1-1 1,0 1-1,0 0 1,0-1-1,0 1 1,-1 0-1,0-1 1,0 1-1,-2-8 1,1 10-30,1 0 0,-1 1-1,1-1 1,-1 0 0,0 1 0,1 0 0,-1-1 0,0 1 0,0 0-1,0 0 1,0 0 0,0 0 0,0 0 0,0 0 0,-1 1-1,1-1 1,0 1 0,0 0 0,0-1 0,-1 1 0,1 0 0,0 0-1,-4 1 1,6-1-77,-1 0 0,1 0 0,-1-1 0,1 1-1,-1 0 1,1 0 0,-1 0 0,1 0 0,-1 0-1,0 0 1,1 1 0,-1-1 0,1 0 0,-1 0-1,1 0 1,-1 0 0,1 1 0,-1-1 0,1 0-1,0 0 1,-1 1 0,1-1 0,-1 0 0,1 1-1,-1-1 1,1 0 0,0 1 0,-1-1 0,1 2-1,0-2-53,1 1 0,-1-1-1,1 1 1,-1-1-1,1 1 1,-1-1-1,1 1 1,0-1-1,-1 0 1,1 1-1,0-1 1,-1 0-1,1 1 1,0-1-1,-1 0 1,1 0 0,0 0-1,0 0 1,-1 1-1,1-1 1,0 0-1,-1-1 1,2 1-1,40 2-2854,76-6-1,-99 2 3183,1-1 0,0 0 1,-1-2-1,0-1 0,0 0 0,22-11 5659,-85 17-2699,43 0-3156,-1 1 1,1-1-1,-1 0 0,1 1 1,-1 0-1,1-1 0,-1 1 1,1 0-1,0 0 0,-1-1 1,1 1-1,0 0 0,0 0 1,0 1-1,0-1 0,0 0 1,0 0-1,0 0 0,0 1 0,0-1 1,1 0-1,-1 1 0,0-1 1,1 1-1,-1-1 0,1 1 1,0-1-1,-1 1 0,1-1 1,0 4-1,-3 55-43,3-50 44,0-9-20,-1 1 0,1-1-1,0 1 1,0 0 0,0-1 0,1 1 0,-1-1 0,0 1-1,0-1 1,1 1 0,-1-1 0,1 1 0,0-1 0,-1 1-1,1-1 1,0 0 0,0 1 0,0-1 0,0 0 0,0 1-1,0-1 1,0 0 0,0 0 0,2 1 0,1 0-18,0-1 1,1 0 0,-1 0-1,0-1 1,0 1-1,0-1 1,1 0 0,4-1-1,-3 1 36,-4 0-11,0 0 1,0 0-1,0 0 0,0-1 0,0 1 1,0-1-1,0 0 0,0 0 0,0 1 1,-1-1-1,1 0 0,0 0 0,-1-1 1,1 1-1,0 0 0,-1-1 0,0 1 1,1 0-1,-1-1 0,2-2 1,0-1 29,0 0 1,-1 0 0,1 0-1,-1 0 1,0 0 0,-1 0-1,3-11 1,-3 10 22,0 0 0,0 0 0,-1 0 0,1 0-1,-1-1 1,-1 1 0,1 0 0,-1 0 0,0 0 0,-1 0 0,1 0 0,-1 0 0,0 0-1,-5-9 1,-9-1 1332,4 9-4756,35 13-7354,8 1 4603</inkml:trace>
</inkml:ink>
</file>

<file path=ppt/ink/ink1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3:09.56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139 1 1256,'0'0'18037,"-17"30"-16580,-54 104-242,63-115-950,1 1 0,1 0 0,1 0 0,0 0 0,2 1 0,0 0 0,1 0 0,1-1 0,1 1 0,4 27 0,-2 17 192,-2 48-155,-1-113-224,1 0-74,0 0 0,0 0 0,0 0 0,0 1-1,-1-1 1,1 0 0,0 0 0,0 0 0,0 0 0,0 0-1,-1 0 1,1 0 0,0 0 0,0 0 0,0 0 0,-1 0-1,1 0 1,0 0 0,0 0 0,0 0 0,0 0 0,-1 0-1,1-1 1,0 1 0,0 0 0,0 0 0,0 0-1,-1 0 1,1 0 0,0 0 0,0 0 0,0 0 0,0-1-1,0 1 1,-1 0 0,1 0 0,0 0 0,0 0 0,0-1-1,0 1 1,0 0 0,0 0 0,0 0 0,0-1 0,-3-7-32,1-1 0,1 0 0,-1 1 0,1-1 0,1 0 0,0 0 0,0 0 0,1 0 0,0 1 0,0-1 0,1 0 0,0 1 0,0-1 0,1 1 0,1-1 0,-1 1 0,1 0 0,0 1 0,1-1 0,0 1 0,0 0 0,1 0 0,0 0 0,8-7 0,1 0-112,1 1 0,0 0 0,1 1 0,0 0 0,1 2 0,0 0 0,1 1 0,0 1 0,28-8 0,-30 13-10,-12 6 82,-21 17 93,-40 23 56,29-26 63,1 1-1,1 1 1,0 2-1,-23 25 1,46-45-123,1 1 0,-1-1 0,1 0 0,0 1 0,0-1 0,0 1 0,-1-1 0,2 1 0,-1 0 0,0-1 0,0 1 0,0 0 0,1 0 0,-1-1 0,1 1 0,-1 0 0,1 0 0,0 0 0,0 0 0,0-1 0,0 1 0,0 0 0,0 0 0,0 0 0,1 0 0,-1 0 0,1-1 0,-1 1 0,1 0 0,0 0 0,0-1 0,0 1 0,0-1 0,0 1 0,0 0 0,0-1 0,0 0 0,0 1 0,1-1 0,1 2 1,7 4 66,0 0 0,0 0 1,1-1-1,0-1 1,14 6-1,-1 0-64,-6-2-107,0-1 0,0 0 0,1-2 0,-1 0 0,2-1 0,22 4 0,-38-9-422,-1 1 0,1 0 1,-1 0-1,1 0 0,-1 0 1,0 0-1,1 1 0,-1 0 0,4 2 1,6 4-3883,1-1-3736</inkml:trace>
</inkml:ink>
</file>

<file path=ppt/ink/ink1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3:10.29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82 1 1200,'0'0'16855,"-13"35"-15219,-38 120-428,46-137-1032,1 0 0,1 0 0,0 1 0,2-1 0,0 1 0,3 36-1,0-5 20,-2 224 46,0-273-325,5-3 87,-1 0 0,1-1 0,-1 1 0,0-1 0,0 1 0,0-1-1,0 0 1,0-1 0,-1 1 0,1-1 0,-1 0 0,0 0 0,0 0 0,2-4 0,6-6 6,46-56 43,-55 67-32,-2 3 50,0 8 102,-1 9-113,3 35 84,-2-50-166,1 0 1,-1 0 0,1-1-1,-1 1 1,1 0-1,0-1 1,0 1 0,-1 0-1,1-1 1,0 1 0,0-1-1,1 0 1,-1 1-1,0-1 1,0 0 0,1 0-1,-1 0 1,1 1-1,-1-1 1,1-1 0,-1 1-1,1 0 1,-1 0 0,1-1-1,2 1 1,13 3-1236,0-2 0,0 0 0,1-1 0,22-2 0,-10 0-2034,4 1-2217</inkml:trace>
</inkml:ink>
</file>

<file path=ppt/ink/ink1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3:10.64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122 123 2721,'0'0'14475,"4"-1"-13774,2 0-586,1 0-1,0 0 1,-1 1-1,1 0 1,0 0-1,9 2 1,-11-1-14,1 0-1,0-1 1,0 1 0,0-1-1,0-1 1,0 1 0,0-1-1,0 0 1,6-2 0,-10-2-3,-1 0 0,0 1 0,-1-1 0,1 0 0,-1 0 0,0 0 1,0 0-1,0 0 0,-2-7 0,1 9-80,0 0 0,0 0 0,-1 0-1,1 1 1,-1-1 0,1 0 0,-1 0 0,0 1 0,0-1-1,0 1 1,0 0 0,0-1 0,-1 1 0,1 0 0,-1 0-1,1 1 1,-1-1 0,0 0 0,0 1 0,0 0 0,0-1-1,0 1 1,0 0 0,0 1 0,-5-2 0,-8-1 3,-1 1 0,1 1 1,-25 0-1,34 1-12,4 0 1,-1 0 0,0 0 0,1 0 0,-1 0 0,1 1 0,-1 0 0,0 0 0,1 0 0,-1 0 0,1 0 0,0 1 1,0-1-1,-1 1 0,1 0 0,0 0 0,0 0 0,0 0 0,1 1 0,-4 3 0,3-2 8,1 0 0,-1 1 0,1-1 1,0 1-1,0 0 0,0 0 0,1 0 0,0 0 0,0 0 0,0 0 0,1 0 0,-1 0 0,1 8 0,0-7-48,0 1-1,0-1 0,1 1 0,0-1 0,0 1 1,0-1-1,1 1 0,0-1 0,0 0 1,0 0-1,1 0 0,0 0 0,0 0 0,1-1 1,-1 1-1,1-1 0,1 0 0,-1 0 1,1-1-1,-1 1 0,1-1 0,1 0 0,-1 0 1,0 0-1,10 4 0,-2-1-561,1 1 0,0-2 0,1 0-1,-1-1 1,1 0 0,29 5 0,48 0-5242,-39-9 635</inkml:trace>
</inkml:ink>
</file>

<file path=ppt/ink/ink1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3:11.12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13 161 1296,'0'0'15268,"-2"-3"-14684,-1-1-518,-2-4 1004,2 19 1668,3-10-1823,0 47 661,10 6-1340,-6-42 30,-6-37-181,-1 5-60,1-1 1,1 1-1,0-1 1,4-27-1,-2 41-188,0 0 1,0 0-1,0 0 1,1 0-1,0 1 1,1-1-1,0 1 0,0-1 1,0 1-1,0 0 1,1 0-1,0 0 1,0 1-1,1-1 0,0 1 1,6-6-1,-6 10-371,-1 0 0,1 0 0,0 0 0,-1 0 0,1 1 0,0 0 0,0 0 0,-1 0 0,1 1 0,4 1 0,5-1-839,25-1-3454,0 0-777</inkml:trace>
</inkml:ink>
</file>

<file path=ppt/ink/ink1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3:11.45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46 1640,'0'0'15897,"10"5"-15223,-7-3-681,7 2 216,0 0-1,0 0 1,0-1-1,21 4 1,-29-6-183,-1-1 0,1 0 0,0 0 0,0 1 0,-1-1 1,1 0-1,0-1 0,0 1 0,-1 0 0,1 0 0,0-1 0,-1 1 0,1-1 1,0 1-1,-1-1 0,1 0 0,-1 0 0,1 1 0,-1-1 0,1 0 0,-1-1 1,1 1-1,-1 0 0,0 0 0,0 0 0,0-1 0,0 1 0,0-1 0,0 1 1,0-1-1,0 1 0,0-1 0,-1 1 0,1-1 0,-1 0 0,1 1 1,-1-1-1,0 0 0,1 0 0,-1 1 0,0-1 0,0 0 0,-1-3 0,2 4-15,-1 0 0,0 0 0,0 0 0,0 0 0,0 0 0,0 0 0,-1 0-1,1-1 1,0 1 0,0 0 0,-1 0 0,1 0 0,-1 0 0,1 0 0,-1 0 0,1 0-1,-1 0 1,1 0 0,-1 1 0,0-1 0,0 0 0,1 0 0,-1 0 0,0 1-1,0-1 1,0 0 0,-2 0 0,-30-1 257,16 3-68,15-2-140,0 1 1,-1 0 0,1 0-1,0 1 1,0-1 0,-1 0-1,1 1 1,0-1 0,0 1 0,0 0-1,-1 0 1,1 0 0,0 0-1,0 0 1,0 0 0,1 1 0,-1-1-1,0 1 1,0-1 0,1 1-1,-1-1 1,1 1 0,-1 0-1,1 0 1,0 0 0,0 0 0,0 0-1,0 0 1,0 0 0,0 0-1,0 1 1,1-1 0,-1 0-1,1 4 1,-1-2-1,1 0 0,0 1 0,0-1 1,1 1-1,-1-1 0,1 0 0,0 1 0,0-1 0,1 0 0,-1 0 0,1 0 0,0 0 0,0 0 0,0 0 0,1 0 0,-1-1 0,4 4 1,95 87-675,-32-36-4585,-54-46 2903,18 13-6961</inkml:trace>
</inkml:ink>
</file>

<file path=ppt/ink/ink1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3:12.16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3 1096,'0'0'19802,"0"8"-19318,1 26 188,2 0 1,2 0 0,0-1-1,3 1 1,14 41-1,-19-62-637,8 15 20,-2-26-71,3-18-52,126-248-948,-138 263 1017,1 0 0,-1 0 0,0 0 0,1 0 0,-1 1 1,0-1-1,1 0 0,-1 0 0,1 0 0,-1 1 1,1-1-1,0 0 0,-1 0 0,1 1 0,0-1 0,-1 1 1,1-1-1,0 1 0,0-1 0,0 1 0,-1-1 1,1 1-1,0 0 0,0-1 0,0 1 0,0 0 0,0 0 1,0-1-1,0 1 0,0 0 0,-1 0 0,1 0 1,0 0-1,0 1 0,0-1 0,0 0 0,0 0 0,0 0 1,0 1-1,0-1 0,0 0 0,-1 1 0,1-1 1,0 1-1,0-1 0,0 1 0,0 0 0,4 4 47,-1 0-1,0 0 1,0 0 0,0 0-1,4 9 1,-2-4-50,10 11-96,0 0 0,2-2 0,38 35 0,-13-23-2517,2-9-3298,-14-14-32</inkml:trace>
</inkml:ink>
</file>

<file path=ppt/ink/ink1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3:12.53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60 128 2657,'0'0'15326,"17"-5"-14322,-15 5-975,23-7 361,0 2 0,1 1 0,39-1 0,-61 5-355,1-1-1,-1 1 0,1-1 0,-1 0 0,0 0 0,1 0 1,-1 0-1,0-1 0,7-4 0,-10 6-19,-1-1-1,1 1 0,0 0 1,-1-1-1,1 0 0,0 1 1,-1-1-1,1 1 0,-1-1 1,1 0-1,-1 0 0,1 1 1,-1-1-1,1 0 0,-1 0 1,0 1-1,0-1 0,1 0 1,-1 0-1,0 0 0,0 0 1,0-1-1,0 1 2,0-1-1,-1 1 1,0-1 0,1 1-1,-1 0 1,0-1 0,1 1-1,-1 0 1,0-1 0,0 1-1,0 0 1,0 0 0,-1 0-1,1 0 1,0 0 0,0 0-1,-2-1 1,-6-4 51,0 0 1,0 0-1,0 1 0,-1 1 1,0 0-1,0 0 0,0 0 1,-13-1-1,17 3-38,1 2-1,-1-1 1,1 0 0,0 1 0,-1 0-1,1 1 1,-1-1 0,1 1 0,-1 0-1,1 0 1,0 1 0,0-1 0,0 1-1,0 0 1,0 1 0,0-1 0,0 1-1,-4 3 1,3-1 18,1-1-1,0 1 1,1 0 0,-1 0-1,1 0 1,0 0 0,0 1-1,0 0 1,1 0 0,0 0-1,0 0 1,1 0-1,-3 10 1,4-11-43,0 0-1,1 1 1,0-1 0,0 0 0,0 0-1,0 0 1,1 0 0,0 0-1,0 0 1,0 0 0,1 0-1,0 0 1,0 0 0,0 0-1,0-1 1,1 1 0,-1-1-1,7 7 1,-3-3-281,0-1 1,0 0-1,1 0 0,0-1 0,1 0 1,-1 0-1,1 0 0,0-1 0,16 7 1,-9-6-964,0-2 1,0 0-1,0 0 0,0-1 1,20 1-1,17-3-5079</inkml:trace>
</inkml:ink>
</file>

<file path=ppt/ink/ink1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3:12.79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328 0 984,'0'0'20835,"-23"29"-19738,-69 92-495,81-105-462,1 0 0,1 1-1,-11 27 1,-6 7-57,24-48-159,-1-1 0,1 1 0,-1-1 1,0 0-1,1 1 0,-1-1 1,0-1-1,0 1 0,0 0 0,0-1 1,-1 1-1,1-1 0,-7 2 1,-39 0-5804,47-3 5082,0 0 0,-1 0-1,1-1 1,0 1 0,0-1 0,0 1 0,0-1-1,0 0 1,0 1 0,0-1 0,1 0 0,-4-2-1,-7-9-5067</inkml:trace>
</inkml:ink>
</file>

<file path=ppt/ink/ink1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3:12.95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42 128,'0'0'19396,"115"-41"-17795,-89 66-617,-7 4-520,0-3-272,1-4-136,-8-6-56,14-6-64,-7 0-696,20-10-1225,-1 0-2232,-6 0-3088</inkml:trace>
</inkml:ink>
</file>

<file path=ppt/ink/ink1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3:13.30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148 0 968,'0'0'18822,"-17"34"-16747,-53 111-543,62-126-1236,0-1 0,2 1-1,0 0 1,1 0 0,1 1 0,-3 38-1,4-21-83,-9 138 5,11-137-3557,1-1-3449,0-27 472</inkml:trace>
</inkml:ink>
</file>

<file path=ppt/ink/ink1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3:13.51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26 0 7962,'0'0'23565,"-26"0"-23437,33 7-2737,12 9-2160,-6-10-3857</inkml:trace>
</inkml:ink>
</file>

<file path=ppt/ink/ink1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3:13.91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19 1 9602,'0'0'23165,"-19"3"-23165,26 3-4521,-1-2-3489</inkml:trace>
</inkml:ink>
</file>

<file path=ppt/ink/ink1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3:14.67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13 174 2817,'0'0'478,"-1"-1"157,-9-2 10823,8 1-9318,6-1-1752,-1 0 0,0 0 0,1 0 0,0 1 0,-1 0 0,1 0 0,0 0 0,0 0 0,1 0 0,-1 1 0,5-1 0,-8 1-359,289-85 1691,-96 49-4742,-143 29-1505,-15-1-3527</inkml:trace>
</inkml:ink>
</file>

<file path=ppt/ink/ink1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3:24.27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71 225 3793,'0'0'3417,"-64"-167"-5218,57 109-1191</inkml:trace>
</inkml:ink>
</file>

<file path=ppt/ink/ink1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3:19.01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1 236 1664,'0'0'9693,"0"-23"-1,0 13-9619,1 6-47,0 0 0,0 0 0,0 1 0,1-1-1,-1 0 1,1 1 0,0-1 0,0 1 0,0-1 0,1 1 0,-1 0 0,1 0 0,0 0 0,5-4 0,48-38-40,-55 45 18,18-14-7,0 2 1,1 0 0,1 2 0,0 0-1,0 1 1,1 1 0,0 2 0,1 0-1,-1 1 1,1 1 0,0 1 0,0 1-1,0 1 1,0 1 0,27 4 0,-43-3 31,0 1 0,0 1 0,0-1-1,0 1 1,-1 1 0,1-1 0,-1 1 0,0 0 0,0 0 0,0 1 0,-1 0 0,1 0 0,-1 0 0,0 0 0,-1 1 0,0 0 0,7 11 0,4 7 236,-2 2-1,21 54 1,-17-29 97,-2 1 0,-3 1 0,-2 0 0,5 85 0,-9 76 122,-8-79-3011,1-17-3475,-1-122 1085,-9-2-1558</inkml:trace>
</inkml:ink>
</file>

<file path=ppt/ink/ink1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3:19.48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11 1840,'0'0'10791,"26"-10"-3604,-22 11-6971,-1 1 0,1 0 1,0 0-1,-1 0 0,1 1 1,-1-1-1,0 1 0,0 0 1,0 0-1,0 0 0,0 0 1,4 7-1,11 9 410,128 105 1331,-128-115-3741,14-7-8096,-15-3 6817,13 1-6111</inkml:trace>
</inkml:ink>
</file>

<file path=ppt/ink/ink1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3:19.93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232 1 1512,'0'0'15917,"-8"7"-13998,-63 92 1327,46-70-2633,3-5-90,1 2 1,2 0-1,-26 44 0,44-67-635,-1 0 1,1 1-1,0-1 0,0 0 1,1 1-1,-1-1 0,1 0 0,-1 1 1,1-1-1,1 5 0,-1-6-343,-7-1-6356,1 4-232</inkml:trace>
</inkml:ink>
</file>

<file path=ppt/ink/ink1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3:20.88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963 101 2777,'0'0'11471,"-7"-12"-9822,-26-39-420,29 47-1108,0 1-1,0-1 0,0 1 0,0 0 1,0 0-1,-1 1 0,0-1 0,1 1 1,-1 0-1,0 0 0,0 0 1,0 1-1,0 0 0,0 0 0,0 0 1,-1 1-1,1-1 0,0 1 0,0 0 1,0 1-1,-1-1 0,-5 3 0,-12-2 195,4 0-89,1 1-1,0 0 1,0 2-1,0 0 1,0 1-1,1 1 1,-33 15-1,-111 71 1082,138-78-1131,-16 11 75,1 1-1,1 2 1,2 2 0,0 1-1,2 2 1,2 1-1,-32 44 1,49-57-152,0 0 1,1 1 0,1 1-1,2 0 1,0 1 0,1 0-1,2 0 1,0 1 0,2 0-1,0 0 1,2 0 0,1 1-1,1-1 1,3 40 0,1-47-56,1 0 0,0-1-1,2 1 1,0-1 0,0 0 0,2-1 0,0 1 0,1-2 0,1 1 0,0-1-1,17 18 1,3 1 91,1-1 0,2-2 0,52 38-1,-66-55-120,1-1 0,0-1 0,1-1-1,0-1 1,1 0 0,0-2 0,0 0 0,1-2-1,0 0 1,0-2 0,0 0 0,1-2-1,-1-1 1,1 0 0,-1-2 0,1-1 0,-1 0-1,1-2 1,-1-1 0,0 0 0,-1-2-1,1-1 1,20-10 0,8-8 16,-2-3 0,-2-1 0,0-2 1,-3-3-1,52-49 0,-72 60-11,-1-1 1,-2-1 0,0 0 0,-2-2-1,-1 0 1,-1-1 0,-1-1-1,-2 0 1,-1-1 0,11-40-1,-20 54 1,-1-1 0,0 1-1,-1-1 1,-1 0 0,-1 0-1,0 0 1,-1 1 0,-6-27-1,4 31-14,0 1 0,-1-1 0,0 1 0,-1 0 0,-1 0 0,0 1 0,0-1 0,-1 1 0,0 1 0,-1-1 0,-1 1 0,-11-11 0,7 10-4,-1 0 0,-1 0-1,0 1 1,0 1 0,-1 0 0,0 2 0,0-1 0,-27-7 0,-6 3 1,-84-10 0,77 14 10,-9-10 37,64 18-107,1-3-2948,-6 2-7557</inkml:trace>
</inkml:ink>
</file>

<file path=ppt/ink/ink1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3:21.59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1 280 2721,'0'0'14355,"9"-13"-12967,33-41-261,-40 52-1066,0 0 0,0 0 0,1 0 1,-1 1-1,0-1 0,1 1 0,-1 0 0,1 0 0,-1-1 1,1 2-1,0-1 0,-1 0 0,1 0 0,0 1 0,0 0 1,0 0-1,-1-1 0,1 1 0,0 1 0,0-1 0,0 0 1,-1 1-1,1-1 0,0 1 0,-1 0 0,1 0 0,0 0 1,-1 0-1,1 1 0,-1-1 0,0 1 0,1-1 0,-1 1 1,0 0-1,0 0 0,3 4 0,7 12 93,-1 1 0,-1 0 0,-1 1-1,0 0 1,-2 0 0,0 1 0,4 24 0,-16-62 846,-2-7-864,0-1-1,-4-32 1,10 44-59,-3-100 158,4 103-236,1 0 0,0 0 0,0 0 0,1 0 0,0 0 1,1 0-1,0 0 0,8-14 0,-10 21 21,2-1 0,-1 1 0,0 0 0,1 0 0,-1 1 1,1-1-1,0 0 0,0 1 0,0 0 0,6-4 0,-5 4-422,1 0-1,-1 0 0,1 0 1,-1 1-1,1 0 1,0 0-1,8 0 1,-4 0-901,0 2-1,0-1 1,0 1 0,0 1 0,0 0 0,-1 0 0,1 1 0,13 5 0,4 3-4045</inkml:trace>
</inkml:ink>
</file>

<file path=ppt/ink/ink1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3:21.95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79 1 1792,'0'0'16215,"-9"13"-15227,6-7-926,-10 14 432,1 0 1,-11 26 0,20-38-426,0 0 0,0 0 0,0 0 0,1 1 0,1-1 0,-1 1 0,2-1 0,-1 1 0,1-1 0,0 1 0,2 12 0,-1-19-65,1 0 1,-1 0 0,0 1-1,1-1 1,0 0 0,-1 0 0,1 0-1,0-1 1,0 1 0,0 0-1,0-1 1,1 1 0,-1-1 0,0 0-1,1 0 1,-1 0 0,0 0-1,1 0 1,0 0 0,-1-1 0,1 1-1,-1-1 1,1 0 0,-1 0-1,1 0 1,0 0 0,-1 0 0,1 0-1,-1-1 1,1 1 0,0-1-1,-1 0 1,1 0 0,-1 0 0,0 0-1,1 0 1,-1 0 0,0-1 0,0 1-1,4-4 1,-1-7 208,-1-1 0,0 1 1,-1-1-1,0 0 0,-1 0 1,-1 0-1,0 0 0,0 0 0,-1-1 1,-1 1-1,-4-18 0,5 29-198,0 1 0,-1-1 0,1 1 0,-1 0 0,1-1 0,-1 1 0,0 0 1,1 0-1,-1-1 0,0 1 0,0 0 0,0 0 0,0 0 0,0 0 0,0 0 0,0 0 0,0 0 0,0 1 0,-1-1 0,0-1 0,-11 0-2263,17 16-2767,12 3 620,3 0-694</inkml:trace>
</inkml:ink>
</file>

<file path=ppt/ink/ink1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3:22.33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109 56 2857,'0'0'15535,"-11"1"-14484,5-1-961,3 0-26,-1 0 1,1 0 0,0 0-1,-1 1 1,1 0-1,-1-1 1,1 1-1,0 0 1,-1 0-1,1 1 1,0-1-1,0 1 1,0-1-1,0 1 1,0 0-1,1 0 1,-1 0-1,0 1 1,1-1 0,0 1-1,-1-1 1,1 1-1,0 0 1,0 0-1,1 0 1,-3 3-1,1 6 10,0 0-1,0 0 1,1 0-1,0 1 1,1-1 0,1 23-1,0-29-134,1-5 55,-1-1 0,1 1 1,-1 0-1,1-1 0,0 1 1,-1-1-1,1 0 0,0 1 1,-1-1-1,1 0 0,0 1 0,-1-1 1,1 0-1,0 1 0,0-1 1,-1 0-1,1 0 0,0 0 1,0 0-1,-1 0 0,1 0 1,0 0-1,0 0 0,-1 0 1,1 0-1,0 0 0,0-1 1,-1 1-1,1 0 0,0-1 0,1 0 1,27-9 539,-25 6-413,1 0 0,-1 0 0,0-1 0,0 1 1,0-1-1,0 0 0,-1 0 0,0-1 0,0 1 0,0 0 0,-1-1 1,0 0-1,0 0 0,1-6 0,0-6 396,-1-1 0,-1 1 1,0-24-1,-2 24-273,-2 7 997,-2 7-4257,4 4 2843,1 0-1,0 0 1,0 0 0,-1 0 0,1 1-1,0-1 1,0 0 0,0 0-1,-1 0 1,1 0 0,0 0 0,0 0-1,0 1 1,0-1 0,-1 0-1,1 0 1,0 0 0,0 1 0,0-1-1,0 0 1,0 0 0,-1 0-1,1 1 1,0-1 0,0 0 0,0 0-1,0 1 1,0-1 0,0 0-1,0 0 1,0 1 0,0-1 0,0 0-1,0 0 1,0 0 0,0 1 0,0-1-1,0 0 1,0 0 0,0 1-1,1-1 1,-1 0 0,0 0 0,0 0-1,0 1 1,0-1 0,0 0-1,0 0 1,1 0 0,-1 1 0,0-1-1,0 0 1,0 0 0,1 0-1,-1 0 1,0 0 0,0 1 0,0-1-1,1 0 1,15 13-7121</inkml:trace>
</inkml:ink>
</file>

<file path=ppt/ink/ink1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3:22.64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20 1 1176,'0'0'21366,"-2"29"-20147,-2 14-844,-9 160 1977,13-62-1290,0-140-1147,1 0 0,-1 0 1,1 0-1,-1 0 0,1 0 1,0 0-1,-1 0 0,1 0 1,0-1-1,0 1 0,0 0 0,0 0 1,-1-1-1,1 1 0,0-1 1,0 1-1,0 0 0,0-1 1,1 0-1,-1 1 0,0-1 0,0 0 1,0 1-1,0-1 0,0 0 1,0 0-1,1 0 0,-1 0 0,0 0 1,0 0-1,0-1 0,0 1 1,2-1-1,42-7-4135,-15-7-4133,-23 11 1001</inkml:trace>
</inkml:ink>
</file>

<file path=ppt/ink/ink1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3:22.85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45 3617,'0'0'19884,"89"-38"-19300,-37 32-152,-1 6-208,-6 0-224,0 0-512,-7 3-1224,-6 26-2097,-19-7-2960</inkml:trace>
</inkml:ink>
</file>

<file path=ppt/ink/ink1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3:23.98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56 2865,'0'0'6882,"7"-5"-5916,1 0-698,-5 3-178,0 0 0,0 1 0,0-1 0,-1 0 0,1 0 0,-1-1 0,0 1 0,1 0 0,2-5 0,-4-8 1405,-1 10 1031,0 11 4641,20 220-3757,-14-51-1907,-6-174 219,0-1-1709,0-2-40,0 1-157,1 1-2006,0 0 1918,-1 0 1,1 0 0,-1 0-1,1 1 1,-1-1-1,1 0 1,-1 0 0,1 0-1,-1 1 1,1-1-1,-1 0 1,0 1-1,1-1 1,-1 0 0,1 1-1,-1-1 1,0 0-1,1 1 1,-1-1 0,0 1-1,0-1 1,1 0-1,-1 1 1,0-1 0,0 1-1,0-1 1,0 1-1,1-1 1,-1 1-1,0-1 1,0 1 0,1 17-7230</inkml:trace>
</inkml:ink>
</file>

<file path=ppt/ink/ink1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3:25.53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379 1 1792,'0'0'6998,"0"3"-6486,0-2-498,0 0 41,0-1-1,0 1 1,0 0-1,0-1 1,0 1-1,0 0 1,0 0-1,0-1 1,0 1-1,0 0 1,0-1-1,0 1 1,0 0-1,1 0 1,-1-1-1,0 1 1,0-1-1,1 1 1,-1 0-1,1-1 1,-1 1-1,0-1 1,1 1-1,-1 0 1,1-1 0,0 1-1,-1-1 1,1 0-1,-1 1 1,1-1-1,0 1 1,-1-1-1,1 0 1,0 0-1,-1 1 1,1-1-1,0 0 1,-1 0-1,1 0 1,0 0-1,-1 0 1,1 0-1,0 0 1,0 0-1,0 0 720,5 10 8091,-5-4-9196,-3 48 1315,-2 0 1,-3 0 0,-2 0 0,-19 63 0,-82 204-135,8-27-190,-27 207 1133,124-480-1700,-3 36 1131,25-71-2539,-17 14 1072,0-1 0,1 1 0,-1 0 0,1 0 0,-1-1 0,1 1 0,-1 0 0,1 0 0,0-1 0,-1 1 0,1 0 0,-1 0 0,1 0 0,-1 0 0,1 0 0,0 0 0,-1 0 0,1 0 0,-1 0 0,1 0 0,-1 0 0,1 0 1,0 1-1,-1-1 0,1 0 0,-1 0 0,1 1 0,-1-1 0,1 0 0,-1 0 0,1 1 0,-1-1 0,0 1 0,1-1 0,-1 0 0,1 1 0,-1-1 0,0 1 0,1 0 0,0 16-7629</inkml:trace>
</inkml:ink>
</file>

<file path=ppt/ink/ink1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3:26.74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162 56 2857,'0'0'9508,"-5"1"-7785,0 0-1799,4-1 186,1 1-1,-1-1 0,0 0 1,1 0-1,-1 1 0,1-1 1,-1 0-1,0 0 1,1 0-1,-1 0 0,0 0 1,1 0-1,-1 0 0,0 0 1,1 0-1,-1 0 0,1 0 1,-1 0-1,0 0 0,1 0 1,-1-1-1,0 1 1,1 0-1,-1 0 0,1-1 1,-1 1-1,1 0 0,-1-1 1,1 1-1,-1-1 0,1 1 1,-1-1-1,1 1 0,-1-1 1,1 1-1,0-1 1,-1 1-1,1-1 0,0 1 1,0-1-1,-1 0 0,1 1 1,0-1-1,0 0 0,0 1 1,0-1-1,0 1 0,0-1 1,0 0-1,0 1 1,0-1-1,0 0 0,0 1 1,0-1-1,0 0 0,1 0 1,-1-1-56,1 1 1,0 0 0,0-1 0,0 1-1,0 0 1,0 0 0,0-1-1,0 1 1,0 0 0,0 0 0,0 0-1,1 0 1,-1 1 0,0-1 0,1 0-1,-1 0 1,1 1 0,-1-1 0,1 1-1,2-1 1,34-10 535,-8 7-378,0 2 0,0 0 1,33 4-1,-60-2-205,0 1-1,1-1 0,-1 1 1,0 0-1,0 0 1,0 0-1,0 0 0,0 0 1,0 1-1,0-1 0,0 1 1,0 0-1,-1 0 1,1 0-1,-1 0 0,1 1 1,-1-1-1,0 1 1,0-1-1,0 1 0,0 0 1,-1 0-1,1 0 1,-1 0-1,1 0 0,0 5 1,0-4 21,-1 0-1,-1 0 1,1 1 0,-1-1 0,1 0 0,-1 0 0,0 0 0,-1 1-1,1-1 1,-1 0 0,0 0 0,0 0 0,0 0 0,0 0 0,-1 0-1,1 0 1,-1 0 0,0-1 0,0 1 0,-6 6 0,-6 3 149,-1 0 0,0-1 0,0-1 0,-2 0 0,1-1 0,-32 13 0,36-17-104,12-6-73,-1 0-1,1 0 1,-1 1-1,0-1 1,1 0 0,-1 1-1,1-1 1,-1 0 0,1 1-1,-1-1 1,1 1-1,-1-1 1,1 1 0,0-1-1,-1 1 1,1-1 0,0 1-1,-1-1 1,1 1-1,0 0 1,0-1 0,-1 1-1,1-1 1,0 1 0,0 0-1,0-1 1,0 1-1,0 0 1,0-1 0,0 2-1,14 19-47,38 17-63,-39-29 97,-6-4 13,0 1 1,0 0-1,0 0 1,-1 1-1,0-1 1,0 1-1,-1 1 1,9 13-1,-13-19 9,0 1 0,0-1 0,0 0 0,0 1 1,0-1-1,0 1 0,-1-1 0,1 1 0,-1-1 0,0 1 0,0 0 0,0-1 0,0 1 0,0-1 0,-1 1 1,1-1-1,-1 1 0,1 0 0,-1-1 0,0 0 0,0 1 0,0-1 0,0 0 0,0 1 0,-1-1 1,1 0-1,-1 0 0,0 0 0,1 0 0,-1 0 0,0 0 0,0-1 0,0 1 0,-3 1 0,-17 12 231,0-1-1,-1-1 0,0-2 1,-1 0-1,0-1 0,-1-2 0,0 0 1,0-2-1,0 0 0,-1-2 1,0-1-1,-35 0 0,60-4-294,0 1 0,1-1 0,-1 0-1,1 1 1,-1-1 0,1 0 0,-1 0-1,1 0 1,-1 0 0,1 1 0,0-1 0,-1 0-1,1 0 1,0 0 0,0 0 0,0 0-1,-1 0 1,1 0 0,0 0 0,0 0-1,1 0 1,-1-1 0,0-34-4509,0 26-2174</inkml:trace>
</inkml:ink>
</file>

<file path=ppt/ink/ink1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3:27.89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535 174 1216,'0'0'1423,"-7"17"-1396,2 1-19,3-11 1,0 0 1,0 0-1,-1-1 1,0 1-1,0-1 1,0 1-1,-1-1 1,0 0-1,-9 10 1,9-10 11,3-5-16,0 1 0,-1-1 0,1 0 0,0 1 0,0-1-1,-1 0 1,1 0 0,0 0 0,-1 0 0,0 0 0,1 0 0,-1 0 0,1 0 0,-1 0-1,0-1 1,1 1 0,-1-1 0,0 0 0,0 1 0,0-1 0,1 0 0,-1 0-1,-4 0 1,5 0 26,1-40 465,0-55 13818,-3 94-13896,0 0 1,0 1-1,0-1 1,0 1-1,0-1 1,0 1-1,0 0 1,0 0-1,0 1 1,-6 0-1,-4 4-271,0 1-1,1 0 0,0 1 0,0 0 0,1 1 0,0 0 0,0 1 0,-15 16 0,-16 15 147,2 2 0,-60 80 0,88-104-223,1 0 0,0 1 1,1 0-1,1 0 0,1 1 1,0 0-1,2 1 1,1 0-1,0 0 0,-3 36 1,6-35-40,2 0 1,0 0-1,1 0 1,2 0-1,0 0 1,1 0-1,1-1 1,1 1-1,1-1 1,10 20-1,7 8 28,2-1 1,2-1-1,2-1 0,48 56 0,-66-88-49,1 0 1,1-1-1,0 0 1,0-1 0,1-1-1,1 0 1,0-1 0,0-1-1,1 0 1,0-2 0,0 0-1,1 0 1,0-2 0,1 0-1,-1-1 1,24 2 0,-16-4 5,0 0 0,0-2 0,-1-1 0,1 0 0,0-3 0,-1 0 0,45-13 0,-9-8 13,-3-3 1,0-2-1,-2-3 1,-1-2-1,-2-3 1,77-69-1,-119 94 37,0 1 1,-1-1-1,0-1 0,-1 0 0,-1 0 0,0-1 0,-1 0 0,0 0 1,-2-1-1,0 1 0,0-1 0,4-32 0,-3-12 191,-2 0 1,-5-74-1,-1 49-263,3 43 39,-2 0 0,-2 0 0,-2 1 1,-1-1-1,-13-40 0,15 69-1,0 1-1,-1 0 1,0 1 0,0-1-1,-1 1 1,-1 0 0,0 1-1,-1-1 1,0 1 0,0 1-1,-1 0 1,0 0 0,-1 0-1,0 1 1,0 1 0,-1 0-1,0 0 1,0 1 0,0 0 0,-22-7-1,0 4-22,0 1-1,-1 2 1,-54-4 0,-106 7 317,129 4 20,64-1-321,20-6-976,112 2-8467,-108 4 5867,22 0-7722</inkml:trace>
</inkml:ink>
</file>

<file path=ppt/ink/ink1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3:29.05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45 106 1432,'0'0'9294,"1"-6"-7737,0 2-1324,0 1 7,0 0 1,0-1-1,-1 1 1,1-1-1,-1 1 0,1-1 1,-1 1-1,0-1 1,-1 1-1,1-1 0,0 1 1,-1 0-1,0-1 0,0 1 1,-2-7-1,-3 4 958,0 1 0,0 0 0,0 0 0,0 0 0,-8-4 0,19 13-727,1 0 0,-1 0 0,0 0-1,0 0 1,0 1 0,6 6 0,50 72-216,-43-57 117,191 311 608,-130-201-397,256 368 595,-293-451-1000,-3 2 0,-2 2 0,37 73-1,0 46 791,-63-150-442,-4-9-1765</inkml:trace>
</inkml:ink>
</file>

<file path=ppt/ink/ink1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3:30.04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481 1 1712,'0'0'15432,"-10"6"-14276,-9 5-525,1 2 0,0 0 1,1 1-1,0 1 0,-18 22 0,26-26-415,-47 55 721,-85 129 0,116-155-823,13-22-63,1 0 0,-12 28 0,7-10-21,9-22-2,1 0 0,0 0 0,1 1 0,1 0 0,0 0 0,1 0 0,0 0 1,0 21-1,3-34-25,-1 0 1,1 0 0,0 0-1,0 0 1,0 0-1,0 0 1,1 0 0,-1 0-1,0 0 1,1 0 0,-1 0-1,1 0 1,0-1 0,0 1-1,0 0 1,0 0 0,0 0-1,0-1 1,2 3-1,0-3 17,1 0-1,-1 1 0,0-2 0,1 1 0,-1 0 1,1-1-1,0 0 0,-1 0 0,1 0 0,4 0 0,-2 0 19,-1 0-3,10 0 5,0 0-1,0-1 1,-1 0-1,1-1 0,19-6 1,-31 7-23,1 0 1,-1 0 0,0-1-1,0 1 1,0-1 0,0 0-1,0 0 1,0 0 0,-1 0-1,1 0 1,-1-1 0,1 1-1,-1-1 1,0 0 0,0 0-1,0 1 1,0-1 0,0-1-1,-1 1 1,0 0 0,1 0-1,-1 0 1,0-1 0,-1 1-1,1-1 1,0 1 0,-1 0-1,0-1 1,0-4 0,0 3 0,0 1 0,-1-1 1,1 0-1,-1 0 1,0 1-1,-1-1 1,1 1-1,-1-1 0,0 1 1,0-1-1,0 1 1,-1 0-1,1 0 1,-1 0-1,0 0 1,0 1-1,0-1 0,-1 1 1,1 0-1,-1 0 1,0 0-1,0 0 1,0 1-1,0-1 1,0 1-1,-1 0 0,1 0 1,-8-1-1,-5-3 155,0 2 0,0 0 0,-1 1 0,1 1 0,-1 0 0,1 1 0,-19 2 0,32-1-87,36 7-1412,70-7-5419,-69 0 829</inkml:trace>
</inkml:ink>
</file>

<file path=ppt/ink/ink1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3:31.06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1003 90 144,'0'0'16142,"-18"-10"-14999,-6-1-826,11 6-75,0-2-1,1 0 0,0 0 1,-18-14-1,25 18-61,0 0 0,-1 1 0,0-1-1,1 1 1,-1 0 0,0 0-1,0 1 1,0 0 0,0 0 0,-11-1-1,-70 4 453,54 0-180,8 0-136,1 1-1,-1 2 1,1 0 0,1 1-1,-1 2 1,1 0 0,0 2-1,-33 19 1,16-6-38,1 2 1,1 2-1,-57 52 0,74-59-254,1 2-1,2 0 1,0 1-1,1 0 1,1 2-1,2 0 0,0 0 1,1 1-1,-14 46 1,14-27 61,2 0 1,3 0 0,1 1-1,2 0 1,1 60-1,3 1 39,3 126 122,-1-223-237,1 1 0,0 0 1,0 0-1,1-1 0,0 1 1,1-1-1,0 0 0,1 0 0,0 0 1,0-1-1,1 0 0,0 0 1,1 0-1,0-1 0,0 0 0,1 0 1,0-1-1,1 0 0,11 8 0,-5-5 13,2-1-1,-1-1 0,1 0 0,0-1 0,1-1 0,0-1 0,0 0 0,0-1 0,0-1 0,29 1 0,14-1 41,71-7-1,-107 2-48,1-2 0,-1-1 0,0-1-1,0-1 1,36-16 0,-25 7-9,0-2-1,-1-1 0,57-42 0,-75 47 7,-1 0 0,-1-1 0,0 0 0,0-1 0,-2-1 0,0-1 0,-1 0 0,17-33 0,10-43 174,-4-1-1,-5-2 1,26-141 0,-52 211-178,-1 1 0,-1-1 0,-3-28 0,1 19 12,-1 30-13,0 0 0,0 0 0,0 0 0,-1 0 0,0 0 0,0 0 0,0 0 0,-1 0 0,0 0 0,0 1 0,-1 0 0,1 0 0,-1 0 0,0 0 0,-1 0 0,-4-4 0,-13-10 13,-1 0 0,-29-18 0,26 18-3,-20-14 80,-83-56 453,116 81-459,0 1 1,-1 0 0,0 1-1,0 1 1,-1 0 0,1 1-1,-26-4 1,30 6-14,8 1-67,-1 1-1,1 0 1,-1-1-1,1 1 1,-1 0 0,1 0-1,-1 0 1,1 0-1,-1 1 1,1-1-1,0 0 1,-1 1 0,-2 1-1,5-1-226,-1 1 0,1-1 0,0 1 0,0 0-1,0-1 1,0 1 0,0 0 0,0-1 0,0 1 0,0-1 0,0 1-1,1 0 1,-1-1 0,1 1 0,-1-1 0,1 1 0,0-1 0,-1 1-1,1-1 1,2 3 0,10 5-4280,5-2-2313</inkml:trace>
</inkml:ink>
</file>

<file path=ppt/ink/ink1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3:32.03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585 391 2473,'0'0'13736,"1"-8"-11741,2-24-336,-3 32-1573,0-1 1,0 1-1,0-1 1,-1 1 0,1-1-1,0 1 1,0-1-1,-1 1 1,1 0-1,0-1 1,-1 1-1,1-1 1,0 1-1,-1 0 1,1-1-1,-1 1 1,1 0-1,0 0 1,-1-1-1,1 1 1,-1 0 0,1 0-1,-1 0 1,1 0-1,-1-1 1,1 1-1,-1 0 1,1 0-1,-1 0 1,1 0-1,-2 0 1,-22 1 701,15-1-240,-63 3 418,-97 18 1,95-10-724,-100 2 1,171-13-245,1 1-1,0-1 1,0 0-1,0 0 1,0 0 0,-1-1-1,1 1 1,0-1-1,0 1 1,0-1-1,0 1 1,0-1-1,0 0 1,0 0-1,0 0 1,0 0-1,0-1 1,1 1 0,-4-3-1,3 1-66,1-1 1,0 1-1,-1-1 0,1 1 1,1-1-1,-1 1 0,0-1 1,1 1-1,0-1 0,0 0 0,0-5 1,1 1-16,0 0 0,1 0 1,-1 0-1,2 0 0,-1 1 1,1-1-1,0 1 0,1-1 1,-1 1-1,1 0 0,1 0 0,0 1 1,0-1-1,9-8 0,10-10 64,2 2 0,28-21 0,-43 35-22,12-8-5,-4 0 23,2 1 0,0 2 0,1 0 0,26-12-1,-47 25 23,-1 1 0,1-1 0,0 1 0,-1-1 0,1 1-1,0 0 1,-1-1 0,1 1 0,0 0 0,0 0-1,-1 0 1,1-1 0,0 1 0,-1 0 0,1 0-1,0 0 1,0 0 0,-1 0 0,1 0 0,0 0-1,0 1 1,-1-1 0,1 0 0,0 0 0,0 1 0,-1-1-1,1 0 1,0 1 0,-1-1 0,1 0 0,-1 1-1,1-1 1,0 1 0,-1-1 0,1 1 0,-1 0-1,0-1 1,1 1 0,-1-1 0,1 1 0,0 1-1,0 33-30,-2-20 80,-18 443 1516,0 37-1700,19-445-791,0-48 401,1-1 0,0 0-1,0 1 1,-1-1-1,1 0 1,0 0 0,0 1-1,0-1 1,1 0 0,-1 0-1,0 0 1,0 0 0,1-1-1,-1 1 1,3 1-1,9 2-5786</inkml:trace>
</inkml:ink>
</file>

<file path=ppt/ink/ink1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3:32.42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286 29 5817,'0'0'17653,"-33"-5"-17175,-105-12 19,114 15-362,-26-2 192,48 4-313,0 0-1,-1 0 0,1 1 0,0-1 0,-1 1 0,1 0 1,0-1-1,0 1 0,0 0 0,0 1 0,-2 0 0,3-1-32,0-1 0,0 1 0,0 0 0,0 0 0,0-1 0,1 1-1,-1 0 1,0 0 0,1 0 0,-1 0 0,1 0 0,-1 0 0,1 0 0,-1 0-1,1 0 1,-1 0 0,1 0 0,0 0 0,0 1 0,0-1 0,-1 0-1,1 0 1,0 0 0,1 0 0,-1 0 0,0 0 0,0 1 0,0-1 0,1 0-1,-1 0 1,0 0 0,1 0 0,-1 0 0,2 1 0,-1 2-62,1-1 1,0 0 0,0 0-1,0-1 1,0 1-1,1 0 1,-1-1 0,1 1-1,4 2 1,6 4-116,0 0 0,-1 0 0,16 16 0,-25-22 217,0-1 1,-1 1 0,0 0-1,1 0 1,-1 0-1,0 0 1,0 0-1,-1 0 1,1 0 0,-1 1-1,0-1 1,1 0-1,-1 1 1,-1-1-1,1 1 1,-1-1-1,1 1 1,-1 0 0,0-1-1,0 1 1,-1 4-1,0-5 35,-1-1-1,1 0 1,-1 1-1,1-1 1,-1 0-1,0 0 1,0 0-1,0 0 1,0 0 0,0-1-1,-1 1 1,-4 2-1,-35 19-8,37-20-148,5-3-79,-1 1-1,0-1 1,1 0 0,-1 1-1,1-1 1,-1 1-1,1 0 1,0-1-1,-1 1 1,1-1-1,0 1 1,-1 0-1,1-1 1,0 1-1,0-1 1,-1 1-1,1 0 1,0-1-1,0 1 1,0 0-1,0 0 1,0-1-1,0 1 1,0 0-1,0-1 1,1 2-1,-1 2-2059</inkml:trace>
</inkml:ink>
</file>

<file path=ppt/ink/ink1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3:32.69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584 1 464,'0'0'20420,"-179"189"-17963,127-106-721,7 1-735,1-1-473,11-3-296,8-6-168,-1-6-64,0-11-56,1-2-504,6-10-937,-26 12-1071,13-12-2305,-1-16-2121</inkml:trace>
</inkml:ink>
</file>

<file path=ppt/ink/ink1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3:33.25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1 874 1720,'0'0'9366,"29"-21"-5094,-1 2-3627,193-121 3060,-140 95-2539,200-122 449,-240 140-1568,-2-2 0,-1-2 0,-1-2 0,50-57 0,-78 79-28,0 0 0,-1 0 0,0 0 1,-1-1-1,0 0 0,-1-1 1,0 1-1,-1-1 0,0 0 0,-1-1 1,-1 1-1,0-1 0,0 1 1,-2-1-1,0 0 0,-1-18 1,0 30-13,0 1 1,0-1 0,-1 0-1,1 1 1,0-1 0,-1 1 0,1-1-1,-1 1 1,0-1 0,0 1 0,0-1-1,1 1 1,-1 0 0,0 0-1,0-1 1,-1 1 0,1 0 0,0 0-1,0 0 1,-1 0 0,1 0-1,-3-1 1,1 1 7,-1-1 0,1 1 0,-1 0 0,0 0 1,0 1-1,1-1 0,-1 1 0,0 0 0,-6 1 0,-1 0 29,0 0 0,0 2 0,0-1 0,1 1 0,0 1 0,-16 7 0,1 4 105,1 1-1,1 1 1,0 1 0,1 1 0,1 1 0,0 1 0,2 1 0,1 0 0,-23 38-1,10-10 27,3 1 0,2 1-1,-34 101 1,21-33-112,-57 156-31,88-258-25,5-12-31,0 0-1,0 0 1,1 1 0,-1-1-1,2 1 1,-3 12 0,32-21-162,-12-4 245,-1-2-1,0 0 0,0-1 0,15-12 0,3 0 12,-32 20-67,7-3 434,-8 9 98,-1 5-653,1 6 100,-1-12-128,1 1 1,-1-1-1,1 0 1,0 0-1,0 0 1,1 1 0,-1-1-1,1 0 1,0 0-1,0 0 1,0 0-1,0 0 1,1 0 0,0 0-1,0 0 1,0-1-1,0 1 1,0-1-1,1 1 1,0-1-1,5 6 1,1-4-1351,-1 1-1,1-1 0,0-1 1,0 0-1,15 5 1,13-4-6473</inkml:trace>
</inkml:ink>
</file>

<file path=ppt/ink/ink1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3:33.43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84 0 4017,'0'0'22101,"-51"51"-21941,44-41-112,7 0-48,0-7-256,-13 0-913,7 3-863,6 4-1009,-7 3-3272</inkml:trace>
</inkml:ink>
</file>

<file path=ppt/ink/ink1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3:33.62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109 0 3513,'0'0'17035,"-96"26"-17035,83 0-904,13 12-1176,0-6-2177,0-3-2321</inkml:trace>
</inkml:ink>
</file>

<file path=ppt/ink/ink1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3:33.93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149 0 2457,'63'190'2793,"-54"-157"580,-9-32-3295,0-1 0,0 0 0,0 0 0,0 0 0,0 0 0,0 1 0,0-1 0,0 0 0,0 0 0,0 0 0,0 1 0,0-1 0,0 0 0,0 0 0,-1 0 0,1 0 0,0 1 0,0-1 0,0 0 0,0 0 0,0 0 0,0 0 0,0 1 0,-1-1 0,1 0 0,0 0 0,0 0 0,0 0 0,0 0 0,0 0 0,-1 0 0,1 0 0,0 1 0,0-1 0,0 0 0,0 0 0,-1 0 0,1 0 0,0 0 0,0 0 0,0 0 0,-1 0 0,1 0 0,0 0 0,0 0 0,-1 0-49,-74 15 8092,46-5-5798,-53 25 0,80-34-2287,0 0 0,0 0-1,0 0 1,0 1 0,0-1 0,0 1 0,0-1 0,1 1 0,-1 0 0,0-1 0,1 1 0,-3 3 0,4-4-50,-1 0 1,1 0 0,0 0-1,-1 0 1,1 1 0,0-1-1,0 0 1,0 0 0,0 0-1,0 0 1,0 0 0,0 0-1,0 0 1,0 0 0,0 0 0,1 0-1,-1 0 1,0 0 0,2 2-1,0 0-88,0 0-1,1 0 1,-1 0-1,1 0 1,0 0-1,0-1 1,0 1-1,0-1 1,0 0-1,0 0 0,1 0 1,5 2-1,5 1-166,19 10-222,-32-15 499,1 1 1,-1 0-1,0 0 0,0-1 0,0 1 0,0 0 1,0 0-1,-1 0 0,1 0 0,0 0 0,0 0 0,-1 0 1,1 0-1,0 1 0,-1-1 0,1 0 0,-1 0 1,1 0-1,-1 1 0,0-1 0,1 3 0,-40 2 926,37-6-1091,0 1 1,1-1-1,-1 1 1,0-1-1,0 1 0,0-1 1,1 1-1,-1 0 1,0 0-1,1 0 1,-1 0-1,0 0 1,1 1-1,0-1 0,-1 0 1,1 1-1,0-1 1,-1 1-1,1-1 1,0 1-1,0-1 1,0 1-1,1 0 0,-1 0 1,0-1-1,1 1 1,-1 2-1,-6 13-5292</inkml:trace>
</inkml:ink>
</file>

<file path=ppt/ink/ink1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3:34.41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213 0 3001,'0'0'17686,"-27"3"-16518,-83 11-195,107-14-921,0 0 0,0 1 1,0 0-1,0-1 1,0 1-1,0 1 1,1-1-1,-1 0 1,0 0-1,1 1 1,-1 0-1,0-1 1,1 1-1,0 0 1,0 0-1,-1 1 0,1-1 1,0 0-1,1 1 1,-1-1-1,0 1 1,1 0-1,-1-1 1,1 1-1,0 0 1,0 0-1,0 0 1,-1 5-1,-1 3 94,0 1-67,1-1 0,0 1 0,1-1 0,0 1 0,2 21 0,-1-10-43,0-22-31,0-1 0,0 1 0,0 0 0,0-1 0,0 1 0,0 0-1,0-1 1,1 1 0,-1-1 0,0 1 0,0 0 0,0-1 0,1 1 0,-1-1 0,0 1-1,1-1 1,-1 1 0,0-1 0,1 1 0,-1-1 0,1 1 0,-1-1 0,1 1-1,-1-1 1,1 0 0,-1 1 0,1-1 0,-1 0 0,1 1 0,-1-1 0,1 0-1,0 0 1,-1 0 0,1 1 0,0-1 0,-1 0 0,1 0 0,-1 0 0,1 0-1,0 0 1,-1 0 0,1 0 0,0 0 0,-1-1 0,1 1 0,-1 0 0,1 0 0,0 0-1,-1-1 1,1 1 0,0-1 0,2 0 31,0 0 1,-1 0-1,1-1 1,0 1-1,-1-1 0,0 0 1,1 1-1,-1-1 0,4-4 1,1-4 188,-4 5-61,1 0-1,-1 0 0,0 0 0,0 0 0,0 0 0,-1-1 0,1 1 0,-2-1 1,1 1-1,0-1 0,0-9 0,-2 14 325,2 33-377,-1-28-126,0-1 0,1 0 0,-1 0 0,0 0 0,1 0 0,0 0 0,-1 0 0,1 0 0,1-1 0,-1 1-1,0-1 1,0 0 0,1 1 0,0-1 0,-1 0 0,1 0 0,0 0 0,0-1 0,0 1 0,5 1 0,2-1-569,0 0 0,1 0 0,-1-1-1,1 0 1,13-2 0,-17 1 42,38 0-5560</inkml:trace>
</inkml:ink>
</file>

<file path=ppt/ink/ink1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3:35.20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13 938 3081,'0'0'15566,"0"0"-15464,0 0 1,0 0-1,0 1 1,-1-1-1,1 0 1,0 0-1,0 1 0,0-1 1,-1 0-1,1 0 1,0 1-1,0-1 1,-1 0-1,1 0 1,0 0-1,0 0 1,-1 0-1,1 1 1,0-1-1,-1 0 1,1 0-1,0 0 1,-1 0-1,1 0 1,0 0-1,0 0 0,-1 0 1,1 0-1,0 0 1,-1 0-1,1 0 1,0 0-1,-1 0 1,1 0-1,0 0 1,-1-1-1,1 1 1,0 0-1,0 0 1,-1 0-1,1 0 1,0-1-1,0 1 1,-1 0-1,1 0 1,0 0-1,0-1 0,0 1 1,-1 0-1,2-14 254,0 0-1,1 0 0,1 1 0,0-1 0,0 1 0,1-1 0,12-22 0,53-87-268,-40 76 77,74-113-418,149-178 1,-238 318 234,-12 17 23,0-1 0,0 0 0,1 1 0,0-1 0,0 1 0,0 0 0,4-4 0,-6 6-58,-2 30 143,-2 0-1,-1-1 1,-11 40 0,-7 44 413,16 89-246,6-177-329,34-27-1255,-3-12 908,-1-1-1,0-2 1,-2-1 0,37-31 0,-24 19 15,18-13-275,-1-2 0,-3-3 0,-2-2 0,-2-2 0,72-98 0,-108 122 2688,-15 29-1960,0 0-1,0 0 0,0 0 0,0-1 0,0 1 1,0 0-1,0 0 0,0 0 0,-1 0 0,1-1 1,0 1-1,0 0 0,0 0 0,0 0 0,0 0 1,-1 0-1,1 0 0,0 0 0,0-1 0,0 1 1,-1 0-1,1 0 0,0 0 0,0 0 0,0 0 1,-1 0-1,1 0 0,0 0 0,0 0 0,0 0 1,-1 0-1,1 0 0,0 0 0,0 0 0,0 0 1,-1 0-1,1 0 0,0 1 0,0-1 0,0 0 1,0 0-1,-1 0 0,1 0 0,0 0 0,0 0 1,0 1-1,0-1 0,0 0 0,-1 0 0,1 0 1,0 0-1,0 0 0,0 1 0,0-1 0,0 0 1,0 0-1,0 0 0,0 1 0,-43 39 1662,15-4-1509,2 1 0,1 2 0,2 0 1,2 2-1,1 0 0,3 1 0,1 1 1,2 0-1,2 1 0,1 1 0,-5 69 1,15-105-192,0-2-488,0 1 0,1 0 0,0 0 0,0 0-1,1-1 1,2 14 0,-2-19 30,0 0 1,0 1-1,0-1 1,0 0-1,1-1 0,-1 1 1,1 0-1,-1 0 1,1 0-1,-1-1 1,1 1-1,0-1 0,0 0 1,0 1-1,0-1 1,0 0-1,0 0 0,0 0 1,0 0-1,1 0 1,-1-1-1,0 1 0,0-1 1,1 0-1,-1 1 1,3-1-1,38 4-10223</inkml:trace>
</inkml:ink>
</file>

<file path=ppt/ink/ink1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3:35.69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276 11 2577,'0'0'19198,"-25"-9"-16354,10 9-2553,-6-1-21,-1 1 0,0 2 0,1 0 0,-22 5 0,37-5-270,1-1 0,-1 1 0,1 0-1,0 0 1,0 1 0,0 0 0,0 0 0,0 0 0,0 0-1,1 1 1,0-1 0,-1 1 0,1 0 0,1 1-1,-1-1 1,1 1 0,0-1 0,0 1 0,0 0-1,-3 7 1,2-1-76,-5 16-799,9-26 238,29-6-1814,-24 5 2452,-1-1-1,0 1 1,0-1-1,1 0 1,-1 0-1,0-1 1,0 1-1,0-1 1,6-3-1,-1-1 93,0 1 0,0-1 1,0-1-1,-1 1 0,0-2 0,-1 1 0,10-13 1,-28 58 3652,4 40-5847,8-75 1736,-1-1-1,1 1 1,0-1-1,0 1 0,0-1 1,0 1-1,1-1 1,-1 1-1,1-1 1,-1 0-1,1 0 0,0 0 1,0 0-1,0 0 1,0 0-1,0-1 1,0 1-1,1-1 1,-1 1-1,1-1 0,-1 0 1,0 0-1,1 0 1,0 0-1,4 1 1,25 6-5678</inkml:trace>
</inkml:ink>
</file>

<file path=ppt/ink/ink1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3:35.93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259 0 656,'0'0'23285,"-29"20"-22271,-89 64-466,113-81-521,1 0 0,-1 0-1,1 1 1,0 0 0,0 0 0,0 0 0,1 0 0,-1 0 0,1 1-1,0 0 1,0-1 0,-2 7 0,-2 3 8,-14 30 37,17-34-321,0 0-1,-1-1 1,0 0-1,-6 9 1,11-18 27,-1 1 0,1 0 0,-1 0 0,1 0 0,-1 0 0,1 0 0,0 0 0,0 0 0,0 0 0,0 0 0,-1 0 0,1 0 0,0 0 0,1 0 0,-1 0 0,0 0 0,0 2 0,1 3-4436,-1-2-1870</inkml:trace>
</inkml:ink>
</file>

<file path=ppt/ink/ink1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3:36.15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 1 1488,'0'0'18772,"-7"6"-17723,14 4-201,6-4-440,6 1-304,0 2-32,0-6-72,7 4-584,6 2-1977,-6 1-2344,0-10-4289</inkml:trace>
</inkml:ink>
</file>

<file path=ppt/ink/ink1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3:36.45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45 62 3233,'0'0'17747,"-45"-20"-17074,52 14-169,18 3-256,1-4-104,6 4-136,6 0 40,-5-3-48,5-1-576,-6 7-1201,0-3-2104,-6 0-2328</inkml:trace>
</inkml:ink>
</file>

<file path=ppt/ink/ink1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3:36.80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278 0 2937,'0'0'16478,"-12"15"-14190,-7 11-1601,1 1 0,1 0 0,2 2 0,1-1 0,-12 36 1,-91 330 1036,78-299-4083,50-93-10058,12-11 8157,8-9-773</inkml:trace>
</inkml:ink>
</file>

<file path=ppt/ink/ink1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3:37.06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437 1 3513,'0'0'15292,"-34"33"-12818,-110 114-424,132-133-1745,1 0 0,0 1 0,1 0 0,0 1 0,2 0 0,0 0 0,0 1 0,-7 26 0,6-14 51,-20 67 513,4 0 1,-15 128 0,28-150-947,12-73 20,0 0 0,-1 0 0,1 0 0,0 0 0,0 0 0,0 0 0,-1 0 0,1 0 0,-1 0 0,1 0 0,-1 0 0,1 0 0,-1 0 0,1 0 0,-1-1 0,0 1 0,0 0 0,1 0-1,-1-1 1,0 1 0,-1 0 0,-9 2-3746,-4-3-3320,14 0 6564,-11 0-7653</inkml:trace>
</inkml:ink>
</file>

<file path=ppt/ink/ink1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3:37.28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45 1224,'0'0'21533,"206"-32"-20493,-155 29-384,-6 0-440,-7 0-176,-5-1-40,-8 4-792,1 0-1264,-7 0-2273,-6 7-2865</inkml:trace>
</inkml:ink>
</file>

<file path=ppt/ink/ink1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3:37.70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0 154 2761,'0'0'15967,"16"-1"-14229,52-5-761,-59 4-891,0 0 1,-1 0-1,1 0 0,-1-1 0,1-1 1,-1 0-1,0 0 0,0 0 0,-1-1 1,1 0-1,9-9 0,-16 12-53,1 0 0,-1-1-1,0 1 1,0 0 0,0-1 0,0 0-1,0 1 1,-1-1 0,1 0 0,-1 1-1,0-1 1,0 0 0,0 1 0,0-1-1,0-3 1,-8-39 82,8 45-110,0-1 0,0 1-1,-1 0 1,1-1 0,0 1 0,0 0 0,0-1-1,-1 1 1,1 0 0,0-1 0,0 1-1,-1 0 1,1 0 0,0-1 0,0 1 0,-1 0-1,1 0 1,0 0 0,-1-1 0,1 1 0,0 0-1,-1 0 1,1 0 0,-1 0 0,1 0 0,0 0-1,-1 0 1,1-1 0,0 1 0,-1 0 0,1 0-1,-1 1 1,1-1 0,0 0 0,-1 0 0,1 0-1,0 0 1,-1 0 0,1 0 0,0 0 0,-1 1-1,1-1 1,0 0 0,-1 0 0,1 0 0,0 1-1,-1-1 1,1 0 0,0 0 0,0 1 0,-1-1-1,1 0 1,0 1 0,0-1 0,-1 0 0,1 1-1,0-1 1,-11 20 36,7-11-91,-2 5-50,1 0 0,0 0 0,0 0 0,2 0 0,0 1 0,0-1 0,0 24 0,3-37 19,0 0-1,0 0 0,1-1 1,-1 1-1,1 0 1,-1-1-1,0 1 1,1 0-1,-1-1 0,1 1 1,-1-1-1,1 1 1,0-1-1,-1 1 1,1-1-1,-1 1 0,1-1 1,0 1-1,-1-1 1,1 0-1,0 0 1,0 1-1,-1-1 0,1 0 1,0 0-1,0 0 1,-1 0-1,1 0 1,0 0-1,0 0 0,0 0 1,-1 0-1,1 0 1,1 0-1,1 0-256,100 7-6778,-52-4 2657</inkml:trace>
</inkml:ink>
</file>

<file path=ppt/ink/ink1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3:38.14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239 48 1672,'0'0'20781,"-12"-7"-19829,-38-23-160,45 28-702,1 0-1,-1 1 1,0-1-1,0 1 1,0 0 0,0 0-1,0 1 1,1 0-1,-1 0 1,0 0-1,0 0 1,0 1 0,0-1-1,0 1 1,0 1-1,0-1 1,1 1-1,-1-1 1,1 1-1,-1 1 1,1-1 0,-1 1-1,1-1 1,-5 6-1,4-3-94,0 0 0,0 1 1,0-1-1,1 1 0,0 0 0,1 0 0,-1 0 0,1 0 0,0 1 0,1 0 0,-1-1 0,1 1 0,0 0 0,1 0 0,0 0 0,0 0 0,1 0 0,0 0 1,0 10-1,45-16-1501,-37-2 1483,-1 0 1,1-1-1,-1 0 1,1-1-1,-1 0 1,0 0-1,0 0 0,0-1 1,-1 0-1,1 0 1,-1 0-1,0-1 1,0 0-1,-1 0 1,1-1-1,6-8 0,-11 12 31,0 1 11,18-12 794,-11 37-2327,-7-21 1277,0 0 0,0 0 0,0 0 0,0 0 0,1 0 0,-1-1 0,1 1 0,0-1 0,0 1 0,0-1 0,0 1 0,0-1 0,0 0 0,1 0 0,3 3 0,7 5-1084,25 25-3976,1-5-1362</inkml:trace>
</inkml:ink>
</file>

<file path=ppt/ink/ink1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3:38.41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104 6 800,'0'0'19772,"0"0"-19747,0 0-1,0-1 0,0 1 0,0 0 0,0 0 1,0 0-1,0-1 0,0 1 0,0 0 0,0 0 0,0 0 1,0 0-1,0-1 0,0 1 0,0 0 0,0 0 1,-1 0-1,1 0 0,0-1 0,0 1 0,0 0 1,0 0-1,0 0 0,0 0 0,0 0 0,0-1 0,-1 1 1,1 0-1,0 0 0,0 0 0,0 0 0,0 0 1,-1 0-1,1 0 0,0 0 0,0 0 0,0-1 1,0 1-1,-1 0 0,1 0 0,0 0 0,0 0 1,0 0-1,0 0 0,-1 0 0,1 0 0,0 0 0,0 0 1,0 0-1,-1 1 0,-2 66 1511,-26 91-735,-4 35-144,19-97-3141,7-55-1519,-4 75 0,11-92-1570</inkml:trace>
</inkml:ink>
</file>

<file path=ppt/ink/ink1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3:38.81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70 2104,'0'0'16637,"10"-13"-15852,30-38-264,-39 50-510,-1 1-1,1-1 1,-1 1 0,1-1 0,-1 1 0,1 0-1,0-1 1,-1 1 0,1 0 0,0-1-1,-1 1 1,1 0 0,0 0 0,-1 0-1,1 0 1,0-1 0,-1 1 0,1 0-1,0 0 1,-1 0 0,1 1 0,0-1-1,-1 0 1,1 0 0,0 0 0,-1 0 0,1 1-1,0-1 1,-1 0 0,1 0 0,-1 1-1,1-1 1,-1 1 0,1-1 0,0 0-1,-1 1 1,1-1 0,-1 1 0,0-1-1,1 1 1,-1 0 0,1-1 0,-1 1-1,0-1 1,0 1 0,1 0 0,-1-1-1,0 1 1,0 1 0,12 33 336,-11-33-304,2 13 111,0 0 0,-1 0-1,0 20 1,-9 6 437,7-39-532,-1-1 0,1 0 0,-1 1 0,1-1 0,-1 0 0,0 0 0,0 1 0,0-1 0,0 0 0,0 0 0,0 0 0,0 0 1,0 0-1,0 0 0,0 0 0,-1-1 0,1 1 0,0 0 0,-1-1 0,-1 2 0,1-2-71,1 1 1,-1-1-1,1 0 0,-1 1 1,1-1-1,-1 0 0,1 0 0,-1 0 1,1 0-1,-1-1 0,1 1 1,-1 0-1,1 0 0,0-1 1,-1 1-1,1-1 0,-1 1 0,1-1 1,0 0-1,-1 0 0,1 0 1,0 1-1,0-1 0,0 0 1,0 0-1,0 0 0,0-1 0,0 1 1,0 0-1,0 0 0,0-1 1,1 1-1,-1 0 0,0-1 1,1 1-1,-1 0 0,1-1 1,0 1-1,-1-1 0,1 1 0,0-1 1,0 1-1,0-1 0,0 1 1,0-1-1,0 1 0,1-3 1,7 4-6566,9 0-280</inkml:trace>
</inkml:ink>
</file>

<file path=ppt/ink/ink1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3:39.42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199 58 832,'0'0'18998,"-4"-8"-17982,0 2-916,-5-16 405,9 21-486,1 0-1,-1 0 0,1 0 1,-1 0-1,1 0 0,-1 0 1,1 1-1,0-1 1,-1 0-1,1 0 0,0 1 1,0-1-1,0 0 0,-1 1 1,1-1-1,0 1 1,0-1-1,0 1 0,0 0 1,0-1-1,0 1 0,0 0 1,0-1-1,0 1 0,0 0 1,0 0-1,0 0 1,0 0-1,0 0 0,1 0 1,166-6 506,-154 6-524,-11 0 5,-1 0 0,1 1 0,0-1 0,-1 1 0,1 0 0,0 0-1,-1-1 1,1 2 0,-1-1 0,1 0 0,-1 0 0,0 1-1,1-1 1,-1 1 0,0 0 0,0 0 0,0 0 0,0 0-1,-1 0 1,1 0 0,0 0 0,-1 1 0,0-1 0,1 1-1,-1-1 1,0 1 0,0-1 0,-1 1 0,1-1 0,0 1-1,-1 0 1,1 0 0,-1 2 0,1 2 32,-1 0 0,1 0 0,-2 0 0,1 0 0,-1 0 0,1 0 0,-2 0 1,1 0-1,-1-1 0,0 1 0,-1 0 0,-4 9 0,-4 0-2,-1-1-1,0 0 1,-1 0 0,0-2 0,-1 1 0,-29 19-1,-105 61 397,90-60 90,33-20-150,14-8-211,1-1 0,0 2 1,-17 13-1,25-17-136,-1-1 0,1 1 1,0-1-1,0 1 0,0 0 0,0 0 0,0 0 0,0 0 0,1 1 1,0-1-1,0 0 0,0 1 0,0-1 0,0 0 0,0 1 1,1-1-1,0 6 0,0-6-26,1 1-1,-1-1 1,1 0 0,0 1 0,0-1-1,1 0 1,-1 0 0,1 0 0,-1 0-1,1 0 1,0 0 0,0-1 0,3 5-1,-2-5-335,-1 1-1,1 1 0,-1-1 1,0 0-1,0 1 1,0-1-1,-1 1 0,1-1 1,-1 1-1,1 5 0,-1 17-4084,-1-3-2233</inkml:trace>
</inkml:ink>
</file>

<file path=ppt/ink/ink1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3:39.68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58 1 3425,'0'0'22659,"-7"0"-20520,-30 3 922,36-3-2597,1 4-3377,-7 35-7658,1-24-331</inkml:trace>
</inkml:ink>
</file>

<file path=ppt/ink/ink1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3:44.56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296 15 1040,'0'0'16034,"3"-10"-14598,-1 6-1030,-1 5 1720,-2 19-1587,0 0-1,-2-1 1,0 1 0,-2-1 0,0 0-1,-11 27 1,-58 110 503,37-84-586,-8 14-110,22-43-253,1 1 0,3 0 0,-21 66 1,35-99-1887,3-23 94,2-39-3497,0 39 2252,0-23-4604</inkml:trace>
</inkml:ink>
</file>

<file path=ppt/ink/ink1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3:45.22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0 241 1296,'0'0'14597,"26"19"-12102,-23-16-2284,1 0-1,-1 0 1,1 0 0,-1 0 0,0 0-1,0 1 1,-1-1 0,1 1-1,-1 0 1,1 0 0,-1 0 0,0 0-1,-1 0 1,1 0 0,-1 0-1,0 1 1,0-1 0,1 8 0,1 11 339,-1-1 1,-1 29 0,-1-50-530,3 60 467,17 90-1,-15-118-374,-1-16-90,1 0-1,0 0 0,2 0 0,14 27 0,-21-44-4,0 1 1,0-1-1,1 0 1,-1 1-1,0-1 0,1 0 1,-1 1-1,0-1 0,1 0 1,-1 1-1,0-1 1,1 0-1,-1 0 0,1 0 1,-1 1-1,0-1 0,1 0 1,-1 0-1,1 0 1,-1 0-1,1 0 0,-1 0 1,1 0-1,-1 0 0,1 0 1,-1 0-1,0 0 1,1 0-1,-1 0 0,1 0 1,-1 0-1,1-1 0,-1 1 1,0 0-1,1 0 1,-1 0-1,1-1 0,-1 1 1,0 0-1,1-1 0,-1 1 1,0 0-1,1-1 1,-1 1-1,0 0 0,0-1 1,1 1-1,-1 0 1,0-1-1,0 1 0,0-1 1,1 1-1,-1-1 0,14-22 444,2-18-304,-1 0 1,12-62-1,11-29-156,5-3 1,-23 69 36,52-119 0,-63 158 142,-8 23-110,0 0 0,0 1 0,0-1 0,0 1 0,1 0 0,0-1 0,-1 1-1,4-4 1,-8 13-5015,-5 19-337,1-2-874</inkml:trace>
</inkml:ink>
</file>

<file path=ppt/ink/ink1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3:45.74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65 105 1512,'0'0'13574,"5"-4"-12418,16-11-12,-15 12 4135,-32 5-3329,21 2-1916,0 0 0,1 0 1,-1 0-1,1 0 0,0 1 0,0-1 1,0 1-1,0 0 0,1 0 1,0 1-1,0-1 0,1 1 1,-4 10-1,2-3-64,1-1-1,0 1 1,1 0 0,1 0 0,0 19-1,6-31 41,0 0-1,0 1 1,0-1-1,0-1 1,0 1-1,0-1 1,1 0-1,-1 0 1,6-1-1,-3 0 32,-2 1-24,0 0-1,-1 0 1,1-1-1,0 0 1,0 0-1,-1 0 1,1-1-1,0 0 1,-1 0-1,0 0 1,1-1 0,-1 0-1,0 0 1,0 0-1,0 0 1,-1-1-1,1 0 1,-1 0-1,0 0 1,0-1-1,-1 1 1,1-1-1,-1 0 1,0 0-1,0 0 1,0 0-1,-1-1 1,0 1-1,0-1 1,0 1-1,-1-1 1,0 0-1,1-8 1,-2-8 128,1 11-30,-1-1-1,0 1 1,-4-19 0,4 27-90,-1 0 1,0 0 0,1 1 0,-1-1 0,-1 0 0,1 1-1,0-1 1,-1 1 0,1-1 0,-1 1 0,0 0-1,0 0 1,0 0 0,0 0 0,0 0 0,0 0 0,0 0-1,-1 0 1,-3-1 0,5 2-399,8 0-7466,7 2 4804,-9-1 322,14 0-7713</inkml:trace>
</inkml:ink>
</file>

<file path=ppt/ink/ink1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3:46.07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257 1 472,'0'0'22996,"-19"34"-21556,-62 108-428,62-106-779,1 1-1,2 1 1,1 0-1,-11 49 1,-10 28-2303,17-49-2770,13-23-2566,5-18-2840</inkml:trace>
</inkml:ink>
</file>

<file path=ppt/ink/ink1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3:46.33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14 1 1880,'0'0'29821,"-2"0"-28922,-7 0-795,7 0-602,2 28-8518,0-11 2542</inkml:trace>
</inkml:ink>
</file>

<file path=ppt/ink/ink1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4:01.07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45 147 7378,'0'0'10251,"0"14"-9176,-3 56 789,-16 92-1,8-92-1384,-1 94 0,12-75-447,0-88-31,0 0-1,0 0 1,0 0 0,0 0-1,1 0 1,-1 0 0,0 0 0,0 0-1,1-1 1,-1 1 0,0 0-1,1 0 1,-1 0 0,1 0-1,-1-1 1,1 1 0,0 0 0,-1 0-1,1-1 1,0 1 0,-1 0-1,1-1 1,0 1 0,0-1-1,0 1 1,1 0 0,31 2 29,-26-4-24,0 0-1,-1 0 1,1-1-1,0 0 1,-1 0-1,1 0 1,8-6-1,9-11 0,-2-1 0,0-2 0,-1 0 0,-1-1 0,19-28-1,-12 15-8,34-34-1,-60 69 1,0 1-1,0-1 0,0 0 1,0 1-1,0-1 1,0 1-1,0-1 0,0 1 1,0 0-1,0 0 1,0-1-1,0 1 0,0 0 1,0 0-1,0 0 0,0 0 1,1 0-1,-1 0 1,0 0-1,0 0 0,0 1 1,0-1-1,0 0 0,0 1 1,0-1-1,0 0 1,0 1-1,0 0 0,0-1 1,0 1-1,0-1 0,0 2 1,36 32-28,-9-9 30,-14-17-33,1 0 1,0-1 0,0 0-1,1-1 1,0-1 0,0 0-1,0-1 1,1-1 0,-1-1-1,1 0 1,25-1 0,-39-2 29,0 1 1,0-1-1,0 1 1,0-1-1,-1 0 1,1 0-1,0 0 1,0-1-1,-1 1 1,1 0-1,-1-1 1,1 0 0,-1 0-1,1 0 1,-1 0-1,0 0 1,0 0-1,0 0 1,0-1-1,-1 1 1,1-1-1,-1 1 1,1-1-1,-1 0 1,0 1-1,0-1 1,0 0 0,0 0-1,-1 0 1,1-4-1,3-11 13,-1 0 0,-2 0-1,1-29 1,-2 45-8,0-31 72,-1-1 0,-1 1 1,-2-1-1,-1 1 1,-2 0-1,-19-59 0,17 69 56,-13-33 234,21 52-360,-1 1-1,0 0 1,1 0-1,-2 0 0,1 0 1,0 0-1,-1 0 0,1 0 1,-1 1-1,0-1 1,0 1-1,-4-3 0,7 5-157,0 0-1,0 0 0,-1 0 0,1 0 1,0 0-1,-1 0 0,1 0 0,0 0 1,-1 0-1,1 1 0,0-1 0,-1 0 1,1 0-1,0 0 0,0 0 0,-1 0 1,1 1-1,0-1 0,0 0 0,-1 0 1,1 1-1,0-1 0,0 0 0,0 0 1,-1 1-1,1-1 0,0 0 0,0 0 0,0 1 1,0-1-1,0 0 0,0 1 0,-1-1 1,1 0-1,0 0 0,0 1 0,0-1 1,0 0-1,0 1 0,0-1 0,0 0 1,0 1-1,0-1 0,1 0 0,-1 1 1,0-1-1,0 0 0,0 0 0,0 1 1,0-1-1,0 0 0,1 1 0,-1 2-148,0 10-5754</inkml:trace>
</inkml:ink>
</file>

<file path=ppt/ink/ink1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4:01.58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27 121 9330,'0'0'9314,"9"7"-8778,-4-2-449,1 0-1,-1-1 1,1 0 0,0 0 0,0 0-1,0-1 1,1 0 0,-1 0-1,1 0 1,-1-1 0,1 0-1,8 1 1,-7-2-99,13 0 420,-20-1-380,-1 0-1,1-1 0,-1 1 1,1 0-1,0-1 0,-1 1 1,1-1-1,-1 1 0,0 0 1,1-1-1,-1 1 0,1-1 1,-1 1-1,0-1 1,1 1-1,-1-1 0,0 0 1,1 1-1,-1-1 0,0 1 1,0-1-1,0 0 0,0 1 1,0-1-1,0 0 1,1 1-1,-1-1 0,-1 1 1,1-1-1,0-1 0,1-32 618,-3-49 412,2 81-1007,-1 0 1,0 0-1,0 0 0,0 0 0,0 0 1,0 0-1,0 0 0,-1 0 1,1 0-1,0 1 0,-1-1 0,0 1 1,1-1-1,-1 1 0,0-1 1,0 1-1,1 0 0,-1 0 0,0 0 1,-1 0-1,1 0 0,0 0 1,0 1-1,0-1 0,0 1 0,0-1 1,-1 1-1,-2 0 0,-8-2 88,-1 2 0,1 0 0,-19 2-1,29-2-118,1 0 2,1 1-1,-1-1 1,0 1-1,1 0 1,-1 0-1,1-1 1,-1 1-1,1 0 1,0 0-1,-1 1 1,1-1-1,0 0 1,-1 0-1,1 1 1,0-1-1,0 0 1,0 1-1,0-1 1,1 1 0,-1-1-1,0 1 1,1 0-1,-1-1 1,1 1-1,-1 0 1,1-1-1,0 1 1,0 2-1,-4 53 458,4-51-417,-1 20 144,1-14-124,-1 0 1,2 0-1,-1 0 1,2 1-1,4 21 1,-5-31-79,0 0 0,1-1 1,-1 1-1,1 0 1,-1 0-1,1-1 1,0 1-1,0-1 1,0 0-1,0 1 0,0-1 1,1 0-1,-1 0 1,1 0-1,-1-1 1,1 1-1,0 0 1,-1-1-1,1 0 0,0 0 1,0 0-1,0 0 1,0 0-1,0-1 1,0 1-1,0-1 1,1 0-1,2 0 0,9 1-327,0-2 0,-1 0-1,1-1 1,0-1-1,-1 0 1,1 0 0,-1-2-1,0 0 1,0-1-1,-1 0 1,19-11 0,39-24-4924</inkml:trace>
</inkml:ink>
</file>

<file path=ppt/ink/ink1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4:02.39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215 1 11330,'0'0'14714,"0"13"-14011,0 51-68,7-83-256,-7 15-462,1 0 0,-1 0 0,-1-1 1,1 1-1,-1 0 0,1 0 0,-1 0 0,-3-7 1,3 9 54,0 1 1,0 0 0,-1 0 0,1 0 0,0 0 0,-1 0 0,1 0-1,-1 0 1,1 0 0,-1 1 0,0-1 0,1 0 0,-1 1-1,0 0 1,1-1 0,-1 1 0,0 0 0,1 0 0,-1 0-1,0 0 1,0 0 0,-2 0 0,-2 1 26,-1-1-1,1 1 1,-1 0 0,1 0 0,0 1-1,-1 0 1,1 0 0,0 0-1,0 1 1,0 0 0,1 0 0,-1 0-1,1 1 1,0 0 0,-1 0-1,2 0 1,-1 1 0,1 0 0,-1 0-1,1 0 1,0 0 0,1 0 0,0 1-1,-4 6 1,0 3 57,1-1 1,0 1 0,0 1-1,2-1 1,0 1-1,1 0 1,0 0-1,1 0 1,1 0-1,1 0 1,0 0-1,4 22 1,-4-36-56,1 1 0,-1-1 0,1 0 0,-1 0 0,1 0 0,0 0 0,0 0 0,0 0 0,0 0 0,0-1 0,0 1 0,1 0 0,-1 0 0,0-1 0,1 1 0,0-1 1,-1 0-1,1 1 0,0-1 0,3 2 0,0-1-49,0 1 1,0-1-1,1-1 1,-1 1 0,1-1-1,-1 0 1,1 0-1,5 0 1,2-1-360,-1 0 0,1-1 0,-1 0 1,1-1-1,-1 0 0,23-8 0,-16 1-818,-2 0 0,1-2 0,-1 1-1,-1-2 1,17-15 0,72-73-5761,-83 78 5374,8-8-1249,28-39 0,-46 43 24492,-13 32-21372,0-1-1,0 1 0,-1-1 1,0 0-1,0 1 1,0-1-1,0 0 1,-4 5-1,-14 38 654,15-16-694,1 0 1,0 53-1,5-83-217,-1-1-1,0 1 1,0-1 0,1 1-1,-1-1 1,0 1 0,1-1-1,0 1 1,-1-1 0,1 0 0,0 1-1,0-1 1,0 0 0,0 0-1,0 1 1,0-1 0,0 0-1,0 0 1,0 0 0,0 0-1,1 0 1,-1-1 0,0 1 0,1 0-1,-1-1 1,1 1 0,-1-1-1,0 1 1,1-1 0,-1 1-1,1-1 1,0 0 0,1 0-1,0 0 2,0 1 0,0-1-1,-1 0 1,1-1-1,0 1 1,-1 0-1,1-1 1,0 0-1,-1 1 1,1-1 0,-1 0-1,1 0 1,-1 0-1,1-1 1,-1 1-1,0-1 1,1 1-1,-1-1 1,3-3 0,2-6 0,-1-1 0,0 1 0,0-1 0,-1 0 0,-1 0 0,0 0 0,-1-1 0,0 0 0,-1 1 0,-1-1 1,0 0-1,0 0 0,-1 0 0,-1 0 0,-4-23 0,4 33-13,-1 1 0,1-1 0,-1 0 1,1 0-1,-1 1 0,0-1 0,0 1 0,0 0 0,-1-1 0,1 1 1,0 0-1,-1 0 0,0 0 0,1 1 0,-1-1 0,0 1 0,0-1 1,0 1-1,0 0 0,0 0 0,0 0 0,-5 0 0,2-1-311,0 1 1,-1 0-1,1 0 0,-1 1 0,1 0 0,0 0 0,-1 1 0,1-1 1,0 1-1,-9 3 0,14-4 61,1 0-1,-1 1 1,1-1 0,-1 1 0,0-1-1,1 1 1,-1 0 0,1-1 0,-1 1 0,1-1-1,0 1 1,-1 0 0,1 0 0,-1-1-1,1 1 1,0 0 0,0-1 0,0 1 0,-1 0-1,1 0 1,0 0 0,0-1 0,0 1-1,0 0 1,0 0 0,0 0 0,1 0-1,-1 0-273,0 12-6381</inkml:trace>
</inkml:ink>
</file>

<file path=ppt/ink/ink1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4:02.81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5265,'0'0'18296,"3"10"-15029,13 34-2046,-13-38-1199,0 0 0,0 0 1,0-1-1,1 0 0,-1 0 0,1 0 1,1 0-1,-1 0 0,8 6 1,-10-10-29,-1 0 0,1 1 0,0-1 0,-1 0 0,1 0 0,0 0 0,0 0 0,0-1 0,0 1 0,-1 0 0,1-1 0,0 1 0,0-1 0,0 0 0,0 0 0,0 0 0,1 0 0,-1 0 0,0 0 0,0 0 0,0-1 0,0 1 0,-1-1 0,1 1 0,0-1 0,0 0 0,0 0 0,0 0 0,0 0 0,-1 0 0,1 0 0,-1 0 0,1-1 0,2-1 0,17-19-2,0-2-1,18-27 1,-40 53 29,1-1 0,0 1 1,0 0-1,0-1 0,0 1 0,0-1 1,0 1-1,0 0 0,1-1 1,-1 1-1,1-1 0,-1 1 0,1 0 1,-1-1-1,1 0 0,0 1 0,0-1 1,-1 1-1,1-1 0,2 2 1,0 1-68,-1-1 0,1 1 0,0-1 0,0 0 1,0 0-1,0 0 0,1 0 0,6 3 0,1-1-558,0 0-1,0-2 1,1 1-1,-1-1 1,1-1-1,0 0 1,12 0-1,86-3-6557,-67-1 2950,17-1-7025</inkml:trace>
</inkml:ink>
</file>

<file path=ppt/ink/ink1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4:03.71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290 635 10162,'0'0'14383,"-24"-2"-13432,23 2-942,-196-11 1871,194 11-1846,-1 0 1,1 0-1,0 0 1,0 0-1,0 0 1,0 1-1,0 0 1,0-1-1,0 1 1,0 0 0,0 1-1,0-1 1,0 0-1,0 1 1,-3 2-1,4-2-30,1 1-1,-1-1 1,0 1-1,1-1 1,0 1-1,0 0 1,0 0-1,0-1 1,0 1-1,0 0 1,1 0-1,-1 0 1,1 0-1,0 0 1,0 0-1,0 4 1,0-2-4,0 1 1,0-1-1,1 0 1,0 1-1,0-1 1,0 0-1,0 0 1,1 0-1,0 0 1,0 0-1,3 6 1,-3-9-11,0 1 0,0-1 0,0 0-1,1 1 1,-1-1 0,1 0 0,-1 0 0,1-1 0,0 1 0,-1-1 0,1 1 0,0-1 0,0 0 0,0 0 0,0 0 0,1 0 0,-1-1-1,0 1 1,0-1 0,4 0 0,-1 0-34,0 0-1,-1 0 0,1-1 1,-1 0-1,1 0 0,-1 0 0,0-1 1,1 0-1,-1 0 0,0 0 1,0 0-1,0-1 0,-1 0 1,1 0-1,0 0 0,6-7 1,4-6-142,-1 1 0,0-2 1,12-19-1,-16 23 43,73-107-2054,-5-2 0,65-141 0,-128 234 2188,16-41-297,-22 23 3235,-25 51-893,5 4-1834,1 1-1,1 0 0,-1 1 1,1 0-1,1 0 1,0 1-1,0 0 1,1 0-1,1 1 0,0 0 1,-7 18-1,0 8 256,0 0 0,-11 65 0,19-63-297,1 1-1,4 64 1,0-52-122,0-48-35,0-1 0,0 0 0,1 1 1,-1-1-1,1 1 0,0-1 0,0 0 0,0 1 0,1-1 0,-1 0 0,1 0 1,0 0-1,0 0 0,1 0 0,-1-1 0,1 1 0,0-1 0,3 4 0,-2-4-75,1 0-1,-1 0 0,0-1 0,1 0 0,0 0 1,-1 0-1,1 0 0,0-1 0,0 0 0,0 0 1,0 0-1,0-1 0,0 1 0,0-1 0,9-1 1,-9 0-183,0-1 0,0 1 0,0-1 0,-1 0 1,1 0-1,-1-1 0,1 1 0,-1-1 0,0 0 1,0 0-1,0-1 0,0 1 0,0-1 0,-1 0 1,4-4-1,50-72-5908,-46 63 4217,1-3 794,-8 13 1053,-1 1 0,1 0 0,0 1-1,0-1 1,7-6 0,-10 10 608,1 1 0,-1 0 0,1 0 0,-1 0 0,1 0 0,0 0 0,-1 1 0,1-1 0,0 0 0,0 1 0,-1-1 0,1 1 0,0 0 1,0-1-1,2 1 0,-3 4 82,1-1 1,0 1 0,-1 0 0,1 0 0,-1 0 0,0 0-1,0 0 1,0 6 0,-1-6-81,1-1-424,-1 0 1,1 0 0,0 0-1,0-1 1,0 1-1,0 0 1,1 0-1,-1 0 1,1-1-1,-1 1 1,1-1 0,0 1-1,0-1 1,0 0-1,0 0 1,1 0-1,-1 0 1,1 0-1,-1 0 1,1-1 0,4 3-1,-1-2-96,-1-1 0,1 0 0,0 0 0,-1-1 0,1 1 1,0-1-1,0-1 0,-1 1 0,1-1 0,0 0 0,7-2 0,6-3-168,-1 0 0,0-2 1,0 0-1,-1-1 0,20-14 0,26-13-76,-62 35 1374,-1 37-924,0-35-371,0 0 1,0 0-1,0 0 1,0 0-1,0 0 0,0 1 1,0-1-1,0 0 1,0 0-1,1 0 1,-1 0-1,0 0 0,1 0 1,-1 0-1,1 0 1,-1 0-1,1 0 0,0 0 1,-1 0-1,1 0 1,0 0-1,0 0 1,-1-1-1,1 1 0,0 0 1,0-1-1,2 2 1,32-2-8253,-26-1 7609,23-4-5987</inkml:trace>
</inkml:ink>
</file>

<file path=ppt/ink/ink1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4:03.94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244 0 9010,'0'0'17221,"-27"10"-16320,-89 29-156,110-37-687,0 0 1,0 1-1,0-1 1,0 1-1,0 0 1,1 1-1,-1-1 1,1 1-1,0 0 1,0 1 0,0-1-1,1 1 1,0 0-1,-1 0 1,-3 7-1,5-5-63,1 1 0,0-1-1,0 1 1,0-1-1,1 1 1,1 0 0,-1-1-1,2 16 1,-1-23 3,0 2-47,0 0-1,1-1 0,-1 1 0,1-1 0,-1 1 1,1-1-1,0 1 0,0-1 0,0 0 0,0 1 0,0-1 1,0 0-1,0 0 0,0 1 0,0-1 0,0 0 0,1 0 1,-1 0-1,1 0 0,-1-1 0,0 1 0,1 0 1,-1-1-1,1 1 0,0-1 0,-1 1 0,1-1 0,-1 0 1,1 1-1,0-1 0,2 0 0,59 2-1696,-52-3 1240,42-1-2872,-1-8-2742</inkml:trace>
</inkml:ink>
</file>

<file path=ppt/ink/ink1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4:04.32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181 0 232,'0'0'24252,"-7"10"-23097,1 1-832,0-1 0,1 1 1,0 0-1,0 0 0,1 1 1,-4 20-1,-81 350 2364,73-310-2653,7-37-36,2-1 0,1 1 0,-1 49 0,7-68 15,-1-9-165,1 0 0,0-1 0,1 1 0,-1 0 1,1 0-1,3 10 0,-3-15 44,0 0 0,0 0 0,0 0 0,0-1 0,1 1-1,-1 0 1,0-1 0,1 1 0,-1-1 0,1 0 0,-1 1 0,1-1 0,0 0 0,0 0 0,-1 0 0,1 0 0,0 0 0,0-1 0,0 1 0,0 0-1,0-1 1,0 0 0,0 1 0,0-1 0,0 0 0,3 0 0,-1 0-351,0 0 0,0 0 0,0 0 0,0 0 0,-1-1 0,1 0 0,0 1 0,-1-1 1,1-1-1,0 1 0,-1-1 0,1 1 0,-1-1 0,6-4 0,13-18-5213</inkml:trace>
</inkml:ink>
</file>

<file path=ppt/ink/ink1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4:04.50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11626,'0'0'14948,"97"44"-14628,-59-37-256,13-4-64,26-3-1977,-6 0-3608,-7-16-9026</inkml:trace>
</inkml:ink>
</file>

<file path=ppt/ink/ink1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4:0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283 1 10906,'0'0'13599,"-24"2"-12756,-74 8-305,90-9-499,1 0 0,0 0 0,0 1 1,0 0-1,-1 0 0,2 1 0,-1 0 1,0 0-1,1 0 0,-1 1 0,1 0 1,0 0-1,0 1 0,1 0 0,-1 0 1,1 0-1,0 1 0,-8 11 0,8-8-32,1 0 0,-1 1 0,2-1 0,-1 1 0,1 0 0,1 0 0,0 0 0,0 0 0,1 0 0,0 19 0,3-28-14,-1 0-1,0 1 0,0-1 1,0 0-1,1 0 1,-1-1-1,0 1 0,1 0 1,-1 0-1,1-1 0,-1 1 1,1-1-1,0 1 0,-1-1 1,1 1-1,-1-1 1,1 0-1,0 0 0,-1 0 1,1 0-1,-1 0 0,1 0 1,0-1-1,1 1 0,4 0-16,-1-1-1,1 1 1,0-1-1,-1 0 0,12-4 1,-2-6 9,0 0 1,-1-1 0,0-1-1,-2 0 1,17-19 0,-1 2 9,-7 2-51,-13 19 1406,-7 37-676,-3-3-703,0-18 48,0 0 1,1 1 0,0-1-1,1 1 1,0-1-1,2 12 1,-2-17-78,0 1 1,0-1 0,0 0 0,0 0 0,1 0 0,-1 0 0,0 0 0,1 0 0,0 0-1,-1-1 1,1 1 0,0-1 0,0 1 0,0-1 0,0 1 0,0-1 0,0 0-1,0 0 1,0 0 0,1 0 0,-1-1 0,0 1 0,1-1 0,-1 1 0,0-1 0,4 0-1,87 3-5175,-58-3 748,33 0-8088</inkml:trace>
</inkml:ink>
</file>

<file path=ppt/ink/ink1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4:05.59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278 1 6081,'0'0'17711,"-16"0"-17195,-8 0-272,1 0 1,0 2 0,0 1-1,0 0 1,0 2 0,-26 8-1,42-10-183,1-1-1,-1 1 1,1 1 0,0-1-1,0 1 1,1 0 0,-8 6-1,11-8-58,1 0 0,-1 1-1,0-1 1,1 0-1,-1 1 1,1-1 0,0 0-1,0 1 1,0-1 0,0 1-1,1 0 1,-1-1 0,1 1-1,-1 0 1,1 0 0,0-1-1,0 1 1,0 0 0,0-1-1,1 1 1,0 4 0,0-4-16,0 0 1,1 0 0,-1 0-1,1 0 1,0-1 0,0 1-1,0 0 1,0-1 0,0 0-1,0 1 1,1-1 0,-1 0-1,1 0 1,2 2 0,48 27-409,-35-21 266,19 10-87,-15-9 148,-1 2 0,0 0 1,-1 1-1,23 20 0,-43-34 102,1 0 1,-1 1 0,0-1-1,0 0 1,0 1 0,0-1-1,1 0 1,-1 0 0,0 1-1,0-1 1,0 0 0,0 1-1,0-1 1,0 0-1,0 1 1,0-1 0,0 0-1,0 1 1,0-1 0,0 0-1,0 0 1,0 1 0,-1-1-1,1 0 1,0 1 0,0-1-1,0 0 1,0 0 0,0 1-1,-1-1 1,1 0 0,0 0-1,0 1 1,0-1 0,-1 0-1,1 0 1,0 0-1,0 1 1,-1-1 0,1 0-1,0 0 1,-1 0 0,1 0-1,-1 1 1,-15 6 362,15-6-343,-44 16 532,13-6-191,1 1 0,0 2 0,-44 27 0,73-39-3075,4-3 694,13-7-625,19-13-1958,-1-5-3147</inkml:trace>
</inkml:ink>
</file>

<file path=ppt/ink/ink1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4:05.80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109 1 10402,'0'0'14107,"-38"163"-12714,38-134-449,0-6-384,-7-4-256,7-10-200,0-2-96,-6-4-8,-7-3-744,0-13-1121,-6-9-2215,6-7-2554</inkml:trace>
</inkml:ink>
</file>

<file path=ppt/ink/ink1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4:06.01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 0 11202,'0'0'15612,"0"58"-15612,0-42 0,-7 0-720,1 4-1321,6-4-2800,0-4-2753</inkml:trace>
</inkml:ink>
</file>

<file path=ppt/ink/ink1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4:06.82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225 217 4185,'0'0'17112,"0"-33"-14751,7-145-1442,-12 176-915,0 1 1,-1 0-1,1 1 0,0-1 0,0 1 0,0 0 1,-10 1-1,7-1 0,6 0-6,0 1 1,1 0-1,-1-1 1,0 1 0,1 0-1,-1 0 1,1 0-1,-1 0 1,1 0 0,-1 0-1,1 0 1,0 0 0,-1 1-1,1-1 1,0 0-1,0 1 1,0-1 0,0 1-1,0-1 1,0 1-1,1 0 1,-1-1 0,0 5-1,-15 48 185,14-45-119,-24 125 744,7 1 0,-3 146 0,11-156-129,-2 64 640,13-156-1604,0-28-939,0-20-369,0 10 934,-1 0 0,1 0-1,-1 0 1,0 0-1,-1 0 1,1 0 0,-1 0-1,0 0 1,-3-5 0,-5-12-3629,3-4-2657</inkml:trace>
</inkml:ink>
</file>

<file path=ppt/ink/ink1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4:07.00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10322,'0'0'14483,"154"7"-14211,-134-4-176,-1 0-96,0-3-40,7 0-1056,-7 0-1784,-6-3-2482</inkml:trace>
</inkml:ink>
</file>

<file path=ppt/ink/ink1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4:07.43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78 1 6145,'0'0'14343,"0"8"-12302,-8 125 1797,-29 62-2728,26-148-1020,3 0 0,1 1 1,1 69-1,6-115-89,0 0 0,0 0 1,0-1-1,0 1 0,1 0 0,-1-1 1,0 1-1,1 0 0,0-1 0,-1 1 0,1 0 1,0-1-1,0 1 0,0-1 0,0 0 1,0 1-1,0-1 0,1 0 0,-1 0 1,0 1-1,0-1 0,1 0 0,-1 0 0,1 0 1,-1-1-1,1 1 0,0 0 0,-1 0 1,1-1-1,2 1 0,5 1-124,0 0-1,0-1 1,1-1 0,14 0-1,-15 0-184,-8 0 212,1 0 0,-1 0 0,0 0 0,0 0 0,1 0 0,-1 0 0,0-1 0,0 1 0,1-1 0,-1 1 0,0-1 0,0 1 0,0-1 0,0 0 0,0 1 0,0-1 0,0 0 0,0 0 0,0 0 0,0 1 0,0-1 0,-1 0 0,1 0 0,0 0 0,-1-1 0,1 1 0,-1 0 0,1 0 0,-1 0 0,1 0 0,-1-2 0,3-44-5326,-4 31 2190,1-13-4767</inkml:trace>
</inkml:ink>
</file>

<file path=ppt/ink/ink1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4:07.67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9274,'0'0'15547,"205"45"-15123,-154-42-248,-6 0-176,19-3-392,-12-3-2376,-8-13-5330</inkml:trace>
</inkml:ink>
</file>

<file path=ppt/ink/ink1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4:08.01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502 0 9354,'0'0'9751,"-30"15"-8384,1-1-999,6-4-60,1 1 1,0 1 0,1 1 0,1 1-1,0 0 1,-33 32 0,26-17-193,1 1 0,1 1 0,2 1 0,1 1 0,2 1 1,1 0-1,2 2 0,1 0 0,2 1 0,1 1 0,2 0 0,2 0 0,2 1 0,1 0 0,2 0 0,1 1 1,5 66-1,-1-102-228,-1 0 1,1 0-1,0 0 1,0 0-1,0 0 0,0 0 1,1 0-1,-1 0 1,1 0-1,0 0 1,0-1-1,1 1 1,-1-1-1,1 0 1,-1 0-1,1 0 1,0 0-1,6 5 0,1-2-762,0 0 0,0-1-1,0 0 1,1 0 0,19 5-1,22 0-4647</inkml:trace>
</inkml:ink>
</file>

<file path=ppt/ink/ink1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4:15.91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1 928,'0'0'12776,"6"32"-9500,-4-27-2721,1 1 1,-1-1-1,0 0 1,0 1-1,-1-1 0,0 1 1,1-1-1,-2 1 1,1 8-1,-2 63 569,0-37-406,-12 154 658,19-244-9235,1 21-208</inkml:trace>
</inkml:ink>
</file>

<file path=ppt/ink/ink1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4:16.55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32 1 6129,'0'0'10839,"-1"0"-10771,1 0 0,-1 0 1,1-1-1,0 1 1,-1 0-1,1 0 0,-1 0 1,1 0-1,-1 0 0,1 0 1,-1 0-1,1 1 1,-1-1-1,1 0 0,-1 0 1,1 0-1,-1 0 1,1 1-1,0-1 0,-1 0 1,1 0-1,-1 1 0,1-1 1,0 0-1,-1 1 1,1-1-1,0 0 0,-1 1 1,3 5 155,1 0 0,0-1-1,0 1 1,0-1 0,1 1 0,-1-1 0,1 0 0,0-1 0,1 1 0,-1-1 0,10 7 0,11 14 323,-3 4-286,-2 0 0,-1 2 0,-1 0 0,-1 1-1,-2 0 1,-2 1 0,-1 1 0,10 45 0,-18-64-97,-1 1 0,-1 0-1,0 1 1,-1-1 0,-1 0-1,-1 0 1,0 1 0,-1-1 0,0 0-1,-2 0 1,0-1 0,-1 1-1,0-1 1,-1 0 0,-1 0-1,0 0 1,-1-1 0,-1 0 0,-18 22-1,8-14 252,-2 0 0,-37 29 1,-8 8-8,54-53-1639,11-18-6351,6-3-79</inkml:trace>
</inkml:ink>
</file>

<file path=ppt/ink/ink1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4:18.37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0 4673,'0'0'16501,"0"32"-15922,0 173 3447,0-203-3961,1 0-1,-1 1 1,1-1 0,0 0 0,0 0-1,0 0 1,0 0 0,0 0 0,0 0-1,1 0 1,-1-1 0,1 1 0,-1 0-1,1-1 1,-1 1 0,1-1 0,3 3-1,-3-4 72,24-19-1108,-16 7-2988,0 4-2307,1 2-2060</inkml:trace>
</inkml:ink>
</file>

<file path=ppt/ink/ink1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4:25.19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206 1 4297,'0'0'16825,"-1"8"-14919,-4 3-1575,0 0 1,0 0-1,-1 0 1,-1-1-1,-10 13 1,-13 22 302,5 1-339,1 0 0,-20 61 0,35-80-270,2 0 0,0 1 0,2 0 0,1 1 0,0 47 0,4-74-23,0 0 0,0 0 0,1 0 0,-1 0 0,1 0 0,-1 0 0,1-1 1,0 1-1,0 0 0,0 0 0,0-1 0,0 1 0,0 0 0,0-1 0,0 1 0,1-1 1,-1 0-1,0 1 0,1-1 0,0 0 0,-1 0 0,1 0 0,-1 0 0,1 0 0,0 0 0,0 0 1,0-1-1,0 1 0,-1-1 0,1 1 0,4-1 0,8 2-12,0 0 0,-1-2-1,23 0 1,-15-1-86,-18 1-50,0-1 0,0 1 0,1-1 0,-1 0 0,0 0-1,0 0 1,0 0 0,0 0 0,0-1 0,-1 1 0,1-1 0,0 0-1,-1 0 1,4-3 0,30-35-5701,-22 18 913</inkml:trace>
</inkml:ink>
</file>

<file path=ppt/ink/ink1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4:25.41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62 11402,'0'0'9186,"161"-16"-8930,-117 13-184,1-4-72,-13-2-72,26-1-1264,-13 0-1793,-6 4-3800</inkml:trace>
</inkml:ink>
</file>

<file path=ppt/ink/ink1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4:25.75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119 0 6449,'0'0'13905,"-19"31"-13439,-58 98-181,55-77-170,23-27-59,1-10-46,-2-13-7,1-1 0,0 1 0,0-1 0,0 1-1,0-1 1,0 0 0,0 0 0,0 1 0,0-1 0,1 0 0,-1 0 0,0 0 0,1 0 0,-1 0 0,1-1-1,-1 1 1,1 0 0,-1-1 0,1 1 0,-1-1 0,1 1 0,0-1 0,-1 0 0,1 0 0,0 0 0,-1 0 0,1 0-1,2 0 1,1 0 28,1 1 0,-1-1 0,1 0 0,-1 0 0,1-1 0,-1 0 0,0 0 0,7-2 0,-8 0 12,1 1 0,-1-1 1,0-1-1,0 1 0,0-1 1,0 1-1,-1-1 1,0 0-1,1 0 0,-1 0 1,-1-1-1,1 1 0,-1-1 1,1 0-1,-2 1 1,3-7-1,-2 3 252,0 0-1,0 0 1,-1 0 0,0 0 0,0 0-1,-1-1 1,0 1 0,0 0 0,-3-13-1,3 20-246,-1 0 0,1-1-1,-1 1 1,1 0-1,-1 0 1,1 0-1,-1 0 1,0-1-1,0 1 1,1 0 0,-1 0-1,0 0 1,0 1-1,0-1 1,0 0-1,0 0 1,0 0-1,0 1 1,-1-1 0,1 1-1,0-1 1,0 1-1,-2-1 1,-15-3-1540,1 3-7107</inkml:trace>
</inkml:ink>
</file>

<file path=ppt/ink/ink1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4:26.59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187 16 7098,'0'0'12310,"3"-4"-11032,7-7-692,-5 12 570,-4 24 1730,0 15-1092,-1-40-1781,0 1 0,0-1 1,0 0-1,0 1 0,0-1 0,0 1 0,0-1 0,0 0 0,0 1 0,0-1 0,0 1 0,0-1 0,0 1 0,0-1 0,0 0 0,0 1 0,0-1 0,0 0 0,1 1 0,-1-1 0,0 0 0,0 1 0,1-1 0,-1 0 0,0 1 0,0-1 0,1 0 0,-1 1 0,0-1 0,1 0 0,-1 0 0,0 1 0,1-1 0,-1 0 0,0 0 0,1 0 0,0 1 0,1-19-381,-2 17 292,0-1 1,0 0-1,0 1 0,0-1 1,0 1-1,-1-1 1,1 0-1,0 1 1,-1-1-1,1 1 1,-1-1-1,1 1 0,-1 0 1,0-1-1,0 1 1,1-1-1,-1 1 1,0 0-1,0 0 1,0 0-1,-1-1 0,1 1 1,0 0-1,0 0 1,-1 1-1,1-1 1,0 0-1,-1 0 1,-2 0-1,-3 0 57,0 2 0,0-1 0,0 1 0,0 0 0,0 1 0,0-1 0,0 1 1,0 1-1,1-1 0,-1 1 0,1 0 0,0 1 0,0 0 0,0 0 0,0 0 0,1 0 0,-1 1 0,1 0 0,0 0 0,1 1 0,-1-1 0,1 1 0,0 0 1,-4 8-1,2-2 31,0 0 1,1 1-1,0-1 1,1 1-1,0 0 1,1 1-1,1-1 1,0 0 0,1 1-1,0-1 1,2 20-1,-1-32-19,1-1 0,-1 1 0,0 0 0,1 0 0,-1-1 0,1 1 0,0 0 0,-1-1 0,1 1 0,-1 0 0,1-1 0,0 1 0,0-1 0,-1 1 0,1-1 0,0 0 0,0 1-1,-1-1 1,1 0 0,0 1 0,0-1 0,0 0 0,0 0 0,0 0 0,-1 0 0,1 0 0,0 0 0,0 0 0,0 0 0,0 0 0,1 0 0,34-4-723,-19-1-571,0 0 0,-1-1 0,0-1 0,28-17 0,26-11-4699,53-12 169,-76 28 4150</inkml:trace>
</inkml:ink>
</file>

<file path=ppt/ink/ink1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4:26.89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90 61 1560,'0'0'16892,"-4"3"-15208,-3 2-1478,0 0 0,1 0 0,0 0 0,0 1 0,0 0 0,1 0 0,0 0 0,0 1 0,1 0 0,-1 0 0,2 0 0,-1 1 0,1-1 0,0 1 0,0 0 0,1-1 0,0 1 0,1 0-1,-1 1 1,2-1 0,-1 0 0,1 8 0,1-14-202,0 0-1,0 0 1,0 0-1,0 0 0,0 0 1,0 0-1,1-1 1,-1 1-1,1-1 0,-1 1 1,1-1-1,0 1 1,-1-1-1,1 0 1,0 0-1,0 0 0,0 0 1,0 0-1,0 0 1,0 0-1,0-1 0,0 1 1,0-1-1,0 1 1,0-1-1,1 0 1,2 0-1,1 1 8,-1 0 1,1-1-1,0 0 1,-1 0-1,1 0 1,-1-1-1,1 1 1,0-1-1,-1 0 1,1-1-1,5-2 1,-5 0 3,0-1 0,-1 0 0,0 0 0,0 0 0,0 0 1,0-1-1,-1 0 0,0 0 0,0 0 0,-1 0 0,0-1 0,0 1 0,0-1 1,-1 0-1,0 0 0,0 0 0,-1 0 0,0 0 0,0-1 0,0 1 1,-1 0-1,-1-10 0,1 14-16,0 1 0,0 0 0,-1 0 0,1 0 0,0 0 0,-1 0 0,0 0 0,1 0 0,-1 0 0,0 0 0,0 0 0,0 0 0,0 0 0,0 1 0,0-1 0,-1 0 0,1 1 0,-1-1 0,1 1 0,-1-1 0,0 1 0,1 0 0,-3-2 0,-4-1-6,0 1 0,0-1 0,0 2 0,-14-4 0,16 5-428,0-1-1,0 1 1,0-1 0,1 0 0,-1-1-1,0 1 1,1-1 0,0 0-1,-6-5 1,5 2-3928,5-1-2483</inkml:trace>
</inkml:ink>
</file>

<file path=ppt/ink/ink1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4:27.29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71 10242,'0'0'12482,"6"16"-11772,7 10-456,-7-14-47,0 1-1,-1 0 0,0 0 1,4 21-1,-9 10 755,-2-32-391,-3-31 504,0-146-722,5 121-320,5 38-822,24-6-7952,-24 11 7917,14-6-5205</inkml:trace>
</inkml:ink>
</file>

<file path=ppt/ink/ink1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4:27.70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24 193 6057,'0'0'15965,"1"10"-14923,1 2-844,1 9 328,-1 0 0,-1 0 0,-1 0 0,-3 29 0,-10-34-427,12-16-94,1 1 0,0-1 0,0 0 0,-1 0-1,1 0 1,0 0 0,-1 1 0,1-1 0,0 0-1,0 0 1,-1 0 0,1 0 0,0 0 0,-1 0 0,1 0-1,0 0 1,-1 0 0,1 0 0,0 0 0,-1 0 0,1 0-1,0 0 1,-1 0 0,1 0 0,0 0 0,0 0 0,-1-1-1,1 1 1,0 0 0,-1 0 0,1 0 0,0 0 0,0-1-1,-1 1 1,1 0 0,0 0 0,0-1 0,0 1 0,-1 0-1,1 0 1,0-1 0,0 1 0,0 0 0,0 0 0,0-1-1,0 1 1,-1 0 0,1-1 0,0 1 0,0 0 0,0-1-1,0 1 1,0 0 0,0-1 0,0 1 0,0 0 0,0-1-1,0 1 1,1 0 0,-1 0 0,0-1 0,0 1-1,0-1 1,-1-62 21,-1 38-21,1-1-1,1 1 1,1-1-1,2 1 1,0 0-1,11-40 1,-8 49-747,9-23-4168,-14 37 4673,-1 1-1,1 0 1,0 0 0,-1 0 0,1-1-1,0 1 1,0 0 0,0 0-1,0 0 1,0 0 0,0 1 0,0-1-1,0 0 1,0 0 0,0 0 0,0 1-1,1-1 1,-1 1 0,0-1-1,0 1 1,1-1 0,1 1 0</inkml:trace>
</inkml:ink>
</file>

<file path=ppt/ink/ink1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4:27.82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0 0 5753</inkml:trace>
</inkml:ink>
</file>

<file path=ppt/ink/ink1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4:28.13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0 143 5753,'193'-53'5219,"-154"44"-2433,-39 9-2751,0 0-1,0 0 1,0 0 0,0 1 0,0-1 0,0 0-1,0 0 1,0 0 0,0 0 0,0 0 0,0 0-1,0 0 1,0 0 0,0 0 0,0 0 0,0 0-1,0 1 1,0-1 0,0 0 0,0 0 0,0 0-1,0 0 1,0 0 0,0 0 0,0 0 0,0 0-1,0 0 1,0 0 0,0 0 0,0 0 0,0 1-1,1-1 1,-1 0 0,0 0 0,0 0 0,0 0-1,0 0 1,0 0 0,0 0 0,0 0 0,0 0-1,0 0 1,0 0 0,0 0 0,1 0 0,-1 0-1,0 0 1,0 0 0,0 0 0,0 0 0,-2 5 1601,7-3-1245,0 0 0,0-1 0,0 1 0,0-1 0,0 0 0,0 0 0,0-1 0,0 1 0,0-1 0,0 0 0,7-1-1,0 0 40,92 1 134,-102 0-481,-1-3-27,-1-1 1,0 0-1,0 0 0,-1 0 1,1 0-1,-1 1 0,0-1 1,0 0-1,0 1 0,0-1 0,-1 1 1,0-1-1,1 1 0,-1-1 1,-1 1-1,1 0 0,0 0 1,-1 0-1,1 0 0,-1 1 1,0-1-1,0 1 0,0 0 1,0-1-1,0 1 0,-1 0 1,1 1-1,0-1 0,-1 1 1,0 0-1,1-1 0,-1 1 1,-7 0-1,10 0-29,0 1 0,0 0 0,0-1 0,-1 1 0,1 0 1,0 0-1,0 0 0,-1 0 0,1 0 0,0 0 0,0 0 0,0 0 0,-1 1 0,1-1 0,0 0 0,0 1 1,0-1-1,0 1 0,-1-1 0,1 1 0,0 0 0,0-1 0,0 1 0,0 0 0,1 0 0,-1 0 0,0 0 1,0 0-1,0 0 0,1 0 0,-1 0 0,0 0 0,1 0 0,-1 0 0,0 2 0,0 4 55,0-1 0,0 1 0,1-1 0,0 1 0,2 12-1,-1 6-25,-1-21-106,0 0 0,1-1 0,-1 1-1,1 0 1,-1-1 0,1 1 0,1-1 0,-1 1 0,0-1 0,1 0 0,0 0 0,-1 1 0,1-1 0,1 0 0,-1-1 0,0 1 0,1 0 0,-1-1 0,1 1 0,0-1 0,0 0 0,0 1 0,0-2 0,0 1 0,5 2 0,4 1-1054,0-1 0,-1 0 0,2-1 1,-1-1-1,0 0 0,17 1 0,10-2-5856</inkml:trace>
</inkml:ink>
</file>

<file path=ppt/ink/ink1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4:28.45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239 8 8370,'0'0'10645,"-11"-3"-9720,6 2-772,-1 0 1,0 0-1,0 0 0,0 1 0,0 0 0,0 0 0,0 0 0,1 1 0,-1 0 1,0 0-1,0 1 0,0-1 0,1 1 0,-1 0 0,1 1 0,-7 3 0,-15 10 644,15-10-351,0 2 0,1-1 0,-19 16 0,27-20-403,1 0 0,-1 0 0,0 0 0,1 0 0,0 0 0,0 1 0,0-1 0,0 1 1,0-1-1,1 1 0,-1 0 0,1 0 0,0 0 0,0 0 0,1 0 0,-1 0 0,1 5 0,-1-6-65,1 0 1,0 0 0,0 1-1,0-1 1,0 0-1,1 0 1,-1 1-1,1-1 1,0 0-1,0 0 1,0 0 0,0 0-1,1 0 1,-1 0-1,1 0 1,0 0-1,-1-1 1,1 1-1,0-1 1,1 1 0,-1-1-1,0 0 1,1 0-1,-1 0 1,1 0-1,0 0 1,0 0-1,0-1 1,0 0 0,0 1-1,0-1 1,0 0-1,0 0 1,0-1-1,0 1 1,1-1-1,2 1 1,6 1-501,0-1 1,1-1-1,-1 1 0,20-3 1,-25 0-252,0 1 1,0-1-1,0 0 1,0 0 0,9-5-1,24-17-5626</inkml:trace>
</inkml:ink>
</file>

<file path=ppt/ink/ink1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4:28.79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109 1 12187,'0'0'13895,"-12"23"-12730,-40 79-283,48-91-743,0 1 0,0 0 0,1 0 0,0 0 0,1 0 0,1 1 0,0 16-1,-2 11 108,-7 35-1055,0 81-1,11-156 702,-1 1-1,1-1 1,-1 1 0,1 0-1,0-1 1,-1 1-1,1-1 1,-1 0 0,1 1-1,0-1 1,-1 1-1,1-1 1,0 0 0,0 0-1,-1 1 1,1-1 0,0 0-1,0 0 1,-1 0-1,1 0 1,0 0 0,0 0-1,0 0 1,-1 0-1,1 0 1,1-1 0,2 2-362,-3-1 370,40-1-3318,-10-7-2217,1-12-3834</inkml:trace>
</inkml:ink>
</file>

<file path=ppt/ink/ink1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4:28.95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9450,'0'0'14459,"218"13"-14419,-128-13-40,-13 0-1936,-6 0-4370</inkml:trace>
</inkml:ink>
</file>

<file path=ppt/ink/ink1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4:29.24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225 0 13395,'0'0'12146,"-77"167"-10545,64-116-833,7 4-384,-1-4-144,1 1-120,-1-4-120,1-3 0,-1-7-176,1-6-784,-7-6-1185,-12-16-935,-1-7-2345,0-3-4169</inkml:trace>
</inkml:ink>
</file>

<file path=ppt/ink/ink1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4:29.81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1 550 11803,'0'0'4159,"30"-4"-1693,1 0-1884,394-63 5207,-372 55-5591,-1-3 0,-1-2 0,0-2 0,-2-3-1,65-37 1,-97 48-202,0-1 0,0-1 0,-2 0 0,1-1-1,-2-1 1,0-1 0,16-22 0,-22 26 12,-1-1 0,0 1 0,-1-1 0,-1 0-1,0-1 1,0 1 0,-2-1 0,0 0 0,0 0 0,-1 0 0,0-26 0,-2 40 4,0-1-1,0 1 0,0-1 0,0 1 1,0-1-1,0 1 0,0-1 1,0 1-1,0-1 0,-1 1 1,1 0-1,0-1 0,0 1 0,0-1 1,-1 1-1,1-1 0,0 1 1,0 0-1,-1-1 0,1 1 1,0 0-1,-1-1 0,1 1 0,-1 0 1,1-1-1,0 1 0,-1 0 1,1 0-1,-1-1 0,1 1 0,-1 0 1,1 0-1,0 0 0,-1 0 1,1 0-1,-1 0 0,1 0 1,-1 0-1,0 0 0,-20 6 227,5 5-104,1 2 0,1-1 0,0 2 0,0 0 0,1 0 0,-11 19 1,8-13 15,-7 9-86,1 0 0,2 2-1,1 1 1,2 0-1,1 1 1,1 1 0,2 0-1,1 1 1,2 1 0,2-1-1,1 1 1,2 1-1,-2 57 1,7-93-56,8-3-13,-1 0 1,0-1-1,1 1 0,-1-1 0,0-1 0,0 1 1,-1-1-1,11-8 0,-10 7-1,0 0 1,0 1-1,0 0 1,0 0-1,1 0 0,0 1 1,14-3-1,-22 6 6,1 0 0,0 0 0,-1 0 0,1 0 0,-1 0 0,1 0 0,0 1 0,-1-1 0,1 0 0,0 0 0,-1 1 0,1-1 0,-1 0 0,1 1 0,-1-1 0,1 1 0,-1-1 1,1 1-1,-1-1 0,0 1 0,1-1 0,-1 1 0,0-1 0,1 1 0,-1 0 0,0-1 0,1 1 0,-1-1 0,0 1 0,0 0 0,0-1 0,0 1 0,0 0 0,4 28 5,-3-22 0,0-1-74,-1 0 1,2-1-1,-1 1 0,1-1 1,-1 1-1,2-1 1,4 10-1,-5-13-161,-1 0 0,1-1-1,0 1 1,0 0 0,0 0 0,0-1-1,0 1 1,0-1 0,0 0 0,1 0 0,-1 0-1,1 0 1,-1 0 0,0 0 0,1-1 0,-1 1-1,1-1 1,0 1 0,4-1 0,23 0-4375,-3 0-1139</inkml:trace>
</inkml:ink>
</file>

<file path=ppt/ink/ink1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4:30.02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45 1 12467,'0'0'15275,"-13"70"-15043,7-60-184,6-4-48,-6 4 0,6-4-328,-7 4-736,1-4-1033,6 1-1752,-7-4-1408</inkml:trace>
</inkml:ink>
</file>

<file path=ppt/ink/ink1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4:30.23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7 0 12339,'0'0'14131,"0"7"-14275,0 2-681,-6 1-839,6 3-1433,0 0-2208,0-7-3745</inkml:trace>
</inkml:ink>
</file>

<file path=ppt/ink/ink1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4:30.60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5905,'165'151'6850,"-138"-122"-4689,-27-22-597,-18 8 2759,-46 40 2511,64-54-6852,-1-1 1,1 1-1,-1 0 1,1 0-1,0-1 1,-1 1-1,1 0 1,0 0-1,-1-1 1,1 1-1,0 0 1,0 0-1,0 0 0,0 0 1,0-1-1,0 1 1,0 0-1,0 0 1,0 0-1,0 0 1,0-1-1,1 1 1,-1 0-1,0 0 1,0 0-1,1-1 1,-1 1-1,1 0 1,-1-1-1,1 1 1,-1 0-1,1-1 1,-1 1-1,1 0 1,-1-1-1,2 1 1,27 22-1154,-24-19 1004,-1-1 44,0 1 0,0 0 1,-1 0-1,1 0 0,-1 0 0,0 0 1,0 1-1,3 5 0,-5-8 135,1 1-1,-1-1 1,0 0 0,-1 1-1,1-1 1,0 1-1,-1-1 1,1 1 0,-1 0-1,0-1 1,0 1 0,0 0-1,0-1 1,0 1-1,-1-1 1,1 1 0,-1 0-1,0-1 1,-1 4 0,0-4 97,0-1 1,0 1-1,0 0 1,0-1-1,-1 0 1,1 1-1,0-1 1,-1 0 0,1 0-1,-1 0 1,0-1-1,1 1 1,-6 0-1,-35 4-2344</inkml:trace>
</inkml:ink>
</file>

<file path=ppt/ink/ink1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4:30.82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58 0 13555,'0'0'19212,"32"3"-19212,-25 0 0,-7 1 0,0-1-1664,-26 3-1129,-6 1-3344,-6-7-5274</inkml:trace>
</inkml:ink>
</file>

<file path=ppt/ink/ink1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5:01.25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15688,'2008'29'0</inkml:trace>
</inkml:ink>
</file>

<file path=ppt/ink/ink1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5:02.37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18 1 640,'0'0'12124,"-15"0"-10592,12 0 2436,9 6-3833,0-1 1,0 2-1,-1-1 0,0 0 1,0 1-1,-1 0 0,0 0 1,0 0-1,-1 1 1,1-1-1,2 11 0,10 18 355,-11-26-337,0-1 1,1 0 0,0 0 0,0 0 0,1 0 0,1-1-1,-1 0 1,16 11 0,-22-18-122,-1 0 0,1-1 1,0 1-1,0 0 0,0-1 0,-1 1 1,1 0-1,0 0 0,-1 0 0,1 0 0,-1 0 1,1 0-1,-1 0 0,1 0 0,-1 0 1,0 0-1,1 0 0,-1 0 0,0 0 0,0 0 1,0 0-1,0 0 0,0 0 0,0 1 0,0-1 1,0 0-1,0 0 0,-1 0 0,1 0 1,0 0-1,-1 0 0,1 0 0,-1 0 0,1 0 1,-1 0-1,0 1 0,-36 39 122,32-37-123,0 1-1,1 0 1,-1-1 0,1 2 0,0-1 0,-4 7 0,-3 2 95,10-13-247,0 0 0,0-1-1,0 1 1,0 0-1,0 0 1,0 0-1,0 0 1,1 0 0,-1 0-1,0 0 1,1 0-1,-1 0 1,1 0 0,-1 0-1,1 0 1,0 0-1,-1 1 1,1-1 0,0 0-1,0 0 1,0 0-1,0 0 1,0 1-1,0 1 1,-8-3-7803,-3 0-2655</inkml:trace>
</inkml:ink>
</file>

<file path=ppt/ink/ink1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4:19.93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58 3545,'0'0'12024,"27"-10"-7827,-8 1-4050,0 2 0,1 0 0,1 0 1,-1 2-1,1 1 0,0 0 1,0 2-1,40 0 0,-61 27 1063,0-21-1112,0 1-1,0-1 1,0 0 0,-1 0 0,0 0 0,1 0 0,-2 0-1,1 0 1,0 0 0,-1 0 0,0-1 0,0 1 0,0 0-1,-3 4 1,-2-1-12,0 0 0,-1-1 0,1 0 0,-17 10 0,19-13-61,-8 5 2,-6 4 64,19-8-45,13-2-13,28-4-25,-25 1-12,0 1 1,0 0-1,-1 0 1,20 5 0,-32-4 12,-1 0 1,1 0-1,0 0 1,-1 1-1,1-1 1,-1 1-1,1 0 1,-1-1-1,0 1 1,0 0-1,0 1 1,0-1-1,0 0 1,0 0-1,-1 1 1,1-1 0,-1 1-1,0 0 1,1-1-1,-1 1 1,0 0-1,-1 0 1,1 0-1,0 0 1,-1-1-1,0 1 1,0 0-1,0 0 1,0 0-1,0 0 1,0 0-1,-1 0 1,1 0 0,-1 0-1,0-1 1,0 1-1,0 0 1,0 0-1,0-1 1,-1 1-1,1-1 1,-1 1-1,0-1 1,0 0-1,0 1 1,0-1-1,-3 2 1,-8 2 105,-1 0-1,0-1 1,0-1 0,0-1-1,-1 0 1,0 0 0,1-2 0,-26 1-1,39-2-311,11 0-4794,13 0 593,8 0-1970</inkml:trace>
</inkml:ink>
</file>

<file path=ppt/ink/ink1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4:20.88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97 0 4017,'0'0'13204,"0"39"-9699,-1-32-3262,-1-1 0,0 0-1,0 0 1,-1 1 0,0-2 0,0 1 0,-1 0 0,1-1 0,-1 1 0,0-1 0,-1 0 0,-9 8 0,-7 12-2,18-20-233,-1 0-1,2-1 1,-1 1-1,1 0 1,-1 1-1,1-1 1,1 0-1,-1 1 1,1-1-1,0 0 1,0 1-1,1 0 1,-1-1-1,1 1 1,1 8-1,2-12-3,-1-1-1,0 0 0,1 0 1,-1 0-1,1-1 1,0 1-1,-1 0 1,1-1-1,-1 0 0,1 0 1,0 0-1,-1 0 1,1 0-1,3-1 1,-2 1 0,34 1 28,1-3 0,-1-1 0,0-2 0,59-15 0,-57 11-18,-20 4 27,0 0 0,0-1 0,22-10 0,-40 15 391,0-1-3233,-20 5-5897,11-3 3688</inkml:trace>
</inkml:ink>
</file>

<file path=ppt/ink/ink1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4:21.11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104 0 3545,'0'0'20444,"-103"186"-19532,103-157-456,0-3-208,0-7-160,0-3-80,0-3-8,0-7-536,0 1-912,6-7-1321,1 0-2944,-1 0-5249</inkml:trace>
</inkml:ink>
</file>

<file path=ppt/ink/ink1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5:11.26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 2067 4785,'0'0'6655,"0"-4"-5891,-1-3-527,1-1-1,0 1 1,0-1 0,1 1-1,0-1 1,0 1 0,1 0-1,0-1 1,0 1 0,1 0-1,0 0 1,0 1 0,0-1-1,8-9 1,26-48-15,-30 49-229,1 1 0,18-26 0,2 2 15,44-82 0,-36 58-16,9-10 7,-25 41 6,0-1-1,-3-1 0,27-66 0,-37 80-10,0 0-1,1 1 1,1 0-1,0 0 1,2 1-1,0 0 1,1 1-1,0 0 1,17-15-1,-12 12 11,-1-1-1,0 0 1,-1-1 0,-1-1-1,13-27 1,43-120-33,-63 151 23,1 1 0,15-23 0,15-34-8,-31 59-44,0 1 0,1 0-1,1 0 1,1 1 0,0 0 0,15-15-1,13-18-74,-31 37 92,-1-2 0,-1 1 0,0-1 0,0 0 1,-1 0-1,4-17 0,-5 16-51,1 0 0,0 0 1,1 1-1,0-1 0,7-10 1,15-25 76,-21 34 10,1 1 0,1 0 1,0 0-1,18-21 0,-12 19 33,0-1 1,14-21-1,-24 32-17,-1-2-1,0 1 1,0 0-1,-1-1 1,1 1 0,-1-1-1,0 0 1,0 1-1,-1-1 1,0 0 0,1-10-1,-2 14 12,1 0 0,-1 0-1,1-1 1,0 1 0,-1 0-1,1 0 1,0 0 0,1 0 0,-1 0-1,0 0 1,1 0 0,1-1 0,8-21 2474,-19 24-2473,0-1 0,0 1 0,0 0 0,0 1 0,0 0 0,0 0 0,0 1 0,0 0 0,0 1 0,1-1 0,-1 1-1,1 1 1,-1-1 0,1 1 0,-13 10 0,-19 18 92,25-20-84,0 0 1,-1-1 0,0-1 0,-1 0 0,-21 9 0,16-8-10,34-11 63,41-15 118,84-77-164,-61 38-28,-76 53 45,1-1 0,0 1 1,0 0-1,0 0 0,0 0 1,0 0-1,0 0 0,1 0 1,-1 1-1,0-1 0,4 0 1,-6 1-39,1 1 0,0-1 1,0 1-1,-1-1 0,1 0 0,0 1 1,-1-1-1,1 1 0,0 0 1,-1-1-1,1 1 0,-1 0 0,1-1 1,-1 1-1,1 0 0,-1-1 1,0 1-1,1 0 0,-1 0 0,0-1 1,1 1-1,-1 0 0,0 0 0,0 0 1,0 0-1,0-1 0,0 1 1,0 0-1,0 0 0,0 0 0,0 0 1,0-1-1,-1 2 0,1 8 154,0-1 0,1 1 0,0-1 0,1 1-1,0-1 1,4 13 0,-4-18-115,0 0 0,0 1-1,0-1 1,0 0 0,1-1-1,0 1 1,0 0 0,0-1-1,0 0 1,0 1 0,1-1-1,0-1 1,-1 1 0,1 0-1,6 2 1,7 2 320,26 13 288,-42-19-617,1-1 0,-1 1 0,1 0 0,-1 0 0,0-1 0,1 1 0,-1 0 0,0 1 0,0-1 0,0 0 0,1 0 0,-1 0 0,0 1 0,-1-1 0,1 0 0,0 1 0,0-1 0,-1 1 0,2 2 0,14 16 1187,-1-5-463,-13-10-105,2 5-2007,-17-4-4059,-5 2-529</inkml:trace>
</inkml:ink>
</file>

<file path=ppt/ink/ink1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5:15.55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340 13 9330,'0'0'10438,"-32"-3"-9727,-101-5-4,128 7-627,0 1 1,0-1 0,0 1-1,1 0 1,-1 1 0,0-1-1,0 1 1,1 0-1,-1 0 1,0 1 0,1-1-1,-1 1 1,1 0-1,-1 0 1,1 1 0,0-1-1,-4 4 1,0 0 78,2-1-56,0 0 0,0 0 0,1 1 0,0-1 0,0 1 0,0 0 0,1 1 0,0-1 0,0 1 0,1 0 0,-1 0 0,2 0 0,-5 14 0,3-2 23,0 0 0,1 0 0,2 1 0,-1 22 0,2-39-135,1 0-1,-1-1 1,0 1 0,1 0 0,-1-1-1,1 1 1,0-1 0,0 1-1,0-1 1,0 1 0,0-1 0,0 0-1,1 0 1,-1 1 0,1-1 0,0 0-1,0 0 1,-1-1 0,1 1-1,0 0 1,1-1 0,-1 1 0,0-1-1,0 1 1,1-1 0,-1 0-1,0 0 1,1 0 0,-1 0 0,1-1-1,4 2 1,8 0-116,1 0 0,0-1 0,0 0 0,19-3-1,-9 2-306,-16 0-22,-1-1 0,1 0 0,0 0 0,-1-1-1,1-1 1,-1 1 0,0-1 0,18-9 0,29-24-5572,-33 13 372</inkml:trace>
</inkml:ink>
</file>

<file path=ppt/ink/ink1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5:16.00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68 0 8754,'0'0'12552,"-8"31"-11393,-27 104-196,26-89-472,1 0 1,3 0 0,2 0 0,5 78 0,0-27-552,-2-97-92,9-1-215,-5-1 363,-1 0 1,1-1-1,-1 1 1,1-1-1,-1 0 0,0 0 1,0 0-1,0 0 0,-1 0 1,4-4-1,-3 2 5,0 1 1,0 1-1,1-1 0,-1 0 1,1 1-1,0 0 0,8-6 1,-11 9 11,19 35 144,17 19-307,-35-53-81,0 0 0,-1 0 0,1 0 0,-1 0 0,1 0 0,0-1 0,0 1 0,0 0 0,-1-1 0,1 1 0,0-1 0,0 0 0,0 0 0,0 0 0,0 0 0,0 0 0,0 0 0,0 0 0,0 0 0,2-1 0,8 0-3128,12 1-3136</inkml:trace>
</inkml:ink>
</file>

<file path=ppt/ink/ink1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5:16.21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13 0 11803,'0'0'13434,"-13"103"-13226,13-94-128,0-2-80,7-7-2168,-1-3-6202,1-13-1816</inkml:trace>
</inkml:ink>
</file>

<file path=ppt/ink/ink1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5:16.44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14 0 12707,'0'0'11770,"-7"0"-11770,1 0-6305</inkml:trace>
</inkml:ink>
</file>

<file path=ppt/ink/ink1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5:16.91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76 1 9618,'0'0'9543,"-12"30"-8312,-35 98-362,43-114-620,0 0 1,1 0 0,1 1 0,0-1 0,1 0 0,0 1 0,4 28-1,-1 2 148,-2-38-361,-1 36 88,2 0 0,1 0 0,3 0 0,13 56 0,-18-99-209,0 1 1,1-1-1,-1 1 1,0 0 0,1-1-1,-1 1 1,0-1-1,1 1 1,-1-1-1,1 1 1,-1-1-1,1 0 1,0 1-1,-1-1 1,1 0 0,-1 1-1,1-1 1,-1 0-1,1 0 1,0 1-1,-1-1 1,1 0-1,0 0 1,-1 0-1,1 0 1,0 0 0,-1 0-1,1 0 1,0 0-1,-1 0 1,1 0-1,0 0 1,-1 0-1,1-1 1,1 1-1,24-12-5968,-2-8-251</inkml:trace>
</inkml:ink>
</file>

<file path=ppt/ink/ink1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5:17.52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162 475 2969,'0'0'16702,"-32"-23"-13328,25 20-3253,0 1 0,0-1 0,-1 1 0,1 0 0,-1 1 0,1 0 0,-1 0 1,0 1-1,1 0 0,-1 0 0,0 0 0,1 1 0,-9 2 0,14-2-122,1 1 1,0-1-1,0 0 1,0 1-1,0-1 0,0 1 1,0-1-1,0 1 0,0-1 1,1 1-1,-1-1 1,1 1-1,-1 0 0,1-1 1,0 1-1,-1 0 1,1 0-1,0 2 0,-1 38-19,1-38 15,-1-1-7,1-1 0,0 0 0,0 1 0,0-1 0,0 0 1,0 1-1,1-1 0,-1 1 0,1-1 0,-1 0 0,1 0 1,0 1-1,0-1 0,0 0 0,0 0 0,0 0 1,1 0-1,-1 0 0,2 2 0,1-3-2,-1 1 1,1-1-1,-1 0 1,1 0-1,0 0 1,0 0-1,0 0 1,-1-1-1,1 0 1,0 0-1,6-1 1,-4 1 11,-1-1 1,1 0-1,-1-1 1,1 0-1,-1 1 0,1-2 1,-1 1-1,0-1 1,0 1-1,0-1 1,0-1-1,0 1 0,-1-1 1,0 0-1,0 0 1,0 0-1,0 0 0,0-1 1,3-5-1,5-8-103,-1 0-1,-1 0 0,0-1 0,6-20 1,1-9 139,-1 0 0,-3-1 0,-2-1 0,-3 0 0,-1 0 0,-1-55 0,-14 122 543,-74 153 1506,74-148-1797,1-1 0,0 1 0,2 1 0,1-1 0,1 1 0,-1 32-1,4-37-123,0 0-1,2 0 0,4 24 0,-4-33-119,1-1-1,0 0 1,0 0 0,1 0-1,0 0 1,0 0-1,1-1 1,9 12-1,-9-12-53,0-1-1,0 0 0,1 0 1,0 0-1,0-1 0,0 0 0,0 0 1,1 0-1,0-1 0,0 0 1,0 0-1,1-1 0,-1 0 1,1 0-1,0-1 0,0 0 0,-1 0 1,2-1-1,-1 0 0,16 0 1,-24-1-77,1 0 0,-1 0 0,1-1 0,-1 1 0,1 0 0,-1-1 0,1 1 0,-1-1 0,1 1 0,-1-1 0,1 1 0,-1-1 0,0 1 0,1-1 0,-1 1 0,0-1 0,1 1 0,-1-1 0,0 1 0,0-1 0,0 0 0,1 1 0,-1-1 0,0 0 0,0 1 0,0-1 0,0 1 0,0-1 0,0 0 1,0 0-1,-1-27-3662,1 22 1454,0-21-7939</inkml:trace>
</inkml:ink>
</file>

<file path=ppt/ink/ink1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5:25.63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436 47 3105,'0'0'8616,"7"-4"-7173,23-16-168,-33 15 5392,-13-2-5274,-15-1-1686,23 7 299,-1 0-1,1 1 0,-1 0 1,1 0-1,0 1 1,-1 0-1,-13 3 1,19-2-8,0-1 0,0 1 0,1 0 0,-1-1 0,0 1 0,1 1 0,-1-1 0,1 0 0,-1 1 0,1-1 0,0 1 0,0-1 0,0 1 0,1 0 0,-1 0 0,1 0 0,-1 0 0,1 0 0,0 0 0,0 1 0,0 3 0,-1-1-6,0 0-1,1-1 0,0 1 1,0 0-1,0 0 1,1 0-1,0 0 1,0 0-1,0 0 0,1 0 1,2 7-1,-2-10 1,0-1-1,1 1 0,-1-1 1,1 1-1,0-1 1,0 0-1,0 0 0,0 0 1,0 0-1,0 0 1,0 0-1,1 0 0,-1-1 1,1 1-1,-1-1 1,1 1-1,0-1 0,-1 0 1,1 0-1,0-1 1,0 1-1,0 0 0,5-1 1,-4 2 16,0-1-1,0-1 1,1 1 0,-1 0 0,0-1 0,0 0 0,0 0 0,0 0-1,0-1 1,1 1 0,-1-1 0,0 0 0,0 0 0,0 0-1,0-1 1,-1 1 0,1-1 0,0 0 0,-1 0 0,1-1 0,-1 1-1,1-1 1,-1 1 0,0-1 0,0 0 0,-1 0 0,1-1 0,0 1-1,-1 0 1,0-1 0,0 1 0,0-1 0,0 0 0,-1 0 0,2-5-1,9-10 114,-9 37-82,-10 57-13,6-63 2,-14 264 92,9-118-35,5-145-61,0 1-1,-1-1 1,-1 0 0,0-1-1,0 1 1,-8 16-1,9-25 19,1 0-1,-1 0 1,0 0 0,-1-1-1,1 1 1,-1 0-1,1-1 1,-1 0 0,0 0-1,0 1 1,-1-2-1,1 1 1,-1 0 0,1-1-1,-1 1 1,0-1-1,0 0 1,0-1-1,0 1 1,0-1 0,0 1-1,-6 0 1,-7-1-1,0-1 0,0-1 0,0 0 0,0-1 0,0-1 0,1-1 0,-1 0 0,1-1 0,0-1 0,0-1 0,1 0 0,0 0 0,0-2 0,0 0 0,1-1 0,1 0 0,0-1 0,0 0 0,1-1 0,-12-16 0,22 26-171,-1 0 0,1 0 0,0-1-1,0 0 1,0 1 0,0-1 0,1 0 0,-1 0-1,1 0 1,0 0 0,-1 0 0,1 0 0,1 0-1,-1 0 1,0-1 0,1 1 0,0 0 0,-1 0-1,1-1 1,1 1 0,-1 0 0,0-1-1,1 1 1,-1 0 0,1 0 0,0 0 0,0 0-1,1 0 1,-1 0 0,1 0 0,-1 0 0,1 0-1,0 0 1,0 1 0,0-1 0,0 1 0,0-1-1,1 1 1,-1 0 0,4-2 0,38-25-4723,6 0-3048</inkml:trace>
</inkml:ink>
</file>

<file path=ppt/ink/ink1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5:26.34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1 207 7786,'0'0'12310,"2"20"-11474,-1-2-658,4 28 606,11 55 0,-21-125-487,1-1 0,0-26-1,3 43-307,0 0-1,1 0 1,0 0-1,1-1 0,0 1 1,0 0-1,1 0 1,0 0-1,0 0 1,1 0-1,0 1 0,0-1 1,7-11-1,-9 18 8,0-1-1,0 1 0,1-1 0,-1 1 1,0 0-1,0 0 0,1-1 0,-1 1 1,1 0-1,-1 0 0,1 1 0,0-1 1,-1 0-1,1 0 0,0 1 0,-1-1 1,1 1-1,0 0 0,0-1 0,0 1 1,-1 0-1,1 0 0,0 0 0,0 0 1,0 0-1,-1 1 0,1-1 0,0 0 1,0 1-1,-1-1 0,4 2 0,35 14 18,-33-13-44,1 1 0,0-1 1,0 0-1,0-1 0,0 0 0,1-1 1,15 2-1,-13-3 19,0-1 0,0 0-1,-1 0 1,1-1 0,-1 0 0,1-1 0,-1-1 0,0 1 0,0-2-1,-1 1 1,1-1 0,-1-1 0,0 1 0,0-2 0,-1 1 0,1-1-1,-2-1 1,9-8 0,-15 14 20,1 1-1,-1-1 1,1 0 0,-1 0-1,1 1 1,-1-1 0,0 0-1,0 0 1,0 0-1,0-1 1,-1 1 0,1 0-1,0 0 1,-1 0 0,0-1-1,1 1 1,-1 0-1,0 0 1,0-1 0,0 1-1,-1 0 1,1 0 0,-1-5-1,-1 5 10,1-1 0,-1 0 0,1 1-1,-1-1 1,0 1 0,0 0 0,0-1-1,0 1 1,0 0 0,0 0 0,-1 1-1,1-1 1,-1 0 0,0 1 0,1-1 0,-5 0-1,2-1 25,1 1-1,-1 0 0,0 0 0,-1 1 0,1 0 1,0 0-1,0 0 0,-1 0 0,1 1 0,-10 0 1,13 1-25,0-1-1,0 1 1,0 0 0,1 0 0,-1 0 0,0 0 0,0 0-1,1 0 1,-1 0 0,1 1 0,-1-1 0,1 1 0,-1-1 0,1 1-1,0-1 1,0 1 0,0 0 0,0 0 0,0-1 0,0 1-1,0 0 1,1 0 0,-1 0 0,1 0 0,-1 0 0,1 0-1,0 0 1,-1 0 0,1 0 0,1 2 0,-4 15 91,2-1 0,0 0 0,2 1 0,0-1-1,4 23 1,-4-37-146,0 0 0,0 1-1,0-1 1,1 0 0,0 0-1,-1 0 1,2 0 0,-1 0-1,0 0 1,1-1 0,0 1-1,0-1 1,0 1 0,0-1-1,0 0 1,1-1 0,-1 1-1,1 0 1,0-1-1,-1 0 1,1 0 0,1 0-1,-1 0 1,0-1 0,0 1-1,0-1 1,6 1 0,2 0-705,0-1 0,0 1 0,-1-2 0,1 1 0,0-2 0,0 0 0,0 0 0,-1-1 0,1 0 0,0-1 0,-1 0 0,14-7 0,20-15-5074</inkml:trace>
</inkml:ink>
</file>

<file path=ppt/ink/ink1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5:26.71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159 0 1112,'0'0'18251,"-15"6"-17216,0-1-720,10-4-223,0 0 0,1 0-1,-1 1 1,0 0 0,1 0 0,0 0-1,-1 1 1,1-1 0,0 1 0,0 0-1,0 0 1,1 1 0,-1-1 0,1 1-1,0-1 1,-5 8 0,5-7 48,-6 10 377,-1 1 1,-12 29-1,20-39-499,0 0 0,0-1 0,1 1 0,0 0 0,0 1 0,0-1 0,1 0 0,0 0 0,0 0 0,0 0 0,0 0 0,1 0 0,0 0 0,2 7 0,-2-10-31,0-1 0,0 0 0,0 0 0,0 0 0,0 0 0,1-1 0,-1 1 1,0 0-1,1 0 0,-1-1 0,0 1 0,1-1 0,-1 1 0,0-1 0,1 1 1,-1-1-1,1 0 0,-1 0 0,1 0 0,-1 0 0,3 0 0,37-3-57,-37 1 78,-1 0 0,1 1 0,0-1 0,-1 0 0,1-1 0,-1 1 0,0-1-1,0 1 1,0-1 0,0 0 0,0 0 0,3-4 0,-3 3 2,0 0 1,1 0-1,0 0 1,0 1-1,0 0 1,8-6-1,-11 9 268,0 10-257,2-1-234,0-1-1,1 0 1,0 0 0,0-1-1,1 1 1,-1-1 0,2 0-1,-1 0 1,1-1 0,0 0 0,0 0-1,1 0 1,0 0 0,0-1-1,15 8 1,13 0-3649,-3-6-1296</inkml:trace>
</inkml:ink>
</file>

<file path=ppt/ink/ink1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5:26.97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52 1 12019,'0'0'11378,"-51"199"-10538,51-151 16,0-3 153,0-4-633,12-9-248,-5-3-128,6-10 0,0-6-128,-7-3-376,0-10-1401</inkml:trace>
</inkml:ink>
</file>

<file path=ppt/ink/ink1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5:27.18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32 12379,'0'0'11714,"199"0"-11530,-160 0-184,-7-3-128,-6 0-984,-1-7-1465,-6 0-2656,1 4-4289</inkml:trace>
</inkml:ink>
</file>

<file path=ppt/ink/ink1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5:27.58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98 7210,'0'0'12616,"22"3"-11691,-20-2-902,48 7 715,81 2 0,-130-10-731,-1-1 1,1 1-1,0-1 0,-1 0 0,1 1 0,0-1 1,-1 0-1,1 1 0,-1-1 0,1 0 0,-1 0 1,1 0-1,-1 1 0,0-1 0,1 0 1,-1 0-1,0 0 0,0 0 0,0 0 0,0 0 1,0 1-1,0-1 0,0 0 0,0 0 1,0 0-1,0 0 0,0 0 0,0 0 0,0 0 1,-1 1-1,1-1 0,0 0 0,-1 0 1,0-1-1,-12-33 1,8 29-32,0 0 0,-1 0 0,0 1 0,0 0-1,0 0 1,-1 0 0,-8-4 0,13 8 35,0 0 1,0 0-1,1 0 1,-1 0-1,0 0 1,0 1-1,0-1 1,0 1-1,0-1 1,0 1-1,0 0 0,0 0 1,0-1-1,0 2 1,0-1-1,0 0 1,0 0-1,0 1 1,0-1-1,0 1 1,0-1-1,0 1 0,0 0 1,1 0-1,-1 0 1,0 0-1,0 0 1,1 0-1,-1 0 1,1 1-1,-1-1 1,1 1-1,-2 2 1,-4 7 130,1 1 1,1 0 0,0 0 0,1 1-1,0-1 1,0 1 0,2 0 0,0 0 0,0 0-1,1 0 1,1 1 0,0-1 0,3 21 0,-3-31-145,1-1 0,-1 1 0,1-1 0,0 0 1,0 1-1,0-1 0,0 0 0,0 0 0,0 0 0,0 0 1,1 0-1,-1 0 0,1 0 0,0 0 0,-1-1 0,1 1 1,0-1-1,0 1 0,2 1 0,2 0-46,-1-1 0,0 1 0,1-1 0,0 0 0,-1-1 0,1 1 0,9 0 0,4-1-664,-1 0 1,0-1-1,35-5 0,6-12-4029,-6-8-2923</inkml:trace>
</inkml:ink>
</file>

<file path=ppt/ink/ink1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5:27.94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17 148 9250,'0'0'14018,"2"16"-13261,-1 9-511,-1-15-139,1 0 0,0 0-1,0 0 1,1 0 0,1 0 0,4 13 0,-7-23-97,-1-1 0,1 1 0,0 0 0,0 0 0,-1 0 0,1 0 0,0 0 0,0 0 0,-1 0 0,1 0 0,0 0 0,0 0 0,-1 0 0,1 0 0,0 0 0,0 0 1,0 0-1,-1 1 0,1-1 0,0 0 0,0 0 0,-1 0 0,1 0 0,0 0 0,0 0 0,0 1 0,0-1 0,-1 0 0,1 0 0,0 0 0,0 1 0,0-1 0,0 0 0,0 0 0,-1 0 0,1 1 1,0-1-1,0 0 0,0 0 0,0 0 0,0 1 0,0-1 0,0 0 0,0 0 0,0 1 0,0-1 0,0 0 0,0 0 0,0 1 0,0-1 0,0 0 0,-16-16 38,14 11-55,0-1 0,0 0-1,1 1 1,0-1-1,0 0 1,0 0 0,1 1-1,-1-1 1,1 0-1,1 0 1,-1 0-1,1 0 1,0 1 0,0-1-1,1 0 1,0 1-1,0-1 1,0 1-1,1 0 1,-1-1 0,1 1-1,1 0 1,-1 1-1,1-1 1,-1 1-1,1-1 1,1 1 0,-1 0-1,5-3 1,12-8-50,1 1 0,0 2 0,0 0 0,2 1 0,-1 1 0,1 1 0,33-7 0,-55 15-1360</inkml:trace>
</inkml:ink>
</file>

<file path=ppt/ink/ink1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5:36.19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39 0 7498,'0'0'11222,"-17"6"-9303,15-3-1806,1-1 0,-1 1-1,1 0 1,-1 0 0,1 0 0,0 0 0,0 0-1,1 0 1,-1 0 0,0 0 0,1 0 0,0 5-1,-2 45 1001,2-45-975,-3 44 924,1-27-1974,1 0-5122,1-41 172</inkml:trace>
</inkml:ink>
</file>

<file path=ppt/ink/ink1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5:36.40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10906,'0'0'12483,"0"7"-13139,0 15-1585,0 1-3672,13-4-5745</inkml:trace>
</inkml:ink>
</file>

<file path=ppt/ink/ink1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5:36.96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247 596 9914,'0'0'12599,"-14"-4"-11758,-45-13-143,55 16-663,0 0 1,0 1 0,0 0-1,-1 0 1,1 0-1,0 0 1,0 0 0,-1 1-1,1 0 1,0 0-1,0 0 1,0 1 0,0-1-1,0 1 1,0 0-1,-6 4 1,-1 2-50,0 0 0,1 1 0,-13 14 0,16-17 44,3-1-31,0 0 1,0 0 0,1 0 0,-1 1 0,1-1-1,-4 10 1,6-13-20,0 1-1,0 0 1,0 0 0,0-1-1,0 1 1,1 0-1,0 0 1,-1 0 0,1 0-1,0 0 1,0 0-1,0 0 1,1 0 0,-1-1-1,1 1 1,1 6 0,0-8-3,-1 0 1,0 0 0,1 0 0,-1 0 0,1-1 0,-1 1 0,1 0 0,0-1 0,-1 1 0,1-1 0,-1 1 0,1-1 0,0 0 0,-1 0 0,1 1 0,0-1 0,0 0 0,-1-1 0,1 1 0,0 0 0,-1 0 0,3-2 0,1 2 7,0-1-1,-1 0 1,1 0 0,-1-1-1,1 1 1,-1-1-1,9-5 1,8-13-173,-1-2-1,-1 0 1,0-1-1,-2-1 1,21-37-1,-19 31-110,18-31-20,-3-2 0,-2-2-1,-3 0 1,-3-2-1,19-79 1,-35 99 456,-9 30 649,-1 16-749,0 1-1,0 0 1,0 0 0,-1 0 0,1 0 0,0 0 0,0 0-1,0-1 1,0 1 0,0 0 0,0 0 0,0 0 0,-1 0-1,1 0 1,0 0 0,0 0 0,0 0 0,0 0 0,0 0-1,-1 0 1,1 0 0,0 0 0,0 0 0,0 0 0,0-1-1,-1 1 1,1 1 0,0-1 0,0 0 0,0 0 0,0 0-1,0 0 1,-1 0 0,1 0 0,0 0 0,0 0 0,0 0-1,0 0 1,0 0 0,-1 0 0,1 0 0,0 0 0,0 1-1,0-1 1,0 0 0,0 0 0,0 0 0,0 0 0,-1 0-1,1 0 1,0 1 0,0-1 0,0 0 0,0 0 0,0 0-1,0 0 1,0 0 0,0 1 0,0-1 0,0 0 0,0 0-1,0 0 1,0 0 0,0 0 0,0 1 0,0-1 0,0 0-1,-27 39 172,2 1-1,1 2 0,3 0 1,1 1-1,2 1 0,2 0 1,2 2-1,2 0 0,2 0 1,2 1-1,2 0 0,0 55 1,6-102-242,0 1 1,0-1-1,0 1 1,0 0-1,0-1 1,1 0-1,-1 1 0,0-1 1,0 1-1,1-1 1,-1 1-1,0-1 1,0 1-1,1-1 1,-1 0-1,1 1 1,-1-1-1,0 0 1,1 1-1,-1-1 1,1 0-1,-1 1 1,1-1-1,-1 0 1,1 0-1,-1 0 1,1 1-1,-1-1 0,1 0 1,-1 0-1,2 0 1,25 0-1837,25-12-2386,-3-12-1123,-3-4-3816</inkml:trace>
</inkml:ink>
</file>

<file path=ppt/ink/ink1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5:37.75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0 109 6833,'0'0'11762,"19"5"-11022,19 2-242,1-1 0,57 2-1,-95-8-479,0 0 0,0 0 0,0 0 0,0-1 0,0 1-1,0 0 1,0-1 0,0 1 0,0-1 0,0 1 0,0-1-1,0 1 1,-1-1 0,1 0 0,0 1 0,0-1 0,0 0-1,-1 1 1,1-1 0,0 0 0,-1 0 0,1 0 0,-1 0 0,1 0-1,-1 0 1,1 0 0,-1 0 0,0 0 0,1 0 0,-1 0-1,0 0 1,0 0 0,0 0 0,0 0 0,0 0 0,0 0-1,0 0 1,0 0 0,0 0 0,-1 0 0,1 0 0,0-1-1,-1 0 1,0-1 22,0-1 0,1 0 0,-2 1 0,1-1-1,0 0 1,-1 1 0,0-1 0,0 1 0,0 0 0,0 0 0,-3-4-1,-1 1-37,0 1 0,-1 0 1,1 0-1,-1 1 0,0-1 0,0 1 0,0 1 0,0 0 0,-1 0 0,0 0 0,1 1 0,-1 0 0,0 0 0,0 1 0,0 0 0,-10 0 0,16 1 1,1 1-1,-1-1 1,0 0-1,0 1 1,1-1 0,-1 1-1,1 0 1,-1-1-1,0 1 1,1 0-1,-1 0 1,1 0 0,0 0-1,-1 0 1,1 0-1,0 1 1,0-1-1,-1 0 1,1 1 0,0-1-1,0 1 1,1-1-1,-1 1 1,0-1-1,0 1 1,1 0 0,-1-1-1,1 1 1,-1 0-1,1-1 1,0 5-1,-2 6 57,1 2 0,0-1-1,2 17 1,-1-13 21,0-8-20,1-1-1,0 1 1,0-1 0,0 1-1,1-1 1,0 0-1,1 0 1,0 1-1,0-2 1,9 16-1,-10-19-62,1 0-1,0-1 1,0 1-1,0-1 1,1 1-1,-1-1 1,1 0 0,0 0-1,0-1 1,0 1-1,0-1 1,0 0-1,0 0 1,1 0-1,-1-1 1,1 1 0,-1-1-1,1 0 1,-1 0-1,1-1 1,8 1-1,-4-1-21,0-1-1,0 1 1,0-1-1,0-1 0,0 0 1,-1 0-1,1-1 1,-1 0-1,1 0 1,-1-1-1,0 0 1,-1 0-1,1-1 0,-1 0 1,1-1-1,-2 1 1,13-13-1,-1 0-124,0 0 1,29-41-1,-47 61 345,0 1 0,0 0 0,0-1 0,0 1 1,0 0-1,0 0 0,1-1 0,0 1 0,-1 0 0,1-1 1,0 1-1,0-1 0,0 1 0,1-1 0,2 5 0,-1-1-210,1 0-1,0 0 0,0 0 1,0-1-1,1 1 0,5 5 0,-6-10 35,-1 0 0,1 0-1,-1-1 1,1 1-1,0-1 1,0 0 0,-1 1-1,1-2 1,0 1-1,-1 0 1,1-1 0,0 0-1,-1 1 1,1-2-1,-1 1 1,1 0 0,4-3-1,-3 3 22,1 0 0,0 0 0,0 1 0,0 0 0,0 0 0,0 0 0,0 1 0,0 0 1,0 0-1,0 0 0,-1 1 0,1 0 0,9 4 0,-3-2-15,50 9-2180,-57-13 1151,0 0 0,-1 0-1,1-1 1,0 1 0,-1-1 0,1 0 0,4-1 0,16-12-7764</inkml:trace>
</inkml:ink>
</file>

<file path=ppt/ink/ink1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5:38.00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97 0 4849,'0'0'18129,"-11"35"-16367,-31 113-446,37-129-1035,1 0 0,1 1-1,1-1 1,1 0 0,0 1-1,4 26 1,-1 6 187,1-9-1,0-5-3800,-8-38-2144,-13 0 944,3 0-4759</inkml:trace>
</inkml:ink>
</file>

<file path=ppt/ink/ink1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5:38.31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10 10474,'0'0'9473,"28"-2"-7863,201-6 42,-152 8-1125,-79 18-19,-11 16 271,8-24-663,1 0 0,1 0 0,0 0 0,0 1 0,1-1 0,0 1 0,0 12 0,2-22-468,-5-9-9280,4-6 1579</inkml:trace>
</inkml:ink>
</file>

<file path=ppt/ink/ink1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5:38.48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7 12243,'0'0'10362,"20"-6"-16147,5 6-1953</inkml:trace>
</inkml:ink>
</file>

<file path=ppt/ink/ink1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5:38.85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822 187 7242,'0'0'5091,"-31"-25"-2716,-101-77-33,120 93-1968,1 1-1,-1 1 1,0 0 0,0 0-1,-22-7 1,24 12-152,1 0 0,-1 0 0,0 1 0,1 1 0,-14 0-1,10 0-98,4 1-62,-1 0 1,1 1-1,0 0 1,0 0-1,0 1 1,0 1 0,0-1-1,1 2 1,-1-1-1,1 1 1,0 0-1,0 0 1,1 1-1,0 0 1,0 1-1,0 0 1,-8 11-1,-9 12 215,1 1 0,-35 67 0,22-26-46,3 0 1,3 2-1,3 2 1,4 0 0,3 2-1,4 0 1,-11 124-1,26-124-171,1-66-3294,-1-33-406,-4-1-1472</inkml:trace>
</inkml:ink>
</file>

<file path=ppt/ink/ink1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5:39.05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0 11090,'0'0'12299,"25"64"-12243,-12-57-56,-6-7-96,-1 0-328,20 0-1537,-7 0-3120,7 0-2104</inkml:trace>
</inkml:ink>
</file>

<file path=ppt/ink/ink1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5:39.29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23 1 8890,'0'0'14294,"-4"12"-13880,-13 38-175,16-49-235,1-1 0,0 1 0,0-1 0,0 1-1,0-1 1,-1 1 0,1-1 0,0 1 0,0-1 0,0 1 0,0-1-1,0 1 1,1 0 0,-1-1 0,0 1 0,0-1 0,0 1 0,0-1-1,1 1 1,-1-1 0,0 1 0,0-1 0,1 1 0,-1-1 0,0 1-1,1-1 1,-1 0 0,1 1 0,-1-1 0,0 0 0,1 1 0,-1-1-1,1 0 1,-1 1 0,1-1 0,-1 0 0,1 0 0,-1 0 0,1 1-1,0-1 1,24 3-1153,-18-3-654,17 0-4393,-17 0 1087</inkml:trace>
</inkml:ink>
</file>

<file path=ppt/ink/ink1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5:39.56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309 1 6857,'166'2'5600,"-142"-2"5304,-47 4-8990,7 14-1731,0 0 1,2 1 0,0 1-1,1 0 1,1 1 0,-13 31-1,0-3-119,-6 10-191,-79 142-34,26-70-3091,34-57-1158,13-20-1936,9-13-5070</inkml:trace>
</inkml:ink>
</file>

<file path=ppt/ink/ink1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5:39.85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334 1 11138,'0'0'11603,"-70"173"-10499,50-93-184,-5 10-128,-1 0-359,0-7-265,1-6-88,-1-16-80,0-9-577,-6-14-2071,0-16-2961,7-12-4105</inkml:trace>
</inkml:ink>
</file>

<file path=ppt/ink/ink1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5:40.41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1 407 11330,'0'0'4601,"27"-4"-938,188-34-85,-153 24-3000,121-43 1,-153 44-624,-1-1-1,0-1 0,-1-1 0,45-35 1,-62 41-25,0 0 0,0 0 1,-1-1-1,0 0 1,-1 0-1,0-1 0,-1-1 1,-1 1-1,0-1 0,0-1 1,-1 1-1,6-24 1,-12 37 73,0 0 0,0 0 0,1 0 0,-1-1 0,0 1 0,0 0 0,0 0-1,0 0 1,0-1 0,0 1 0,0 0 0,0 0 0,0-1 0,0 1 0,0 0 0,0 0 0,0 0 0,0-1 0,0 1 0,0 0 0,0 0 0,0 0 0,-1-1 0,1 1 0,0 0 0,0 0 0,0 0 0,0 0 0,0-1 0,0 1 0,-1 0 0,1 0 0,0 0 0,0 0 0,0 0 0,0-1 0,-1 1 0,1 0 0,0 0 0,0 0 0,0 0 0,-1 0 0,1 0 0,0 0 0,0 0 0,0 0 0,-1 0 0,1 0 0,0 0 0,0 0 0,-17 5 61,-14 15 24,5 4 7,2 0 0,1 2 1,1 1-1,1 0 0,1 2 0,2 0 0,1 1 0,-23 57 1,25-47-19,2 1 1,1 0 0,3 1 0,1 0 0,2 0 0,0 75 0,6-100-15,0-16-108,8-4 50,1 0 1,-1 0-1,1-1 1,-1 0 0,0 0-1,0-1 1,-1 0-1,1-1 1,-1 0-1,7-8 1,0 4-9,-10 6-95,25-14 1128,-27 18-1137,-1-1 1,0 1-1,1 0 0,-1 0 1,1 0-1,-1 0 1,0 1-1,1-1 1,-1 0-1,0 1 0,1-1 1,-1 0-1,0 1 1,1 0-1,-1-1 1,0 1-1,0 0 0,0 0 1,1-1-1,-1 1 1,0 0-1,0 0 1,1 2-1,16 6-6955,-10-8 1663</inkml:trace>
</inkml:ink>
</file>

<file path=ppt/ink/ink1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5:40.76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39 17 9218,'0'0'11197,"18"0"-10864,79 0 468,-97-2-531,0 1-244,0 1 0,1-1 1,-1 1-1,0 0 0,0-1 0,0 1 1,0-1-1,0 1 0,0 0 0,0-1 0,0 1 1,0-1-1,0 1 0,0-1 0,0 1 1,-1 0-1,1-1 0,0 1 0,0-1 0,0 1 1,0 0-1,-1-1 0,1 1 0,0 0 1,0-1-1,-1 1 0,1 0 0,0-1 1,-1 1-1,1 0 0,0 0 0,-1-1 0,1 1 1,0 0-1,-1 0 0,1 0 0,-1 0 1,1-1-1,0 1 0,-1 0 0,-11 0 164,0 0 0,1 1 0,-1 0 0,1 1 0,-1 0 0,-14 6 0,23-7-142,0 0 0,0 0 0,0 1 0,0-1 0,0 1 0,1 0 0,-1 0 0,1 0 0,-1 0 0,1 0 0,0 1 0,0-1 0,0 1 0,0-1 0,0 1 0,0 0 0,1-1 0,0 1 0,-1 0 0,1 0 0,0 0 0,0 1 0,1-1 0,-1 0 0,1 0 0,-1 0 0,1 6 0,0-6-72,0 1 1,0-1-1,1 0 0,-1 0 1,1 0-1,-1 0 0,1 0 1,0 0-1,0 0 0,0 0 1,1 0-1,-1-1 1,1 1-1,0 0 0,-1-1 1,1 1-1,0-1 0,0 0 1,1 1-1,-1-1 0,4 2 1,4 2-999,0-1 0,0 0 1,0 0-1,22 5 0,-31-10 861,56 15-9375</inkml:trace>
</inkml:ink>
</file>

<file path=ppt/ink/ink1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5:48.83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648 25 7450,'0'0'10753,"-2"-3"-9301,-1 0-1290,0 1-1,0 0 1,0 0-1,0 0 1,0 0 0,-1 1-1,1-1 1,-1 1 0,1 0-1,-1 0 1,1 0 0,-1 0-1,1 1 1,-1 0 0,0-1-1,1 1 1,-1 1-1,0-1 1,1 0 0,-1 1-1,0 0 1,-3 1 0,-9 1-183,1 1 1,0 0-1,0 1 1,-19 9-1,31-13 8,-1 0 0,1 1-1,0-1 1,0 1-1,-1 0 1,1 0 0,0 0-1,1 1 1,-1-1 0,0 1-1,1-1 1,-1 1-1,1 0 1,0 0 0,0 0-1,0 0 1,0 1 0,0-1-1,1 0 1,0 1-1,0-1 1,-1 1 0,2-1-1,-1 1 1,0 0-1,1-1 1,0 1 0,0 0-1,0-1 1,1 5 0,-1-7-5,0 0 1,0 0 0,0 0 0,0 0 0,0 0 0,1 0 0,-1-1 0,0 1 0,1 0 0,-1 0 0,0 0 0,1 0-1,-1-1 1,1 1 0,0 0 0,-1 0 0,1-1 0,0 1 0,-1 0 0,1-1 0,0 1 0,-1-1 0,1 1-1,0-1 1,0 1 0,1 0 0,31 3-133,-27-4 150,0 0 0,0-1 0,0 0 1,0 0-1,-1 0 0,1-1 0,0 0 0,9-5 0,-5 0 1,-7 6 0,0-1 0,1 0 0,-1 0 1,0-1-1,0 1 0,0-1 0,0 1 0,-1-1 0,1 0 0,-1 0 1,0 0-1,1 0 0,1-5 0,-4 7-6,0 6-57,17 414 145,-13-334-30,-8 106-1,2-180-32,0 1-1,0-1 0,-1 0 0,-1 0 1,0 0-1,-1-1 0,0 1 0,0-1 1,-1 0-1,-1-1 0,1 1 0,-1-1 0,-1-1 1,0 1-1,0-1 0,-1 0 0,0-1 1,0 0-1,-12 6 0,14-8 4,-1-1 0,1 0 0,-1 0 0,-1-1 0,1 0 0,0 0 1,-1-1-1,1 0 0,-1 0 0,0-1 0,1-1 0,-1 1 0,0-1 0,0-1 0,1 1 0,-1-2 0,0 1 0,1-1 0,-1 0 0,1-1 0,0 0 0,-1 0 0,2-1 1,-1 0-1,-12-9 0,-2-4-3,0-1 1,1-1 0,1-1-1,1-1 1,1-1 0,-27-42-1,37 50-33,-1-1 0,2 0-1,0 0 1,0-1-1,2 0 1,0 0 0,1 0-1,0-1 1,1 1-1,1-1 1,1 0 0,1-28-1,1 41-58,0 1 0,-1-1 1,2 0-1,-1 1 0,0-1 0,1 1 0,0 0 0,0-1 0,0 1 0,0 0 0,0 0 0,0 0 0,1 0 0,0 1 0,-1-1 0,1 1 0,0-1 0,0 1 1,0 0-1,7-3 0,5-2-699,0 1 1,1 0-1,21-5 1,-25 7 132,53-13-4221,-7 1-2021</inkml:trace>
</inkml:ink>
</file>

<file path=ppt/ink/ink1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5:49.45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2 148 8210,'0'0'11813,"0"9"-11077,0-1-558,-1-3-29,1 0-1,-1 0 1,2 1 0,-1-1 0,0 0 0,1 1 0,0-1 0,3 9 0,-4-29 87,-1 1 0,2-1 0,0 1 1,1-1-1,4-16 0,0-13-406,0-19-164,32 70 68,-12 3 293,1-1 1,0-2-1,1-1 0,-1 0 1,1-3-1,0 0 1,0-1-1,0-2 1,46-6-1,-71 6 20,0 0-1,0 0 0,-1-1 1,1 0-1,0 1 1,0-1-1,0 0 0,-1 0 1,1-1-1,-1 1 0,1 0 1,-1-1-1,1 0 1,-1 1-1,0-1 0,0 0 1,0 0-1,0 0 0,0-1 1,0 1-1,0 0 1,-1-1-1,1 1 0,-1-1 1,0 0-1,0 1 0,0-1 1,0 0-1,0 0 1,0-2-1,-27 5 791,23 0-835,-3-1 3,-1 1 0,0 0 0,0 1 0,1 0 0,-1 0 0,0 0 0,-6 3 0,11-3-4,-1 0 0,1 1 0,0-1 0,0 1 0,0 0-1,0 0 1,0 0 0,0 0 0,1 0 0,-1 0 0,1 0 0,-1 0-1,1 1 1,0-1 0,0 1 0,0-1 0,0 1 0,0-1 0,0 1 0,0 4-1,-3 12-50,1 0-1,-1 30 0,4-44 19,0 1-1,0-1 1,0 1-1,0-1 1,1 1-1,0-1 0,0 0 1,0 1-1,1-1 1,0 0-1,0 0 0,0 0 1,5 7-1,-5-10-95,0-1 0,0 1 0,0 0 0,1-1 0,-1 0 0,1 1 0,-1-1 0,1 0 0,0 0 0,-1-1 0,1 1 0,0 0 0,0-1 0,-1 1 0,5-1 0,46-2-2640,-35 0 1142,32-3-3446</inkml:trace>
</inkml:ink>
</file>

<file path=ppt/ink/ink1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5:49.85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305 0 11018,'0'0'6704,"-32"1"-4867,-103 6-448,127-7-1190,0 1 0,0 0 0,0 0 0,0 1 0,1 0 0,-1 0 0,0 1 0,1 0 0,0 1 0,-1-1 0,-6 6 0,-1 0 233,13-7-421,0 0 1,0 0-1,0-1 1,0 1-1,1 1 1,-1-1-1,1 0 1,-1 0-1,1 0 1,0 1 0,0-1-1,0 1 1,0-1-1,0 1 1,1-1-1,-1 1 1,1 0-1,0-1 1,0 1-1,0-1 1,0 1-1,0 0 1,0-1-1,1 1 1,-1-1-1,1 1 1,0 0 0,0-1-1,0 0 1,0 1-1,0-1 1,0 1-1,1-1 1,-1 0-1,1 0 1,-1 0-1,1 0 1,0 0-1,0 0 1,0-1-1,0 1 1,0 0-1,0-1 1,4 2 0,4 1-46,0-1-1,0-1 1,0 0 0,0 0 0,0-1 0,1 0 0,-1-1 0,12-1 0,3 1 3,-11 29 64,-11-22-222,0 0-1,1 0 1,0 0 0,0-1-1,1 1 1,0-1-1,0 0 1,0-1-1,1 1 1,7 5-1,-9-9-782,0 1 0,0-1-1,1 1 1,-1-1 0,1-1 0,-1 1 0,1-1-1,0 1 1,0-1 0,8 0 0,13 0-8976</inkml:trace>
</inkml:ink>
</file>

<file path=ppt/ink/ink1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5:50.12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206 1 13003,'0'0'7064,"-19"27"-4888,-61 95-635,71-106-1289,1 0-1,0 0 1,1 1 0,1 0 0,1 1 0,0-1 0,2 1-1,0 0 1,0 0 0,1 30 0,1-17-76,1 28-3,2-47-310,-2 0 0,0 0-1,0 0 1,-1 1-1,0-2 1,-1 1 0,-5 15-1,7-26-70,-1-1 0,1 1 0,-1-1 0,1 1-1,-1-1 1,1 0 0,-1 1 0,0-1 0,1 0 0,-1 1 0,0-1-1,1 0 1,-1 1 0,0-1 0,1 0 0,-1 0 0,0 0-1,1 0 1,-1 0 0,0 0 0,0 0 0,1 0 0,-1 0 0,-1 0-1,-6-2-5823,-4-4-2623</inkml:trace>
</inkml:ink>
</file>

<file path=ppt/ink/ink1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5:50.46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0 107 408,'0'0'19142,"31"0"-17445,218 0 169,-248 0-1857,0 0 0,0 0 1,0 0-1,0 0 0,0 0 0,0 0 1,0 0-1,0 0 0,0 0 0,-1-1 1,1 1-1,0 0 0,0 0 0,0-1 0,0 1 1,-1-1-1,1 1 0,0-1 0,0 1 1,-1-1-1,1 1 0,0-1 0,-1 0 1,1 1-1,-1-1 0,1 0 0,0 0 1,-1 1-1,0-1 0,1 0 0,-1 0 0,0 0 1,1 0-1,-1 0 0,0 1 0,0-1 1,0 0-1,1 0 0,-1 0 0,0 0 1,0 0-1,0 0 0,-1 0 0,1 0 1,0 1-1,0-1 0,0 0 0,-1 0 1,1 0-1,0 0 0,-1 0 0,1 1 0,-1-1 1,0-1-1,-1-2 14,0 0 0,0 0-1,-1 0 1,1 0 0,-1 0 0,0 0 0,0 1-1,0-1 1,-6-4 0,8 8-2,-5-4 100,0 0 1,0 0-1,0 1 0,0 0 0,0 0 1,0 1-1,-1 0 0,-6-2 0,13 24 155,0-9-260,0-1-1,1 0 1,0 0-1,1 0 1,0 0-1,1 0 1,0 0-1,7 14 1,-7-18-129,0 0 1,0-1-1,1 0 1,0 0-1,0 0 1,0 0-1,1-1 0,-1 0 1,1 0-1,0 0 1,0 0-1,0-1 0,1 0 1,-1 0-1,10 4 1,-9-5-898,0-1 0,0 1 0,0-1 0,0-1 0,1 1 0,7-1 0,6 0-5022</inkml:trace>
</inkml:ink>
</file>

<file path=ppt/ink/ink1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5:50.72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0 158 6785,'0'0'15289,"12"6"-14623,35 18-116,-47-24-452,1 0-1,-1 0 0,1 0 1,-1 0-1,0 0 0,1 0 1,-1-1-1,0 1 0,1 0 0,-1 0 1,0 0-1,1 0 0,-1-1 1,0 1-1,1 0 0,-1 0 1,0-1-1,0 1 0,1 0 1,-1-1-1,0 1 0,0 0 1,0-1-1,0 1 0,1 0 1,-1-1-1,0 1 0,0 0 1,0-1-1,0 1 0,0 0 0,0-1 1,0 1-1,0-1 0,0 1 1,0 0-1,0-1 0,5-30 288,7-18-695,-9 43 49,0 1-1,1 0 1,0 1-1,0-1 1,1 0-1,-1 1 1,1 0-1,0 0 1,0 1-1,8-5 1,56-18-7545,-60 23 6516,37-12-10096</inkml:trace>
</inkml:ink>
</file>

<file path=ppt/ink/ink1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5:51.12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251 4 9514,'0'0'13271,"-5"0"-12359,-23 3 1921,10-6-2639,14 2-194,0 0 1,0 0-1,0 1 0,0 0 1,0-1-1,0 1 1,-1 0-1,1 1 1,0-1-1,-7 3 0,0 2 7,0 0 1,0 1-1,0 0 0,0 1 0,1 0 0,0 1 0,-12 12 0,17-15-11,1-1 0,-1 1 0,1 0 0,0 1 0,0-1-1,1 1 1,-1-1 0,1 1 0,1 0 0,-1 0 0,1 1 0,0-1-1,0 0 1,1 1 0,-1 9 0,1-11-15,1-1-1,0 1 1,0-1 0,1 1-1,-1-1 1,1 1 0,0-1-1,0 0 1,1 0 0,-1 1-1,1-1 1,4 6 0,-4-7 3,1 0 1,0-1 0,0 0 0,0 1-1,0-1 1,1 0 0,-1-1-1,0 1 1,1-1 0,0 1-1,-1-1 1,1 0 0,0 0 0,-1-1-1,8 1 1,82 8-803,-84-9 525,-1 0-1,1-1 1,-1 0-1,1 0 1,-1-1-1,1 0 1,-1 0-1,0-1 1,14-6-1,0-6-1516,-1-2-1,-1 0 1,22-24 0,-2-6-4785</inkml:trace>
</inkml:ink>
</file>

<file path=ppt/ink/ink1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5:51.53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302 1 14931,'0'0'7797,"-29"38"-5444,-97 131-882,112-147-1145,0 1-1,1 0 1,2 1 0,-16 47-1,13-35 6,1 4-159,2 1-1,2 0 0,1 0 0,2 1 0,2 0 0,2 54 0,2-95-176,1 0-1,-1 0 1,1 0-1,-1 0 1,1 0-1,0 0 1,-1 0-1,1-1 1,0 1-1,0 0 1,0 0-1,-1-1 1,1 1-1,0-1 1,0 1-1,0-1 1,0 1-1,0-1 1,0 1-1,0-1 1,0 0-1,0 0 1,0 1-1,1-1 1,-1 0-1,0 0 1,0 0-1,0 0 1,0 0-1,0 0 1,1-1-1,41-1-177,-28-2 30,-1-1-1,1 0 1,-1-1-1,1 0 1,-2-1-1,1 0 1,-1-2-1,0 1 1,-1-2-1,20-17 1,-32 27 192,1 0-1,-1 0 1,1 0-1,-1 0 1,1 0 0,-1 0-1,1 0 1,-1 0-1,1 0 1,-1 0 0,1 0-1,-1 0 1,1 1 0,-1-1-1,0 0 1,1 0-1,-1 1 1,1-1 0,-1 0-1,1 1 1,-1-1 0,0 0-1,1 1 1,-1-1-1,0 0 1,1 1 0,-1-1-1,0 1 1,0-1 0,1 1-1,-1 0 1,17 24-31,-6-8 43,-8-15-202,0 1 1,0-1-1,0 1 1,1-1-1,-1 0 0,1 0 1,-1 0-1,1-1 1,-1 1-1,1-1 1,0 0-1,0 0 0,0 0 1,0-1-1,0 0 1,-1 1-1,8-1 0,0-1-1686,0 0-1,0 0 1,1-1-1,-2-1 0,13-3 1,20-9-7439</inkml:trace>
</inkml:ink>
</file>

<file path=ppt/ink/ink1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5:51.71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39 1 9578,'0'0'17964,"-32"83"-17628,25-76-224,7-27-4321,0-12-1328,0-3-1185</inkml:trace>
</inkml:ink>
</file>

<file path=ppt/ink/ink1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5:51.90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52 0 11899,'0'0'13194,"-39"39"-13194,33-27-112,-1 1-712,7-9-1960,13-4-10875</inkml:trace>
</inkml:ink>
</file>

<file path=ppt/ink/ink1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5:52.18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173 0 7906,'0'0'13752,"-18"36"-11776,-57 115-350,66-131-1209,1 0-1,0 1 1,2 0 0,0 1-1,-5 39 1,6-24-227,-7 38-888,-3 125 1,30-219-12939,9 0 2341</inkml:trace>
</inkml:ink>
</file>

<file path=ppt/ink/ink1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5:52.85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149 850 6729,'0'0'14588,"0"-7"-13447,0 6-1136,1-2 107,-1-1 0,0 1 0,0 0 0,0-1 0,0 1 0,0-1 0,-1 1-1,1-1 1,-1 1 0,0 0 0,0 0 0,-1-1 0,1 1 0,-1 0 0,1 0-1,-1 0 1,0 0 0,0 1 0,0-1 0,0 0 0,-1 1 0,1 0 0,-1-1-1,0 1 1,1 0 0,-4-2 0,3 3-96,1-1 0,0 0 0,-1 1 1,0 0-1,1-1 0,-1 1 0,0 0 0,1 0 0,-1 1 0,0-1 0,0 1 1,0-1-1,0 1 0,0 0 0,1 0 0,-1 0 0,0 0 0,0 1 0,0-1 1,0 1-1,0 0 0,1 0 0,-1 0 0,0 0 0,1 0 0,-1 0 0,-3 3 1,3-1-22,0 1 1,0-1 0,1 1 0,-1-1 0,1 1 0,0 0 0,0 0 0,0 0 0,0 0-1,1 0 1,0 0 0,0 0 0,0 1 0,0-1 0,1 0 0,0 1 0,0 6 0,-1-8-4,1-1 0,0 1 0,-1-1 0,1 1 0,0-1 0,1 1 0,-1-1 0,0 1 0,1-1 0,-1 1 0,1-1 0,0 1 0,0-1 0,0 0 0,0 0 0,0 1-1,0-1 1,1 0 0,-1 0 0,1 0 0,-1 0 0,1 0 0,0-1 0,0 1 0,0 0 0,0-1 0,0 0 0,0 1 0,0-1 0,1 0 0,-1 0 0,0 0 0,1 0 0,-1-1 0,1 1 0,-1 0 0,5-1 0,5 2-63,1-2 0,-1 1 0,0-2-1,1 1 1,-1-2 0,0 0-1,0 0 1,0-1 0,0-1-1,0 0 1,-1 0 0,19-11-1,-12 5-328,-2-2 0,1 0 0,-2-1 0,0 0 0,0-1 0,-1-1 0,13-18 0,5-13-474,-3 0 1,-1-2-1,-3-1 1,35-96-1,-35 77 893,-3-2 0,25-138-1,-45 139 4917,-23 76-2820,10 2-1927,0 0 0,1 1 0,0 1 0,1-1-1,0 2 1,1-1 0,0 1 0,1 1 0,0-1 0,-6 20 0,-4 11 356,-21 86 0,22-36-612,4 1 0,3 0 0,7 138-1,2-185-887,12-46-4882,18-1 1573,-27 0 2986,22 0-6247</inkml:trace>
</inkml:ink>
</file>

<file path=ppt/ink/ink1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5:53.06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46 1 5265,'0'0'22668,"2"14"-20927,8 45-439,-10-59-1356,0 1-1,0-1 1,1 1 0,-1 0-1,0-1 1,0 1 0,0-1 0,0 1-1,0 0 1,0-1 0,0 1-1,0-1 1,0 1 0,0 0-1,0-1 1,0 1 0,0 0 0,0-1-1,0 1 1,-1-1 0,1 1-1,0-1 1,-1 1 0,1 0-1,0-1 1,-1 1 0,1-1 0,0 0-1,-1 1 1,1-1 0,-1 1-1,-17-1-4494,8-2 999,-15 0-6419</inkml:trace>
</inkml:ink>
</file>

<file path=ppt/ink/ink1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5:54.24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368 292 6433,'0'0'13885,"-5"-1"-13085,-7 1-498,0 1 0,0 1-1,0 0 1,0 0 0,0 1 0,0 0 0,1 1 0,-1 1-1,1 0 1,-11 7 0,-45 16 181,53-23-390,-1 0 0,0-1 0,0-1 0,0 0 0,-20 0 0,34-3-93,0 0 0,0 0 1,-1-1-1,1 1 0,0-1 0,0 1 1,0-1-1,0 1 0,0-1 1,0 0-1,0 1 0,0-1 0,1 0 1,-1 0-1,0 1 0,0-1 1,1 0-1,-1 0 0,0 0 0,1 0 1,-1 0-1,0-2 0,-9-25-36,10 27 35,-5-16-32,2 0 1,0-1-1,1 1 0,0-1 0,1 0 1,2 0-1,-1 0 0,2 1 0,4-19 1,-5 28 19,1 1 0,1-1 0,-1 0 0,1 1 0,0 0 0,1 0 0,0 0 0,0 0 0,0 0 0,1 1 0,0 0-1,0 0 1,1 0 0,0 0 0,0 1 0,0 0 0,0 0 0,1 1 0,0 0 0,0 0 0,0 1 0,10-4 0,-16 7 18,0-1 1,0 1-1,0 0 0,0 0 0,0 1 0,0-1 0,0 0 1,0 0-1,0 0 0,0 1 0,0-1 0,0 0 0,0 1 0,0-1 1,0 1-1,0-1 0,0 1 0,-1 0 0,1-1 0,0 1 0,0 0 1,-1-1-1,1 1 0,0 0 0,-1 0 0,1 0 0,-1 0 1,1 0-1,-1 0 0,1-1 0,-1 1 0,0 0 0,0 0 0,1 0 1,-1 0-1,0 2 0,10 46 344,-8-38-265,76 561 2990,-73-549-3037,3 23 4,-8-45-97</inkml:trace>
</inkml:ink>
</file>

<file path=ppt/ink/ink1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5:54.61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586 235 10202,'0'0'9436,"-14"-30"-7995,-48-97-537,60 122-843,-1 0 0,-1 0-1,1 0 1,-1 0 0,0 1 0,0-1-1,0 1 1,0 0 0,-1 0-1,0 0 1,0 1 0,0 0-1,0 0 1,0 0 0,-1 1 0,1-1-1,-1 1 1,1 0 0,-1 1-1,0 0 1,0 0 0,0 0-1,0 0 1,0 1 0,-7 0 0,3 0-11,-6-1 16,0 0 0,0 1 0,0 1 0,1 1 1,-26 5-1,31-4-22,0 1 0,1 0 1,-1 0-1,1 1 0,0 0 1,0 1-1,0 0 0,1 0 1,-13 14-1,6-5 49,2 0 0,0 1 0,1 0 0,0 1 0,2 0 0,0 1 0,1 0 0,0 1 0,2 0 0,0 0 0,1 1 0,1-1 0,1 1 0,1 0 0,1 1 1,0 20-1,-1-12-42,3 0 1,0 1 0,2-1 0,1 0 0,1 0-1,15 54 1,-4-38-160,2-1-1,2 0 1,2-2-1,40 62 1,-55-92-1829,-20-10-4179,-9-2 902</inkml:trace>
</inkml:ink>
</file>

<file path=ppt/ink/ink1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5:54.78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7 9130,'0'0'11794,"218"-6"-11297,-167 6-497,26 0-144,-13 0-2905,-6 0-6481</inkml:trace>
</inkml:ink>
</file>

<file path=ppt/ink/ink1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5:55.30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0 167 8186,'0'0'12050,"2"9"-10836,18 50 375,-13-40-1177,0 0 1,-1 0-1,-1 1 1,-1-1-1,3 32 0,-7-51-316,-1-15 41,-5-24-220,1 1 1,2-49 0,3 75 73,0 0 1,2 1-1,-1-1 1,1 1 0,1-1-1,0 1 1,1 0-1,0 0 1,1 0 0,0 1-1,0-1 1,8-9-1,-3 8-54,-8 10 11,0 0 1,0 0-1,0 0 0,0 0 0,0 0 1,-1-1-1,1 1 0,-1-1 0,1 1 1,-1-1-1,0 0 0,1-4 0,24 7-7244,-6 0 2302,5 0-1520</inkml:trace>
</inkml:ink>
</file>

<file path=ppt/ink/ink1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5:55.66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198 1 6121,'0'0'14126,"-26"12"-12794,-85 41-235,108-52-1064,-1 1 0,0 0 0,1 0 1,-1 0-1,1 0 0,0 0 0,0 1 1,0-1-1,0 1 0,0 0 0,0 0 1,1 0-1,0 0 0,-1 1 0,1-1 1,0 1-1,1-1 0,-1 1 1,0 0-1,1 0 0,0-1 0,0 1 1,0 0-1,1 0 0,-1 0 0,1 0 1,0 0-1,0 0 0,0 0 0,1 0 1,-1 0-1,1 0 0,2 5 0,-2-1-6,0-5-30,0-1-1,0 1 1,0-1-1,0 1 1,1-1-1,-1 0 1,1 0-1,0 1 1,0-1-1,0 0 1,0-1 0,0 1-1,0 0 1,0 0-1,0-1 1,1 0-1,-1 1 1,0-1-1,1 0 1,-1 0-1,1 0 1,0 0-1,-1-1 1,1 1-1,0-1 1,3 0 0,12 3-5,0-1 1,31-1 0,-40-1 26,-6 0-19,0 0 0,0-1 0,0 1 0,0-1 1,0 0-1,0 1 0,0-1 0,0-1 0,-1 1 0,1 0 0,0-1 0,-1 1 0,1-1 0,-1 0 1,1 0-1,-1 0 0,0 0 0,0 0 0,0 0 0,0-1 0,0 1 0,0-1 0,-1 0 1,1 1-1,-1-1 0,0 0 0,0 0 0,0 0 0,0 1 0,1-6 0,1-10-6,0 1-1,-1-1 0,-1 1 1,-1-21-1,0 24 17,0 12-15,0 0 0,0 0-1,-1 0 1,1 0 0,0 0-1,-1 0 1,1 0 0,-1 0 0,0 1-1,1-1 1,-1 0 0,0 0-1,0 0 1,0 1 0,-1-1 0,1 1-1,0-1 1,-1 1 0,1-1 0,-1 1-1,1 0 1,-1 0 0,1-1-1,-1 1 1,0 0 0,0 1 0,0-1-1,1 0 1,-4 0 0,3 0-180,0 1 1,0 0-1,0 0 1,0 0-1,0 0 1,1 0 0,-1 0-1,0 1 1,0-1-1,0 1 1,0-1-1,1 1 1,-3 1-1,4-2-74,0 1-1,0-1 1,0 0-1,0 1 1,0-1-1,0 0 1,0 1-1,0-1 0,0 1 1,1-1-1,-1 0 1,0 0-1,0 1 1,0-1-1,1 0 1,-1 1-1,0-1 0,0 0 1,1 0-1,-1 1 1,0-1-1,1 0 1,-1 0-1,0 0 0,0 1 1,1-1-1,-1 0 1,1 0-1,-1 0 1,0 0-1,1 0 1,-1 0-1,0 0 0,1 0 1,22 4-9993</inkml:trace>
</inkml:ink>
</file>

<file path=ppt/ink/ink1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5:56.07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274 0 9298,'0'0'13040,"-28"2"-12616,-89 6 20,111-8-385,0 1 0,-1-1 0,1 1 0,-1 0 0,1 1 0,0-1 0,0 1 0,0 1 0,0-1 0,0 1 0,1 0 0,-1 0 0,1 1 0,-1 0 0,1 0 0,0 0 0,-5 6 0,8-7-44,0 0 0,0 0 0,0 1 0,1-1 0,-1 1 0,1-1 0,-1 1 0,1 0 0,1 0 0,-1-1 0,0 1 0,1 4 0,-1-6-19,1 0 0,0 0-1,0-1 1,0 1 0,0 0 0,0 0 0,0 0-1,0-1 1,0 1 0,1 0 0,-1 0-1,1-1 1,-1 1 0,1 0 0,0-1 0,0 1-1,0 0 1,0-1 0,0 1 0,0-1-1,0 1 1,0-1 0,0 0 0,1 0 0,-1 1-1,3 0 1,15 3 13,-1-1-1,1 0 1,0-2-1,0 0 0,25-2 1,-43 0-2,0-1 0,0 0 0,0 1 0,0-1 0,0 0 0,0 1 0,-1-1 0,1 0 0,0 0 0,-1 0 0,1 1 0,0-1 0,-1 0 0,1 0 0,-1 0 0,1 0 0,-1 0 0,0 0 0,1 0 0,-1 0 0,0 0 0,0-1 0,0 1 0,0 0 1,0 0-1,0 0 0,0 0 0,0-2 0,0-44 148,-1 35-107,1 10-40,1-1 0,-1 1 1,0-1-1,0 0 0,-1 1 1,1-1-1,-1 1 0,1-1 1,-1 1-1,0-1 0,0 1 1,0-1-1,0 1 0,0 0 0,0-1 1,-1 1-1,1 0 0,-1 0 1,0 0-1,1 0 0,-1 0 1,0 1-1,0-1 0,0 0 1,-1 1-1,1 0 0,0-1 1,-3 0-1,3 1-288,6 1-6013,13 0 2524,13 0-4160</inkml:trace>
</inkml:ink>
</file>

<file path=ppt/ink/ink1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5:56.43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163 1 11346,'0'0'13007,"-25"27"-11552,-79 89-384,101-113-1006,0 0 1,0 1-1,0-1 0,0 1 0,1 0 0,-1 0 1,1 0-1,0 0 0,0 0 0,1 0 0,-1 0 1,1 1-1,0-1 0,0 1 0,1-1 0,-1 1 1,1-1-1,0 1 0,1 8 0,0 3 171,-1 23 121,-1-5-206,1 0 1,9 58 0,-7-82-161,0-1-1,1 1 1,0-1 0,0 0 0,1 0 0,0 0-1,1 0 1,0-1 0,0 0 0,1 0 0,0 0-1,0-1 1,1 1 0,7 5 0,-12-11-88,1 0 0,-1 0 0,0 0-1,1-1 1,-1 1 0,1-1 0,-1 0 0,1 0 0,0 0 0,-1 0 0,1 0-1,0 0 1,0-1 0,0 1 0,-1-1 0,1 0 0,0 0 0,0 0 0,0 0-1,0 0 1,0-1 0,-1 1 0,1-1 0,4-2 0,2-1-1278,-1 0 0,0-1 0,0-1 0,0 0 0,12-12 0,-11 10-367,17-15-4433</inkml:trace>
</inkml:ink>
</file>

<file path=ppt/ink/ink1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5:56.69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33 1 7666,'0'0'18444,"-32"22"-18212,51-12-64,7 0-8,12-4-144,1-6-16,-1 0-176,39 0-1241,0-19-3352,-13-7-5777</inkml:trace>
</inkml:ink>
</file>

<file path=ppt/ink/ink1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5:58.15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615 1 3697,'0'0'12002,"-4"0"-11031,-2 1-706,1 0 1,-1 0-1,0 0 0,1 1 0,0 0 1,-1 0-1,1 1 0,0 0 0,-6 3 0,-52 37 1111,43-28-1087,-56 33 363,-88 41 0,-12 8 61,166-92-674,6-3-31,0 0 0,0 0 0,0 0 0,1 1 1,-1-1-1,1 1 0,0 0 0,0 0 1,0 0-1,-4 5 0,71-5 1142,60-8-341,-1 5 1,0 5-1,173 31 1,-296-37-773,0 1 1,0 0-1,1 0 1,-1 0-1,0 0 1,1 0 0,-1 0-1,0 0 1,0 0-1,1 0 1,-1 0-1,0 0 1,0 0-1,1 0 1,-1 1 0,0-1-1,0 0 1,1 0-1,-1 0 1,0 0-1,0 0 1,1 0 0,-1 1-1,0-1 1,0 0-1,0 0 1,1 0-1,-1 1 1,0-1 0,0 0-1,0 0 1,0 0-1,0 1 1,1-1-1,-1 0 1,0 0-1,0 1 1,0-1 0,0 0-1,0 0 1,0 1-1,0-1 1,0 0-1,0 1 1,0-1 0,0 0-1,0 0 1,0 1-1,0-1 1,0 0-1,0 0 1,0 1 0,0-1-1,-1 0 1,1 0-1,0 1 1,0-1-1,0 0 1,0 0-1,-1 1 1,-3 3-1740</inkml:trace>
</inkml:ink>
</file>

<file path=ppt/ink/ink1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5:59.06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334 29 3633,'0'0'11297,"2"-4"-9876,-2 4-1349,0-1 0,0 0 0,0 1 0,0-1 0,0 0 0,0 1-1,0-1 1,0 0 0,-1 1 0,1-1 0,0 0 0,0 1-1,0-1 1,-1 1 0,1-1 0,0 0 0,-1 1 0,1-1 0,0 1-1,-1-1 1,1 1 0,-1-1 0,1 1 0,-1-1 0,1 1-1,-1 0 1,1-1 0,-1 1 0,0 0 0,1-1 0,-1 1 0,1 0-1,-1 0 1,0-1 0,-1 1 0,-39-6 1025,-48 10-682,77-3-379,0 1 0,0 1 1,0 0-1,0 1 1,1 0-1,0 0 0,-1 1 1,2 1-1,-12 7 0,17-10-13,0 0 0,0 1 0,1 0-1,-1 0 1,1 0 0,0 0 0,1 1-1,-1-1 1,1 1 0,-1 0 0,1 0-1,1 0 1,-1 0 0,1 1 0,0-1-1,0 1 1,1 0 0,-1-1 0,1 1-1,0 10 1,1-14-27,0-1 0,0 0 0,0 0 0,1 1-1,-1-1 1,1 0 0,-1 0 0,0 0 0,1 0 0,0 0-1,-1 0 1,1 0 0,0 0 0,-1 0 0,1 0 0,0 0-1,0 0 1,0 0 0,0-1 0,0 1 0,0 0 0,0-1 0,1 2-1,37 9 71,-31-10-16,0 0 0,-1-1-1,1 0 1,0 0 0,-1-1 0,1 0 0,0 0 0,10-4 0,-9-1-35,1-1-1,-1 0 1,1 0 0,-2-1-1,1 0 1,-1-1-1,-1 0 1,8-10 0,21-24-123,-23 30 6,-11 9 81,0 1-1,1 0 1,-1 0-1,1 0 1,0 0-1,0 1 0,0-1 1,0 1-1,1 0 1,-1 0-1,1 0 1,-1 0-1,1 0 1,-1 1-1,1-1 0,6 0 1,-9 2 21,0 0 0,0 0 0,0 1-1,0-1 1,0 0 0,-1 1 0,1-1 0,0 1 0,0-1 0,0 1 0,-1-1 0,1 1-1,0-1 1,0 1 0,-1 0 0,1-1 0,-1 1 0,1 0 0,-1 0 0,1-1 0,-1 1-1,1 0 1,-1 0 0,1 0 0,-1 0 0,0 0 0,0-1 0,1 1 0,-1 1 0,4 34 45,-3-31-31,7 143 256,15 174 73,-21-223-141,-2-97-149,0-1 1,0 1-1,0 0 1,-1-1-1,1 1 1,0 0-1,-1-1 1,1 1-1,-1-1 1,0 1-1,1-1 1,-1 1-1,0-1 1,0 0-1,0 1 1,0-1-1,0 0 1,0 0-1,0 0 1,0 1-1,-1-1 1,0 1-1,-2-1 43,1 1 0,0-1 0,0 1-1,-1-1 1,1 0 0,-1-1 0,1 1 0,-1 0-1,-6-1 1,-2 0 52,1-1 0,0 0 0,-1 0-1,1-1 1,0-1 0,-13-4 0,6-1 0,1-1 0,0 0 0,0-1 0,1-1 0,0 0-1,-17-17 1,22 19-116,1-1 0,0 0 0,1-1 0,0 0 0,1 0-1,0-1 1,1 0 0,0-1 0,-7-16 0,13 27-133,1-1 0,-1 1 1,0 0-1,1-1 1,0 1-1,-1 0 0,1-1 1,0 1-1,0 0 1,0-1-1,1 1 0,-1 0 1,0-1-1,1 1 0,-1 0 1,1 0-1,0-1 1,0 1-1,0 0 0,0 0 1,0 0-1,1 0 1,-1 0-1,0 0 0,1 1 1,0-1-1,-1 0 1,4-1-1,3-3-876,0 1 1,1 0-1,0 0 0,1 1 1,12-4-1,-4 1-1305,32-12-6751</inkml:trace>
</inkml:ink>
</file>

<file path=ppt/ink/ink1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5:59.65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21 109 9618,'0'0'13358,"0"20"-12430,0 148 869,-19-232-2070,18-78-686,1 140 951,0 1 7,0 1 1,-1-1 0,1 1-1,0-1 1,0 1 0,0-1-1,0 0 1,0 1 0,0-1 0,1 1-1,-1-1 1,0 1 0,0-1-1,0 1 1,0-1 0,1 1 0,-1 0-1,0-1 1,0 1 0,1-1-1,-1 1 1,0-1 0,1 1 0,-1 0-1,0-1 1,1 1 0,-1 0-1,1-1 1,0 1 0,1-1-19,1 0 0,0 1 1,0-1-1,0 1 0,0 0 1,0 0-1,0 0 0,0 0 0,5 1 1,-2 0 29,16 0 4,0 1 1,33 8 0,30 2-6,-63-11 5,-3 0-15,1 0 0,-1-1 0,1-2 1,30-5-1,-46 7 5,-1-1 1,1 0-1,-1 0 1,0 0 0,1 0-1,-1-1 1,0 0-1,0 1 1,0-1-1,0 0 1,0 0-1,0-1 1,-1 1 0,1-1-1,-1 1 1,0-1-1,1 0 1,-1 0-1,0 0 1,-1 0-1,1 0 1,-1 0 0,1 0-1,-1-1 1,0 1-1,0 0 1,0-1-1,-1 1 1,1-1-1,-1 1 1,0-6 0,0 8-1,0 1 0,-1-1 1,1 0-1,-1 1 0,1 0 1,-1-1-1,1 1 0,-1-1 1,1 1-1,-1 0 0,1-1 1,-1 1-1,1 0 0,-1-1 1,0 1-1,1 0 0,-1 0 1,0 0-1,1 0 0,-1-1 1,0 1-1,1 0 0,-1 0 1,0 0-1,1 1 0,-2-1 1,-26 0 73,20 0-72,-21-1-1,-35 0 58,60 1-61,1 0-1,-1 1 1,0-1-1,1 1 1,-1 0 0,1 0-1,-1 0 1,1 0-1,0 1 1,-1-1-1,1 1 1,0 0-1,-4 3 1,5-3-4,1 0 0,0 0-1,0 0 1,0 0 0,0 0 0,0 0 0,0 0 0,0 0 0,1 0 0,-1 0 0,1 0 0,0 1 0,0-1 0,-1 0 0,1 0 0,1 0 0,-1 1-1,0-1 1,0 0 0,2 4 0,-1-1-10,1 0 1,0 0-1,-1 0 0,2 0 0,-1-1 0,0 1 0,6 7 0,-2-6-198,0 1 0,1-1 0,0 0 1,0-1-1,0 0 0,0 0 0,1 0 0,0-1 0,16 7 0,-2-4-1967,0-1 0,37 6-1,-6-5-3916</inkml:trace>
</inkml:ink>
</file>

<file path=ppt/ink/ink1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6:00.07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291 40 1320,'0'0'15189,"-31"-7"-13554,-98-21-344,126 27-1169,-1 0 0,0 0 0,0 0 0,0 1 0,-1-1 0,1 1 0,0 0 0,0 0 0,0 1 0,0-1 0,0 1 1,0 0-1,0 0 0,0 0 0,0 1 0,1-1 0,-1 1 0,0 0 0,1 0 0,-1 0 0,1 0 0,0 1 0,0-1 0,0 1 0,0 0 0,0 0 0,0 0 0,1 1 1,0-1-1,-1 0 0,-2 7 0,2-2-43,0 1 0,1 0 0,-1 0 0,2 0 1,-1 0-1,1 0 0,1 0 0,0 0 0,0 0 1,2 15-1,-1-22-85,0 1-1,0-1 1,0 1 0,0-1-1,0 0 1,1 1 0,-1-1-1,1 0 1,0 0 0,0 0 0,-1 0-1,1 0 1,0 0 0,1-1-1,-1 1 1,0-1 0,0 1 0,1-1-1,-1 0 1,1 0 0,-1 0-1,1 0 1,-1 0 0,1-1-1,-1 1 1,1-1 0,0 0 0,3 1-1,12 0-8,1 0 0,-1-1 0,18-3 0,-33 3 28,7-1-14,0-1-1,0 0 0,0-1 0,0 0 0,-1 0 1,1-1-1,-1 0 0,0-1 0,0 0 0,-1-1 1,0 1-1,0-2 0,10-8 0,-17 14 992,0 3-965,-1 1 0,1 0 0,0 0 0,0-1 0,0 1 0,0-1 0,1 1 0,-1-1 0,3 4 0,0-1-113,39 46-3911,-42-49 3826,0-1 1,0 0 0,1 1 0,-1-1 0,0 0 0,1 0 0,-1 0 0,1 0 0,-1 0-1,1 0 1,-1 0 0,1-1 0,0 1 0,-1 0 0,1-1 0,0 1 0,0-1 0,-1 0-1,1 0 1,0 0 0,0 0 0,-1 0 0,1 0 0,0 0 0,0 0 0,0-1 0,-1 1 0,1-1-1,0 1 1,-1-1 0,1 0 0,2-1 0,3-11-5176</inkml:trace>
</inkml:ink>
</file>

<file path=ppt/ink/ink1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6:00.32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184 1 5417,'0'0'11756,"-23"28"-9246,-76 93-63,91-109-2182,1 0 1,0 0-1,0 0 1,1 1-1,1 0 1,0 0-1,1 1 0,0-1 1,1 1-1,1 0 1,0 0-1,1 0 0,0 0 1,1 0-1,3 21 1,-2 12 355,1-28-445,0 1 1,0-1 0,2 0 0,1 0-1,0 0 1,1 0 0,13 26 0,-12-29-159,3-1-2031,-7-9-1941,-17-12-845,-11-11-4295</inkml:trace>
</inkml:ink>
</file>

<file path=ppt/ink/ink1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6:00.65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59 10594,'0'0'9566,"34"3"-7872,201 16 88,-56-15-1122,-178-4-658,0 0 1,0 0-1,0 0 1,0 0-1,0 0 1,-1 0-1,1-1 1,0 1-1,0 0 1,0 0-1,0-1 1,-1 1-1,1 0 1,0-1-1,0 1 1,-1-1-1,1 1 1,0-1-1,-1 1 1,1-1-1,0 0 1,-1 1-1,1-1 1,-1 0-1,1 1 1,-1-1-1,1 0 1,-1 0-1,0 1 1,1-1-1,-1 0 1,0 0-1,1 0 1,-1 0-1,0 1 1,0-1-1,0 0 1,0 0-1,0 0 1,0 0-1,0 0 1,0 0-1,0 1 1,-1-2-1,1-1-8,-1 0 1,0 1-1,0-1 1,0 1-1,0-1 1,0 1-1,0 0 1,-1-1-1,1 1 1,-1 0-1,1 0 1,-1 0-1,0 0 1,-3-2-1,-1 0 23,0 1 0,0 0 0,-1 1 0,0 0 0,1 0 0,-1 0 0,0 1 0,0 0 0,0 0 0,0 0 0,0 1 0,-11 1 0,15-1 9,2 0-6,0 0 0,0 1 0,0-1 0,0 0 0,0 0 1,0 0-1,0 1 0,0-1 0,0 1 0,0-1 0,1 0 0,-1 1 0,0 0 1,0-1-1,0 1 0,1-1 0,-1 1 0,0 0 0,1 0 0,-1-1 0,0 1 0,1 0 1,-1 0-1,0 1 0,-6 30 476,6-21-400,1 0 0,1 1 1,0-1-1,2 11 0,4-6-177,0-1-1,1 1 0,1-1 0,0 0 1,1-1-1,1 0 0,21 21 1,-30-33-169,-1 0 0,1-1 1,0 1-1,0-1 0,-1 0 1,1 1-1,0-1 0,0 0 1,1 0-1,-1 0 0,0-1 0,0 1 1,0 0-1,0-1 0,1 1 1,-1-1-1,0 0 0,1 0 1,-1 0-1,0 0 0,0 0 1,4-1-1,8 1-3095,6 0-1812</inkml:trace>
</inkml:ink>
</file>

<file path=ppt/ink/ink1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6:00.95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53 196 328,'0'0'22408,"0"15"-21416,0 79 619,-26-96-895,23-1-707,1 1 1,0-1-1,-1 0 1,1 0-1,1 0 1,-1 0-1,0 0 1,1 0-1,-1 0 0,1-1 1,0 1-1,0 0 1,0-1-1,1 1 1,-1-1-1,1-6 1,-1-1-43,0 0 1,1 0-1,1 0 1,1-13 0,0 16-34,0 1 1,0 0-1,1 0 1,-1 0-1,2 0 1,-1 1 0,1-1-1,0 1 1,0 0-1,0 0 1,1 0 0,0 1-1,7-7 1,34-22-2564,5 6-3630,-20 13-93</inkml:trace>
</inkml:ink>
</file>

<file path=ppt/ink/ink1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6:01.73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253 518 6553,'0'0'13675,"-29"5"-12572,-96 21-225,121-25-831,-1 1 1,0-1-1,0 1 0,1 0 1,-1 0-1,1 0 1,0 1-1,-1-1 1,1 1-1,0 0 0,1 1 1,-1-1-1,0 1 1,1-1-1,0 1 1,0 0-1,0 0 0,0 0 1,1 1-1,0-1 1,0 1-1,0-1 1,0 1-1,-1 7 0,0-2 2,1 1 0,0 0 0,0-1 0,1 1 0,1 0 0,0 0 0,1 13 0,-1-20-55,1 0 0,-1 1 0,1-1 0,0 0 1,0 0-1,1 0 0,-1 1 0,1-1 0,0 0 1,0-1-1,0 1 0,0 0 0,1-1 0,0 1 1,-1-1-1,1 0 0,0 0 0,1 0 0,-1 0 1,6 4-1,-6-6-92,0 0 0,0 0 0,0 0 0,1 0 0,-1-1 0,0 1 0,0-1 0,0 0 0,1 0 0,-1 0 0,0 0 0,0-1 0,0 1 0,1-1 0,-1 0 0,0 0 0,0 0 0,0 0 0,0-1 0,0 1 0,-1-1 0,1 1 0,0-1 0,-1 0 0,4-3 0,8-7-1061,-1-1-1,0-1 1,15-21-1,-3 5-611,47-50-1958,156-180-4288,-124 123 8682,-14-10 4891,-87 142-4711,0 0 1,0-1 0,0 0-1,-1 1 1,0-1-1,0 0 1,-1 0-1,1 0 1,0-13-1,-2 19-795,0 0 1,0-1-1,0 1 1,0 0-1,0 0 0,0 0 1,0 0-1,0 0 0,0-1 1,0 1-1,0 0 1,0 0-1,0 0 0,0 0 1,0 0-1,0-1 0,0 1 1,0 0-1,0 0 1,0 0-1,0 0 0,0 0 1,-1 0-1,1-1 0,0 1 1,0 0-1,0 0 1,0 0-1,0 0 0,0 0 1,-1 0-1,1 0 0,0 0 1,0 0-1,0 0 1,0 0-1,0 0 0,-1-1 1,1 1-1,0 0 0,0 0 1,0 0-1,0 0 1,0 0-1,-1 0 0,1 0 1,0 1-1,0-1 0,0 0 1,0 0-1,0 0 1,-1 0-1,1 0 0,0 0 1,0 0-1,0 0 0,-6 1 199,0 1-1,-1-1 0,2 1 0,-1 0 0,0 1 0,0-1 1,1 1-1,-1 0 0,1 1 0,0-1 0,0 1 0,0 0 1,1 0-1,-1 0 0,1 1 0,-6 7 0,-8 10 337,1 2 0,-19 33 0,22-31-308,2 0 0,0 1 0,2 0 0,1 1-1,1 0 1,2 0 0,-4 37 0,2 22 266,6 95-1,2-116-551,0-64 2,1-1-1,-1 1 1,0-1-1,1 0 1,-1 1-1,1-1 1,-1 0-1,1 1 1,0-1-1,0 0 1,-1 0-1,1 0 1,0 0-1,0 1 1,0-1-1,0-1 1,0 1-1,1 0 1,-1 0-1,0 0 1,0 0-1,1-1 1,-1 1-1,0-1 1,1 1-1,-1-1 1,0 1-1,1-1 1,-1 0-1,1 0 1,-1 0-1,0 0 1,3 0-1,60-1-184,-47 0 115,-5 1-41,-1-1 0,1-1 1,0 0-1,0-1 0,-1 0 0,0 0 1,1-2-1,-1 1 0,-1-1 0,1-1 0,-1 0 1,19-14-1,-28 20 124,0 0 0,0 0 0,-1 0 0,1 0 0,0 0 0,0 0 0,-1 1 0,1-1 0,0 0 0,-1 1 0,1-1 0,0 0 0,-1 1 0,1-1 1,0 1-1,-1-1 0,1 1 0,-1-1 0,1 1 0,-1-1 0,1 1 0,-1-1 0,1 1 0,-1 0 0,0-1 0,1 2 0,18 26 218,-15-22-204,3 6-77,-6-10-24,0 0 0,0 0-1,0 0 1,1 0-1,-1 0 1,0 0-1,1 0 1,0 0-1,-1 0 1,1-1-1,0 1 1,0-1 0,0 1-1,0-1 1,0 0-1,0 0 1,0 0-1,0 0 1,0 0-1,0 0 1,1 0 0,-1-1-1,0 1 1,3-1-1,3 1-650,-1-1-408,0 1-1,0-1 1,0 0-1,0-1 1,0 1-1,11-4 1,14-15-6447</inkml:trace>
</inkml:ink>
</file>

<file path=ppt/ink/ink1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6:01.91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52 1 7162,'0'0'20524,"-51"112"-20236,51-102-184,0-1-104,0-5-64,0-24-7266,6-5 489</inkml:trace>
</inkml:ink>
</file>

<file path=ppt/ink/ink1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6:02.10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39 1 12163,'0'0'13923,"-32"42"-13923,25-20-176,7-3-641,0 4-1359,13-1-1953,19-3-8,7-6-4065</inkml:trace>
</inkml:ink>
</file>

<file path=ppt/ink/ink1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6:02.46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91 0 9762,'0'0'12792,"-12"23"-11993,-36 72-63,44-88-626,1 1 0,0-1 0,1 1 0,0-1 0,0 1 0,0 0 0,1 0 0,0 0 0,0 9 0,-2 20 330,0-12-233,0 1 0,3 44 0,0-41 10,0-28-113,0 4-780,0 0-1650</inkml:trace>
</inkml:ink>
</file>

<file path=ppt/ink/ink1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6:03.16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180 802 5393,'0'0'19571,"-6"0"-18460,-2 0-833,1-1-1,-1 0 1,0 0-1,1 0 1,-13-4 0,16 3-287,-1 0 1,0 1-1,0 0 1,0 0-1,1 0 1,-1 0-1,0 1 1,0 0 0,0 0-1,0 1 1,0-1-1,0 1 1,-9 2-1,11-2-3,1 0 0,0 0 0,0 0 0,0 1 0,-1-1-1,1 1 1,1-1 0,-1 1 0,0-1 0,0 1 0,0 0-1,1 0 1,-1 0 0,1 0 0,0 0 0,-1 0 0,1 0-1,0 1 1,0-1 0,1 0 0,-1 1 0,0-1 0,1 0-1,-1 1 1,1-1 0,0 1 0,0 4 0,0-6-5,0 1-1,0 0 1,0 0 0,0-1 0,1 1 0,-1 0-1,1 0 1,-1-1 0,1 1 0,0 0-1,0-1 1,-1 1 0,1-1 0,0 1 0,1-1-1,-1 1 1,0-1 0,0 0 0,0 0-1,1 1 1,2 1 0,0-1 3,0 0-1,0 0 1,1 0 0,-1-1-1,0 0 1,1 0 0,-1 0 0,8 1-1,8-1-8,0-1-1,0-1 0,20-3 1,-38 3 17,17-2-292,0-1 1,-1-2 0,1 0 0,-1 0-1,0-2 1,-1 0 0,0-1 0,0-1-1,21-17 1,-11 6-575,-1-1-1,-1-1 1,-1-1-1,32-42 1,-41 45 641,-1-2 0,-1 0 0,-1 0 0,-1-1 0,-1 0 0,-1-1 0,-2 0 0,8-42 0,-7 16 249,-2-1 0,-3 0 1,-4-68-1,-7 57 955,7 60-765,0-1 1,0 0 0,0 1-1,-1-1 1,0 0 0,1 1-1,-1 0 1,0-1 0,-1 1-1,1 0 1,0 0 0,-1 0 0,-4-3-1,7 6-156,-1-1 0,1 1 0,-1-1 0,1 1 0,-1-1 0,1 1 0,-1 0 0,1-1 0,-1 1 0,0 0 0,1 0 0,-1-1 0,1 1 0,-1 0 0,0 0 0,1 0 0,-1 0 0,0 0 0,1 0 0,-1 0 0,0 0 0,1 0 0,-1 0 0,0 0 0,1 0 0,-1 1 0,0-1 0,1 0 0,-1 0 0,1 1 0,-1-1 0,0 0 0,1 1 0,-1-1 0,1 1 0,-1-1 0,1 0 0,0 1 0,-1-1 0,1 1 0,-1 0 0,1-1 0,0 1 0,-1-1 0,1 1 0,0-1 0,0 1 1,-1 0-1,1 1 0,-8 38 236,6-28 89,-14 56 759,-22 117 765,14 200 586,23-121-3633,1-260 1095,-27-4-10605,9 0 1878</inkml:trace>
</inkml:ink>
</file>

<file path=ppt/ink/ink1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6:04.35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332 3 8090,'0'0'14838,"-19"-1"-13964,3 0-706,0 0 0,0 1-1,0 1 1,0 0-1,-1 2 1,2 0 0,-1 0-1,-30 12 1,32-9-60,-54 28 344,63-31-434,0 0 1,1 0-1,0 0 1,-1 0-1,1 1 1,0 0 0,1-1-1,-1 2 1,1-1-1,0 0 1,-4 6 0,7-9-33,-1 0 1,0 0 0,1 0-1,-1 1 1,0-1 0,1 0-1,0 1 1,-1-1 0,1 0-1,0 1 1,-1-1 0,1 0-1,0 1 1,0-1 0,0 0-1,0 1 1,1-1 0,-1 1-1,0-1 1,0 0 0,1 1-1,-1-1 1,1 0 0,-1 0-1,1 1 1,0-1 0,-1 0-1,1 0 1,0 0 0,0 0-1,0 0 1,0 0 0,0 0-1,0 0 1,0 0-1,0 0 1,0 0 0,0-1-1,1 1 1,-1 0 0,0-1-1,3 1 1,5 2-135,1-1 0,-1-1 0,1 0 0,0 0 0,11-1 0,1 1-11,-5 0 55,-2 0 72,0 0 0,0 0-1,0 2 1,0 0-1,0 0 1,23 10-1,-36-12 41,-1 0 0,1 0 0,-1-1 0,1 1-1,-1 0 1,0 0 0,1 1 0,-1-1 0,0 0-1,0 0 1,0 1 0,0-1 0,0 1-1,0-1 1,0 1 0,0-1 0,0 1 0,-1-1-1,1 1 1,-1 0 0,1-1 0,-1 1-1,0 0 1,0-1 0,1 1 0,-1 0 0,0 0-1,-1-1 1,1 1 0,0 0 0,0 0 0,-1-1-1,1 1 1,-1 0 0,1-1 0,-1 1-1,0-1 1,-1 2 0,-1 5 153,-2-1 1,1-1-1,-1 1 1,0-1-1,0 1 1,-9 6-1,-1 2 187,3-3-120,-1 0-1,-25 17 1,33-26-218,0 0-1,-1 0 1,0-1 0,0 0 0,1 0 0,-1 0-1,-1-1 1,1 1 0,0-1 0,0-1 0,-8 1-1,13-1-57,0 0-1,0 0 1,0 1 0,0-1-1,0 0 1,0 0-1,0 0 1,0 0-1,-1-1 1,1 1-1,0 0 1,0 0-1,0-1 1,0 1-1,0-1 1,0 1-1,0-1 1,0 1 0,0-1-1,0 1 1,1-1-1,-1 0 1,0 0-1,0 1 1,0-1-1,1 0 1,-1 0-1,0 0 1,1 0-1,-1 0 1,1 0-1,-1 0 1,0-2-1,2 1-201,-1 0-1,0 0 0,1 0 1,-1 0-1,1-1 0,0 1 1,0 0-1,0 0 0,0 0 1,0 0-1,0 1 0,1-1 1,-1 0-1,0 0 0,1 1 1,0-1-1,2-1 0,26-21-4180,2-1-796</inkml:trace>
</inkml:ink>
</file>

<file path=ppt/ink/ink1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6:05.37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0 153 8386,'0'0'12993,"2"16"-11926,-1-6-954,0 1 1,0-1-1,0 0 1,1 1 0,0-1-1,1 0 1,0 0-1,0-1 1,1 1 0,0-1-1,1 1 1,0-1-1,9 11 1,-10-17-110,-1-1 1,1 0-1,-1 0 1,1 0-1,0-1 1,0 1-1,0-1 0,0 0 1,0 0-1,0 0 1,0-1-1,0 1 1,0-1-1,0 0 1,0 0-1,0-1 1,8 0-1,-3-1 18,1 0 0,-1 0 0,1 0 0,-1-1-1,0-1 1,10-5 0,-7 2-47,-1 0 0,0-1 0,0 0 0,-1-1 0,17-18 0,-23 21-14,1 1 0,-1-1 0,0 0-1,-1 0 1,1 0 0,-1 0 0,-1-1-1,1 1 1,-1-1 0,0 0-1,0 0 1,-1 0 0,0 0 0,0-8-1,-1 14 144,2 18 14,4-4-90,0 0 1,0 0 0,1 0 0,1-1-1,0 0 1,1 0 0,0-1 0,13 13-1,-15-17-11,0 0-1,1 0 1,0-1-1,1 0 0,-1 0 1,1-1-1,0 0 1,0 0-1,1-1 1,0-1-1,-1 1 0,17 2 1,-25-6-6,1 0-1,-1 0 1,1 0 0,-1-1 0,0 1 0,1 0 0,-1-1-1,0 1 1,0-1 0,1 1 0,-1-1 0,0 0 0,0 0-1,0 1 1,0-1 0,0 0 0,0 0 0,0 0-1,0 0 1,0 0 0,0 0 0,0 0 0,-1 0 0,1-1-1,0 1 1,-1 0 0,1 0 0,-1-1 0,1 1 0,-1 0-1,0-1 1,1 1 0,-1 0 0,0-1 0,0 1-1,0-2 1,1-64 336,-2 50-171,1-214 660,0 231-1063,3 0-1270,278 1-12771,-110 1 8524,-57-2 8951,-101 0-4115,9-3 16086,-37 3-12829,-4-1-1998,0 1 0,-1 1 0,1 0 0,0 2 0,0 0-1,0 1 1,0 2 0,-33 12 0,39-12-228,1 0 1,0 1-1,0 1 0,-18 14 0,27-20-116,1 0 0,0 0 0,-1 0 0,1 1 0,0-1 0,0 0 0,0 1-1,0 0 1,1-1 0,-1 1 0,1 0 0,-1 0 0,1 0 0,0 0 0,0 0 0,1 0 0,-1 0-1,0 0 1,1 0 0,0 0 0,0 0 0,0 0 0,0 1 0,0-1 0,1 0 0,-1 0 0,1 0-1,1 4 1,-1-5-15,1 0 0,-1 0 0,1 0 0,-1-1-1,1 1 1,0-1 0,0 1 0,-1-1 0,1 0-1,0 1 1,0-1 0,0 0 0,0 0 0,1-1-1,-1 1 1,0 0 0,0-1 0,0 1 0,1-1-1,2 1 1,52 1-156,-45-2 159,5 0-58,-1-1 1,1 0 0,26-5-1,-38 5 62,-1 0-1,0-1 1,0 1-1,0-1 1,0 0-1,0 0 1,0 0 0,0-1-1,-1 1 1,1-1-1,-1 0 1,1 0-1,-1 0 1,0 0-1,-1-1 1,1 1-1,0-1 1,2-5 0,-5 8 3,0 1 0,0 0 1,1 0-1,-1-1 1,0 1-1,0 0 0,0 0 1,1-1-1,-1 1 1,0 0-1,0 0 0,1 0 1,-1-1-1,0 1 1,0 0-1,1 0 0,-1 0 1,0 0-1,1 0 1,-1 0-1,0 0 0,0 0 1,1 0-1,-1 0 1,0 0-1,1 0 1,-1 0-1,0 0 0,1 0 1,-1 0-1,0 0 1,0 0-1,1 0 0,-1 0 1,1 0-1,14 11 79,25 31-210,-9-9-780,-22-28 98,0 0 1,0 0 0,1-1-1,-1 0 1,1 0-1,0-1 1,0-1 0,0 0-1,0 0 1,1-1 0,-1 0-1,0-1 1,1 0-1,10-2 1,-8 2-771,32 0-5543</inkml:trace>
</inkml:ink>
</file>

<file path=ppt/ink/ink1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6:05.60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46 1 10962,'0'0'9225,"-7"29"-7371,-23 97-506,27-111-1051,0 1 0,1-1 0,1 0-1,2 27 1,-1-15 93,3 1-202,0-1 1,2 0 0,1-1-1,1 1 1,1-1-1,2 0 1,16 32 0,-10-23-547,-2 1 0,16 64 0,-30-96 380,3 5-5585,3-20-2470,5-12-2819</inkml:trace>
</inkml:ink>
</file>

<file path=ppt/ink/ink1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6:05.92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115 0 10458,'0'0'9948,"7"7"-9289,-3-4-576,0 0 1,-1 1 0,1-1 0,-1 1 0,0 0 0,0 0 0,-1 0 0,1 0-1,-1 0 1,1 1 0,-2-1 0,1 1 0,0-1 0,-1 1 0,0 0 0,0 0 0,0 0-1,0 0 1,-1 8 0,0 7 208,1-14-152,-1 0 1,0 0-1,0 1 0,-1-1 1,1 0-1,-3 6 1,2-10-83,1 0 1,-1 0 0,0 0 0,0 0 0,-1 0 0,1 0 0,0-1 0,0 1 0,-1-1-1,1 1 1,-1-1 0,0 1 0,1-1 0,-1 0 0,0 0 0,0 0 0,0 0 0,0 0-1,0 0 1,0 0 0,-4 0 0,-9 3 63,-1-2 1,1 0-1,-1-1 0,-21-2 1,17 1-848,18 0-165,-3-1 195</inkml:trace>
</inkml:ink>
</file>

<file path=ppt/ink/ink1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6:07.00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688 3 8666,'0'0'6697,"-32"0"-4906,-1-1-1311,14 0-222,-1 1 1,1 0 0,0 2 0,1 0 0,-1 1-1,0 1 1,1 1 0,-31 11 0,17-3 249,1 2-1,0 1 1,1 1 0,1 1 0,1 2 0,0 1-1,-38 38 1,51-43-394,1 0-1,1 0 1,0 1-1,1 1 1,0 0-1,2 1 1,0 0 0,2 1-1,0-1 1,0 2-1,2-1 1,1 1-1,-4 29 1,7-28-52,0 1 1,2-1 0,0 0-1,2 0 1,0 0 0,7 27-1,-4-33-37,0-1 0,1 1-1,0-1 1,1-1 0,1 1 0,1-1-1,0-1 1,0 0 0,13 13-1,1-1 16,1-2-1,1-1 1,0-1-1,2-1 1,1-1-1,0-1 0,1-2 1,1-1-1,0-1 1,1-2-1,56 15 1,-65-24-25,-19-5-1049,-28-12-3076,22 13 3672,-24-13-5854</inkml:trace>
</inkml:ink>
</file>

<file path=ppt/ink/ink1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6:11.84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303 39 3289,'0'0'9280,"-6"-23"-4747,6 23-4458,-1 0-1,1 0 0,-1 0 0,1 0 1,-1 0-1,1 0 0,-1 0 1,1 0-1,-1-1 0,1 1 0,-1 0 1,1 0-1,-1-1 0,1 1 0,-1 0 1,1-1-1,-1 1 0,1 0 1,0-1-1,-1 1 0,1 0 0,0-1 1,-1 1-1,1-1 0,0 0 1,-1 1-6,1-1 0,0 0 0,-1 1 0,1-1 1,-1 1-1,1-1 0,-1 1 0,1-1 1,-1 1-1,1-1 0,-1 1 0,0 0 1,1-1-1,-1 1 0,0 0 0,1-1 1,-1 1-1,0 0 0,1 0 0,-1 0 1,0-1-1,1 1 0,-1 0 0,0 0 1,-1 0-1,-14 0 71,0 1 0,0 0 0,-1 1 1,1 1-1,-29 8 0,41-10-138,0 1 0,0-1 1,0 1-1,0 0 0,1 0 0,-1 0 0,1 0 1,-1 1-1,1 0 0,0-1 0,0 1 1,0 0-1,0 1 0,0-1 0,1 0 0,0 1 1,-1-1-1,1 1 0,1 0 0,-1 0 1,0 0-1,1 0 0,0 0 0,0 0 0,0 0 1,0 0-1,1 0 0,0 5 0,0-8-3,1 0-1,0 1 1,0-1-1,0 0 1,0 0 0,0 0-1,0 0 1,0 0-1,0-1 1,1 1-1,-1 0 1,0 0-1,0-1 1,1 1-1,-1-1 1,0 1-1,1-1 1,-1 0-1,1 1 1,-1-1 0,0 0-1,1 0 1,-1 0-1,1 0 1,-1 0-1,1 0 1,1-1-1,49-1 217,-51 1-209,8 0 2,0-2 0,-1 1-1,1-1 1,-1 0-1,0-1 1,0 0 0,0 0-1,-1-1 1,0 0-1,1 0 1,8-9-1,39-24 17,-54 37 117,-1 8 69,-7 120 599,3-89-732,2 1 0,1 0 1,2-1-1,8 49 0,1-36-55,-1-13 86,-3 0 0,5 76 0,-11-112-77,-1 0 0,1 1 0,-1-1 0,0 0 0,0 0 0,0 0 0,0 0 0,0 0 0,0 0 0,0 0 0,0 0 0,-1 0 0,1 0 0,-1-1 0,0 1 0,1-1 0,-1 1 0,0-1 0,0 1 0,0-1 0,0 0 0,0 0 0,0 0-1,0 0 1,0-1 0,-1 1 0,1 0 0,0-1 0,0 0 0,-5 1 0,-10 2 152,0-1-1,-35-1 1,42-1-148,-3 0-8,-1 0 0,1-1 0,-1 0 0,1-1 0,0 0 0,0-1 0,-26-9 0,34 9-101,1 0 1,-1 0-1,0 0 0,1-1 1,-1 1-1,1-1 1,0 0-1,1 0 1,-1-1-1,1 1 1,-1-1-1,1 1 1,1-1-1,-1 0 0,1-1 1,0 1-1,0 0 1,0 0-1,1-1 1,-1 1-1,1-1 1,0-7-1,0 3-629,0 1 0,1-1 0,0 0 0,0 1 0,1-1 0,0 0 0,1 1 0,4-14 0,16-19-4592</inkml:trace>
</inkml:ink>
</file>

<file path=ppt/ink/ink1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6:12.49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10 152 9514,'0'0'12764,"0"18"-11341,0 123 855,-3-112-1921,1-21-169,1-21 39,0-36-298,-1 27-15,2 0-1,0 0 0,2 0 1,0 0-1,11-43 0,-12 64 39,0 0 0,0 0 0,0 0 0,0 0 0,0 0 0,0 0 0,1 1 0,-1-1 0,0 0 0,0 1 0,1-1 0,-1 0 0,1 1 0,-1 0 0,0-1-1,1 1 1,-1 0 0,1 0 0,-1 0 0,1-1 0,-1 2 0,1-1 0,-1 0 0,3 1 0,46 5-71,-40-4 31,25 3 71,1-1 0,0-2 1,-1-1-1,52-6 0,-84 5-3,1-1 1,0 0-1,-1 0 0,1 0 1,-1 0-1,0-1 0,1 0 1,-1 1-1,0-1 0,0 0 1,0 0-1,0-1 0,0 1 1,-1-1-1,1 1 1,-1-1-1,1 0 0,-1 0 1,0 0-1,0 0 0,0 0 1,-1-1-1,1 1 0,-1 0 1,0-1-1,0 1 0,0-1 1,0 0-1,-1 1 0,1-1 1,-1 0-1,0 1 0,0-7 1,-1 8 19,1 1 0,-1 0 0,1 0 0,-1 0 0,0 0 1,1 0-1,-1 0 0,0 0 0,0 0 0,1 0 0,-1 0 0,0 0 1,0 0-1,0 1 0,0-1 0,0 0 0,-1 1 0,1-1 0,0 1 0,0-1 1,0 1-1,0-1 0,-1 1 0,1 0 0,0 0 0,0-1 0,-1 1 1,1 0-1,0 0 0,-2 1 0,-49-2 23,40 1-8,7 0 6,0 0-1,-1 0 1,1 1-1,0-1 1,-1 1-1,1 0 0,0 1 1,0-1-1,0 1 1,0 0-1,0 0 0,0 1 1,0-1-1,1 1 1,-1 0-1,-6 7 1,8-6-6,-1 0 1,1 1 0,0 0 0,0 0 0,1 0 0,-1 0 0,1 0 0,0 0 0,1 1 0,-1-1-1,1 1 1,0-1 0,1 1 0,-1-1 0,1 11 0,0-8-14,0 0 1,0 0-1,1 0 0,0 0 1,0-1-1,0 1 0,1 0 1,1-1-1,3 9 1,-4-13-125,0 0 1,0 0-1,1 0 1,-1 0 0,1-1-1,0 1 1,0-1 0,-1 0-1,2 0 1,-1 0 0,0 0-1,0-1 1,1 1 0,-1-1-1,1 0 1,-1 0 0,1 0-1,-1 0 1,1 0 0,0-1-1,-1 0 1,7 0 0,5 1-1009,-1 0 1,1-1-1,-1 0 1,1-1 0,-1-1-1,1 0 1,-1-1-1,20-7 1,7-9-4494</inkml:trace>
</inkml:ink>
</file>

<file path=ppt/ink/ink1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6:12.85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155 60 5641,'0'0'13726,"-8"-11"-12537,-26-33-204,33 44-940,-1-1 1,1 0-1,0 1 1,-1-1-1,1 1 1,-1-1-1,1 1 1,-1 0-1,1-1 1,-1 1-1,1 0 1,-1 0-1,0 0 1,1 0-1,-1 1 1,1-1 0,-1 0-1,1 0 1,-1 1-1,1-1 1,0 1-1,-1 0 1,1-1-1,-1 1 1,1 0-1,0 0 1,0 0-1,-1 0 1,1 0-1,0 0 1,0 0-1,0 0 1,0 0-1,0 1 1,1-1-1,-1 0 1,-1 3 0,-1 0 111,-4 3-18,2 0 0,-1 0 0,1 0 0,0 1 0,1-1 0,-1 1 0,2 0 1,-1 1-1,1-1 0,0 1 0,1-1 0,0 1 0,0 0 0,1 0 0,0 13 0,1-21-140,0 0-1,1 0 0,-1 0 0,1 0 0,-1 0 1,1 0-1,0 0 0,-1 0 0,1-1 0,0 1 0,-1 0 1,1 0-1,0-1 0,0 1 0,0 0 0,0-1 0,-1 1 1,1-1-1,0 1 0,0-1 0,0 0 0,0 1 0,0-1 1,0 0-1,0 0 0,1 0 0,-1 0 0,0 1 0,0-2 1,1 1-1,44 1-78,-34-2 71,2 1-86,-1-1 0,1-1 0,-1 0 0,0 0 0,0-2 0,0 0 0,0 0-1,-1-1 1,16-8 0,-27 12 422,-1 8-371,1 0 0,0 0 0,0 0 0,1 0 0,0 0 0,0 0 0,1 0 0,-1-1 1,1 1-1,1-1 0,-1 0 0,1 0 0,1 0 0,-1 0 0,1-1 0,0 1 0,0-1 0,0-1 0,9 7 0,6-6-3356,-9-14-3555,-4-11-3350</inkml:trace>
</inkml:ink>
</file>

<file path=ppt/ink/ink1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6:13.12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91 0 8386,'0'0'13923,"-90"205"-12619,90-147-168,0 0-344,0-4-343,19-9-113,-6-9-168,0-17-128,-7-6-40,1-10-104,-7-13-4569,0-15-985,0 2-2855</inkml:trace>
</inkml:ink>
</file>

<file path=ppt/ink/ink1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6:13.46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37 1568,'0'0'15516,"32"8"-14389,103 25-210,-120-29-686,0 0 0,0-2-1,1 0 1,-1 0 0,28-2 0,-15-1 151,-27 0-364,0 0 0,0-1 0,0 0 0,0 1 0,-1-1 1,1 1-1,0-1 0,-1 0 0,1 0 0,-1 1 0,0-1 0,1 0 0,-1 0 0,0 1 0,0-1 0,0 0 0,-1-3 0,-1-38 80,2 42-66,-1 0 0,1 0 0,-1 0 0,1 1 0,-1-1 0,0 0 0,1 0 0,-1 0 0,0 1 0,1-1-1,-1 0 1,0 1 0,0-1 0,0 1 0,0-1 0,0 1 0,1-1 0,-1 1 0,0 0 0,0-1 0,0 1 0,0 0 0,0 0 0,0 0 0,0 0 0,0 0 0,0 0 0,0 0 0,0 0 0,0 0 0,0 0 0,0 1 0,0-1 0,0 0 0,0 0 0,0 1-1,0-1 1,-2 2 0,0-1 60,-1 1-1,0-1 0,1 1 1,-1 0-1,1 0 0,0 1 1,0-1-1,-5 6 0,4-2-8,0-1 0,1 1 1,0 1-1,0-1 0,0 0 0,1 1 0,0-1 0,0 1 0,1 0 0,0 0 0,0 0 0,1 0 0,-1-1 0,2 1 1,0 9-1,-1-11-221,1 0 0,0 0 0,0 0 0,0 0 0,1 0 0,0 0 0,0-1 0,0 1 0,0-1 0,1 1 0,0-1 0,0 0 0,0 1 0,0-2 0,1 1 0,-1 0 0,1-1 0,0 1 0,0-1 0,8 4 0,8 2-3820,-1-4-1595</inkml:trace>
</inkml:ink>
</file>

<file path=ppt/ink/ink1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6:13.75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41 158 3673,'0'0'18497,"0"9"-17383,0 81 426,-1-90-1530,0 0-1,1 0 1,-1 0-1,0 0 1,0 0-1,0 0 1,0 0 0,1 0-1,-1 0 1,0-1-1,0 1 1,0 0 0,1-1-1,-1 1 1,0 0-1,0-1 1,1 1-1,-1-1 1,0 1 0,1-1-1,-1 1 1,0-1-1,1 1 1,-1-1 0,1 0-1,-1 0 1,-3-5-8,2 0 0,-1-1 0,0 1 1,1-1-1,0 0 0,1 1 0,0-1 1,0 0-1,-1-10 0,6-67-28,-3 77-73,1 1 1,1-1 0,-1 1-1,1 0 1,0 0 0,1 1 0,-1-1-1,1 0 1,0 1 0,1 0-1,-1 0 1,1 0 0,8-6-1,0 9-4376,-6 2-885</inkml:trace>
</inkml:ink>
</file>

<file path=ppt/ink/ink1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6:14.53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187 395 5033,'0'0'18124,"-27"10"-15680,4 1-2328,7-4-1,0 2 0,0-1 0,-27 22 0,39-27-108,0 1-1,0-1 1,1 1-1,-1 0 0,1 0 1,0 0-1,1 0 1,-1 1-1,1-1 0,-1 1 1,1-1-1,1 1 1,-1 0-1,1 0 0,0 0 1,0 0-1,0 0 1,0 9-1,1 0-17,0-10-4,-1 0 0,1 0 0,0 0 0,1 0 0,-1 0 0,1 0-1,-1 0 1,1 0 0,3 7 0,-2-9 2,-1-1 0,1 1 0,-1-1 0,1 1 0,0-1 0,0 0 0,-1 0 1,1 0-1,0 0 0,0 0 0,0 0 0,0-1 0,0 1 0,1-1 0,-1 1 0,0-1 0,0 0 0,0 0 0,0 0 0,0 0 0,5-1 0,0 2-95,1-1 0,0 0 0,-1 0 0,1-1 0,-1 0 0,1-1 0,-1 1 1,1-1-1,-1-1 0,0 1 0,0-1 0,0-1 0,0 1 0,0-1 0,-1 0 0,0-1 0,0 1 0,0-1 0,6-7 0,13-15-1200,-2-1 0,-1-1 0,-1 0 0,20-39 0,59-134-3030,-65 126 3199,-19 41-687,10-29 6786,-18 38 996,-30 64-3420,0 12-2006,2 0 0,2 1 0,2 1-1,3 0 1,1 1 0,4 1 0,1-1-1,1 101 1,6-154-549,26-1-423,37-21 163,-55 17 276,1 1 0,0 1-1,0 0 1,0 0 0,0 1 0,0 0 0,14-1 0,-23 38 431,0-33-440,-1 0 0,2 0 1,-1 0-1,0 1 1,0-1-1,1 0 0,-1 0 1,1 0-1,0 0 1,-1 0-1,1 0 0,0 0 1,0 0-1,0 0 1,1-1-1,-1 1 0,0 0 1,3 2-1,14 1-8568,-6-5 1691</inkml:trace>
</inkml:ink>
</file>

<file path=ppt/ink/ink1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6:14.71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13 0 2617,'0'0'22540,"-12"90"-22372,12-109-2280,0-7-3137,0-6-2545</inkml:trace>
</inkml:ink>
</file>

<file path=ppt/ink/ink1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6:14.90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65 1 11466,'0'0'12603,"-51"6"-12603,44 1-72,1 2-864,6-2-1881</inkml:trace>
</inkml:ink>
</file>

<file path=ppt/ink/ink1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6:15.16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94 1 9738,'0'0'12028,"-14"32"-9557,-42 108-740,50-123-1383,2 0 0,0 0 0,0 0 0,2 0 0,0 1 0,1-1-1,0 1 1,3 17 0,0 10-43,-2 42-1227,16-86-3903,39-8-6112,-24-2 3234</inkml:trace>
</inkml:ink>
</file>

<file path=ppt/ink/ink1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6:15.68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152 527 6545,'0'0'15298,"-21"-3"-12266,21 3-3031,-13-1 23,1 2-1,0 0 0,-20 3 1,28-3-25,1 0 0,-1 0 0,1 1 1,-1-1-1,1 1 0,0-1 0,0 1 0,0 0 0,0 0 0,0 0 1,0 1-1,0-1 0,1 1 0,-1 0 0,1-1 0,0 1 1,-3 4-1,5-6-5,-1-1 0,1 1 0,-1-1 0,1 1 0,-1 0 0,1-1 0,0 1 0,-1 0 0,1 0 0,0-1 0,-1 1-1,1 0 1,0 0 0,0-1 0,0 1 0,0 0 0,0 0 0,0-1 0,0 1 0,0 0 0,0 0 0,0-1 0,0 1 0,0 0 0,1 0 0,-1-1 0,0 1 0,1 0 0,-1 0 0,0-1 0,1 1 0,-1-1 0,1 1 0,-1 0 0,1-1 0,-1 1 0,1-1 0,-1 1 0,1-1 0,0 1 0,-1-1 0,1 1 0,0-1 0,-1 0 0,1 1 0,0-1 0,0 0 0,-1 0 0,1 0 0,0 1 0,0-1 0,-1 0 0,1 0 0,0 0 0,0 0 0,-1 0 0,1 0 0,0-1 0,1 1 0,3 0 11,0-1 0,-1 1 1,1-1-1,0 0 0,-1 0 0,1 0 1,0-1-1,-1 1 0,6-4 1,10-9-54,-1-2 1,0 0 0,-1-1 0,-1-1 0,-1 0 0,0-1 0,-1-1-1,14-25 1,85-181-2756,-111 218 2678,5-9 218,0 1 1,-2-1-1,0 0 0,-1-1 1,0 0-1,-2 1 0,2-26 1,-5 42-19,-1 1 0,0-1 0,0 1 1,0-1-1,0 1 0,0-1 0,0 1 0,0-1 1,0 1-1,0 0 0,0 0 0,0-1 0,0 1 1,0 0-1,0 0 0,0 0 0,0 0 0,0 0 1,0 0-1,0 0 0,0 1 0,0-1 1,0 0-1,0 0 0,0 1 0,-1 0 0,2-1 16,-9 2 30,1 1 0,1 1 0,-1-1 0,0 1 0,1 0 0,0 1-1,0 0 1,0 0 0,1 0 0,0 1 0,0 0 0,0 0 0,0 1-1,-5 9 1,-2 2 78,1 1 1,1 1-1,0 0 0,-10 29 0,13-26-111,1 1-1,0 0 1,2 0-1,1 0 1,1 0 0,0 33-1,3-49-196,0 0-1,0 0 1,1 0-1,0 0 0,0-1 1,1 1-1,0 0 1,1-1-1,-1 1 1,1-1-1,1 0 0,-1 0 1,1 0-1,1 0 1,-1-1-1,1 0 1,0 0-1,0 0 0,1 0 1,0-1-1,0 0 1,0 0-1,13 7 1,-5-6-999,0-1 0,1 0 0,24 5 0,19 0-4981,8-3-6785</inkml:trace>
</inkml:ink>
</file>

<file path=ppt/ink/ink1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6:15.84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218 1 8858,'0'0'16163,"-166"151"-15418,140-132-521,7-3-224,12-13-1105</inkml:trace>
</inkml:ink>
</file>

<file path=ppt/ink/ink1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6:16.28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1 137 12619,'0'0'11518,"4"21"-10764,15 69-185,-16-81-487,-1-1 0,1 1 0,0-1 0,9 15 0,-11-21-67,1 1 0,-1 0 0,1 0 0,-1 0 0,0 0 0,0 0 0,0 0 0,-1 1 0,1-1-1,-1 0 1,1 0 0,-1 4 0,0-6 245,-3-17-247,2 1-1,0 0 0,1-1 0,2-24 1,1-5-9,-3 33-143,0 1 1,1 0 0,1-1 0,0 1-1,0 0 1,1 0 0,1 0 0,0 1-1,0-1 1,1 1 0,0 0 0,1 0-1,0 0 1,1 1 0,0 0 0,0 0-1,11-9 1,-15 17-653,0 0 1,0 0-1,1 0 0,-1 0 0,0 1 0,0-1 1,1 1-1,-1 0 0,0 0 0,1 0 0,4 2 1,6-2-3256,5 0-3911</inkml:trace>
</inkml:ink>
</file>

<file path=ppt/ink/ink1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6:16.63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64 0 4241,'0'0'14916,"-5"7"-13178,-4 2-1280,4-4-253,1 0 0,-1 1 0,1-1 0,0 1 0,0 0 0,0 0 0,1 0 1,0 0-1,0 1 0,0-1 0,1 1 0,0 0 0,1-1 0,-2 10 0,3-13-203,0 0 1,0 0-1,1 1 0,-1-1 0,1 0 1,0 0-1,-1 0 0,1 0 0,1 0 0,-1 0 1,0 0-1,1 0 0,-1 0 0,1-1 1,0 1-1,0-1 0,0 1 0,0-1 0,1 0 1,-1 0-1,1 0 0,-1 0 0,1 0 1,0 0-1,0-1 0,-1 1 0,1-1 0,0 0 1,0 0-1,0 0 0,1 0 0,-1 0 1,0-1-1,0 0 0,6 1 0,-6-1 1,0 1 0,0 0-1,0-1 1,0 0 0,0 0 0,0 0-1,0 0 1,0 0 0,0-1 0,0 1-1,0-1 1,0 0 0,-1 0 0,1 0-1,0 0 1,0 0 0,-1-1 0,1 1-1,0-1 1,-1 0 0,4-3 0,-3 1 1,-1 0 0,0 0 1,0 0-1,0 0 1,0-1-1,-1 1 1,1 0-1,-1-1 0,-1 1 1,1-1-1,0 1 1,-1-1-1,0 0 0,0-4 1,1-18-3,0 19-38,0 1-1,-1-1 0,0 1 1,0-1-1,-1 1 0,1-1 1,-4-8-1,4 16-96,-1-1-1,1 0 0,-1 1 0,0-1 1,0 0-1,1 1 0,-1-1 1,0 1-1,0-1 0,0 1 1,1 0-1,-1-1 0,0 1 1,0 0-1,0 0 0,0-1 1,0 1-1,0 0 0,0 0 1,0 0-1,-1 0 0,1 0-5,1 0 0,0 0 0,-1 0 1,1 0-1,0 0 0,-1 0 0,1 0 0,-1 0 0,1 0 0,0 0 0,-1 0 0,1 0 0,-1 1 0,1-1 1,0 0-1,-1 0 0,1 0 0,0 1 0,-1-1 0,1 0 0,0 0 0,0 0 0,-1 1 0,1-1 0,0 0 1,0 1-1,-1-1 0,1 0 0,0 1 0,0-1 0,0 0 0,-1 1 0,1-1 0,0 0 0,0 1 0,0-1 1,0 1-1,0-1 0,0 0 0,0 1 0,0-1 0,0 1 0,0-1 0,0 0 0,0 1 0,0-1 1,0 0-1,0 1 0,0-1 0,1 1 0,-1-1 0,0 0 0,0 1 0,1-1 0,9 13-4319</inkml:trace>
</inkml:ink>
</file>

<file path=ppt/ink/ink1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6:16.99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152 29 10186,'0'0'14146,"-23"4"-13483,-73 12-278,95-16-376,0 0-1,-1 0 1,1 1-1,-1-1 1,1 0-1,0 0 0,-1 1 1,1-1-1,0 1 1,0-1-1,-1 1 1,1 0-1,0-1 1,0 1-1,0 0 1,0 0-1,-1 0 1,1 0-1,1 0 1,-1 0-1,0 0 1,0 0-1,0 0 1,0 0-1,1 1 1,-1-1-1,1 0 1,-1 0-1,1 1 1,-1-1-1,1 0 1,0 1-1,-1-1 0,1 1 1,0-1-1,0 0 1,0 1-1,0-1 1,0 1-1,1-1 1,-1 0-1,0 1 1,1-1-1,0 2 1,1 6 3,-3 6 18,1-13-41,0 0 0,0 1 0,-1-1 0,1 0 0,1 0 0,-1 0 0,0 0 0,0 0 0,1 0 0,0 0 0,-1 0 0,3 4 0,-2-5 6,1 0 0,0 0 1,-1 0-1,1 0 0,0 0 0,0 0 1,0-1-1,0 1 0,0-1 0,0 1 1,0-1-1,0 0 0,0 0 0,0 0 1,0 0-1,3-1 0,0 1 12,-1-1 0,1 0 0,0 0 0,-1-1 0,1 1 0,-1-1 0,0 0 0,1 0 0,-1-1 0,0 1 0,0-1 0,-1 0 0,1 0 0,0 0 0,-1 0 0,0-1 0,0 1 0,0-1 0,0 0 1,-1 0-1,1 0 0,-1 0 0,0-1 0,0 1 0,0-1 0,-1 1 0,0-1 0,0 1 0,0-1 0,0 0 0,-1 1 0,0-1 0,0 0 0,0 0 0,0 1 0,-1-1 0,-1-5 0,1 8-53,1 1-1,-1-1 1,0 1 0,0 0-1,-1-1 1,1 1 0,0 0-1,0 0 1,0 0 0,-1 0-1,1 0 1,-1 0 0,1 0-1,-1 1 1,1-1 0,-1 0-1,1 1 1,-1-1 0,0 1-1,1 0 1,-1-1-1,1 1 1,-1 0 0,-3 0 0,-8-2-8564</inkml:trace>
</inkml:ink>
</file>

<file path=ppt/ink/ink1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6:17.44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98 0 6977,'0'0'13061,"-13"13"-11640,-40 42-273,49-49-1020,1 0 0,-1 1 0,1-1 0,0 1 0,1 0-1,-1 0 1,1 0 0,1 1 0,-1-1 0,1 0-1,1 1 1,-1-1 0,1 8 0,0 5 110,-3 176 623,4-105-672,0-89-223,-1 0-1,1 0 0,-1 0 1,1-1-1,-1 1 0,1 0 0,0-1 1,0 1-1,0 0 0,0-1 1,0 1-1,0-1 0,0 0 0,1 1 1,-1-1-1,1 0 0,-1 0 0,1 1 1,-1-1-1,1-1 0,-1 1 1,1 0-1,0 0 0,-1 0 0,1-1 1,0 1-1,0-1 0,0 0 0,-1 1 1,1-1-1,0 0 0,3 0 1,4 1-307,-1-1 0,0 0 1,0 0-1,0-1 1,0 0-1,12-3 0,-19 4 116,0-1-1,-1 1 1,1 0 0,0-1-1,0 1 1,-1-1-1,1 1 1,0-1-1,0 0 1,-1 1-1,1-1 1,-1 0-1,1 1 1,0-1-1,-1 0 1,1 1 0,-1-1-1,0 0 1,1 0-1,-1 0 1,0 0-1,1 1 1,-1-1-1,0 0 1,0 0-1,0 0 1,0 0-1,0 0 1,0 0-1,0 0 1,0-1 0,0-14-5450</inkml:trace>
</inkml:ink>
</file>

<file path=ppt/ink/ink1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6:17.64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0 9034,'0'0'13315,"96"0"-13315,-64 0-1000,0 0-2937,-6 0-2593</inkml:trace>
</inkml:ink>
</file>

<file path=ppt/ink/ink1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6:18.11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8 8634,'0'0'10491,"9"-3"-9658,-6 2-741,0 0 1,0 0-1,0 1 1,1-1-1,-1 1 1,0 0-1,1 0 1,-1 0-1,0 0 1,0 0-1,1 1 1,-1 0 0,0-1-1,0 1 1,0 1-1,4 0 1,-1 2 104,0 0 1,0 0 0,0 1 0,-1-1-1,1 1 1,-1 1 0,0-1 0,5 8-1,16 24 471,-2 0-1,-2 1 1,-1 2-1,-2 0 1,23 70-1,-19-33-103,-3 1 0,12 100-1,-28-151-485,-1 1 1,-1 0-1,-1 0 0,-5 44 0,2-62-44,0 1 1,-1-1-1,0 0 0,0 0 0,-1-1 0,0 1 0,-1-1 1,0 0-1,0 0 0,-1 0 0,0-1 0,-1 1 0,0-2 0,0 1 1,-10 7-1,-60 40 114,63-50-1411,-11-5-6858,19 0 4679,-2 0-3470</inkml:trace>
</inkml:ink>
</file>

<file path=ppt/ink/ink1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6:27.96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321 0 4601,'0'0'6488,"-1"0"-6209,-3 0-231,3 0 567,14 1 3489,-18 3-47,-17 11-3051,-10 20-420,-1 0-108,2 1-1,-47 69 1,64-83-394,1 1 0,1 1 1,1 0-1,1 1 0,0-1 1,3 2-1,0 0 0,1-1 0,1 2 1,-1 46-1,6-53-63,-1-12-6,1 0 1,0 1-1,1-1 0,0 0 1,0 0-1,3 11 1,-2-16-13,-1 0 0,1 0 0,0 0 1,0 0-1,0 0 0,0-1 0,0 1 0,1-1 0,-1 1 1,1-1-1,-1 0 0,1 0 0,0 0 0,0-1 1,0 1-1,0 0 0,0-1 0,6 2 0,-1 0 9,1-1-1,-1 1 1,1-1-1,0-1 1,-1 1-1,1-2 1,0 1 0,0-1-1,0 0 1,0-1-1,0 0 1,0-1-1,-1 1 1,1-2-1,10-3 1,-15 4-3,1 0 0,0-1 0,-1 0 0,1 0 0,-1 0 0,0 0 0,0-1 0,0 1 0,0-1 1,-1 0-1,0 0 0,1-1 0,-2 1 0,1-1 0,0 1 0,-1-1 0,0 0 0,0 0 0,0 0 0,-1 0 0,1 0 0,-1 0 0,-1-1 0,1 1 1,-1 0-1,0-7 0,0 8 16,-1 0 1,1-1 0,-1 1-1,0 0 1,-1 0 0,1 0-1,-1 0 1,1 0 0,-1 0-1,0 0 1,-1 0 0,1 1-1,-1-1 1,0 1 0,1 0-1,-1 0 1,-1 0 0,1 0-1,0 0 1,-1 1 0,0-1-1,1 1 1,-1 0 0,0 0-1,0 0 1,0 1 0,0-1-1,-6 0 1,-16-5 240,0 1 0,0 2 0,-42-3 0,39 5 58,18 1-155,-30-7 297,40 8-385,12 0-2052,42 0-4360,-27 0 689</inkml:trace>
</inkml:ink>
</file>

<file path=ppt/ink/ink1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6:29.01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811 18 5873,'0'0'7067,"-27"-2"-5885,-1-2-909,0-1 67,-1 2 0,0 1 0,1 1-1,-48 5 1,60-1-101,-1 2 1,1 0-1,0 1 1,0 0-1,1 2 0,-1 0 1,-21 15-1,-4 6 681,-49 46 1,62-48-769,2 1 0,0 1 0,2 2 1,1 0-1,2 2 0,1 0 1,1 1-1,2 1 0,2 0 1,1 2-1,2-1 0,1 2 0,2-1 1,1 2-1,3-1 0,1 1 1,1-1-1,3 1 0,4 44 1,-2-70-105,1-1 1,0 0-1,1 1 1,1-1-1,0-1 1,0 1-1,1-1 1,1 0-1,0 0 1,0-1-1,17 19 1,8 4 260,70 55 1,-80-71-186,-2-1-70,0-2-1,1 0 1,0-2-1,1 0 1,1-1-1,0-1 1,30 8 0,-18-9-31,0-2 1,0-2 0,0-1-1,54-1 1,-62-3 2,-1-1-1,0-2 1,1 0-1,47-14 1,-57 12-24,-1-1 0,0-1-1,-1-1 1,0 0 0,0 0 0,0-2-1,-1 0 1,21-20 0,-17 11 6,0-1 1,-1-1-1,-1-1 0,-2 0 0,0-1 1,-1 0-1,-1-1 0,-2-1 0,0 0 1,-1 0-1,-2-1 0,6-35 0,-4-5 21,-2-1-1,-3 1 1,-9-119-1,4 173-20,0 0 1,-1 0-1,0 0 0,-1 1 0,-1-1 0,1 1 0,-2 0 0,0 0 0,0 1 0,-1-1 0,0 1 0,-1 0 0,0 1 0,0-1 0,-16-14 1,3 8 18,0 0 0,-1 2 1,-1 0-1,0 1 1,0 1-1,-32-11 1,-164-73 325,185 89 407,32 7-744,0-1 0,1 1 0,-1 0 0,0 0 0,0-1 0,1 1 1,-1 0-1,0 0 0,0 0 0,0 0 0,1 0 0,-1 0 0,0 0 0,0 1 0,0-1 0,1 0 0,-1 0 0,0 0 0,0 1 0,1-1 0,-1 1 0,0-1 0,1 0 0,-1 1 0,0-1 0,1 1 0,-1-1 0,1 1 1,-1 0-1,0-1 0,1 1 0,0 0 0,-1-1 0,1 1 0,-1 1 0,35-2-1386,-32 0 896,0 0 0,0 0-1,0 0 1,0 1 0,0-1-1,0 1 1,0-1 0,0 1 0,0 0-1,0-1 1,0 1 0,-1 0-1,4 3 1,8 5-5371</inkml:trace>
</inkml:ink>
</file>

<file path=ppt/ink/ink1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6:30.76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443 13 672,'0'0'9558,"3"-2"-9143,14-9 11714,-18 11-11506,1 1-607,0 1-1,0-2 373,-1 4-331,0-1 1,0 0-1,-1 1 1,1-1-1,-1 0 1,0 0-1,0 0 1,0 0 0,-3 3-1,-9 15 260,-34 72 358,13-27-209,2 2 0,-37 111-1,-39 218 917,97-359-1119,-1-1 1,-34 65-1,-6 18 313,44-74-379,9-45 76,0-2-491,0-1 37,0 0 0,0 1 0,1-1 0,-1 0-1,0 1 1,1-1 0,-1 0 0,1 1 0,-1-1 0,1 1 0,0-1 0,0 1 0,1-2-1,2-2-894,11-9-6323,-3 7-792</inkml:trace>
</inkml:ink>
</file>

<file path=ppt/ink/ink1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6:31.54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220 3 4945,'0'0'10469,"-19"0"-752,51-1-8842,-18 0-768,-1 1 0,0 0 0,0 1 0,1 0 0,19 5 0,-29-5-109,-1 0-1,0 1 0,0-1 0,1 1 1,-1-1-1,0 1 0,-1 0 0,1 0 0,0 0 1,0 1-1,-1-1 0,0 1 0,1-1 1,-1 1-1,0 0 0,0 0 0,0 0 1,-1 0-1,1 0 0,-1 0 0,0 1 1,0-1-1,0 0 0,0 1 0,0-1 0,0 6 1,-1-4 16,1 1-1,-1 0 1,0-1 0,0 1 0,-1 0 0,0-1 0,0 1 0,0-1 0,-1 1 0,1-1-1,-1 0 1,-1 1 0,1-1 0,-1 0 0,0 0 0,0-1 0,0 1 0,-1-1 0,1 1-1,-6 3 1,0 1 72,-1-1 1,-1-1-1,1 0 0,-1 0 0,0-1 0,0-1 0,-1 0 0,-14 5 1,26-10-86,0 0 1,0 0-1,0 0 1,0 0-1,0 0 1,0 0-1,1 0 1,-1 0-1,0 0 1,0 0-1,0 0 1,0 0-1,0 0 1,0 0-1,0 0 1,0 0-1,0 0 1,0 0-1,0 1 1,0-1-1,0 0 1,0 0-1,0 0 1,1 0-1,-1 0 1,0 0-1,0 0 1,0 0 0,0 0-1,0 0 1,0 0-1,0 1 1,0-1-1,0 0 1,0 0-1,0 0 1,0 0-1,0 0 1,0 0-1,0 0 1,0 0-1,-1 0 1,1 0-1,0 1 1,0-1-1,0 0 1,0 0-1,0 0 1,0 0-1,0 0 1,0 0-1,0 0 1,0 0-1,0 0 1,0 0-1,0 0 1,0 0-1,0 0 1,-1 0 0,1 0-1,0 0 1,0 0-1,0 1 1,0-1-1,0 0 1,0 0-1,0 0 1,12 6 3,-7-4-33,0 0 0,0 0-1,-1 0 1,1 1 0,-1 0 0,0 0 0,1 0 0,-1 0-1,6 8 1,-7-7 9,0 0-1,-1 0 1,0 1-1,0-1 1,0 1-1,0-1 1,-1 1 0,1 0-1,-1 0 1,0 0-1,-1 0 1,1 0-1,-1 0 1,0 0-1,0 0 1,-1 0-1,1-1 1,-1 1 0,0 0-1,-1 0 1,1 0-1,-1-1 1,0 1-1,0 0 1,0-1-1,-1 0 1,0 1-1,1-1 1,-1 0 0,-1-1-1,1 1 1,-1 0-1,1-1 1,-1 0-1,0 0 1,0 0-1,0 0 1,-9 3-1,-6 2 106,0-2 1,-1 0-1,0-1 0,0-1 0,0 0 0,0-2 0,0 0 0,-39-3 0,57 1-116,1 0-1,0 0 0,-1 1 1,1-2-1,-1 1 1,1 0-1,-1 0 1,1 0-1,0-1 0,-1 1 1,1 0-1,-1-1 1,1 0-1,0 1 1,0-1-1,-1 0 0,1 1 1,0-1-1,0 0 1,0 0-1,0 0 1,0 0-1,0 0 0,0 0 1,0-1-1,0 1 1,0 0-1,1 0 1,-1-1-1,0 1 0,1 0 1,-1-1-1,1 1 1,0 0-1,-1-1 1,1 1-1,0-1 0,0 1 1,0-1-1,0 1 1,0-1-1,0 1 1,0 0-1,1-4 0,2-6-2116,0 1 0,0-1 0,1 0 0,8-15 0,-12 25 2049,13-27-7830</inkml:trace>
</inkml:ink>
</file>

<file path=ppt/ink/ink1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6:32.23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671 4 5697,'0'0'9174,"-29"-1"-7800,-94-2-151,115 4-1054,-1 0 1,1 0 0,0 1-1,0 0 1,0 0 0,0 1-1,0 0 1,0 0 0,1 1-1,-1 0 1,1 1 0,0-1-1,0 1 1,1 1 0,-7 5-1,-16 13 547,-2-1-428,1 1 0,1 2 0,2 1 0,0 1 0,2 1 0,1 1 0,2 1 0,1 1 0,1 1 0,2 1 0,1 1 1,2 0-1,1 1 0,-10 42 0,17-36-216,2 1 0,1-1 0,2 1 0,7 71 1,-5-114-73,2 19 15,0 0 0,2 0 0,1-1 0,0 0 0,1 0 0,1 0 0,0-1 0,2 0 1,0 0-1,20 27 0,-3-10 57,1 0 0,2-2 1,54 46-1,-64-60-82,2-2 0,0-1 0,1 0 0,0-1 0,1-2 0,0 0 0,1-2 0,1 0-1,-1-2 1,1-1 0,1 0 0,-1-2 0,1-1 0,32 1 0,-29-5 1,-1-1 1,32-5-1,-48 3 8,-1 1 1,0-2-1,0 1 1,0-2-1,0 1 1,-1-1-1,0-1 1,10-7 0,4-3 19,-1-1 0,0-2 0,-2 0 1,0-1-1,-1-1 0,-1-1 0,-1 0 1,-1-2-1,-1 0 0,-1-1 0,-2 0 1,0-1-1,-2-1 0,0 0 0,-2 0 1,-1-1-1,5-40 0,-3-6 185,-4 0-1,-6-139 0,-4 166-133,-2 0-1,-1 1 1,-3 0-1,-2 0 1,-29-73-1,35 104-33,-1 1-1,-1 0 1,0 0-1,-1 0 1,-1 1-1,0 1 1,0 0-1,-1 0 1,-1 1-1,0 0 1,-1 1-1,0 1 1,0 0-1,-1 0 1,-28-12-1,34 19-3858,23 3-1265,9-1-1841</inkml:trace>
</inkml:ink>
</file>

<file path=ppt/ink/ink1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6:35.77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1 228 9962,'0'0'10344,"13"-9"-9698,46-30 19,-57 38-616,-1 0 0,1 0 1,0 0-1,-1 0 1,1 0-1,0 1 0,0-1 1,-1 0-1,1 1 1,0-1-1,0 1 1,0 0-1,0 0 0,0 0 1,0 0-1,0 0 1,-1 0-1,1 0 0,0 1 1,0-1-1,0 1 1,0-1-1,0 1 0,-1 0 1,1-1-1,0 1 1,-1 0-1,1 0 1,-1 0-1,1 1 0,-1-1 1,1 0-1,-1 1 1,0-1-1,2 2 0,1 4-15,1 1-1,-2-1 1,1 0-1,-1 1 1,0 0-1,2 9 0,-1-1 76,0-1-80,0 0-1,-2 0 0,0 0 0,0 1 1,-2-1-1,0 20 0,-1-8 30,0-26-39,-1 0 0,0-1-1,0 1 1,0-1-1,1 1 1,-1-1 0,0 0-1,0 0 1,0 0-1,0 0 1,0 0 0,1 0-1,-1 0 1,0-1-1,0 1 1,0-1 0,0 1-1,-1-2 1,0-4 54,0 0 0,0-1 0,1 1 0,-1-1 0,2 0 0,-1 0 0,1 0 0,0 0 0,0-13 0,1 17-43,-3-34 104,1 1 1,6-61-1,-3 86-148,0-1-1,1 1 0,1 1 0,0-1 1,0 0-1,1 1 0,0-1 1,1 1-1,0 0 0,0 0 1,1 1-1,1 0 0,7-9 0,-12 16-339,1 1-1,0-1 0,1 1 0,-1-1 0,0 1 0,0 0 0,0 0 1,1 0-1,-1 1 0,0-1 0,1 1 0,-1 0 0,1 0 0,-1 0 1,1 0-1,5 2 0,7-1-2434,4-1-2117</inkml:trace>
</inkml:ink>
</file>

<file path=ppt/ink/ink1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6:36.13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92 1 3977,'0'0'16197,"-14"29"-15603,-43 93-163,54-117-398,0 0 1,1 1-1,-1-1 0,1 1 0,0 0 0,1-1 0,-1 1 1,1 0-1,0 0 0,1 0 0,-1 0 0,1 0 0,1 7 1,0 8-24,-1-21-15,0 1 0,0 0 0,0 0 0,0 0 0,1-1 0,-1 1 0,0 0 0,0 0 0,1 0 0,-1-1 0,0 1 0,1 0 0,-1 0 0,1-1 0,-1 1 0,1 0 0,-1-1 0,1 1 1,-1-1-1,1 1 0,0-1 0,-1 1 0,1-1 0,0 1 0,0-1 0,-1 1 0,1-1 0,1 1 0,30 1-41,-26-3 67,0 0-1,0 0 1,0-1 0,0 0 0,-1 0-1,1 0 1,9-5 0,-11 1 9,1 0 1,-1 0-1,0 0 1,0-1-1,-1 1 1,0-1-1,0 0 0,0 0 1,-1 0-1,0 0 1,-1 0-1,1-1 1,-1 1-1,-1-1 1,1 1-1,-2 0 0,1-1 1,-1 1-1,0-1 1,0 1-1,-1 0 1,-2-9-1,2 14-18,1 0-1,0 1 1,-1-1-1,0 0 1,1 0-1,-1 1 1,0-1-1,0 1 1,0 0-1,0-1 1,0 1-1,0 0 1,0 0-1,0 0 1,-1 1-1,1-1 1,0 1-1,-3-1 1,-45 0-570,49 1 408,0 0 0,1 0-1,-1 1 1,0-1-1,0 1 1,1-1-1,-1 1 1,0-1 0,1 1-1,-1-1 1,0 1-1,1-1 1,-1 1-1,1 0 1,-1-1 0,1 1-1,-1 0 1,1 0-1,-1-1 1,1 1-1,0 0 1,-1 0 0,1 0-1,0-1 1,0 1-1,0 0 1,0 0 0,0 0-1,-1 0 1,2-1-1,-1 1 1,0 0-1,0 0 1,0 0 0,0 0-1,0 0 1,1 0-1,-1 6-2413,0 1-4806</inkml:trace>
</inkml:ink>
</file>

<file path=ppt/ink/ink1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6:36.52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117 1 9858,'0'0'10004,"-11"23"-9851,-36 76-60,44-94-70,1 0-1,0 0 0,0 1 1,1-1-1,0 1 0,0-1 1,0 1-1,0 10 1,1-14-23,0-1 0,1 1 0,-1 0 0,0-1 0,1 1 0,-1-1 0,1 1 0,0-1 1,-1 1-1,1-1 0,0 1 0,0-1 0,0 0 0,0 1 0,0-1 0,0 0 0,0 0 0,0 0 1,3 2-1,0-1 1,1-1 0,0 1 0,-1-1 0,1 0 0,0 0 0,-1 0 0,1-1 0,0 0 0,0 0 0,0 0 0,-1 0 0,1-1 0,6-1 0,-8 1 19,-1 0-1,0-1 1,0 1 0,1 0 0,-1-1 0,0 1 0,-1-1 0,1 0 0,0 1 0,0-1-1,-1 0 1,1 0 0,-1 0 0,1-1 0,-1 1 0,0 0 0,0 0 0,0-1 0,0 1 0,-1-1-1,1 1 1,-1 0 0,1-1 0,-1 0 0,0 1 0,0-3 0,1 0 136,0 0 1,-1 0-1,0 0 1,0 0 0,0 0-1,-1 0 1,0 0-1,0 0 1,0 0 0,0 1-1,-1-1 1,-3-7-1,3 9-92,-1 0 0,0 0-1,0 1 1,1-1 0,-2 1-1,1 0 1,0 0 0,0 0 0,-1 0-1,1 0 1,-1 1 0,1-1-1,-1 1 1,0 0 0,-6-1 0,-62-1 150,52 3-334,20 0 36,0 0 0,-1 0 1,1 0-1,-1 1 0,1-1 0,-1 0 1,1 0-1,0 0 0,-1 0 0,1 0 1,0 1-1,-1-1 0,1 0 0,-1 0 1,1 1-1,0-1 0,-1 0 0,1 0 1,0 1-1,0-1 0,-1 0 0,1 1 1,0-1-1,0 1 0,0-1 0,-1 0 1,1 1-1,0-1 0,0 1 0,0-1 1,0 0-1,0 1 0,0-1 0,0 1 1,0-1-1,0 1 0,0-1 0,0 0 1,0 1-1,0-1 0,0 1 0,0-1 1,0 1-1,0-1 0,1 0 0,-1 1 0,0-1 1,0 0-1,0 1 0,1-1 0,-1 0 1,0 1-1,0-1 0,1 0 0,-1 1 1,0-1-1,1 0 0,-1 0 0,1 1 1,21 5-4472,3-2-2283</inkml:trace>
</inkml:ink>
</file>

<file path=ppt/ink/ink1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6:36.85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90 1 9434,'0'0'10984,"-10"27"-9095,1-2-1488,-2 6 108,1 0 0,1 1 0,-7 53 0,3 13 600,1 130 0,12-227-1122,0 0 0,0 0 1,0-1-1,1 1 0,-1 0 0,0 0 1,1 0-1,-1 0 0,0 0 1,1-1-1,-1 1 0,1 0 0,-1 0 1,1-1-1,-1 1 0,1 0 1,0-1-1,-1 1 0,1 0 0,0-1 1,0 1-1,-1-1 0,1 0 1,0 1-1,0-1 0,0 1 0,0-1 1,-1 0-1,1 0 0,0 1 1,0-1-1,0 0 0,0 0 0,0 0 1,0 0-1,0 0 0,0 0 1,0 0-1,-1-1 0,3 1 0,-1-1-151,0 1-1,0 0 0,0-1 1,1 1-1,-1-1 0,0 0 1,0 1-1,0-1 0,-1 0 1,1 0-1,0-1 0,0 1 1,0 0-1,-1-1 0,1 1 1,2-4-1,9-33-7655,-12 19 617</inkml:trace>
</inkml:ink>
</file>

<file path=ppt/ink/ink1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6:37.03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23 10642,'0'0'11683,"199"-22"-12315,-155 41-2441,8-6-5153</inkml:trace>
</inkml:ink>
</file>

<file path=ppt/ink/ink1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6:37.72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1 280 7402,'0'0'6873,"29"-28"-6496,95-87-6,-117 108-304,0 1-1,1 0 1,0 0-1,0 1 1,0 0-1,1 0 1,0 1-1,0 0 1,0 0-1,14-3 1,1 0 144,34-11 104,0 3 0,0 3 0,2 1 0,-1 4 0,96 0 0,-152 7-250,0 0 0,-1 0 0,1 1 0,0-1 0,-1 1 0,1 0 0,0 0 0,-1 0 1,1 0-1,-1 0 0,0 0 0,1 1 0,-1-1 0,0 1 0,0 0 0,0 0 0,0 0 0,0 0 0,0 0 0,-1 0 1,1 0-1,0 0 0,-1 1 0,0-1 0,0 1 0,0-1 0,0 1 0,0-1 0,0 1 0,0 0 0,-1-1 1,1 4-1,2 13 485,-1 1 0,-1 0 1,-2 33-1,0-5 187,14 102 621,5 155 141,-24-174 783,6-130-2234,-1-2-255,0 0 1,1 1-1,-1-1 1,0 0 0,1 0-1,-1 0 1,0 0 0,1 0-1,-1 0 1,1 0-1,0 0 1,-1 0 0,1 0-1,0 0 1,-1 0-1,1 0 1,0-1 0,0 1-1,0 0 1,0 0-1,0 0 1,0 0 0,1 0-1,-1 0 1,0 0-1,0 0 1,1-2 0,0-8-2442,-1-9-3003</inkml:trace>
</inkml:ink>
</file>

<file path=ppt/ink/ink1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6:38.22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 0 3849,'0'0'14384,"-1"1"-14261,1-1 0,-1 0 0,1 1 0,-1-1-1,1 1 1,0-1 0,-1 1 0,1 0 0,0-1 0,-1 1-1,1-1 1,0 1 0,0-1 0,0 1 0,0 0 0,0-1 0,-1 1-1,1 0 1,0-1 0,0 1 0,0-1 0,1 1 0,-1 0-1,0-1 1,0 1 0,0 0 0,48 64 3486,-41-51-3410,1 0-1,0 0 1,1 0 0,1-1 0,0-1 0,0 0 0,2 0 0,-1-1 0,1 0 0,1-1-1,0 0 1,0-1 0,1-1 0,20 10 0,-26-14-368,-8-4 60,0-1-1,0 1 1,0 0-1,0 0 1,0 0-1,0 0 1,0 0-1,0 0 1,0 0 0,0 0-1,0 0 1,0-1-1,0 1 1,0 0-1,0 0 1,0 0-1,0 0 1,1 0-1,-1 0 1,0 0-1,0 0 1,0 0-1,0 0 1,0 0-1,0 0 1,0-1-1,0 1 1,0 0 0,1 0-1,-1 0 1,0 0-1,0 0 1,0 0-1,0 0 1,0 0-1,0 0 1,0 0-1,0 0 1,1 0-1,-1 0 1,0 0-1,0 0 1,0 0-1,0 0 1,0 0-1,0 1 1,0-1 0,0 0-1,1 0 1,-3-18-5934,2 2-2252</inkml:trace>
</inkml:ink>
</file>

<file path=ppt/ink/ink1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6:38.85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412 0 5569,'0'0'6282,"-59"0"298,49 1-6233,0 1 1,-1-1 0,2 2 0,-1-1 0,0 2-1,0-1 1,1 1 0,0 0 0,0 1 0,0 0-1,-8 7 1,-18 13 802,-38 37 0,58-49-782,1 1 0,1 1 0,0 0 0,-15 23 0,23-30-284,0 1 1,0-1 0,1 1 0,0 0 0,1 0 0,0 1-1,0-1 1,1 1 0,1-1 0,-2 20 0,3-17 285,0-14-2318,0-8-3439,0 3-1154</inkml:trace>
</inkml:ink>
</file>

<file path=ppt/ink/ink1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6:33.32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26 71 5049,'0'0'7656,"-2"-4"-6894,0-1-478,0 0 0,0 0 1,1 0-1,-1 0 0,2 0 0,-1 0 0,0-6 1,1 10-84,0 0 0,0 0 0,-1 0 1,1 0-1,0 0 0,0 0 0,-1 0 0,1 0 1,-1 0-1,1 0 0,-1 1 0,1-1 1,-1 0-1,1 0 0,-1 0 0,0 1 1,1-1-1,-1 0 0,0 1 0,0-1 0,-2-2 2879,10 4-1665,-2-1-1540,5 4 305,1 0 1,-1 0-1,0 0 1,-1 2-1,1-1 0,-1 1 1,0 0-1,-1 1 1,1 0-1,10 12 1,-9-10 2,22 19 140,-1 0 0,-1 3 0,-2 0 0,36 52 0,49 84 760,163 185-1,-233-298-999,-2 1 1,-3 2-1,35 69 0,-72-124-129,0 0 136,-1 0 1,1 0-1,0 0 1,0 0-1,0 0 1,1-1-1,-1 1 1,0 0-1,1-1 1,-1 1-1,1-1 1,-1 1-1,1-1 1,0 0-1,2 2 1,11 22 72,-13-23-177,-1-1 1,1 0-1,-1 1 1,1-1-1,0 0 1,0 0-1,-1 0 1,1 0 0,0-1-1,0 1 1,0 0-1,0-1 1,0 0-1,0 1 1,0-1-1,0 0 1,0 0 0,0 0-1,0 0 1,0 0-1,3-1 1,-4 1 0,11 0-607,0 0 0,-1-1 0,1-1 0,19-5 0,18-12-6244,-23 3-1314</inkml:trace>
</inkml:ink>
</file>

<file path=ppt/ink/ink1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6:33.88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30 4657,'0'0'15041,"2"-6"-13237,0-2-1775,4-7 2342,-3 31-314,-1 21-1286,2-1 0,2 0-1,18 65 1,-12-56-340,9 71 0,-20-101-419,-1-12-12,0 1 0,0 0 0,0-1-1,1 1 1,-1-1 0,1 1 0,0-1 0,0 1 0,0-1 0,1 1 0,-1-1-1,3 4 1,-3-6-152,-7-65-13190,-1 35 4812</inkml:trace>
</inkml:ink>
</file>

<file path=ppt/ink/ink1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6:34.60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517 1 7666,'0'0'6222,"-29"7"-4873,-94 24-307,105-25-630,1 0-1,-1 1 0,1 1 1,1 0-1,-1 1 0,1 1 0,1 1 1,-21 18-1,15-9 285,1 2 1,1 0-1,-29 45 0,36-47-606,1 0-1,0 0 0,1 1 1,2 1-1,0 0 0,1 0 1,2 0-1,0 1 0,1 0 1,1 0-1,2 0 0,0 0 1,1 0-1,1 0 0,5 24 1,-2-32-56,1-1-1,0 0 1,1 0 0,1-1 0,0 1 0,1-1 0,0-1-1,1 0 1,0 0 0,1-1 0,21 20 0,-12-14 32,1-1 1,1-1-1,0-1 0,1 0 1,1-2-1,26 11 1,-13-9 42,1-2 0,-1-1 1,2-1-1,-1-3 0,1-1 1,0-2-1,1-1 1,-1-2-1,62-6 0,-75 0-28,0-1 0,-1-1-1,0-2 1,0 0-1,-1-1 1,0-1 0,0-1-1,30-23 1,-30 19 0,-1-1-1,-1-2 0,0 0 1,-1-1-1,-1-1 1,-1-1-1,24-37 1,-31 38-19,-1 0-1,0 0 1,-2-1 0,0 0-1,-2-1 1,0 1 0,-2-1-1,0 0 1,-2-1 0,0 1-1,-2 0 1,0-1 0,-2 1-1,-1 0 1,-5-25 0,5 33-52,-1 0 0,-1 1 1,0-1-1,-1 1 0,-1 0 1,0 0-1,0 1 0,-2 0 1,0 0-1,0 1 0,-1 0 1,0 1-1,-1 0 0,0 1 1,-1 0-1,0 0 0,-1 2 1,0-1-1,0 2 0,-1-1 1,0 2-1,0 0 0,-24-6 1,14 6 46,-1 2 1,1 1 0,-1 1-1,-38 2 1,44 0 17,18 0-129,14 0-8013,-7 0 1911</inkml:trace>
</inkml:ink>
</file>

<file path=ppt/ink/ink1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6:40.52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47 43 1224,'0'0'9026,"-1"-6"-8742,-3-22 70,3 27-240,1 0 1,-1 1 0,1-1 0,-1 1 0,1-1 0,-1 1-1,1-1 1,-1 1 0,0-1 0,1 1 0,-1-1-1,0 1 1,1 0 0,-1-1 0,0 1 0,0 0-1,1 0 1,-1-1 0,0 1 0,0 0 0,1 0 0,-1 0-1,0 0 1,0 0 0,1 0 0,-1 0 0,-1 1-1,-17 1 1667,18 1-1736,1 0-1,-1 0 1,1 0-1,-1 0 0,1 0 1,0 0-1,0 1 0,2 4 1,-2-1-22,0 102-1124,0-73-2606</inkml:trace>
</inkml:ink>
</file>

<file path=ppt/ink/ink1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6:43.65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14 0 3505,'0'0'11428,"-1"1"-11247,1-1 0,-1 0 0,0 0 0,1 0 0,-1 0 1,0 1-1,1-1 0,-1 0 0,1 0 0,-1 1 0,1-1 1,-1 0-1,1 1 0,-1-1 0,1 1 0,-1-1 0,1 1 1,-1-1-1,1 1 0,0-1 0,-1 1 0,1-1 0,0 1 1,0-1-1,-1 2 0,1 27 613,2 0-1,0-1 1,2 1 0,14 48 0,-15-63-553,0 0-1,0 0 1,-1 0 0,-1 19 0,6-20 334,-7-13-789,1 1-1,-1-1 0,1 1 1,-1-1-1,1 1 0,-1 0 0,1-1 1,-1 1-1,1 0 0,-1 0 1,0-1-1,0 1 0,1 0 1,-1 0-1,0-1 0,0 1 1,0 0-1,0 0 0,0-1 1,0 1-1,0 0 0,0 0 1,0 0-1,0-1 0,0 1 1,-1 1-1,-4 14-4689</inkml:trace>
</inkml:ink>
</file>

<file path=ppt/ink/ink1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6:45.41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23 71 3977,'0'0'7791,"-2"-1"-7114,1 1 0,-1-1 0,0 0 0,0 1 1,0-1-1,1 0 0,-1 0 0,0 0 0,1-1 0,-1 1 0,-1-2 1,38-10-366,2 2 0,-1 1 0,1 2 0,0 1 0,54-2 0,-91 10-296,1-1 1,0 1-1,-1 0 1,1 0-1,-1-1 1,1 1-1,0 0 1,-1 0-1,0 0 1,1 0-1,-1 0 0,1 0 1,-1 0-1,0 0 1,0-1-1,0 1 1,0 0-1,1 0 1,-1 0-1,0 0 1,-1 0-1,1 0 0,0 2 1,-3 30 668,0-26-601,0-1 0,0 1 1,0-1-1,-1 0 0,0 0 0,0-1 0,-1 1 0,0-1 0,-9 9 0,-21 25 10,18-20-85,16-18 83,23 6-140,5 3 26,-25-10 22,1 0 1,-1 0-1,0 0 1,0 1-1,-1-1 0,1 1 1,0-1-1,0 1 1,0 0-1,0 0 1,0 0-1,0 0 1,-1 0-1,1 0 1,-1 0-1,1 1 1,-1-1-1,1 0 0,-1 1 1,1-1-1,-1 1 1,0 0-1,0 0 1,0-1-1,0 1 1,0 0-1,0 0 1,-1 0-1,1 0 0,-1 0 1,1 0-1,-1 0 1,0 0-1,1 3 1,-2-2 51,1 1 0,0-1 0,-1 1 0,0-1 1,0 1-1,0-1 0,0 0 0,0 1 0,-1-1 0,0 0 1,1 0-1,-1 0 0,0 0 0,0 0 0,-1 0 0,1-1 1,-1 1-1,1-1 0,-1 1 0,0-1 0,0 0 0,0 0 0,0 0 1,0-1-1,0 1 0,-1-1 0,1 0 0,-4 1 0,-7 3 402,0-2 0,0 0 0,0-1 0,-1 0 0,-24-1-1,38-1-438,7 1-3014,52 14-3865,-25-2 1292</inkml:trace>
</inkml:ink>
</file>

<file path=ppt/ink/ink1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6:47.36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52 18 4385,'0'0'9825,"1"-3"-8920,3-11 3860,-7 30-3109,-12 34-619,9-42-996,1 1-1,0 0 1,1 0 0,0 0 0,1 0-1,-1 1 1,2-1 0,-4 20 0,6-28-117,13-1 15,3 1 120,1-1 0,0-1 0,-1-1 0,1 0 0,21-6 0,-2-2 179,0 2 0,0 1-1,1 2 1,-1 1 0,40 2 0,-75 2-81,-14-4-13897,6-2 5876</inkml:trace>
</inkml:ink>
</file>

<file path=ppt/ink/ink1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6:47.67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69 0 9570,'0'0'12696,"-11"26"-11913,-31 84-114,39-102-521,0-1 0,1 1 0,0 1 0,0-1-1,1 0 1,0 0 0,0 0 0,1 1 0,0-1-1,2 11 1,0 12 362,-3 7-114,0-24-361,0 0 1,1 0-1,1 1 0,0-1 0,5 23 1,-6-37-108,0 1 0,0-1 0,0 0 0,1 1 0,-1-1 0,0 0-1,0 1 1,0-1 0,0 0 0,0 0 0,0 1 0,1-1 0,-1 0 0,0 1 0,0-1 0,0 0 0,1 0 0,-1 1 0,0-1 0,0 0 0,1 0 0,-1 1 0,0-1 0,0 0 0,1 0 0,-1 0 0,0 0 0,1 0 0,-1 1 0,0-1 0,1 0 0,-1 0 0,0 0 0,1 0 0,-1 0 0,0 0 0,1 0 0,-1 0 0,0 0 0,1 0 0,0-1 0,3 1-2123,8 0-3684</inkml:trace>
</inkml:ink>
</file>

<file path=ppt/ink/ink1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8:41.10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141 0 3393,'0'0'1472,"-102"225"-1728,63-135-2617</inkml:trace>
</inkml:ink>
</file>

<file path=ppt/ink/ink1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7:04.16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72 0 1776,'0'0'11327,"2"1"-11200,-1-1 90,-1 0-1,0 0 0,1 0 1,-1 0-1,1 0 1,-1 0-1,0 0 0,1 0 1,-1 0-1,0 0 1,0 0-1,1 0 0,-1 1 1,0-1-1,1 0 1,-1 0-1,0 0 0,1 0 1,-1 1-1,0-1 1,0 0-1,0 0 0,1 1 1,-1-1-1,0 0 1,0 1-1,0-1 0,1 0 1,-1 0-1,0 1 1,0-1-1,0 0 0,0 1 1,0-1-1,0 1 0,-30 62 794,22-49-791,1 0-1,0 0 1,-5 17 0,7-9 123,0 1-1,1-1 1,2 1 0,0 41-1,2-62-324,1 0-1,0-1 0,0 1 1,-1-1-1,1 1 0,0 0 1,0-1-1,0 1 1,0-1-1,1 0 0,-1 1 1,0-1-1,1 0 0,-1 0 1,1 0-1,-1 0 0,1 0 1,-1 0-1,1 0 1,-1-1-1,1 1 0,0-1 1,0 1-1,2 0 0,46 8 161,-33-9-149,-9 1-7,0-1 0,0 0 0,-1-1-1,1 0 1,0 0 0,8-3 0,-13 3-13,1-1 0,0 0 0,-1 0 0,0 0-1,1-1 1,-1 1 0,0-1 0,0 0 0,0 0 0,-1 0 0,1 0 0,-1 0 0,0-1 0,4-6 0,25-69 99,-30 76-106,-1 1 1,1 0 0,-1 0-1,1-1 1,-1 1-1,0 0 1,0-1 0,0 1-1,0 0 1,0-1-1,0 1 1,-1 0 0,1-1-1,-1 1 1,1 0-1,-1 0 1,0 0 0,0-1-1,0 1 1,-2-3-1,-32-42 39,18 26 39,15 19-53,0 1 0,0-1 0,-1 0 1,1 0-1,0 1 0,-1 0 0,1-1 0,-1 1 1,1 0-1,-1 0 0,0 0 0,1 1 0,-1-1 1,0 0-1,0 1 0,1 0 0,-6 0 0,2-1 62,5 1 81,-16 0-907,15 17-5908,2-1 770</inkml:trace>
</inkml:ink>
</file>

<file path=ppt/ink/ink1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7:04.16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9 1072,'0'0'11879,"0"-1"-12151,3-6 10220,-1 7-8375,0 8-1384,0 0 0,-1 0 0,0 0 0,0 0 1,0 12-1,5 69 1239,-6-81-1280,1-1 0,0 1 0,1-1 0,0 0 0,0 0 0,0 0 0,1 0 0,0 0 0,0 0 0,9 11 0,-4 18 610,2-16-466,-10-19-246,1 1-1,-1 0 0,1 0 1,0-1-1,-1 1 0,1 0 1,0-1-1,0 1 0,0-1 1,0 1-1,0-1 0,0 0 0,3 3 1,-3-4 11,12-12-20548</inkml:trace>
</inkml:ink>
</file>

<file path=ppt/ink/ink1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7:04.16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7 3 1536,'0'0'10972,"-7"-3"-1075,8 4-9854,0 0-1,0-1 1,1 1 0,-1 0 0,0-1 0,0 1 0,0-1 0,0 1-1,0-1 1,1 0 0,-1 1 0,0-1 0,0 0 0,1 0-1,-1 0 1,0 0 0,1 0 0,1-1 0,39 1 157,-32 0-147,125 0 160,-134 1-209,0-1 0,-1 1 0,1 0 0,-1 0-1,1-1 1,-1 1 0,1 0 0,-1 0 0,1 0 0,-1 0 0,1 0-1,-1 0 1,0-1 0,0 1 0,0 0 0,1 0 0,-1 0 0,0 0-1,0 0 1,0 0 0,0 0 0,-1 1 0,1 33 96,0-27-70,-1-6-24,1 0 0,0 0-1,-1 0 1,1 0 0,-1-1 0,0 1 0,0 0 0,1 0 0,-1-1 0,0 1 0,-1 0-1,1-1 1,0 1 0,0-1 0,-1 1 0,-2 1 0,-32 24 88,0 1 237,32-23-267,2-3-24,0 0 0,0 1 0,0-1 0,0 0 0,0 1 0,1 0 0,-1-1 0,1 1 0,0 0-1,0 0 1,0 0 0,0 0 0,0-1 0,0 1 0,1 0 0,0 0 0,0 1 0,-1-1 0,2 5 0,0-8-22,-1 1-1,1 0 1,-1-1 0,1 1 0,-1-1-1,1 1 1,0-1 0,-1 1-1,1-1 1,0 0 0,-1 1-1,1-1 1,0 0 0,0 1-1,-1-1 1,1 0 0,0 0 0,0 0-1,-1 0 1,1 0 0,0 0-1,0 0 1,0 0 0,1 0-1,29 0 57,-22-1 1,44 1-161,27 0 659,-57 0-1741,-20 0-118,-8 1-597,-15 3-3859,0 4-2995</inkml:trace>
</inkml:ink>
</file>

<file path=ppt/ink/ink1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7:04.16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0 196 5761,'0'0'9665,"5"-1"-8812,0 0-508,-1 0-1,1 0 0,0 0 0,0 0 0,0 1 1,0 0-1,9 1 0,-12-1-235,0 1 0,0 0-1,0-1 1,0 1 0,0 0 0,0 0 0,0 0 0,0 0-1,-1 0 1,1 1 0,0-1 0,-1 0 0,1 1-1,-1 0 1,0-1 0,1 1 0,-1 0 0,0-1 0,0 1-1,0 0 1,0 0 0,0 0 0,0 3 0,17 42 689,10 52 0,-20-76-501,-4-36 375,-4-49 173,0 54-1053,0-16 218,-1 15-9,0 1-1,1-1 0,0 0 0,1 0 1,0 0-1,0 0 0,1 1 1,0-1-1,0 1 0,1-1 0,0 1 1,1 0-1,0 0 0,7-12 0,1 4 57,1 1 0,0 0-1,1 1 1,1 0-1,20-14 1,-25 21-267,0 1 0,0 1 0,1-1 0,12-3 1,-15 6-749,1 1 1,0-1-1,0 2 1,0-1-1,17 1 1,-24 6-6046,-1-3 4872,4 7-6726</inkml:trace>
</inkml:ink>
</file>

<file path=ppt/ink/ink1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7:04.16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123 1 5209,'0'0'13126,"-6"3"-12570,-4 4-334,0-1 0,0 1 1,1 1-1,0 0 0,0 0 1,1 1-1,-13 16 1,17-20-180,1 1 1,-1 0 0,1 0-1,0 0 1,0 0 0,1 0-1,0 1 1,0-1 0,1 1 0,-1-1-1,1 1 1,1 0 0,-1-1-1,1 1 1,1 0 0,0 9 0,0-14-37,1 1 0,-1-1 0,0 0 0,1 1 0,-1-1 0,1 0 0,0 0 0,-1 0 0,1 0 0,0-1 0,0 1 0,0 0 0,1-1 0,-1 1 0,0-1 0,0 0 0,1 0 1,-1 0-1,1 0 0,-1 0 0,1 0 0,0-1 0,-1 1 0,1-1 0,0 0 0,-1 0 0,4 0 0,0 1 5,0-1 1,0 0-1,0 0 1,1-1-1,-1 1 1,0-1-1,0-1 1,0 1-1,0-1 0,0 0 1,7-3-1,-9 1 19,0 1 0,0-1 0,0 0 0,0 0 0,0 0 0,-1-1-1,1 1 1,-1-1 0,0 0 0,-1 0 0,1 0 0,-1 0 0,0 0 0,-1-1-1,1 1 1,-1-1 0,0 1 0,0-1 0,-1 1 0,1-1 0,-1 1 0,0-1 0,-1 0-1,0 1 1,-1-9 0,1 12-14,0 0 0,0 0-1,-1 0 1,1 0 0,0 0-1,-1 0 1,1 1 0,-1-1-1,0 0 1,0 1 0,1-1-1,-1 1 1,0 0 0,0 0-1,0 0 1,0 0 0,-1 0-1,1 0 1,0 0 0,0 0-1,-1 1 1,1 0 0,-3-1-1,-56-5-499,60 6-677,11 1-3920,18 7 529,4 2-2328</inkml:trace>
</inkml:ink>
</file>

<file path=ppt/ink/ink1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7:04.16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194 1 4185,'0'0'14079,"-4"0"-13368,-4-1-627,0 1 1,0 0-1,0 1 0,0 0 1,0 0-1,0 1 1,0 0-1,0 0 1,0 1-1,1 0 0,-1 1 1,1-1-1,0 1 1,0 1-1,0-1 1,1 1-1,0 0 0,-1 1 1,2-1-1,-1 1 1,1 1-1,0-1 1,0 1-1,1-1 0,-6 12 1,8-15-84,1-1 0,0 1 1,0 0-1,1-1 0,-1 1 0,0 0 1,1-1-1,0 1 0,0 0 0,0-1 1,0 1-1,0 0 0,0 0 1,0-1-1,1 1 0,1 3 0,-1-4 0,0 0-1,0-1 0,0 1 1,0-1-1,0 1 0,1-1 1,-1 1-1,1-1 0,-1 0 1,1 0-1,-1 1 1,1-1-1,0 0 0,0-1 1,-1 1-1,1 0 0,3 0 1,7 2-8,0-1 0,0-1 1,1 0-1,-1-1 0,25-2 1,-33 1 29,0 1 1,0-1-1,0 0 1,0-1-1,0 1 1,0-1-1,0 1 0,-1-1 1,1 0-1,0-1 1,-1 1-1,0-1 1,1 1-1,-1-1 1,0 0-1,0 0 1,-1 0-1,1-1 0,-1 1 1,4-7-1,-4 7-6,-1 0 0,0 0 0,0 0 0,0 0 0,0 0 0,0 0 0,0 0 0,-1 0-1,1 0 1,-1 0 0,0 0 0,0-1 0,0 1 0,-1 0 0,1 0 0,-1 0 0,0 0 0,0 0 0,0 0 0,0 0-1,0 0 1,0 0 0,-1 0 0,0 0 0,1 1 0,-1-1 0,0 1 0,-3-4 0,-6-13-10206,22 19 3878</inkml:trace>
</inkml:ink>
</file>

<file path=ppt/ink/ink1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7:04.16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84 23 2561,'0'0'9039,"-15"-18"1876,10 14-9225,4 3-1625,-1 1 0,1 0 0,0 0 0,0 0 1,0 0-1,-1 1 0,1-1 0,0 0 0,0 0 0,0 1 0,-1-1 0,1 1 0,0-1 0,0 1 0,0 0 0,0-1 1,0 1-1,0 0 0,0-1 0,0 1 0,0 0 0,-1 2 0,-5 25 184,3-5-73,-6 41-45,2 1 1,2 0-1,5 73 0,1-136-140,0 1 0,0-1-1,1 0 1,-1 1-1,0-1 1,1 0 0,0 0-1,0 0 1,0 0-1,0 0 1,0 0 0,0 0-1,0 0 1,0 0-1,1 0 1,-1 0-1,1-1 1,0 1 0,-1 0-1,1-1 1,0 0-1,0 1 1,0-1 0,0 0-1,0 0 1,0 0-1,0 0 1,0-1 0,0 1-1,1 0 1,2 0-1,8 1-238,0 0 0,1-1 0,0 0-1,15-2 1,-11 1-462,-12-1 364,0 0 0,0 0 0,0 0 0,0-1 0,0 0 0,-1 0 0,1-1 0,-1 1 0,1-1 0,5-5 0,35-14-7297,-32 19 845</inkml:trace>
</inkml:ink>
</file>

<file path=ppt/ink/ink1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7:04.17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7 1688,'0'0'19276,"32"-6"-18819,0 6-137,0 0-192,7 0-128,12 0-208,32 3-1401,-12 0-2560,0-3-5729</inkml:trace>
</inkml:ink>
</file>

<file path=ppt/ink/ink1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7:04.17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62 1432,'0'0'13258,"26"-2"-12253,185-19 446,-133 12-796,324-20 3265,-398 29-3885,-1-1 0,1 1 0,-1 0 0,0 1 0,1-1 0,-1 1 0,1-1 0,-1 1 0,0 0 0,1 0 1,-1 1-1,0-1 0,0 1 0,0-1 0,0 1 0,3 3 0,-3-1 26,0 0-1,0 1 1,0-1 0,-1 1 0,1 0-1,-1-1 1,-1 1 0,1 0-1,-1 1 1,2 5 0,6 45 310,-1 0 1,-3 1-1,-3 0 1,-5 63-1,1-12 521,2-81-736,1-6-38,-1-1-1,-1 1 1,-1-1 0,-1 0 0,-5 21-1,-3 3 376,-6 46 0,1-6 35,14-64-533,7-16-2411,16-24-5335,-14 10 2240</inkml:trace>
</inkml:ink>
</file>

<file path=ppt/ink/ink1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7:04.17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 0 5761,'0'0'11655,"-2"0"-8266,7 0-2291,7 2-868,1 1-1,-1 1 0,0 0 0,0 0 0,0 2 1,-1-1-1,1 1 0,19 15 0,2-2 44,-18-10-153,0 0 1,-1 1 0,0 0 0,17 16 0,-29-24-221,1 0-650</inkml:trace>
</inkml:ink>
</file>

<file path=ppt/ink/ink1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7:04.17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265 6 1568,'0'0'15640,"-3"-2"-14637,2 2-901,0-1 1,-1 0-1,1 1 1,0 0-1,-1-1 1,1 1-1,-1 0 1,1-1-1,-1 1 1,1 0-1,-1 0 1,1 0-1,0 0 1,-1 1-1,1-1 1,-1 0-1,1 1 1,-1-1-1,1 0 1,0 1-1,-3 1 1,-25 22 1731,5-2-1242,-23 17 726,-55 57 0,99-94-1375,0 1 0,0 0 1,1 0-1,0 1 0,-1-1 0,1 0 0,0 1 1,0 0-1,-2 6 0,4-9-222,0 0 1,0 0-1,-1 1 1,1-1-1,0 0 1,0 0-1,0 0 1,1 1-1,-1-1 1,0 0-1,0 0 1,1 0-1,-1 1 1,1-1-1,-1 0 1,1 0-1,-1 0 1,1 0-1,0 0 1,-1 0-1,1 0 1,0 0 0,0 0-1,0 0 1,0-1-1,0 1 1,0 0-1,0 0 1,0-1-1,0 1 1,0-1-1,0 1 1,0-1-1,2 1 1,22 9-10678</inkml:trace>
</inkml:ink>
</file>

<file path=ppt/ink/ink1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7:04.17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623 204 2617,'0'0'9502,"-3"-11"-8496,-6-37-45,8 47-831,1-1 1,-1 1 0,1 0 0,-1 0-1,0 0 1,1-1 0,-1 1 0,0 0-1,0 0 1,0 0 0,0 0 0,0 0-1,0 1 1,0-1 0,0 0 0,0 0-1,-1 1 1,1-1 0,0 0 0,0 1-1,-1-1 1,1 1 0,0 0 0,-1-1-1,1 1 1,-2 0 0,-36 0 446,30 1-279,-16-2 171,-1 1 1,1 1 0,0 1 0,0 1-1,0 2 1,0 0 0,1 2-1,-28 10 1,30-7-280,1 1 0,-1 1 0,2 0 0,-1 2 0,2 0 0,0 1 0,-19 20 0,28-24-77,1 0 0,0 0 1,1 1-1,0 0 0,0 0 1,2 1-1,-1 0 0,2 0 1,0 1-1,0-1 0,1 1 1,1 0-1,-2 21 0,0 15 294,2 66 0,4-98-371,1-1 0,0 0 0,1 0 0,1 0 1,1-1-1,0 1 0,12 24 0,-8-22 7,0 0 1,2-1-1,1 0 0,0-1 1,1 0-1,0-1 0,2-1 0,0 0 1,0 0-1,2-2 0,0 0 1,0-1-1,1-1 0,26 13 1,-14-10 34,1-1 1,1-2 0,0 0 0,0-3 0,1 0 0,0-3-1,0 0 1,44 0 0,-51-5-45,-2 0 31,-1 0 1,46-7-1,-61 5-51,0 0 0,1-1 0,-1 0 0,-1 0 0,1-1 0,0 0 0,-1 0 1,0-1-1,0 0 0,0 0 0,10-10 0,10-15 20,-1 0 0,-2-2 0,-1 0 0,31-62 0,-45 77-34,-1 0 0,-1 0 0,-1-1 0,-1-1-1,0 1 1,-1 0 0,1-23 0,-1-135 0,-4 116 0,-1 46 2,-1 0 0,0 0 0,-1-1 0,0 1 0,-1 1 0,-9-20 0,0 3 7,-30-50-1,38 72-8,0 0 0,-1 0 0,-1 1 0,1 0 0,-1 0 0,-1 0 0,1 1 0,-15-10 0,1 4 4,-1 2 0,-25-10-1,-19-9 51,15-2-35,44 25-18,-1 1 1,1 0-1,-1 0 0,0 1 1,0 0-1,-1 1 0,1 0 1,-1 0-1,1 0 0,-17-1 1,-55 2 61,74 2-92,0 1-1,0 0 0,0 0 0,0 0 0,0 1 1,0 0-1,1 0 0,-1 0 0,1 1 0,-11 6 0,2 0-1884,3-6-4420,4-2-2807</inkml:trace>
</inkml:ink>
</file>

<file path=ppt/ink/ink1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7:04.17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475 43 1736,'0'0'8399,"-5"10"2609,6-8-10202,12-3-791,-1-1 1,1-1-1,0 0 1,-1-1-1,0 0 1,0 0 0,0-2-1,16-9 1,-17 10-11,-9 0 2294,-10 3-980,7 2-1264,0 0-1,0 0 1,1 0 0,-1 0-1,0 0 1,0 0-1,0 1 1,0-1 0,1 0-1,-1 0 1,0 1-1,0-1 1,1 1-1,-1-1 1,0 0 0,1 1-1,-1 0 1,0-1-1,1 1 1,-1-1-1,0 1 1,1 0 0,-1-1-1,1 1 1,0 0-1,-1-1 1,0 3-1,-18 52 1090,-8 24-192,-17 85 0,34-120-823,-2 0 1,-3-1 0,-20 43-1,-68 120 266,41-87-109,-141 220 80,196-330-358,0 2 0,1-1-1,1 1 1,-1 0-1,2 0 1,0 0-1,0 1 1,1-1-1,0 1 1,-1 14-1,4-25-18,6-30-3053,-5 1-4635,-1 18 996</inkml:trace>
</inkml:ink>
</file>

<file path=ppt/ink/ink1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7:04.17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1284 201 1176,'0'0'13543,"-7"-18"-8734,-7 12-4074,1 1 0,-1 1 0,0 0 0,0 0 0,0 2 0,-24-2 0,-96 2-648,81 3 550,10 1-489,0 1 0,0 2-1,0 3 1,1 1-1,0 1 1,1 3-1,1 2 1,-57 27 0,50-17-12,1 1 0,2 3 0,1 1 1,1 2-1,2 2 0,-57 61 0,75-70-16,1 1-1,1 1 0,2 1 0,-26 49 1,35-57-58,1 0-1,0 0 1,2 0 0,1 1 0,0 0-1,1 0 1,2 0 0,-1 27 0,2-38-44,1-1 0,1 1 0,0 0 1,0 0-1,1-1 0,0 1 0,0-1 1,1 0-1,5 10 0,-4-12-6,1 0 0,0-1 0,0 1 0,0-1 0,1 0 0,0 0-1,0-1 1,0 0 0,1 0 0,0-1 0,11 6 0,4 1 5,0-1-1,0-1 1,1-1 0,0-1 0,0-1-1,1-1 1,31 2 0,176-1 23,-160-7 7,-32 0-46,0-1 0,-1-3-1,1-1 1,-1-2 0,0-1-1,-1-2 1,0-2 0,48-23-1,-56 21-14,-2 0 0,0-1 0,-1-2 0,0-1 0,-2-1-1,0-1 1,-2-1 0,0-1 0,-1-1 0,29-45 0,-35 43 8,-1 0 0,-1-2 0,-2 1-1,0-1 1,-2-1 0,-2 0 0,7-45 0,-5-12-9,-4-115 0,-5 189 16,-1 1 1,-1 0-1,0 0 0,-1 0 0,0 1 0,0-1 0,-1 1 1,0 0-1,-1 0 0,-1 0 0,1 0 0,-1 1 0,-11-13 1,7 10 10,0 1 1,-1 0 0,0 1 0,-1 1-1,0-1 1,0 2 0,-1 0 0,0 0-1,-19-7 1,14 9-147,14 9-1283,27 15-1979,14-2-1392,7-2-2960</inkml:trace>
</inkml:ink>
</file>

<file path=ppt/ink/ink1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7:04.17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37 46 4217,'0'0'6163,"-24"-16"-3236,21 19 1539,2-6-160,-2-4-5170,-3-15 1445,6 23-552,1-1-1,-1 0 1,0 0 0,0 0-1,0 0 1,0 0-1,0 0 1,0 0 0,0 0-1,0 0 1,0 0 0,0 0-1,0 0 1,0 0-1,0 0 1,0 0 0,1 0-1,-1 0 1,0 0 0,0 0-1,0 0 1,0 0-1,0 0 1,0 0 0,0 0-1,0 0 1,0 0 0,0 0-1,0 0 1,1 0-1,-1 0 1,0 0 0,0 0-1,0 0 1,0 0 0,0 0-1,0 0 1,0 0-1,0 0 1,0 0 0,0 0-1,0 0 1,0 0 0,0-1-1,0 1 1,0 0-1,1 0 1,-1 0 0,0 0-1,0 0 1,0 0 0,0 0-1,0 0 1,0 0-1,0 0 1,21 31 3027,-9-11-3336,143 186 2242,-19-53-978,-77-91-546,-4 2 0,55 83-1,-83-103-214,3-2 0,1-1 0,2-2-1,2 0 1,1-3 0,46 37 0,-23-40 93,-21 4-197,-28-27-65,0 1 0,0-2 0,1 0 0,0 0 1,15 9-1,-3-6-49,-1 2 1,26 20-1,18 11-8,-3-3 3,-62-40-15,-1-1-106,-39-1-5620,13 0 1307,9 0-2213,3 0-5745</inkml:trace>
</inkml:ink>
</file>

<file path=ppt/ink/ink1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7:04.17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1235 203 6225,'0'0'11113,"-12"-9"-10144,2 1-655,0 0 0,-1 1 0,0 1 1,0 0-1,0 0 0,-1 1 1,0 0-1,-24-5 0,-61-3 1163,0 5 0,-121 6 0,144 2-1125,44 2-276,1 1 0,0 1 1,0 2-1,0 1 0,1 1 1,0 1-1,0 2 1,1 1-1,1 1 0,0 1 1,0 1-1,2 1 0,0 2 1,1 0-1,1 1 1,0 2-1,2 0 0,0 1 1,2 1-1,0 1 1,-27 50-1,36-52 3,1 0-1,2 1 1,0 0 0,2 0-1,0 0 1,2 1 0,0-1-1,2 1 1,3 37 0,-1-50-71,0-1 0,0 0 0,1 0 0,1 0 0,0 0 0,0 0 0,1-1 0,0 0 0,0 0 0,1 0 0,1-1 0,-1 1 0,1-2 0,0 1 0,10 7 1,3 2 25,0-1 1,2-1-1,0 0 1,44 21-1,-29-21 20,1-1-1,0-2 1,1-2-1,0-1 0,66 5 1,200-3 110,-285-11-157,14 0 26,5 1-2,-1-2 0,67-10 1,-91 8-25,-1-1-1,0 0 1,0 0 0,0-1 0,-1-1 0,0 0 0,0-1 0,0-1 0,-1 1 0,0-2 0,13-12 0,-4 2-5,0-2 1,-1 0-1,-2 0 1,0-2-1,-2 0 1,0-1-1,-1-1 1,-2 0-1,-1-1 1,0 0-1,-2-1 1,-1 0-1,-2 0 1,0 0-1,-2-1 1,2-42-1,-6 58-3,1-3 9,-1 0-1,0-1 0,-1 1 0,0 0 1,-1-1-1,-1 1 0,0 0 1,-2 0-1,1 1 0,-2 0 1,-10-21-1,-8-1 21,-1 1 0,-2 1 0,-2 1 1,-1 2-1,-1 1 0,-2 1 0,-36-25 0,63 51 6,1-1 0,-1 1 1,1 0-1,-1 1 0,0-1 0,0 1 0,0 0 0,-1 1 0,1-1 0,0 1 0,-1 1 0,1-1 0,-1 1 0,-10 1 0,16-1 134,1 10-7228,0-4 911</inkml:trace>
</inkml:ink>
</file>

<file path=ppt/ink/ink1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7:04.17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957 53 1168,'0'0'8525,"0"-38"1096,0 27-9347,0 11-228,0 0 0,0 0 0,-1-1 0,1 1 0,0 0 0,-1 0 0,1-1 0,0 1 0,0 0 0,-1 0 0,1 0 0,0 0 0,-1-1 0,1 1 0,0 0 0,-1 0 0,1 0 0,0 0 0,-1 0 0,1 0 0,0 0 0,-1 0 0,1 0 0,-1 0 0,1 0 0,0 0 0,-1 0 0,1 0 0,0 0 0,-1 0 0,1 1 0,0-1 0,-1 0 0,1 0 0,0 0 0,-1 0 0,1 1 0,0-1 0,0 0 0,-1 0 0,1 1 0,0-1 0,0 0 0,-1 0 0,1 1 0,0-1 0,0 0 0,0 1 0,-17 12 514,9 0-179,0 0 0,1 0 0,-7 17 0,-14 26 361,-43 75 1302,-14 22-1076,50-85-385,-85 206 481,33-66-634,87-207-429,-140 278 339,44-96-171,-33 55 723,39-83-452,89-155-446,0 1 1,0 0-1,1 0 1,-1 0-1,1 0 1,-1 0 0,1 0-1,-1 0 1,1 0-1,-1 0 1,1 0-1,0 0 1,0 0-1,-1 1 1,1-1-1,0 0 1,0 0-1,0 0 1,0 0 0,0 0-1,1 2 1,0-3-71,-1 0 0,1 0 0,-1 0 0,1 0 0,0 1 0,-1-1 0,1 0 0,0 0 1,-1 0-1,1 0 0,0 0 0,-1 0 0,1-1 0,-1 1 0,1 0 0,0 0 0,-1 0 1,1-1-1,-1 1 0,1 0 0,0-1 0,-1 1 0,1 0 0,-1-1 0,1 1 0,-1-1 0,1 1 1,-1 0-1,0-1 0,1 0 0,-1 1 0,1-1 0,-1 0 0,12-13-4009,-4-1-2260</inkml:trace>
</inkml:ink>
</file>

<file path=ppt/ink/ink1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7:04.18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1661 57 8194,'0'0'9837,"-31"-9"-8636,-6-3-813,15 4-115,0 1 0,0 1 1,-1 1-1,0 1 0,0 1 0,-31 0 1,-324 12 3293,323-3-3152,0 3 0,0 2 1,1 2-1,-92 36 0,102-30-285,1 3 0,0 1-1,2 2 1,1 2 0,1 1 0,2 3-1,0 1 1,3 1 0,0 2-1,-37 52 1,45-52-90,3 1 1,1 1 0,2 1-1,1 0 1,2 2 0,2 0-1,1 1 1,3 1-1,1 0 1,2 0 0,-5 78-1,14 220 539,5-302-496,1 1-1,2-1 1,1 0-1,2-1 1,2 0-1,1-1 1,2-1-1,1-1 1,34 48 0,-40-66-66,0 0 0,2-1 0,0 0 1,1-1-1,0 0 0,1-1 1,0-1-1,1-1 0,1 0 1,35 15-1,-26-15 15,0-2 1,1-1 0,0-2-1,0 0 1,1-2-1,0-1 1,36-1-1,-45-2-13,27 1 16,-1-2-1,1-2 1,73-15 0,-70 5-31,-1-3 0,-1-1 0,0-3 0,-1-1 0,-1-3 0,-2-2 0,43-32 0,-55 34 1,0-2 1,-3-2-1,0 0 0,-2-2 1,0-1-1,-3-2 0,-1 0 0,-1-1 1,26-55-1,24-73-111,86-291 0,-149 420 66,-2-2-1,-1 1 1,3-64 0,-9 84 21,0 0 1,-1-1-1,0 1 1,-1 1-1,-1-1 0,0 0 1,-1 0-1,0 1 1,-1 0-1,-1 0 0,0 0 1,-9-14-1,0 9 11,0 0 0,-1 1 0,-1 1 0,0 0 0,-1 1 0,-1 1 0,0 1 0,-1 1 0,-39-18 0,-14-1 12,-119-31 0,73 25 6,87 21 40,29 13-47,0 1 0,0 0 0,-1 0 0,1 0 0,-1 1 1,0-1-1,1 1 0,-1 0 0,0 0 0,0 0 0,-4 0 1,7 1 9,-6 19-596,7-11-463,0-6 600,-1 0 0,1 0-1,0 0 1,0 1 0,0-1-1,0 0 1,1 0-1,-1 0 1,1-1 0,-1 1-1,1 0 1,-1 0 0,1 0-1,0 0 1,0 0 0,2 2-1,8 3-5881</inkml:trace>
</inkml:ink>
</file>

<file path=ppt/ink/ink1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7:04.18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149 135 3265,'0'0'14664,"-13"-22"-14532,6-4-117,7 23-14,-1 1 1,1-1-1,-1 1 1,0-1-1,1 1 1,-1 0-1,0-1 1,0 1-1,0 0 1,-1 0-1,1 0 1,0 0-1,-1 0 1,0 0-1,-1-2 1,-42-29 511,42 31-139,-25-10 4726,28 12-5044,-1 0 1,0 0-1,1-1 0,-1 1 0,1 0 0,-1 0 1,0 0-1,1 0 0,-1 0 0,0 0 1,1 0-1,-1 0 0,0 0 0,1 0 0,-1 0 1,0 0-1,1 0 0,-1 1 0,0-1 1,1 0-1,-1 0 0,1 1 0,-1-1 0,1 0 1,-1 1-1,1-1 0,-1 1 0,1-1 0,-1 1 1,1-1-1,-1 1 0,1-1 0,0 1 1,-1-1-1,1 1 0,0 0 0,-1-1 0,1 1 1,0-1-1,0 1 0,-1 1 0,-6 61 589,2 1 1,5 87-1,1-66-416,4 18 259,5-1-1,33 143 1,-20-129-138,12 166 0,-33 3 19,3 37 14,9-173-226,3 68 107,-17 24-418,0-243-335,-1 0 1,1 1 0,0-1-1,0 0 1,-1 1-1,1-1 1,-1 0 0,0 1-1,1-1 1,-1 1-1,0-1 1,0 1 0,0-1-1,0 1 1,0 0-1,0-1 1,-2 0 0,-9-8-6401</inkml:trace>
</inkml:ink>
</file>

<file path=ppt/ink/ink1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7:04.18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1643 174 11963,'0'0'4172,"-33"-10"-2765,-3-2-956,7 2-35,0 1 0,-1 1 0,0 2 1,0 0-1,-37 0 0,-15 2 922,-131 11 0,169-1-952,0 1 0,1 2 0,0 2 0,-71 27 0,68-17-159,2 2 1,0 2-1,2 2 0,1 1 1,1 3-1,1 1 0,2 1 1,2 2-1,-53 67 0,45-44-108,2 2 0,3 2 0,3 2 0,2 1 0,3 1 0,-23 77 0,42-102-43,1 0 0,2 0-1,-4 59 1,6 128 330,6-211-381,1 8 6,1 1 1,1-1-1,1 0 1,1 0-1,1-1 1,1 1-1,1-1 1,2-1-1,0 0 1,1 0-1,2-1 1,29 41-1,-28-45 0,0-1 0,2-1 0,0-1 0,0 0 0,2-1 0,-1 0 0,2-2 0,0 0-1,0-1 1,1-1 0,1-1 0,-1-1 0,1-1 0,1 0 0,22 3 0,-16-5 28,1-1 0,0-2 1,0 0-1,0-2 0,0-2 1,0 0-1,-1-2 0,1-1 1,-1-1-1,0-2 1,49-19-1,-5-6-39,-2-3-1,-1-3 1,-2-3 0,75-63-1,-99 70-17,-3-3 0,-1-1 0,-2-2-1,-2-1 1,-1-2 0,53-94 0,-74 112 5,-1-1 1,-1-1-1,-2 1 1,0-2 0,-2 1-1,3-31 1,-2-12 1,-3-96 1,-6 129-5,-3 1 0,-1 0 0,-1 0 0,-3 0 1,0 1-1,-3 0 0,-29-64 0,17 53-2,-1 1-1,-2 1 0,-3 2 1,-1 0-1,-40-40 1,42 53-2,-1 2 0,-2 1 1,-1 1-1,-1 2 0,-1 2 1,-1 1-1,0 1 0,-2 2 1,0 2-1,-56-15 0,54 23-6,40 37-39,1-26-12,-1 1-1,0-1 1,1 0 0,0 0 0,-1 1-1,1-1 1,0 0 0,1 0 0,-1 0-1,1 0 1,-1 0 0,1-1 0,0 1-1,0 0 1,0-1 0,0 1 0,0-1-1,1 0 1,-1 1 0,1-1 0,0 0-1,5 2 1,-1 0-844,0-1-1,0 0 1,1 0-1,-1-1 1,1 1-1,-1-2 1,1 1-1,13 0 1,11-2-5239</inkml:trace>
</inkml:ink>
</file>

<file path=ppt/ink/ink1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7:04.18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784 59 5169,'0'0'9098,"0"-10"-8123,0-18-393,0 8 5867,-14 40-4230,9-3-1945,-2 0 0,0 0 0,-1 0 0,-13 20-1,1-1-74,-128 278 1535,-22 133 181,167-439-1892,-36 111 174,-113 314 587,75-211-383,18-44-170,38-100-63,17-59-116,-1 0 0,0-1-1,-12 25 1,15-34 1293</inkml:trace>
</inkml:ink>
</file>

<file path=ppt/ink/ink1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7:04.18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1478 203 11162,'0'0'2238,"-36"-9"-712,-7-2-1001,-20-5 895,-92-12 0,98 22-542,-1 1 1,0 4-1,-92 8 1,112-2-544,0 2 1,0 1 0,0 2-1,1 1 1,1 3 0,-50 24-1,48-16-218,1 1 0,1 2 0,0 2 0,3 1 0,0 2 0,2 1 0,1 1 0,1 1 0,2 2 0,2 1 0,1 1 0,2 1 0,1 1 0,2 1 0,2 0-1,2 2 1,1 0 0,-12 69 0,11-1-69,-2 154 0,16-246 1,1-1-1,0 1 1,2-1-1,0 0 1,1 1-1,1-1 1,0-1-1,1 1 1,1-1-1,14 28 1,-10-26 53,1 0-1,0-1 1,1-1 0,1 0 0,1 0 0,27 23 0,-30-31-69,-1 0 0,2 0 0,-1-2 0,1 1 1,-1-2-1,2 1 0,-1-2 0,1 1 0,-1-2 0,1 0 1,23 3-1,5-3 27,1-1 1,0-3 0,0-1-1,-1-2 1,1-2 0,-1-1-1,57-19 1,-64 15-41,0-2-1,0-1 1,-2-2-1,52-33 1,-64 35-2,0-1 0,-2-1 0,0-1 0,0 0 0,-2-1 1,0-1-1,25-40 0,17-47 16,-4-1 0,-6-4 0,49-159 0,-81 220-33,-3-1 1,-1 0 0,-3-1-1,-2 0 1,0-61-1,-7 102 3,-1-1 0,0 1 0,-1 0-1,0 0 1,-1 0 0,0 0 0,-1 1 0,0-1 0,0 1-1,-1 0 1,-12-18 0,6 13-2,-1 0 0,-1 1 0,0 1 0,0 0 0,-1 1 0,-25-16 0,-6 1 0,-1 1 0,-1 3 0,-2 3 1,-57-18-1,-99-18 333,184 50-629,29 9-2357,23 9-1953,-6-5-1264</inkml:trace>
</inkml:ink>
</file>

<file path=ppt/ink/ink1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7:04.18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116 103 904,'0'0'11629,"-4"-8"-10383,0 3-1032,1-1 0,-1 1 0,0 0 0,0 0-1,0 0 1,-1 0 0,0 1 0,0 0 0,0 0 0,0 0 0,0 1 0,-8-4 0,-7-9 603,19 14-418,0 1 0,0 0 0,-1-1 0,1 1 0,0 0 0,-1 0 0,1 0 0,-1 0 1,1 0-1,-1 0 0,1 0 0,-1 1 0,0-1 0,1 1 0,-4-1 0,8 27 440,2-10-577,2-1-1,0 0 0,1 0 0,1 0 0,20 25 1,0 1 127,290 527 2227,-306-543-2548,88 213 797,-72-160-318,54 103 0,-38-110-241,3-3 0,2-2 0,102 102 0,-121-135-209,8 16 131,-38-46-236,-1-2-218,-51-1-9080,38 0 2467</inkml:trace>
</inkml:ink>
</file>

<file path=ppt/ink/ink1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7:04.18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1446 312 8146,'0'0'8427,"-34"-17"-6944,-110-55-303,126 64-948,0 1 1,0 1-1,-1 0 0,0 1 1,0 2-1,0-1 1,-1 2-1,1 1 0,-27 1 1,8 0 85,-7-2-50,1 1-1,-1 3 1,1 2 0,-1 2-1,1 1 1,-47 16 0,41-6-66,0 3 1,1 2-1,2 3 0,0 1 1,1 2-1,2 2 1,-64 58-1,88-70-141,0 2 0,2 1 0,0 0 0,1 1 0,1 1 0,2 1 0,0 0-1,1 0 1,2 2 0,0-1 0,2 2 0,1-1 0,1 1 0,1 0 0,1 0 0,-1 36 0,4-29-49,1 0 1,2 0-1,1 0 0,2 0 0,1-1 1,2 1-1,1-1 0,24 61 1,-12-49-11,2 0 1,47 67 0,-55-93 15,1 0 0,0-2 0,2 1 0,0-2 0,1 0 0,0-2 0,36 22 0,-26-20 41,1-2 1,0-1 0,1-2 0,0 0 0,1-3-1,36 7 1,-3-6 27,0-3 0,70-2 0,-111-5-41,0-1 1,0-1 0,0-2 0,0 0 0,0-1-1,-1-1 1,0-1 0,31-16 0,-14 3-5,-2-2 1,0-1-1,55-47 0,-65 46-32,-2-1 1,0 0-1,-2-2 0,-1-1 0,-1-1 0,-2-1 1,0-1-1,-3 0 0,21-56 0,-23 46-1,-1 0 0,-2-1-1,-3-1 1,-1 0 0,-2 0 0,-2 0 0,-4-69-1,-3 82-5,-1 0 1,-1 0-1,-2 0 0,-2 1 0,0 0 0,-2 1 0,-1 0 0,-2 1 0,0 1 1,-27-36-1,2 10 3,-3 1 1,-2 2 0,-96-82 0,116 112 0,0 1 0,0 2 0,-45-24 0,55 34-1,0 0 0,0 1 0,-1 1 0,0 1 0,0 0 0,0 1 0,0 0 0,-26 0 0,35 3 3,-1 0-1,1 0 1,-1 1-1,1 0 0,0 0 1,-1 1-1,1 0 1,0 0-1,0 1 0,-13 5 1,17-5-5,0-1 0,0 1 0,0 0-1,1 0 1,-1 0 0,1 0 0,-1 0 0,1 0 0,0 0 0,0 1 0,1-1 0,-1 1 0,1 0 0,-1 0 0,1-1 0,0 1 0,1 0-1,-1 0 1,1 0 0,0 0 0,0 0 0,0 4 0,0 0-4,-1-5-19,1-1 1,0 1-1,0 0 0,0 0 0,0-1 1,0 1-1,1 0 0,-1 0 1,1-1-1,0 1 0,-1 0 0,1-1 1,0 1-1,1-1 0,-1 1 1,0-1-1,1 0 0,-1 1 0,1-1 1,0 0-1,0 0 0,0 0 1,0 0-1,0-1 0,0 1 0,5 2 1,29 19-2655,43 18 0,-27-20-3631</inkml:trace>
</inkml:ink>
</file>

<file path=ppt/ink/ink1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7:04.18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6 1 4905,'0'0'10178,"-6"0"-3558,243 0-6373,-236 1-226,0 0 0,-1 0 0,1 0 0,0 1-1,-1-1 1,1 0 0,0 0 0,-1 1 0,1-1 0,-1 0 0,0 1 0,0-1 0,1 0 0,-1 1-1,0-1 1,0 0 0,0 1 0,0-1 0,-1 3 0,-3 32 597,0-30-517,0-1 0,-1 1 0,0-1-1,0 1 1,0-1 0,0-1 0,-1 1-1,-12 7 1,-55 27 299,60-32-254,76-4-69,-54-3-78,-1-1-3,-1 1 0,0 0 0,1 1-1,-1-1 1,0 1 0,1 1 0,12 3 0,-18-3 0,0-1 1,0 1-1,0 0 1,0-1-1,0 1 1,0 0-1,-1 0 1,1 0-1,-1 0 1,1 1-1,-1-1 1,0 0-1,1 1 1,-1-1-1,-1 1 1,1-1-1,0 1 1,0-1-1,-1 1 1,0-1-1,1 1 1,-1 0-1,0-1 1,0 1-1,-1 3 1,1 2 2,0-1 0,0 0 1,-1 1-1,0-1 1,0 0-1,0 0 1,-1 0-1,-1 0 1,1 0-1,-7 12 1,7-16 55,-1 0 1,0 0-1,1 0 1,-1 0-1,0 0 1,0-1-1,-1 0 1,1 1-1,-1-1 1,1-1-1,-1 1 1,1 0-1,-1-1 1,0 0-1,0 0 1,0 0-1,0 0 1,0 0-1,0-1 1,0 0-1,0 0 1,-4 0-1,4 0 26,0-1-1,1 1 0,-1 0 1,0-1-1,0 0 0,1 0 1,-1 0-1,1-1 0,-1 1 1,1-1-1,-1 0 0,1 0 0,0 0 1,0 0-1,0 0 0,0-1 1,0 1-1,0-1 0,1 0 1,-1 0-1,1 0 0,-3-5 1,-6 5-109,10 3-211,5 0-3413,45 2-4401,-12 8 1678</inkml:trace>
</inkml:ink>
</file>

<file path=ppt/ink/ink1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7:04.18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161 2 1744,'0'0'13934,"0"-2"-11491,-1 5-1280,-3 4-802,0 0 0,-1-1-1,0 0 1,0 0 0,0 0 0,-1 0 0,-8 6-1,-14 15 391,13-11-395,-32 46 113,43-56-467,2-1 0,-1 1 1,0 0-1,1 0 0,0 0 1,1 0-1,-1 0 1,1 0-1,1 0 0,-1 10 1,1-15-2,0-1 1,1 1 0,-1-1-1,0 1 1,1-1-1,-1 1 1,0-1 0,1 0-1,-1 1 1,1-1-1,-1 0 1,1 1-1,-1-1 1,1 0 0,-1 1-1,1-1 1,-1 0-1,1 0 1,-1 0 0,1 1-1,0-1 1,-1 0-1,1 0 1,-1 0 0,1 0-1,-1 0 1,1 0-1,0 0 1,24-1 35,-19 1-38,340 0-1370,-349 0 989,-12-1-3697,2-4-3908,12 2 2873</inkml:trace>
</inkml:ink>
</file>

<file path=ppt/ink/ink1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7:04.18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75 0 9562,'0'0'12797,"-12"29"-11580,-35 90-265,44-114-835,1 1-1,0 0 1,0 0 0,0 0 0,1 0-1,0 1 1,0-1 0,0 0 0,1 0-1,0 1 1,0-1 0,1 7 0,1 9-851,0-19 102,-1 0-1,0 0 1,1-1 0,-1 1-1,1 0 1,0-1 0,0 1-1,0-1 1,0 0 0,0 0-1,0 0 1,5 4 0,17 7-5522</inkml:trace>
</inkml:ink>
</file>

<file path=ppt/ink/ink1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7:04.19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102 45 928,'0'0'12832,"1"-7"-11206,1-3-1049,0-3-2,0-2 5771,-5 16-6137,0 0 1,0-1-1,0 1 1,0 1 0,1-1-1,-1 0 1,0 1 0,1-1-1,-3 3 1,-8 12 323,3-5-388,1 0 0,1 0-1,0 1 1,-9 18-1,17-29-150,0-1 0,0 1 0,0-1 1,0 1-1,0-1 0,0 1 0,0-1 0,1 1 0,-1-1 0,0 1 0,0-1 0,0 0 0,1 1 0,-1-1 0,0 1 0,1-1 0,-1 0 1,0 1-1,1-1 0,-1 0 0,1 0 0,-1 1 0,0-1 0,1 0 0,-1 0 0,1 1 0,-1-1 0,1 0 0,-1 0 0,1 0 0,-1 0 1,0 0-1,1 0 0,-1 0 0,1 0 0,-1 0 0,1 0 0,-1 0 0,1 0 0,-1 0 0,2 0 0,24 0 47,-23 0-66,11-1-27,1 2 0,0 0 0,-1 1 0,28 7 0,-40-9 46,0 0 0,0 1-1,1 0 1,-1-1 0,0 1 0,0 0 0,0 0 0,0 0 0,0 0 0,0 0-1,0 1 1,-1-1 0,1 1 0,0-1 0,-1 1 0,1 0 0,-1-1 0,1 1-1,-1 0 1,0 0 0,0 0 0,0 0 0,0 0 0,0 0 0,0 0-1,-1 1 1,1-1 0,-1 0 0,1 0 0,-1 0 0,0 1 0,0-1 0,0 0-1,0 0 1,0 1 0,-1-1 0,1 0 0,0 0 0,-1 1 0,0-1 0,-1 4-1,-3-2 28,1 0-1,0 0 1,-1 0-1,0 0 1,0-1-1,0 0 0,-1 0 1,1 0-1,-1-1 1,1 0-1,-7 2 1,3 0-20,-47 11 98,46-14-77,0 2 1,0-1-1,-19 9 0,25-10 1735,1 0-6086,9-12-11913</inkml:trace>
</inkml:ink>
</file>

<file path=ppt/ink/ink1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7:04.19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30 4889,'0'0'13215,"3"-2"-11896,3-2-885,1 0 0,0 1-1,0 0 1,0 0 0,0 1 0,0 0 0,0 0 0,1 1-1,8-1 1,75 1-347,-8 1-3925,-76 6-6146</inkml:trace>
</inkml:ink>
</file>

<file path=ppt/ink/ink1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7:04.19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371 50 384,'0'0'7083,"0"-5"-5799,0-4-975,0-25 7525,-4 33-4285,-18 0-2409,10 8-899,2 1 0,-1 1-1,1-1 1,0 2 0,-10 11 0,-22 20-21,-118 104 393,102-62-332,57-83-272,0 1-1,0 0 0,0 1 0,0-1 0,0 0 0,1 0 0,-1 0 0,0 0 1,1 1-1,-1-1 0,0 0 0,1 1 0,0-1 0,-1 0 0,1 1 0,0-1 1,0 1-1,0-1 0,-1 0 0,2 1 0,-1-1 0,0 1 0,0-1 0,0 0 1,1 1-1,-1-1 0,1 2 0,1-1 3,-1 0-1,1-1 1,0 1 0,-1-1 0,1 1-1,0-1 1,0 0 0,0 0 0,0 1-1,0-1 1,1-1 0,-1 1 0,0 0-1,4 0 1,10 2 18,1 0 0,-1-2 0,23 0 0,-36-1-31,-3 0 2,5 1 16,0-1 0,0 0 0,0-1 0,0 1 0,0-1 0,0 0 0,7-2 1,-11 2-1,1 0 0,-1 0 0,0 0 0,1 0 0,-1-1 0,0 1 0,0 0 0,0 0 0,0-1 0,0 1 0,0-1 0,-1 1 0,1-1 0,0 1 0,-1-1 0,1 1 0,-1-1 0,1 1 0,-1-1 0,0 0 0,0 1 1,0-1-1,0 0 0,0 1 0,0-4 0,13-46 92,-13 50-102,0 0 0,0 0 0,0 0 0,0 0 0,0 0 0,0 0 0,0 0 0,0 0 0,0 0 0,0 1 0,0-1 0,-1 0 0,1 0 0,0 0 0,-1 0 0,1 0 0,-1 0 0,1 1 0,-1-1 0,1 0 0,-1 0 0,0 1 1,1-1-1,-1 0 0,0 1 0,1-1 0,-1 0 0,0 1 0,0-1 0,0 1 0,0 0 0,1-1 0,-1 1 0,0 0 0,0-1 0,0 1 0,0 0 0,0 0 0,0 0 0,0 0 0,0 0 0,0 0 0,0 0 0,0 0 0,0 0 0,-1 1 0,-24-4 416,9 0-243,-3 1 489,18 1 1,10 1 304,-7 0-987,-1 6-7746,0 1 2308</inkml:trace>
</inkml:ink>
</file>

<file path=ppt/ink/ink1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7:04.193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103 1 4065,'0'0'8707,"0"12"-6342,-2 46-2383,-4-45 48,1-1 1,-2 0-1,0 0 0,0 0 0,-10 11 1,8-12 62,1 0 1,0 1-1,1 0 1,0 0-1,-5 15 1,11 6 145,1-33-110,461 0 558,-460 0 399,-3 13-6954,-9-10 2815</inkml:trace>
</inkml:ink>
</file>

<file path=ppt/ink/ink1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7:04.194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104 0 3929,'0'0'7971,"-2"0"-7585,1 0 0,0 1 1,-1-1-1,1 0 0,0 0 1,-1 1-1,1-1 0,0 1 1,0-1-1,0 1 0,-1-1 1,1 1-1,0 0 0,-2 1 0,-10 50 339,2 0 0,2 0 0,3 1 0,2 1 0,3 63-1,-5-55-576,-13-47-8781,6-8 1212</inkml:trace>
</inkml:ink>
</file>

<file path=ppt/ink/ink1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7:04.196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78 8 4913,'0'0'9191,"6"-5"-8037,-6 4-1120,0 1 0,0 0 0,0 0 0,1 0 0,-1 0 0,0 0 0,0 0 0,0-1 0,0 1 0,0 0-1,0 0 1,0 0 0,0 0 0,1 0 0,-1 0 0,0 0 0,0 0 0,0 0 0,0 0 0,0 0 0,1 0 0,-1-1 0,0 1 0,0 0 0,0 0 0,0 0 0,0 0 0,1 0 0,-1 0 0,0 0 0,0 0-1,0 1 1,0-1 0,0 0 0,0 0 0,1 0 0,-1 0 0,0 0 0,0 0 0,0 0 0,0 0 0,0 0 0,0 0 0,1 0 0,-1 0 0,0 1 0,0-1 0,0 0 0,0 0 0,0 0 0,0 0-1,0 0 1,0 0 0,0 1 0,0-1 0,0 0 0,1 0 0,-1 0 0,0 0 0,0 1 0,0 22 394,-1 1 1,-1-1-1,-1 1 0,-1-1 0,-1 0 1,-1 0-1,-12 30 0,17-50-376,-1 0 0,1 1 0,0-1 0,-1 1 0,2-1 0,-1 1 0,0 0 0,1 5 0,7 0 429,14-11-324,1-2-256,0 1 1,1 1 0,-1 1-1,25 1 1,-9 1-125,-36-1 216,0 0 1,0 0-1,0 1 1,0-1-1,0 1 1,0-1-1,0 1 1,0 0-1,0-1 1,0 1-1,-1 0 1,1 0-1,0 1 1,0-1-1,-1 0 1,1 1-1,-1-1 1,1 0-1,1 3 1,0 0 2,0 1 0,-1-1 0,1 1 0,-1 0 0,0 0 0,0 0 0,2 7 0,0 5 26,-1 0 1,-1 1-1,0 30 1,-2-47 18,-1 1 0,0 0-1,0 0 1,0-1 0,0 1 0,0-1 0,-1 1 0,1-1 0,0 1-1,-1-1 1,1 0 0,-1 0 0,1 1 0,-1-1 0,1 0 0,-1 0-1,0-1 1,0 1 0,1 0 0,-1-1 0,0 1 0,0-1 0,0 1-1,-3-1 1,-54 10 452,-157 3-215,224-30-3965,22-17-2785,-17 18 1527</inkml:trace>
</inkml:ink>
</file>

<file path=ppt/ink/ink1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7:04.197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0 16 2665,'0'0'13386,"27"0"-11820,33 1-710,-36 1-549,-1-1 0,1-1 0,-1-2 1,1 0-1,-1-1 0,24-7 0,-44 8 114,0 1-1235</inkml:trace>
</inkml:ink>
</file>

<file path=ppt/ink/ink1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7:04.198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0 100 5297,'0'0'10792,"1"-6"-10052,0 4-687,-1 0 0,1 0 0,-1 0 1,1 0-1,0 0 0,0 1 0,0-1 0,0 0 1,0 0-1,0 1 0,0-1 0,1 1 0,-1-1 0,1 1 1,-1-1-1,1 1 0,-1 0 0,1 0 0,2-2 1,48-15 893,19 3-815,-1 3 0,2 4-1,-1 2 1,90 6 0,-160 1-134,0 1 0,-1 0 0,1 0-1,-1 0 1,1-1 0,-1 1 0,0 0 0,0 0 0,0 0 0,0 0 0,0 0 0,0 3 0,-1-3 10,1 3 12,0 0-1,-1 0 0,0 0 1,0 0-1,-1-1 0,1 1 1,-1 0-1,0-1 0,0 1 1,-1-1-1,1 1 0,-1-1 1,0 0-1,0 0 1,0-1-1,-1 1 0,1 0 1,-1-1-1,-5 3 0,-25 30 21,32-32-47,1-1 0,0 1 0,-1 0 0,1 0 0,1-1 0,-1 1 0,1 0 0,-1 0 0,1 0 0,0 0 0,0 0 0,1 0 0,-1 0 0,1 0 0,0 0 0,0-1 0,0 1 0,0 0 0,1-1 0,0 1 0,0 0 0,0-1 0,0 0 0,0 0 1,3 4-1,17 12-254,-9-9 180,0 1 0,-1 0 0,-1 0-1,0 1 1,0 1 0,-1 0 0,13 23 0,-23-35 85,0 0 0,0 0 0,0 0 0,0-1 1,0 1-1,0 0 0,0 0 0,-1-1 0,1 1 0,0 0 0,0 0 0,-1-1 0,1 1 1,-1 0-1,1-1 0,0 1 0,-1-1 0,1 1 0,-1 0 0,0-1 0,1 1 0,-1-1 0,1 1 1,-1-1-1,0 0 0,1 1 0,-1-1 0,0 1 0,0-1 0,1 0 0,-1 0 0,0 0 1,0 1-1,1-1 0,-1 0 0,0 0 0,0 0 0,-1 0 0,-39 6 572,33-5-508,-68 14 652,55-10-80,0-1 1,0 0-1,-25 0 0,45-4 485,2 9-10511,4-5 4284</inkml:trace>
</inkml:ink>
</file>

<file path=ppt/ink/ink1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7:04.200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14 61 3753,'0'0'14930,"8"-1"-14333,27-13-472,-13 5-110,-1 1-1,1 1 1,1 0-1,-1 2 1,35-4-1,39 8-54,-94 24-131,-3-16 228,0-1 0,0 1-1,0-1 1,0 0-1,-1 0 1,0 0 0,-1 0-1,1 0 1,-1 0 0,-7 10-1,-45 54 100,27-35-148,-8 6 19,-1-2 1,-62 51-1,96-87-32,-1 1 1,1-1-1,0 1 1,0 0-1,0 0 1,0 0-1,0 0 0,1 1 1,0-1-1,0 1 1,0-1-1,1 1 1,-1 0-1,1 0 1,0-1-1,1 1 1,-1 6-1,1-11 12,1 1-1,0 0 0,0-1 1,-1 1-1,1 0 0,0-1 1,0 1-1,0-1 0,-1 1 1,1-1-1,0 0 0,0 1 1,0-1-1,0 0 0,0 0 1,0 1-1,0-1 0,0 0 0,0 0 1,0 0-1,0 0 0,0 0 1,1-1-1,33 1 148,-28 0-97,84 2 306,-39 0 99,87-7-1,-117-2-97,6-1 8,-11 8-6612,-7 3 1285</inkml:trace>
</inkml:ink>
</file>

<file path=ppt/ink/ink1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7:04.201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241 54 4241,'0'0'10339,"4"-7"-9120,13-21-206,-12 21 1158,-6 7-2160,1 1 0,0-1 1,0 0-1,0 0 0,0 0 1,0 0-1,0 0 0,0 0 0,-1 0 1,1 0-1,0 0 0,0 0 1,0 0-1,0 0 0,0 0 1,0 0-1,-1 0 0,1 0 0,0 0 1,0 0-1,0 0 0,0 0 1,0 0-1,0 0 0,0 0 1,-1 0-1,1-1 0,0 1 0,0 0 1,0 0-1,0 0 0,0 0 1,0 0-1,0 0 0,0 0 1,0 0-1,0 0 0,-1-1 0,1 1 1,0 0-1,0 0 0,0 0 1,0 0-1,0 0 0,0 0 1,0 0-1,0-1 0,0 1 0,0 0 1,0 0-1,0 0 0,0 0 1,0 0-1,0 0 0,0-1 1,0 1-1,-9 0 18,0-1 1,-1 1-1,1 1 0,0 0 1,-1 0-1,1 1 1,0 0-1,0 1 0,0 0 1,1 0-1,-1 1 1,1 0-1,-1 1 0,1-1 1,1 2-1,-1-1 1,1 1-1,0 0 0,0 1 1,1-1-1,-1 1 1,2 1-1,-8 9 0,4-2-20,1 1 0,0 0-1,1 1 1,1-1-1,1 1 1,0 0 0,1 1-1,1-1 1,0 1 0,1-1-1,1 1 1,1 0-1,1 0 1,3 18 0,-4-33 2,1 0 0,0-1 0,1 0 0,-1 1 0,0-1 0,1 0 0,-1 1 0,1-1-1,0 0 1,-1 0 0,1 0 0,0 0 0,0-1 0,1 1 0,-1-1 0,0 1 0,0-1 0,1 0 0,-1 1 0,1-1 0,-1 0 0,1-1 0,-1 1 0,1 0 0,4 0 0,8 1 157,0 0-1,0-1 1,19-1-1,-22 0-77,-3-1-32,-1 0 0,1-1-1,0 0 1,-1 0 0,1-1 0,-1 0-1,0 0 1,0-1 0,0 0-1,-1 0 1,1-1 0,-1 0 0,0 0-1,7-8 1,3-3 73,0 0 0,-2-2 1,0 0-1,13-21 0,-22 29-104,-1 1 0,-1-2 0,0 1 0,0 0 0,-1-1 1,0 0-1,-1 1 0,0-1 0,-1 0 0,0 0 0,-1 0 0,0 0 0,-1 0 1,-2-14-1,0 17-9,-1 0 0,0 1 0,0-1 0,0 1 0,-1-1 1,-1 1-1,-6-7 0,4 4 33,5 8-19,0 0 0,0 0 1,0 0-1,0 1 0,0-1 1,-1 1-1,1-1 0,0 1 1,-1 0-1,1 0 0,-1 1 1,0-1-1,1 1 0,-1 0 1,1 0-1,-1 0 0,1 0 0,-6 1 1,-4 0 24,12-1 231,0 13-6935,-5-1 1346</inkml:trace>
</inkml:ink>
</file>

<file path=ppt/ink/ink1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7:08.56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52 80 5801,'0'0'8946,"-45"-67"-11274,39 54-2641</inkml:trace>
</inkml:ink>
</file>

<file path=ppt/ink/ink1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7:27.70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465 20 3953,'0'0'7838,"0"-1"-7630,0 0 1,0 0-1,0 0 1,0 1 0,0-1-1,0 0 1,0 0-1,-1 0 1,1 0 0,0 0-1,0 1 1,-1-1-1,1 0 1,-1 0 0,1 1-1,0-1 1,-1 0-1,0 0 1,1 1 0,-1-1-1,1 0 1,-1 1-1,-1-1 1,-6 1-154,0 0 0,-1 1 1,1 1-1,0-1 0,-1 1 0,1 1 0,0-1 0,1 2 1,-10 3-1,-4 6 212,-39 28-1,55-37-232,-28 21 365,-45 43 1,51-39-108,2 2 1,2 0-1,0 2 1,2 0-1,-20 44 1,39-69-208,0-1 1,1 1 0,-1 0-1,1-1 1,1 1-1,-1 0 1,1 0 0,2 11-1,-1 6 30,0-23-108,-1 1 1,1-1-1,0 1 0,0-1 0,0 0 0,1 0 1,-1 1-1,1-1 0,-1 0 0,1 0 1,-1 0-1,1-1 0,0 1 0,0 0 0,0-1 1,0 1-1,0-1 0,0 0 0,1 1 0,-1-1 1,3 1-1,53 20 369,-36-18-274,-1-1 0,1-1 0,0 0 0,0-2 0,0-1 0,27-3 0,-45 3-41,0 0 0,0 0 0,0 0 0,0-1 0,0 1 0,0-1 0,0 0 0,0 0 0,-1 0 0,1-1 0,-1 1 0,1-1 0,-1 0 0,0 0 1,0 0-1,0 0 0,-1 0 0,1-1 0,-1 1 0,0-1 0,0 0 0,0 1 0,0-1 0,-1 0 0,1 0 0,-1 0 0,0-1 0,0-4 1,-1 8-49,0 0 0,-1 0 0,1-1 0,-1 1 0,1 0 0,-1 0 0,1 0 0,-1 0 0,0 0 0,1 0 0,-1 0 0,0 1 0,0-1 0,0 0 0,0 0 0,0 1 0,0-1 0,0 0 0,0 1 0,-1-2 0,-31-13 17,11 5-15,16 6 4,0 0-1,0 0 1,0 0 0,0 1-1,-1 0 1,1 1-1,-1-1 1,0 1-1,1 0 1,-1 1 0,0 0-1,0 0 1,-11 0-1,13 1 53,3-1-20,1 1-1,-1-1 1,1 1-1,-1 0 0,1 0 1,-1 0-1,0 0 1,1 0-1,-1 0 0,1 0 1,-1 1-1,1-1 1,-1 1-1,1-1 0,-1 1 1,1-1-1,-1 1 1,1 0-1,-1 0 1,0 1-1,2-2 95,32 16-12647,-20-9 1321</inkml:trace>
</inkml:ink>
</file>

<file path=ppt/ink/ink1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7:29.39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17 7154,'0'0'8364,"2"-16"-2912,-4 16-3889,3 12-865,-1 0-1,2 0 1,0 0 0,0 0-1,5 15 1,23 108 316,-23-105-918,-1 1 1,2 51-1,-2-11 193,0 57 388,-6-128-635,17 0-1211,-11 1-3286,-3 11-14302</inkml:trace>
</inkml:ink>
</file>

<file path=ppt/ink/ink1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7:58.00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5026 0 880,'0'0'4607,"4"0"-4860,42 0 2242,-45 6 2127,-3 20-3015,-12-14-1069,-1 0 1,0-1-1,0 0 0,-1-2 1,-1 0-1,0 0 0,0-2 1,0 0-1,-1-1 0,0-1 0,0 0 1,-19 1-1,-48 9 885,0-3-1,-132 0 1,214-13-887,1 1 0,0-1 0,-1 0 0,1 1 0,0-1 0,0 0 0,0 0 0,0-1 0,0 1 0,0 0 0,-2-3 0,-26-11 118,-149-20 1226,179 35-1364,-1 0-1,0 0 1,0 0 0,0 1 0,0-1-1,0 0 1,1 0 0,-1 1 0,0-1 0,0 0-1,1 1 1,-1-1 0,0 1 0,0-1 0,1 1-1,-1 0 1,1-1 0,-1 1 0,0-1 0,1 1-1,-1 0 1,1 0 0,0-1 0,-1 1 0,1 0-1,-1 0 1,1-1 0,0 1 0,0 0-1,-1 0 1,1 1 0,-12 41-25,5-14 38,4-22 3,0 0-1,-1 0 0,0-1 1,0 1-1,0-1 1,-1 0-1,0 0 0,0 0 1,0-1-1,-1 1 0,0-1 1,0-1-1,0 1 1,0-1-1,-8 3 0,3-2 53,1 0-1,-1-1 0,-1 0 0,1-1 0,0 0 0,-1 0 0,0-2 0,-23 1 0,27-2-68,-1 0-1,0-1 1,1 0-1,-1-1 0,1 0 1,0-1-1,0 1 1,0-1-1,0-1 1,0 0-1,0 0 0,-12-9 1,-12-6 3,-82-33-1,82 40-8,1-2 1,1-1 0,-30-19 0,22 4-1,30 23-2,0-1-1,-1 2 1,0-1-1,0 1 1,-1 0-1,0 1 1,-17-7-1,21 11 2,-1 0-1,1 0 0,0 1 1,-1 0-1,1 0 1,0 0-1,-1 1 1,1 0-1,0 0 0,0 1 1,0-1-1,0 1 1,-9 4-1,-5 5 10,1 0 1,-28 20-1,-8 4-1,-13 5-7,25-14 4,-90 39-1,-46-4-6,165-57-2,-1-1-1,0-1 1,1 0-1,-1-1 1,0 0-1,-26-3 1,-35 2-12,68 1 11,1 1 0,0 0 0,0 1 0,0-1-1,0 1 1,1 1 0,-1-1 0,1 1 0,0 0 0,0 1-1,-7 5 1,-55 60-16,2 8 8,4 4 1,-80 135-1,131-200 13,-1 1 0,-1-2 0,-1 0 0,0 0 0,-1-1 0,-1-1 0,0 0 0,-1-2 0,0 0 0,-1 0 0,0-2 0,-1 0 0,-27 10 0,10-8-3,1 0 1,-2-3 0,0 0-1,0-3 1,0-1 0,-62 0-1,79-5 0,-1 1 0,0 2-1,0 0 1,1 0 0,-1 2-1,1 1 1,0 0 0,1 2-1,0 0 1,0 1 0,0 1-1,1 1 1,1 0 0,0 1-1,0 1 1,2 1 0,-1 0-1,-23 30 1,-32 41 4,-107 175 1,151-211-6,2 2 1,3 1 0,2 1-1,-22 91 1,40-138 2,1-1 0,-1 1-1,-1 0 1,1-1 0,-1 1 0,0-1-1,0 0 1,0 0 0,-1 0 0,0 0-1,0-1 1,0 0 0,0 1 0,-1-1-1,0-1 1,0 1 0,0-1 0,0 0 0,0 0-1,-1 0 1,1-1 0,-1 0 0,0 0-1,0 0 1,1-1 0,-1 0 0,0 0-1,0 0 1,0-1 0,0 0 0,-1 0-1,1 0 1,0-1 0,0 0 0,1 0-1,-1-1 1,0 0 0,0 0 0,1 0 0,-1 0-1,-6-5 1,2 2-7,0 0 0,-1 0 1,0 1-1,-22-5 0,29 8 2,0 0 0,0 0 0,0 1 0,0 0 0,0-1 0,0 1 0,0 0 1,0 1-1,0-1 0,0 1 0,0 0 0,0 0 0,0 0 0,1 0 0,-1 1 0,0 0 0,1-1 0,-6 4 0,-14 21 7,1 0-1,1 1 1,1 1 0,1 1-1,-21 44 1,-1 13-7,4 0 0,4 3 0,-37 150 0,65-211 4,1 1 0,1 0 0,2-1 0,1 30 1,0-22-9,0-34 8,0-1-1,1 1 1,-1 0-1,0 0 0,0 0 1,1-1-1,-1 1 1,1 0-1,0-1 0,-1 1 1,1 0-1,0-1 1,0 1-1,0-1 0,0 1 1,2 1-1,4 6-6,-6-6-2,-1-2-5,6-11 5,2-16 22,-1-1-1,-1 0 1,-1 0-1,-2 0 1,-1-1-1,-1-31 1,-8 65 2,2 3-16,0 0 1,0 1-1,1-1 0,1 1 1,0 0-1,0 0 1,-2 17-1,-7 25-1,-46 200 2,44-204 3,3 1 0,2 0 0,1 1 0,0 97 0,7-118 0,1 0 1,1 0 0,2 0-1,1 0 1,1 0-1,17 52 1,154 379 111,-165-430-81,1-1 1,1-1 0,2 0-1,32 47 1,-36-61 2,0-1 0,1 0 0,1-1 0,0 0 1,0-1-1,1-1 0,1 0 0,0 0 0,0-2 0,21 9 0,-5-6 91,2-2-1,-1-1 0,1-2 1,0-1-1,0-2 0,0-1 1,57-3-1,-73-1-92,-1 0 0,0-1 0,-1 0 0,1-1 0,-1-1 0,1-1 0,-1 0 0,-1-1-1,1 0 1,-1-1 0,19-15 0,11-11 205,75-76 0,-117 171 819,-2-39-1053,-1-9-3,0 0 0,1-1 0,1 1 0,0 0 0,1-1 0,0 1 0,1-1 0,0 1-1,1-1 1,1 0 0,9 20 0,-3-14 8,1 1 0,1-2-1,0 0 1,1 0 0,21 18 0,-26-28-5,-1-1 1,0 0 0,1 0 0,0-1 0,1 0 0,-1-1-1,1 0 1,0-1 0,0 0 0,0 0 0,0-1 0,0 0-1,12 0 1,4 0 4,0-1 0,0-1 0,0-2 0,0 0 0,0-2 0,0-1 0,49-16 0,52-29 293,178-96-1,-292 138-266,171-83 151,-163 83-164,1 0 0,0 1 0,1 2 0,0 0-1,-1 1 1,42-1 0,-60 6-12,0-1-1,0 1 0,-1 0 1,1 0-1,-1 0 0,1 1 1,-1-1-1,1 1 0,-1 0 1,0 0-1,0 0 1,0 0-1,0 1 0,0-1 1,0 1-1,0 0 0,-1 0 1,0 0-1,1 0 1,1 5-1,8 11 57,-1 1 0,11 29 1,-4-10 1,0-3-23,-11-19-37,2 0-1,0-1 0,1 0 0,16 20 0,-22-31-2,1-1 0,0 1 0,0-1 1,0 0-1,0 0 0,1-1 0,-1 0 0,1 0 0,0 0 0,0 0 0,0-1 1,0 0-1,0 0 0,1-1 0,-1 0 0,13 1 0,1 0-3,0-2-1,1 0 1,-1-1 0,0-1-1,0 0 1,0-2-1,0-1 1,0 0 0,-1-1-1,0-1 1,0-1-1,26-16 1,90-62 3,-82 49-2,102-52 0,-148 86-4,0-1 0,1 1 1,0 0-1,0 1 0,0 0 0,0 0 0,0 1 0,0 0 0,0 1 0,0-1 0,1 1 1,-1 1-1,0 0 0,0 0 0,0 0 0,0 1 0,0 0 0,0 1 0,0 0 0,-1 0 0,1 1 1,12 8-1,-6-4 17,0 0 0,0 0 0,1-2 0,0 0 0,0 0 0,1-2 0,0 0 0,-1-1 0,19 2 0,20-1 8,73-3 0,-60-3-21,-13-1-3,-1-3 0,0-2 0,0-3-1,56-18 1,55-11-2,-158 38 2,0 1-1,1 0 1,-1 0-1,1 1 1,-1-1-1,1 2 1,-1-1-1,1 1 1,12 2-1,-15-1 15,1 1-1,-1-1 1,1 1-1,-1-1 1,0 1 0,0 1-1,-1-1 1,1 0-1,-1 1 1,1 0 0,-1 0-1,4 7 1,9 11 77,-4-4-16,1 0 0,24 25 1,-31-37-71,-1-1 0,1-1 1,0 1-1,1-1 1,-1 0-1,1 0 0,0-1 1,0 0-1,0 0 0,0-1 1,11 3-1,3-1-3,0-1 1,0-1-1,0-1 0,0-1 1,1 0-1,-1-2 0,0 0 1,0-2-1,-1 0 0,1-1 1,-1-1-1,0-1 0,0-1 1,-1-1-1,0-1 0,24-15 1,14-13-5,-6 3 0,72-35 0,-103 60 0,1 2 0,0 0 0,0 1 0,1 1 0,-1 1 0,1 1 0,29-1 0,6 4-1,-41 1 2,0 0-1,-1 0 0,1-1 0,0-1 0,-1-1 0,1-1 0,-1 0 1,0 0-1,19-10 0,-22 8 1,1-1 1,-2 0-1,1-1 1,-1 0-1,0-1 1,-1-1-1,0 1 1,-1-2-1,13-16 1,-21 27-3,0-1 1,-1 0 0,1 1 0,0-1-1,0 1 1,0-1 0,0 1 0,0 0 0,0-1-1,0 1 1,0 0 0,0 0 0,0 0 0,0 0-1,0 0 1,1 0 0,-1 0 0,0 0 0,0 0-1,0 0 1,0 0 0,1 1 0,3 0-2,10-2 2,0 1-1,0-2 1,0 0 0,0 0 0,-1-1-1,27-10 1,-33 9 0,0 1 0,0-1 0,-1 0 0,0-1 0,0 0 0,0 0 0,-1 0 0,1-1 0,-1 0 0,-1 0 0,1-1 0,-1 0 0,8-13 1,-5 4 1,0-2 1,0 1 0,-2-1-1,0 0 1,-1 0 0,4-35-1,-4-1 12,-3-58-1,-3 77-10,0 21 2,0 0 0,-2 0 0,0 1 0,0-1 0,-1 1 0,-1 0 0,0 0 0,-1 0 0,0 0 0,-1 1 0,-12-16 0,-10-10 10,-66-70-1,10 31-10,58 55-2,1-1 0,-38-44 0,57 59-6,1-1 1,-1-1 0,2 1-1,-1-1 1,1 0-1,1 0 1,0-1-1,0 1 1,1-1 0,1 0-1,0 0 1,-2-16-1,4 7-1,0 0 1,1 0-1,1-1 0,1 2 1,1-1-1,12-36 0,4 3-14,31-55-1,11-27 6,-56 116 14,-1 0 0,0 0 0,-1 0 0,-1 0 0,-1-1 0,-1 1 0,-1-21 0,0 35-2,-1 1 1,0 0-1,0-1 1,0 1 0,0 0-1,-1 0 1,1 0-1,-1 0 1,0 0 0,-1 0-1,1 0 1,-1 1 0,1-1-1,-1 1 1,0 0-1,0 0 1,-5-4 0,-9-7-11,-1 1 0,-24-13 0,17 10 8,-20-10 2,-1 1 0,-1 2 0,-1 2 0,-69-20-1,-202-34-13,206 52 13,107 22 3,-1-1 0,0 1 0,1-1 0,-1-1 0,1 1 0,0-1 0,0 0 0,0 0 0,0-1 0,0 0 0,1 0 0,0 0 0,0-1 0,-5-4 0,8 5-1,-1 0 0,1 0 0,0-1 0,0 1 1,1 0-1,-1 0 0,1-1 0,0 1 1,0-1-1,1 1 0,-1-1 0,1 0 0,0 1 1,0-1-1,1 1 0,-1-1 0,1 0 1,0 1-1,0 0 0,1-1 0,3-7 0,7-14-14,0 2 0,2 0 0,1 0 0,1 1 0,27-29 0,-19 23 8,-1-1-1,24-44 0,-35 53 7,-2-1 0,14-43 0,-21 56 8,-1-1-1,0 1 1,0 0-1,-1-1 0,-1 1 1,0-1-1,0 0 1,0 1-1,-1-1 1,-3-12-1,2 19-5,0 0 0,1-1 0,-1 1 0,0 0 0,-1 0 0,1 0 0,0 1 0,-1-1 0,0 1 0,1-1 0,-1 1 0,0 0 0,0 0 0,0 0 0,-1 0 0,1 0 0,0 1 0,-1 0 0,1-1 0,-1 1-1,1 1 1,-7-2 0,-11-2-1,0 1-1,-33 0 0,53 3 1,-310 0-23,310-1 23,0 1-1,0-1 1,0 1-1,0-1 1,0 0-1,0 1 1,0-1-1,0 0 0,1 0 1,-1 1-1,0-1 1,1 0-1,-1 0 1,0 0-1,1 0 0,-1 0 1,1 0-1,0 0 1,-1 0-1,1 0 1,0 0-1,-1 0 0,1 0 1,0 0-1,0-1 1,0 1-1,0 0 1,0 0-1,1-2 1,-1-48-64,1 34 31,0-6-23,2 1 0,0 0 1,2 0-1,12-38 0,5-21-84,-16 55 122,-1-1 1,-1 1-1,-1 0 0,-2-1 0,0 0 0,-4-28 0,1 49 17,0 0 0,0 0 0,0 1-1,-1-1 1,0 1 0,0-1 0,-1 1 0,1 0 0,-1 0-1,0 0 1,-1 1 0,1-1 0,-1 1 0,0 0 0,0 1-1,0-1 1,0 1 0,-1 0 0,1 0 0,-11-3 0,-13-6-4,-1 2 1,-54-12-1,73 20 4,-57-15 1,67 16-2,0 0 0,1-1-1,-1 1 1,1 0-1,0 0 1,-1-1 0,1 1-1,0-1 1,0 1-1,0 0 1,0-1 0,0 1-1,0-1 1,0 1-1,0 0 1,0-1 0,1 1-1,-1 0 1,1-1-1,-1 1 1,1 0 0,-1 0-1,1-1 1,1 0-1,9-12-9,2 1 0,-1 1-1,2 0 1,26-18 0,7-7 4,-3 1-1,0 0-1,75-78 0,-116 111 14,-1 1 1,0-1-1,0 0 1,0 0-1,0 1 1,0-1-1,0-1 1,-1 1-1,1 0 1,-1 0-1,0-1 1,0 1-1,0 0 1,-1-1-1,1 1 1,-1-1-1,0 1 1,0-1-1,0 1 1,0-1-1,0 1 0,-1-1 1,0 1-1,0-1 1,-1-3-1,-1 1 8,-1 0 0,0 0 0,0 1 0,0-1 0,0 1 0,-1 0 0,0 0 0,0 0 0,-1 1 0,-11-8 0,-2 0 1,7 4-10,-1 0 1,1-1-1,-13-12 1,22 18 2,1 0 0,-1 0 1,1 0-1,-1-1 0,1 1 0,0 0 1,0-1-1,0 0 0,1 1 0,-1-1 1,1 0-1,0 0 0,0 0 0,0 0 1,1 0-1,-1-5 0,1 7-5,0 1 0,0-1 1,0 1-1,-1-1 0,1 1 0,-1-1 0,1 1 1,-1-1-1,1 1 0,-1-1 0,0 1 0,0 0 1,0-1-1,1 1 0,-1 0 0,-1 0 0,1 0 1,0 0-1,0 0 0,0 0 0,0 0 0,-1 0 1,1 0-1,-2 0 0,-2-2 66,0 1 0,-1 1 0,1-1 0,0 1 1,0 0-1,-10-1 0,-24 2-293,31 1-502,13 0-601,105-4-7368,-47-10-834</inkml:trace>
</inkml:ink>
</file>

<file path=ppt/ink/ink1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7:58.87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1501 1 3881,'0'0'11789,"0"6"-11409,-2 0-355,1-1 1,-1 1-1,0-1 0,-1 1 0,1-1 1,-1 0-1,0 0 0,0 0 1,-1 0-1,1-1 0,-1 1 0,-7 6 1,-6 8 41,-447 468 551,436-460-573,1-1 34,-306 280 937,267-252-764,-2-3 0,-2-3 0,-98 50 0,127-78 857,24-12-827,-1 0 1,1 1-1,1 1 0,-30 23 1,-14 11-275,60-44-27,0 0 0,0 0 0,0 0 1,0 0-1,0 0 0,0 0 1,0 0-1,0 0 0,0 0 0,0-1 1,0 1-1,0 0 0,0 0 0,0 0 1,0 0-1,0 0 0,0 0 1,0 0-1,0 0 0,0 0 0,-1 0 1,1 0-1,0 0 0,0 0 0,0 0 1,0 0-1,0 0 0,0 0 1,9-10 1661,4-1-3307,-5 5-8803</inkml:trace>
</inkml:ink>
</file>

<file path=ppt/ink/ink1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7:59.36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109 1 5457,'0'0'9058,"0"0"-8991,-1 0 1,1 0-1,-1 0 0,1 0 0,-1 0 0,1 0 1,-1 0-1,1 0 0,-1 0 0,1 0 0,-1 0 1,1 1-1,-1-1 0,1 0 0,0 0 0,-1 1 1,1-1-1,-1 0 0,1 1 0,0-1 0,-1 0 1,1 1-1,0-1 0,-1 0 0,1 1 0,0-1 1,-1 1-1,1-1 0,0 0 0,0 1 0,0-1 1,-1 1-1,-10 35 592,2-1-1,0 2 1,-5 62 0,-6 32-179,8-83-347,6-29-39,2 0 0,0 0 0,-3 39 1,34-57 137,-19-2-96,0 0 0,0 0 0,1-1 0,-2 0 0,1-1 0,0 0 0,0 0 0,-1 0 0,1-1-1,8-7 1,74-55 563,-64 45-565,11-8 45,46-39 137,-80 67-4586,0 5 2323,-1-1 162,4 4-4240</inkml:trace>
</inkml:ink>
</file>

<file path=ppt/ink/ink1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8:00.46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46 1 8602,'0'0'7775,"4"6"-7067,2 3-486,0 0 0,0 1 0,-1 0 0,0 0 0,-1 0-1,0 1 1,-1 0 0,0-1 0,2 21 0,8 44 3964,-12-81-4174,0 1 0,0-1 1,-1 1-1,0-1 0,0 0 0,0 1 0,-2-8 0,1-5-11,1 14-8,-1 1 1,1-1 0,-1 1 0,0-1 0,0 1-1,0-1 1,0 1 0,-1 0 0,0 0-1,1-1 1,-4-3 0,-5-10-263,11 23 304,0-1 1,0 1-1,-1-1 1,1 1-1,-1-1 1,-1 1-1,-1 7 1,1 6 45,20 182 4,-19-200-394,-7-3-4396,-1-5 3691,0 0 1,1 0-1,0-1 0,1 0 0,-1 0 1,2 0-1,-10-18 0,2 5-1638,-6-8-3050</inkml:trace>
</inkml:ink>
</file>

<file path=ppt/ink/ink1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8:00.83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81 4761,'0'0'10696,"3"-9"-10420,-2 5-245,1 0 1,0 1-1,0-1 1,0 1-1,0-1 1,0 1-1,0 0 1,1-1-1,0 1 1,-1 1-1,1-1 1,0 0-1,1 1 1,4-4-1,-2 3 49,1 0-1,0 0 1,-1 1 0,1 0-1,1 0 1,-1 0-1,0 1 1,0 0-1,10 0 1,-7 1 83,-1-1 1,1 1 0,0 1-1,0-1 1,0 2-1,-1 0 1,12 3-1,-16-3-77,0 0 1,-1 1-1,1-1 0,-1 1 0,0 0 1,0 1-1,0-1 0,0 1 1,0 0-1,-1-1 0,0 1 0,0 1 1,0-1-1,0 0 0,3 8 1,2 8 73,0 1 1,-2 0 0,0 0 0,-1 1 0,-2 0 0,0 0 0,-1-1 0,-1 2-1,-1-1 1,-5 35 0,4-46-150,-1 0 1,0 0-1,-1 0 0,0 0 0,0 0 0,-1 0 0,-1-1 0,0 0 1,0 0-1,-1 0 0,-1-1 0,1 0 0,-1 0 0,-1 0 1,0-1-1,0 0 0,0-1 0,-1 1 0,0-2 0,-1 1 0,0-1 1,0-1-1,0 0 0,0 0 0,-1-1 0,1-1 0,-1 1 1,0-2-1,-1 1 0,1-2 0,0 1 0,-20-2 0,20 1 414,1-2-4069,14-2-2146,12-7 2554,3-5-2169</inkml:trace>
</inkml:ink>
</file>

<file path=ppt/ink/ink1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8:01.19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140 0 10594,'0'0'8171,"-23"18"-7861,-67 58-144,88-74-162,-1 1 0,1 0-1,0-1 1,-1 1 0,1 0 0,0 1-1,1-1 1,-1 0 0,1 1-1,-1-1 1,1 0 0,0 1-1,0 0 1,1-1 0,-1 1-1,1-1 1,-1 1 0,1 0-1,0-1 1,1 1 0,-1 0-1,2 6 1,0 8 2,-2-15-4,0-1 0,1 0-1,-1 1 1,0-1 0,1 1 0,0-1-1,-1 0 1,1 0 0,0 1-1,0-1 1,1 0 0,-1 0 0,0 0-1,1 0 1,-1 0 0,1 0 0,-1 0-1,1-1 1,0 1 0,3 1-1,-1 0 2,1 0-1,0-1 0,0 1 0,0-1 0,0 0 0,0-1 0,0 1 0,1-1 1,6 1-1,-7-1 14,1 0-1,-1-1 1,0 0 0,1 0 0,-1 0 0,1 0 0,-1-1 0,0 0-1,0 0 1,1 0 0,-1-1 0,0 0 0,0 0 0,0 0 0,0 0-1,-1-1 1,1 0 0,-1 0 0,8-7 0,-8 6 53,-1-1 0,0 1 1,-1-1-1,1 0 0,-1 1 1,0-1-1,0 0 0,-1-1 0,1 1 1,-1 0-1,0 0 0,-1 0 1,1-1-1,-1 1 0,-1-9 1,1 11-50,-1 0 0,0 0 0,0 0 0,0 0 1,-1 0-1,1 1 0,-1-1 0,1 1 0,-1-1 1,0 1-1,0-1 0,0 1 0,0 0 1,0 0-1,-1 0 0,1 0 0,0 1 0,-1-1 1,0 0-1,1 1 0,-1 0 0,0 0 1,0 0-1,0 0 0,1 0 0,-1 0 0,0 1 1,-4-1-1,-67-3-1720,74 4 1573,-1 0 0,0 0 1,1 0-1,-1 0 0,0 0 1,1 0-1,-1 0 0,1 1 1,-1-1-1,0 0 0,1 0 1,-1 0-1,1 1 0,-1-1 1,0 0-1,1 1 0,-1-1 1,1 0-1,-1 1 1,1-1-1,0 1 0,-1-1 1,1 1-1,-1-1 0,1 1 1,0-1-1,-1 1 0,1-1 1,0 1-1,-1-1 0,1 1 1,0-1-1,0 1 0,0 0 1,0-1-1,-1 1 0,1 0 1,0-1-1,0 1 1,0-1-1,0 1 0,1 0 1,-1-1-1,0 1 0,0 0 1,0-1-1,0 1 0,1 0 1,-1 7-3367,0 2-6126</inkml:trace>
</inkml:ink>
</file>

<file path=ppt/ink/ink1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8:01.60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142 0 3441,'0'0'10498,"0"9"-9007,-10 277 4904,0-161-6408,-42 188-1,52-308-374,-2 0 0,1 0 0,0 0 0,-1 0 0,0 0 0,0 0 0,-1-1 0,0 1 0,1-1 0,-1 1 0,-1-1 0,1 0 0,0 0 0,-1-1 0,0 1 0,-7 4 0,-8 0-4596</inkml:trace>
</inkml:ink>
</file>

<file path=ppt/ink/ink1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8:02.19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0 479 7098,'0'0'2525,"28"-15"-876,196-111 1177,-218 123-2751,167-99 1145,-141 81-1153,-1-2 0,-1-1 0,33-33 0,-59 53-43,0 0 0,0 0-1,-1-1 1,1 1 0,-1-1 0,0 1 0,-1-1 0,1 0 0,-1 0 0,0 0 0,0 0 0,0-1 0,-1 1 0,0-1 0,0 1 0,0 0 0,-1-10-1,0 15 2,0-1-1,0 1 0,0-1 0,-1 1 0,1-1 0,0 1 0,0 0 0,-1-1 0,1 1 0,0-1 0,0 1 1,-1-1-1,1 1 0,-1 0 0,1-1 0,0 1 0,-1 0 0,1-1 0,-1 1 0,1 0 0,0 0 1,-1 0-1,1-1 0,-1 1 0,1 0 0,-1 0 0,1 0 0,-1 0 0,1 0 0,-2 0 0,-25-1 303,-24 12-158,40-4-158,0 0-1,0 0 0,1 2 0,0-1 0,0 1 0,1 0 0,0 1 0,-8 12 1,4-5 5,1 1 0,1 0 1,1 1-1,-10 26 1,14-28-2,0 1 0,2 0-1,1 1 1,0-1 0,0 23 0,4 97 45,1-56-24,-3-52-30,-1-22 3,2-1 0,-1 1 0,1 0-1,0 0 1,0 0 0,1-1-1,0 1 1,1 0 0,3 11-1,-4-18 6,-1-1-1,0 0 1,1 1-1,-1-1 1,0 0-1,1 1 1,-1-1-1,0 0 1,1 0-1,-1 1 0,1-1 1,-1 0-1,0 0 1,1 0-1,-1 0 1,1 1-1,-1-1 1,1 0-1,-1 0 1,1 0-1,-1 0 1,0 0-1,1 0 0,-1 0 1,1 0-1,-1 0 1,1-1-1,-1 1 1,1 0-1,-1 0 1,0 0-1,1 0 1,-1-1-1,1 1 0,-1 0 1,0 0-1,1-1 1,-1 1-1,0 0 1,1 0-1,-1-1 1,0 1-1,1-1 1,-1 1-1,0 0 0,0-1 1,1 0-1,13-20 432,-12 19-430,85-137 848,-86 137 245,-1 11-681,1 5-421,0 0 0,1 0 0,0-1 1,1 1-1,0-1 0,1 1 0,1-1 0,0 0 1,1 0-1,13 21 0,-18-33-233,0 0 1,0 0-1,0 0 0,0 0 0,0 0 1,0 0-1,1 0 0,-1 0 1,0-1-1,0 1 0,1 0 1,-1-1-1,1 1 0,-1-1 1,1 0-1,-1 1 0,0-1 1,1 0-1,-1 0 0,1 0 1,-1 0-1,1 0 0,-1 0 1,3-1-1,6 0-2676,4 1-5236</inkml:trace>
</inkml:ink>
</file>

<file path=ppt/ink/ink1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8:02.36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11763,'0'0'8097,"7"103"-8097,-1-77 0,-6 3-688,0-7-1728,0-6-2754</inkml:trace>
</inkml:ink>
</file>

<file path=ppt/ink/ink1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8:02.56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9402,'0'0'6553,"7"0"-6193,-1 0-312,0 0-48,1 16 0,-1 7-392,7 12-808,0-3-1352,-7-6-4170</inkml:trace>
</inkml:ink>
</file>

<file path=ppt/ink/ink1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8:02.90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135 1 9538,'0'0'11995,"-5"3"-11583,-4 4-335,0 1 0,0 0 0,-15 18 0,21-22-121,0 0-1,0 0 1,0 0 0,1 1 0,0-1 0,0 1-1,0 0 1,0-1 0,1 1 0,-1 0 0,1 0-1,0 0 1,0 5 0,15-4-1372,5-1 1151,-19-5 269,0 1 1,0-1-1,1 0 0,-1 1 0,0-1 1,0 0-1,1 1 0,-1-1 0,0 0 1,0 1-1,0-1 0,0 1 0,0-1 1,0 0-1,0 1 0,0-1 0,0 1 1,0-1-1,0 0 0,0 1 0,0-1 1,0 1-1,0-1 0,0 0 0,0 1 1,0-1-1,-1 1 0,1-1 0,0 0 1,0 1-1,0-1 0,-1 0 1,1 1-1,0-1 0,0 0 0,-1 0 1,1 1-1,0-1 0,-1 0 0,1 0 1,0 1-1,-1-1 0,0 0 0,-36 21 422,31-19-427,1 1 1,0-1-1,0 1 0,0 0 0,0 0 0,-6 5 0,10 17-7156,1-15 2332</inkml:trace>
</inkml:ink>
</file>

<file path=ppt/ink/ink1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8:03.43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6729,'0'0'11863,"12"6"-11396,-9-1-385,1 0 1,-1 0 0,-1 1-1,1-1 1,-1 1 0,0 0-1,3 8 1,5 15 185,22 41 67,-31-69-334,0 0-1,0-1 1,0 1-1,0 0 1,0-1-1,0 1 1,0-1 0,0 1-1,0-1 1,0 0-1,0 1 1,0-1-1,0 0 1,1 0 0,-1 0-1,0 0 1,0 0-1,0 0 1,0 0-1,0 0 1,1 0 0,-1-1-1,0 1 1,0 0-1,0-1 1,0 1-1,2-2 1,28-15 15,-9-3 30,-1-1 1,-1-1-1,25-35 0,-45 58-14,0-1 0,0 0 0,0 0 0,0 0 0,0 0 0,0 0-1,0 0 1,0 0 0,0 0 0,0 1 0,0-1 0,0 0 0,0 0-1,0 0 1,0 0 0,0 0 0,0 0 0,0 0 0,0 0 0,0 1-1,0-1 1,0 0 0,0 0 0,0 0 0,0 0 0,1 0 0,-1 0-1,0 0 1,0 0 0,0 0 0,0 0 0,0 0 0,0 1 0,0-1-1,0 0 1,0 0 0,0 0 0,1 0 0,-1 0 0,0 0 0,0 0-1,0 0 1,0 0 0,0 0 0,0 0 0,0 0 0,1 0 0,-1 0-1,0 0 1,0 0 0,0 0 0,0 0 0,0 0 0,0 0-1,0 0 1,0 0 0,0 0 0,1-1 0,-1 1 0,0 0 0,0 0-1,0 0 1,0 0 0,0 0 0,0 0 0,0 0 0,0 0 0,0 0-1,0-1 1,3 18 380,-2 18-583,-1-35 206,-1 15-364,3 34 678,6-28-2833,8-10-4182,-9-10 952</inkml:trace>
</inkml:ink>
</file>

<file path=ppt/ink/ink1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8:03.81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0 135 9210,'0'0'7706,"24"-1"-7289,73-2-184,-93 3-214,1 0 1,-1-1-1,0 1 0,0-1 0,0 0 0,0 0 0,0-1 0,0 1 0,0-1 0,0 0 0,0 0 0,3-2 0,-5 2-6,-1 1-1,0 0 1,1-1 0,-1 1-1,0-1 1,0 1 0,0-1-1,0 1 1,0-1-1,0 0 1,0 0 0,-1 1-1,1-1 1,0 0 0,-1 0-1,0 0 1,1 0-1,-1-2 1,0 0-2,0 1-1,-1 0 1,1 0-1,-1 0 1,0-1-1,0 1 1,0 0-1,0 0 1,-1 0-1,1 1 1,-1-1-1,0 0 1,0 0-1,0 1 1,0-1-1,0 1 1,0 0-1,-1 0 1,1 0-1,-1 0 1,0 0-1,-3-2 1,1 1 53,-1 1 1,0 0 0,0 0-1,0 0 1,0 1-1,0-1 1,0 2-1,-1-1 1,1 1-1,0-1 1,0 2-1,-1-1 1,-9 3-1,13-3-44,0 1-1,0 0 0,1 0 0,-1 0 1,1 0-1,-1 1 0,1-1 0,-1 1 1,1-1-1,0 1 0,0 0 0,-1 0 1,1 0-1,1 0 0,-1 0 0,0 0 1,0 1-1,1-1 0,-1 1 0,1-1 1,0 1-1,0-1 0,0 1 0,0 0 1,0-1-1,1 1 0,-1 0 0,1 0 1,0 0-1,0 5 0,0-1-118,-1 17 173,2-1 0,1 0 0,5 29 0,-5-44-324,0-1 1,0 0-1,1 0 0,0 0 1,7 12-1,-7-15-316,1 1 1,-1-1-1,1 0 1,0 0-1,0 0 1,0 0-1,0-1 1,10 6 0,1-1-5559</inkml:trace>
</inkml:ink>
</file>

<file path=ppt/ink/ink1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8:04.07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225 1 12443,'0'0'8978,"-90"131"-8770,77-96-144,-6 1-64,6-7 0,-6-1-48,6-5-528,0-4-889,-6-6-735,6-7-881,0-6-3920</inkml:trace>
</inkml:ink>
</file>

<file path=ppt/ink/ink1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8:04.26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10786,'0'0'9394,"148"32"-9346,-123-23-48,1-2-304,0 3-1080,-7-7-1585,-6 0-4080</inkml:trace>
</inkml:ink>
</file>

<file path=ppt/ink/ink1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8:04.57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12339,'0'0'8995,"1"20"-8076,5 143 394,-4-146-1234,1 0 0,1-1 0,9 29-1,-11-39-79,0 1-1,1-1 1,0 0-1,0 0 1,1 0-1,-1-1 1,1 1-1,0-1 0,1 0 1,-1 0-1,1 0 1,7 5-1,10-3-1123,-21-7 980,0 0 0,-1 0 0,1 0 0,0-1 0,-1 1 1,1 0-1,0 0 0,-1 0 0,1-1 0,-1 1 0,1 0 0,0-1 0,-1 1 1,1 0-1,-1-1 0,1 1 0,-1-1 0,1 1 0,-1-1 0,1 1 0,-1-1 1,0 1-1,1-1 0,-1 0 0,0 1 0,1-1 0,-1 1 0,0-1 1,0 0-1,0 1 0,1-2 0,0-16-4032</inkml:trace>
</inkml:ink>
</file>

<file path=ppt/ink/ink1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8:04.78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10 9962,'0'0'11595,"180"-9"-11595,-167 9-1265,-7 0-3072</inkml:trace>
</inkml:ink>
</file>

<file path=ppt/ink/ink1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8:05.83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0 263 3929,'0'0'13060,"8"-2"-12231,62-51-199,-42 31-230,47-29 0,-29 27-327,1 1 1,88-29-1,-104 43-69,0 1 0,0 2 0,1 1 0,-1 1 0,57 1 0,-84 3 6,-1 1-1,1-1 0,0 1 1,0 1-1,0-1 1,-1 0-1,1 1 1,-1 0-1,1 0 1,-1 0-1,0 0 0,1 0 1,-1 1-1,0-1 1,-1 1-1,1 0 1,0 0-1,-1 0 1,0 0-1,1 0 0,-1 1 1,0-1-1,-1 1 1,1-1-1,-1 1 1,1 0-1,0 7 0,3 9 90,-1 1 0,0 0 0,0 38-1,-4-56-89,4 137 399,6 88 329,-4-166-534,20 358 2047,-26-420-2235,0-5-7176,0-6 2488</inkml:trace>
</inkml:ink>
</file>

<file path=ppt/ink/ink1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8:06.28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4081,'0'0'11888,"2"32"-9746,3-28-1915,1 1 1,0-2 0,0 1-1,0-1 1,0 1 0,0-2-1,1 1 1,-1-1 0,14 3-1,64 8 453,-46-10-477,40 6-4,-73-8-185,1 0 1,-1 1-1,1 0 1,-1 0-1,0 0 1,0 1 0,0 0-1,0 0 1,0 0-1,-1 0 1,5 5-1,22 12-75,-11-14-2688,-4-12-5406,-14-4-1731</inkml:trace>
</inkml:ink>
</file>

<file path=ppt/ink/ink1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8:06.61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317 0 7314,'0'0'9854,"-17"30"-9027,-9 19-591,-79 133 636,31-85-90,-12 19-383,77-96-386,14-9-876,-2-10 500,1-1-1,-1 1 1,0 0-1,1-1 0,-1 0 1,0 0-1,1 0 1,5-1-1,-2 1-189,25-3-3702</inkml:trace>
</inkml:ink>
</file>

<file path=ppt/ink/ink1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8:07.29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609 120 9914,'0'0'4314,"-29"16"-3201,0-2-796,5-2-45,0 0 0,0 2 0,1 1 0,1 1-1,1 1 1,-21 20 0,-2 8 222,3 2 1,1 1-1,2 2 0,3 2 0,-40 78 1,58-96-387,2 1-1,1 0 1,2 1 0,1 0 0,2 1 0,2 0-1,1 0 1,2 1 0,2 0 0,2 45 0,1-72-93,1 1 0,0 0 0,0 0 0,2-1 0,-1 1 0,1-1 1,1 0-1,0 0 0,0-1 0,1 1 0,1-1 0,-1-1 0,2 1 0,-1-1 1,1 0-1,1-1 0,10 9 0,-5-6-12,1-1 1,0-1-1,0-1 0,1 0 1,0 0-1,0-2 0,1 0 0,-1-1 1,1-1-1,0 0 0,19 1 1,-8-2 1,1-1 1,0-1-1,0-2 0,0 0 1,-1-2-1,1-2 1,-1 0-1,0-2 1,0-1-1,-1-1 0,0-1 1,0-2-1,43-25 1,-17 4-28,-2-2-1,-1-2 1,-2-2 0,63-68 0,-87 81 15,0-2 1,-3 0-1,0-2 1,-2 0-1,-1-1 1,-1-1-1,-2-1 1,-1 0-1,11-44 1,-15 41 72,-3-1 0,0 0 0,-3 0 0,-1-1 0,-1 0 0,-3 1 0,0-1 0,-9-42 0,7 65-13,0 0 0,-1 0 0,-1 1 0,0 0 0,-1 0 0,0 0 0,-1 1 0,-1 0 0,0 0 0,-1 0 0,0 2 0,-1-1 0,0 1 0,-1 0 0,0 1 0,-1 0 0,0 1 0,0 1 0,-1-1 0,0 2 0,-1 0 0,-27-10 0,17 10-63,-1 1-1,1 1 1,-1 1-1,-1 2 1,1 0-1,0 1 1,0 2-1,-48 7 1,63-6-148,1 1 1,0 1 0,-1 0 0,2 0-1,-1 0 1,0 1 0,1 1 0,0-1-1,0 1 1,-13 14 0,10-8-1352,0 1 1,0 0 0,1 1 0,1 0-1,-11 22 1,6-6-5227</inkml:trace>
</inkml:ink>
</file>

<file path=ppt/ink/ink1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8:07.84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135 0 10178,'0'0'8965,"-15"27"-8432,3-6-383,-15 24 573,-38 93 1,61-126-655,1 0 1,0 1 0,1 0 0,0-1 0,1 1 0,1 21 0,0-33-69,0-1 1,0 1-1,0 0 0,1-1 0,-1 1 1,0 0-1,1-1 0,-1 1 1,0 0-1,1-1 0,-1 1 0,1-1 1,-1 1-1,1-1 0,-1 1 1,1-1-1,-1 1 0,1-1 1,0 1-1,-1-1 0,1 0 0,0 0 1,-1 1-1,1-1 0,0 0 1,-1 0-1,1 1 0,0-1 0,0 0 1,-1 0-1,1 0 0,1 0 1,33 0 91,-22-1 0,7-1 23,1 0 0,-1-2-1,0-1 1,-1 0 0,1-2-1,-1 0 1,33-18 0,43-14-53,-65 27-53,-23 9-10,0-1 1,1 2 0,0-1-1,0 1 1,0 0 0,0 0-1,0 1 1,9 0 0,-16 1-133,-2 16-9549,-5-6 3668</inkml:trace>
</inkml:ink>
</file>

<file path=ppt/ink/ink1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8:08.07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84 0 11506,'0'0'9226,"-83"186"-8545,83-141-217,0-6-280,0-4-128,0-3-56,0-6-192,6-4-1457,7-6-2944,-13-6-3424</inkml:trace>
</inkml:ink>
</file>

<file path=ppt/ink/ink1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8:09.98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739 238 1216,'0'0'5523,"2"-10"-5162,0 0-144,1 0 0,1-1 0,0 2 0,0-1 0,1 0 0,0 1 0,1 0 0,0 0 0,0 0 0,11-10 0,-15 17 36,0 0 0,1 0 0,-1-1 0,0 1 0,-1 0 0,1-1 0,0 0 0,-1 1 0,1-1 0,-1 0 0,0 0 0,0 0 0,0 0 0,0 0 0,-1 0 0,2-6 0,-2 9 454,1-5-45,1 0 1,-1 0-1,0 0 1,0-1-1,-1 1 0,0 0 1,0-11-1,0 7 1735,0 12-2191,-2 20-120,0 0-1,-2 0 1,-1-1 0,0 1 0,-2-1 0,0 0 0,-2-1 0,0 0-1,-18 29 1,-19 26 127,-61 75-1,97-139-195,-321 483 1018,221-319-631,88-139 121,-2-2 0,-1 0 0,-50 52 0,74-93-129,1 19-3311,-1 51-3833,-4-32 1358</inkml:trace>
</inkml:ink>
</file>

<file path=ppt/ink/ink1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8:11.31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445 8 4825,'0'0'7726,"4"-6"-5724,-3 4-886,-3 5-399,-82 94 87,50-61-462,-32 45 0,48-57-291,1 1-1,2 1 0,0 1 0,2 0 0,1 1 0,1 0 0,2 1 1,1 0-1,1 0 0,1 1 0,1 0 0,2 0 0,1 0 0,4 48 1,-2-75-48,1 0 0,0-1 0,0 1 0,0 0 0,0 0 0,0-1 0,0 1 0,1 0 0,-1-1 0,1 1 1,0-1-1,0 0 0,0 0 0,0 0 0,0 0 0,0 0 0,1 0 0,-1 0 0,1-1 0,-1 1 0,1-1 0,0 0 1,-1 1-1,1-1 0,0 0 0,0-1 0,0 1 0,3 0 0,4 1 79,1-1 0,-1 0 0,1-1 0,-1 0 1,1 0-1,19-4 0,-25 2-24,0 1-1,0-1 1,0 0 0,0 0 0,-1-1 0,1 0 0,-1 0 0,1 0-1,-1 0 1,0 0 0,0-1 0,-1 0 0,1 0 0,-1 0-1,1 0 1,-1-1 0,-1 1 0,1-1 0,-1 1 0,4-9 0,-1 0 169,-1 0 0,0 0 0,-1 0 0,0 0 0,-1 0 0,-1-1 0,1-13 0,-2 25-201,0 0-1,-1-1 1,1 1 0,-1 0-1,1 0 1,-1 1 0,1-1-1,-1 0 1,0 0 0,0 0-1,0 0 1,0 1-1,0-1 1,-1 0 0,1 1-1,0-1 1,-1 1 0,1-1-1,-1 1 1,1 0 0,-1 0-1,0 0 1,0-1-1,1 2 1,-1-1 0,0 0-1,0 0 1,0 1 0,0-1-1,0 1 1,0-1 0,-3 1-1,-10-2 20,0 0-1,0 2 1,-24 1-1,13-1-2,2 2-28,0 1 1,1 1 0,-1 1-1,1 1 1,0 0 0,1 2-1,-31 15 1,38-16-102,16-7-741,23-13-1114,-2-2-1069,2-1-1967</inkml:trace>
</inkml:ink>
</file>

<file path=ppt/ink/ink1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8:12.08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1019 1 4961,'0'0'6136,"-33"10"-4850,-110 37-323,123-39-761,0 1 0,1 1 1,1 0-1,0 1 0,-20 16 1,7-5 110,-66 46 682,2 4 1,-89 89 0,152-130-869,1 2 1,1 2-1,2 0 0,2 2 0,1 1 1,2 1-1,2 1 0,-26 67 0,35-64-105,3 1 0,2-1-1,1 1 1,2 0 0,3 1-1,1-1 1,8 55 0,-5-69 22,2 0-1,2-1 1,0 0 0,2 0 0,1 0 0,2-2 0,0 1 0,2-1-1,1-1 1,1-1 0,1 0 0,22 24 0,-23-30 30,1-2 0,1 0 0,0-1 0,1-1 0,0 0 0,1-2 0,1 0 0,0-1 0,1-2 0,0 0 0,1-1 0,0-1 0,0-1 0,1-1 0,33 3-1,-29-6 77,-1-1-1,1-2 0,0 0 0,-1-2 0,1-1 1,-1-2-1,0 0 0,0-2 0,0-1 0,-1 0 0,0-3 1,-1 0-1,47-29 0,-27 10-124,-2-3 0,-1-1 0,-2-2 0,-1-2 0,-3-2 0,-1-1 0,-1-1 0,-3-2 0,-1-1 0,-3-2 0,-2 0 0,28-72 0,-41 79 30,-1-2 0,-2 1 0,-1-2 0,-3 1 0,-1-1 0,-2 1 0,-2-1 0,-9-63 0,4 75 25,-1 0-1,-2 0 0,-1 1 1,-1 0-1,-2 0 1,-1 1-1,-1 1 1,-2 0-1,0 1 0,-28-33 1,26 37-13,-1 1 0,-1 0 0,-1 2 0,-1 0 0,0 2 0,-2 0 0,0 2 0,-1 0 0,0 2 0,-2 1 0,-37-14 0,47 22-62,-1 1 0,0 0 0,0 1 0,0 1 0,-1 1 0,1 1 0,0 0 1,-1 1-1,1 1 0,-29 7 0,42-6-162,0 0 1,-1-1 0,1 2 0,0-1-1,0 0 1,0 1 0,1 0-1,0 0 1,-1 1 0,1-1-1,1 1 1,-1 0 0,1 0 0,0 0-1,0 0 1,0 0 0,1 1-1,-1 0 1,1-1 0,1 1-1,-1 0 1,1 0 0,0 0 0,0 10-1,1-15-91,1 1-1,-1 0 1,1-1-1,0 1 1,0 0-1,0-1 1,0 1-1,0-1 1,0 0-1,0 1 0,0-1 1,0 0-1,1 1 1,-1-1-1,0 0 1,1 0-1,-1 0 1,1 0-1,-1-1 1,1 1-1,0 0 1,-1 0-1,1-1 1,0 1-1,0-1 1,-1 0-1,3 1 0,28 3-4913</inkml:trace>
</inkml:ink>
</file>

<file path=ppt/ink/ink1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8:13.15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97 1 3145,'0'0'13547,"-26"0"-11088,-43 0-1714,68 0 226,8 2-521,124 103 2186,-64-48-2040,0 1 79,96 108-1,45 83 174,39 43 85,-131-178-483,-77-79-328,-1 2-1,-2 1 1,-1 2-1,49 75 1,-84-114-733,11 21 1345,-10-18-5297</inkml:trace>
</inkml:ink>
</file>

<file path=ppt/ink/ink1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8:13.93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109 52 5217,'0'0'10400,"0"-9"-9156,0-25 88,0 26 1401,-1 22-1997,-4 5-531,0 0 0,-12 24-1,12-31-93,0 1-1,0 0 0,1 0 0,1 0 0,0 0 0,1 1 0,0 14 0,4-27-109,1 0-1,0 0 1,0-1-1,0 1 1,0-1 0,0 1-1,0-1 1,0 0 0,0 0-1,0 0 1,5-1-1,-4 1 1,220-10-288,-222 10 284,-1 1 0,1-1 0,0 0 0,0 1 0,-1-1 0,1 1 0,-1-1 0,1 1 0,0 0 0,-1 0 0,1 0 0,-1 0 0,0 0 0,1 0 0,-1 0 0,0 0 0,1 0 0,-1 1 0,0-1 0,0 0 0,0 1 0,0-1 0,-1 1 1,1-1-1,0 1 0,0 0 0,-1-1 0,1 1 0,-1 0 0,0-1 0,1 1 0,-1 2 0,2 9 16,-1 0 1,-1-1-1,-1 20 1,1-13 26,-1-14-8,0 1-1,-1-1 0,1 0 1,-1 0-1,0 0 0,0 0 1,0 0-1,-1-1 0,0 1 1,0-1-1,0 1 0,0-1 1,-1 0-1,0 0 0,1-1 1,-2 1-1,1-1 0,0 0 1,0 0-1,-1 0 1,-6 2-1,-1 2 9,0 0 0,-1-2 0,0 1 0,0-2 0,0 0 0,-1 0 0,-17 1 0,21-4-81,-51 2 178,58-3-185,0 0 0,0-1 0,1 1 1,-1-1-1,0 1 0,0-1 1,1 0-1,-1 0 0,0 0 0,1-1 1,-1 1-1,1-1 0,0 1 1,-1-1-1,1 0 0,0 0 0,0 0 1,-3-3-1,-27-65-4698,19 37-218</inkml:trace>
</inkml:ink>
</file>

<file path=ppt/ink/ink1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8:14.15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1 119 13691,'0'0'4897,"198"-77"-4801,-159 70-48,-7 1-40,-6 6-8,6 0 0,6-10-752,-12 4-1713,0-7-3520</inkml:trace>
</inkml:ink>
</file>

<file path=ppt/ink/ink1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8:14.87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899 38 5841,'0'0'7159,"-30"-7"-6401,-6-2-465,-55-5 0,86 14-231,-1 0 0,1 1 0,0-1-1,0 1 1,-1 0 0,1 0 0,0 1-1,0-1 1,0 1 0,0 0 0,1 1 0,-1-1-1,1 1 1,-1 0 0,1 0 0,0 0-1,0 1 1,0 0 0,0-1 0,-4 7-1,-10 8 284,-90 83 793,5 5-1,-130 170 1,212-248-1083,1 0 0,1 2 0,2 0 0,1 1 0,1 1 0,2 0 0,1 1 0,1 0-1,2 1 1,1 0 0,2 0 0,2 1 0,-1 50 0,5-71-49,1 0 0,0 1 0,1-1 0,0 0 0,1 0 0,1-1 0,0 1 0,1-1 0,1 1 0,0-1 0,0-1 0,1 1 0,1-1 0,0-1 0,1 1 0,0-1 0,1-1 0,0 0 0,0 0 0,1-1 0,1 0 0,-1-1 0,14 7 0,2 0 8,1-2-1,1-1 1,0-1 0,0-1-1,1-1 1,0-2-1,47 5 1,219 0 53,-272-12-69,16-1 4,1-2 1,-1-2-1,0-2 0,0-2 1,-1-1-1,0-2 1,0-2-1,44-22 1,-28 7 14,-1-1 0,-2-4 0,-1-1 1,80-74-1,-110 90 61,-2-1 0,0 0-1,-1-2 1,-1 0 0,26-45 0,-33 47 118,-2 1 0,0-1 0,-1 0 0,-1-1 0,-1 1 0,-1-1 0,0 0 0,0-30 0,-3 6 32,-1 0-1,-3-1 1,-1 1 0,-2 0-1,-3 0 1,-20-64 0,22 88-161,-1 0 1,-1 0-1,-1 0 1,-1 1-1,-1 1 1,0-1 0,-2 2-1,0 0 1,-1 1-1,0 0 1,-2 1-1,0 1 1,-1 1 0,-36-23-1,36 28-11,-2 0 0,1 1 0,-1 1-1,0 1 1,0 0 0,-1 2 0,-22-2 0,-10 1 48,-83 5 0,115 1-118,0 1 0,0 1 0,0 1 0,0 1 0,1 0 0,-1 2 0,1 0 0,1 2 0,-1 0 0,2 1 0,-1 1 0,1 0 0,1 1 0,0 1 0,-29 30 0,46-43-70,0 0 1,-1 0 0,1 0-1,0 1 1,-1-1 0,1 0-1,0 0 1,0 0-1,-1 0 1,1 1 0,0-1-1,0 0 1,-1 0-1,1 1 1,0-1 0,0 0-1,0 0 1,-1 1-1,1-1 1,0 0 0,0 1-1,0-1 1,0 0-1,0 1 1,0-1 0,0 0-1,0 0 1,0 1 0,-1-1-1,1 0 1,0 1-1,1-1 1,-1 0 0,0 1-1,0-1 1,0 0-1,0 1 1,0-1 0,0 0-1,0 1 1,0-1-1,1 0 1,-1 0 0,0 1-1,0-1 1,15 2-4710,-14-2 4796,18 0-5461</inkml:trace>
</inkml:ink>
</file>

<file path=ppt/ink/ink1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8:19.81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61 3 4913,'0'0'5415,"-44"-2"439,42 4-5811,1 1 0,-1 0 0,0 0 0,1-1 0,-1 1 0,1 1 0,0-1 0,0 0 0,0 0 0,0 0 0,1 0 0,-1 1 0,1 5 0,1 52 468,1-30-385,-2-29-120,1 0 1,-1 0-1,1 0 0,0 0 0,0 0 1,-1-1-1,1 1 0,1 0 0,-1 0 1,0-1-1,0 1 0,1 0 0,-1-1 1,1 1-1,-1-1 0,1 0 0,0 0 1,-1 1-1,1-1 0,0 0 0,0-1 1,0 1-1,0 0 0,0 0 0,0-1 1,0 1-1,0-1 0,0 0 1,0 1-1,0-1 0,0 0 0,3-1 1,0 2 29,-1-1 1,0 0-1,1 0 1,-1 0 0,0 0-1,1-1 1,-1 1-1,0-1 1,1-1 0,-1 1-1,0 0 1,0-1-1,0 0 1,0 0 0,4-3-1,-5 0 187,-1 1-1,1-1 1,-1 0-1,0 0 1,0-1 0,0 1-1,-1 0 1,0-1-1,0 1 1,0 0-1,-1-1 1,1 1 0,-1-1-1,-1 1 1,1-1-1,-1 1 1,-2-11-1,2 14-159,0 0 0,0 1-1,0-1 1,0 1 0,0-1-1,0 1 1,-1-1 0,1 1 0,0 0-1,-1-1 1,1 1 0,-1 0-1,1 0 1,-1 0 0,1 0-1,-1 0 1,0 1 0,0-1-1,1 0 1,-1 1 0,0-1-1,0 1 1,0 0 0,0 0-1,0-1 1,-2 2 0,3-1 54,0 0-110,0 0-165,0 0 0,0 1 0,0 0 0,0-1 0,0 1 1,0-1-1,1 1 0,-1 0 0,0 0 0,0-1 0,1 1 0,-1 0 1,0 0-1,1 0 0,-1 0 0,1 0 0,0 0 0,-1 0 0,1 0 0,-1 0 1,1 0-1,0 0 0,0 0 0,0 0 0,0 0 0,0 0 0,0 0 1,0 0-1,0 0 0,0 0 0,0 0 0,0 0 0,1 0 0,-1 0 0,0 0 1,1 1-1,0 6-2508,-1 8-3309</inkml:trace>
</inkml:ink>
</file>

<file path=ppt/ink/ink1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8:21.29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 1280,'0'0'14138,"7"26"-13307,-1 179 1365,-6-110-1950,4-83-156,0-10-2604,1-2-1806</inkml:trace>
</inkml:ink>
</file>

<file path=ppt/ink/ink1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8:22.28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62 3449,'0'0'11732,"25"-14"-11098,-21 10-553,0-1-1,1 1 0,-1 0 1,1 1-1,0-1 1,0 1-1,0 0 0,1 0 1,-1 1-1,1-1 0,-1 1 1,1 0-1,0 1 1,0-1-1,0 1 0,0 0 1,0 1-1,8 0 0,-15 30 448,-1-22-392,-1 1 0,1-1 0,-2-1 0,1 1 0,-1 0 0,0-1 0,-9 12 0,-16 31 558,17-31-432,10-17-227,0 0-1,0 1 1,0-1 0,0 1 0,1 0-1,0-1 1,-1 1 0,1 0 0,0 0-1,0 0 1,1 0 0,-1 0 0,0 3-1,35-5 692,-24-1-617,0 0 57,1 0 1,0 0-1,0-1 1,-1 0-1,1-1 1,-1 0-1,1-1 0,13-5 1,-23 7-561,0 0 0,0 0 0,1 0 0,-1 0 1,0 0-1,0 0 0,-1 0 0,1 0 0,0-1 0,0 1 0,0 0 1,-1 0-1,1-1 0,0-1 0,-1-3-6565</inkml:trace>
</inkml:ink>
</file>

<file path=ppt/ink/ink1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8:28.71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1797 3241,'0'0'9270,"2"-36"-8253,78-72-695,56-65-336,-70 97 17,-4-2 0,68-111-1,-101 147 56,3 1 0,47-48 0,-36 42-13,38-53-1,37-63 132,-75 99-128,12-13 55,137-122-71,-82 87-31,-53 57 176,-56 54-54,0-1 0,0 0-1,0 0 1,0 1-1,0-1 1,0 0-1,0 0 1,-1 0-1,1 0 1,-1 0-1,1-3 1,-1 4-93,0-1 0,0 0-1,0 1 1,1-1 0,-1 1 0,1-1 0,-1 1-1,1-1 1,0 1 0,-1-1 0,1 1 0,0 0 0,0-1-1,1 0 1,38-49-34,-25 31 879,-17 16 823,-12 9-1169,-1 0-500,0 1-1,0-2 1,0 0-1,-1-1 1,1 0 0,-19 0-1,15-1 20,1 0-1,0 1 1,-1 1-1,-21 8 1,13 2-39,21-10 2,-1 0 0,0 0 0,1-1 0,-1 0 1,-14 3-1,20-6 355,47-2-268,-28-4-93,0-2 1,0 0 0,30-19-1,-29 15-1,0 2-1,38-16 0,-19 7 13,-36 19-10,3 0 10,-4 0 115,18 83 684,-19-71-680,0-1 1,1 0-1,1 1 1,-1-1-1,2 0 1,0 0-1,0 0 1,5 10-1,-5-15-80,-1-1-1,1 0 1,0 0-1,1-1 1,-1 1-1,1-1 1,0 0-1,0 0 1,0 0-1,1 0 1,0-1-1,-1 1 1,1-1-1,0 0 1,0-1-1,1 1 1,6 1-1,-6-3-40,-5-1-13,1 0 1,-1 0-1,0 1 0,0-1 0,0 0 0,0 0 1,0 1-1,0-1 0,0 1 0,0-1 1,0 1-1,0-1 0,0 1 0,0 0 1,0-1-1,1 3 0,-1 2-640,0 0-1,0 0 0,-1 0 1,1 0-1,-1 0 1,-1 1-1,1-1 1,-2 8-1,1-10 79,-5 23-5474,-6 0-4702</inkml:trace>
</inkml:ink>
</file>

<file path=ppt/ink/ink1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8:29.72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460 0 2937,'0'0'11934,"-11"0"-11178,-33 0 46,40 1-729,0-1 1,0 1 0,1 0-1,-1 0 1,0 0-1,1 0 1,-1 1 0,1-1-1,-1 1 1,1 0-1,0 0 1,0 0 0,0 0-1,0 1 1,-4 4-1,-34 43 279,36-41-225,-1-2-81,0 1 1,1 0-1,0 0 0,0 0 0,1 1 1,0-1-1,1 1 0,0 0 0,0 0 1,1 1-1,0-1 0,0 0 0,1 1 0,0 12 1,2-21-50,-1 0 1,1 0-1,0 1 1,-1-1 0,1 0-1,0 0 1,-1 0-1,1 0 1,0 0-1,0 0 1,0 0 0,0-1-1,0 1 1,0 0-1,0 0 1,0-1-1,1 1 1,-1-1 0,0 1-1,0-1 1,0 1-1,1-1 1,-1 0-1,0 0 1,0 1 0,1-1-1,-1 0 1,0 0-1,1 0 1,-1 0-1,0-1 1,0 1 0,1 0-1,1-1 1,1 1 0,0-1 1,0 1-1,0-1 1,1 0-1,-1 0 1,0 0-1,0 0 1,0-1-1,-1 0 1,8-4-1,-3-3 33,-1 0-1,-1-1 0,0 0 1,0 0-1,-1 0 1,0-1-1,0 0 0,-2 0 1,1 0-1,-1 0 0,-1 0 1,2-23-1,-4 33 331,0 5-204,0 400 580,0-394-657,-1-1 0,0 0 0,-1 0 0,0 1 1,0-1-1,-1 0 0,0-1 0,-1 1 0,1 0 0,-2-1 0,1 0 0,-2 0 0,1 0 1,-1-1-1,0 0 0,0 0 0,-1 0 0,1-1 0,-2 0 0,1 0 0,-1-1 0,-9 6 0,5-4-30,0-1-1,-1 0 1,0-1-1,0 0 1,0-1-1,0-1 1,-1 0-1,1 0 1,-1-2-1,0 1 1,0-2-1,0 0 1,1-1-1,-21-3 1,30 3-45,0 0 0,1-1 0,-1 1 0,1-1 0,-1 0 0,1 0 0,-1 0 0,1 0 0,0-1 0,0 1 0,0-1 0,1 0 0,-1 0 0,1 0 1,-1 0-1,1 0 0,0-1 0,0 1 0,0-1 0,1 1 0,-1-1 0,1 0 0,0 0 0,0 1 0,-1-7 0,1 4-28,0-1 0,0 0-1,1 1 1,0-1 0,0 0 0,0 1-1,1-1 1,0 0 0,0 1 0,1-1-1,0 1 1,0 0 0,1 0-1,4-9 1,5-1-648,0 1 0,1 0 0,1 1 0,1 1 0,0 0 0,18-11 0,3-4-2666,4-5-1897</inkml:trace>
</inkml:ink>
</file>

<file path=ppt/ink/ink1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8:30.29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0 112 9458,'0'0'8370,"10"12"-7537,-9-11-825,6 8 156,0 0 0,0 1-1,-1-1 1,0 1-1,0 1 1,-1-1 0,-1 1-1,0 0 1,0 0 0,-1 0-1,0 0 1,1 19-1,-4-29 940,-2-7-1097,1-1 0,-1 1 0,1 0 0,0-1-1,1 1 1,0 0 0,0-13 0,1 5-170,3 12 120,1 1 0,0 1 0,0-1 0,0 1 1,0-1-1,0 1 0,7 1 0,-5 0 19,56 0-60,-25 1 66,53-5 1,-80 2 13,0 0 1,0-1 0,0-1 0,-1 0 0,1 0 0,-1-1-1,0-1 1,0 1 0,13-10 0,-20 12 1,0-1 0,-1 1 1,1-1-1,-1 0 0,0 0 1,0 0-1,0 0 0,0-1 1,0 1-1,-1 0 0,1-1 1,-1 1-1,0-1 0,0 0 0,-1 1 1,1-5-1,0 1 12,0 0 0,-1 0 0,0 0 0,0 1 0,-1-1 0,0 0 0,0 0 0,-2-6 0,1 10 7,0 1 1,0-1 0,0 1 0,0 0-1,0 0 1,0 0 0,-1 0 0,1 0 0,-1 0-1,1 1 1,-1-1 0,0 1 0,0-1 0,0 1-1,0 0 1,0 0 0,0 1 0,0-1-1,0 1 1,0-1 0,0 1 0,0 0 0,-6 1-1,1-2 21,0 1 0,0 1 0,0 0-1,0 0 1,1 0 0,-1 1 0,0 0-1,-11 5 1,11-3-19,1 2 0,0-1 0,0 1 0,0 0 0,0 0 0,-10 14 0,15-18-40,0 1 1,0-1-1,0 1 1,0 0-1,1 0 1,-1-1 0,1 1-1,0 0 1,0 0-1,0 0 1,0 0-1,0 0 1,1 1-1,-1-1 1,1 0-1,0 0 1,0 0-1,0 1 1,0-1-1,1 0 1,-1 0 0,1 0-1,1 5 1,0-6-116,-1 0 1,1 0 0,-1-1 0,1 1 0,0 0 0,-1-1 0,1 1 0,0-1 0,0 0-1,0 1 1,0-1 0,1 0 0,-1 0 0,0 0 0,0-1 0,0 1 0,1-1-1,-1 1 1,5 0 0,51 0-3674,-41-1 2102,23 0-2230</inkml:trace>
</inkml:ink>
</file>

<file path=ppt/ink/ink1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8:30.69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133 0 7466,'0'0'12418,"-19"12"-11978,-59 41-172,75-50-252,0 0 0,0-1 1,0 1-1,1 0 0,-1 1 0,1-1 0,0 0 0,0 1 0,0-1 0,0 1 0,1 0 0,-1-1 0,1 1 0,0 0 0,0 0 0,0 0 0,1 0 0,-1 0 0,1 0 0,0 0 0,0 0 0,0 0 1,1 0-1,1 5 0,-1 10-15,-1-17-5,0 0 0,0-1 0,0 1 1,0 0-1,0-1 0,0 1 0,0 0 0,1-1 0,-1 1 0,1-1 0,-1 1 0,1 0 0,0-1 1,-1 1-1,1-1 0,0 0 0,0 1 0,0-1 0,0 0 0,0 1 0,0-1 0,1 0 0,-1 0 0,0 0 1,1 0-1,-1 0 0,2 1 0,3-1-9,-1 1 0,1-1 0,-1-1 0,1 1 0,-1-1 0,12 0 0,-4 0 38,-2-1-9,-10 1-13,0 0 1,1 0-1,-1-1 1,0 1-1,1 0 0,-1 0 1,1 0-1,-1 0 0,0 1 1,1-1-1,-1 0 1,0 1-1,1-1 0,-1 0 1,0 1-1,1 0 0,-1-1 1,0 1-1,0 0 1,0-1-1,0 1 0,0 0 1,0 0-1,0 0 1,0 0-1,0 0 0,0 0 1,0 0-1,0 1 0,-1-1 1,1 0-1,-1 0 1,1 1-1,-1-1 0,1 0 1,-1 0-1,1 3 0,2 5-2,1 1-1,0-1 0,0 0 1,1 0-1,7 10 0,-11-17-173,1 0-1,0 0 0,0 0 0,0 0 0,0-1 0,0 1 0,0-1 1,0 1-1,0-1 0,5 2 0,-4-2-265,-1-1 0,0 1 0,1-1 0,-1 0 0,0 0 0,1 0 0,-1 0 0,1 0 0,-1 0 0,0-1 0,1 1 0,-1-1 0,4-1 0,14-11-6732</inkml:trace>
</inkml:ink>
</file>

<file path=ppt/ink/ink1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8:30.93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26 0 9938,'0'0'7858,"-26"190"-7034,26-133-136,0 4-232,7-6-80,-7-4-64,6-9-168,0-7-96,-6-12-48,0-4-216,0-13-1136,-6-6-4753,-7-13-3969</inkml:trace>
</inkml:ink>
</file>

<file path=ppt/ink/ink1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8:31.27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 8754,'0'0'6355,"29"13"-5058,97 42-349,-108-49-826,0 0 0,-1-2 0,2 0 0,-1-1 0,0 0-1,1-2 1,-1 0 0,30-3 0,0 1-60,-45 1-60,1 0 1,-1 0-1,0 0 0,0 0 0,1-1 0,-1 1 1,0-1-1,0 0 0,1 0 0,-1 0 0,0 0 1,0-1-1,0 1 0,2-3 0,-3 3 54,-1-1 1,0 0-1,0 1 0,0-1 0,0 0 1,0 0-1,0 0 0,-1 0 0,1 0 1,0 1-1,-1-1 0,0 0 0,1 0 1,-1 0-1,0-1 0,0 1 0,0 0 1,0 0-1,-1 0 0,1 0 1,0 0-1,-1 0 0,0-2 0,0 3-7,0-1-1,0 1 1,0-1-1,0 1 1,0 0-1,0 0 1,0-1-1,0 1 1,-1 0 0,1 0-1,0 0 1,-1 0-1,1 0 1,-1 1-1,1-1 1,-1 0-1,1 1 1,-1-1-1,0 1 1,1-1-1,-1 1 1,0 0-1,1 0 1,-4 0-1,-49-2 565,43 2-494,2 0-72,0 1 0,0 0 0,0 0 0,1 1 0,-1 0 0,0 0 0,1 1 0,-1 0 0,1 1 0,-12 6 0,16-7-47,0-1 1,1 1-1,-1 0 1,0 0 0,1 0-1,0 1 1,0-1-1,0 1 1,0 0 0,0 0-1,1 0 1,0 0-1,0 0 1,0 0 0,0 0-1,1 1 1,-1-1-1,1 1 1,0 0 0,1-1-1,-1 1 1,1 5-1,0 5-50,-1-8 38,1 1 1,0-1 0,1 0 0,-1 0 0,1 1 0,4 10 0,-4-15-71,0 0 1,1-1 0,0 1 0,-1-1-1,1 1 1,0-1 0,0 1 0,0-1-1,0 0 1,1 0 0,-1 0 0,1 0-1,-1 0 1,1-1 0,0 1 0,-1-1-1,1 0 1,0 0 0,0 0 0,3 1-1,14 2-1543,0-1 0,1-1-1,21 0 1,4-1-3672</inkml:trace>
</inkml:ink>
</file>

<file path=ppt/ink/ink1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8:31.55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18 135 9418,'0'0'9903,"0"20"-9692,0 85 264,-13-195 1429,12 58-1895,-1 23-63,1 0 0,1 0-1,0 0 1,0 0-1,0 0 1,1 0 0,1 0-1,0 0 1,5-15 0,-5 22-318,0-1 1,1 1 0,-1 0 0,1-1 0,0 1 0,0 0 0,0 0 0,0 1-1,0-1 1,0 1 0,0 0 0,0-1 0,1 1 0,-1 1 0,7-2 0,-7 1-484,17-3-5239</inkml:trace>
</inkml:ink>
</file>

<file path=ppt/ink/ink1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8:32.03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251 0 1816,'0'0'17700,"-9"2"-16612,-5 3-998,0 1 1,0 0-1,1 0 0,0 2 0,0-1 0,0 2 0,1 0 0,1 0 0,-1 1 0,2 0 0,-11 13 0,12-14-71,1 1 0,0 0-1,1 1 1,0 0-1,1 0 1,0 0-1,0 1 1,1 0-1,1 0 1,0 0-1,1 0 1,0 1-1,1-1 1,-1 15-1,3-26-12,-1 2-76,1-1 1,0 1 0,0 0 0,0-1-1,0 1 1,1 0 0,-1-1 0,1 1 0,0-1-1,0 1 1,1 3 0,-1-5-69,1 0 0,0 0-1,-1 0 1,1 0 0,0 0 0,-1 0 0,1-1 0,0 1 0,0 0 0,0-1-1,0 0 1,0 1 0,-1-1 0,1 0 0,0 0 0,0 0 0,0 0-1,2-1 1,3 1-440,-1 0-1,0-1 0,0 0 0,1 0 0,-1 0 1,0-1-1,0 0 0,0 0 0,-1 0 0,1-1 1,9-5-1,29-20-5372</inkml:trace>
</inkml:ink>
</file>

<file path=ppt/ink/ink1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8:32.48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53 0 9762,'0'0'10474,"-6"36"-9591,-21 118-165,17-84-216,4-1 1,3 110 0,4-101-363,-1-78-140,0 1-1,0-1 1,0 1-1,0-1 1,0 1-1,0-1 1,0 1-1,0-1 1,0 1-1,0-1 1,0 1 0,1-1-1,-1 1 1,0-1-1,0 1 1,1-1-1,-1 1 1,0-1-1,0 0 1,1 1-1,-1-1 1,1 1-1,-1-1 1,0 0 0,1 0-1,-1 1 1,1-1-1,-1 0 1,1 0-1,-1 1 1,1-1-1,-1 0 1,1 0-1,-1 0 1,1 0 0,23-4-38,19-21-28,97-120-1666,-139 144 1788,13 43 268,-14-40-347,1 0 1,-1-1 0,1 1 0,-1 0-1,1 0 1,0 0 0,0 0 0,0-1-1,0 1 1,0 0 0,0-1 0,1 1-1,-1-1 1,0 1 0,1-1 0,-1 1-1,1-1 1,0 0 0,-1 0-1,1 0 1,0 0 0,2 1 0,30 3-5304,-15-5-527</inkml:trace>
</inkml:ink>
</file>

<file path=ppt/ink/ink1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8:32.66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20 0 13315,'0'0'8618,"-20"138"-8618,20-128-889</inkml:trace>
</inkml:ink>
</file>

<file path=ppt/ink/ink1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8:32.83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13 0 6081,'0'0'14211,"-12"13"-17171,37-10-1257,1-3-2337</inkml:trace>
</inkml:ink>
</file>

<file path=ppt/ink/ink1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8:33.17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0 7498,'0'0'5962,"1"12"-5134,18 220 7293,-6-101-7241,5 90-1208,-6-220-8298</inkml:trace>
</inkml:ink>
</file>

<file path=ppt/ink/ink1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8:33.86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199 513 8226,'0'0'12806,"-16"2"-12576,14-2-232,-16 2 87,1 0 0,0 1 0,0 1 0,-21 8 0,34-11-85,0 0-1,0 1 0,0 0 1,0 0-1,0 0 1,0 0-1,1 0 1,-1 1-1,1 0 1,-1-1-1,1 1 0,0 1 1,0-1-1,1 0 1,-1 1-1,1-1 1,0 1-1,-1 0 0,1 0 1,1 0-1,-1 0 1,1 0-1,0 0 1,-1 0-1,2 0 1,-2 9-1,3-13 2,-1 1 0,1 0 0,0-1 0,-1 1 0,1 0 0,0-1 0,-1 1 0,1-1 0,0 0 0,0 1 0,-1-1 0,1 1 0,0-1 0,0 0 0,0 0 0,0 1 0,0-1 0,-1 0 0,1 0 0,0 0 0,0 0 0,0 0 0,0 0 0,0 0 0,1-1 0,29-1 5,-21-1-23,1-1 0,-1 0 0,1 0 0,-1-1 0,0 0 0,-1 0 0,14-11 1,60-53-917,-69 55 716,-1-1 1,0 0 0,-2-1 0,1 0-1,-2-1 1,0-1 0,-1 1-1,-1-1 1,-1-1 0,-1 1 0,0-1-1,3-20 1,0-18 1092,-2-1 0,-2-105 0,-18 192 91,-13 59-432,3 0 0,4 2 1,5 0-1,3 1 1,1 144-1,10-231-544,0 0 1,0 0-1,1 0 0,-1 0 0,1 0 0,0-1 1,0 1-1,0 0 0,0 0 0,1 0 1,-1-1-1,1 1 0,0-1 0,3 5 0,-4-7-61,1 0 0,0 0 0,-1 0 0,1 0-1,0 0 1,-1 0 0,1 0 0,0 0 0,0-1 0,0 1-1,0-1 1,0 1 0,0-1 0,0 0 0,0 0 0,0 0-1,0 0 1,-1 0 0,1 0 0,0 0 0,0-1 0,0 1-1,0-1 1,0 0 0,0 1 0,0-1 0,-1 0 0,1 0-1,0 0 1,2-2 0,28-24-2965,0-7-2529</inkml:trace>
</inkml:ink>
</file>

<file path=ppt/ink/ink1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8:37.03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1 196 6737,'0'0'9302,"1"-10"-6486,42 142-2108,-29-76-297,-14-49 454,-7-36-387,4 17-473,1-1 1,0 1-1,1-1 1,0 0-1,0 0 1,2 0 0,0 1-1,0-1 1,1 0-1,1 1 1,0-1-1,0 1 1,2 0 0,-1 0-1,1 0 1,1 0-1,0 1 1,1 0 0,0 1-1,1-1 1,17-17-1,-17 19-168,1 0-1,0 1 0,0 1 1,20-13-1,-25 17-363,0 1 0,1 0 0,-1 1 0,0-1 0,1 1 0,-1 0 0,0 0 0,1 0 0,7 0 0,-12 1 329,1 0 0,-1 0 0,1 0 0,0 0 0,-1 0-1,1 0 1,-1 0 0,1 0 0,-1 0 0,1 1 0,-1-1 0,1 0-1,-1 0 1,1 1 0,-1-1 0,1 0 0,-1 1 0,1-1 0,-1 1-1,0-1 1,1 0 0,-1 1 0,0-1 0,1 1 0,-1-1 0,0 1-1,1-1 1,-1 1 0,0-1 0,0 2 0,1-2 35,5 15-3978</inkml:trace>
</inkml:ink>
</file>

<file path=ppt/ink/ink1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8:37.45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9 65 5313,'0'0'12623,"-7"17"-12243,7 6-347,-1-15-48,1 0 0,0 0 1,0 0-1,1 0 0,0 0 0,4 15 0,-4-21 3,0 0 1,0 0-1,1 1 1,-1-1-1,1-1 0,-1 1 1,1 0-1,0 0 1,-1 0-1,1-1 1,0 1-1,0-1 0,0 0 1,0 1-1,0-1 1,1 0-1,-1 0 0,0 0 1,0-1-1,1 1 1,-1 0-1,1-1 1,-1 0-1,0 1 0,1-1 1,-1 0-1,1 0 1,2-1-1,-4 1 23,1 0-1,-1-1 0,0 1 1,1 0-1,-1-1 1,1 1-1,-1-1 1,0 1-1,0-1 1,1 0-1,-1 0 0,0 1 1,0-1-1,0 0 1,0 0-1,0 0 1,0 0-1,0-1 0,0 1 1,1-1-1,16-37 489,0-44 565,-17 14 1840,-1 68-2769,0 32-7435,0-12 3004,0-2-1741</inkml:trace>
</inkml:ink>
</file>

<file path=ppt/ink/ink1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8:37.87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110 1 10058,'0'0'10512,"-13"9"-10454,5-4-55,2-1-3,-1 0 0,1 1 0,-1-1-1,2 1 1,-1 1 0,0-1 0,1 1 0,0 0-1,0 0 1,1 0 0,0 1 0,0 0 0,0 0 0,-4 12-1,5-4-118,1 0 0,1 0 0,1 21 0,0-34 62,1 0 30,-1 0 0,1 0-1,1-1 1,-1 1 0,0 0 0,0-1 0,1 1 0,-1-1-1,0 1 1,1-1 0,0 0 0,-1 0 0,1 0-1,0 0 1,0 0 0,-1 0 0,1 0 0,0 0-1,0-1 1,0 1 0,0-1 0,3 1 0,-2 0 31,0 0-1,0 0 1,0 0 0,0-1 0,0 1 0,0-1-1,1 0 1,-1 0 0,0 0 0,0 0 0,0-1-1,0 1 1,0-1 0,5-1 0,-6-3 70,0 1 1,-1 0-1,1-1 0,-1 1 1,0-1-1,-1 1 0,1-1 1,-1 0-1,0 1 0,0-1 1,0 1-1,-2-8 0,1-4 183,2-1-181,-3-31 1028,2 46-1154,-1 1 0,1 0 0,0 0 0,-1 0 1,1-1-1,-1 1 0,1 0 0,-1 0 0,0 0 0,1 0 0,-1 0 0,0 0 1,0 0-1,0 0 0,1 0 0,-1 0 0,0 1 0,0-1 0,0 0 0,-1 1 0,1-1 1,0 0-1,0 1 0,0 0 0,0-1 0,0 1 0,-1 0 0,1-1 0,0 1 0,0 0 1,-3 0-1,3 5-5070,1 6 500</inkml:trace>
</inkml:ink>
</file>

<file path=ppt/ink/ink1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8:38.23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111 1 4601,'0'0'12939,"-13"28"-11715,-44 92-302,49-102-796,1-1 0,1 2 0,1-1 0,0 1 0,2 0 0,0 0 0,1 0 0,1 0 0,2 35 0,-1-10 27,1-39-135,-1-1-1,1 1 1,0 0 0,0 0-1,1 0 1,-1-1-1,1 1 1,0-1 0,0 1-1,0-1 1,1 0-1,0 1 1,5 5 0,-6-8-230,0 1 1,0-1 0,0 0-1,0 0 1,0 0 0,1-1-1,-1 1 1,1 0 0,-1-1-1,1 0 1,0 1 0,0-1 0,-1 0-1,1 0 1,0-1 0,0 1-1,0-1 1,0 1 0,0-1-1,0 0 1,0 0 0,0 0-1,5-1 1,4-7-3254,1-9-2503</inkml:trace>
</inkml:ink>
</file>

<file path=ppt/ink/ink1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8:38.46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4 10178,'0'0'7770,"89"0"-7658,-63 0-112,6 0 0,7 0-720,-7 0-2433,0-3-5737</inkml:trace>
</inkml:ink>
</file>

<file path=ppt/ink/ink1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9:11.22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585 391 2473,'0'0'13736,"1"-8"-11741,2-24-336,-3 32-1573,0-1 1,0 1-1,0-1 1,-1 1 0,1-1-1,0 1 1,0-1-1,-1 1 1,1 0-1,0-1 1,-1 1-1,1-1 1,0 1-1,-1 0 1,1-1-1,-1 1 1,1 0-1,0 0 1,-1-1-1,1 1 1,-1 0 0,1 0-1,-1 0 1,1 0-1,-1-1 1,1 1-1,-1 0 1,1 0-1,-1 0 1,1 0-1,-2 0 1,-22 1 701,15-1-240,-63 3 418,-97 18 1,95-10-724,-100 2 1,171-13-245,1 1-1,0-1 1,0 0-1,0 0 1,0 0 0,-1-1-1,1 1 1,0-1-1,0 1 1,0-1-1,0 1 1,0-1-1,0 0 1,0 0-1,0 0 1,0 0-1,0-1 1,1 1 0,-4-3-1,3 1-66,1-1 1,0 1-1,-1-1 0,1 1 1,1-1-1,-1 1 0,0-1 1,1 1-1,0-1 0,0 0 0,0-5 1,1 1-16,0 0 0,1 0 1,-1 0-1,2 0 0,-1 1 1,1-1-1,0 1 0,1-1 1,-1 1-1,1 0 0,1 0 0,0 1 1,0-1-1,9-8 0,10-10 64,2 2 0,28-21 0,-43 35-22,12-8-5,-4 0 23,2 1 0,0 2 0,1 0 0,26-12-1,-47 25 23,-1 1 0,1-1 0,0 1 0,-1-1 0,1 1-1,0 0 1,-1-1 0,1 1 0,0 0 0,0 0-1,-1 0 1,1-1 0,0 1 0,-1 0 0,1 0-1,0 0 1,0 0 0,-1 0 0,1 0 0,0 0-1,0 1 1,-1-1 0,1 0 0,0 0 0,0 1 0,-1-1-1,1 0 1,0 1 0,-1-1 0,1 0 0,-1 1-1,1-1 1,0 1 0,-1-1 0,1 1 0,-1 0-1,0-1 1,1 1 0,-1-1 0,1 1 0,0 1-1,0 33-30,-2-20 80,-18 443 1516,0 37-1700,19-445-791,0-48 401,1-1 0,0 0-1,0 1 1,-1-1-1,1 0 1,0 0 0,0 1-1,0-1 1,1 0 0,-1 0-1,0 0 1,0 0 0,1-1-1,-1 1 1,3 1-1,9 2-5786</inkml:trace>
</inkml:ink>
</file>

<file path=ppt/ink/ink1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9:11.22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286 29 5817,'0'0'17653,"-33"-5"-17175,-105-12 19,114 15-362,-26-2 192,48 4-313,0 0-1,-1 0 0,1 1 0,0-1 0,-1 1 0,1 0 1,0-1-1,0 1 0,0 0 0,0 1 0,-2 0 0,3-1-32,0-1 0,0 1 0,0 0 0,0 0 0,0-1 0,1 1-1,-1 0 1,0 0 0,1 0 0,-1 0 0,1 0 0,-1 0 0,1 0 0,-1 0-1,1 0 1,-1 0 0,1 0 0,0 0 0,0 1 0,0-1 0,-1 0-1,1 0 1,0 0 0,1 0 0,-1 0 0,0 0 0,0 1 0,0-1 0,1 0-1,-1 0 1,0 0 0,1 0 0,-1 0 0,2 1 0,-1 2-62,1-1 1,0 0 0,0 0-1,0-1 1,0 1-1,1 0 1,-1-1 0,1 1-1,4 2 1,6 4-116,0 0 0,-1 0 0,16 16 0,-25-22 217,0-1 1,-1 1 0,0 0-1,1 0 1,-1 0-1,0 0 1,0 0-1,-1 0 1,1 0 0,-1 1-1,0-1 1,1 0-1,-1 1 1,-1-1-1,1 1 1,-1-1-1,1 1 1,-1 0 0,0-1-1,0 1 1,-1 4-1,0-5 35,-1-1-1,1 0 1,-1 1-1,1-1 1,-1 0-1,0 0 1,0 0-1,0 0 1,0 0 0,0-1-1,-1 1 1,-4 2-1,-35 19-8,37-20-148,5-3-79,-1 1-1,0-1 1,1 0 0,-1 1-1,1-1 1,-1 1-1,1 0 1,0-1-1,-1 1 1,1-1-1,0 1 1,-1 0-1,1-1 1,0 1-1,0-1 1,-1 1-1,1 0 1,0-1-1,0 1 1,0 0-1,0 0 1,0-1-1,0 1 1,0 0-1,0-1 1,1 2-1,-1 2-2059</inkml:trace>
</inkml:ink>
</file>

<file path=ppt/ink/ink1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9:11.22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584 1 464,'0'0'20420,"-179"189"-17963,127-106-721,7 1-735,1-1-473,11-3-296,8-6-168,-1-6-64,0-11-56,1-2-504,6-10-937,-26 12-1071,13-12-2305,-1-16-2121</inkml:trace>
</inkml:ink>
</file>

<file path=ppt/ink/ink1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9:11.22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1 874 1720,'0'0'9366,"29"-21"-5094,-1 2-3627,193-121 3060,-140 95-2539,200-122 449,-240 140-1568,-2-2 0,-1-2 0,-1-2 0,50-57 0,-78 79-28,0 0 0,-1 0 0,0 0 1,-1-1-1,0 0 0,-1-1 1,0 1-1,-1-1 0,0 0 0,-1-1 1,-1 1-1,0-1 0,0 1 1,-2-1-1,0 0 0,-1-18 1,0 30-13,0 1 1,0-1 0,-1 0-1,1 1 1,0-1 0,-1 1 0,1-1-1,-1 1 1,0-1 0,0 1 0,0-1-1,1 1 1,-1 0 0,0 0-1,0-1 1,-1 1 0,1 0 0,0 0-1,0 0 1,-1 0 0,1 0-1,-3-1 1,1 1 7,-1-1 0,1 1 0,-1 0 0,0 0 1,0 1-1,1-1 0,-1 1 0,0 0 0,-6 1 0,-1 0 29,0 0 0,0 2 0,0-1 0,1 1 0,0 1 0,-16 7 0,1 4 105,1 1-1,1 1 1,0 1 0,1 1 0,1 1 0,0 1 0,2 1 0,1 0 0,-23 38-1,10-10 27,3 1 0,2 1-1,-34 101 1,21-33-112,-57 156-31,88-258-25,5-12-31,0 0-1,0 0 1,1 1 0,-1-1-1,2 1 1,-3 12 0,32-21-162,-12-4 245,-1-2-1,0 0 0,0-1 0,15-12 0,3 0 12,-32 20-67,7-3 434,-8 9 98,-1 5-653,1 6 100,-1-12-128,1 1 1,-1-1-1,1 0 1,0 0-1,0 0 1,1 1 0,-1-1-1,1 0 1,0 0-1,0 0 1,0 0-1,0 0 1,1 0 0,0 0-1,0 0 1,0-1-1,0 1 1,0-1-1,1 1 1,0-1-1,5 6 1,1-4-1351,-1 1-1,1-1 0,0-1 1,0 0-1,15 5 1,13-4-6473</inkml:trace>
</inkml:ink>
</file>

<file path=ppt/ink/ink1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9:11.22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84 0 4017,'0'0'22101,"-51"51"-21941,44-41-112,7 0-48,0-7-256,-13 0-913,7 3-863,6 4-1009,-7 3-3272</inkml:trace>
</inkml:ink>
</file>

<file path=ppt/ink/ink1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9:11.22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109 0 3513,'0'0'17035,"-96"26"-17035,83 0-904,13 12-1176,0-6-2177,0-3-2321</inkml:trace>
</inkml:ink>
</file>

<file path=ppt/ink/ink1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9:11.22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149 0 2457,'63'190'2793,"-54"-157"580,-9-32-3295,0-1 0,0 0 0,0 0 0,0 0 0,0 0 0,0 1 0,0-1 0,0 0 0,0 0 0,0 0 0,0 1 0,0-1 0,0 0 0,0 0 0,-1 0 0,1 0 0,0 1 0,0-1 0,0 0 0,0 0 0,0 0 0,0 0 0,0 1 0,-1-1 0,1 0 0,0 0 0,0 0 0,0 0 0,0 0 0,0 0 0,-1 0 0,1 0 0,0 1 0,0-1 0,0 0 0,0 0 0,-1 0 0,1 0 0,0 0 0,0 0 0,0 0 0,-1 0 0,1 0 0,0 0 0,0 0 0,-1 0-49,-74 15 8092,46-5-5798,-53 25 0,80-34-2287,0 0 0,0 0-1,0 0 1,0 1 0,0-1 0,0 1 0,0-1 0,1 1 0,-1 0 0,0-1 0,1 1 0,-3 3 0,4-4-50,-1 0 1,1 0 0,0 0-1,-1 0 1,1 1 0,0-1-1,0 0 1,0 0 0,0 0-1,0 0 1,0 0 0,0 0-1,0 0 1,0 0 0,0 0 0,1 0-1,-1 0 1,0 0 0,2 2-1,0 0-88,0 0-1,1 0 1,-1 0-1,1 0 1,0 0-1,0-1 1,0 1-1,0-1 1,0 0-1,0 0 0,1 0 1,5 2-1,5 1-166,19 10-222,-32-15 499,1 1 1,-1 0-1,0 0 0,0-1 0,0 1 0,0 0 1,0 0-1,-1 0 0,1 0 0,0 0 0,0 0 0,-1 0 1,1 0-1,0 1 0,-1-1 0,1 0 0,-1 0 1,1 0-1,-1 1 0,0-1 0,1 3 0,-40 2 926,37-6-1091,0 1 1,1-1-1,-1 1 1,0-1-1,0 1 0,0-1 1,1 1-1,-1 0 1,0 0-1,1 0 1,-1 0-1,0 0 1,1 1-1,0-1 0,-1 0 1,1 1-1,0-1 1,-1 1-1,1-1 1,0 1-1,0-1 1,0 1-1,1 0 0,-1 0 1,0-1-1,1 1 1,-1 2-1,-6 13-5292</inkml:trace>
</inkml:ink>
</file>

<file path=ppt/ink/ink1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9:11.23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213 0 3001,'0'0'17686,"-27"3"-16518,-83 11-195,107-14-921,0 0 0,0 1 1,0 0-1,0-1 1,0 1-1,0 1 1,1-1-1,-1 0 1,0 0-1,1 1 1,-1 0-1,0-1 1,1 1-1,0 0 1,0 0-1,-1 1 0,1-1 1,0 0-1,1 1 1,-1-1-1,0 1 1,1 0-1,-1-1 1,1 1-1,0 0 1,0 0-1,0 0 1,-1 5-1,-1 3 94,0 1-67,1-1 0,0 1 0,1-1 0,0 1 0,2 21 0,-1-10-43,0-22-31,0-1 0,0 1 0,0 0 0,0-1 0,0 1 0,0 0-1,0-1 1,1 1 0,-1-1 0,0 1 0,0 0 0,0-1 0,1 1 0,-1-1 0,0 1-1,1-1 1,-1 1 0,0-1 0,1 1 0,-1-1 0,1 1 0,-1-1 0,1 1-1,-1-1 1,1 0 0,-1 1 0,1-1 0,-1 0 0,1 1 0,-1-1 0,1 0-1,0 0 1,-1 0 0,1 1 0,0-1 0,-1 0 0,1 0 0,-1 0 0,1 0-1,0 0 1,-1 0 0,1 0 0,0 0 0,-1-1 0,1 1 0,-1 0 0,1 0 0,0 0-1,-1-1 1,1 1 0,0-1 0,2 0 31,0 0 1,-1 0-1,1-1 1,0 1-1,-1-1 0,0 0 1,1 1-1,-1-1 0,4-4 1,1-4 188,-4 5-61,1 0-1,-1 0 0,0 0 0,0 0 0,0 0 0,-1-1 0,1 1 0,-2-1 1,1 1-1,0-1 0,0-9 0,-2 14 325,2 33-377,-1-28-126,0-1 0,1 0 0,-1 0 0,0 0 0,1 0 0,0 0 0,-1 0 0,1 0 0,1-1 0,-1 1-1,0-1 1,0 0 0,1 1 0,0-1 0,-1 0 0,1 0 0,0 0 0,0-1 0,0 1 0,5 1 0,2-1-569,0 0 0,1 0 0,-1-1-1,1 0 1,13-2 0,-17 1 42,38 0-5560</inkml:trace>
</inkml:ink>
</file>

<file path=ppt/ink/ink1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9:11.23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13 938 3081,'0'0'15566,"0"0"-15464,0 0 1,0 0-1,0 1 1,-1-1-1,1 0 1,0 0-1,0 1 0,0-1 1,-1 0-1,1 0 1,0 1-1,0-1 1,-1 0-1,1 0 1,0 0-1,0 0 1,-1 0-1,1 1 1,0-1-1,-1 0 1,1 0-1,0 0 1,-1 0-1,1 0 1,0 0-1,0 0 0,-1 0 1,1 0-1,0 0 1,-1 0-1,1 0 1,0 0-1,-1 0 1,1 0-1,0 0 1,-1-1-1,1 1 1,0 0-1,0 0 1,-1 0-1,1 0 1,0-1-1,0 1 1,-1 0-1,1 0 1,0 0-1,0-1 0,0 1 1,-1 0-1,2-14 254,0 0-1,1 0 0,1 1 0,0-1 0,0 1 0,1-1 0,12-22 0,53-87-268,-40 76 77,74-113-418,149-178 1,-238 318 234,-12 17 23,0-1 0,0 0 0,1 1 0,0-1 0,0 1 0,0 0 0,4-4 0,-6 6-58,-2 30 143,-2 0-1,-1-1 1,-11 40 0,-7 44 413,16 89-246,6-177-329,34-27-1255,-3-12 908,-1-1-1,0-2 1,-2-1 0,37-31 0,-24 19 15,18-13-275,-1-2 0,-3-3 0,-2-2 0,-2-2 0,72-98 0,-108 122 2688,-15 29-1960,0 0-1,0 0 0,0 0 0,0-1 0,0 1 1,0 0-1,0 0 0,0 0 0,-1 0 0,1-1 1,0 1-1,0 0 0,0 0 0,0 0 0,0 0 1,-1 0-1,1 0 0,0 0 0,0-1 0,0 1 1,-1 0-1,1 0 0,0 0 0,0 0 0,0 0 1,-1 0-1,1 0 0,0 0 0,0 0 0,0 0 1,-1 0-1,1 0 0,0 0 0,0 0 0,0 0 1,-1 0-1,1 0 0,0 1 0,0-1 0,0 0 1,0 0-1,-1 0 0,1 0 0,0 0 0,0 0 1,0 1-1,0-1 0,0 0 0,-1 0 0,1 0 1,0 0-1,0 0 0,0 1 0,0-1 0,0 0 1,0 0-1,0 0 0,0 1 0,-43 39 1662,15-4-1509,2 1 0,1 2 0,2 0 1,2 2-1,1 0 0,3 1 0,1 1 1,2 0-1,2 1 0,1 1 0,-5 69 1,15-105-192,0-2-488,0 1 0,1 0 0,0 0 0,0 0-1,1-1 1,2 14 0,-2-19 30,0 0 1,0 1-1,0-1 1,0 0-1,1-1 0,-1 1 1,1 0-1,-1 0 1,1 0-1,-1-1 1,1 1-1,0-1 0,0 0 1,0 1-1,0-1 1,0 0-1,0 0 0,0 0 1,0 0-1,1 0 1,-1-1-1,0 1 0,0-1 1,1 0-1,-1 1 1,3-1-1,38 4-10223</inkml:trace>
</inkml:ink>
</file>

<file path=ppt/ink/ink1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9:11.23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276 11 2577,'0'0'19198,"-25"-9"-16354,10 9-2553,-6-1-21,-1 1 0,0 2 0,1 0 0,-22 5 0,37-5-270,1-1 0,-1 1 0,1 0-1,0 0 1,0 1 0,0 0 0,0 0 0,0 0 0,0 0-1,1 1 1,0-1 0,-1 1 0,1 0 0,1 1-1,-1-1 1,1 1 0,0-1 0,0 1 0,0 0-1,-3 7 1,2-1-76,-5 16-799,9-26 238,29-6-1814,-24 5 2452,-1-1-1,0 1 1,0-1-1,1 0 1,-1 0-1,0-1 1,0 1-1,0-1 1,6-3-1,-1-1 93,0 1 0,0-1 1,0-1-1,-1 1 0,0-2 0,-1 1 0,10-13 1,-28 58 3652,4 40-5847,8-75 1736,-1-1-1,1 1 1,0-1-1,0 1 0,0-1 1,0 1-1,1-1 1,-1 1-1,1-1 1,-1 0-1,1 0 0,0 0 1,0 0-1,0 0 1,0 0-1,0-1 1,0 1-1,1-1 1,-1 1-1,1-1 0,-1 0 1,0 0-1,1 0 1,0 0-1,4 1 1,25 6-5678</inkml:trace>
</inkml:ink>
</file>

<file path=ppt/ink/ink1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9:11.23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259 0 656,'0'0'23285,"-29"20"-22271,-89 64-466,113-81-521,1 0 0,-1 0-1,1 1 1,0 0 0,0 0 0,0 0 0,1 0 0,-1 0 0,1 1-1,0 0 1,0-1 0,-2 7 0,-2 3 8,-14 30 37,17-34-321,0 0-1,-1-1 1,0 0-1,-6 9 1,11-18 27,-1 1 0,1 0 0,-1 0 0,1 0 0,-1 0 0,1 0 0,0 0 0,0 0 0,0 0 0,0 0 0,-1 0 0,1 0 0,0 0 0,1 0 0,-1 0 0,0 0 0,0 2 0,1 3-4436,-1-2-1870</inkml:trace>
</inkml:ink>
</file>

<file path=ppt/ink/ink1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9:11.23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 1 1488,'0'0'18772,"-7"6"-17723,14 4-201,6-4-440,6 1-304,0 2-32,0-6-72,7 4-584,6 2-1977,-6 1-2344,0-10-4289</inkml:trace>
</inkml:ink>
</file>

<file path=ppt/ink/ink1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9:11.23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45 62 3233,'0'0'17747,"-45"-20"-17074,52 14-169,18 3-256,1-4-104,6 4-136,6 0 40,-5-3-48,5-1-576,-6 7-1201,0-3-2104,-6 0-2328</inkml:trace>
</inkml:ink>
</file>

<file path=ppt/ink/ink1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9:11.23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278 0 2937,'0'0'16478,"-12"15"-14190,-7 11-1601,1 1 0,1 0 0,2 2 0,1-1 0,-12 36 1,-91 330 1036,78-299-4083,50-93-10058,12-11 8157,8-9-773</inkml:trace>
</inkml:ink>
</file>

<file path=ppt/ink/ink1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9:11.23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437 1 3513,'0'0'15292,"-34"33"-12818,-110 114-424,132-133-1745,1 0 0,0 1 0,1 0 0,0 1 0,2 0 0,0 0 0,0 1 0,-7 26 0,6-14 51,-20 67 513,4 0 1,-15 128 0,28-150-947,12-73 20,0 0 0,-1 0 0,1 0 0,0 0 0,0 0 0,0 0 0,-1 0 0,1 0 0,-1 0 0,1 0 0,-1 0 0,1 0 0,-1 0 0,1 0 0,-1-1 0,0 1 0,0 0 0,1 0-1,-1-1 1,0 1 0,-1 0 0,-9 2-3746,-4-3-3320,14 0 6564,-11 0-7653</inkml:trace>
</inkml:ink>
</file>

<file path=ppt/ink/ink1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9:11.23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45 1224,'0'0'21533,"206"-32"-20493,-155 29-384,-6 0-440,-7 0-176,-5-1-40,-8 4-792,1 0-1264,-7 0-2273,-6 7-2865</inkml:trace>
</inkml:ink>
</file>

<file path=ppt/ink/ink1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9:11.23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0 154 2761,'0'0'15967,"16"-1"-14229,52-5-761,-59 4-891,0 0 1,-1 0-1,1 0 0,-1-1 0,1-1 1,-1 0-1,0 0 0,0 0 0,-1-1 1,1 0-1,9-9 0,-16 12-53,1 0 0,-1-1-1,0 1 1,0 0 0,0-1 0,0 0-1,0 1 1,-1-1 0,1 0 0,-1 1-1,0-1 1,0 0 0,0 1 0,0-1-1,0-3 1,-8-39 82,8 45-110,0-1 0,0 1-1,-1 0 1,1-1 0,0 1 0,0 0 0,0-1-1,-1 1 1,1 0 0,0-1 0,0 1-1,-1 0 1,1 0 0,0-1 0,0 1 0,-1 0-1,1 0 1,0 0 0,-1-1 0,1 1 0,0 0-1,-1 0 1,1 0 0,-1 0 0,1 0 0,0 0-1,-1 0 1,1-1 0,0 1 0,-1 0 0,1 0-1,-1 1 1,1-1 0,0 0 0,-1 0 0,1 0-1,0 0 1,-1 0 0,1 0 0,0 0 0,-1 1-1,1-1 1,0 0 0,-1 0 0,1 0 0,0 1-1,-1-1 1,1 0 0,0 0 0,0 1 0,-1-1-1,1 0 1,0 1 0,0-1 0,-1 0 0,1 1-1,0-1 1,-11 20 36,7-11-91,-2 5-50,1 0 0,0 0 0,0 0 0,2 0 0,0 1 0,0-1 0,0 24 0,3-37 19,0 0-1,0 0 0,1-1 1,-1 1-1,1 0 1,-1-1-1,0 1 1,1 0-1,-1-1 0,1 1 1,-1-1-1,1 1 1,0-1-1,-1 1 1,1-1-1,-1 1 0,1-1 1,0 1-1,-1-1 1,1 0-1,0 0 1,0 1-1,-1-1 0,1 0 1,0 0-1,0 0 1,-1 0-1,1 0 1,0 0-1,0 0 0,0 0 1,-1 0-1,1 0 1,1 0-1,1 0-256,100 7-6778,-52-4 2657</inkml:trace>
</inkml:ink>
</file>

<file path=ppt/ink/ink1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9:11.24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239 48 1672,'0'0'20781,"-12"-7"-19829,-38-23-160,45 28-702,1 0-1,-1 1 1,0-1-1,0 1 1,0 0 0,0 0-1,0 1 1,1 0-1,-1 0 1,0 0-1,0 0 1,0 1 0,0-1-1,0 1 1,0 1-1,0-1 1,1 1-1,-1-1 1,1 1-1,-1 1 1,1-1 0,-1 1-1,1-1 1,-5 6-1,4-3-94,0 0 0,0 1 1,0-1-1,1 1 0,0 0 0,1 0 0,-1 0 0,1 0 0,0 1 0,1 0 0,-1-1 0,1 1 0,0 0 0,1 0 0,0 0 0,0 0 0,1 0 0,0 0 1,0 10-1,45-16-1501,-37-2 1483,-1 0 1,1-1-1,-1 0 1,1-1-1,-1 0 1,0 0-1,0 0 0,0-1 1,-1 0-1,1 0 1,-1 0-1,0-1 1,0 0-1,-1 0 1,1-1-1,6-8 0,-11 12 31,0 1 11,18-12 794,-11 37-2327,-7-21 1277,0 0 0,0 0 0,0 0 0,0 0 0,1 0 0,-1-1 0,1 1 0,0-1 0,0 1 0,0-1 0,0 1 0,0-1 0,0 0 0,1 0 0,3 3 0,7 5-1084,25 25-3976,1-5-1362</inkml:trace>
</inkml:ink>
</file>

<file path=ppt/ink/ink1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9:11.24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104 6 800,'0'0'19772,"0"0"-19747,0 0-1,0-1 0,0 1 0,0 0 0,0 0 1,0 0-1,0-1 0,0 1 0,0 0 0,0 0 0,0 0 1,0 0-1,0-1 0,0 1 0,0 0 0,0 0 1,-1 0-1,1 0 0,0-1 0,0 1 0,0 0 1,0 0-1,0 0 0,0 0 0,0 0 0,0-1 0,-1 1 1,1 0-1,0 0 0,0 0 0,0 0 0,0 0 1,-1 0-1,1 0 0,0 0 0,0 0 0,0-1 1,0 1-1,-1 0 0,1 0 0,0 0 0,0 0 1,0 0-1,0 0 0,-1 0 0,1 0 0,0 0 0,0 0 1,0 0-1,-1 1 0,-2 66 1511,-26 91-735,-4 35-144,19-97-3141,7-55-1519,-4 75 0,11-92-1570</inkml:trace>
</inkml:ink>
</file>

<file path=ppt/ink/ink1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9:11.24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70 2104,'0'0'16637,"10"-13"-15852,30-38-264,-39 50-510,-1 1-1,1-1 1,-1 1 0,1-1 0,-1 1 0,1 0-1,0-1 1,-1 1 0,1 0 0,0-1-1,-1 1 1,1 0 0,0 0 0,-1 0-1,1 0 1,0-1 0,-1 1 0,1 0-1,0 0 1,-1 0 0,1 1 0,0-1-1,-1 0 1,1 0 0,0 0 0,-1 0 0,1 1-1,0-1 1,-1 0 0,1 0 0,-1 1-1,1-1 1,-1 1 0,1-1 0,0 0-1,-1 1 1,1-1 0,-1 1 0,0-1-1,1 1 1,-1 0 0,1-1 0,-1 1-1,0-1 1,0 1 0,1 0 0,-1-1-1,0 1 1,0 1 0,12 33 336,-11-33-304,2 13 111,0 0 0,-1 0-1,0 20 1,-9 6 437,7-39-532,-1-1 0,1 0 0,-1 1 0,1-1 0,-1 0 0,0 0 0,0 1 0,0-1 0,0 0 0,0 0 0,0 0 0,0 0 1,0 0-1,0 0 0,0 0 0,-1-1 0,1 1 0,0 0 0,-1-1 0,-1 2 0,1-2-71,1 1 1,-1-1-1,1 0 0,-1 1 1,1-1-1,-1 0 0,1 0 0,-1 0 1,1 0-1,-1-1 0,1 1 1,-1 0-1,1 0 0,0-1 1,-1 1-1,1-1 0,-1 1 0,1-1 1,0 0-1,-1 0 0,1 0 1,0 1-1,0-1 0,0 0 1,0 0-1,0 0 0,0-1 0,0 1 1,0 0-1,0 0 0,0-1 1,1 1-1,-1 0 0,0-1 1,1 1-1,-1 0 0,1-1 1,0 1-1,-1-1 0,1 1 0,0-1 1,0 1-1,0-1 0,0 1 1,0-1-1,0 1 0,1-3 1,7 4-6566,9 0-280</inkml:trace>
</inkml:ink>
</file>

<file path=ppt/ink/ink1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9:11.24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199 58 832,'0'0'18998,"-4"-8"-17982,0 2-916,-5-16 405,9 21-486,1 0-1,-1 0 0,1 0 1,-1 0-1,1 0 0,-1 0 1,1 1-1,0-1 1,-1 0-1,1 0 0,0 1 1,0-1-1,0 0 0,-1 1 1,1-1-1,0 1 1,0-1-1,0 1 0,0 0 1,0-1-1,0 1 0,0 0 1,0-1-1,0 1 0,0 0 1,0 0-1,0 0 1,0 0-1,0 0 0,1 0 1,166-6 506,-154 6-524,-11 0 5,-1 0 0,1 1 0,0-1 0,-1 1 0,1 0 0,0 0-1,-1-1 1,1 2 0,-1-1 0,1 0 0,-1 0 0,0 1-1,1-1 1,-1 1 0,0 0 0,0 0 0,0 0 0,0 0-1,-1 0 1,1 0 0,0 0 0,-1 1 0,0-1 0,1 1-1,-1-1 1,0 1 0,0-1 0,-1 1 0,1-1 0,0 1-1,-1 0 1,1 0 0,-1 2 0,1 2 32,-1 0 0,1 0 0,-2 0 0,1 0 0,-1 0 0,1 0 0,-2 0 1,1 0-1,-1-1 0,0 1 0,-1 0 0,-4 9 0,-4 0-2,-1-1-1,0 0 1,-1 0 0,0-2 0,-1 1 0,-29 19-1,-105 61 397,90-60 90,33-20-150,14-8-211,1-1 0,0 2 1,-17 13-1,25-17-136,-1-1 0,1 1 1,0-1-1,0 1 0,0 0 0,0 0 0,0 0 0,0 0 0,1 1 1,0-1-1,0 0 0,0 1 0,0-1 0,0 0 0,0 1 1,1-1-1,0 6 0,0-6-26,1 1-1,-1-1 1,1 0 0,0 1 0,0-1-1,1 0 1,-1 0 0,1 0 0,-1 0-1,1 0 1,0 0 0,0-1 0,3 5-1,-2-5-335,-1 1-1,1 1 0,-1-1 1,0 0-1,0 1 1,0-1-1,-1 1 0,1-1 1,-1 1-1,1 5 0,-1 17-4084,-1-3-2233</inkml:trace>
</inkml:ink>
</file>

<file path=ppt/ink/ink1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9:11.24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58 1 3425,'0'0'22659,"-7"0"-20520,-30 3 922,36-3-2597,1 4-3377,-7 35-7658,1-24-331</inkml:trace>
</inkml:ink>
</file>

<file path=ppt/ink/ink1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9:11.24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296 15 1040,'0'0'16034,"3"-10"-14598,-1 6-1030,-1 5 1720,-2 19-1587,0 0-1,-2-1 1,0 1 0,-2-1 0,0 0-1,-11 27 1,-58 110 503,37-84-586,-8 14-110,22-43-253,1 1 0,3 0 0,-21 66 1,35-99-1887,3-23 94,2-39-3497,0 39 2252,0-23-4604</inkml:trace>
</inkml:ink>
</file>

<file path=ppt/ink/ink1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9:11.24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0 241 1296,'0'0'14597,"26"19"-12102,-23-16-2284,1 0-1,-1 0 1,1 0 0,-1 0 0,0 0-1,0 1 1,-1-1 0,1 1-1,-1 0 1,1 0 0,-1 0 0,0 0-1,-1 0 1,1 0 0,-1 0-1,0 1 1,0-1 0,1 8 0,1 11 339,-1-1 1,-1 29 0,-1-50-530,3 60 467,17 90-1,-15-118-374,-1-16-90,1 0-1,0 0 0,2 0 0,14 27 0,-21-44-4,0 1 1,0-1-1,1 0 1,-1 1-1,0-1 0,1 0 1,-1 1-1,0-1 0,1 0 1,-1 1-1,0-1 1,1 0-1,-1 0 0,1 0 1,-1 1-1,0-1 0,1 0 1,-1 0-1,1 0 1,-1 0-1,1 0 0,-1 0 1,1 0-1,-1 0 0,1 0 1,-1 0-1,0 0 1,1 0-1,-1 0 0,1 0 1,-1 0-1,1-1 0,-1 1 1,0 0-1,1 0 1,-1 0-1,1-1 0,-1 1 1,0 0-1,1-1 0,-1 1 1,0 0-1,1-1 1,-1 1-1,0 0 0,0-1 1,1 1-1,-1 0 1,0-1-1,0 1 0,0-1 1,1 1-1,-1-1 0,14-22 444,2-18-304,-1 0 1,12-62-1,11-29-156,5-3 1,-23 69 36,52-119 0,-63 158 142,-8 23-110,0 0 0,0 1 0,0-1 0,0 1 0,1 0 0,0-1 0,-1 1-1,4-4 1,-8 13-5015,-5 19-337,1-2-874</inkml:trace>
</inkml:ink>
</file>

<file path=ppt/ink/ink1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9:11.24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65 105 1512,'0'0'13574,"5"-4"-12418,16-11-12,-15 12 4135,-32 5-3329,21 2-1916,0 0 0,1 0 1,-1 0-1,1 0 0,0 1 0,0-1 1,0 1-1,0 0 0,1 0 1,0 1-1,0-1 0,1 1 1,-4 10-1,2-3-64,1-1-1,0 1 1,1 0 0,1 0 0,0 19-1,6-31 41,0 0-1,0 1 1,0-1-1,0-1 1,0 1-1,0-1 1,1 0-1,-1 0 1,6-1-1,-3 0 32,-2 1-24,0 0-1,-1 0 1,1-1-1,0 0 1,0 0-1,-1 0 1,1-1-1,0 0 1,-1 0-1,0 0 1,1-1 0,-1 0-1,0 0 1,0 0-1,0 0 1,-1-1-1,1 0 1,-1 0-1,0 0 1,0-1-1,-1 1 1,1-1-1,-1 0 1,0 0-1,0 0 1,0 0-1,-1-1 1,0 1-1,0-1 1,0 1-1,-1-1 1,0 0-1,1-8 1,-2-8 128,1 11-30,-1-1-1,0 1 1,-4-19 0,4 27-90,-1 0 1,0 0 0,1 1 0,-1-1 0,-1 0 0,1 1-1,0-1 1,-1 1 0,1-1 0,-1 1 0,0 0-1,0 0 1,0 0 0,0 0 0,0 0 0,0 0 0,0 0-1,-1 0 1,-3-1 0,5 2-399,8 0-7466,7 2 4804,-9-1 322,14 0-7713</inkml:trace>
</inkml:ink>
</file>

<file path=ppt/ink/ink1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9:11.24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257 1 472,'0'0'22996,"-19"34"-21556,-62 108-428,62-106-779,1 1-1,2 1 1,1 0-1,-11 49 1,-10 28-2303,17-49-2770,13-23-2566,5-18-2840</inkml:trace>
</inkml:ink>
</file>

<file path=ppt/ink/ink1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9:11.24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14 1 1880,'0'0'29821,"-2"0"-28922,-7 0-795,7 0-602,2 28-8518,0-11 2542</inkml:trace>
</inkml:ink>
</file>

<file path=ppt/ink/ink1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9:11.25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45 147 7378,'0'0'10251,"0"14"-9176,-3 56 789,-16 92-1,8-92-1384,-1 94 0,12-75-447,0-88-31,0 0-1,0 0 1,0 0 0,0 0-1,1 0 1,-1 0 0,0 0 0,0 0-1,1-1 1,-1 1 0,0 0-1,1 0 1,-1 0 0,1 0-1,-1-1 1,1 1 0,0 0 0,-1 0-1,1-1 1,0 1 0,-1 0-1,1-1 1,0 1 0,0-1-1,0 1 1,1 0 0,31 2 29,-26-4-24,0 0-1,-1 0 1,1-1-1,0 0 1,-1 0-1,1 0 1,8-6-1,9-11 0,-2-1 0,0-2 0,-1 0 0,-1-1 0,19-28-1,-12 15-8,34-34-1,-60 69 1,0 1-1,0-1 0,0 0 1,0 1-1,0-1 1,0 1-1,0-1 0,0 1 1,0 0-1,0 0 1,0-1-1,0 1 0,0 0 1,0 0-1,0 0 0,0 0 1,1 0-1,-1 0 1,0 0-1,0 0 0,0 1 1,0-1-1,0 0 0,0 1 1,0-1-1,0 0 1,0 1-1,0 0 0,0-1 1,0 1-1,0-1 0,0 2 1,36 32-28,-9-9 30,-14-17-33,1 0 1,0-1 0,0 0-1,1-1 1,0-1 0,0 0-1,0-1 1,1-1 0,-1-1-1,1 0 1,25-1 0,-39-2 29,0 1 1,0-1-1,0 1 1,0-1-1,-1 0 1,1 0-1,0 0 1,0-1-1,-1 1 1,1 0-1,-1-1 1,1 0 0,-1 0-1,1 0 1,-1 0-1,0 0 1,0 0-1,0 0 1,0-1-1,-1 1 1,1-1-1,-1 1 1,1-1-1,-1 0 1,0 1-1,0-1 1,0 0 0,0 0-1,-1 0 1,1-4-1,3-11 13,-1 0 0,-2 0-1,1-29 1,-2 45-8,0-31 72,-1-1 0,-1 1 1,-2-1-1,-1 1 1,-2 0-1,-19-59 0,17 69 56,-13-33 234,21 52-360,-1 1-1,0 0 1,1 0-1,-2 0 0,1 0 1,0 0-1,-1 0 0,1 0 1,-1 1-1,0-1 1,0 1-1,-4-3 0,7 5-157,0 0-1,0 0 0,-1 0 0,1 0 1,0 0-1,-1 0 0,1 0 0,0 0 1,-1 0-1,1 1 0,0-1 0,-1 0 1,1 0-1,0 0 0,0 0 0,-1 0 1,1 1-1,0-1 0,0 0 0,-1 0 1,1 1-1,0-1 0,0 0 0,0 0 1,-1 1-1,1-1 0,0 0 0,0 0 0,0 1 1,0-1-1,0 0 0,0 1 0,-1-1 1,1 0-1,0 0 0,0 1 0,0-1 1,0 0-1,0 1 0,0-1 0,0 0 1,0 1-1,0-1 0,1 0 0,-1 1 1,0-1-1,0 0 0,0 0 0,0 1 1,0-1-1,0 0 0,1 1 0,-1 2-148,0 10-5754</inkml:trace>
</inkml:ink>
</file>

<file path=ppt/ink/ink1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9:11.25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27 121 9330,'0'0'9314,"9"7"-8778,-4-2-449,1 0-1,-1-1 1,1 0 0,0 0 0,0 0-1,0-1 1,1 0 0,-1 0-1,1 0 1,-1-1 0,1 0-1,8 1 1,-7-2-99,13 0 420,-20-1-380,-1 0-1,1-1 0,-1 1 1,1 0-1,0-1 0,-1 1 1,1-1-1,-1 1 0,0 0 1,1-1-1,-1 1 0,1-1 1,-1 1-1,0-1 1,1 1-1,-1-1 0,0 0 1,1 1-1,-1-1 0,0 1 1,0-1-1,0 0 0,0 1 1,0-1-1,0 0 1,1 1-1,-1-1 0,-1 1 1,1-1-1,0-1 0,1-32 618,-3-49 412,2 81-1007,-1 0 1,0 0-1,0 0 0,0 0 0,0 0 1,0 0-1,0 0 0,-1 0 1,1 0-1,0 1 0,-1-1 0,0 1 1,1-1-1,-1 1 0,0-1 1,0 1-1,1 0 0,-1 0 0,0 0 1,-1 0-1,1 0 0,0 0 1,0 1-1,0-1 0,0 1 0,0-1 1,-1 1-1,-2 0 0,-8-2 88,-1 2 0,1 0 0,-19 2-1,29-2-118,1 0 2,1 1-1,-1-1 1,0 1-1,1 0 1,-1 0-1,1-1 1,-1 1-1,1 0 1,0 0-1,-1 1 1,1-1-1,0 0 1,-1 0-1,1 1 1,0-1-1,0 0 1,0 1-1,0-1 1,1 1 0,-1-1-1,0 1 1,1 0-1,-1-1 1,1 1-1,-1 0 1,1-1-1,0 1 1,0 2-1,-4 53 458,4-51-417,-1 20 144,1-14-124,-1 0 1,2 0-1,-1 0 1,2 1-1,4 21 1,-5-31-79,0 0 0,1-1 1,-1 1-1,1 0 1,-1 0-1,1-1 1,0 1-1,0-1 1,0 0-1,0 1 0,0-1 1,1 0-1,-1 0 1,1 0-1,-1-1 1,1 1-1,0 0 1,-1-1-1,1 0 0,0 0 1,0 0-1,0 0 1,0 0-1,0-1 1,0 1-1,0-1 1,1 0-1,2 0 0,9 1-327,0-2 0,-1 0-1,1-1 1,0-1-1,-1 0 1,1 0 0,-1-2-1,0 0 1,0-1-1,-1 0 1,19-11 0,39-24-4924</inkml:trace>
</inkml:ink>
</file>

<file path=ppt/ink/ink1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9:11.25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215 1 11330,'0'0'14714,"0"13"-14011,0 51-68,7-83-256,-7 15-462,1 0 0,-1 0 0,-1-1 1,1 1-1,-1 0 0,1 0 0,-1 0 0,-3-7 1,3 9 54,0 1 1,0 0 0,-1 0 0,1 0 0,0 0 0,-1 0 0,1 0-1,-1 0 1,1 0 0,-1 1 0,0-1 0,1 0 0,-1 1-1,0 0 1,1-1 0,-1 1 0,0 0 0,1 0 0,-1 0-1,0 0 1,0 0 0,-2 0 0,-2 1 26,-1-1-1,1 1 1,-1 0 0,1 0 0,0 1-1,-1 0 1,1 0 0,0 0-1,0 1 1,0 0 0,1 0 0,-1 0-1,1 1 1,0 0 0,-1 0-1,2 0 1,-1 1 0,1 0 0,-1 0-1,1 0 1,0 0 0,1 0 0,0 1-1,-4 6 1,0 3 57,1-1 1,0 1 0,0 1-1,2-1 1,0 1-1,1 0 1,0 0-1,1 0 1,1 0-1,1 0 1,0 0-1,4 22 1,-4-36-56,1 1 0,-1-1 0,1 0 0,-1 0 0,1 0 0,0 0 0,0 0 0,0 0 0,0 0 0,0-1 0,0 1 0,1 0 0,-1 0 0,0-1 0,1 1 0,0-1 1,-1 0-1,1 1 0,0-1 0,3 2 0,0-1-49,0 1 1,0-1-1,1-1 1,-1 1 0,1-1-1,-1 0 1,1 0-1,5 0 1,2-1-360,-1 0 0,1-1 0,-1 0 1,1-1-1,-1 0 0,23-8 0,-16 1-818,-2 0 0,1-2 0,-1 1-1,-1-2 1,17-15 0,72-73-5761,-83 78 5374,8-8-1249,28-39 0,-46 43 24492,-13 32-21372,0-1-1,0 1 0,-1-1 1,0 0-1,0 1 1,0-1-1,0 0 1,-4 5-1,-14 38 654,15-16-694,1 0 1,0 53-1,5-83-217,-1-1-1,0 1 1,0-1 0,1 1-1,-1-1 1,0 1 0,1-1-1,0 1 1,-1-1 0,1 0 0,0 1-1,0-1 1,0 0 0,0 0-1,0 1 1,0-1 0,0 0-1,0 0 1,0 0 0,0 0-1,1 0 1,-1-1 0,0 1 0,1 0-1,-1-1 1,1 1 0,-1-1-1,0 1 1,1-1 0,-1 1-1,1-1 1,0 0 0,1 0-1,0 0 2,0 1 0,0-1-1,-1 0 1,1-1-1,0 1 1,-1 0-1,1-1 1,0 0-1,-1 1 1,1-1 0,-1 0-1,1 0 1,-1 0-1,1-1 1,-1 1-1,0-1 1,1 1-1,-1-1 1,3-3 0,2-6 0,-1-1 0,0 1 0,0-1 0,-1 0 0,-1 0 0,0 0 0,-1-1 0,0 0 0,-1 1 0,-1-1 1,0 0-1,0 0 0,-1 0 0,-1 0 0,-4-23 0,4 33-13,-1 1 0,1-1 0,-1 0 1,1 0-1,-1 1 0,0-1 0,0 1 0,0 0 0,-1-1 0,1 1 1,0 0-1,-1 0 0,0 0 0,1 1 0,-1-1 0,0 1 0,0-1 1,0 1-1,0 0 0,0 0 0,0 0 0,-5 0 0,2-1-311,0 1 1,-1 0-1,1 0 0,-1 1 0,1 0 0,0 0 0,-1 1 0,1-1 1,0 1-1,-9 3 0,14-4 61,1 0-1,-1 1 1,1-1 0,-1 1 0,0-1-1,1 1 1,-1 0 0,1-1 0,-1 1 0,1-1-1,0 1 1,-1 0 0,1 0 0,-1-1-1,1 1 1,0 0 0,0-1 0,0 1 0,-1 0-1,1 0 1,0 0 0,0-1 0,0 1-1,0 0 1,0 0 0,0 0 0,1 0-1,-1 0-273,0 12-6381</inkml:trace>
</inkml:ink>
</file>

<file path=ppt/ink/ink1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9:11.25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5265,'0'0'18296,"3"10"-15029,13 34-2046,-13-38-1199,0 0 0,0 0 1,0-1-1,1 0 0,-1 0 0,1 0 1,1 0-1,-1 0 0,8 6 1,-10-10-29,-1 0 0,1 1 0,0-1 0,-1 0 0,1 0 0,0 0 0,0 0 0,0-1 0,0 1 0,-1 0 0,1-1 0,0 1 0,0-1 0,0 0 0,0 0 0,0 0 0,1 0 0,-1 0 0,0 0 0,0 0 0,0-1 0,0 1 0,-1-1 0,1 1 0,0-1 0,0 0 0,0 0 0,0 0 0,0 0 0,-1 0 0,1 0 0,-1 0 0,1-1 0,2-1 0,17-19-2,0-2-1,18-27 1,-40 53 29,1-1 0,0 1 1,0 0-1,0-1 0,0 1 0,0-1 1,0 1-1,0 0 0,1-1 1,-1 1-1,1-1 0,-1 1 0,1 0 1,-1-1-1,1 0 0,0 1 0,0-1 1,-1 1-1,1-1 0,2 2 1,0 1-68,-1-1 0,1 1 0,0-1 0,0 0 1,0 0-1,0 0 0,1 0 0,6 3 0,1-1-558,0 0-1,0-2 1,1 1-1,-1-1 1,1-1-1,0 0 1,12 0-1,86-3-6557,-67-1 2950,17-1-7025</inkml:trace>
</inkml:ink>
</file>

<file path=ppt/ink/ink1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9:11.25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290 635 10162,'0'0'14383,"-24"-2"-13432,23 2-942,-196-11 1871,194 11-1846,-1 0 1,1 0-1,0 0 1,0 0-1,0 0 1,0 1-1,0 0 1,0-1-1,0 1 1,0 0 0,0 1-1,0-1 1,0 0-1,0 1 1,-3 2-1,4-2-30,1 1-1,-1-1 1,0 1-1,1-1 1,0 1-1,0 0 1,0 0-1,0-1 1,0 1-1,0 0 1,1 0-1,-1 0 1,1 0-1,0 0 1,0 0-1,0 4 1,0-2-4,0 1 1,0-1-1,1 0 1,0 1-1,0-1 1,0 0-1,0 0 1,1 0-1,0 0 1,0 0-1,3 6 1,-3-9-11,0 1 0,0-1 0,0 0-1,1 1 1,-1-1 0,1 0 0,-1 0 0,1-1 0,0 1 0,-1-1 0,1 1 0,0-1 0,0 0 0,0 0 0,0 0 0,1 0 0,-1-1-1,0 1 1,0-1 0,4 0 0,-1 0-34,0 0-1,-1 0 0,1-1 1,-1 0-1,1 0 0,-1 0 0,0-1 1,1 0-1,-1 0 0,0 0 1,0 0-1,0-1 0,-1 0 1,1 0-1,0 0 0,6-7 1,4-6-142,-1 1 0,0-2 1,12-19-1,-16 23 43,73-107-2054,-5-2 0,65-141 0,-128 234 2188,16-41-297,-22 23 3235,-25 51-893,5 4-1834,1 1-1,1 0 0,-1 1 1,1 0-1,1 0 1,0 1-1,0 0 1,1 0-1,1 1 0,0 0 1,-7 18-1,0 8 256,0 0 0,-11 65 0,19-63-297,1 1-1,4 64 1,0-52-122,0-48-35,0-1 0,0 0 0,1 1 1,-1-1-1,1 1 0,0-1 0,0 0 0,0 1 0,1-1 0,-1 0 0,1 0 1,0 0-1,0 0 0,1 0 0,-1-1 0,1 1 0,0-1 0,3 4 0,-2-4-75,1 0-1,-1 0 0,0-1 0,1 0 0,0 0 1,-1 0-1,1 0 0,0-1 0,0 0 0,0 0 1,0 0-1,0-1 0,0 1 0,0-1 0,9-1 1,-9 0-183,0-1 0,0 1 0,0-1 0,-1 0 1,1 0-1,-1-1 0,1 1 0,-1-1 0,0 0 1,0 0-1,0-1 0,0 1 0,0-1 0,-1 0 1,4-4-1,50-72-5908,-46 63 4217,1-3 794,-8 13 1053,-1 1 0,1 0 0,0 1-1,0-1 1,7-6 0,-10 10 608,1 1 0,-1 0 0,1 0 0,-1 0 0,1 0 0,0 0 0,-1 1 0,1-1 0,0 0 0,0 1 0,-1-1 0,1 1 0,0 0 1,0-1-1,2 1 0,-3 4 82,1-1 1,0 1 0,-1 0 0,1 0 0,-1 0 0,0 0-1,0 0 1,0 6 0,-1-6-81,1-1-424,-1 0 1,1 0 0,0 0-1,0-1 1,0 1-1,0 0 1,1 0-1,-1 0 1,1-1-1,-1 1 1,1-1 0,0 1-1,0-1 1,0 0-1,0 0 1,1 0-1,-1 0 1,1 0-1,-1 0 1,1-1 0,4 3-1,-1-2-96,-1-1 0,1 0 0,0 0 0,-1-1 0,1 1 1,0-1-1,0-1 0,-1 1 0,1-1 0,0 0 0,7-2 0,6-3-168,-1 0 0,0-2 1,0 0-1,-1-1 0,20-14 0,26-13-76,-62 35 1374,-1 37-924,0-35-371,0 0 1,0 0-1,0 0 1,0 0-1,0 0 0,0 1 1,0-1-1,0 0 1,0 0-1,1 0 1,-1 0-1,0 0 0,1 0 1,-1 0-1,1 0 1,-1 0-1,1 0 0,0 0 1,-1 0-1,1 0 1,0 0-1,0 0 1,-1-1-1,1 1 0,0 0 1,0-1-1,2 2 1,32-2-8253,-26-1 7609,23-4-5987</inkml:trace>
</inkml:ink>
</file>

<file path=ppt/ink/ink1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9:11.25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244 0 9010,'0'0'17221,"-27"10"-16320,-89 29-156,110-37-687,0 0 1,0 1-1,0-1 1,0 1-1,0 0 1,1 1-1,-1-1 1,1 1-1,0 0 1,0 1 0,0-1-1,1 1 1,0 0-1,-1 0 1,-3 7-1,5-5-63,1 1 0,0-1-1,0 1 1,0-1-1,1 1 1,1 0 0,-1-1-1,2 16 1,-1-23 3,0 2-47,0 0-1,1-1 0,-1 1 0,1-1 0,-1 1 1,1-1-1,0 1 0,0-1 0,0 0 0,0 1 0,0-1 1,0 0-1,0 0 0,0 1 0,0-1 0,0 0 0,1 0 1,-1 0-1,1 0 0,-1-1 0,0 1 0,1 0 1,-1-1-1,1 1 0,0-1 0,-1 1 0,1-1 0,-1 0 1,1 1-1,0-1 0,2 0 0,59 2-1696,-52-3 1240,42-1-2872,-1-8-2742</inkml:trace>
</inkml:ink>
</file>

<file path=ppt/ink/ink1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9:11.25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181 0 232,'0'0'24252,"-7"10"-23097,1 1-832,0-1 0,1 1 1,0 0-1,0 0 0,1 1 1,-4 20-1,-81 350 2364,73-310-2653,7-37-36,2-1 0,1 1 0,-1 49 0,7-68 15,-1-9-165,1 0 0,0-1 0,1 1 0,-1 0 1,1 0-1,3 10 0,-3-15 44,0 0 0,0 0 0,0 0 0,0-1 0,1 1-1,-1 0 1,0-1 0,1 1 0,-1-1 0,1 0 0,-1 1 0,1-1 0,0 0 0,0 0 0,-1 0 0,1 0 0,0 0 0,0-1 0,0 1 0,0 0-1,0-1 1,0 0 0,0 1 0,0-1 0,0 0 0,3 0 0,-1 0-351,0 0 0,0 0 0,0 0 0,0 0 0,-1-1 0,1 0 0,0 1 0,-1-1 1,1-1-1,0 1 0,-1-1 0,1 1 0,-1-1 0,6-4 0,13-18-5213</inkml:trace>
</inkml:ink>
</file>

<file path=ppt/ink/ink1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9:11.25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11626,'0'0'14948,"97"44"-14628,-59-37-256,13-4-64,26-3-1977,-6 0-3608,-7-16-9026</inkml:trace>
</inkml:ink>
</file>

<file path=ppt/ink/ink1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9:11.25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283 1 10906,'0'0'13599,"-24"2"-12756,-74 8-305,90-9-499,1 0 0,0 0 0,0 1 1,0 0-1,-1 0 0,2 1 0,-1 0 1,0 0-1,1 0 0,-1 1 0,1 0 1,0 0-1,0 1 0,1 0 0,-1 0 1,1 0-1,0 1 0,-8 11 0,8-8-32,1 0 0,-1 1 0,2-1 0,-1 1 0,1 0 0,1 0 0,0 0 0,0 0 0,1 0 0,0 19 0,3-28-14,-1 0-1,0 1 0,0-1 1,0 0-1,1 0 1,-1-1-1,0 1 0,1 0 1,-1 0-1,1-1 0,-1 1 1,1-1-1,0 1 0,-1-1 1,1 1-1,-1-1 1,1 0-1,0 0 0,-1 0 1,1 0-1,-1 0 0,1 0 1,0-1-1,1 1 0,4 0-16,-1-1-1,1 1 1,0-1-1,-1 0 0,12-4 1,-2-6 9,0 0 1,-1-1 0,0-1-1,-2 0 1,17-19 0,-1 2 9,-7 2-51,-13 19 1406,-7 37-676,-3-3-703,0-18 48,0 0 1,1 1 0,0-1-1,1 1 1,0-1-1,2 12 1,-2-17-78,0 1 1,0-1 0,0 0 0,0 0 0,1 0 0,-1 0 0,0 0 0,1 0 0,0 0-1,-1-1 1,1 1 0,0-1 0,0 1 0,0-1 0,0 1 0,0-1 0,0 0-1,0 0 1,0 0 0,1 0 0,-1-1 0,0 1 0,1-1 0,-1 1 0,0-1 0,4 0-1,87 3-5175,-58-3 748,33 0-8088</inkml:trace>
</inkml:ink>
</file>

<file path=ppt/ink/ink1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9:11.25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278 1 6081,'0'0'17711,"-16"0"-17195,-8 0-272,1 0 1,0 2 0,0 1-1,0 0 1,0 2 0,-26 8-1,42-10-183,1-1-1,-1 1 1,1 1 0,0-1-1,0 1 1,1 0 0,-8 6-1,11-8-58,1 0 0,-1 1-1,0-1 1,1 0-1,-1 1 1,1-1 0,0 0-1,0 1 1,0-1 0,0 1-1,1 0 1,-1-1 0,1 1-1,-1 0 1,1 0 0,0-1-1,0 1 1,0 0 0,0-1-1,1 1 1,0 4 0,0-4-16,0 0 1,1 0 0,-1 0-1,1 0 1,0-1 0,0 1-1,0 0 1,0-1 0,0 0-1,0 1 1,1-1 0,-1 0-1,1 0 1,2 2 0,48 27-409,-35-21 266,19 10-87,-15-9 148,-1 2 0,0 0 1,-1 1-1,23 20 0,-43-34 102,1 0 1,-1 1 0,0-1-1,0 0 1,0 1 0,0-1-1,1 0 1,-1 0 0,0 1-1,0-1 1,0 0 0,0 1-1,0-1 1,0 0-1,0 1 1,0-1 0,0 0-1,0 1 1,0-1 0,0 0-1,0 0 1,0 1 0,-1-1-1,1 0 1,0 1 0,0-1-1,0 0 1,0 0 0,0 1-1,-1-1 1,1 0 0,0 0-1,0 1 1,0-1 0,-1 0-1,1 0 1,0 0-1,0 1 1,-1-1 0,1 0-1,0 0 1,-1 0 0,1 0-1,-1 1 1,-15 6 362,15-6-343,-44 16 532,13-6-191,1 1 0,0 2 0,-44 27 0,73-39-3075,4-3 694,13-7-625,19-13-1958,-1-5-3147</inkml:trace>
</inkml:ink>
</file>

<file path=ppt/ink/ink1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9:11.26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109 1 10402,'0'0'14107,"-38"163"-12714,38-134-449,0-6-384,-7-4-256,7-10-200,0-2-96,-6-4-8,-7-3-744,0-13-1121,-6-9-2215,6-7-2554</inkml:trace>
</inkml:ink>
</file>

<file path=ppt/ink/ink1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9:11.26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 0 11202,'0'0'15612,"0"58"-15612,0-42 0,-7 0-720,1 4-1321,6-4-2800,0-4-2753</inkml:trace>
</inkml:ink>
</file>

<file path=ppt/ink/ink1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9:11.26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225 217 4185,'0'0'17112,"0"-33"-14751,7-145-1442,-12 176-915,0 1 1,-1 0-1,1 1 0,0-1 0,0 1 0,0 0 1,-10 1-1,7-1 0,6 0-6,0 1 1,1 0-1,-1-1 1,0 1 0,1 0-1,-1 0 1,1 0-1,-1 0 1,1 0 0,-1 0-1,1 0 1,0 0 0,-1 1-1,1-1 1,0 0-1,0 1 1,0-1 0,0 1-1,0-1 1,0 1-1,1 0 1,-1-1 0,0 5-1,-15 48 185,14-45-119,-24 125 744,7 1 0,-3 146 0,11-156-129,-2 64 640,13-156-1604,0-28-939,0-20-369,0 10 934,-1 0 0,1 0-1,-1 0 1,0 0-1,-1 0 1,1 0 0,-1 0-1,0 0 1,-3-5 0,-5-12-3629,3-4-2657</inkml:trace>
</inkml:ink>
</file>

<file path=ppt/ink/ink1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9:11.26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10322,'0'0'14483,"154"7"-14211,-134-4-176,-1 0-96,0-3-40,7 0-1056,-7 0-1784,-6-3-2482</inkml:trace>
</inkml:ink>
</file>

<file path=ppt/ink/ink1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9:11.26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78 1 6145,'0'0'14343,"0"8"-12302,-8 125 1797,-29 62-2728,26-148-1020,3 0 0,1 1 1,1 69-1,6-115-89,0 0 0,0 0 1,0-1-1,0 1 0,1 0 0,-1-1 1,0 1-1,1 0 0,0-1 0,-1 1 0,1 0 1,0-1-1,0 1 0,0-1 0,0 0 1,0 1-1,0-1 0,1 0 0,-1 0 1,0 1-1,0-1 0,1 0 0,-1 0 0,1 0 1,-1-1-1,1 1 0,0 0 0,-1 0 1,1-1-1,2 1 0,5 1-124,0 0-1,0-1 1,1-1 0,14 0-1,-15 0-184,-8 0 212,1 0 0,-1 0 0,0 0 0,0 0 0,1 0 0,-1 0 0,0-1 0,0 1 0,1-1 0,-1 1 0,0-1 0,0 1 0,0-1 0,0 0 0,0 1 0,0-1 0,0 0 0,0 0 0,0 0 0,0 1 0,0-1 0,-1 0 0,1 0 0,0 0 0,-1-1 0,1 1 0,-1 0 0,1 0 0,-1 0 0,1 0 0,-1-2 0,3-44-5326,-4 31 2190,1-13-4767</inkml:trace>
</inkml:ink>
</file>

<file path=ppt/ink/ink1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9:11.26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9274,'0'0'15547,"205"45"-15123,-154-42-248,-6 0-176,19-3-392,-12-3-2376,-8-13-5330</inkml:trace>
</inkml:ink>
</file>

<file path=ppt/ink/ink1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9:11.26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502 0 9354,'0'0'9751,"-30"15"-8384,1-1-999,6-4-60,1 1 1,0 1 0,1 1 0,1 1-1,0 0 1,-33 32 0,26-17-193,1 1 0,1 1 0,2 1 0,1 1 0,2 1 1,1 0-1,2 2 0,1 0 0,2 1 0,1 1 0,2 0 0,2 0 0,2 1 0,1 0 0,2 0 0,1 1 1,5 66-1,-1-102-228,-1 0 1,1 0-1,0 0 1,0 0-1,0 0 0,0 0 1,1 0-1,-1 0 1,1 0-1,0 0 1,0-1-1,1 1 1,-1-1-1,1 0 1,-1 0-1,1 0 1,0 0-1,6 5 0,1-2-762,0 0 0,0-1-1,0 0 1,1 0 0,19 5-1,22 0-4647</inkml:trace>
</inkml:ink>
</file>

<file path=ppt/ink/ink1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9:11.26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32 1 6129,'0'0'10839,"-1"0"-10771,1 0 0,-1 0 1,1-1-1,0 1 1,-1 0-1,1 0 0,-1 0 1,1 0-1,-1 0 0,1 0 1,-1 0-1,1 1 1,-1-1-1,1 0 0,-1 0 1,1 0-1,-1 0 1,1 1-1,0-1 0,-1 0 1,1 0-1,-1 1 0,1-1 1,0 0-1,-1 1 1,1-1-1,0 0 0,-1 1 1,3 5 155,1 0 0,0-1-1,0 1 1,0-1 0,1 1 0,-1-1 0,1 0 0,0-1 0,1 1 0,-1-1 0,10 7 0,11 14 323,-3 4-286,-2 0 0,-1 2 0,-1 0 0,-1 1-1,-2 0 1,-2 1 0,-1 1 0,10 45 0,-18-64-97,-1 1 0,-1 0-1,0 1 1,-1-1 0,-1 0-1,-1 0 1,0 1 0,-1-1 0,0 0-1,-2 0 1,0-1 0,-1 1-1,0-1 1,-1 0 0,-1 0-1,0 0 1,-1-1 0,-1 0 0,-18 22-1,8-14 252,-2 0 0,-37 29 1,-8 8-8,54-53-1639,11-18-6351,6-3-79</inkml:trace>
</inkml:ink>
</file>

<file path=ppt/ink/ink1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9:11.26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206 1 4297,'0'0'16825,"-1"8"-14919,-4 3-1575,0 0 1,0 0-1,-1 0 1,-1-1-1,-10 13 1,-13 22 302,5 1-339,1 0 0,-20 61 0,35-80-270,2 0 0,0 1 0,2 0 0,1 1 0,0 47 0,4-74-23,0 0 0,0 0 0,1 0 0,-1 0 0,1 0 0,-1 0 0,1-1 1,0 1-1,0 0 0,0 0 0,0-1 0,0 1 0,0 0 0,0-1 0,0 1 0,1-1 1,-1 0-1,0 1 0,1-1 0,0 0 0,-1 0 0,1 0 0,-1 0 0,1 0 0,0 0 0,0 0 1,0-1-1,0 1 0,-1-1 0,1 1 0,4-1 0,8 2-12,0 0 0,-1-2-1,23 0 1,-15-1-86,-18 1-50,0-1 0,0 1 0,1-1 0,-1 0 0,0 0-1,0 0 1,0 0 0,0 0 0,0-1 0,-1 1 0,1-1 0,0 0-1,-1 0 1,4-3 0,30-35-5701,-22 18 913</inkml:trace>
</inkml:ink>
</file>

<file path=ppt/ink/ink1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9:11.27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62 11402,'0'0'9186,"161"-16"-8930,-117 13-184,1-4-72,-13-2-72,26-1-1264,-13 0-1793,-6 4-3800</inkml:trace>
</inkml:ink>
</file>

<file path=ppt/ink/ink1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9:11.27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119 0 6449,'0'0'13905,"-19"31"-13439,-58 98-181,55-77-170,23-27-59,1-10-46,-2-13-7,1-1 0,0 1 0,0-1 0,0 1-1,0-1 1,0 0 0,0 0 0,0 1 0,0-1 0,1 0 0,-1 0 0,0 0 0,1 0 0,-1 0 0,1-1-1,-1 1 1,1 0 0,-1-1 0,1 1 0,-1-1 0,1 1 0,0-1 0,-1 0 0,1 0 0,0 0 0,-1 0 0,1 0-1,2 0 1,1 0 28,1 1 0,-1-1 0,1 0 0,-1 0 0,1-1 0,-1 0 0,0 0 0,7-2 0,-8 0 12,1 1 0,-1-1 1,0-1-1,0 1 0,0-1 1,0 1-1,-1-1 1,0 0-1,1 0 0,-1 0 1,-1-1-1,1 1 0,-1-1 1,1 0-1,-2 1 1,3-7-1,-2 3 252,0 0-1,0 0 1,-1 0 0,0 0 0,0 0-1,-1-1 1,0 1 0,0 0 0,-3-13-1,3 20-246,-1 0 0,1-1-1,-1 1 1,1 0-1,-1 0 1,1 0-1,-1 0 1,0-1-1,0 1 1,1 0 0,-1 0-1,0 0 1,0 1-1,0-1 1,0 0-1,0 0 1,0 0-1,0 1 1,-1-1 0,1 1-1,0-1 1,0 1-1,-2-1 1,-15-3-1540,1 3-7107</inkml:trace>
</inkml:ink>
</file>

<file path=ppt/ink/ink1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9:11.27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187 16 7098,'0'0'12310,"3"-4"-11032,7-7-692,-5 12 570,-4 24 1730,0 15-1092,-1-40-1781,0 1 0,0-1 1,0 0-1,0 1 0,0-1 0,0 1 0,0-1 0,0 0 0,0 1 0,0-1 0,0 1 0,0-1 0,0 1 0,0-1 0,0 0 0,0 1 0,0-1 0,0 0 0,1 1 0,-1-1 0,0 0 0,0 1 0,1-1 0,-1 0 0,0 1 0,0-1 0,1 0 0,-1 1 0,0-1 0,1 0 0,-1 0 0,0 1 0,1-1 0,-1 0 0,0 0 0,1 0 0,0 1 0,1-19-381,-2 17 292,0-1 1,0 0-1,0 1 0,0-1 1,0 1-1,-1-1 1,1 0-1,0 1 1,-1-1-1,1 1 1,-1-1-1,1 1 0,-1 0 1,0-1-1,0 1 1,1-1-1,-1 1 1,0 0-1,0 0 1,0 0-1,-1-1 0,1 1 1,0 0-1,0 0 1,-1 1-1,1-1 1,0 0-1,-1 0 1,-2 0-1,-3 0 57,0 2 0,0-1 0,0 1 0,0 0 0,0 1 0,0-1 0,0 1 1,0 1-1,1-1 0,-1 1 0,1 0 0,0 1 0,0 0 0,0 0 0,0 0 0,1 0 0,-1 1 0,1 0 0,0 0 0,1 1 0,-1-1 0,1 1 0,0 0 1,-4 8-1,2-2 31,0 0 1,1 1-1,0-1 1,1 1-1,0 0 1,1 1-1,1-1 1,0 0 0,1 1-1,0-1 1,2 20-1,-1-32-19,1-1 0,-1 1 0,0 0 0,1 0 0,-1-1 0,1 1 0,0 0 0,-1-1 0,1 1 0,-1 0 0,1-1 0,0 1 0,0-1 0,-1 1 0,1-1 0,0 0 0,0 1-1,-1-1 1,1 0 0,0 1 0,0-1 0,0 0 0,0 0 0,0 0 0,-1 0 0,1 0 0,0 0 0,0 0 0,0 0 0,0 0 0,1 0 0,34-4-723,-19-1-571,0 0 0,-1-1 0,0-1 0,28-17 0,26-11-4699,53-12 169,-76 28 4150</inkml:trace>
</inkml:ink>
</file>

<file path=ppt/ink/ink1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9:11.27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90 61 1560,'0'0'16892,"-4"3"-15208,-3 2-1478,0 0 0,1 0 0,0 0 0,0 1 0,0 0 0,1 0 0,0 0 0,0 1 0,1 0 0,-1 0 0,2 0 0,-1 1 0,1-1 0,0 1 0,0 0 0,1-1 0,0 1 0,1 0-1,-1 1 1,2-1 0,-1 0 0,1 8 0,1-14-202,0 0-1,0 0 1,0 0-1,0 0 0,0 0 1,0 0-1,1-1 1,-1 1-1,1-1 0,-1 1 1,1-1-1,0 1 1,-1-1-1,1 0 1,0 0-1,0 0 0,0 0 1,0 0-1,0 0 1,0 0-1,0-1 0,0 1 1,0-1-1,0 1 1,0-1-1,1 0 1,2 0-1,1 1 8,-1 0 1,1-1-1,0 0 1,-1 0-1,1 0 1,-1-1-1,1 1 1,0-1-1,-1 0 1,1-1-1,5-2 1,-5 0 3,0-1 0,-1 0 0,0 0 0,0 0 0,0 0 1,0-1-1,-1 0 0,0 0 0,0 0 0,-1 0 0,0-1 0,0 1 0,0-1 1,-1 0-1,0 0 0,0 0 0,-1 0 0,0 0 0,0-1 0,0 1 1,-1 0-1,-1-10 0,1 14-16,0 1 0,0 0 0,-1 0 0,1 0 0,0 0 0,-1 0 0,0 0 0,1 0 0,-1 0 0,0 0 0,0 0 0,0 0 0,0 0 0,0 1 0,0-1 0,-1 0 0,1 1 0,-1-1 0,1 1 0,-1-1 0,0 1 0,1 0 0,-3-2 0,-4-1-6,0 1 0,0-1 0,0 2 0,-14-4 0,16 5-428,0-1-1,0 1 1,0-1 0,1 0 0,-1-1-1,0 1 1,1-1 0,0 0-1,-6-5 1,5 2-3928,5-1-2483</inkml:trace>
</inkml:ink>
</file>

<file path=ppt/ink/ink1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9:11.27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71 10242,'0'0'12482,"6"16"-11772,7 10-456,-7-14-47,0 1-1,-1 0 0,0 0 1,4 21-1,-9 10 755,-2-32-391,-3-31 504,0-146-722,5 121-320,5 38-822,24-6-7952,-24 11 7917,14-6-5205</inkml:trace>
</inkml:ink>
</file>

<file path=ppt/ink/ink1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9:11.27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24 193 6057,'0'0'15965,"1"10"-14923,1 2-844,1 9 328,-1 0 0,-1 0 0,-1 0 0,-3 29 0,-10-34-427,12-16-94,1 1 0,0-1 0,0 0 0,-1 0-1,1 0 1,0 0 0,-1 1 0,1-1 0,0 0-1,0 0 1,-1 0 0,1 0 0,0 0 0,-1 0 0,1 0-1,0 0 1,-1 0 0,1 0 0,0 0 0,-1 0 0,1 0-1,0 0 1,-1 0 0,1 0 0,0 0 0,0 0 0,-1-1-1,1 1 1,0 0 0,-1 0 0,1 0 0,0 0 0,0-1-1,-1 1 1,1 0 0,0 0 0,0-1 0,0 1 0,-1 0-1,1 0 1,0-1 0,0 1 0,0 0 0,0 0 0,0-1-1,0 1 1,-1 0 0,1-1 0,0 1 0,0 0 0,0-1-1,0 1 1,0 0 0,0-1 0,0 1 0,0 0 0,0-1-1,0 1 1,1 0 0,-1 0 0,0-1 0,0 1-1,0-1 1,-1-62 21,-1 38-21,1-1-1,1 1 1,1-1-1,2 1 1,0 0-1,11-40 1,-8 49-747,9-23-4168,-14 37 4673,-1 1-1,1 0 1,0 0 0,-1 0 0,1-1-1,0 1 1,0 0 0,0 0-1,0 0 1,0 0 0,0 1 0,0-1-1,0 0 1,0 0 0,0 0 0,0 1-1,1-1 1,-1 1 0,0-1-1,0 1 1,1-1 0,1 1 0</inkml:trace>
</inkml:ink>
</file>

<file path=ppt/ink/ink1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9:11.27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0 0 5753</inkml:trace>
</inkml:ink>
</file>

<file path=ppt/ink/ink1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9:11.27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0 143 5753,'193'-53'5219,"-154"44"-2433,-39 9-2751,0 0-1,0 0 1,0 0 0,0 1 0,0-1 0,0 0-1,0 0 1,0 0 0,0 0 0,0 0 0,0 0-1,0 0 1,0 0 0,0 0 0,0 0 0,0 0-1,0 1 1,0-1 0,0 0 0,0 0 0,0 0-1,0 0 1,0 0 0,0 0 0,0 0 0,0 0-1,0 0 1,0 0 0,0 0 0,0 0 0,0 1-1,1-1 1,-1 0 0,0 0 0,0 0 0,0 0-1,0 0 1,0 0 0,0 0 0,0 0 0,0 0-1,0 0 1,0 0 0,0 0 0,1 0 0,-1 0-1,0 0 1,0 0 0,0 0 0,0 0 0,-2 5 1601,7-3-1245,0 0 0,0-1 0,0 1 0,0-1 0,0 0 0,0 0 0,0-1 0,0 1 0,0-1 0,0 0 0,7-1-1,0 0 40,92 1 134,-102 0-481,-1-3-27,-1-1 1,0 0-1,0 0 0,-1 0 1,1 0-1,-1 1 0,0-1 1,0 0-1,0 1 0,0-1 0,-1 1 1,0-1-1,1 1 0,-1-1 1,-1 1-1,1 0 0,0 0 1,-1 0-1,1 0 0,-1 1 1,0-1-1,0 1 0,0 0 1,0-1-1,0 1 0,-1 0 1,1 1-1,0-1 0,-1 1 1,0 0-1,1-1 0,-1 1 1,-7 0-1,10 0-29,0 1 0,0 0 0,0-1 0,-1 1 0,1 0 1,0 0-1,0 0 0,-1 0 0,1 0 0,0 0 0,0 0 0,0 0 0,-1 1 0,1-1 0,0 0 0,0 1 1,0-1-1,0 1 0,-1-1 0,1 1 0,0 0 0,0-1 0,0 1 0,0 0 0,1 0 0,-1 0 0,0 0 1,0 0-1,0 0 0,1 0 0,-1 0 0,0 0 0,1 0 0,-1 0 0,0 2 0,0 4 55,0-1 0,0 1 0,1-1 0,0 1 0,2 12-1,-1 6-25,-1-21-106,0 0 0,1-1 0,-1 1-1,1 0 1,-1-1 0,1 1 0,1-1 0,-1 1 0,0-1 0,1 0 0,0 0 0,-1 1 0,1-1 0,1 0 0,-1-1 0,0 1 0,1 0 0,-1-1 0,1 1 0,0-1 0,0 0 0,0 1 0,0-2 0,0 1 0,5 2 0,4 1-1054,0-1 0,-1 0 0,2-1 1,-1-1-1,0 0 0,17 1 0,10-2-5856</inkml:trace>
</inkml:ink>
</file>

<file path=ppt/ink/ink1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9:11.27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239 8 8370,'0'0'10645,"-11"-3"-9720,6 2-772,-1 0 1,0 0-1,0 0 0,0 1 0,0 0 0,0 0 0,0 0 0,1 1 0,-1 0 1,0 0-1,0 1 0,0-1 0,1 1 0,-1 0 0,1 1 0,-7 3 0,-15 10 644,15-10-351,0 2 0,1-1 0,-19 16 0,27-20-403,1 0 0,-1 0 0,0 0 0,1 0 0,0 0 0,0 1 0,0-1 0,0 1 1,0-1-1,1 1 0,-1 0 0,1 0 0,0 0 0,0 0 0,1 0 0,-1 0 0,1 5 0,-1-6-65,1 0 1,0 0 0,0 1-1,0-1 1,0 0-1,1 0 1,-1 1-1,1-1 1,0 0-1,0 0 1,0 0 0,0 0-1,1 0 1,-1 0-1,1 0 1,0 0-1,-1-1 1,1 1-1,0-1 1,1 1 0,-1-1-1,0 0 1,1 0-1,-1 0 1,1 0-1,0 0 1,0 0-1,0-1 1,0 0 0,0 1-1,0-1 1,0 0-1,0 0 1,0-1-1,0 1 1,1-1-1,2 1 1,6 1-501,0-1 1,1-1-1,-1 1 0,20-3 1,-25 0-252,0 1 1,0-1-1,0 0 1,0 0 0,9-5-1,24-17-5626</inkml:trace>
</inkml:ink>
</file>

<file path=ppt/ink/ink1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9:11.27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109 1 12187,'0'0'13895,"-12"23"-12730,-40 79-283,48-91-743,0 1 0,0 0 0,1 0 0,0 0 0,1 0 0,1 1 0,0 16-1,-2 11 108,-7 35-1055,0 81-1,11-156 702,-1 1-1,1-1 1,-1 1 0,1 0-1,0-1 1,-1 1-1,1-1 1,-1 0 0,1 1-1,0-1 1,-1 1-1,1-1 1,0 0 0,0 0-1,-1 1 1,1-1 0,0 0-1,0 0 1,-1 0-1,1 0 1,0 0 0,0 0-1,0 0 1,-1 0-1,1 0 1,1-1 0,2 2-362,-3-1 370,40-1-3318,-10-7-2217,1-12-3834</inkml:trace>
</inkml:ink>
</file>

<file path=ppt/ink/ink1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9:11.28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9450,'0'0'14459,"218"13"-14419,-128-13-40,-13 0-1936,-6 0-4370</inkml:trace>
</inkml:ink>
</file>

<file path=ppt/ink/ink1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9:11.28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225 0 13395,'0'0'12146,"-77"167"-10545,64-116-833,7 4-384,-1-4-144,1 1-120,-1-4-120,1-3 0,-1-7-176,1-6-784,-7-6-1185,-12-16-935,-1-7-2345,0-3-4169</inkml:trace>
</inkml:ink>
</file>

<file path=ppt/ink/ink1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9:11.28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1 550 11803,'0'0'4159,"30"-4"-1693,1 0-1884,394-63 5207,-372 55-5591,-1-3 0,-1-2 0,0-2 0,-2-3-1,65-37 1,-97 48-202,0-1 0,0-1 0,-2 0 0,1-1-1,-2-1 1,0-1 0,16-22 0,-22 26 12,-1-1 0,0 1 0,-1-1 0,-1 0-1,0-1 1,0 1 0,-2-1 0,0 0 0,0 0 0,-1 0 0,0-26 0,-2 40 4,0-1-1,0 1 0,0-1 0,0 1 1,0-1-1,0 1 0,0-1 1,0 1-1,0-1 0,-1 1 1,1 0-1,0-1 0,0 1 0,0-1 1,-1 1-1,1-1 0,0 1 1,0 0-1,-1-1 0,1 1 1,0 0-1,-1-1 0,1 1 0,-1 0 1,1-1-1,0 1 0,-1 0 1,1 0-1,-1-1 0,1 1 0,-1 0 1,1 0-1,0 0 0,-1 0 1,1 0-1,-1 0 0,1 0 1,-1 0-1,0 0 0,-20 6 227,5 5-104,1 2 0,1-1 0,0 2 0,0 0 0,1 0 0,-11 19 1,8-13 15,-7 9-86,1 0 0,2 2-1,1 1 1,2 0-1,1 1 1,1 1 0,2 0-1,1 1 1,2 1 0,2-1-1,1 1 1,2 1-1,-2 57 1,7-93-56,8-3-13,-1 0 1,0-1-1,1 1 0,-1-1 0,0-1 0,0 1 1,-1-1-1,11-8 0,-10 7-1,0 0 1,0 1-1,0 0 1,0 0-1,1 0 0,0 1 1,14-3-1,-22 6 6,1 0 0,0 0 0,-1 0 0,1 0 0,-1 0 0,1 0 0,0 1 0,-1-1 0,1 0 0,0 0 0,-1 1 0,1-1 0,-1 0 0,1 1 0,-1-1 0,1 1 0,-1-1 1,1 1-1,-1-1 0,0 1 0,1-1 0,-1 1 0,0-1 0,1 1 0,-1 0 0,0-1 0,1 1 0,-1-1 0,0 1 0,0 0 0,0-1 0,0 1 0,0 0 0,4 28 5,-3-22 0,0-1-74,-1 0 1,2-1-1,-1 1 0,1-1 1,-1 1-1,2-1 1,4 10-1,-5-13-161,-1 0 0,1-1-1,0 1 1,0 0 0,0 0 0,0-1-1,0 1 1,0-1 0,0 0 0,1 0 0,-1 0-1,1 0 1,-1 0 0,0 0 0,1-1 0,-1 1-1,1-1 1,0 1 0,4-1 0,23 0-4375,-3 0-1139</inkml:trace>
</inkml:ink>
</file>

<file path=ppt/ink/ink1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9:11.28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45 1 12467,'0'0'15275,"-13"70"-15043,7-60-184,6-4-48,-6 4 0,6-4-328,-7 4-736,1-4-1033,6 1-1752,-7-4-1408</inkml:trace>
</inkml:ink>
</file>

<file path=ppt/ink/ink1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9:11.28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7 0 12339,'0'0'14131,"0"7"-14275,0 2-681,-6 1-839,6 3-1433,0 0-2208,0-7-3745</inkml:trace>
</inkml:ink>
</file>

<file path=ppt/ink/ink1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9:11.28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5905,'165'151'6850,"-138"-122"-4689,-27-22-597,-18 8 2759,-46 40 2511,64-54-6852,-1-1 1,1 1-1,-1 0 1,1 0-1,0-1 1,-1 1-1,1 0 1,0 0-1,-1-1 1,1 1-1,0 0 1,0 0-1,0 0 0,0 0 1,0-1-1,0 1 1,0 0-1,0 0 1,0 0-1,0 0 1,0-1-1,1 1 1,-1 0-1,0 0 1,0 0-1,1-1 1,-1 1-1,1 0 1,-1-1-1,1 1 1,-1 0-1,1-1 1,-1 1-1,1 0 1,-1-1-1,2 1 1,27 22-1154,-24-19 1004,-1-1 44,0 1 0,0 0 1,-1 0-1,1 0 0,-1 0 0,0 0 1,0 1-1,3 5 0,-5-8 135,1 1-1,-1-1 1,0 0 0,-1 1-1,1-1 1,0 1-1,-1-1 1,1 1 0,-1 0-1,0-1 1,0 1 0,0 0-1,0-1 1,0 1-1,-1-1 1,1 1 0,-1 0-1,0-1 1,-1 4 0,0-4 97,0-1 1,0 1-1,0 0 1,0-1-1,-1 0 1,1 1-1,0-1 1,-1 0 0,1 0-1,-1 0 1,0-1-1,1 1 1,-6 0-1,-35 4-2344</inkml:trace>
</inkml:ink>
</file>

<file path=ppt/ink/ink1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9:11.28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58 0 13555,'0'0'19212,"32"3"-19212,-25 0 0,-7 1 0,0-1-1664,-26 3-1129,-6 1-3344,-6-7-5274</inkml:trace>
</inkml:ink>
</file>

<file path=ppt/ink/ink1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9:11.28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39 0 7498,'0'0'11222,"-17"6"-9303,15-3-1806,1-1 0,-1 1-1,1 0 1,-1 0 0,1 0 0,0 0 0,0 0-1,1 0 1,-1 0 0,0 0 0,1 0 0,0 5-1,-2 45 1001,2-45-975,-3 44 924,1-27-1974,1 0-5122,1-41 172</inkml:trace>
</inkml:ink>
</file>

<file path=ppt/ink/ink1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9:11.28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10906,'0'0'12483,"0"7"-13139,0 15-1585,0 1-3672,13-4-5745</inkml:trace>
</inkml:ink>
</file>

<file path=ppt/ink/ink1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9:11.28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247 596 9914,'0'0'12599,"-14"-4"-11758,-45-13-143,55 16-663,0 0 1,0 1 0,0 0-1,-1 0 1,1 0-1,0 0 1,0 0 0,-1 1-1,1 0 1,0 0-1,0 0 1,0 1 0,0-1-1,0 1 1,0 0-1,-6 4 1,-1 2-50,0 0 0,1 1 0,-13 14 0,16-17 44,3-1-31,0 0 1,0 0 0,1 0 0,-1 1 0,1-1-1,-4 10 1,6-13-20,0 1-1,0 0 1,0 0 0,0-1-1,0 1 1,1 0-1,0 0 1,-1 0 0,1 0-1,0 0 1,0 0-1,0 0 1,1 0 0,-1-1-1,1 1 1,1 6 0,0-8-3,-1 0 1,0 0 0,1 0 0,-1 0 0,1-1 0,-1 1 0,1 0 0,0-1 0,-1 1 0,1-1 0,-1 1 0,1-1 0,0 0 0,-1 0 0,1 1 0,0-1 0,0 0 0,-1-1 0,1 1 0,0 0 0,-1 0 0,3-2 0,1 2 7,0-1-1,-1 0 1,1 0 0,-1-1-1,1 1 1,-1-1-1,9-5 1,8-13-173,-1-2-1,-1 0 1,0-1-1,-2-1 1,21-37-1,-19 31-110,18-31-20,-3-2 0,-2-2-1,-3 0 1,-3-2-1,19-79 1,-35 99 456,-9 30 649,-1 16-749,0 1-1,0 0 1,0 0 0,-1 0 0,1 0 0,0 0 0,0 0-1,0-1 1,0 1 0,0 0 0,0 0 0,0 0 0,-1 0-1,1 0 1,0 0 0,0 0 0,0 0 0,0 0 0,0 0-1,-1 0 1,1 0 0,0 0 0,0 0 0,0 0 0,0-1-1,-1 1 1,1 1 0,0-1 0,0 0 0,0 0 0,0 0-1,0 0 1,-1 0 0,1 0 0,0 0 0,0 0 0,0 0-1,0 0 1,0 0 0,-1 0 0,1 0 0,0 0 0,0 1-1,0-1 1,0 0 0,0 0 0,0 0 0,0 0 0,-1 0-1,1 0 1,0 1 0,0-1 0,0 0 0,0 0 0,0 0-1,0 0 1,0 0 0,0 1 0,0-1 0,0 0 0,0 0-1,0 0 1,0 0 0,0 0 0,0 1 0,0-1 0,0 0-1,-27 39 172,2 1-1,1 2 0,3 0 1,1 1-1,2 1 0,2 0 1,2 2-1,2 0 0,2 0 1,2 1-1,2 0 0,0 55 1,6-102-242,0 1 1,0-1-1,0 1 1,0 0-1,0-1 1,1 0-1,-1 1 0,0-1 1,0 1-1,1-1 1,-1 1-1,0-1 1,0 1-1,1-1 1,-1 0-1,1 1 1,-1-1-1,0 0 1,1 1-1,-1-1 1,1 0-1,-1 1 1,1-1-1,-1 0 1,1 0-1,-1 0 1,1 1-1,-1-1 0,1 0 1,-1 0-1,2 0 1,25 0-1837,25-12-2386,-3-12-1123,-3-4-3816</inkml:trace>
</inkml:ink>
</file>

<file path=ppt/ink/ink1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9:11.29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0 109 6833,'0'0'11762,"19"5"-11022,19 2-242,1-1 0,57 2-1,-95-8-479,0 0 0,0 0 0,0 0 0,0-1 0,0 1-1,0 0 1,0-1 0,0 1 0,0-1 0,0 1 0,0-1-1,0 1 1,-1-1 0,1 0 0,0 1 0,0-1 0,0 0-1,-1 1 1,1-1 0,0 0 0,-1 0 0,1 0 0,-1 0 0,1 0-1,-1 0 1,1 0 0,-1 0 0,0 0 0,1 0 0,-1 0-1,0 0 1,0 0 0,0 0 0,0 0 0,0 0 0,0 0-1,0 0 1,0 0 0,0 0 0,-1 0 0,1 0 0,0-1-1,-1 0 1,0-1 22,0-1 0,1 0 0,-2 1 0,1-1-1,0 0 1,-1 1 0,0-1 0,0 1 0,0 0 0,0 0 0,-3-4-1,-1 1-37,0 1 0,-1 0 1,1 0-1,-1 1 0,0-1 0,0 1 0,0 1 0,0 0 0,-1 0 0,0 0 0,1 1 0,-1 0 0,0 0 0,0 1 0,0 0 0,-10 0 0,16 1 1,1 1-1,-1-1 1,0 0-1,0 1 1,1-1 0,-1 1-1,1 0 1,-1-1-1,0 1 1,1 0-1,-1 0 1,1 0 0,0 0-1,-1 0 1,1 0-1,0 1 1,0-1-1,-1 0 1,1 1 0,0-1-1,0 1 1,1-1-1,-1 1 1,0-1-1,0 1 1,1 0 0,-1-1-1,1 1 1,-1 0-1,1-1 1,0 5-1,-2 6 57,1 2 0,0-1-1,2 17 1,-1-13 21,0-8-20,1-1-1,0 1 1,0-1 0,0 1-1,1-1 1,0 0-1,1 0 1,0 1-1,0-2 1,9 16-1,-10-19-62,1 0-1,0-1 1,0 1-1,0-1 1,1 1-1,-1-1 1,1 0 0,0 0-1,0-1 1,0 1-1,0-1 1,0 0-1,0 0 1,1 0-1,-1-1 1,1 1 0,-1-1-1,1 0 1,-1 0-1,1-1 1,8 1-1,-4-1-21,0-1-1,0 1 1,0-1-1,0-1 0,0 0 1,-1 0-1,1-1 1,-1 0-1,1 0 1,-1-1-1,0 0 1,-1 0-1,1-1 0,-1 0 1,1-1-1,-2 1 1,13-13-1,-1 0-124,0 0 1,29-41-1,-47 61 345,0 1 0,0 0 0,0-1 0,0 1 1,0 0-1,0 0 0,1-1 0,0 1 0,-1 0 0,1-1 1,0 1-1,0-1 0,0 1 0,1-1 0,2 5 0,-1-1-210,1 0-1,0 0 0,0 0 1,0-1-1,1 1 0,5 5 0,-6-10 35,-1 0 0,1 0-1,-1-1 1,1 1-1,0-1 1,0 0 0,-1 1-1,1-2 1,0 1-1,-1 0 1,1-1 0,0 0-1,-1 1 1,1-2-1,-1 1 1,1 0 0,4-3-1,-3 3 22,1 0 0,0 0 0,0 1 0,0 0 0,0 0 0,0 0 0,0 1 0,0 0 1,0 0-1,0 0 0,-1 1 0,1 0 0,9 4 0,-3-2-15,50 9-2180,-57-13 1151,0 0 0,-1 0-1,1-1 1,0 1 0,-1-1 0,1 0 0,4-1 0,16-12-7764</inkml:trace>
</inkml:ink>
</file>

<file path=ppt/ink/ink1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9:11.29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97 0 4849,'0'0'18129,"-11"35"-16367,-31 113-446,37-129-1035,1 0 0,1 1-1,1-1 1,1 0 0,0 1-1,4 26 1,-1 6 187,1-9-1,0-5-3800,-8-38-2144,-13 0 944,3 0-4759</inkml:trace>
</inkml:ink>
</file>

<file path=ppt/ink/ink1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9:11.29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10 10474,'0'0'9473,"28"-2"-7863,201-6 42,-152 8-1125,-79 18-19,-11 16 271,8-24-663,1 0 0,1 0 0,0 0 0,0 1 0,1-1 0,0 1 0,0 12 0,2-22-468,-5-9-9280,4-6 1579</inkml:trace>
</inkml:ink>
</file>

<file path=ppt/ink/ink1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9:11.29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7 12243,'0'0'10362,"20"-6"-16147,5 6-1953</inkml:trace>
</inkml:ink>
</file>

<file path=ppt/ink/ink1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9:11.29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822 187 7242,'0'0'5091,"-31"-25"-2716,-101-77-33,120 93-1968,1 1-1,-1 1 1,0 0 0,0 0-1,-22-7 1,24 12-152,1 0 0,-1 0 0,0 1 0,1 1 0,-14 0-1,10 0-98,4 1-62,-1 0 1,1 1-1,0 0 1,0 0-1,0 1 1,0 1 0,0-1-1,1 2 1,-1-1-1,1 1 1,0 0-1,0 0 1,1 1-1,0 0 1,0 1-1,0 0 1,-8 11-1,-9 12 215,1 1 0,-35 67 0,22-26-46,3 0 1,3 2-1,3 2 1,4 0 0,3 2-1,4 0 1,-11 124-1,26-124-171,1-66-3294,-1-33-406,-4-1-1472</inkml:trace>
</inkml:ink>
</file>

<file path=ppt/ink/ink1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9:11.29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0 11090,'0'0'12299,"25"64"-12243,-12-57-56,-6-7-96,-1 0-328,20 0-1537,-7 0-3120,7 0-2104</inkml:trace>
</inkml:ink>
</file>

<file path=ppt/ink/ink1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9:11.29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23 1 8890,'0'0'14294,"-4"12"-13880,-13 38-175,16-49-235,1-1 0,0 1 0,0-1 0,0 1-1,0-1 1,-1 1 0,1-1 0,0 1 0,0-1 0,0 1 0,0-1-1,0 1 1,1 0 0,-1-1 0,0 1 0,0-1 0,0 1 0,0-1-1,1 1 1,-1-1 0,0 1 0,0-1 0,1 1 0,-1-1 0,0 1-1,1-1 1,-1 0 0,1 1 0,-1-1 0,0 0 0,1 1 0,-1-1-1,1 0 1,-1 1 0,1-1 0,-1 0 0,1 0 0,-1 0 0,1 1-1,0-1 1,24 3-1153,-18-3-654,17 0-4393,-17 0 1087</inkml:trace>
</inkml:ink>
</file>

<file path=ppt/ink/ink1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9:11.29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309 1 6857,'166'2'5600,"-142"-2"5304,-47 4-8990,7 14-1731,0 0 1,2 1 0,0 1-1,1 0 1,1 1 0,-13 31-1,0-3-119,-6 10-191,-79 142-34,26-70-3091,34-57-1158,13-20-1936,9-13-5070</inkml:trace>
</inkml:ink>
</file>

<file path=ppt/ink/ink1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9:11.29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334 1 11138,'0'0'11603,"-70"173"-10499,50-93-184,-5 10-128,-1 0-359,0-7-265,1-6-88,-1-16-80,0-9-577,-6-14-2071,0-16-2961,7-12-4105</inkml:trace>
</inkml:ink>
</file>

<file path=ppt/ink/ink1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9:11.29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1 407 11330,'0'0'4601,"27"-4"-938,188-34-85,-153 24-3000,121-43 1,-153 44-624,-1-1-1,0-1 0,-1-1 0,45-35 1,-62 41-25,0 0 0,0 0 1,-1-1-1,0 0 1,-1 0-1,0-1 0,-1-1 1,-1 1-1,0-1 0,0-1 1,-1 1-1,6-24 1,-12 37 73,0 0 0,0 0 0,1 0 0,-1-1 0,0 1 0,0 0 0,0 0-1,0 0 1,0-1 0,0 1 0,0 0 0,0 0 0,0-1 0,0 1 0,0 0 0,0 0 0,0 0 0,0-1 0,0 1 0,0 0 0,0 0 0,0 0 0,-1-1 0,1 1 0,0 0 0,0 0 0,0 0 0,0 0 0,0-1 0,0 1 0,-1 0 0,1 0 0,0 0 0,0 0 0,0 0 0,0-1 0,-1 1 0,1 0 0,0 0 0,0 0 0,0 0 0,-1 0 0,1 0 0,0 0 0,0 0 0,0 0 0,-1 0 0,1 0 0,0 0 0,0 0 0,-17 5 61,-14 15 24,5 4 7,2 0 0,1 2 1,1 1-1,1 0 0,1 2 0,2 0 0,1 1 0,-23 57 1,25-47-19,2 1 1,1 0 0,3 1 0,1 0 0,2 0 0,0 75 0,6-100-15,0-16-108,8-4 50,1 0 1,-1 0-1,1-1 1,-1 0 0,0 0-1,0-1 1,-1 0-1,1-1 1,-1 0-1,7-8 1,0 4-9,-10 6-95,25-14 1128,-27 18-1137,-1-1 1,0 1-1,1 0 0,-1 0 1,1 0-1,-1 0 1,0 1-1,1-1 1,-1 0-1,0 1 0,1-1 1,-1 0-1,0 1 1,1 0-1,-1-1 1,0 1-1,0 0 0,0 0 1,1-1-1,-1 1 1,0 0-1,0 0 1,1 2-1,16 6-6955,-10-8 1663</inkml:trace>
</inkml:ink>
</file>

<file path=ppt/ink/ink1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9:11.30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39 17 9218,'0'0'11197,"18"0"-10864,79 0 468,-97-2-531,0 1-244,0 1 0,1-1 1,-1 1-1,0 0 0,0-1 0,0 1 1,0-1-1,0 1 0,0 0 0,0-1 0,0 1 1,0-1-1,0 1 0,0-1 0,0 1 1,-1 0-1,1-1 0,0 1 0,0-1 0,0 1 1,0 0-1,-1-1 0,1 1 0,0 0 1,0-1-1,-1 1 0,1 0 0,0-1 1,-1 1-1,1 0 0,0 0 0,-1-1 0,1 1 1,0 0-1,-1 0 0,1 0 0,-1 0 1,1-1-1,0 1 0,-1 0 0,-11 0 164,0 0 0,1 1 0,-1 0 0,1 1 0,-1 0 0,-14 6 0,23-7-142,0 0 0,0 0 0,0 1 0,0-1 0,0 1 0,1 0 0,-1 0 0,1 0 0,-1 0 0,1 0 0,0 1 0,0-1 0,0 1 0,0-1 0,0 1 0,0 0 0,1-1 0,0 1 0,-1 0 0,1 0 0,0 0 0,0 1 0,1-1 0,-1 0 0,1 0 0,-1 0 0,1 6 0,0-6-72,0 1 1,0-1-1,1 0 0,-1 0 1,1 0-1,-1 0 0,1 0 1,0 0-1,0 0 0,0 0 1,1 0-1,-1-1 1,1 1-1,0 0 0,-1-1 1,1 1-1,0-1 0,0 0 1,1 1-1,-1-1 0,4 2 1,4 2-999,0-1 0,0 0 1,0 0-1,22 5 0,-31-10 861,56 15-9375</inkml:trace>
</inkml:ink>
</file>

<file path=ppt/ink/ink1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9:11.30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648 25 7450,'0'0'10753,"-2"-3"-9301,-1 0-1290,0 1-1,0 0 1,0 0-1,0 0 1,0 0 0,-1 1-1,1-1 1,-1 1 0,1 0-1,-1 0 1,1 0 0,-1 0-1,1 1 1,-1 0 0,0-1-1,1 1 1,-1 1-1,0-1 1,1 0 0,-1 1-1,0 0 1,-3 1 0,-9 1-183,1 1 1,0 0-1,0 1 1,-19 9-1,31-13 8,-1 0 0,1 1-1,0-1 1,0 1-1,-1 0 1,1 0 0,0 0-1,1 1 1,-1-1 0,0 1-1,1-1 1,-1 1-1,1 0 1,0 0 0,0 0-1,0 0 1,0 1 0,0-1-1,1 0 1,0 1-1,0-1 1,-1 1 0,2-1-1,-1 1 1,0 0-1,1-1 1,0 1 0,0 0-1,0-1 1,1 5 0,-1-7-5,0 0 1,0 0 0,0 0 0,0 0 0,0 0 0,1 0 0,-1-1 0,0 1 0,1 0 0,-1 0 0,0 0 0,1 0-1,-1-1 1,1 1 0,0 0 0,-1 0 0,1-1 0,0 1 0,-1 0 0,1-1 0,0 1 0,-1-1 0,1 1-1,0-1 1,0 1 0,1 0 0,31 3-133,-27-4 150,0 0 0,0-1 0,0 0 1,0 0-1,-1 0 0,1-1 0,0 0 0,9-5 0,-5 0 1,-7 6 0,0-1 0,1 0 0,-1 0 1,0-1-1,0 1 0,0-1 0,0 1 0,-1-1 0,1 0 0,-1 0 1,0 0-1,1 0 0,1-5 0,-4 7-6,0 6-57,17 414 145,-13-334-30,-8 106-1,2-180-32,0 1-1,0-1 0,-1 0 0,-1 0 1,0 0-1,-1-1 0,0 1 0,0-1 1,-1 0-1,-1-1 0,1 1 0,-1-1 0,-1-1 1,0 1-1,0-1 0,-1 0 0,0-1 1,0 0-1,-12 6 0,14-8 4,-1-1 0,1 0 0,-1 0 0,-1-1 0,1 0 0,0 0 1,-1-1-1,1 0 0,-1 0 0,0-1 0,1-1 0,-1 1 0,0-1 0,0-1 0,1 1 0,-1-2 0,0 1 0,1-1 0,-1 0 0,1-1 0,0 0 0,-1 0 0,2-1 1,-1 0-1,-12-9 0,-2-4-3,0-1 1,1-1 0,1-1-1,1-1 1,1-1 0,-27-42-1,37 50-33,-1-1 0,2 0-1,0 0 1,0-1-1,2 0 1,0 0 0,1 0-1,0-1 1,1 1-1,1-1 1,1 0 0,1-28-1,1 41-58,0 1 0,-1-1 1,2 0-1,-1 1 0,0-1 0,1 1 0,0 0 0,0-1 0,0 1 0,0 0 0,0 0 0,0 0 0,1 0 0,0 1 0,-1-1 0,1 1 0,0-1 0,0 1 1,0 0-1,7-3 0,5-2-699,0 1 1,1 0-1,21-5 1,-25 7 132,53-13-4221,-7 1-2021</inkml:trace>
</inkml:ink>
</file>

<file path=ppt/ink/ink1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9:11.30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2 148 8210,'0'0'11813,"0"9"-11077,0-1-558,-1-3-29,1 0-1,-1 0 1,2 1 0,-1-1 0,0 0 0,1 1 0,0-1 0,3 9 0,-4-29 87,-1 1 0,2-1 0,0 1 1,1-1-1,4-16 0,0-13-406,0-19-164,32 70 68,-12 3 293,1-1 1,0-2-1,1-1 0,-1 0 1,1-3-1,0 0 1,0-1-1,0-2 1,46-6-1,-71 6 20,0 0-1,0 0 0,-1-1 1,1 0-1,0 1 1,0-1-1,0 0 0,-1 0 1,1-1-1,-1 1 0,1 0 1,-1-1-1,1 0 1,-1 1-1,0-1 0,0 0 1,0 0-1,0 0 0,0-1 1,0 1-1,0 0 1,-1-1-1,1 1 0,-1-1 1,0 0-1,0 1 0,0-1 1,0 0-1,0 0 1,0-2-1,-27 5 791,23 0-835,-3-1 3,-1 1 0,0 0 0,0 1 0,1 0 0,-1 0 0,0 0 0,-6 3 0,11-3-4,-1 0 0,1 1 0,0-1 0,0 1 0,0 0-1,0 0 1,0 0 0,0 0 0,1 0 0,-1 0 0,1 0 0,-1 0-1,1 1 1,0-1 0,0 1 0,0-1 0,0 1 0,0-1 0,0 1 0,0 4-1,-3 12-50,1 0-1,-1 30 0,4-44 19,0 1-1,0-1 1,0 1-1,0-1 1,1 1-1,0-1 0,0 0 1,0 1-1,1-1 1,0 0-1,0 0 0,0 0 1,5 7-1,-5-10-95,0-1 0,0 1 0,0 0 0,1-1 0,-1 0 0,1 1 0,-1-1 0,1 0 0,0 0 0,-1-1 0,1 1 0,0 0 0,0-1 0,-1 1 0,5-1 0,46-2-2640,-35 0 1142,32-3-3446</inkml:trace>
</inkml:ink>
</file>

<file path=ppt/ink/ink1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9:11.30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305 0 11018,'0'0'6704,"-32"1"-4867,-103 6-448,127-7-1190,0 1 0,0 0 0,0 0 0,0 1 0,1 0 0,-1 0 0,0 1 0,1 0 0,0 1 0,-1-1 0,-6 6 0,-1 0 233,13-7-421,0 0 1,0 0-1,0-1 1,0 1-1,1 1 1,-1-1-1,1 0 1,-1 0-1,1 0 1,0 1 0,0-1-1,0 1 1,0-1-1,0 1 1,1-1-1,-1 1 1,1 0-1,0-1 1,0 1-1,0-1 1,0 1-1,0 0 1,0-1-1,1 1 1,-1-1-1,1 1 1,0 0 0,0-1-1,0 0 1,0 1-1,0-1 1,0 1-1,1-1 1,-1 0-1,1 0 1,-1 0-1,1 0 1,0 0-1,0 0 1,0-1-1,0 1 1,0 0-1,0-1 1,4 2 0,4 1-46,0-1-1,0-1 1,0 0 0,0 0 0,0-1 0,1 0 0,-1-1 0,12-1 0,3 1 3,-11 29 64,-11-22-222,0 0-1,1 0 1,0 0 0,0-1-1,1 1 1,0-1-1,0 0 1,0-1-1,1 1 1,7 5-1,-9-9-782,0 1 0,0-1-1,1 1 1,-1-1 0,1-1 0,-1 1 0,1-1-1,0 1 1,0-1 0,8 0 0,13 0-8976</inkml:trace>
</inkml:ink>
</file>

<file path=ppt/ink/ink1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9:11.30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206 1 13003,'0'0'7064,"-19"27"-4888,-61 95-635,71-106-1289,1 0-1,0 0 1,1 1 0,1 0 0,1 1 0,0-1 0,2 1-1,0 0 1,0 0 0,1 30 0,1-17-76,1 28-3,2-47-310,-2 0 0,0 0-1,0 0 1,-1 1-1,0-2 1,-1 1 0,-5 15-1,7-26-70,-1-1 0,1 1 0,-1-1 0,1 1-1,-1-1 1,1 0 0,-1 1 0,0-1 0,1 0 0,-1 1 0,0-1-1,1 0 1,-1 1 0,0-1 0,1 0 0,-1 0 0,0 0-1,1 0 1,-1 0 0,0 0 0,0 0 0,1 0 0,-1 0 0,-1 0-1,-6-2-5823,-4-4-2623</inkml:trace>
</inkml:ink>
</file>

<file path=ppt/ink/ink1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9:11.30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0 107 408,'0'0'19142,"31"0"-17445,218 0 169,-248 0-1857,0 0 0,0 0 1,0 0-1,0 0 0,0 0 0,0 0 1,0 0-1,0 0 0,0 0 0,-1-1 1,1 1-1,0 0 0,0 0 0,0-1 0,0 1 1,-1-1-1,1 1 0,0-1 0,0 1 1,-1-1-1,1 1 0,0-1 0,-1 0 1,1 1-1,-1-1 0,1 0 0,0 0 1,-1 1-1,0-1 0,1 0 0,-1 0 0,0 0 1,1 0-1,-1 0 0,0 1 0,0-1 1,0 0-1,1 0 0,-1 0 0,0 0 1,0 0-1,0 0 0,-1 0 0,1 0 1,0 1-1,0-1 0,0 0 0,-1 0 1,1 0-1,0 0 0,-1 0 0,1 1 0,-1-1 1,0-1-1,-1-2 14,0 0 0,0 0-1,-1 0 1,1 0 0,-1 0 0,0 0 0,0 1-1,0-1 1,-6-4 0,8 8-2,-5-4 100,0 0 1,0 0-1,0 1 0,0 0 0,0 0 1,0 1-1,-1 0 0,-6-2 0,13 24 155,0-9-260,0-1-1,1 0 1,0 0-1,1 0 1,0 0-1,1 0 1,0 0-1,7 14 1,-7-18-129,0 0 1,0-1-1,1 0 1,0 0-1,0 0 1,0 0-1,1-1 0,-1 0 1,1 0-1,0 0 1,0 0-1,0-1 0,1 0 1,-1 0-1,10 4 1,-9-5-898,0-1 0,0 1 0,0-1 0,0-1 0,1 1 0,7-1 0,6 0-5022</inkml:trace>
</inkml:ink>
</file>

<file path=ppt/ink/ink1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9:11.30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0 158 6785,'0'0'15289,"12"6"-14623,35 18-116,-47-24-452,1 0-1,-1 0 0,1 0 1,-1 0-1,0 0 0,1 0 1,-1-1-1,0 1 0,1 0 0,-1 0 1,0 0-1,1 0 0,-1-1 1,0 1-1,1 0 0,-1 0 1,0-1-1,0 1 0,1 0 1,-1-1-1,0 1 0,0 0 1,0-1-1,0 1 0,1 0 1,-1-1-1,0 1 0,0 0 1,0-1-1,0 1 0,0 0 0,0-1 1,0 1-1,0-1 0,0 1 1,0 0-1,0-1 0,5-30 288,7-18-695,-9 43 49,0 1-1,1 0 1,0 1-1,0-1 1,1 0-1,-1 1 1,1 0-1,0 0 1,0 1-1,8-5 1,56-18-7545,-60 23 6516,37-12-10096</inkml:trace>
</inkml:ink>
</file>

<file path=ppt/ink/ink1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9:11.30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251 4 9514,'0'0'13271,"-5"0"-12359,-23 3 1921,10-6-2639,14 2-194,0 0 1,0 0-1,0 1 0,0 0 1,0-1-1,0 1 1,-1 0-1,1 1 1,0-1-1,-7 3 0,0 2 7,0 0 1,0 1-1,0 0 0,0 1 0,1 0 0,0 1 0,-12 12 0,17-15-11,1-1 0,-1 1 0,1 0 0,0 1 0,0-1-1,1 1 1,-1-1 0,1 1 0,1 0 0,-1 0 0,1 1 0,0-1-1,0 0 1,1 1 0,-1 9 0,1-11-15,1-1-1,0 1 1,0-1 0,1 1-1,-1-1 1,1 1 0,0-1-1,0 0 1,1 0 0,-1 1-1,1-1 1,4 6 0,-4-7 3,1 0 1,0-1 0,0 0 0,0 1-1,0-1 1,1 0 0,-1-1-1,0 1 1,1-1 0,0 1-1,-1-1 1,1 0 0,0 0 0,-1-1-1,8 1 1,82 8-803,-84-9 525,-1 0-1,1-1 1,-1 0-1,1 0 1,-1-1-1,1 0 1,-1 0-1,0-1 1,14-6-1,0-6-1516,-1-2-1,-1 0 1,22-24 0,-2-6-4785</inkml:trace>
</inkml:ink>
</file>

<file path=ppt/ink/ink1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9:11.30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302 1 14931,'0'0'7797,"-29"38"-5444,-97 131-882,112-147-1145,0 1-1,1 0 1,2 1 0,-16 47-1,13-35 6,1 4-159,2 1-1,2 0 0,1 0 0,2 1 0,2 0 0,2 54 0,2-95-176,1 0-1,-1 0 1,1 0-1,-1 0 1,1 0-1,0 0 1,-1 0-1,1-1 1,0 1-1,0 0 1,0 0-1,-1-1 1,1 1-1,0-1 1,0 1-1,0-1 1,0 1-1,0-1 1,0 1-1,0-1 1,0 0-1,0 0 1,0 1-1,1-1 1,-1 0-1,0 0 1,0 0-1,0 0 1,0 0-1,0 0 1,1-1-1,41-1-177,-28-2 30,-1-1-1,1 0 1,-1-1-1,1 0 1,-2-1-1,1 0 1,-1-2-1,0 1 1,-1-2-1,20-17 1,-32 27 192,1 0-1,-1 0 1,1 0-1,-1 0 1,1 0 0,-1 0-1,1 0 1,-1 0-1,1 0 1,-1 0 0,1 0-1,-1 0 1,1 1 0,-1-1-1,0 0 1,1 0-1,-1 1 1,1-1 0,-1 0-1,1 1 1,-1-1 0,0 0-1,1 1 1,-1-1-1,0 0 1,1 1 0,-1-1-1,0 1 1,0-1 0,1 1-1,-1 0 1,17 24-31,-6-8 43,-8-15-202,0 1 1,0-1-1,0 1 1,1-1-1,-1 0 0,1 0 1,-1 0-1,1-1 1,-1 1-1,1-1 1,0 0-1,0 0 0,0 0 1,0-1-1,0 0 1,-1 1-1,8-1 0,0-1-1686,0 0-1,0 0 1,1-1-1,-2-1 0,13-3 1,20-9-7439</inkml:trace>
</inkml:ink>
</file>

<file path=ppt/ink/ink1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9:11.30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39 1 9578,'0'0'17964,"-32"83"-17628,25-76-224,7-27-4321,0-12-1328,0-3-1185</inkml:trace>
</inkml:ink>
</file>

<file path=ppt/ink/ink1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9:11.31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52 0 11899,'0'0'13194,"-39"39"-13194,33-27-112,-1 1-712,7-9-1960,13-4-10875</inkml:trace>
</inkml:ink>
</file>

<file path=ppt/ink/ink1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9:11.31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173 0 7906,'0'0'13752,"-18"36"-11776,-57 115-350,66-131-1209,1 0-1,0 1 1,2 0 0,0 1-1,-5 39 1,6-24-227,-7 38-888,-3 125 1,30-219-12939,9 0 2341</inkml:trace>
</inkml:ink>
</file>

<file path=ppt/ink/ink1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9:11.31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149 850 6729,'0'0'14588,"0"-7"-13447,0 6-1136,1-2 107,-1-1 0,0 1 0,0 0 0,0-1 0,0 1 0,0-1 0,-1 1-1,1-1 1,-1 1 0,0 0 0,0 0 0,-1-1 0,1 1 0,-1 0 0,1 0-1,-1 0 1,0 0 0,0 1 0,0-1 0,0 0 0,-1 1 0,1 0 0,-1-1-1,0 1 1,1 0 0,-4-2 0,3 3-96,1-1 0,0 0 0,-1 1 1,0 0-1,1-1 0,-1 1 0,0 0 0,1 0 0,-1 1 0,0-1 0,0 1 1,0-1-1,0 1 0,0 0 0,1 0 0,-1 0 0,0 0 0,0 1 0,0-1 1,0 1-1,0 0 0,1 0 0,-1 0 0,0 0 0,1 0 0,-1 0 0,-3 3 1,3-1-22,0 1 1,0-1 0,1 1 0,-1-1 0,1 1 0,0 0 0,0 0 0,0 0 0,0 0-1,1 0 1,0 0 0,0 0 0,0 1 0,0-1 0,1 0 0,0 1 0,0 6 0,-1-8-4,1-1 0,0 1 0,-1-1 0,1 1 0,0-1 0,1 1 0,-1-1 0,0 1 0,1-1 0,-1 1 0,1-1 0,0 1 0,0-1 0,0 0 0,0 0 0,0 1-1,0-1 1,1 0 0,-1 0 0,1 0 0,-1 0 0,1 0 0,0-1 0,0 1 0,0 0 0,0-1 0,0 0 0,0 1 0,0-1 0,1 0 0,-1 0 0,0 0 0,1 0 0,-1-1 0,1 1 0,-1 0 0,5-1 0,5 2-63,1-2 0,-1 1 0,0-2-1,1 1 1,-1-2 0,0 0-1,0 0 1,0-1 0,0-1-1,0 0 1,-1 0 0,19-11-1,-12 5-328,-2-2 0,1 0 0,-2-1 0,0 0 0,0-1 0,-1-1 0,13-18 0,5-13-474,-3 0 1,-1-2-1,-3-1 1,35-96-1,-35 77 893,-3-2 0,25-138-1,-45 139 4917,-23 76-2820,10 2-1927,0 0 0,1 1 0,0 1 0,1-1-1,0 2 1,1-1 0,0 1 0,1 1 0,0-1 0,-6 20 0,-4 11 356,-21 86 0,22-36-612,4 1 0,3 0 0,7 138-1,2-185-887,12-46-4882,18-1 1573,-27 0 2986,22 0-6247</inkml:trace>
</inkml:ink>
</file>

<file path=ppt/ink/ink1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9:11.31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46 1 5265,'0'0'22668,"2"14"-20927,8 45-439,-10-59-1356,0 1-1,0-1 1,1 1 0,-1 0-1,0-1 1,0 1 0,0-1 0,0 1-1,0 0 1,0-1 0,0 1-1,0-1 1,0 1 0,0 0-1,0-1 1,0 1 0,0 0 0,0-1-1,0 1 1,-1-1 0,1 1-1,0-1 1,-1 1 0,1 0-1,0-1 1,-1 1 0,1-1 0,0 0-1,-1 1 1,1-1 0,-1 1-1,-17-1-4494,8-2 999,-15 0-6419</inkml:trace>
</inkml:ink>
</file>

<file path=ppt/ink/ink1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9:11.31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368 292 6433,'0'0'13885,"-5"-1"-13085,-7 1-498,0 1 0,0 1-1,0 0 1,0 0 0,0 1 0,0 0 0,1 1 0,-1 1-1,1 0 1,-11 7 0,-45 16 181,53-23-390,-1 0 0,0-1 0,0-1 0,0 0 0,-20 0 0,34-3-93,0 0 0,0 0 1,-1-1-1,1 1 0,0-1 0,0 1 1,0-1-1,0 1 0,0-1 1,0 0-1,0 1 0,0-1 0,1 0 1,-1 0-1,0 1 0,0-1 1,1 0-1,-1 0 0,0 0 0,1 0 1,-1 0-1,0-2 0,-9-25-36,10 27 35,-5-16-32,2 0 1,0-1-1,1 1 0,0-1 0,1 0 1,2 0-1,-1 0 0,2 1 0,4-19 1,-5 28 19,1 1 0,1-1 0,-1 0 0,1 1 0,0 0 0,1 0 0,0 0 0,0 0 0,0 0 0,1 1 0,0 0-1,0 0 1,1 0 0,0 0 0,0 1 0,0 0 0,0 0 0,1 1 0,0 0 0,0 0 0,0 1 0,10-4 0,-16 7 18,0-1 1,0 1-1,0 0 0,0 0 0,0 1 0,0-1 0,0 0 1,0 0-1,0 0 0,0 1 0,0-1 0,0 0 0,0 1 0,0-1 1,0 1-1,0-1 0,0 1 0,-1 0 0,1-1 0,0 1 0,0 0 1,-1-1-1,1 1 0,0 0 0,-1 0 0,1 0 0,-1 0 1,1 0-1,-1 0 0,1-1 0,-1 1 0,0 0 0,0 0 0,1 0 1,-1 0-1,0 2 0,10 46 344,-8-38-265,76 561 2990,-73-549-3037,3 23 4,-8-45-97</inkml:trace>
</inkml:ink>
</file>

<file path=ppt/ink/ink1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9:11.31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586 235 10202,'0'0'9436,"-14"-30"-7995,-48-97-537,60 122-843,-1 0 0,-1 0-1,1 0 1,-1 0 0,0 1 0,0-1-1,0 1 1,0 0 0,-1 0-1,0 0 1,0 1 0,0 0-1,0 0 1,0 0 0,-1 1 0,1-1-1,-1 1 1,1 0 0,-1 1-1,0 0 1,0 0 0,0 0-1,0 0 1,0 1 0,-7 0 0,3 0-11,-6-1 16,0 0 0,0 1 0,0 1 0,1 1 1,-26 5-1,31-4-22,0 1 0,1 0 1,-1 0-1,1 1 0,0 0 1,0 1-1,0 0 0,1 0 1,-13 14-1,6-5 49,2 0 0,0 1 0,1 0 0,0 1 0,2 0 0,0 1 0,1 0 0,0 1 0,2 0 0,0 0 0,1 1 0,1-1 0,1 1 0,1 0 0,1 1 1,0 20-1,-1-12-42,3 0 1,0 1 0,2-1 0,1 0 0,1 0-1,15 54 1,-4-38-160,2-1-1,2 0 1,2-2-1,40 62 1,-55-92-1829,-20-10-4179,-9-2 902</inkml:trace>
</inkml:ink>
</file>

<file path=ppt/ink/ink1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9:11.31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7 9130,'0'0'11794,"218"-6"-11297,-167 6-497,26 0-144,-13 0-2905,-6 0-6481</inkml:trace>
</inkml:ink>
</file>

<file path=ppt/ink/ink1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9:11.31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0 167 8186,'0'0'12050,"2"9"-10836,18 50 375,-13-40-1177,0 0 1,-1 0-1,-1 1 1,-1-1-1,3 32 0,-7-51-316,-1-15 41,-5-24-220,1 1 1,2-49 0,3 75 73,0 0 1,2 1-1,-1-1 1,1 1 0,1-1-1,0 1 1,1 0-1,0 0 1,1 0 0,0 1-1,0-1 1,8-9-1,-3 8-54,-8 10 11,0 0 1,0 0-1,0 0 0,0 0 0,0 0 1,-1-1-1,1 1 0,-1-1 0,1 1 1,-1-1-1,0 0 0,1-4 0,24 7-7244,-6 0 2302,5 0-1520</inkml:trace>
</inkml:ink>
</file>

<file path=ppt/ink/ink1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9:11.31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198 1 6121,'0'0'14126,"-26"12"-12794,-85 41-235,108-52-1064,-1 1 0,0 0 0,1 0 1,-1 0-1,1 0 0,0 0 0,0 1 1,0-1-1,0 1 0,0 0 0,0 0 1,1 0-1,0 0 0,-1 1 0,1-1 1,0 1-1,1-1 0,-1 1 1,0 0-1,1 0 0,0-1 0,0 1 1,0 0-1,1 0 0,-1 0 0,1 0 1,0 0-1,0 0 0,0 0 0,1 0 1,-1 0-1,1 0 0,2 5 0,-2-1-6,0-5-30,0-1-1,0 1 1,0-1-1,0 1 1,1-1-1,-1 0 1,1 0-1,0 1 1,0-1-1,0 0 1,0-1 0,0 1-1,0 0 1,0 0-1,0-1 1,1 0-1,-1 1 1,0-1-1,1 0 1,-1 0-1,1 0 1,0 0-1,-1-1 1,1 1-1,0-1 1,3 0 0,12 3-5,0-1 1,31-1 0,-40-1 26,-6 0-19,0 0 0,0-1 0,0 1 0,0-1 1,0 0-1,0 1 0,0-1 0,0-1 0,-1 1 0,1 0 0,0-1 0,-1 1 0,1-1 0,-1 0 1,1 0-1,-1 0 0,0 0 0,0 0 0,0 0 0,0-1 0,0 1 0,0-1 0,-1 0 1,1 1-1,-1-1 0,0 0 0,0 0 0,0 0 0,0 1 0,1-6 0,1-10-6,0 1-1,-1-1 0,-1 1 1,-1-21-1,0 24 17,0 12-15,0 0 0,0 0-1,-1 0 1,1 0 0,0 0-1,-1 0 1,1 0 0,-1 0 0,0 1-1,1-1 1,-1 0 0,0 0-1,0 0 1,0 1 0,-1-1 0,1 1-1,0-1 1,-1 1 0,1-1 0,-1 1-1,1 0 1,-1 0 0,1-1-1,-1 1 1,0 0 0,0 1 0,0-1-1,1 0 1,-4 0 0,3 0-180,0 1 1,0 0-1,0 0 1,0 0-1,0 0 1,1 0 0,-1 0-1,0 1 1,0-1-1,0 1 1,0-1-1,1 1 1,-3 1-1,4-2-74,0 1-1,0-1 1,0 0-1,0 1 1,0-1-1,0 0 1,0 1-1,0-1 0,0 1 1,1-1-1,-1 0 1,0 0-1,0 1 1,0-1-1,1 0 1,-1 1-1,0-1 0,0 0 1,1 0-1,-1 1 1,0-1-1,1 0 1,-1 0-1,0 0 0,0 1 1,1-1-1,-1 0 1,1 0-1,-1 0 1,0 0-1,1 0 1,-1 0-1,0 0 0,1 0 1,22 4-9993</inkml:trace>
</inkml:ink>
</file>

<file path=ppt/ink/ink1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9:11.31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274 0 9298,'0'0'13040,"-28"2"-12616,-89 6 20,111-8-385,0 1 0,-1-1 0,1 1 0,-1 0 0,1 1 0,0-1 0,0 1 0,0 1 0,0-1 0,0 1 0,1 0 0,-1 0 0,1 1 0,-1 0 0,1 0 0,0 0 0,-5 6 0,8-7-44,0 0 0,0 0 0,0 1 0,1-1 0,-1 1 0,1-1 0,-1 1 0,1 0 0,1 0 0,-1-1 0,0 1 0,1 4 0,-1-6-19,1 0 0,0 0-1,0-1 1,0 1 0,0 0 0,0 0 0,0 0-1,0-1 1,0 1 0,1 0 0,-1 0-1,1-1 1,-1 1 0,1 0 0,0-1 0,0 1-1,0 0 1,0-1 0,0 1 0,0-1-1,0 1 1,0-1 0,0 0 0,1 0 0,-1 1-1,3 0 1,15 3 13,-1-1-1,1 0 1,0-2-1,0 0 0,25-2 1,-43 0-2,0-1 0,0 0 0,0 1 0,0-1 0,0 0 0,0 1 0,-1-1 0,1 0 0,0 0 0,-1 0 0,1 1 0,0-1 0,-1 0 0,1 0 0,-1 0 0,1 0 0,-1 0 0,0 0 0,1 0 0,-1 0 0,0 0 0,0-1 0,0 1 0,0 0 1,0 0-1,0 0 0,0 0 0,0-2 0,0-44 148,-1 35-107,1 10-40,1-1 0,-1 1 1,0-1-1,0 0 0,-1 1 1,1-1-1,-1 1 0,1-1 1,-1 1-1,0-1 0,0 1 1,0-1-1,0 1 0,0 0 0,0-1 1,-1 1-1,1 0 0,-1 0 1,0 0-1,1 0 0,-1 0 1,0 1-1,0-1 0,0 0 1,-1 1-1,1 0 0,0-1 1,-3 0-1,3 1-288,6 1-6013,13 0 2524,13 0-4160</inkml:trace>
</inkml:ink>
</file>

<file path=ppt/ink/ink1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9:11.32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163 1 11346,'0'0'13007,"-25"27"-11552,-79 89-384,101-113-1006,0 0 1,0 1-1,0-1 0,0 1 0,1 0 0,-1 0 1,1 0-1,0 0 0,0 0 0,1 0 0,-1 0 1,1 1-1,0-1 0,0 1 0,1-1 0,-1 1 1,1-1-1,0 1 0,1 8 0,0 3 171,-1 23 121,-1-5-206,1 0 1,9 58 0,-7-82-161,0-1-1,1 1 1,0-1 0,0 0 0,1 0 0,0 0-1,1 0 1,0-1 0,0 0 0,1 0 0,0 0-1,0-1 1,1 1 0,7 5 0,-12-11-88,1 0 0,-1 0 0,0 0-1,1-1 1,-1 1 0,1-1 0,-1 0 0,1 0 0,0 0 0,-1 0 0,1 0-1,0 0 1,0-1 0,0 1 0,-1-1 0,1 0 0,0 0 0,0 0 0,0 0-1,0 0 1,0-1 0,-1 1 0,1-1 0,4-2 0,2-1-1278,-1 0 0,0-1 0,0-1 0,0 0 0,12-12 0,-11 10-367,17-15-4433</inkml:trace>
</inkml:ink>
</file>

<file path=ppt/ink/ink1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9:11.32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33 1 7666,'0'0'18444,"-32"22"-18212,51-12-64,7 0-8,12-4-144,1-6-16,-1 0-176,39 0-1241,0-19-3352,-13-7-5777</inkml:trace>
</inkml:ink>
</file>

<file path=ppt/ink/ink1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9:11.32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615 1 3697,'0'0'12002,"-4"0"-11031,-2 1-706,1 0 1,-1 0-1,0 0 0,1 1 0,0 0 1,-1 0-1,1 1 0,0 0 0,-6 3 0,-52 37 1111,43-28-1087,-56 33 363,-88 41 0,-12 8 61,166-92-674,6-3-31,0 0 0,0 0 0,0 0 0,1 1 1,-1-1-1,1 1 0,0 0 0,0 0 1,0 0-1,-4 5 0,71-5 1142,60-8-341,-1 5 1,0 5-1,173 31 1,-296-37-773,0 1 1,0 0-1,1 0 1,-1 0-1,0 0 1,1 0 0,-1 0-1,0 0 1,0 0-1,1 0 1,-1 0-1,0 0 1,0 0-1,1 0 1,-1 1 0,0-1-1,0 0 1,1 0-1,-1 0 1,0 0-1,0 0 1,1 0 0,-1 1-1,0-1 1,0 0-1,0 0 1,1 0-1,-1 1 1,0-1 0,0 0-1,0 0 1,0 0-1,0 1 1,1-1-1,-1 0 1,0 0-1,0 1 1,0-1 0,0 0-1,0 0 1,0 1-1,0-1 1,0 0-1,0 1 1,0-1 0,0 0-1,0 0 1,0 1-1,0-1 1,0 0-1,0 0 1,0 1 0,0-1-1,-1 0 1,1 0-1,0 1 1,0-1-1,0 0 1,0 0-1,-1 1 1,-3 3-1740</inkml:trace>
</inkml:ink>
</file>

<file path=ppt/ink/ink1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9:11.32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334 29 3633,'0'0'11297,"2"-4"-9876,-2 4-1349,0-1 0,0 0 0,0 1 0,0-1 0,0 0 0,0 1-1,0-1 1,0 0 0,-1 1 0,1-1 0,0 0 0,0 1-1,0-1 1,-1 1 0,1-1 0,0 0 0,-1 1 0,1-1 0,0 1-1,-1-1 1,1 1 0,-1-1 0,1 1 0,-1-1 0,1 1-1,-1 0 1,1-1 0,-1 1 0,0 0 0,1-1 0,-1 1 0,1 0-1,-1 0 1,0-1 0,-1 1 0,-39-6 1025,-48 10-682,77-3-379,0 1 0,0 1 1,0 0-1,0 1 1,1 0-1,0 0 0,-1 1 1,2 1-1,-12 7 0,17-10-13,0 0 0,0 1 0,1 0-1,-1 0 1,1 0 0,0 0 0,1 1-1,-1-1 1,1 1 0,-1 0 0,1 0-1,1 0 1,-1 0 0,1 1 0,0-1-1,0 1 1,1 0 0,-1-1 0,1 1-1,0 10 1,1-14-27,0-1 0,0 0 0,0 0 0,1 1-1,-1-1 1,1 0 0,-1 0 0,0 0 0,1 0 0,0 0-1,-1 0 1,1 0 0,0 0 0,-1 0 0,1 0 0,0 0-1,0 0 1,0 0 0,0-1 0,0 1 0,0 0 0,0-1 0,1 2-1,37 9 71,-31-10-16,0 0 0,-1-1-1,1 0 1,0 0 0,-1-1 0,1 0 0,0 0 0,10-4 0,-9-1-35,1-1-1,-1 0 1,1 0 0,-2-1-1,1 0 1,-1-1-1,-1 0 1,8-10 0,21-24-123,-23 30 6,-11 9 81,0 1-1,1 0 1,-1 0-1,1 0 1,0 0-1,0 1 0,0-1 1,0 1-1,1 0 1,-1 0-1,1 0 1,-1 0-1,1 0 1,-1 1-1,1-1 0,6 0 1,-9 2 21,0 0 0,0 0 0,0 1-1,0-1 1,0 0 0,-1 1 0,1-1 0,0 1 0,0-1 0,0 1 0,-1-1 0,1 1-1,0-1 1,0 1 0,-1 0 0,1-1 0,-1 1 0,1 0 0,-1 0 0,1-1 0,-1 1-1,1 0 1,-1 0 0,1 0 0,-1 0 0,0 0 0,0-1 0,1 1 0,-1 1 0,4 34 45,-3-31-31,7 143 256,15 174 73,-21-223-141,-2-97-149,0-1 1,0 1-1,0 0 1,-1-1-1,1 1 1,0 0-1,-1-1 1,1 1-1,-1-1 1,0 1-1,1-1 1,-1 1-1,0-1 1,0 0-1,0 1 1,0-1-1,0 0 1,0 0-1,0 0 1,0 1-1,-1-1 1,0 1-1,-2-1 43,1 1 0,0-1 0,0 1-1,-1-1 1,1 0 0,-1-1 0,1 1 0,-1 0-1,-6-1 1,-2 0 52,1-1 0,0 0 0,-1 0-1,1-1 1,0-1 0,-13-4 0,6-1 0,1-1 0,0 0 0,0-1 0,1-1 0,0 0-1,-17-17 1,22 19-116,1-1 0,0 0 0,1-1 0,0 0 0,1 0-1,0-1 1,1 0 0,0-1 0,-7-16 0,13 27-133,1-1 0,-1 1 1,0 0-1,1-1 1,0 1-1,-1 0 0,1-1 1,0 1-1,0 0 1,0-1-1,1 1 0,-1 0 1,0-1-1,1 1 0,-1 0 1,1 0-1,0-1 1,0 1-1,0 0 0,0 0 1,0 0-1,1 0 1,-1 0-1,0 0 0,1 1 1,0-1-1,-1 0 1,4-1-1,3-3-876,0 1 1,1 0-1,0 0 0,1 1 1,12-4-1,-4 1-1305,32-12-6751</inkml:trace>
</inkml:ink>
</file>

<file path=ppt/ink/ink1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9:11.32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21 109 9618,'0'0'13358,"0"20"-12430,0 148 869,-19-232-2070,18-78-686,1 140 951,0 1 7,0 1 1,-1-1 0,1 1-1,0-1 1,0 1 0,0-1-1,0 0 1,0 1 0,0-1 0,1 1-1,-1-1 1,0 1 0,0-1-1,0 1 1,0-1 0,1 1 0,-1 0-1,0-1 1,0 1 0,1-1-1,-1 1 1,0-1 0,1 1 0,-1 0-1,0-1 1,1 1 0,-1 0-1,1-1 1,0 1 0,1-1-19,1 0 0,0 1 1,0-1-1,0 1 0,0 0 1,0 0-1,0 0 0,0 0 0,5 1 1,-2 0 29,16 0 4,0 1 1,33 8 0,30 2-6,-63-11 5,-3 0-15,1 0 0,-1-1 0,1-2 1,30-5-1,-46 7 5,-1-1 1,1 0-1,-1 0 1,0 0 0,1 0-1,-1-1 1,0 0-1,0 1 1,0-1-1,0 0 1,0 0-1,0-1 1,-1 1 0,1-1-1,-1 1 1,0-1-1,1 0 1,-1 0-1,0 0 1,-1 0-1,1 0 1,-1 0 0,1 0-1,-1-1 1,0 1-1,0 0 1,0-1-1,-1 1 1,1-1-1,-1 1 1,0-6 0,0 8-1,0 1 0,-1-1 1,1 0-1,-1 1 0,1 0 1,-1-1-1,1 1 0,-1-1 1,1 1-1,-1 0 0,1-1 1,-1 1-1,1 0 0,-1-1 1,0 1-1,1 0 0,-1 0 1,0 0-1,1 0 0,-1-1 1,0 1-1,1 0 0,-1 0 1,0 0-1,1 1 0,-2-1 1,-26 0 73,20 0-72,-21-1-1,-35 0 58,60 1-61,1 0-1,-1 1 1,0-1-1,1 1 1,-1 0 0,1 0-1,-1 0 1,1 0-1,0 1 1,-1-1-1,1 1 1,0 0-1,-4 3 1,5-3-4,1 0 0,0 0-1,0 0 1,0 0 0,0 0 0,0 0 0,0 0 0,0 0 0,1 0 0,-1 0 0,1 0 0,0 1 0,0-1 0,-1 0 0,1 0 0,1 0 0,-1 1-1,0-1 1,0 0 0,2 4 0,-1-1-10,1 0 1,0 0-1,-1 0 0,2 0 0,-1-1 0,0 1 0,6 7 0,-2-6-198,0 1 0,1-1 0,0 0 1,0-1-1,0 0 0,0 0 0,1 0 0,0-1 0,16 7 0,-2-4-1967,0-1 0,37 6-1,-6-5-3916</inkml:trace>
</inkml:ink>
</file>

<file path=ppt/ink/ink1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9:11.32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291 40 1320,'0'0'15189,"-31"-7"-13554,-98-21-344,126 27-1169,-1 0 0,0 0 0,0 0 0,0 1 0,-1-1 0,1 1 0,0 0 0,0 0 0,0 1 0,0-1 0,0 1 1,0 0-1,0 0 0,0 0 0,0 1 0,1-1 0,-1 1 0,0 0 0,1 0 0,-1 0 0,1 0 0,0 1 0,0-1 0,0 1 0,0 0 0,0 0 0,0 0 0,1 1 1,0-1-1,-1 0 0,-2 7 0,2-2-43,0 1 0,1 0 0,-1 0 0,2 0 1,-1 0-1,1 0 0,1 0 0,0 0 0,0 0 1,2 15-1,-1-22-85,0 1-1,0-1 1,0 1 0,0-1-1,0 0 1,1 1 0,-1-1-1,1 0 1,0 0 0,0 0 0,-1 0-1,1 0 1,0 0 0,1-1-1,-1 1 1,0-1 0,0 1 0,1-1-1,-1 0 1,1 0 0,-1 0-1,1 0 1,-1 0 0,1-1-1,-1 1 1,1-1 0,0 0 0,3 1-1,12 0-8,1 0 0,-1-1 0,18-3 0,-33 3 28,7-1-14,0-1-1,0 0 0,0-1 0,0 0 0,-1 0 1,1-1-1,-1 0 0,0-1 0,0 0 0,-1-1 1,0 1-1,0-2 0,10-8 0,-17 14 992,0 3-965,-1 1 0,1 0 0,0 0 0,0-1 0,0 1 0,0-1 0,1 1 0,-1-1 0,3 4 0,0-1-113,39 46-3911,-42-49 3826,0-1 1,0 0 0,1 1 0,-1-1 0,0 0 0,1 0 0,-1 0 0,1 0 0,-1 0-1,1 0 1,-1 0 0,1-1 0,0 1 0,-1 0 0,1-1 0,0 1 0,0-1 0,-1 0-1,1 0 1,0 0 0,0 0 0,-1 0 0,1 0 0,0 0 0,0 0 0,0-1 0,-1 1 0,1-1-1,0 1 1,-1-1 0,1 0 0,2-1 0,3-11-5176</inkml:trace>
</inkml:ink>
</file>

<file path=ppt/ink/ink1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9:11.32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184 1 5417,'0'0'11756,"-23"28"-9246,-76 93-63,91-109-2182,1 0 1,0 0-1,0 0 1,1 1-1,1 0 1,0 0-1,1 1 0,0-1 1,1 1-1,1 0 1,0 0-1,1 0 0,0 0 1,1 0-1,3 21 1,-2 12 355,1-28-445,0 1 1,0-1 0,2 0 0,1 0-1,0 0 1,1 0 0,13 26 0,-12-29-159,3-1-2031,-7-9-1941,-17-12-845,-11-11-4295</inkml:trace>
</inkml:ink>
</file>

<file path=ppt/ink/ink1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9:11.32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59 10594,'0'0'9566,"34"3"-7872,201 16 88,-56-15-1122,-178-4-658,0 0 1,0 0-1,0 0 1,0 0-1,0 0 1,-1 0-1,1-1 1,0 1-1,0 0 1,0 0-1,0-1 1,-1 1-1,1 0 1,0-1-1,0 1 1,-1-1-1,1 1 1,0-1-1,-1 1 1,1-1-1,0 0 1,-1 1-1,1-1 1,-1 0-1,1 1 1,-1-1-1,1 0 1,-1 0-1,0 1 1,1-1-1,-1 0 1,0 0-1,1 0 1,-1 0-1,0 1 1,0-1-1,0 0 1,0 0-1,0 0 1,0 0-1,0 0 1,0 0-1,0 1 1,-1-2-1,1-1-8,-1 0 1,0 1-1,0-1 1,0 1-1,0-1 1,0 1-1,0 0 1,-1-1-1,1 1 1,-1 0-1,1 0 1,-1 0-1,0 0 1,-3-2-1,-1 0 23,0 1 0,0 0 0,-1 1 0,0 0 0,1 0 0,-1 0 0,0 1 0,0 0 0,0 0 0,0 0 0,0 1 0,-11 1 0,15-1 9,2 0-6,0 0 0,0 1 0,0-1 0,0 0 0,0 0 1,0 0-1,0 1 0,0-1 0,0 1 0,0-1 0,1 0 0,-1 1 0,0 0 1,0-1-1,0 1 0,1-1 0,-1 1 0,0 0 0,1 0 0,-1-1 0,0 1 0,1 0 1,-1 0-1,0 1 0,-6 30 476,6-21-400,1 0 0,1 1 1,0-1-1,2 11 0,4-6-177,0-1-1,1 1 0,1-1 0,0 0 1,1-1-1,1 0 0,21 21 1,-30-33-169,-1 0 0,1-1 1,0 1-1,0-1 0,-1 0 1,1 1-1,0-1 0,0 0 1,1 0-1,-1 0 0,0-1 0,0 1 1,0 0-1,0-1 0,1 1 1,-1-1-1,0 0 0,1 0 1,-1 0-1,0 0 0,0 0 1,4-1-1,8 1-3095,6 0-1812</inkml:trace>
</inkml:ink>
</file>

<file path=ppt/ink/ink1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9:11.32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53 196 328,'0'0'22408,"0"15"-21416,0 79 619,-26-96-895,23-1-707,1 1 1,0-1-1,-1 0 1,1 0-1,1 0 1,-1 0-1,0 0 1,1 0-1,-1 0 0,1-1 1,0 1-1,0 0 1,0-1-1,1 1 1,-1-1-1,1-6 1,-1-1-43,0 0 1,1 0-1,1 0 1,1-13 0,0 16-34,0 1 1,0 0-1,1 0 1,-1 0-1,2 0 1,-1 1 0,1-1-1,0 1 1,0 0-1,0 0 1,1 0 0,0 1-1,7-7 1,34-22-2564,5 6-3630,-20 13-93</inkml:trace>
</inkml:ink>
</file>

<file path=ppt/ink/ink1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9:11.32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253 518 6553,'0'0'13675,"-29"5"-12572,-96 21-225,121-25-831,-1 1 1,0-1-1,0 1 0,1 0 1,-1 0-1,1 0 1,0 1-1,-1-1 1,1 1-1,0 0 0,1 1 1,-1-1-1,0 1 1,1-1-1,0 1 1,0 0-1,0 0 0,0 0 1,1 1-1,0-1 1,0 1-1,0-1 1,0 1-1,-1 7 0,0-2 2,1 1 0,0 0 0,0-1 0,1 1 0,1 0 0,0 0 0,1 13 0,-1-20-55,1 0 0,-1 1 0,1-1 0,0 0 1,0 0-1,1 0 0,-1 1 0,1-1 0,0 0 1,0-1-1,0 1 0,0 0 0,1-1 0,0 1 1,-1-1-1,1 0 0,0 0 0,1 0 0,-1 0 1,6 4-1,-6-6-92,0 0 0,0 0 0,0 0 0,1 0 0,-1-1 0,0 1 0,0-1 0,0 0 0,1 0 0,-1 0 0,0 0 0,0-1 0,0 1 0,1-1 0,-1 0 0,0 0 0,0 0 0,0 0 0,0-1 0,0 1 0,-1-1 0,1 1 0,0-1 0,-1 0 0,4-3 0,8-7-1061,-1-1-1,0-1 1,15-21-1,-3 5-611,47-50-1958,156-180-4288,-124 123 8682,-14-10 4891,-87 142-4711,0 0 1,0-1 0,0 0-1,-1 1 1,0-1-1,0 0 1,-1 0-1,1 0 1,0-13-1,-2 19-795,0 0 1,0-1-1,0 1 1,0 0-1,0 0 0,0 0 1,0 0-1,0 0 0,0-1 1,0 1-1,0 0 1,0 0-1,0 0 0,0 0 1,0 0-1,0-1 0,0 1 1,0 0-1,0 0 1,0 0-1,0 0 0,0 0 1,-1 0-1,1-1 0,0 1 1,0 0-1,0 0 1,0 0-1,0 0 0,0 0 1,-1 0-1,1 0 0,0 0 1,0 0-1,0 0 1,0 0-1,0 0 0,-1-1 1,1 1-1,0 0 0,0 0 1,0 0-1,0 0 1,0 0-1,-1 0 0,1 0 1,0 1-1,0-1 0,0 0 1,0 0-1,0 0 1,-1 0-1,1 0 0,0 0 1,0 0-1,0 0 0,-6 1 199,0 1-1,-1-1 0,2 1 0,-1 0 0,0 1 0,0-1 1,1 1-1,-1 0 0,1 1 0,0-1 0,0 1 0,0 0 1,1 0-1,-1 0 0,1 1 0,-6 7 0,-8 10 337,1 2 0,-19 33 0,22-31-308,2 0 0,0 1 0,2 0 0,1 1-1,1 0 1,2 0 0,-4 37 0,2 22 266,6 95-1,2-116-551,0-64 2,1-1-1,-1 1 1,0-1-1,1 0 1,-1 1-1,1-1 1,-1 0-1,1 1 1,0-1-1,0 0 1,-1 0-1,1 0 1,0 0-1,0 1 1,0-1-1,0-1 1,0 1-1,1 0 1,-1 0-1,0 0 1,0 0-1,1-1 1,-1 1-1,0-1 1,1 1-1,-1-1 1,0 1-1,1-1 1,-1 0-1,1 0 1,-1 0-1,0 0 1,3 0-1,60-1-184,-47 0 115,-5 1-41,-1-1 0,1-1 1,0 0-1,0-1 0,-1 0 0,0 0 1,1-2-1,-1 1 0,-1-1 0,1-1 0,-1 0 1,19-14-1,-28 20 124,0 0 0,0 0 0,-1 0 0,1 0 0,0 0 0,0 0 0,-1 1 0,1-1 0,0 0 0,-1 1 0,1-1 0,0 0 0,-1 1 0,1-1 1,0 1-1,-1-1 0,1 1 0,-1-1 0,1 1 0,-1-1 0,1 1 0,-1-1 0,1 1 0,-1 0 0,0-1 0,1 2 0,18 26 218,-15-22-204,3 6-77,-6-10-24,0 0 0,0 0-1,0 0 1,1 0-1,-1 0 1,0 0-1,1 0 1,0 0-1,-1 0 1,1-1-1,0 1 1,0-1 0,0 1-1,0-1 1,0 0-1,0 0 1,0 0-1,0 0 1,0 0-1,0 0 1,1 0 0,-1-1-1,0 1 1,3-1-1,3 1-650,-1-1-408,0 1-1,0-1 1,0 0-1,0-1 1,0 1-1,11-4 1,14-15-6447</inkml:trace>
</inkml:ink>
</file>

<file path=ppt/ink/ink1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9:11.33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52 1 7162,'0'0'20524,"-51"112"-20236,51-102-184,0-1-104,0-5-64,0-24-7266,6-5 489</inkml:trace>
</inkml:ink>
</file>

<file path=ppt/ink/ink1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9:11.33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39 1 12163,'0'0'13923,"-32"42"-13923,25-20-176,7-3-641,0 4-1359,13-1-1953,19-3-8,7-6-4065</inkml:trace>
</inkml:ink>
</file>

<file path=ppt/ink/ink1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9:11.33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91 0 9762,'0'0'12792,"-12"23"-11993,-36 72-63,44-88-626,1 1 0,0-1 0,1 1 0,0-1 0,0 1 0,0 0 0,1 0 0,0 0 0,0 9 0,-2 20 330,0-12-233,0 1 0,3 44 0,0-41 10,0-28-113,0 4-780,0 0-1650</inkml:trace>
</inkml:ink>
</file>

<file path=ppt/ink/ink1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9:11.33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180 802 5393,'0'0'19571,"-6"0"-18460,-2 0-833,1-1-1,-1 0 1,0 0-1,1 0 1,-13-4 0,16 3-287,-1 0 1,0 1-1,0 0 1,0 0-1,1 0 1,-1 0-1,0 1 1,0 0 0,0 0-1,0 1 1,0-1-1,0 1 1,-9 2-1,11-2-3,1 0 0,0 0 0,0 0 0,0 1 0,-1-1-1,1 1 1,1-1 0,-1 1 0,0-1 0,0 1 0,0 0-1,1 0 1,-1 0 0,1 0 0,0 0 0,-1 0 0,1 0-1,0 1 1,0-1 0,1 0 0,-1 1 0,0-1 0,1 0-1,-1 1 1,1-1 0,0 1 0,0 4 0,0-6-5,0 1-1,0 0 1,0 0 0,0-1 0,1 1 0,-1 0-1,1 0 1,-1-1 0,1 1 0,0 0-1,0-1 1,-1 1 0,1-1 0,0 1 0,1-1-1,-1 1 1,0-1 0,0 0 0,0 0-1,1 1 1,2 1 0,0-1 3,0 0-1,0 0 1,1 0 0,-1-1-1,0 0 1,1 0 0,-1 0 0,8 1-1,8-1-8,0-1-1,0-1 0,20-3 1,-38 3 17,17-2-292,0-1 1,-1-2 0,1 0 0,-1 0-1,0-2 1,-1 0 0,0-1 0,0-1-1,21-17 1,-11 6-575,-1-1-1,-1-1 1,-1-1-1,32-42 1,-41 45 641,-1-2 0,-1 0 0,-1 0 0,-1-1 0,-1 0 0,-1-1 0,-2 0 0,8-42 0,-7 16 249,-2-1 0,-3 0 1,-4-68-1,-7 57 955,7 60-765,0-1 1,0 0 0,0 1-1,-1-1 1,0 0 0,1 1-1,-1 0 1,0-1 0,-1 1-1,1 0 1,0 0 0,-1 0 0,-4-3-1,7 6-156,-1-1 0,1 1 0,-1-1 0,1 1 0,-1-1 0,1 1 0,-1 0 0,1-1 0,-1 1 0,0 0 0,1 0 0,-1-1 0,1 1 0,-1 0 0,0 0 0,1 0 0,-1 0 0,0 0 0,1 0 0,-1 0 0,0 0 0,1 0 0,-1 0 0,0 0 0,1 0 0,-1 1 0,0-1 0,1 0 0,-1 0 0,1 1 0,-1-1 0,0 0 0,1 1 0,-1-1 0,1 1 0,-1-1 0,1 0 0,0 1 0,-1-1 0,1 1 0,-1 0 0,1-1 0,0 1 0,-1-1 0,1 1 0,0-1 0,0 1 1,-1 0-1,1 1 0,-8 38 236,6-28 89,-14 56 759,-22 117 765,14 200 586,23-121-3633,1-260 1095,-27-4-10605,9 0 1878</inkml:trace>
</inkml:ink>
</file>

<file path=ppt/ink/ink1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9:11.33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332 3 8090,'0'0'14838,"-19"-1"-13964,3 0-706,0 0 0,0 1-1,0 1 1,0 0-1,-1 2 1,2 0 0,-1 0-1,-30 12 1,32-9-60,-54 28 344,63-31-434,0 0 1,1 0-1,0 0 1,-1 0-1,1 1 1,0 0 0,1-1-1,-1 2 1,1-1-1,0 0 1,-4 6 0,7-9-33,-1 0 1,0 0 0,1 0-1,-1 1 1,0-1 0,1 0-1,0 1 1,-1-1 0,1 0-1,0 1 1,-1-1 0,1 0-1,0 1 1,0-1 0,0 0-1,0 1 1,1-1 0,-1 1-1,0-1 1,0 0 0,1 1-1,-1-1 1,1 0 0,-1 0-1,1 1 1,0-1 0,-1 0-1,1 0 1,0 0 0,0 0-1,0 0 1,0 0 0,0 0-1,0 0 1,0 0-1,0 0 1,0 0 0,0-1-1,1 1 1,-1 0 0,0-1-1,3 1 1,5 2-135,1-1 0,-1-1 0,1 0 0,0 0 0,11-1 0,1 1-11,-5 0 55,-2 0 72,0 0 0,0 0-1,0 2 1,0 0-1,0 0 1,23 10-1,-36-12 41,-1 0 0,1 0 0,-1-1 0,1 1-1,-1 0 1,0 0 0,1 1 0,-1-1 0,0 0-1,0 0 1,0 1 0,0-1 0,0 1-1,0-1 1,0 1 0,0-1 0,0 1 0,-1-1-1,1 1 1,-1 0 0,1-1 0,-1 1-1,0 0 1,0-1 0,1 1 0,-1 0 0,0 0-1,-1-1 1,1 1 0,0 0 0,0 0 0,-1-1-1,1 1 1,-1 0 0,1-1 0,-1 1-1,0-1 1,-1 2 0,-1 5 153,-2-1 1,1-1-1,-1 1 1,0-1-1,0 1 1,-9 6-1,-1 2 187,3-3-120,-1 0-1,-25 17 1,33-26-218,0 0-1,-1 0 1,0-1 0,0 0 0,1 0 0,-1 0-1,-1-1 1,1 1 0,0-1 0,0-1 0,-8 1-1,13-1-57,0 0-1,0 0 1,0 1 0,0-1-1,0 0 1,0 0-1,0 0 1,0 0-1,-1-1 1,1 1-1,0 0 1,0 0-1,0-1 1,0 1-1,0-1 1,0 1-1,0-1 1,0 1 0,0-1-1,0 1 1,1-1-1,-1 0 1,0 0-1,0 1 1,0-1-1,1 0 1,-1 0-1,0 0 1,1 0-1,-1 0 1,1 0-1,-1 0 1,0-2-1,2 1-201,-1 0-1,0 0 0,1 0 1,-1 0-1,1-1 0,0 1 1,0 0-1,0 0 0,0 0 1,0 0-1,0 1 0,1-1 1,-1 0-1,0 0 0,1 1 1,0-1-1,2-1 0,26-21-4180,2-1-796</inkml:trace>
</inkml:ink>
</file>

<file path=ppt/ink/ink1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9:11.33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0 153 8386,'0'0'12993,"2"16"-11926,-1-6-954,0 1 1,0-1-1,0 0 1,1 1 0,0-1-1,1 0 1,0 0-1,0-1 1,1 1 0,0-1-1,1 1 1,0-1-1,9 11 1,-10-17-110,-1-1 1,1 0-1,-1 0 1,1 0-1,0-1 1,0 1-1,0-1 0,0 0 1,0 0-1,0 0 1,0-1-1,0 1 1,0-1-1,0 0 1,0 0-1,0-1 1,8 0-1,-3-1 18,1 0 0,-1 0 0,1 0 0,-1-1-1,0-1 1,10-5 0,-7 2-47,-1 0 0,0-1 0,0 0 0,-1-1 0,17-18 0,-23 21-14,1 1 0,-1-1 0,0 0-1,-1 0 1,1 0 0,-1 0 0,-1-1-1,1 1 1,-1-1 0,0 0-1,0 0 1,-1 0 0,0 0 0,0-8-1,-1 14 144,2 18 14,4-4-90,0 0 1,0 0 0,1 0 0,1-1-1,0 0 1,1 0 0,0-1 0,13 13-1,-15-17-11,0 0-1,1 0 1,0-1-1,1 0 0,-1 0 1,1-1-1,0 0 1,0 0-1,1-1 1,0-1-1,-1 1 0,17 2 1,-25-6-6,1 0-1,-1 0 1,1 0 0,-1-1 0,0 1 0,1 0 0,-1-1-1,0 1 1,0-1 0,1 1 0,-1-1 0,0 0 0,0 0-1,0 1 1,0-1 0,0 0 0,0 0 0,0 0-1,0 0 1,0 0 0,0 0 0,0 0 0,-1 0 0,1-1-1,0 1 1,-1 0 0,1 0 0,-1-1 0,1 1 0,-1 0-1,0-1 1,1 1 0,-1 0 0,0-1 0,0 1-1,0-2 1,1-64 336,-2 50-171,1-214 660,0 231-1063,3 0-1270,278 1-12771,-110 1 8524,-57-2 8951,-101 0-4115,9-3 16086,-37 3-12829,-4-1-1998,0 1 0,-1 1 0,1 0 0,0 2 0,0 0-1,0 1 1,0 2 0,-33 12 0,39-12-228,1 0 1,0 1-1,0 1 0,-18 14 0,27-20-116,1 0 0,0 0 0,-1 0 0,1 1 0,0-1 0,0 0 0,0 1-1,0 0 1,1-1 0,-1 1 0,1 0 0,-1 0 0,1 0 0,0 0 0,0 0 0,1 0 0,-1 0-1,0 0 1,1 0 0,0 0 0,0 0 0,0 0 0,0 1 0,0-1 0,1 0 0,-1 0 0,1 0-1,1 4 1,-1-5-15,1 0 0,-1 0 0,1 0 0,-1-1-1,1 1 1,0-1 0,0 1 0,-1-1 0,1 0-1,0 1 1,0-1 0,0 0 0,0 0 0,1-1-1,-1 1 1,0 0 0,0-1 0,0 1 0,1-1-1,2 1 1,52 1-156,-45-2 159,5 0-58,-1-1 1,1 0 0,26-5-1,-38 5 62,-1 0-1,0-1 1,0 1-1,0-1 1,0 0-1,0 0 1,0 0 0,0-1-1,-1 1 1,1-1-1,-1 0 1,1 0-1,-1 0 1,0 0-1,-1-1 1,1 1-1,0-1 1,2-5 0,-5 8 3,0 1 0,0 0 1,1 0-1,-1-1 1,0 1-1,0 0 0,0 0 1,1-1-1,-1 1 1,0 0-1,0 0 0,1 0 1,-1-1-1,0 1 1,0 0-1,1 0 0,-1 0 1,0 0-1,1 0 1,-1 0-1,0 0 0,0 0 1,1 0-1,-1 0 1,0 0-1,1 0 1,-1 0-1,0 0 0,1 0 1,-1 0-1,0 0 1,0 0-1,1 0 0,-1 0 1,1 0-1,14 11 79,25 31-210,-9-9-780,-22-28 98,0 0 1,0 0 0,1-1-1,-1 0 1,1 0-1,0-1 1,0-1 0,0 0-1,0 0 1,1-1 0,-1 0-1,0-1 1,1 0-1,10-2 1,-8 2-771,32 0-5543</inkml:trace>
</inkml:ink>
</file>

<file path=ppt/ink/ink1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9:11.33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46 1 10962,'0'0'9225,"-7"29"-7371,-23 97-506,27-111-1051,0 1 0,1-1 0,1 0-1,2 27 1,-1-15 93,3 1-202,0-1 1,2 0 0,1-1-1,1 1 1,1-1-1,2 0 1,16 32 0,-10-23-547,-2 1 0,16 64 0,-30-96 380,3 5-5585,3-20-2470,5-12-2819</inkml:trace>
</inkml:ink>
</file>

<file path=ppt/ink/ink1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9:11.33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115 0 10458,'0'0'9948,"7"7"-9289,-3-4-576,0 0 1,-1 1 0,1-1 0,-1 1 0,0 0 0,0 0 0,-1 0 0,1 0-1,-1 0 1,1 1 0,-2-1 0,1 1 0,0-1 0,-1 1 0,0 0 0,0 0 0,0 0-1,0 0 1,-1 8 0,0 7 208,1-14-152,-1 0 1,0 0-1,0 1 0,-1-1 1,1 0-1,-3 6 1,2-10-83,1 0 1,-1 0 0,0 0 0,0 0 0,-1 0 0,1 0 0,0-1 0,0 1 0,-1-1-1,1 1 1,-1-1 0,0 1 0,1-1 0,-1 0 0,0 0 0,0 0 0,0 0 0,0 0-1,0 0 1,0 0 0,-4 0 0,-9 3 63,-1-2 1,1 0-1,-1-1 0,-21-2 1,17 1-848,18 0-165,-3-1 195</inkml:trace>
</inkml:ink>
</file>

<file path=ppt/ink/ink1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9:11.33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688 3 8666,'0'0'6697,"-32"0"-4906,-1-1-1311,14 0-222,-1 1 1,1 0 0,0 2 0,1 0 0,-1 1-1,0 1 1,1 1 0,-31 11 0,17-3 249,1 2-1,0 1 1,1 1 0,1 1 0,1 2 0,0 1-1,-38 38 1,51-43-394,1 0-1,1 0 1,0 1-1,1 1 1,0 0-1,2 1 1,0 0 0,2 1-1,0-1 1,0 2-1,2-1 1,1 1-1,-4 29 1,7-28-52,0 1 1,2-1 0,0 0-1,2 0 1,0 0 0,7 27-1,-4-33-37,0-1 0,1 1-1,0-1 1,1-1 0,1 1 0,1-1-1,0-1 1,0 0 0,13 13-1,1-1 16,1-2-1,1-1 1,0-1-1,2-1 1,1-1-1,0-1 0,1-2 1,1-1-1,0-1 1,1-2-1,56 15 1,-65-24-25,-19-5-1049,-28-12-3076,22 13 3672,-24-13-5854</inkml:trace>
</inkml:ink>
</file>

<file path=ppt/ink/ink1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9:11.33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303 39 3289,'0'0'9280,"-6"-23"-4747,6 23-4458,-1 0-1,1 0 0,-1 0 0,1 0 1,-1 0-1,1 0 0,-1 0 1,1 0-1,-1-1 0,1 1 0,-1 0 1,1 0-1,-1-1 0,1 1 0,-1 0 1,1-1-1,-1 1 0,1 0 1,0-1-1,-1 1 0,1 0 0,0-1 1,-1 1-1,1-1 0,0 0 1,-1 1-6,1-1 0,0 0 0,-1 1 0,1-1 1,-1 1-1,1-1 0,-1 1 0,1-1 1,-1 1-1,1-1 0,-1 1 0,0 0 1,1-1-1,-1 1 0,0 0 0,1-1 1,-1 1-1,0 0 0,1 0 0,-1 0 1,0-1-1,1 1 0,-1 0 0,0 0 1,-1 0-1,-14 0 71,0 1 0,0 0 0,-1 1 1,1 1-1,-29 8 0,41-10-138,0 1 0,0-1 1,0 1-1,0 0 0,1 0 0,-1 0 0,1 0 1,-1 1-1,1 0 0,0-1 0,0 1 1,0 0-1,0 1 0,0-1 0,1 0 0,0 1 1,-1-1-1,1 1 0,1 0 0,-1 0 1,0 0-1,1 0 0,0 0 0,0 0 0,0 0 1,0 0-1,1 0 0,0 5 0,0-8-3,1 0-1,0 1 1,0-1-1,0 0 1,0 0 0,0 0-1,0 0 1,0 0-1,0-1 1,1 1-1,-1 0 1,0 0-1,0-1 1,1 1-1,-1-1 1,0 1-1,1-1 1,-1 0-1,1 1 1,-1-1 0,0 0-1,1 0 1,-1 0-1,1 0 1,-1 0-1,1 0 1,1-1-1,49-1 217,-51 1-209,8 0 2,0-2 0,-1 1-1,1-1 1,-1 0-1,0-1 1,0 0 0,0 0-1,-1-1 1,0 0-1,1 0 1,8-9-1,39-24 17,-54 37 117,-1 8 69,-7 120 599,3-89-732,2 1 0,1 0 1,2-1-1,8 49 0,1-36-55,-1-13 86,-3 0 0,5 76 0,-11-112-77,-1 0 0,1 1 0,-1-1 0,0 0 0,0 0 0,0 0 0,0 0 0,0 0 0,0 0 0,0 0 0,0 0 0,-1 0 0,1 0 0,-1-1 0,0 1 0,1-1 0,-1 1 0,0-1 0,0 1 0,0-1 0,0 0 0,0 0 0,0 0-1,0 0 1,0-1 0,-1 1 0,1 0 0,0-1 0,0 0 0,-5 1 0,-10 2 152,0-1-1,-35-1 1,42-1-148,-3 0-8,-1 0 0,1-1 0,-1 0 0,1-1 0,0 0 0,0-1 0,-26-9 0,34 9-101,1 0 1,-1 0-1,0 0 0,1-1 1,-1 1-1,1-1 1,0 0-1,1 0 1,-1-1-1,1 1 1,-1-1-1,1 1 1,1-1-1,-1 0 0,1-1 1,0 1-1,0 0 1,0 0-1,1-1 1,-1 1-1,1-1 1,0-7-1,0 3-629,0 1 0,1-1 0,0 0 0,0 1 0,1-1 0,0 0 0,1 1 0,4-14 0,16-19-4592</inkml:trace>
</inkml:ink>
</file>

<file path=ppt/ink/ink1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9:11.34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10 152 9514,'0'0'12764,"0"18"-11341,0 123 855,-3-112-1921,1-21-169,1-21 39,0-36-298,-1 27-15,2 0-1,0 0 0,2 0 1,0 0-1,11-43 0,-12 64 39,0 0 0,0 0 0,0 0 0,0 0 0,0 0 0,0 0 0,1 1 0,-1-1 0,0 0 0,0 1 0,1-1 0,-1 0 0,1 1 0,-1 0 0,0-1-1,1 1 1,-1 0 0,1 0 0,-1 0 0,1-1 0,-1 2 0,1-1 0,-1 0 0,3 1 0,46 5-71,-40-4 31,25 3 71,1-1 0,0-2 1,-1-1-1,52-6 0,-84 5-3,1-1 1,0 0-1,-1 0 0,1 0 1,-1 0-1,0-1 0,1 0 1,-1 1-1,0-1 0,0 0 1,0 0-1,0-1 0,0 1 1,-1-1-1,1 1 1,-1-1-1,1 0 0,-1 0 1,0 0-1,0 0 0,0 0 1,-1-1-1,1 1 0,-1 0 1,0-1-1,0 1 0,0-1 1,0 0-1,-1 1 0,1-1 1,-1 0-1,0 1 0,0-7 1,-1 8 19,1 1 0,-1 0 0,1 0 0,-1 0 0,0 0 1,1 0-1,-1 0 0,0 0 0,0 0 0,1 0 0,-1 0 0,0 0 1,0 0-1,0 1 0,0-1 0,0 0 0,-1 1 0,1-1 0,0 1 0,0-1 1,0 1-1,0-1 0,-1 1 0,1 0 0,0 0 0,0-1 0,-1 1 1,1 0-1,0 0 0,-2 1 0,-49-2 23,40 1-8,7 0 6,0 0-1,-1 0 1,1 1-1,0-1 1,-1 1-1,1 0 0,0 1 1,0-1-1,0 1 1,0 0-1,0 0 0,0 1 1,0-1-1,1 1 1,-1 0-1,-6 7 1,8-6-6,-1 0 1,1 1 0,0 0 0,0 0 0,1 0 0,-1 0 0,1 0 0,0 0 0,1 1 0,-1-1-1,1 1 1,0-1 0,1 1 0,-1-1 0,1 11 0,0-8-14,0 0 1,0 0-1,1 0 0,0 0 1,0-1-1,0 1 0,1 0 1,1-1-1,3 9 1,-4-13-125,0 0 1,0 0-1,1 0 1,-1 0 0,1-1-1,0 1 1,0-1 0,-1 0-1,2 0 1,-1 0 0,0 0-1,0-1 1,1 1 0,-1-1-1,1 0 1,-1 0 0,1 0-1,-1 0 1,1 0 0,0-1-1,-1 0 1,7 0 0,5 1-1009,-1 0 1,1-1-1,-1 0 1,1-1 0,-1-1-1,1 0 1,-1-1-1,20-7 1,7-9-4494</inkml:trace>
</inkml:ink>
</file>

<file path=ppt/ink/ink1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9:11.34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155 60 5641,'0'0'13726,"-8"-11"-12537,-26-33-204,33 44-940,-1-1 1,1 0-1,0 1 1,-1-1-1,1 1 1,-1-1-1,1 1 1,-1 0-1,1-1 1,-1 1-1,1 0 1,-1 0-1,0 0 1,1 0-1,-1 1 1,1-1 0,-1 0-1,1 0 1,-1 1-1,1-1 1,0 1-1,-1 0 1,1-1-1,-1 1 1,1 0-1,0 0 1,0 0-1,-1 0 1,1 0-1,0 0 1,0 0-1,0 0 1,0 0-1,0 1 1,1-1-1,-1 0 1,-1 3 0,-1 0 111,-4 3-18,2 0 0,-1 0 0,1 0 0,0 1 0,1-1 0,-1 1 0,2 0 1,-1 1-1,1-1 0,0 1 0,1-1 0,0 1 0,0 0 0,1 0 0,0 13 0,1-21-140,0 0-1,1 0 0,-1 0 0,1 0 0,-1 0 1,1 0-1,0 0 0,-1 0 0,1-1 0,0 1 0,-1 0 1,1 0-1,0-1 0,0 1 0,0 0 0,0-1 0,-1 1 1,1-1-1,0 1 0,0-1 0,0 0 0,0 1 0,0-1 1,0 0-1,0 0 0,1 0 0,-1 0 0,0 1 0,0-2 1,1 1-1,44 1-78,-34-2 71,2 1-86,-1-1 0,1-1 0,-1 0 0,0 0 0,0-2 0,0 0 0,0 0-1,-1-1 1,16-8 0,-27 12 422,-1 8-371,1 0 0,0 0 0,0 0 0,1 0 0,0 0 0,0 0 0,1 0 0,-1-1 1,1 1-1,1-1 0,-1 0 0,1 0 0,1 0 0,-1 0 0,1-1 0,0 1 0,0-1 0,0-1 0,9 7 0,6-6-3356,-9-14-3555,-4-11-3350</inkml:trace>
</inkml:ink>
</file>

<file path=ppt/ink/ink1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9:11.34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91 0 8386,'0'0'13923,"-90"205"-12619,90-147-168,0 0-344,0-4-343,19-9-113,-6-9-168,0-17-128,-7-6-40,1-10-104,-7-13-4569,0-15-985,0 2-2855</inkml:trace>
</inkml:ink>
</file>

<file path=ppt/ink/ink1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9:11.34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37 1568,'0'0'15516,"32"8"-14389,103 25-210,-120-29-686,0 0 0,0-2-1,1 0 1,-1 0 0,28-2 0,-15-1 151,-27 0-364,0 0 0,0-1 0,0 0 0,0 1 0,-1-1 1,1 1-1,0-1 0,-1 0 0,1 0 0,-1 1 0,0-1 0,1 0 0,-1 0 0,0 1 0,0-1 0,0 0 0,-1-3 0,-1-38 80,2 42-66,-1 0 0,1 0 0,-1 0 0,1 1 0,-1-1 0,0 0 0,1 0 0,-1 0 0,0 1 0,1-1-1,-1 0 1,0 1 0,0-1 0,0 1 0,0-1 0,0 1 0,1-1 0,-1 1 0,0 0 0,0-1 0,0 1 0,0 0 0,0 0 0,0 0 0,0 0 0,0 0 0,0 0 0,0 0 0,0 0 0,0 0 0,0 0 0,0 1 0,0-1 0,0 0 0,0 0 0,0 1-1,0-1 1,-2 2 0,0-1 60,-1 1-1,0-1 0,1 1 1,-1 0-1,1 0 0,0 1 1,0-1-1,-5 6 0,4-2-8,0-1 0,1 1 1,0 1-1,0-1 0,0 0 0,1 1 0,0-1 0,0 1 0,1 0 0,0 0 0,0 0 0,1 0 0,-1-1 0,2 1 1,0 9-1,-1-11-221,1 0 0,0 0 0,0 0 0,0 0 0,1 0 0,0 0 0,0-1 0,0 1 0,0-1 0,1 1 0,0-1 0,0 0 0,0 1 0,0-2 0,1 1 0,-1 0 0,1-1 0,0 1 0,0-1 0,8 4 0,8 2-3820,-1-4-1595</inkml:trace>
</inkml:ink>
</file>

<file path=ppt/ink/ink1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9:11.34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41 158 3673,'0'0'18497,"0"9"-17383,0 81 426,-1-90-1530,0 0-1,1 0 1,-1 0-1,0 0 1,0 0-1,0 0 1,0 0 0,1 0-1,-1 0 1,0-1-1,0 1 1,0 0 0,1-1-1,-1 1 1,0 0-1,0-1 1,1 1-1,-1-1 1,0 1 0,1-1-1,-1 1 1,0-1-1,1 1 1,-1-1 0,1 0-1,-1 0 1,-3-5-8,2 0 0,-1-1 0,0 1 1,1-1-1,0 0 0,1 1 0,0-1 1,0 0-1,-1-10 0,6-67-28,-3 77-73,1 1 1,1-1 0,-1 1-1,1 0 1,0 0 0,1 1 0,-1-1-1,1 0 1,0 1 0,1 0-1,-1 0 1,1 0 0,8-6-1,0 9-4376,-6 2-885</inkml:trace>
</inkml:ink>
</file>

<file path=ppt/ink/ink1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9:11.34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187 395 5033,'0'0'18124,"-27"10"-15680,4 1-2328,7-4-1,0 2 0,0-1 0,-27 22 0,39-27-108,0 1-1,0-1 1,1 1-1,-1 0 0,1 0 1,0 0-1,1 0 1,-1 1-1,1-1 0,-1 1 1,1-1-1,1 1 1,-1 0-1,1 0 0,0 0 1,0 0-1,0 0 1,0 9-1,1 0-17,0-10-4,-1 0 0,1 0 0,0 0 0,1 0 0,-1 0 0,1 0-1,-1 0 1,1 0 0,3 7 0,-2-9 2,-1-1 0,1 1 0,-1-1 0,1 1 0,0-1 0,0 0 0,-1 0 1,1 0-1,0 0 0,0 0 0,0 0 0,0-1 0,0 1 0,1-1 0,-1 1 0,0-1 0,0 0 0,0 0 0,0 0 0,0 0 0,5-1 0,0 2-95,1-1 0,0 0 0,-1 0 0,1-1 0,-1 0 0,1-1 0,-1 1 1,1-1-1,-1-1 0,0 1 0,0-1 0,0-1 0,0 1 0,0-1 0,-1 0 0,0-1 0,0 1 0,0-1 0,6-7 0,13-15-1200,-2-1 0,-1-1 0,-1 0 0,20-39 0,59-134-3030,-65 126 3199,-19 41-687,10-29 6786,-18 38 996,-30 64-3420,0 12-2006,2 0 0,2 1 0,2 1-1,3 0 1,1 1 0,4 1 0,1-1-1,1 101 1,6-154-549,26-1-423,37-21 163,-55 17 276,1 1 0,0 1-1,0 0 1,0 0 0,0 1 0,0 0 0,14-1 0,-23 38 431,0-33-440,-1 0 0,2 0 1,-1 0-1,0 1 1,0-1-1,1 0 0,-1 0 1,1 0-1,0 0 1,-1 0-1,1 0 0,0 0 1,0 0-1,0 0 1,1-1-1,-1 1 0,0 0 1,3 2-1,14 1-8568,-6-5 1691</inkml:trace>
</inkml:ink>
</file>

<file path=ppt/ink/ink1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9:11.34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13 0 2617,'0'0'22540,"-12"90"-22372,12-109-2280,0-7-3137,0-6-2545</inkml:trace>
</inkml:ink>
</file>

<file path=ppt/ink/ink1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9:11.34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65 1 11466,'0'0'12603,"-51"6"-12603,44 1-72,1 2-864,6-2-1881</inkml:trace>
</inkml:ink>
</file>

<file path=ppt/ink/ink1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9:11.34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94 1 9738,'0'0'12028,"-14"32"-9557,-42 108-740,50-123-1383,2 0 0,0 0 0,0 0 0,2 0 0,0 1 0,1-1-1,0 1 1,3 17 0,0 10-43,-2 42-1227,16-86-3903,39-8-6112,-24-2 3234</inkml:trace>
</inkml:ink>
</file>

<file path=ppt/ink/ink1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9:11.34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152 527 6545,'0'0'15298,"-21"-3"-12266,21 3-3031,-13-1 23,1 2-1,0 0 0,-20 3 1,28-3-25,1 0 0,-1 0 0,1 1 1,-1-1-1,1 1 0,0-1 0,0 1 0,0 0 0,0 0 0,0 0 1,0 1-1,0-1 0,1 1 0,-1 0 0,1-1 0,0 1 1,-3 4-1,5-6-5,-1-1 0,1 1 0,-1-1 0,1 1 0,-1 0 0,1-1 0,0 1 0,-1 0 0,1 0 0,0-1 0,-1 1-1,1 0 1,0 0 0,0-1 0,0 1 0,0 0 0,0 0 0,0-1 0,0 1 0,0 0 0,0 0 0,0-1 0,0 1 0,0 0 0,1 0 0,-1-1 0,0 1 0,1 0 0,-1 0 0,0-1 0,1 1 0,-1-1 0,1 1 0,-1 0 0,1-1 0,-1 1 0,1-1 0,-1 1 0,1-1 0,0 1 0,-1-1 0,1 1 0,0-1 0,-1 0 0,1 1 0,0-1 0,0 0 0,-1 0 0,1 0 0,0 1 0,0-1 0,-1 0 0,1 0 0,0 0 0,0 0 0,-1 0 0,1 0 0,0-1 0,1 1 0,3 0 11,0-1 0,-1 1 1,1-1-1,0 0 0,-1 0 0,1 0 1,0-1-1,-1 1 0,6-4 1,10-9-54,-1-2 1,0 0 0,-1-1 0,-1-1 0,-1 0 0,0-1 0,-1-1-1,14-25 1,85-181-2756,-111 218 2678,5-9 218,0 1 1,-2-1-1,0 0 0,-1-1 1,0 0-1,-2 1 0,2-26 1,-5 42-19,-1 1 0,0-1 0,0 1 1,0-1-1,0 1 0,0-1 0,0 1 0,0-1 1,0 1-1,0 0 0,0 0 0,0-1 0,0 1 1,0 0-1,0 0 0,0 0 0,0 0 0,0 0 1,0 0-1,0 0 0,0 1 0,0-1 1,0 0-1,0 0 0,0 1 0,-1 0 0,2-1 16,-9 2 30,1 1 0,1 1 0,-1-1 0,0 1 0,1 0 0,0 1-1,0 0 1,0 0 0,1 0 0,0 1 0,0 0 0,0 0 0,0 1-1,-5 9 1,-2 2 78,1 1 1,1 1-1,0 0 0,-10 29 0,13-26-111,1 1-1,0 0 1,2 0-1,1 0 1,1 0 0,0 33-1,3-49-196,0 0-1,0 0 1,1 0-1,0 0 0,0-1 1,1 1-1,0 0 1,1-1-1,-1 1 1,1-1-1,1 0 0,-1 0 1,1 0-1,1 0 1,-1-1-1,1 0 1,0 0-1,0 0 0,1 0 1,0-1-1,0 0 1,0 0-1,13 7 1,-5-6-999,0-1 0,1 0 0,24 5 0,19 0-4981,8-3-6785</inkml:trace>
</inkml:ink>
</file>

<file path=ppt/ink/ink1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9:11.35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218 1 8858,'0'0'16163,"-166"151"-15418,140-132-521,7-3-224,12-13-1105</inkml:trace>
</inkml:ink>
</file>

<file path=ppt/ink/ink1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9:11.35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1 137 12619,'0'0'11518,"4"21"-10764,15 69-185,-16-81-487,-1-1 0,1 1 0,0-1 0,9 15 0,-11-21-67,1 1 0,-1 0 0,1 0 0,-1 0 0,0 0 0,0 0 0,0 0 0,-1 1 0,1-1-1,-1 0 1,1 0 0,-1 4 0,0-6 245,-3-17-247,2 1-1,0 0 0,1-1 0,2-24 1,1-5-9,-3 33-143,0 1 1,1 0 0,1-1 0,0 1-1,0 0 1,1 0 0,1 0 0,0 1-1,0-1 1,1 1 0,0 0 0,1 0-1,0 0 1,1 1 0,0 0 0,0 0-1,11-9 1,-15 17-653,0 0 1,0 0-1,1 0 0,-1 0 0,0 1 0,0-1 1,1 1-1,-1 0 0,0 0 0,1 0 0,4 2 1,6-2-3256,5 0-3911</inkml:trace>
</inkml:ink>
</file>

<file path=ppt/ink/ink1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9:11.35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64 0 4241,'0'0'14916,"-5"7"-13178,-4 2-1280,4-4-253,1 0 0,-1 1 0,1-1 0,0 1 0,0 0 0,0 0 0,1 0 1,0 0-1,0 1 0,0-1 0,1 1 0,0 0 0,1-1 0,-2 10 0,3-13-203,0 0 1,0 0-1,1 1 0,-1-1 0,1 0 1,0 0-1,-1 0 0,1 0 0,1 0 0,-1 0 1,0 0-1,1 0 0,-1 0 0,1-1 1,0 1-1,0-1 0,0 1 0,0-1 0,1 0 1,-1 0-1,1 0 0,-1 0 0,1 0 1,0 0-1,0-1 0,-1 1 0,1-1 0,0 0 1,0 0-1,0 0 0,1 0 0,-1 0 1,0-1-1,0 0 0,6 1 0,-6-1 1,0 1 0,0 0-1,0-1 1,0 0 0,0 0 0,0 0-1,0 0 1,0 0 0,0-1 0,0 1-1,0-1 1,0 0 0,-1 0 0,1 0-1,0 0 1,0 0 0,-1-1 0,1 1-1,0-1 1,-1 0 0,4-3 0,-3 1 1,-1 0 0,0 0 1,0 0-1,0 0 1,0-1-1,-1 1 1,1 0-1,-1-1 0,-1 1 1,1-1-1,0 1 1,-1-1-1,0 0 0,0-4 1,1-18-3,0 19-38,0 1-1,-1-1 0,0 1 1,0-1-1,-1 1 0,1-1 1,-4-8-1,4 16-96,-1-1-1,1 0 0,-1 1 0,0-1 1,0 0-1,1 1 0,-1-1 1,0 1-1,0-1 0,0 1 1,1 0-1,-1-1 0,0 1 1,0 0-1,0 0 0,0-1 1,0 1-1,0 0 0,0 0 1,0 0-1,-1 0 0,1 0-5,1 0 0,0 0 0,-1 0 1,1 0-1,0 0 0,-1 0 0,1 0 0,-1 0 0,1 0 0,0 0 0,-1 0 0,1 0 0,-1 1 0,1-1 1,0 0-1,-1 0 0,1 0 0,0 1 0,-1-1 0,1 0 0,0 0 0,0 0 0,-1 1 0,1-1 0,0 0 1,0 1-1,-1-1 0,1 0 0,0 1 0,0-1 0,0 0 0,-1 1 0,1-1 0,0 0 0,0 1 0,0-1 1,0 1-1,0-1 0,0 0 0,0 1 0,0-1 0,0 1 0,0-1 0,0 0 0,0 1 0,0-1 1,0 0-1,0 1 0,0-1 0,1 1 0,-1-1 0,0 0 0,0 1 0,1-1 0,9 13-4319</inkml:trace>
</inkml:ink>
</file>

<file path=ppt/ink/ink1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9:11.35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152 29 10186,'0'0'14146,"-23"4"-13483,-73 12-278,95-16-376,0 0-1,-1 0 1,1 1-1,-1-1 1,1 0-1,0 0 0,-1 1 1,1-1-1,0 1 1,0-1-1,-1 1 1,1 0-1,0-1 1,0 1-1,0 0 1,0 0-1,-1 0 1,1 0-1,1 0 1,-1 0-1,0 0 1,0 0-1,0 0 1,0 0-1,1 1 1,-1-1-1,1 0 1,-1 0-1,1 1 1,-1-1-1,1 0 1,0 1-1,-1-1 0,1 1 1,0-1-1,0 0 1,0 1-1,0-1 1,0 1-1,1-1 1,-1 0-1,0 1 1,1-1-1,0 2 1,1 6 3,-3 6 18,1-13-41,0 0 0,0 1 0,-1-1 0,1 0 0,1 0 0,-1 0 0,0 0 0,0 0 0,1 0 0,0 0 0,-1 0 0,3 4 0,-2-5 6,1 0 0,0 0 1,-1 0-1,1 0 0,0 0 0,0 0 1,0-1-1,0 1 0,0-1 0,0 1 1,0-1-1,0 0 0,0 0 0,0 0 1,0 0-1,3-1 0,0 1 12,-1-1 0,1 0 0,0 0 0,-1-1 0,1 1 0,-1-1 0,0 0 0,1 0 0,-1-1 0,0 1 0,0-1 0,-1 0 0,1 0 0,0 0 0,-1 0 0,0-1 0,0 1 0,0-1 0,0 0 1,-1 0-1,1 0 0,-1 0 0,0-1 0,0 1 0,0-1 0,-1 1 0,0-1 0,0 1 0,0-1 0,0 0 0,-1 1 0,0-1 0,0 0 0,0 0 0,0 1 0,-1-1 0,-1-5 0,1 8-53,1 1-1,-1-1 1,0 1 0,0 0-1,-1-1 1,1 1 0,0 0-1,0 0 1,0 0 0,-1 0-1,1 0 1,-1 0 0,1 0-1,-1 1 1,1-1 0,-1 0-1,1 1 1,-1-1 0,0 1-1,1 0 1,-1-1-1,1 1 1,-1 0 0,-3 0 0,-8-2-8564</inkml:trace>
</inkml:ink>
</file>

<file path=ppt/ink/ink1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9:11.35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98 0 6977,'0'0'13061,"-13"13"-11640,-40 42-273,49-49-1020,1 0 0,-1 1 0,1-1 0,0 1 0,1 0-1,-1 0 1,1 0 0,1 1 0,-1-1 0,1 0-1,1 1 1,-1-1 0,1 8 0,0 5 110,-3 176 623,4-105-672,0-89-223,-1 0-1,1 0 0,-1 0 1,1-1-1,-1 1 0,1 0 0,0-1 1,0 1-1,0 0 0,0-1 1,0 1-1,0-1 0,0 0 0,1 1 1,-1-1-1,1 0 0,-1 0 0,1 1 1,-1-1-1,1-1 0,-1 1 1,1 0-1,0 0 0,-1 0 0,1-1 1,0 1-1,0-1 0,0 0 0,-1 1 1,1-1-1,0 0 0,3 0 1,4 1-307,-1-1 0,0 0 1,0 0-1,0-1 1,0 0-1,12-3 0,-19 4 116,0-1-1,-1 1 1,1 0 0,0-1-1,0 1 1,-1-1-1,1 1 1,0-1-1,0 0 1,-1 1-1,1-1 1,-1 0-1,1 1 1,0-1-1,-1 0 1,1 1 0,-1-1-1,0 0 1,1 0-1,-1 0 1,0 0-1,1 1 1,-1-1-1,0 0 1,0 0-1,0 0 1,0 0-1,0 0 1,0 0-1,0 0 1,0-1 0,0-14-5450</inkml:trace>
</inkml:ink>
</file>

<file path=ppt/ink/ink1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9:11.35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0 9034,'0'0'13315,"96"0"-13315,-64 0-1000,0 0-2937,-6 0-2593</inkml:trace>
</inkml:ink>
</file>

<file path=ppt/ink/ink1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9:11.35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8 8634,'0'0'10491,"9"-3"-9658,-6 2-741,0 0 1,0 0-1,0 1 1,1-1-1,-1 1 1,0 0-1,1 0 1,-1 0-1,0 0 1,0 0-1,1 1 1,-1 0 0,0-1-1,0 1 1,0 1-1,4 0 1,-1 2 104,0 0 1,0 0 0,0 1 0,-1-1-1,1 1 1,-1 1 0,0-1 0,5 8-1,16 24 471,-2 0-1,-2 1 1,-1 2-1,-2 0 1,23 70-1,-19-33-103,-3 1 0,12 100-1,-28-151-485,-1 1 1,-1 0-1,-1 0 0,-5 44 0,2-62-44,0 1 1,-1-1-1,0 0 0,0 0 0,-1-1 0,0 1 0,-1-1 1,0 0-1,0 0 0,-1 0 0,0-1 0,-1 1 0,0-2 0,0 1 1,-10 7-1,-60 40 114,63-50-1411,-11-5-6858,19 0 4679,-2 0-3470</inkml:trace>
</inkml:ink>
</file>

<file path=ppt/ink/ink1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9:11.35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141 0 3393,'0'0'1472,"-102"225"-1728,63-135-2617</inkml:trace>
</inkml:ink>
</file>

<file path=ppt/ink/ink1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9:17.75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181 87 5641,'0'0'4201,"-122"-81"-3993,102 78-48,1 0-8,13 3 24,-1 0-176,1 0-584,6 10-488,0 6-456,6-3-3642</inkml:trace>
</inkml:ink>
</file>

<file path=ppt/ink/ink1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9:29.77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252 274 23664,'0'10'0,"0"1"0,-1 0 0,0-1 0,1 1 0,-1-1 0,-1 1 0,1-1 0,-1 0 0,0 0 0,0 0 0,0 0 0,0-1 0,-1 0 0,1 0 0,-1 0 0,0 0 0,0-1 0,0 0 0,-1 0 0,1-1 0,-1 0 0,0 0 0,0 0 0,0-1 0,0 0 0,0-1 0,-1 0 0,1 0 0,-1-1 0,1 0 0,-1 0 0,0-1 0,0-1 0,1 1 0,-1-1 0,0-1 0,0 0 0,0 0 0,0-1 0,0 0 0,0-1 0,0 0 0,0 0 0,0-1 0,1-1 0,-1 1 0,0-1 0,0-1 0,1 0 0,-1 0 0,1-1 0,-1 0 0,1 0 0,0-1 0,0 0 0,0-1 0,0 0 0,0 0 0,1 0 0,-1-1 0,1 0 0,0 0 0,0-1 0,0 0 0,1 0 0,-1 0 0,1 0 0,0-1 0,0 0 0,0 0 0,0 0 0,1 0 0,-1-1 0,1 1 0,1-1 0,-1 1 0,0-1 0,1 0 0,0 1 0,0-1 0,0 0 0,1 0 0,0 1 0,-1-1 0,1 1 0,1-1 0,-1 1 0,1 0 0,0 0 0,0 0 0,0 0 0,0 1 0,1 0 0,-1 0 0,1 0 0,0 0 0,0 1 0,0 0 0,1 0 0,-1 1 0,1 0 0,0 0 0,0 0 0,0 1 0,0 0 0,0 1 0,1 0 0,-1 0 0,1 1 0,-1 0 0,1 0 0,0 1 0,0 1 0,-1-1 0,1 1 0,0 1 0,0 0 0,0 0 0,0 1 0,0 0 0,0 1 0,0 0 0,0 0 0,0 1 0,-1 1 0,1-1 0,0 1 0,0 1 0,-1 0 0,1 0 0,-1 1 0,1 0 0,-1 0 0,0 1 0,0 0 0,0 1 0,0 0 0,0 0 0,-1 0 0,1 1 0,-1 0 0,0 0 0,0 1 0,0 0 0,-1 0 0,1 0 0,-1 0 0,0 1 0,0 0 0,0 0 0,0 0 0,-1 0 0,1 1 0,-1-1 0,-1 1 0,1-1 0,0 1 0,-1 0 0,0 0 0</inkml:trace>
</inkml:ink>
</file>

<file path=ppt/ink/ink1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9:38.73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1 276 6553,'0'0'7997,"0"-4"-7613,0 1-818,3-24 2569,-3 27-2090,0 0-1,1-1 1,-1 1-1,1-1 1,-1 1-1,0-1 1,1 1-1,-1 0 1,1-1 0,-1 1-1,1 0 1,-1-1-1,1 1 1,-1 0-1,1 0 1,0 0 0,-1-1-1,1 1 1,-1 0-1,1 0 1,-1 0-1,1 0 1,0 0 0,-1 0-1,1 0 1,-1 0-1,1 0 1,-1 1-1,1-1 1,0 0-1,-1 0 1,1 0 0,-1 1-1,1-1 1,-1 0-1,1 0 1,-1 1-1,1-1 1,-1 0 0,0 1-1,1-1 1,-1 1-1,1-1 1,-1 1-1,0-1 1,1 1 0,-1-1-1,1 2 1,3 0-11,0 1 0,-1 1 0,1-1 0,0 0 0,-1 1 0,0 0 0,0 0 1,0 0-1,0 0 0,-1 0 0,0 1 0,1-1 0,-2 1 0,1 0 0,0-1 0,-1 1 1,0 0-1,1 9 0,4 94 2282,-6-98-2315,-1 18 1417,-3-26-651,-5-16-533,4-2-228,1 1 0,0-1 0,1 0 1,0 0-1,2-1 0,0 1 0,1 0 0,2-26 1,-1-6-6,0 39-7,0-1 0,0 1 1,1 0-1,1 1 0,-1-1 1,1 0-1,1 1 0,-1-1 1,1 1-1,1 0 0,0 0 1,0 1-1,0-1 0,1 1 0,0 0 1,10-8-1,2-1-8,0 1 0,2 0-1,-1 2 1,44-23 0,-62 36-48,0-1 0,0 1 0,0-1 0,0 1 0,0 0 0,0-1 0,0 1 0,0 0 0,0 0 0,0-1 0,0 1 0,1 0 0,-1 0 0,0 0 0,0 0 0,0 1 0,0-1 0,0 0 0,0 0 0,0 1 0,0-1 0,1 0 0,-1 1 0,0-1 0,0 1 0,-1 0 0,1-1 0,0 1 0,0 0 0,0-1 0,0 1 0,-1 0 0,1 0 0,0 0 0,0 0 0,-1 0 0,1 0 0,-1 0 0,1 0 0,-1 0 0,0 0 0,1 0 0,-1 2 0,2 4-1281,0-1-1,-1 1 0,1 0 0,-2 0 0,1 10 1,-1 3-3973</inkml:trace>
</inkml:ink>
</file>

<file path=ppt/ink/ink1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9:39.18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20 0 4825,'0'0'12216,"-2"16"-9523,-9 63-2421,8-49-246,0 1-1,3 39 1,0-41-18,0-27-8,0-1 0,1 0 0,-1 1 0,0-1 0,1 0 0,-1 0-1,1 1 1,-1-1 0,1 0 0,-1 0 0,1 0 0,0 0 0,0 0 0,0 0 0,-1 0 0,1 0 0,0 0 0,0 0 0,0 0 0,0 0-1,1-1 1,-1 1 0,0 0 0,0-1 0,0 1 0,1-1 0,-1 0 0,0 1 0,0-1 0,1 0 0,1 1 0,-2-1-1,1 0 1,0 0 0,0 1 0,0-1 0,0 0-1,0-1 1,0 1 0,0 0 0,0 0 0,0-1-1,0 1 1,0-1 0,-1 0 0,1 0 0,0 1-1,0-1 1,-1 0 0,1 0 0,0-1 0,-1 1 0,3-2-1,0-4 73,1 1 1,-1-1-1,-1 0 0,1-1 0,-1 1 0,0-1 0,-1 1 0,0-1 1,0 0-1,1-11 0,0-10 537,-3-45 1,0 41-412,-1 32-168,1 0 0,-1-1 0,0 1-1,1 0 1,-1 0 0,0-1-1,0 1 1,0 0 0,0 0-1,0 0 1,-1 0 0,1 1-1,0-1 1,0 0 0,0 0 0,-1 1-1,1-1 1,-1 1 0,1-1-1,0 1 1,-1-1 0,1 1-1,-1 0 1,1 0 0,-3 0-1,0-1-69,0 0-1,1 1 0,-1-1 1,0 1-1,0 0 0,0 0 1,1 1-1,-1-1 1,-6 2-1,10-1-139,-1 0 1,1 0-1,-1 0 1,1 0 0,0 0-1,-1 0 1,1 0-1,0 0 1,0 0-1,0 0 1,0 1-1,0-1 1,0 0-1,0 0 1,0 0-1,1 0 1,-1 0-1,0 0 1,0 0 0,1 0-1,0 1 1,7 12-6290,9-7-1174</inkml:trace>
</inkml:ink>
</file>

<file path=ppt/ink/ink1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9:39.60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129 1 7498,'0'0'10280,"-14"10"-9857,-44 37-24,55-43-366,-1 0 0,1 0 0,-1 0 0,1 1 0,0-1 0,0 1 0,1-1 0,0 1 0,0 0 0,0 0 0,0 0 0,1 0 0,-1 0 0,0 7 0,-2 9 36,-1 2-5,1 1 0,1-1-1,1 1 1,2 32 0,0-54-66,0 0 0,1 0 0,0 0-1,-1 0 1,1 0 0,0-1 0,0 1 0,0 0 0,0 0 0,0-1 0,0 1 0,0 0-1,1-1 1,-1 1 0,0-1 0,1 0 0,0 1 0,-1-1 0,1 0 0,0 0 0,-1 0-1,1 0 1,0 0 0,0-1 0,0 1 0,0 0 0,0-1 0,0 0 0,0 1 0,0-1-1,0 0 1,0 0 0,0 0 0,0 0 0,4-1 0,-2 1-1,0 0-1,0 0 1,0 0 0,0-1 0,0 1-1,0-1 1,0 0 0,0-1 0,0 1-1,-1-1 1,1 1 0,0-1-1,-1 0 1,1 0 0,-1-1 0,0 1-1,4-4 1,-2-3 64,-1 1-1,0-1 1,-1 0 0,0 0-1,0 0 1,-1-1-1,0 1 1,-1 0-1,0-1 1,-1 1 0,1-1-1,-3-15 1,2 4 482,-1 18-494,1 1 0,0 0 1,-1 0-1,0-1 0,1 1 0,-1 0 0,0 0 0,0 0 0,-1 0 1,1 0-1,0 0 0,0 0 0,-1 1 0,0-1 0,1 0 0,-1 1 1,0-1-1,1 1 0,-1-1 0,0 1 0,0 0 0,0 0 0,0 0 1,-1 0-1,1 0 0,0 1 0,0-1 0,0 0 0,-1 1 0,1 0 1,0 0-1,-4 0 0,3-1-48,-1 1 0,1-1 1,-1 1-1,1 0 0,-1 0 0,1 1 1,-1-1-1,1 1 0,-1 0 1,1 0-1,0 0 0,-1 0 0,1 0 1,0 1-1,0-1 0,0 1 0,0 0 1,0 0-1,0 0 0,-5 6 0,-10 32-1079,15-17-1575,3-22 2402,0 0-1,0 0 1,0-1-1,1 1 0,-1 0 1,0-1-1,0 1 1,1 0-1,-1-1 0,0 1 1,1 0-1,-1-1 1,0 1-1,1-1 1,-1 1-1,1-1 0,-1 1 1,1-1-1,0 1 1,-1-1-1,1 1 0,-1-1 1,1 0-1,1 1 1,15 1-5647</inkml:trace>
</inkml:ink>
</file>

<file path=ppt/ink/ink1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9:39.96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84 0 8250,'0'0'11009,"-6"30"-9829,2-14-983,-32 185 2011,18-69-1376,-1 152 1,19-281-866,0 0 0,1 0 0,-1 0 0,1 0-1,0 0 1,0 0 0,0 0 0,0 0 0,0-1 0,1 1 0,0 0-1,-1-1 1,1 1 0,0-1 0,0 0 0,0 1 0,0-1 0,1 0-1,-1 0 1,1 0 0,-1-1 0,1 1 0,-1 0 0,1-1 0,0 0-1,0 0 1,0 0 0,0 0 0,0 0 0,0 0 0,0-1-1,0 0 1,0 1 0,4-1 0,1 0-93,-1 1 1,1-1-1,0-1 0,-1 1 0,1-1 1,0-1-1,-1 1 0,1-1 0,-1 0 1,0-1-1,1 0 0,-1 0 0,8-6 1,-9 5-308,0 0-1,-1-1 1,0 0 0,1 0 0,7-11 0,-11 13-173,0 0 1,0 0-1,-1-1 0,1 1 1,-1 0-1,0-1 0,0 0 1,1-4-1,-1-10-5371</inkml:trace>
</inkml:ink>
</file>

<file path=ppt/ink/ink1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9:40.15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0 154 7682,'0'0'11194,"193"-70"-10594,-122 50-432,25-5-168,-13 5-1408,-19 1-5810</inkml:trace>
</inkml:ink>
</file>

<file path=ppt/ink/ink1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9:41.25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1 321 5857,'0'0'13999,"0"-1"-13897,0 0-1,0 0 1,0 0-1,0-1 0,0 1 1,0 0-1,0 0 1,0 0-1,0-1 1,0 1-1,1 0 0,-1 0 1,0 0-1,1 0 1,-1 0-1,2-2 1,9-9-39,0-1 0,1 1-1,1 1 1,23-16 0,-6 4-12,5-7-39,2 1 1,1 2-1,1 2 1,2 1-1,75-31 1,-111 52-13,1 1 1,0 1-1,0-1 1,0 1-1,0 0 1,0 0-1,0 1 0,0-1 1,0 2-1,1-1 1,-1 0-1,6 3 1,-9-2 4,0 0-1,1 1 1,-1-1 0,0 1 0,-1 0 0,1 0 0,0 0-1,0 0 1,-1 1 0,1-1 0,-1 1 0,0-1-1,0 1 1,0 0 0,0 0 0,0 0 0,-1 0-1,1 0 1,-1 0 0,0 1 0,2 4 0,5 24 80,-1-1 0,-2 1 0,3 56 1,-9 102 263,-1-79-236,-10 197 120,11-61-1125,2-248 683,-1 1 1,0-1 0,0 0 0,0 0-1,0 0 1,0 0 0,0 0 0,0 0-1,0 0 1,-1 0 0,1 1-1,0-1 1,0 0 0,-1 0 0,1 0-1,0 0 1,-1 1 0,1-1 0,-1 0-1,1 0 1,-1 1 0,0-1-1,1 0 1,-1 1 0,0-1 0,1 0-1,-1 1 1,0-1 0,0 1 0,1 0-1,-1-1 1,0 1 0,0 0-1,0-1 1,0 1 0,-1 0 0,1-1 53,-13-5-5515</inkml:trace>
</inkml:ink>
</file>

<file path=ppt/ink/ink1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9:41.54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82 7154,'0'0'12433,"13"-13"-11472,41-40-303,-53 51-627,1 1 0,-1 0 0,1-1 1,-1 1-1,0 0 0,1 0 0,0 0 0,-1 0 0,1 1 1,0-1-1,-1 0 0,1 1 0,0-1 0,0 1 1,0-1-1,-1 1 0,1 0 0,0 0 0,0 0 0,0 0 1,0 0-1,0 0 0,-1 1 0,1-1 0,0 1 1,0-1-1,-1 1 0,1 0 0,0-1 0,0 1 0,-1 0 1,1 0-1,-1 0 0,1 0 0,-1 0 0,0 1 1,3 2-1,1 2 60,0 1-1,0 0 1,-1 0 0,0 0 0,-1 0 0,4 9-1,-5-11-38,1 2-3,3 8 118,0 1-1,2-1 0,0 0 0,17 23 0,-22-34-158,1 0 0,-1 0 0,1-1 0,0 1-1,1-1 1,-1 0 0,1 0 0,-1-1 0,1 1-1,0-1 1,0 0 0,0 0 0,0-1 0,0 1-1,0-1 1,0 0 0,0-1 0,1 1 0,6-1-1,-7 0 27,-3 0-476,0 0 0,0 1 0,0-1 0,0 0 0,0-1 0,0 1 0,0 0 0,0-1 0,0 1 0,0-1 0,0 1 0,0-1 0,0 0 0,-1 0 0,1 0 0,0 0 0,2-2-1,4-10-5810</inkml:trace>
</inkml:ink>
</file>

<file path=ppt/ink/ink1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9:41.81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244 1 8210,'0'0'12290,"-25"57"-11473,5-21-17,-5 2-232,-1 1-232,-6-1-192,6 4-136,-6-7-8,13 4-120,0 2-736,6-9-1841,6-6-4232</inkml:trace>
</inkml:ink>
</file>

<file path=ppt/ink/ink1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9:42.61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766 1 9178,'0'0'9767,"-30"2"-8300,-98 11-317,120-11-1043,-1-1 0,1 1 1,0 1-1,0 0 0,0 0 0,0 0 0,0 1 1,1 0-1,0 1 0,0-1 0,0 1 1,-7 7-1,-4 3 146,-27 21 148,2 2-1,1 1 1,2 3 0,2 1-1,2 2 1,-47 76 0,60-82-350,2 1 1,2 1-1,1 1 0,2 0 1,2 2-1,2-1 1,2 1-1,-8 84 0,15-82-44,2 1 0,6 51 0,-3-78-6,1 0 0,1-1 0,1 1 0,1-1-1,0 0 1,2-1 0,13 27 0,-2-15 6,1 0 0,2-1 0,0-2 0,2 0 0,1-1 0,1-2-1,1 0 1,1-2 0,1-1 0,1-1 0,61 29 0,-46-29-7,1-3 0,0-1 0,1-2 0,1-3 0,0-1 0,1-3 0,-1-1 0,58-2 0,-89-4-1,28 0-14,73-8 0,-102 5 3,0 0 0,-1-1 1,1-1-1,-1 0 0,0-1 1,0-1-1,0 0 1,15-11-1,-9 2 16,0-1-1,-1-1 1,-1-1-1,-1 0 1,-1-1-1,0-1 1,-2-1-1,0 0 1,-1-1-1,-2 0 1,0-1-1,-2-1 1,0 0-1,9-40 1,-6 9 12,-3 1 1,-2-1 0,-3 0 0,-2-1 0,-8-104-1,0 120-2,-2 1-1,-2-1 0,-1 2 1,-2-1-1,-2 1 0,-1 1 1,-26-45-1,12 31 31,-3 1 0,-2 2-1,-2 1 1,-58-59 0,82 95-13,0 1 0,0 1 0,-1 0 1,-1 0-1,0 1 0,0 1 0,0 1 1,-1 0-1,0 0 0,-1 2 0,-17-5 1,-4 3-1,-1 2 0,1 1 1,-63 1-1,35 3-27,10-1 2,-88 9 0,141-8-96,-1 0 1,1 1-1,0-1 1,-1 1 0,1 0-1,0 0 1,0 0-1,0 0 1,-1 0-1,1 0 1,0 1-1,1-1 1,-1 1-1,0-1 1,0 1-1,1 0 1,-1-1-1,1 1 1,-3 3-1,-12 43-3834,10-23 1762,-2 4-3541</inkml:trace>
</inkml:ink>
</file>

<file path=ppt/ink/ink1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9:43.31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423 2 7210,'0'0'11394,"-4"-1"-10468,1 1-847,1 0 1,-1 0 0,1 0 0,-1 0 0,1 1 0,0-1 0,-1 1 0,1-1 0,-1 1 0,1 0 0,0 0 0,0 0 0,-1 0 0,1 0 0,0 1 0,0-1 0,0 1 0,0-1 0,1 1 0,-1 0 0,-3 3 0,-42 58 1154,20-25-612,-11 8-236,2 2 0,2 2 0,-40 78 0,60-100-379,2 1 1,0 1-1,2-1 1,2 2-1,1-1 1,1 1-1,1 0 0,0 46 1,5-59-23,-1-6 9,1-1 1,0 0-1,1 1 0,0-1 1,1 0-1,5 19 1,-5-27-1,-1 0 0,1 1 0,0-1 1,0-1-1,0 1 0,1 0 0,-1 0 1,0-1-1,1 1 0,0-1 0,0 0 1,0 0-1,0 0 0,0 0 1,0-1-1,0 1 0,0-1 0,1 0 1,-1 0-1,1 0 0,-1 0 0,1 0 1,-1-1-1,1 0 0,-1 1 0,5-2 1,1 2-4,0-1 0,0 0 0,0-1 1,0 0-1,0 0 0,0-1 1,0 0-1,10-5 0,-16 6 29,0 0 0,0-1 0,0 1 0,0-1 0,-1 0 0,1 0 0,-1 0 0,1 0 0,-1 0 0,0 0 0,0-1-1,1 1 1,-2-1 0,1 0 0,0 0 0,-1 1 0,1-1 0,-1 0 0,0 0 0,0 0 0,0-1 0,0 1 0,0 0 0,-1 0 0,0 0 0,1-6 0,-2 8 10,1 0 0,0 0 1,-1 0-1,1 0 1,-1 0-1,1 0 0,-1 1 1,0-1-1,1 0 0,-1 0 1,0 0-1,1 1 0,-1-1 1,0 1-1,0-1 1,0 0-1,1 1 0,-1-1 1,0 1-1,0 0 0,0-1 1,0 1-1,0 0 0,0-1 1,0 1-1,0 0 1,0 0-1,0 0 0,-1 0 1,-38-2-19,32 2 57,-181-1 1016,188 1-1088,1 1 1,0-1-1,0 0 0,0 0 0,0 1 0,0-1 0,-1 0 0,1 1 0,0-1 0,0 1 0,0-1 0,0 0 0,0 1 0,0-1 0,0 0 0,0 1 0,0-1 0,0 0 0,0 1 0,0-1 0,1 0 0,-1 1 0,0-1 0,0 0 0,0 1 0,0-1 0,0 0 0,1 1 0,-1-1 0,0 0 0,0 0 1,1 1-1,-1-1 0,0 0 0,0 0 0,1 0 0,-1 1 0,0-1 0,1 0 0,-1 0 0,0 0 0,1 0 0,-1 0 0,0 1 0,1-1 0,-1 0 0,0 0 0,1 0 0,10 2-1088,0-1 1,0 0-1,0-1 0,20-1 0,-26 0 24,22-1-6468</inkml:trace>
</inkml:ink>
</file>

<file path=ppt/ink/ink1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9:44.51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963 2 3001,'0'0'12554,"0"0"-12392,0 0-1,0 0 0,0 0 1,0-1-1,1 1 1,-1 0-1,0 0 0,0 0 1,0 0-1,0 0 0,0 0 1,1 0-1,-1 0 0,0 0 1,0 0-1,0 0 1,0 0-1,1 0 0,-1 0 1,0 0-1,0 0 0,0 0 1,0 0-1,1 0 1,-1 0-1,0 0 0,0 0 1,0 0-1,0 0 0,0 0 1,1 0-1,-1 1 0,0-1 1,0 0-1,0 0 1,0 0-1,0 0 0,0 0 1,1 0-1,-1 0 0,0 1 1,0-1-1,0 0 1,0 0-1,0 0 0,0 0 1,0 0-1,0 1 0,0-1 1,0 0-1,-27 29-48,2 1 0,1 2-1,-26 43 1,-54 112-42,84-149-45,-258 454 343,0-2 620,143-201-306,129-268-620,6-18-35,-1 0-1,0 0 1,1 0 0,-1 0 0,0 0-1,-1 0 1,1 0 0,0 0 0,-1 0 0,0 0-1,1-1 1,-1 1 0,-4 3 0,5-6 1529,28 2-5828,-10 8 619,-3 1-1109</inkml:trace>
</inkml:ink>
</file>

<file path=ppt/ink/ink1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9:45.65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301 5 6969,'0'0'11859,"-5"-2"-10944,2 2-811,0-1 0,0 1 0,0-1 0,1 1 0,-1 0 0,0 0 0,0 0 0,0 0 0,0 1 0,0-1 0,0 1-1,0 0 1,-5 2 0,3 0 3,1 0-1,-1 1 0,0-1 1,1 1-1,0 0 0,0 1 0,-6 7 1,-37 55 724,3 2 0,-64 134 1,105-199-812,-3 12 32,6-15-51,0-1 1,0 1 0,-1-1 0,1 0 0,0 1 0,0-1 0,0 0 0,0 1-1,0-1 1,0 1 0,0-1 0,0 0 0,1 1 0,-1-1 0,0 0 0,0 1-1,0-1 1,0 0 0,0 1 0,1-1 0,-1 0 0,0 1 0,0-1-1,0 0 1,1 1 0,-1-1 0,0 0 0,1 0 0,-1 1 0,0-1 0,1 0-1,-1 0 1,0 0 0,1 1 0,-1-1 0,0 0 0,1 0 0,-1 0 0,0 0-1,1 0 1,-1 0 0,0 0 0,1 0 0,-1 0 0,1 0 0,-1 0 0,0 0-1,1 0 1,-1 0 0,0 0 0,1 0 0,-1 0 0,0-1 0,1 1 0,-1 0-1,0 0 1,1 0 0,0-1 0,-1 1 6,14-4 71,-1-1 0,1 0 0,-1-1 0,0 0 0,21-14 0,11-6 121,-35 21-151,53-28 185,2 3 1,128-40-1,-191 69-219,25-2 92,-5 3 91,-20 0-187,-16 0-8320,3 0 2963</inkml:trace>
</inkml:ink>
</file>

<file path=ppt/ink/ink1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9:45.82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0 1 9314</inkml:trace>
</inkml:ink>
</file>

<file path=ppt/ink/ink1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9:45.96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 9314,'97'94'5118,"-96"-93"-4956,1 0 0,-1 0 0,0 0 0,1 0 0,-1 1 0,0-1 0,0 0 0,0 0 0,0 1 0,0-1 0,0 1 0,0-1 0,0 1 0,0-1 0,-1 1 0,1 0 0,0 2 0,-11 153 8189,1 7-7236,9-112-1176,-1 84-1769,-6-49-5693,2-63 2230</inkml:trace>
</inkml:ink>
</file>

<file path=ppt/ink/ink1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9:46.45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759 118 8314,'0'0'10795,"-28"-20"-9858,-98-61-315,123 79-588,-1 0 0,0 0 0,0 0 0,0 0 0,0 1 0,0 0 0,-1 0 0,1 0 0,0 0 0,-1 0 0,1 1 0,0 0 0,-1 0 0,1 0 0,0 1 0,-1-1 0,1 1 0,0 0 0,-1 0 0,1 1 0,0-1 0,0 1 0,0 0 0,0 0-1,1 0 1,-1 1 0,0-1 0,1 1 0,-7 6 0,-4 1 98,-28 22 106,2 2 1,1 2-1,2 1 0,2 2 0,1 1 0,2 1 0,2 3 1,1 0-1,3 1 0,2 2 0,-27 71 0,41-87-166,1 0-1,1 1 1,2-1-1,1 1 1,2 1-1,1-1 1,2 39-1,2-49-61,0 0-1,1 0 1,2-1 0,0 1-1,1-1 1,1 0 0,1 0 0,1-1-1,1 0 1,1 0 0,17 24-1,-3-15 6,0-1 0,2-1 0,1-2 0,1 0-1,1-2 1,1-2 0,1 0 0,50 23 0,-27-19-4,0-2 0,1-3 0,1-2-1,98 18 1,-107-29 6,0-1-1,86-2 0,-113-5-23,0-1 0,0-1 0,0 0 0,0-2 0,0 0 0,-1-2 0,0 0 0,32-16 0,-24 5-4,-1-1 1,0 0-1,-2-2 0,0-1 1,-2-2-1,0 0 1,-2-1-1,0-1 0,-2-1 1,-1 0-1,-2-2 1,0 0-1,16-44 1,-15 27 18,-2 0 0,-2-1 1,-2-1-1,-2 0 1,-2-1-1,-3 0 1,-1 0-1,-6-69 1,0 94 34,-1 0 0,0 0 1,-2 1-1,-1-1 0,-1 1 1,-1 1-1,-1-1 0,-1 2 1,0-1-1,-2 2 0,-1-1 1,0 2-1,-1 0 0,-2 1 1,1 0-1,-2 1 0,0 1 1,-1 1-1,-1 1 0,0 0 1,-1 2-1,-1 0 0,1 2 0,-2 0 1,1 1-1,-1 1 0,-1 2 1,0 0-1,1 1 0,-26-1 1,47 6-41,-38-3 51,-1 3 1,-54 5-1,84-4-66,1 0 0,-1 1 0,1 1-1,0 0 1,0 0 0,-1 1 0,2 0-1,-1 1 1,1 0 0,-1 0-1,1 1 1,1 1 0,-1-1 0,-8 10-1,8 2-895,18-9-1652,28-6-1535,-30-3 3103,-1-1-1,1 0 0,0 0 0,0-1 0,9-3 0,35-25-8206</inkml:trace>
</inkml:ink>
</file>

<file path=ppt/ink/ink1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9:47.61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0 808,'0'0'11124,"0"10"-892,0 14-7804,1-18-2391,-1 0 0,1 0 0,1 0 0,-1-1 0,1 1 0,0 0 1,0-1-1,1 1 0,4 7 0,37 51 178,-18-27-140,170 215 913,-2-2-179,5 81 782,-196-326-1485,11 22-1575,-12-3-7725,-2-3 720</inkml:trace>
</inkml:ink>
</file>

<file path=ppt/ink/ink1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9:48.17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180 0 10442,'0'0'12522,"-10"24"-11725,3-6-634,-78 171 1797,84-186-1927,-29 59 363,28-59-386,1 1 0,-1 0 1,1 0-1,0 0 0,0 0 0,1 0 0,-1 1 0,1-1 0,-1 0 0,2 0 1,-1 0-1,0 1 0,2 5 0,-1-9-11,-1-1 0,1 1 0,0 0 0,0 0 0,0-1 0,0 1-1,0-1 1,0 1 0,0-1 0,0 1 0,0-1 0,0 0 0,0 1 0,0-1 0,1 0 0,-1 0 0,0 0 0,0 0 0,0 0 0,1 0-1,33-1-14,-22 1 14,145 0-125,-157 0 127,1 0-1,-1 0 1,1 0 0,-1 1-1,1-1 1,-1 0 0,0 1-1,1 0 1,-1-1 0,1 1-1,-1 0 1,0-1 0,0 1 0,1 0-1,-1 0 1,0 0 0,0 0-1,0 0 1,0 0 0,0 1-1,0-1 1,0 0 0,0 0-1,-1 1 1,1-1 0,0 0-1,-1 1 1,1-1 0,-1 1 0,0-1-1,1 1 1,-1 2 0,1 7 17,0-1 0,-1 0 0,-1 20 1,0-9 7,0-16-16,1 1-1,-1 0 1,0-1 0,-1 1-1,1-1 1,-1 0 0,0 1-1,-1-1 1,1 0 0,-1 0-1,0 0 1,0-1 0,-1 1 0,1-1-1,-1 0 1,0 1 0,0-2-1,0 1 1,-1 0 0,0-1-1,1 0 1,-9 4 0,5-3-10,0 0 1,1-1 0,-1 1 0,-1-2 0,1 1 0,0-1 0,-1-1-1,1 1 1,-1-1 0,1-1 0,-1 0 0,0 0 0,1 0-1,-14-4 1,18 3-103,0-1-1,0 1 1,0-1-1,0 0 1,0-1-1,1 1 1,-1-1 0,1 1-1,-1-1 1,1 0-1,0 0 1,0-1-1,1 1 1,-1-1-1,1 1 1,-1-1-1,1 0 1,-3-7-1,0-2-885,0 0-1,1 0 1,1 0-1,-4-26 1,5-12-4423</inkml:trace>
</inkml:ink>
</file>

<file path=ppt/ink/ink1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9:48.37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19 9826,'0'0'13171,"148"-19"-13115,-123 22-56,8 4-40,-8-1-448,7-3-1745,-6-3-2528,-7 0-3592</inkml:trace>
</inkml:ink>
</file>

<file path=ppt/ink/ink1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9:48.88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1054 1 10058,'0'0'3424,"-34"1"-1575,7-1-1429,2-1-20,0 1 0,0 1 0,1 2-1,-1 0 1,1 2 0,-1 0 0,-31 13-1,19-2-34,2 2-1,0 2 0,1 1 0,1 1 0,1 2 0,1 1 0,-41 43 1,18-8-9,2 1 0,-75 118 1,87-116-274,4 1 0,-40 95 1,62-121-67,1-1 1,2 2-1,2 0 0,1 0 1,2 0-1,-1 42 1,6-67-17,1-1 1,0 0 0,1 1 0,0-1 0,1 1-1,1-1 1,0 0 0,1 0 0,0 0-1,1-1 1,0 1 0,1-1 0,0 0 0,1-1-1,1 1 1,-1-1 0,2-1 0,0 0-1,0 0 1,15 12 0,-5-8 1,0-1 0,1-1 0,1 0 0,0-2 0,1-1 0,0 0 1,0-1-1,0-2 0,1 0 0,0-2 0,33 3 0,-10-3-30,0-3-1,0-1 1,0-3-1,85-15 1,-70 3 12,0-3 1,-1-3-1,-1-2 0,-1-2 1,-1-4-1,-1-1 0,-2-3 1,-1-3-1,55-47 0,-80 58 21,-1-1 0,-1-1 0,-1-1-1,-1-1 1,-2-1 0,0-1 0,-3-1 0,20-43-1,-26 46 297,-2-1-1,-1 0 1,-1-1-1,-2 0 0,-1 0 1,-1-1-1,-2 1 0,-1-1 1,-4-63-1,1 84-187,-1 1 0,0-1 0,-1 1-1,0 0 1,0 0 0,-1 0 0,-1 0 0,1 0-1,-2 1 1,1 0 0,-10-12 0,4 9-22,1 1 1,-2 0 0,0 0-1,0 1 1,0 0 0,-2 2-1,-14-9 1,-1 3-33,-1 1-1,-1 1 1,0 1 0,0 2-1,-1 2 1,-61-8 0,41 9-156,-1 2 0,0 2 0,0 3 0,-74 9 0,115-8-771,-17 3 255,22-2-3016,2 0-3351</inkml:trace>
</inkml:ink>
</file>

<file path=ppt/ink/ink1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9:53.07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78 160 5905,'0'0'7018,"1"-6"-6177,1 2-420,1-8-288,-2 2 4538,-32 14-2439,26-1-2228,1 1 1,0-1 0,0 1-1,0 0 1,1 0 0,-1 0-1,1 0 1,0 1 0,0-1-1,1 1 1,-1 0 0,1-1-1,0 1 1,1 1 0,-1-1-1,1 0 1,0 0 0,0 0-1,0 1 1,1-1 0,0 0-1,0 1 1,1 9 0,1-12-5,-1-1 1,1 1 0,0-1 0,0 0 0,0 0 0,0 0-1,0 0 1,0 0 0,1 0 0,-1 0 0,0-1 0,1 1-1,0-1 1,-1 0 0,1 0 0,0 0 0,4 1 0,55 14 48,-55-14-33,6 0-12,0-1 0,0 0 0,21-1 0,-10-1 122,-23 1-110,0 0 0,-1-1 0,1 1 0,0-1 0,0 1 0,-1-1 0,1 0 0,0 1 0,-1-1 0,1 0 0,-1 1 0,1-1 0,-1 0 0,1 0 0,-1 1 0,1-1 0,-1 0 0,0 0 0,1 0 0,-1 0 0,0 0 0,0 1 0,0-1 0,1-2 0,3-31 209,-3 26-147,2-26 226,-3-60 0,-2 36-134,2 56-153,0 0 1,0-1 0,0 1 0,0-1-1,0 1 1,-1 0 0,1-1 0,-1 1 0,0 0-1,0 0 1,0-1 0,0 1 0,0 0-1,0 0 1,0 0 0,-1 0 0,1 0 0,-1 1-1,1-1 1,-1 0 0,0 1 0,0-1-1,0 1 1,0-1 0,0 1 0,0 0 0,0 0-1,0 0 1,0 0 0,-1 0 0,1 1-1,0-1 1,-1 1 0,1-1 0,0 1-1,-1 0 1,1 0 0,-3 0 0,1 0-5,0 0 1,0 1 0,0-1-1,0 1 1,0 0 0,0 0-1,0 1 1,0-1 0,0 1-1,1 0 1,-1-1 0,1 2-1,-1-1 1,1 0 0,0 1-1,0 0 1,0-1 0,0 1-1,0 0 1,1 1-1,-5 6 1,-4 15 789,6-12-3107</inkml:trace>
</inkml:ink>
</file>

<file path=ppt/ink/ink1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9:55.32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 57 616,'0'0'11632,"0"-6"-10481,0-25 359,0 13 4135,0 16-4457,0 5-849,-2 68-170,0-36-53,2 1-1,5 49 1,6-39 119,-7-37 65,-2 1 0,1 0 0,-1 0 0,1 17 0,10-23-9554,-1 2 2386</inkml:trace>
</inkml:ink>
</file>

<file path=ppt/ink/ink1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49:57.73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26 113 2577,'0'0'7485,"-26"-12"1650,27 9-9127,0 0 0,0 0 0,0 1-1,1-1 1,-1 1 0,1-1 0,-1 1-1,1 0 1,0-1 0,0 1 0,0 0-1,0 0 1,0 0 0,0 1 0,0-1-1,1 0 1,3-1 0,49-26-4,-32 20 12,-17 6 13,0 0-1,0 0 1,0 1-1,1 0 1,-1 0 0,1 0-1,0 1 1,-1 0-1,1 0 1,0 1-1,-1 0 1,10 1-1,-15-1 0,0 1 0,0 0 0,0 0 0,1 0-1,-1-1 1,0 1 0,0 1 0,0-1 0,-1 0 0,1 0 0,0 0-1,0 0 1,0 0 0,-1 1 0,1-1 0,-1 0 0,1 1 0,-1-1-1,0 0 1,1 1 0,-1-1 0,0 1 0,0 1 0,2 38 384,-2-35-394,0-4-3,1 9 9,0-1 0,-1 0-1,-1 1 1,1-1 0,-2 0-1,1 0 1,-1 0 0,-1 1 0,0-2-1,0 1 1,-1 0 0,0-1-1,-1 0 1,-8 12 0,-4 10-9,15-26 11,0 0 0,-1-1 1,0 1-1,1 0 1,-1-1-1,-1 0 1,1 0-1,-1 0 0,1 0 1,-7 5-1,10-10-1,0 1 0,0 0 0,1 0 0,-1 0 0,0 0-1,0 0 1,0 0 0,0 0 0,1 0 0,-1 0 0,0 1 0,0-1 0,0 0-1,1 0 1,-1 0 0,0 0 0,0 0 0,0 0 0,0 0 0,1 0 0,-1 0-1,0 0 1,0 1 0,0-1 0,0 0 0,0 0 0,0 0 0,1 0 0,-1 0-1,0 1 1,0-1 0,0 0 0,0 0 0,0 0 0,0 1 0,0-1 0,0 0-1,0 0 1,0 0 0,0 0 0,0 1 0,0-1 0,0 0 0,0 0 0,0 0-1,0 1 1,0-1 0,0 0 0,0 0 0,0 0 0,0 0 0,0 1-1,0-1 1,0 0 0,0 0 0,-1 0 0,1 0 0,0 1 0,0-1 0,0 0-1,0 0 1,-1 0 0,16 3 343,27-4 64,0-2 0,-1-1 0,65-16-1,-81 18 1047,-23 3-872,-18-1-3508,-14 1-3863,17 4 1554</inkml:trace>
</inkml:ink>
</file>

<file path=ppt/ink/ink1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0:38.02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72 0 1776,'0'0'11327,"2"1"-11200,-1-1 90,-1 0-1,0 0 0,1 0 1,-1 0-1,1 0 1,-1 0-1,0 0 0,1 0 1,-1 0-1,0 0 1,0 0-1,1 0 0,-1 1 1,0-1-1,1 0 1,-1 0-1,0 0 0,1 0 1,-1 1-1,0-1 1,0 0-1,0 0 0,1 1 1,-1-1-1,0 0 1,0 1-1,0-1 0,1 0 1,-1 0-1,0 1 1,0-1-1,0 0 0,0 1 1,0-1-1,0 1 0,-30 62 794,22-49-791,1 0-1,0 0 1,-5 17 0,7-9 123,0 1-1,1-1 1,2 1 0,0 41-1,2-62-324,1 0-1,0-1 0,0 1 1,-1-1-1,1 1 0,0 0 1,0-1-1,0 1 1,0-1-1,1 0 0,-1 1 1,0-1-1,1 0 0,-1 0 1,1 0-1,-1 0 0,1 0 1,-1 0-1,1 0 1,-1-1-1,1 1 0,0-1 1,0 1-1,2 0 0,46 8 161,-33-9-149,-9 1-7,0-1 0,0 0 0,-1-1-1,1 0 1,0 0 0,8-3 0,-13 3-13,1-1 0,0 0 0,-1 0 0,0 0-1,1-1 1,-1 1 0,0-1 0,0 0 0,0 0 0,-1 0 0,1 0 0,-1 0 0,0-1 0,4-6 0,25-69 99,-30 76-106,-1 1 1,1 0 0,-1 0-1,1-1 1,-1 1-1,0 0 1,0-1 0,0 1-1,0 0 1,0-1-1,0 1 1,-1 0 0,1-1-1,-1 1 1,1 0-1,-1 0 1,0 0 0,0-1-1,0 1 1,-2-3-1,-32-42 39,18 26 39,15 19-53,0 1 0,0-1 0,-1 0 1,1 0-1,0 1 0,-1 0 0,1-1 0,-1 1 1,1 0-1,-1 0 0,0 0 0,1 1 0,-1-1 1,0 0-1,0 1 0,1 0 0,-6 0 0,2-1 62,5 1 81,-16 0-907,15 17-5908,2-1 770</inkml:trace>
</inkml:ink>
</file>

<file path=ppt/ink/ink1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0:38.02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9 1072,'0'0'11879,"0"-1"-12151,3-6 10220,-1 7-8375,0 8-1384,0 0 0,-1 0 0,0 0 0,0 0 1,0 12-1,5 69 1239,-6-81-1280,1-1 0,0 1 0,1-1 0,0 0 0,0 0 0,0 0 0,1 0 0,0 0 0,0 0 0,9 11 0,-4 18 610,2-16-466,-10-19-246,1 1-1,-1 0 0,1 0 1,0-1-1,-1 1 0,1 0 1,0-1-1,0 1 0,0-1 1,0 1-1,0-1 0,0 0 0,3 3 1,-3-4 11,12-12-20548</inkml:trace>
</inkml:ink>
</file>

<file path=ppt/ink/ink1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0:38.02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7 3 1536,'0'0'10972,"-7"-3"-1075,8 4-9854,0 0-1,0-1 1,1 1 0,-1 0 0,0-1 0,0 1 0,0-1 0,0 1-1,0-1 1,1 0 0,-1 1 0,0-1 0,0 0 0,1 0-1,-1 0 1,0 0 0,1 0 0,1-1 0,39 1 157,-32 0-147,125 0 160,-134 1-209,0-1 0,-1 1 0,1 0 0,-1 0-1,1-1 1,-1 1 0,1 0 0,-1 0 0,1 0 0,-1 0 0,1 0-1,-1 0 1,0-1 0,0 1 0,0 0 0,1 0 0,-1 0 0,0 0-1,0 0 1,0 0 0,0 0 0,-1 1 0,1 33 96,0-27-70,-1-6-24,1 0 0,0 0-1,-1 0 1,1 0 0,-1-1 0,0 1 0,0 0 0,1 0 0,-1-1 0,0 1 0,-1 0-1,1-1 1,0 1 0,0-1 0,-1 1 0,-2 1 0,-32 24 88,0 1 237,32-23-267,2-3-24,0 0 0,0 1 0,0-1 0,0 0 0,0 1 0,1 0 0,-1-1 0,1 1 0,0 0-1,0 0 1,0 0 0,0 0 0,0-1 0,0 1 0,1 0 0,0 0 0,0 1 0,-1-1 0,2 5 0,0-8-22,-1 1-1,1 0 1,-1-1 0,1 1 0,-1-1-1,1 1 1,0-1 0,-1 1-1,1-1 1,0 0 0,-1 1-1,1-1 1,0 0 0,0 1-1,-1-1 1,1 0 0,0 0 0,0 0-1,-1 0 1,1 0 0,0 0-1,0 0 1,0 0 0,1 0-1,29 0 57,-22-1 1,44 1-161,27 0 659,-57 0-1741,-20 0-118,-8 1-597,-15 3-3859,0 4-2995</inkml:trace>
</inkml:ink>
</file>

<file path=ppt/ink/ink1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0:38.02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0 196 5761,'0'0'9665,"5"-1"-8812,0 0-508,-1 0-1,1 0 0,0 0 0,0 0 0,0 1 1,0 0-1,9 1 0,-12-1-235,0 1 0,0 0-1,0-1 1,0 1 0,0 0 0,0 0 0,0 0 0,0 0-1,-1 0 1,1 1 0,0-1 0,-1 0 0,1 1-1,-1 0 1,0-1 0,1 1 0,-1 0 0,0-1 0,0 1-1,0 0 1,0 0 0,0 0 0,0 3 0,17 42 689,10 52 0,-20-76-501,-4-36 375,-4-49 173,0 54-1053,0-16 218,-1 15-9,0 1-1,1-1 0,0 0 0,1 0 1,0 0-1,0 0 0,1 1 1,0-1-1,0 1 0,1-1 0,0 1 1,1 0-1,0 0 0,7-12 0,1 4 57,1 1 0,0 0-1,1 1 1,1 0-1,20-14 1,-25 21-267,0 1 0,0 1 0,1-1 0,12-3 1,-15 6-749,1 1 1,0-1-1,0 2 1,0-1-1,17 1 1,-24 6-6046,-1-3 4872,4 7-6726</inkml:trace>
</inkml:ink>
</file>

<file path=ppt/ink/ink1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0:38.02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123 1 5209,'0'0'13126,"-6"3"-12570,-4 4-334,0-1 0,0 1 1,1 1-1,0 0 0,0 0 1,1 1-1,-13 16 1,17-20-180,1 1 1,-1 0 0,1 0-1,0 0 1,0 0 0,1 0-1,0 1 1,0-1 0,1 1 0,-1-1-1,1 1 1,1 0 0,-1-1-1,1 1 1,1 0 0,0 9 0,0-14-37,1 1 0,-1-1 0,0 0 0,1 1 0,-1-1 0,1 0 0,0 0 0,-1 0 0,1 0 0,0-1 0,0 1 0,0 0 0,1-1 0,-1 1 0,0-1 0,0 0 0,1 0 1,-1 0-1,1 0 0,-1 0 0,1 0 0,0-1 0,-1 1 0,1-1 0,0 0 0,-1 0 0,4 0 0,0 1 5,0-1 1,0 0-1,0 0 1,1-1-1,-1 1 1,0-1-1,0-1 1,0 1-1,0-1 0,0 0 1,7-3-1,-9 1 19,0 1 0,0-1 0,0 0 0,0 0 0,0 0 0,-1-1-1,1 1 1,-1-1 0,0 0 0,-1 0 0,1 0 0,-1 0 0,0 0 0,-1-1-1,1 1 1,-1-1 0,0 1 0,0-1 0,-1 1 0,1-1 0,-1 1 0,0-1 0,-1 0-1,0 1 1,-1-9 0,1 12-14,0 0 0,0 0-1,-1 0 1,1 0 0,0 0-1,-1 0 1,1 1 0,-1-1-1,0 0 1,0 1 0,1-1-1,-1 1 1,0 0 0,0 0-1,0 0 1,0 0 0,-1 0-1,1 0 1,0 0 0,0 0-1,-1 1 1,1 0 0,-3-1-1,-56-5-499,60 6-677,11 1-3920,18 7 529,4 2-2328</inkml:trace>
</inkml:ink>
</file>

<file path=ppt/ink/ink1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0:38.02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194 1 4185,'0'0'14079,"-4"0"-13368,-4-1-627,0 1 1,0 0-1,0 1 0,0 0 1,0 0-1,0 1 1,0 0-1,0 0 1,0 1-1,1 0 0,-1 1 1,1-1-1,0 1 1,0 1-1,0-1 1,1 1-1,0 0 0,-1 1 1,2-1-1,-1 1 1,1 1-1,0-1 1,0 1-1,1-1 0,-6 12 1,8-15-84,1-1 0,0 1 1,0 0-1,1-1 0,-1 1 0,0 0 1,1-1-1,0 1 0,0 0 0,0-1 1,0 1-1,0 0 0,0 0 1,0-1-1,1 1 0,1 3 0,-1-4 0,0 0-1,0-1 0,0 1 1,0-1-1,0 1 0,1-1 1,-1 1-1,1-1 0,-1 0 1,1 0-1,-1 1 1,1-1-1,0 0 0,0-1 1,-1 1-1,1 0 0,3 0 1,7 2-8,0-1 0,0-1 1,1 0-1,-1-1 0,25-2 1,-33 1 29,0 1 1,0-1-1,0 0 1,0-1-1,0 1 1,0-1-1,0 1 0,-1-1 1,1 0-1,0-1 1,-1 1-1,0-1 1,1 1-1,-1-1 1,0 0-1,0 0 1,-1 0-1,1-1 0,-1 1 1,4-7-1,-4 7-6,-1 0 0,0 0 0,0 0 0,0 0 0,0 0 0,0 0 0,0 0 0,-1 0-1,1 0 1,-1 0 0,0 0 0,0-1 0,0 1 0,-1 0 0,1 0 0,-1 0 0,0 0 0,0 0 0,0 0 0,0 0-1,0 0 1,0 0 0,-1 0 0,0 0 0,1 1 0,-1-1 0,0 1 0,-3-4 0,-6-13-10206,22 19 3878</inkml:trace>
</inkml:ink>
</file>

<file path=ppt/ink/ink1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0:38.02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84 23 2561,'0'0'9039,"-15"-18"1876,10 14-9225,4 3-1625,-1 1 0,1 0 0,0 0 0,0 0 1,0 0-1,-1 1 0,1-1 0,0 0 0,0 0 0,0 1 0,-1-1 0,1 1 0,0-1 0,0 1 0,0 0 0,0-1 1,0 1-1,0 0 0,0-1 0,0 1 0,0 0 0,-1 2 0,-5 25 184,3-5-73,-6 41-45,2 1 1,2 0-1,5 73 0,1-136-140,0 1 0,0-1-1,1 0 1,-1 1-1,0-1 1,1 0 0,0 0-1,0 0 1,0 0-1,0 0 1,0 0 0,0 0-1,0 0 1,0 0-1,1 0 1,-1 0-1,1-1 1,0 1 0,-1 0-1,1-1 1,0 0-1,0 1 1,0-1 0,0 0-1,0 0 1,0 0-1,0 0 1,0-1 0,0 1-1,1 0 1,2 0-1,8 1-238,0 0 0,1-1 0,0 0-1,15-2 1,-11 1-462,-12-1 364,0 0 0,0 0 0,0 0 0,0-1 0,0 0 0,-1 0 0,1-1 0,-1 1 0,1-1 0,5-5 0,35-14-7297,-32 19 845</inkml:trace>
</inkml:ink>
</file>

<file path=ppt/ink/ink1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0:38.03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7 1688,'0'0'19276,"32"-6"-18819,0 6-137,0 0-192,7 0-128,12 0-208,32 3-1401,-12 0-2560,0-3-5729</inkml:trace>
</inkml:ink>
</file>

<file path=ppt/ink/ink1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0:38.03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62 1432,'0'0'13258,"26"-2"-12253,185-19 446,-133 12-796,324-20 3265,-398 29-3885,-1-1 0,1 1 0,-1 0 0,0 1 0,1-1 0,-1 1 0,1-1 0,-1 1 0,0 0 0,1 0 1,-1 1-1,0-1 0,0 1 0,0-1 0,0 1 0,3 3 0,-3-1 26,0 0-1,0 1 1,0-1 0,-1 1 0,1 0-1,-1-1 1,-1 1 0,1 0-1,-1 1 1,2 5 0,6 45 310,-1 0 1,-3 1-1,-3 0 1,-5 63-1,1-12 521,2-81-736,1-6-38,-1-1-1,-1 1 1,-1-1 0,-1 0 0,-5 21-1,-3 3 376,-6 46 0,1-6 35,14-64-533,7-16-2411,16-24-5335,-14 10 2240</inkml:trace>
</inkml:ink>
</file>

<file path=ppt/ink/ink1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0:38.03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 0 5761,'0'0'11655,"-2"0"-8266,7 0-2291,7 2-868,1 1-1,-1 1 0,0 0 0,0 0 0,0 2 1,-1-1-1,1 1 0,19 15 0,2-2 44,-18-10-153,0 0 1,-1 1 0,0 0 0,17 16 0,-29-24-221,1 0-650</inkml:trace>
</inkml:ink>
</file>

<file path=ppt/ink/ink1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0:38.03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265 6 1568,'0'0'15640,"-3"-2"-14637,2 2-901,0-1 1,-1 0-1,1 1 1,0 0-1,-1-1 1,1 1-1,-1 0 1,1-1-1,-1 1 1,1 0-1,-1 0 1,1 0-1,0 0 1,-1 1-1,1-1 1,-1 0-1,1 1 1,-1-1-1,1 0 1,0 1-1,-3 1 1,-25 22 1731,5-2-1242,-23 17 726,-55 57 0,99-94-1375,0 1 0,0 0 1,1 0-1,0 1 0,-1-1 0,1 0 0,0 1 1,0 0-1,-2 6 0,4-9-222,0 0 1,0 0-1,-1 1 1,1-1-1,0 0 1,0 0-1,0 0 1,1 1-1,-1-1 1,0 0-1,0 0 1,1 0-1,-1 1 1,1-1-1,-1 0 1,1 0-1,-1 0 1,1 0-1,0 0 1,-1 0-1,1 0 1,0 0 0,0 0-1,0 0 1,0-1-1,0 1 1,0 0-1,0 0 1,0-1-1,0 1 1,0-1-1,0 1 1,0-1-1,2 1 1,22 9-10678</inkml:trace>
</inkml:ink>
</file>

<file path=ppt/ink/ink1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0:38.03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623 204 2617,'0'0'9502,"-3"-11"-8496,-6-37-45,8 47-831,1-1 1,-1 1 0,1 0 0,-1 0-1,0 0 1,1-1 0,-1 1 0,0 0-1,0 0 1,0 0 0,0 0 0,0 0-1,0 1 1,0-1 0,0 0 0,0 0-1,-1 1 1,1-1 0,0 0 0,0 1-1,-1-1 1,1 1 0,0 0 0,-1-1-1,1 1 1,-2 0 0,-36 0 446,30 1-279,-16-2 171,-1 1 1,1 1 0,0 1 0,0 1-1,0 2 1,0 0 0,1 2-1,-28 10 1,30-7-280,1 1 0,-1 1 0,2 0 0,-1 2 0,2 0 0,0 1 0,-19 20 0,28-24-77,1 0 0,0 0 1,1 1-1,0 0 0,0 0 1,2 1-1,-1 0 0,2 0 1,0 1-1,0-1 0,1 1 1,1 0-1,-2 21 0,0 15 294,2 66 0,4-98-371,1-1 0,0 0 0,1 0 0,1 0 1,1-1-1,0 1 0,12 24 0,-8-22 7,0 0 1,2-1-1,1 0 0,0-1 1,1 0-1,0-1 0,2-1 0,0 0 1,0 0-1,2-2 0,0 0 1,0-1-1,1-1 0,26 13 1,-14-10 34,1-1 1,1-2 0,0 0 0,0-3 0,1 0 0,0-3-1,0 0 1,44 0 0,-51-5-45,-2 0 31,-1 0 1,46-7-1,-61 5-51,0 0 0,1-1 0,-1 0 0,-1 0 0,1-1 0,0 0 0,-1 0 1,0-1-1,0 0 0,0 0 0,10-10 0,10-15 20,-1 0 0,-2-2 0,-1 0 0,31-62 0,-45 77-34,-1 0 0,-1 0 0,-1-1 0,-1-1-1,0 1 1,-1 0 0,1-23 0,-1-135 0,-4 116 0,-1 46 2,-1 0 0,0 0 0,-1-1 0,0 1 0,-1 1 0,-9-20 0,0 3 7,-30-50-1,38 72-8,0 0 0,-1 0 0,-1 1 0,1 0 0,-1 0 0,-1 0 0,1 1 0,-15-10 0,1 4 4,-1 2 0,-25-10-1,-19-9 51,15-2-35,44 25-18,-1 1 1,1 0-1,-1 0 0,0 1 1,0 0-1,-1 1 0,1 0 1,-1 0-1,1 0 0,-17-1 1,-55 2 61,74 2-92,0 1-1,0 0 0,0 0 0,0 0 0,0 1 1,0 0-1,1 0 0,-1 0 0,1 1 0,-11 6 0,2 0-1884,3-6-4420,4-2-2807</inkml:trace>
</inkml:ink>
</file>

<file path=ppt/ink/ink1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0:38.03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475 43 1736,'0'0'8399,"-5"10"2609,6-8-10202,12-3-791,-1-1 1,1-1-1,0 0 1,-1-1-1,0 0 1,0 0 0,0-2-1,16-9 1,-17 10-11,-9 0 2294,-10 3-980,7 2-1264,0 0-1,0 0 1,1 0 0,-1 0-1,0 0 1,0 0-1,0 1 1,0-1 0,1 0-1,-1 0 1,0 1-1,0-1 1,1 1-1,-1-1 1,0 0 0,1 1-1,-1 0 1,0-1-1,1 1 1,-1-1-1,0 1 1,1 0 0,-1-1-1,1 1 1,0 0-1,-1-1 1,0 3-1,-18 52 1090,-8 24-192,-17 85 0,34-120-823,-2 0 1,-3-1 0,-20 43-1,-68 120 266,41-87-109,-141 220 80,196-330-358,0 2 0,1-1-1,1 1 1,-1 0-1,2 0 1,0 0-1,0 1 1,1-1-1,0 1 1,-1 14-1,4-25-18,6-30-3053,-5 1-4635,-1 18 996</inkml:trace>
</inkml:ink>
</file>

<file path=ppt/ink/ink1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0:38.03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1284 201 1176,'0'0'13543,"-7"-18"-8734,-7 12-4074,1 1 0,-1 1 0,0 0 0,0 0 0,0 2 0,-24-2 0,-96 2-648,81 3 550,10 1-489,0 1 0,0 2-1,0 3 1,1 1-1,0 1 1,1 3-1,1 2 1,-57 27 0,50-17-12,1 1 0,2 3 0,1 1 1,1 2-1,2 2 0,-57 61 0,75-70-16,1 1-1,1 1 0,2 1 0,-26 49 1,35-57-58,1 0-1,0 0 1,2 0 0,1 1 0,0 0-1,1 0 1,2 0 0,-1 27 0,2-38-44,1-1 0,1 1 0,0 0 1,0 0-1,1-1 0,0 1 0,0-1 1,1 0-1,5 10 0,-4-12-6,1 0 0,0-1 0,0 1 0,0-1 0,1 0 0,0 0-1,0-1 1,0 0 0,1 0 0,0-1 0,11 6 0,4 1 5,0-1-1,0-1 1,1-1 0,0-1 0,0-1-1,1-1 1,31 2 0,176-1 23,-160-7 7,-32 0-46,0-1 0,-1-3-1,1-1 1,-1-2 0,0-1-1,-1-2 1,0-2 0,48-23-1,-56 21-14,-2 0 0,0-1 0,-1-2 0,0-1 0,-2-1-1,0-1 1,-2-1 0,0-1 0,-1-1 0,29-45 0,-35 43 8,-1 0 0,-1-2 0,-2 1-1,0-1 1,-2-1 0,-2 0 0,7-45 0,-5-12-9,-4-115 0,-5 189 16,-1 1 1,-1 0-1,0 0 0,-1 0 0,0 1 0,0-1 0,-1 1 1,0 0-1,-1 0 0,-1 0 0,1 0 0,-1 1 0,-11-13 1,7 10 10,0 1 1,-1 0 0,0 1 0,-1 1-1,0-1 1,0 2 0,-1 0 0,0 0-1,-19-7 1,14 9-147,14 9-1283,27 15-1979,14-2-1392,7-2-2960</inkml:trace>
</inkml:ink>
</file>

<file path=ppt/ink/ink1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0:38.03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37 46 4217,'0'0'6163,"-24"-16"-3236,21 19 1539,2-6-160,-2-4-5170,-3-15 1445,6 23-552,1-1-1,-1 0 1,0 0 0,0 0-1,0 0 1,0 0-1,0 0 1,0 0 0,0 0-1,0 0 1,0 0 0,0 0-1,0 0 1,0 0-1,0 0 1,0 0 0,1 0-1,-1 0 1,0 0 0,0 0-1,0 0 1,0 0-1,0 0 1,0 0 0,0 0-1,0 0 1,0 0 0,0 0-1,0 0 1,1 0-1,-1 0 1,0 0 0,0 0-1,0 0 1,0 0 0,0 0-1,0 0 1,0 0-1,0 0 1,0 0 0,0 0-1,0 0 1,0 0 0,0-1-1,0 1 1,0 0-1,1 0 1,-1 0 0,0 0-1,0 0 1,0 0 0,0 0-1,0 0 1,0 0-1,0 0 1,21 31 3027,-9-11-3336,143 186 2242,-19-53-978,-77-91-546,-4 2 0,55 83-1,-83-103-214,3-2 0,1-1 0,2-2-1,2 0 1,1-3 0,46 37 0,-23-40 93,-21 4-197,-28-27-65,0 1 0,0-2 0,1 0 0,0 0 1,15 9-1,-3-6-49,-1 2 1,26 20-1,18 11-8,-3-3 3,-62-40-15,-1-1-106,-39-1-5620,13 0 1307,9 0-2213,3 0-5745</inkml:trace>
</inkml:ink>
</file>

<file path=ppt/ink/ink1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0:38.03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1235 203 6225,'0'0'11113,"-12"-9"-10144,2 1-655,0 0 0,-1 1 0,0 1 1,0 0-1,0 0 0,-1 1 1,0 0-1,-24-5 0,-61-3 1163,0 5 0,-121 6 0,144 2-1125,44 2-276,1 1 0,0 1 1,0 2-1,0 1 0,1 1 1,0 1-1,0 2 1,1 1-1,1 1 0,0 1 1,0 1-1,2 1 0,0 2 1,1 0-1,1 1 1,0 2-1,2 0 0,0 1 1,2 1-1,0 1 1,-27 50-1,36-52 3,1 0-1,2 1 1,0 0 0,2 0-1,0 0 1,2 1 0,0-1-1,2 1 1,3 37 0,-1-50-71,0-1 0,0 0 0,1 0 0,1 0 0,0 0 0,0 0 0,1-1 0,0 0 0,0 0 0,1 0 0,1-1 0,-1 1 0,1-2 0,0 1 0,10 7 1,3 2 25,0-1 1,2-1-1,0 0 1,44 21-1,-29-21 20,1-1-1,0-2 1,1-2-1,0-1 0,66 5 1,200-3 110,-285-11-157,14 0 26,5 1-2,-1-2 0,67-10 1,-91 8-25,-1-1-1,0 0 1,0 0 0,0-1 0,-1-1 0,0 0 0,0-1 0,0-1 0,-1 1 0,0-2 0,13-12 0,-4 2-5,0-2 1,-1 0-1,-2 0 1,0-2-1,-2 0 1,0-1-1,-1-1 1,-2 0-1,-1-1 1,0 0-1,-2-1 1,-1 0-1,-2 0 1,0 0-1,-2-1 1,2-42-1,-6 58-3,1-3 9,-1 0-1,0-1 0,-1 1 0,0 0 1,-1-1-1,-1 1 0,0 0 1,-2 0-1,1 1 0,-2 0 1,-10-21-1,-8-1 21,-1 1 0,-2 1 0,-2 1 1,-1 2-1,-1 1 0,-2 1 0,-36-25 0,63 51 6,1-1 0,-1 1 1,1 0-1,-1 1 0,0-1 0,0 1 0,0 0 0,-1 1 0,1-1 0,0 1 0,-1 1 0,1-1 0,-1 1 0,-10 1 0,16-1 134,1 10-7228,0-4 911</inkml:trace>
</inkml:ink>
</file>

<file path=ppt/ink/ink1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0:38.03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957 53 1168,'0'0'8525,"0"-38"1096,0 27-9347,0 11-228,0 0 0,0 0 0,-1-1 0,1 1 0,0 0 0,-1 0 0,1-1 0,0 1 0,0 0 0,-1 0 0,1 0 0,0 0 0,-1-1 0,1 1 0,0 0 0,-1 0 0,1 0 0,0 0 0,-1 0 0,1 0 0,0 0 0,-1 0 0,1 0 0,-1 0 0,1 0 0,0 0 0,-1 0 0,1 0 0,0 0 0,-1 0 0,1 1 0,0-1 0,-1 0 0,1 0 0,0 0 0,-1 0 0,1 1 0,0-1 0,0 0 0,-1 0 0,1 1 0,0-1 0,0 0 0,-1 0 0,1 1 0,0-1 0,0 0 0,0 1 0,-17 12 514,9 0-179,0 0 0,1 0 0,-7 17 0,-14 26 361,-43 75 1302,-14 22-1076,50-85-385,-85 206 481,33-66-634,87-207-429,-140 278 339,44-96-171,-33 55 723,39-83-452,89-155-446,0 1 1,0 0-1,1 0 1,-1 0-1,1 0 1,-1 0 0,1 0-1,-1 0 1,1 0-1,-1 0 1,1 0-1,0 0 1,0 0-1,-1 1 1,1-1-1,0 0 1,0 0-1,0 0 1,0 0 0,0 0-1,1 2 1,0-3-71,-1 0 0,1 0 0,-1 0 0,1 0 0,0 1 0,-1-1 0,1 0 0,0 0 1,-1 0-1,1 0 0,0 0 0,-1 0 0,1-1 0,-1 1 0,1 0 0,0 0 0,-1 0 1,1-1-1,-1 1 0,1 0 0,0-1 0,-1 1 0,1 0 0,-1-1 0,1 1 0,-1-1 0,1 1 1,-1 0-1,0-1 0,1 0 0,-1 1 0,1-1 0,-1 0 0,12-13-4009,-4-1-2260</inkml:trace>
</inkml:ink>
</file>

<file path=ppt/ink/ink1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0:38.04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1661 57 8194,'0'0'9837,"-31"-9"-8636,-6-3-813,15 4-115,0 1 0,0 1 1,-1 1-1,0 1 0,0 1 0,-31 0 1,-324 12 3293,323-3-3152,0 3 0,0 2 1,1 2-1,-92 36 0,102-30-285,1 3 0,0 1-1,2 2 1,1 2 0,1 1 0,2 3-1,0 1 1,3 1 0,0 2-1,-37 52 1,45-52-90,3 1 1,1 1 0,2 1-1,1 0 1,2 2 0,2 0-1,1 1 1,3 1-1,1 0 1,2 0 0,-5 78-1,14 220 539,5-302-496,1 1-1,2-1 1,1 0-1,2-1 1,2 0-1,1-1 1,2-1-1,1-1 1,34 48 0,-40-66-66,0 0 0,2-1 0,0 0 1,1-1-1,0 0 0,1-1 1,0-1-1,1-1 0,1 0 1,35 15-1,-26-15 15,0-2 1,1-1 0,0-2-1,0 0 1,1-2-1,0-1 1,36-1-1,-45-2-13,27 1 16,-1-2-1,1-2 1,73-15 0,-70 5-31,-1-3 0,-1-1 0,0-3 0,-1-1 0,-1-3 0,-2-2 0,43-32 0,-55 34 1,0-2 1,-3-2-1,0 0 0,-2-2 1,0-1-1,-3-2 0,-1 0 0,-1-1 1,26-55-1,24-73-111,86-291 0,-149 420 66,-2-2-1,-1 1 1,3-64 0,-9 84 21,0 0 1,-1-1-1,0 1 1,-1 1-1,-1-1 0,0 0 1,-1 0-1,0 1 1,-1 0-1,-1 0 0,0 0 1,-9-14-1,0 9 11,0 0 0,-1 1 0,-1 1 0,0 0 0,-1 1 0,-1 1 0,0 1 0,-1 1 0,-39-18 0,-14-1 12,-119-31 0,73 25 6,87 21 40,29 13-47,0 1 0,0 0 0,-1 0 0,1 0 0,-1 1 1,0-1-1,1 1 0,-1 0 0,0 0 0,0 0 0,-4 0 1,7 1 9,-6 19-596,7-11-463,0-6 600,-1 0 0,1 0-1,0 0 1,0 1 0,0-1-1,0 0 1,1 0-1,-1 0 1,1-1 0,-1 1-1,1 0 1,-1 0 0,1 0-1,0 0 1,0 0 0,2 2-1,8 3-5881</inkml:trace>
</inkml:ink>
</file>

<file path=ppt/ink/ink1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0:38.04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149 135 3265,'0'0'14664,"-13"-22"-14532,6-4-117,7 23-14,-1 1 1,1-1-1,-1 1 1,0-1-1,1 1 1,-1 0-1,0-1 1,0 1-1,0 0 1,-1 0-1,1 0 1,0 0-1,-1 0 1,0 0-1,-1-2 1,-42-29 511,42 31-139,-25-10 4726,28 12-5044,-1 0 1,0 0-1,1-1 0,-1 1 0,1 0 0,-1 0 1,0 0-1,1 0 0,-1 0 0,0 0 1,1 0-1,-1 0 0,0 0 0,1 0 0,-1 0 1,0 0-1,1 0 0,-1 1 0,0-1 1,1 0-1,-1 0 0,1 1 0,-1-1 0,1 0 1,-1 1-1,1-1 0,-1 1 0,1-1 0,-1 1 1,1-1-1,-1 1 0,1-1 0,0 1 1,-1-1-1,1 1 0,0 0 0,-1-1 0,1 1 1,0-1-1,0 1 0,-1 1 0,-6 61 589,2 1 1,5 87-1,1-66-416,4 18 259,5-1-1,33 143 1,-20-129-138,12 166 0,-33 3 19,3 37 14,9-173-226,3 68 107,-17 24-418,0-243-335,-1 0 1,1 1 0,0-1-1,0 0 1,-1 1-1,1-1 1,-1 0 0,0 1-1,1-1 1,-1 1-1,0-1 1,0 1 0,0-1-1,0 1 1,0 0-1,0-1 1,-2 0 0,-9-8-6401</inkml:trace>
</inkml:ink>
</file>

<file path=ppt/ink/ink1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0:38.04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1643 174 11963,'0'0'4172,"-33"-10"-2765,-3-2-956,7 2-35,0 1 0,-1 1 0,0 2 1,0 0-1,-37 0 0,-15 2 922,-131 11 0,169-1-952,0 1 0,1 2 0,0 2 0,-71 27 0,68-17-159,2 2 1,0 2-1,2 2 0,1 1 1,1 3-1,1 1 0,2 1 1,2 2-1,-53 67 0,45-44-108,2 2 0,3 2 0,3 2 0,2 1 0,3 1 0,-23 77 0,42-102-43,1 0 0,2 0-1,-4 59 1,6 128 330,6-211-381,1 8 6,1 1 1,1-1-1,1 0 1,1 0-1,1-1 1,1 1-1,1-1 1,2-1-1,0 0 1,1 0-1,2-1 1,29 41-1,-28-45 0,0-1 0,2-1 0,0-1 0,0 0 0,2-1 0,-1 0 0,2-2 0,0 0-1,0-1 1,1-1 0,1-1 0,-1-1 0,1-1 0,1 0 0,22 3 0,-16-5 28,1-1 0,0-2 1,0 0-1,0-2 0,0-2 1,0 0-1,-1-2 0,1-1 1,-1-1-1,0-2 1,49-19-1,-5-6-39,-2-3-1,-1-3 1,-2-3 0,75-63-1,-99 70-17,-3-3 0,-1-1 0,-2-2-1,-2-1 1,-1-2 0,53-94 0,-74 112 5,-1-1 1,-1-1-1,-2 1 1,0-2 0,-2 1-1,3-31 1,-2-12 1,-3-96 1,-6 129-5,-3 1 0,-1 0 0,-1 0 0,-3 0 1,0 1-1,-3 0 0,-29-64 0,17 53-2,-1 1-1,-2 1 0,-3 2 1,-1 0-1,-40-40 1,42 53-2,-1 2 0,-2 1 1,-1 1-1,-1 2 0,-1 2 1,-1 1-1,0 1 0,-2 2 1,0 2-1,-56-15 0,54 23-6,40 37-39,1-26-12,-1 1-1,0-1 1,1 0 0,0 0 0,-1 1-1,1-1 1,0 0 0,1 0 0,-1 0-1,1 0 1,-1 0 0,1-1 0,0 1-1,0 0 1,0-1 0,0 1 0,0-1-1,1 0 1,-1 1 0,1-1 0,0 0-1,5 2 1,-1 0-844,0-1-1,0 0 1,1 0-1,-1-1 1,1 1-1,-1-2 1,1 1-1,13 0 1,11-2-5239</inkml:trace>
</inkml:ink>
</file>

<file path=ppt/ink/ink1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0:38.04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784 59 5169,'0'0'9098,"0"-10"-8123,0-18-393,0 8 5867,-14 40-4230,9-3-1945,-2 0 0,0 0 0,-1 0 0,-13 20-1,1-1-74,-128 278 1535,-22 133 181,167-439-1892,-36 111 174,-113 314 587,75-211-383,18-44-170,38-100-63,17-59-116,-1 0 0,0-1-1,-12 25 1,15-34 1293</inkml:trace>
</inkml:ink>
</file>

<file path=ppt/ink/ink1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0:38.04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1478 203 11162,'0'0'2238,"-36"-9"-712,-7-2-1001,-20-5 895,-92-12 0,98 22-542,-1 1 1,0 4-1,-92 8 1,112-2-544,0 2 1,0 1 0,0 2-1,1 1 1,1 3 0,-50 24-1,48-16-218,1 1 0,1 2 0,0 2 0,3 1 0,0 2 0,2 1 0,1 1 0,1 1 0,2 2 0,2 1 0,1 1 0,2 1 0,1 1 0,2 1 0,2 0-1,2 2 1,1 0 0,-12 69 0,11-1-69,-2 154 0,16-246 1,1-1-1,0 1 1,2-1-1,0 0 1,1 1-1,1-1 1,0-1-1,1 1 1,1-1-1,14 28 1,-10-26 53,1 0-1,0-1 1,1-1 0,1 0 0,1 0 0,27 23 0,-30-31-69,-1 0 0,2 0 0,-1-2 0,1 1 1,-1-2-1,2 1 0,-1-2 0,1 1 0,-1-2 0,1 0 1,23 3-1,5-3 27,1-1 1,0-3 0,0-1-1,-1-2 1,1-2 0,-1-1-1,57-19 1,-64 15-41,0-2-1,0-1 1,-2-2-1,52-33 1,-64 35-2,0-1 0,-2-1 0,0-1 0,0 0 0,-2-1 1,0-1-1,25-40 0,17-47 16,-4-1 0,-6-4 0,49-159 0,-81 220-33,-3-1 1,-1 0 0,-3-1-1,-2 0 1,0-61-1,-7 102 3,-1-1 0,0 1 0,-1 0-1,0 0 1,-1 0 0,0 0 0,-1 1 0,0-1 0,0 1-1,-1 0 1,-12-18 0,6 13-2,-1 0 0,-1 1 0,0 1 0,0 0 0,-1 1 0,-25-16 0,-6 1 0,-1 1 0,-1 3 0,-2 3 1,-57-18-1,-99-18 333,184 50-629,29 9-2357,23 9-1953,-6-5-1264</inkml:trace>
</inkml:ink>
</file>

<file path=ppt/ink/ink1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0:38.04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116 103 904,'0'0'11629,"-4"-8"-10383,0 3-1032,1-1 0,-1 1 0,0 0 0,0 0-1,0 0 1,-1 0 0,0 1 0,0 0 0,0 0 0,0 0 0,0 1 0,-8-4 0,-7-9 603,19 14-418,0 1 0,0 0 0,-1-1 0,1 1 0,0 0 0,-1 0 0,1 0 0,-1 0 1,1 0-1,-1 0 0,1 0 0,-1 1 0,0-1 0,1 1 0,-4-1 0,8 27 440,2-10-577,2-1-1,0 0 0,1 0 0,1 0 0,20 25 1,0 1 127,290 527 2227,-306-543-2548,88 213 797,-72-160-318,54 103 0,-38-110-241,3-3 0,2-2 0,102 102 0,-121-135-209,8 16 131,-38-46-236,-1-2-218,-51-1-9080,38 0 2467</inkml:trace>
</inkml:ink>
</file>

<file path=ppt/ink/ink1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0:38.04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1446 312 8146,'0'0'8427,"-34"-17"-6944,-110-55-303,126 64-948,0 1 1,0 1-1,-1 0 0,0 1 1,0 2-1,0-1 1,-1 2-1,1 1 0,-27 1 1,8 0 85,-7-2-50,1 1-1,-1 3 1,1 2 0,-1 2-1,1 1 1,-47 16 0,41-6-66,0 3 1,1 2-1,2 3 0,0 1 1,1 2-1,2 2 1,-64 58-1,88-70-141,0 2 0,2 1 0,0 0 0,1 1 0,1 1 0,2 1 0,0 0-1,1 0 1,2 2 0,0-1 0,2 2 0,1-1 0,1 1 0,1 0 0,1 0 0,-1 36 0,4-29-49,1 0 1,2 0-1,1 0 0,2 0 0,1-1 1,2 1-1,1-1 0,24 61 1,-12-49-11,2 0 1,47 67 0,-55-93 15,1 0 0,0-2 0,2 1 0,0-2 0,1 0 0,0-2 0,36 22 0,-26-20 41,1-2 1,0-1 0,1-2 0,0 0 0,1-3-1,36 7 1,-3-6 27,0-3 0,70-2 0,-111-5-41,0-1 1,0-1 0,0-2 0,0 0 0,0-1-1,-1-1 1,0-1 0,31-16 0,-14 3-5,-2-2 1,0-1-1,55-47 0,-65 46-32,-2-1 1,0 0-1,-2-2 0,-1-1 0,-1-1 0,-2-1 1,0-1-1,-3 0 0,21-56 0,-23 46-1,-1 0 0,-2-1-1,-3-1 1,-1 0 0,-2 0 0,-2 0 0,-4-69-1,-3 82-5,-1 0 1,-1 0-1,-2 0 0,-2 1 0,0 0 0,-2 1 0,-1 0 0,-2 1 0,0 1 1,-27-36-1,2 10 3,-3 1 1,-2 2 0,-96-82 0,116 112 0,0 1 0,0 2 0,-45-24 0,55 34-1,0 0 0,0 1 0,-1 1 0,0 1 0,0 0 0,0 1 0,0 0 0,-26 0 0,35 3 3,-1 0-1,1 0 1,-1 1-1,1 0 0,0 0 1,-1 1-1,1 0 1,0 0-1,0 1 0,-13 5 1,17-5-5,0-1 0,0 1 0,0 0-1,1 0 1,-1 0 0,1 0 0,-1 0 0,1 0 0,0 0 0,0 1 0,1-1 0,-1 1 0,1 0 0,-1 0 0,1-1 0,0 1 0,1 0-1,-1 0 1,1 0 0,0 0 0,0 0 0,0 4 0,0 0-4,-1-5-19,1-1 1,0 1-1,0 0 0,0 0 0,0-1 1,0 1-1,1 0 0,-1 0 1,1-1-1,0 1 0,-1 0 0,1-1 1,0 1-1,1-1 0,-1 1 1,0-1-1,1 0 0,-1 1 0,1-1 1,0 0-1,0 0 0,0 0 1,0 0-1,0-1 0,0 1 0,5 2 1,29 19-2655,43 18 0,-27-20-3631</inkml:trace>
</inkml:ink>
</file>

<file path=ppt/ink/ink1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0:38.04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6 1 4905,'0'0'10178,"-6"0"-3558,243 0-6373,-236 1-226,0 0 0,-1 0 0,1 0 0,0 1-1,-1-1 1,1 0 0,0 0 0,-1 1 0,1-1 0,-1 0 0,0 1 0,0-1 0,1 0 0,-1 1-1,0-1 1,0 0 0,0 1 0,0-1 0,-1 3 0,-3 32 597,0-30-517,0-1 0,-1 1 0,0-1-1,0 1 1,0-1 0,0-1 0,-1 1-1,-12 7 1,-55 27 299,60-32-254,76-4-69,-54-3-78,-1-1-3,-1 1 0,0 0 0,1 1-1,-1-1 1,0 1 0,1 1 0,12 3 0,-18-3 0,0-1 1,0 1-1,0 0 1,0-1-1,0 1 1,0 0-1,-1 0 1,1 0-1,-1 0 1,1 1-1,-1-1 1,0 0-1,1 1 1,-1-1-1,-1 1 1,1-1-1,0 1 1,0-1-1,-1 1 1,0-1-1,1 1 1,-1 0-1,0-1 1,0 1-1,-1 3 1,1 2 2,0-1 0,0 0 1,-1 1-1,0-1 1,0 0-1,0 0 1,-1 0-1,-1 0 1,1 0-1,-7 12 1,7-16 55,-1 0 1,0 0-1,1 0 1,-1 0-1,0 0 1,0-1-1,-1 0 1,1 1-1,-1-1 1,1-1-1,-1 1 1,1 0-1,-1-1 1,0 0-1,0 0 1,0 0-1,0 0 1,0 0-1,0-1 1,0 0-1,0 0 1,-4 0-1,4 0 26,0-1-1,1 1 0,-1 0 1,0-1-1,0 0 0,1 0 1,-1 0-1,1-1 0,-1 1 1,1-1-1,-1 0 0,1 0 0,0 0 1,0 0-1,0 0 0,0-1 1,0 1-1,0-1 0,1 0 1,-1 0-1,1 0 0,-3-5 1,-6 5-109,10 3-211,5 0-3413,45 2-4401,-12 8 1678</inkml:trace>
</inkml:ink>
</file>

<file path=ppt/ink/ink1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0:38.04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161 2 1744,'0'0'13934,"0"-2"-11491,-1 5-1280,-3 4-802,0 0 0,-1-1-1,0 0 1,0 0 0,0 0 0,-1 0 0,-8 6-1,-14 15 391,13-11-395,-32 46 113,43-56-467,2-1 0,-1 1 1,0 0-1,1 0 0,0 0 1,1 0-1,-1 0 1,1 0-1,1 0 0,-1 10 1,1-15-2,0-1 1,1 1 0,-1-1-1,0 1 1,1-1-1,-1 1 1,0-1 0,1 0-1,-1 1 1,1-1-1,-1 0 1,1 1-1,-1-1 1,1 0 0,-1 1-1,1-1 1,-1 0-1,1 0 1,-1 0 0,1 1-1,0-1 1,-1 0-1,1 0 1,-1 0 0,1 0-1,-1 0 1,1 0-1,0 0 1,24-1 35,-19 1-38,340 0-1370,-349 0 989,-12-1-3697,2-4-3908,12 2 2873</inkml:trace>
</inkml:ink>
</file>

<file path=ppt/ink/ink1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0:38.04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75 0 9562,'0'0'12797,"-12"29"-11580,-35 90-265,44-114-835,1 1-1,0 0 1,0 0 0,0 0 0,1 0-1,0 1 1,0-1 0,0 0 0,1 0-1,0 1 1,0-1 0,1 7 0,1 9-851,0-19 102,-1 0-1,0 0 1,1-1 0,-1 1-1,1 0 1,0-1 0,0 1-1,0-1 1,0 0 0,0 0-1,0 0 1,5 4 0,17 7-5522</inkml:trace>
</inkml:ink>
</file>

<file path=ppt/ink/ink1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0:38.05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102 45 928,'0'0'12832,"1"-7"-11206,1-3-1049,0-3-2,0-2 5771,-5 16-6137,0 0 1,0-1-1,0 1 1,0 1 0,1-1-1,-1 0 1,0 1 0,1-1-1,-3 3 1,-8 12 323,3-5-388,1 0 0,1 0-1,0 1 1,-9 18-1,17-29-150,0-1 0,0 1 0,0-1 1,0 1-1,0-1 0,0 1 0,0-1 0,1 1 0,-1-1 0,0 1 0,0-1 0,0 0 0,1 1 0,-1-1 0,0 1 0,1-1 0,-1 0 1,0 1-1,1-1 0,-1 0 0,1 0 0,-1 1 0,0-1 0,1 0 0,-1 0 0,1 1 0,-1-1 0,1 0 0,-1 0 0,1 0 0,-1 0 1,0 0-1,1 0 0,-1 0 0,1 0 0,-1 0 0,1 0 0,-1 0 0,1 0 0,-1 0 0,2 0 0,24 0 47,-23 0-66,11-1-27,1 2 0,0 0 0,-1 1 0,28 7 0,-40-9 46,0 0 0,0 1-1,1 0 1,-1-1 0,0 1 0,0 0 0,0 0 0,0 0 0,0 0 0,0 0-1,0 1 1,-1-1 0,1 1 0,0-1 0,-1 1 0,1 0 0,-1-1 0,1 1-1,-1 0 1,0 0 0,0 0 0,0 0 0,0 0 0,0 0 0,0 0-1,-1 1 1,1-1 0,-1 0 0,1 0 0,-1 0 0,0 1 0,0-1 0,0 0-1,0 0 1,0 1 0,-1-1 0,1 0 0,0 0 0,-1 1 0,0-1 0,-1 4-1,-3-2 28,1 0-1,0 0 1,-1 0-1,0 0 1,0-1-1,0 0 0,-1 0 1,1 0-1,-1-1 1,1 0-1,-7 2 1,3 0-20,-47 11 98,46-14-77,0 2 1,0-1-1,-19 9 0,25-10 1735,1 0-6086,9-12-11913</inkml:trace>
</inkml:ink>
</file>

<file path=ppt/ink/ink1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0:38.05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30 4889,'0'0'13215,"3"-2"-11896,3-2-885,1 0 0,0 1-1,0 0 1,0 0 0,0 1 0,0 0 0,0 0 0,1 1-1,8-1 1,75 1-347,-8 1-3925,-76 6-6146</inkml:trace>
</inkml:ink>
</file>

<file path=ppt/ink/ink1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0:38.05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371 50 384,'0'0'7083,"0"-5"-5799,0-4-975,0-25 7525,-4 33-4285,-18 0-2409,10 8-899,2 1 0,-1 1-1,1-1 1,0 2 0,-10 11 0,-22 20-21,-118 104 393,102-62-332,57-83-272,0 1-1,0 0 0,0 1 0,0-1 0,0 0 0,1 0 0,-1 0 0,0 0 1,1 1-1,-1-1 0,0 0 0,1 1 0,0-1 0,-1 0 0,1 1 0,0-1 1,0 1-1,0-1 0,-1 0 0,2 1 0,-1-1 0,0 1 0,0-1 0,0 0 1,1 1-1,-1-1 0,1 2 0,1-1 3,-1 0-1,1-1 1,0 1 0,-1-1 0,1 1-1,0-1 1,0 0 0,0 0 0,0 1-1,0-1 1,1-1 0,-1 1 0,0 0-1,4 0 1,10 2 18,1 0 0,-1-2 0,23 0 0,-36-1-31,-3 0 2,5 1 16,0-1 0,0 0 0,0-1 0,0 1 0,0-1 0,0 0 0,7-2 1,-11 2-1,1 0 0,-1 0 0,0 0 0,1 0 0,-1-1 0,0 1 0,0 0 0,0 0 0,0-1 0,0 1 0,0-1 0,-1 1 0,1-1 0,0 1 0,-1-1 0,1 1 0,-1-1 0,1 1 0,-1-1 0,0 0 0,0 1 1,0-1-1,0 0 0,0 1 0,0-4 0,13-46 92,-13 50-102,0 0 0,0 0 0,0 0 0,0 0 0,0 0 0,0 0 0,0 0 0,0 0 0,0 0 0,0 1 0,0-1 0,-1 0 0,1 0 0,0 0 0,-1 0 0,1 0 0,-1 0 0,1 1 0,-1-1 0,1 0 0,-1 0 0,0 1 1,1-1-1,-1 0 0,0 1 0,1-1 0,-1 0 0,0 1 0,0-1 0,0 1 0,0 0 0,1-1 0,-1 1 0,0 0 0,0-1 0,0 1 0,0 0 0,0 0 0,0 0 0,0 0 0,0 0 0,0 0 0,0 0 0,0 0 0,0 0 0,-1 1 0,-24-4 416,9 0-243,-3 1 489,18 1 1,10 1 304,-7 0-987,-1 6-7746,0 1 2308</inkml:trace>
</inkml:ink>
</file>

<file path=ppt/ink/ink1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0:38.055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78 8 4913,'0'0'9191,"6"-5"-8037,-6 4-1120,0 1 0,0 0 0,0 0 0,1 0 0,-1 0 0,0 0 0,0 0 0,0-1 0,0 1 0,0 0-1,0 0 1,0 0 0,0 0 0,1 0 0,-1 0 0,0 0 0,0 0 0,0 0 0,0 0 0,0 0 0,1 0 0,-1-1 0,0 1 0,0 0 0,0 0 0,0 0 0,0 0 0,1 0 0,-1 0 0,0 0 0,0 0-1,0 1 1,0-1 0,0 0 0,0 0 0,1 0 0,-1 0 0,0 0 0,0 0 0,0 0 0,0 0 0,0 0 0,0 0 0,1 0 0,-1 0 0,0 1 0,0-1 0,0 0 0,0 0 0,0 0 0,0 0-1,0 0 1,0 0 0,0 1 0,0-1 0,0 0 0,1 0 0,-1 0 0,0 0 0,0 1 0,0 22 394,-1 1 1,-1-1-1,-1 1 0,-1-1 0,-1 0 1,-1 0-1,-12 30 0,17-50-376,-1 0 0,1 1 0,0-1 0,-1 1 0,2-1 0,-1 1 0,0 0 0,1 5 0,7 0 429,14-11-324,1-2-256,0 1 1,1 1 0,-1 1-1,25 1 1,-9 1-125,-36-1 216,0 0 1,0 0-1,0 1 1,0-1-1,0 1 1,0-1-1,0 1 1,0 0-1,0-1 1,0 1-1,-1 0 1,1 0-1,0 1 1,0-1-1,-1 0 1,1 1-1,-1-1 1,1 0-1,1 3 1,0 0 2,0 1 0,-1-1 0,1 1 0,-1 0 0,0 0 0,0 0 0,2 7 0,0 5 26,-1 0 1,-1 1-1,0 30 1,-2-47 18,-1 1 0,0 0-1,0 0 1,0-1 0,0 1 0,0-1 0,-1 1 0,1-1 0,0 1-1,-1-1 1,1 0 0,-1 0 0,1 1 0,-1-1 0,1 0 0,-1 0-1,0-1 1,0 1 0,1 0 0,-1-1 0,0 1 0,0-1 0,0 1-1,-3-1 1,-54 10 452,-157 3-215,224-30-3965,22-17-2785,-17 18 1527</inkml:trace>
</inkml:ink>
</file>

<file path=ppt/ink/ink1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0:38.056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0 16 2665,'0'0'13386,"27"0"-11820,33 1-710,-36 1-549,-1-1 0,1-1 0,-1-2 1,1 0-1,-1-1 0,24-7 0,-44 8 114,0 1-1235</inkml:trace>
</inkml:ink>
</file>

<file path=ppt/ink/ink1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0:38.057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0 100 5297,'0'0'10792,"1"-6"-10052,0 4-687,-1 0 0,1 0 0,-1 0 1,1 0-1,0 0 0,0 1 0,0-1 0,0 0 1,0 0-1,0 1 0,0-1 0,1 1 0,-1-1 0,1 1 1,-1-1-1,1 1 0,-1 0 0,1 0 0,2-2 1,48-15 893,19 3-815,-1 3 0,2 4-1,-1 2 1,90 6 0,-160 1-134,0 1 0,-1 0 0,1 0-1,-1 0 1,1-1 0,-1 1 0,0 0 0,0 0 0,0 0 0,0 0 0,0 0 0,0 3 0,-1-3 10,1 3 12,0 0-1,-1 0 0,0 0 1,0 0-1,-1-1 0,1 1 1,-1 0-1,0-1 0,0 1 1,-1-1-1,1 1 0,-1-1 1,0 0-1,0 0 1,0-1-1,-1 1 0,1 0 1,-1-1-1,-5 3 0,-25 30 21,32-32-47,1-1 0,0 1 0,-1 0 0,1 0 0,1-1 0,-1 1 0,1 0 0,-1 0 0,1 0 0,0 0 0,0 0 0,1 0 0,-1 0 0,1 0 0,0 0 0,0-1 0,0 1 0,0 0 0,1-1 0,0 1 0,0 0 0,0-1 0,0 0 0,0 0 1,3 4-1,17 12-254,-9-9 180,0 1 0,-1 0 0,-1 0-1,0 1 1,0 1 0,-1 0 0,13 23 0,-23-35 85,0 0 0,0 0 0,0 0 0,0-1 1,0 1-1,0 0 0,0 0 0,-1-1 0,1 1 0,0 0 0,0 0 0,-1-1 0,1 1 1,-1 0-1,1-1 0,0 1 0,-1-1 0,1 1 0,-1 0 0,0-1 0,1 1 0,-1-1 0,1 1 1,-1-1-1,0 0 0,1 1 0,-1-1 0,0 1 0,0-1 0,1 0 0,-1 0 0,0 0 1,0 1-1,1-1 0,-1 0 0,0 0 0,0 0 0,-1 0 0,-39 6 572,33-5-508,-68 14 652,55-10-80,0-1 1,0 0-1,-25 0 0,45-4 485,2 9-10511,4-5 4284</inkml:trace>
</inkml:ink>
</file>

<file path=ppt/ink/ink1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0:38.058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14 61 3753,'0'0'14930,"8"-1"-14333,27-13-472,-13 5-110,-1 1-1,1 1 1,1 0-1,-1 2 1,35-4-1,39 8-54,-94 24-131,-3-16 228,0-1 0,0 1-1,0-1 1,0 0-1,-1 0 1,0 0 0,-1 0-1,1 0 1,-1 0 0,-7 10-1,-45 54 100,27-35-148,-8 6 19,-1-2 1,-62 51-1,96-87-32,-1 1 1,1-1-1,0 1 1,0 0-1,0 0 1,0 0-1,0 0 0,1 1 1,0-1-1,0 1 1,0-1-1,1 1 1,-1 0-1,1 0 1,0-1-1,1 1 1,-1 6-1,1-11 12,1 1-1,0 0 0,0-1 1,-1 1-1,1 0 0,0-1 1,0 1-1,0-1 0,-1 1 1,1-1-1,0 0 0,0 1 1,0-1-1,0 0 0,0 0 1,0 1-1,0-1 0,0 0 0,0 0 1,0 0-1,0 0 0,0 0 1,1-1-1,33 1 148,-28 0-97,84 2 306,-39 0 99,87-7-1,-117-2-97,6-1 8,-11 8-6612,-7 3 1285</inkml:trace>
</inkml:ink>
</file>

<file path=ppt/ink/ink1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0:38.059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241 54 4241,'0'0'10339,"4"-7"-9120,13-21-206,-12 21 1158,-6 7-2160,1 1 0,0-1 1,0 0-1,0 0 0,0 0 1,0 0-1,0 0 0,0 0 0,-1 0 1,1 0-1,0 0 0,0 0 1,0 0-1,0 0 0,0 0 1,0 0-1,-1 0 0,1 0 0,0 0 1,0 0-1,0 0 0,0 0 1,0 0-1,0 0 0,0 0 1,-1 0-1,1-1 0,0 1 0,0 0 1,0 0-1,0 0 0,0 0 1,0 0-1,0 0 0,0 0 1,0 0-1,0 0 0,-1-1 0,1 1 1,0 0-1,0 0 0,0 0 1,0 0-1,0 0 0,0 0 1,0 0-1,0-1 0,0 1 0,0 0 1,0 0-1,0 0 0,0 0 1,0 0-1,0 0 0,0-1 1,0 1-1,-9 0 18,0-1 1,-1 1-1,1 1 0,0 0 1,-1 0-1,1 1 1,0 0-1,0 1 0,0 0 1,1 0-1,-1 1 1,1 0-1,-1 1 0,1-1 1,1 2-1,-1-1 1,1 1-1,0 0 0,0 1 1,1-1-1,-1 1 1,2 1-1,-8 9 0,4-2-20,1 1 0,0 0-1,1 1 1,1-1-1,1 1 1,0 0 0,1 1-1,1-1 1,0 1 0,1-1-1,1 1 1,1 0-1,1 0 1,3 18 0,-4-33 2,1 0 0,0-1 0,1 0 0,-1 1 0,0-1 0,1 0 0,-1 1 0,1-1-1,0 0 1,-1 0 0,1 0 0,0 0 0,0-1 0,1 1 0,-1-1 0,0 1 0,0-1 0,1 0 0,-1 1 0,1-1 0,-1 0 0,1-1 0,-1 1 0,1 0 0,4 0 0,8 1 157,0 0-1,0-1 1,19-1-1,-22 0-77,-3-1-32,-1 0 0,1-1-1,0 0 1,-1 0 0,1-1 0,-1 0-1,0 0 1,0-1 0,0 0-1,-1 0 1,1-1 0,-1 0 0,0 0-1,7-8 1,3-3 73,0 0 0,-2-2 1,0 0-1,13-21 0,-22 29-104,-1 1 0,-1-2 0,0 1 0,0 0 0,-1-1 1,0 0-1,-1 1 0,0-1 0,-1 0 0,0 0 0,-1 0 0,0 0 0,-1 0 1,-2-14-1,0 17-9,-1 0 0,0 1 0,0-1 0,0 1 0,-1-1 1,-1 1-1,-6-7 0,4 4 33,5 8-19,0 0 0,0 0 1,0 0-1,0 1 0,0-1 1,-1 1-1,1-1 0,0 1 1,-1 0-1,1 0 0,-1 1 1,0-1-1,1 1 0,-1 0 1,1 0-1,-1 0 0,1 0 0,-6 1 1,-4 0 24,12-1 231,0 13-6935,-5-1 1346</inkml:trace>
</inkml:ink>
</file>

<file path=ppt/ink/ink1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0:38.06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17 7154,'0'0'8364,"2"-16"-2912,-4 16-3889,3 12-865,-1 0-1,2 0 1,0 0 0,0 0-1,5 15 1,23 108 316,-23-105-918,-1 1 1,2 51-1,-2-11 193,0 57 388,-6-128-635,17 0-1211,-11 1-3286,-3 11-14302</inkml:trace>
</inkml:ink>
</file>

<file path=ppt/ink/ink1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0:39.04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77 0 9418,'0'0'3953,"-19"0"-3897,13 0-56,-7 0-8,-6 0-1000,-1 0-3473</inkml:trace>
</inkml:ink>
</file>

<file path=ppt/ink/ink1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0:53.47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436 10 3713,'0'0'6903,"-1"-2"-6952,-5-5 7312,0 7-7226,1 1-1,0 0 0,-1 0 0,1 1 0,0 0 0,0 0 0,0 0 0,0 1 0,0-1 0,0 1 0,1 0 1,-1 0-1,-4 6 0,-60 59 8,40-36 148,-4 2-14,1 0-1,2 2 1,1 1-1,2 2 1,-33 64 0,52-84-46,0 0 0,1 1 1,1 0-1,1 0 0,1 0 0,1 1 1,1-1-1,0 39 0,3-56-128,0 0-1,0-1 0,0 1 0,0 0 1,0 0-1,1-1 0,-1 1 0,1 0 0,0-1 1,-1 0-1,1 1 0,0-1 0,1 0 1,-1 0-1,0 0 0,1 0 0,-1-1 0,1 1 1,-1-1-1,1 1 0,0-1 0,0 0 0,4 1 1,2 2-1,0-1-1,0 0 1,0 0 0,1-1 0,-1-1 0,12 1 0,-11-2 30,0 1-31,-1-1 1,1-1-1,0 0 1,17-3-1,-26 3 4,1 1 0,0-1 0,0 0 0,0 0 0,-1 1 0,1-1 0,0 0 0,-1 0 0,1-1 0,-1 1 0,1 0-1,-1 0 1,1-1 0,-1 1 0,0-1 0,0 1 0,0-1 0,0 0 0,0 1 0,0-1 0,0 0 0,0 0 0,-1 1 0,1-1 0,-1 0-1,1 0 1,-1 0 0,0 0 0,0 0 0,0-2 0,4-19 727,-3 21-701,0 0 0,-1 0 0,1 0-1,-1 0 1,1 0 0,-1 0 0,0 0 0,1 0 0,-1 0 0,0 0 0,0 0 0,-1 0-1,1 0 1,0 0 0,-1 0 0,1 0 0,-1 0 0,0 0 0,0 0 0,1 0 0,-1 1-1,0-1 1,-1 0 0,1 0 0,0 1 0,-3-3 0,-7-5 46,8 6-60,0 1 0,0-1 0,0 1 0,0 0 0,0 0 0,0 0 0,-1 0 0,1 1 0,-1-1 0,0 1 0,1 0 0,-1 0-1,0 0 1,0 1 0,-6-1 0,-71-2 1988,80 3-1673,20 25-9269,-6-12-307</inkml:trace>
</inkml:ink>
</file>

<file path=ppt/ink/ink1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0:54.89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372 3 4609,'-1'-2'10862,"1"2"-10644,-10 9-131,0 1 0,0 1 0,1-1 0,-8 15 0,5-9-4,-83 97 1310,-35 50-186,125-156-1190,0-1 1,-1-1 0,1 1-1,-1-1 1,0 0 0,-1 0 0,1-1-1,-1 0 1,0 0 0,-10 4-1,68-5 812,95-14-703,-112 7-107,-17 2 22,0 0 1,0 1-1,0 1 1,0 0-1,0 2 1,0 0-1,0 1 1,-1 0-1,1 1 1,18 8-1,-27-8 146,0 0 0,1-1 0,-1 0 0,1-1 0,-1 0 0,1 0 0,15 1 0,-23-3 245,-1 0-482,0 0 0,0 0-1,1 0 1,-1 0 0,0 0-1,1 0 1,-1 0-1,0 0 1,0-1 0,1 1-1,-1 0 1,0 0-1,0 0 1,1 0 0,-1 0-1,0 0 1,0-1-1,0 1 1,1 0 0,-1 0-1,0 0 1,0-1 0,0 1-1,0 0 1,1 0-1,-1-1 1,0 1 0,0 0-1,0 0 1,0-1-1,0 1 1,0 0 0,0 0-1,0-1 1,0 1 0,1 0-1,-1 0 1,0-1-1,0 1 1,-1 0 0,1 0-1,0-1 1,0 1-1,0 0 1,0-1 0,-1-32-6493,-4 17 886</inkml:trace>
</inkml:ink>
</file>

<file path=ppt/ink/ink1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0:55.51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129 3 5097,'0'0'5989,"0"0"-5740,0 0-1,-1 0 0,1-1 1,-1 1-1,1 0 0,0 0 1,-1-1-1,1 1 0,-1 0 1,1 0-1,-1 0 0,1 0 1,-1 0-1,1 0 0,-1 0 1,1 0-1,-1 0 0,1 0 1,-1 0-1,1 0 0,-1 0 1,1 0-1,-1 0 0,-9 23 541,2 1 0,1-1 0,-8 45 0,1-5-511,-48 190 290,61-228-357,1-20-7408</inkml:trace>
</inkml:ink>
</file>

<file path=ppt/ink/ink1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1:10.950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1591 660 5577,'0'0'3654,"7"-15"-600,3 11-2889,1 0 0,-1 0 0,0 0 0,0-1 0,0-1 0,17-13 0,54-51-254,-19 15 118,-20 22-30,1 2 0,66-35 0,-84 54-3,1 0 1,0 2 0,1 1-1,0 1 1,1 1 0,37-4 0,-55 10 0,60-8 120,0 2 1,137 7-1,-189 3-43,-1 0 0,1 1 0,-1 1 0,0 1 0,23 11-1,81 48 123,-61-30-204,-44-26 22,-9-4-17,1-1 1,0 1 0,0-2 0,14 6 0,-20-9 3,0 1 1,-1-1-1,1 0 1,0 1 0,0-1-1,0 0 1,0 0 0,-1 0-1,1 0 1,0-1-1,0 1 1,0 0 0,0-1-1,-1 1 1,1-1-1,0 0 1,-1 0 0,1 1-1,0-1 1,-1 0-1,1 0 1,-1-1 0,1 1-1,-1 0 1,0 0 0,0-1-1,3-2 1,58-93 80,-36 53-71,32-39 0,-54 79-7,-1 1 0,1-1 0,0 1 0,0 0 0,0 0 0,0 1 0,1 0 0,-1-1 0,1 1 0,-1 1 0,1-1 0,9-1 0,67-9 71,-45 9-66,3-2 32,177-31 75,-183 28-108,-1-2 0,1 0-1,-2-3 1,45-22 0,-73 33-2,3-2-7,0 1-1,0 0 1,0 0-1,0 1 1,10-3-1,-15 5 11,0 0 0,0 0 0,1 0 0,-1 0 0,0 0-1,0 0 1,1 0 0,-1 0 0,0 0 0,0 0 0,1 1 0,-1-1-1,0 1 1,0-1 0,0 1 0,0-1 0,0 1 0,0 0 0,0-1 0,0 1-1,0 0 1,0 0 0,0 0 0,0 0 0,0 0 0,0 0 0,-1 0-1,1 0 1,0 0 0,-1 0 0,1 0 0,-1 0 0,1 3 0,12 30 472,28 55 0,-33-75-427,0-2 0,1 1 0,1-1 0,0-1 0,0 1 0,23 17 0,-21-20-32,0-2 0,1 0 0,0 0 0,0-1 0,0 0 0,1-2 0,-1 1 0,1-2 0,0 1 0,0-2 0,17 1 0,4-1-5,1-1-1,-1-2 1,47-7 0,-59 3-12,0-1 0,0-1 0,0-1 1,-1-1-1,36-20 0,35-14-4,-89 42 7,0-1 0,0 1 0,1 0 0,-1 0 0,0 0 0,1 1 0,-1 0 0,0 0 0,0 0 0,1 0 0,-1 0 0,0 1 0,1 0 0,-1 0 0,0 0-1,0 1 1,0-1 0,0 1 0,0 0 0,5 3 0,3 4 79,0 1-1,-1 0 1,0 0-1,15 20 0,27 25 212,-36-41-203,1-1 1,0 0-1,1-1 0,0-2 0,1 0 1,34 12-1,-48-20-77,0 1-1,-1-1 1,1 1 0,-1 0-1,1 1 1,-1-1-1,0 1 1,0 0 0,-1 0-1,1 0 1,-1 1 0,0 0-1,0-1 1,0 1 0,3 7-1,3 8 96,-1-1-1,-1 1 1,7 23-1,4 12-79,-7-21 19,12 52-1,-15-48 4,17 45 1,-23-73-12,2 0 0,0 0 0,0-1-1,1 1 1,0-1 0,0 0 0,1-1 0,15 15 0,-6-10 29,-1-2 0,28 15 0,-32-20-55,0-1 0,-1 2-1,0-1 1,0 2-1,-1-1 1,0 1 0,0 1-1,-1-1 1,0 2-1,8 10 1,-9-8-1,-1 1-1,-1 0 1,0-1 0,-1 1-1,0 1 1,-1-1 0,-1 1-1,2 22 1,-2 13 130,-5 52 0,3-99-142,-4 31 110,-1 1-1,-15 50 1,-7 39 226,26-117-323,-14 153 226,13-132-243,2-1 1,1 1-1,10 51 1,-8-66-12,2 0 1,-1-1 0,2 0-1,-1 0 1,2 0 0,-1 0 0,1-1-1,16 18 1,-13-18 13,-2 1 0,0 0 0,0 0 0,-1 1 0,0 0 0,6 17 0,-7-4 5,-2 1 0,0 0 0,-1 0 0,-2-1 1,-1 1-1,-3 31 0,1 15-1,-2 66-8,0-68-8,11 132 0,1-99 4,-7 136-1,-3-110-24,5-53-31,-1-56 66,-1 0 0,-1 1-1,0-1 1,-2 1 0,0-1 0,-11 39-1,-17 66-7,21-83 0,-18 54 0,13-64 1,10-25-10,0 1 1,1 0 0,0 0-1,0 0 1,0 0 0,-1 16-1,4-24-46,0 4-118,0-1 182,1 1-1,-1 0 1,0-1-1,-1 1 1,1-1-1,-1 1 1,1 0-1,-1-1 1,-2 6-1,0 1 16,1-1 0,-1-1 0,0 0-1,0 1 1,-8 13 0,6-14 5,1 0 0,0 1 0,1 0 0,-4 13 0,-6 71 2,7-63 64,-19 59-1,14-57-48,-9 48 1,15-29-45,2 0 1,2 0 0,8 71 0,1 30-4,-15 235-53,9-353 43,12 66 1,-4-35 6,-2-22-11,2-1 1,1 0-1,24 55 0,10 34-303,-38-104 287,0 0 1,-2 1-1,-1 0 0,-2 0 0,0 0 1,-2 0-1,-1 0 0,-2 0 0,0 0 1,-2 0-1,-1-1 0,-1 0 0,-1 0 1,-2-1-1,-24 50 0,-109 149 840,98-157-651,25-41-41,-1-1 0,-1-1 0,-1-1 0,-1 0 0,-46 33 1,-151 87 621,70-50-533,-161 156-136,16-12 27,275-224-86,-1-1 0,-1 0-1,0-2 1,-1-1 0,0 0 0,0-2-1,-27 6 1,10-7 8,0-2-1,0-1 1,-67-3-1,75-4-15,1-2 0,-1-1 0,2-2-1,-1-1 1,-38-17 0,25 10 1,-81-18-1,8 19 54,0 5-1,-191 9 0,-28-1 174,-339-65-53,648 63-97,-1-1 0,1-1 1,0-2-1,-51-20 0,69 23-67,-1-1 0,1 0 0,1-1 0,-1 0 0,1 0 0,0-1-1,0 0 1,1-1 0,0 0 0,1 0 0,0 0 0,1-1 0,-1 0-1,-6-16 1,-89-219-25,95 231 19,1 0 1,-2 0-1,0 1 1,0 0 0,-1 0-1,-1 1 1,-12-13 0,15 19 7,1 1 1,-1 0-1,0 0 1,0 1 0,0 0-1,-1 0 1,1 0 0,-1 1-1,0 0 1,0 1-1,0 0 1,0 0 0,0 1-1,-17-1 1,-23 2 54,33 1-56,-1-1-1,0 0 1,-30-6 0,41 5-11,0 0 1,0-1-1,1 1 1,-1-1-1,1 0 1,-1-1-1,1 1 1,0-1-1,0 0 1,0 0-1,0 0 1,1 0-1,-1-1 0,1 0 1,0 1-1,0-1 1,-3-5-1,-12-26-24,2 0 0,1-1 0,-17-63 0,-4-14 11,20 73 14,-2 0-1,-1 1 0,-25-38 0,31 59 6,0 0 0,-1 0 0,-1 1 0,-1 1 1,0 0-1,-1 2 0,-32-22 0,-16-4-7,23 15 8,-40-31 0,69 45-19,0 0 0,0-1 0,1-1 0,1 0 1,0-1-1,-15-24 0,9 8-52,2-2 0,1 0 0,2 0 0,1-1 1,1-1-1,2 1 0,-4-40 0,2-31-33,4-109 0,-8-85 44,10 274 50,-2 1 0,0 0 0,-2 1 0,-15-32 0,14 34 1,1 0 0,1 0 1,0 0-1,1-1 0,-5-42 0,10 4-2,3-1 0,3 1-1,2 0 1,2 0 0,4 1 0,27-82 0,-33 119 6,-2 0 0,0 0 0,-1 0 0,-1 0 0,0-33 0,-3 53 0,0 0 1,0 0-1,0 0 0,0 0 0,-1 0 0,1 1 1,0-1-1,0 0 0,-1 0 0,1 0 0,0 0 0,-1 0 1,1 1-1,-1-1 0,1 0 0,-1 0 0,1 1 1,-1-1-1,0 0 0,1 1 0,-1-1 0,0 1 1,0-1-1,1 1 0,-1-1 0,0 1 0,0-1 0,0 1 1,0 0-1,-1-1 0,-30-1-86,24 2-21,37 2-722,-23-1 779,0-1 0,0 1 0,0-1-1,0 0 1,0-1 0,0 1 0,0-1 0,0 0-1,-1-1 1,1 1 0,0-1 0,0 0-1,9-5 1,-3-2 22,0-1 0,-1 1 0,0-2 0,-1 1 0,0-2 0,0 1 0,-1-1 0,-1-1 0,0 1 0,7-18-1,9-20-50,23-73-1,59-270-75,-92 335 146,6-48 16,-5-1 0,-4-1-1,-5-159 1,-6 215-6,4-118 0,-2 143-6,2 1 1,1-1-1,1 1 1,12-33-1,-4 20-6,0 7 8,-2 0 0,-1-1-1,-2 0 1,-1 0 0,-2-1 0,3-45 0,-15-53 49,6 129-50,1-1 0,0 0-1,-1 0 1,2 1 0,-1-1 0,0 0-1,1 1 1,0 0 0,-1-1-1,1 1 1,1 0 0,4-6 0,41-41-30,-9 9-2,-27 24 37,0-1-1,-2 0 1,0-1 0,-1 0 0,-1 0-1,0-1 1,-2 0 0,0-1-1,5-40 1,-4-9 9,-4-117-1,-4 113-3,0 1 32,-1 49-41,1 0 0,1 1 0,1-1 0,1 0 0,1 1 0,1-1 0,1 1 0,17-45 0,-18 58 2,2 0-1,-1 1 1,2 0-1,-1-1 1,1 2-1,0-1 1,1 1 0,0 0-1,0 1 1,12-8-1,3 0 159,1 1 0,48-21 1,-58 30-121,0 1 0,0 1 0,0 0 0,0 1 1,1 0-1,-1 1 0,1 1 0,22 2 0,-20-1-44,0 0 0,0-2 0,0 0 0,0 0 0,22-6 0,-8 1-457,-17 5-3820</inkml:trace>
</inkml:ink>
</file>

<file path=ppt/ink/ink1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1:12.271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 1 8530,'0'0'7425,"4"12"-6287,8 17-596,2-2 0,0 1 0,2-2 0,1 0-1,22 25 1,115 127 607,-115-136-1098,2-1 0,70 53 0,-107-91-164,1 1 1,0-1-1,1 0 0,-1-1 1,0 1-1,9 2 1,20-1-6964,-21-4 1192</inkml:trace>
</inkml:ink>
</file>

<file path=ppt/ink/ink1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1:13.134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129 1 6313,'0'0'7161,"-8"1"-6605,2-1-410,5 0-114,0 0 0,0 0 0,0 0 0,-1-1-1,1 2 1,0-1 0,0 0 0,0 0-1,0 0 1,0 0 0,0 1 0,0-1-1,0 0 1,0 1 0,0-1 0,0 1-1,0-1 1,0 1 0,0 0 0,0-1 0,0 1-1,0 0 1,1 0 0,-1-1 0,0 1-1,0 0 1,1 0 0,-1 0 0,1 0-1,-1 0 1,1 0 0,-1 0 0,1 0-1,0 0 1,-1 0 0,1 0 0,0 0 0,0 2-1,-2 20 705,-1-1 0,-1 0 0,-1 0-1,-14 39 1,-5 25-606,-3 129 660,46-422-769,-19-52-505,0 258 535,34 3 495,-1 1 1,50 11 0,10 1 349,-80-13-1139,0 0 1,0-1-1,0-1 0,0 0 0,0-1 1,0-1-1,0 0 0,-1 0 1,13-5-1,2-8-4081</inkml:trace>
</inkml:ink>
</file>

<file path=ppt/ink/ink1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1:13.721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 0 3777,'0'0'2928,"19"35"-1751,-19-6-441,0 7-224,0 12-208,0 25-304,0-8-648,13-8-5641</inkml:trace>
</inkml:ink>
</file>

<file path=ppt/ink/ink1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1:14.388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283 26 6793,'0'0'8428,"1"-5"-7207,0-1-527,2-9 7539,-9 17-8153,0 0 0,0-1 0,0 0 0,0 0 0,-1-1 0,1 0 0,0 0 0,-7-1 0,-33 2-50,37 1-34,1 0-1,-1 0 1,0 0 0,0 1-1,1 1 1,0-1-1,0 1 1,0 1 0,0 0-1,0 0 1,1 0 0,0 1-1,0 0 1,1 0 0,0 1-1,0-1 1,0 2 0,1-1-1,0 0 1,0 1 0,1 0-1,0 0 1,0 1 0,1-1-1,0 1 1,0-1 0,1 1-1,1 0 1,-1 0 0,1 12-1,1-19-3,1-1-1,-1 1 0,1-1 1,0 0-1,-1 1 1,1-1-1,0 0 0,0 0 1,0 0-1,0 0 1,0 0-1,0 0 0,1 0 1,-1 0-1,0 0 1,0 0-1,1 0 0,-1-1 1,0 1-1,1-1 1,-1 1-1,1-1 0,-1 1 1,0-1-1,1 0 1,1 0-1,55 9-71,-38-6-132,54 2-4317,-69-5 3682,-1 0 1,1-1-1,0 1 1,0-1-1,-1 0 1,1-1-1,-1 1 1,1-1-1,-1 0 1,1 0-1,-1 0 1,8-6-1,14-17-8759</inkml:trace>
</inkml:ink>
</file>

<file path=ppt/ink/ink1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1:14.803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154 1 8634,'0'0'11092,"-15"29"-10315,3-5-562,-4 5 135,1 2 0,2-1 1,1 2-1,-14 56 0,9 0 222,4 0 0,4 1 0,3 90 0,6-178-583,0 0 0,0 0 0,0 0 0,0 0 0,1-1 0,-1 1 0,0 0 0,0 0 0,1 0 0,-1 0 0,0-1 0,1 1 0,-1 0 0,1 0 0,-1-1 0,1 1-1,0 0 1,-1-1 0,1 1 0,-1 0 0,1-1 0,0 1 0,0-1 0,-1 1 0,1-1 0,0 0 0,0 1 0,0-1 0,0 0 0,-1 1 0,1-1 0,0 0 0,0 0 0,0 0 0,0 0 0,0 0 0,0 0 0,-1 0-1,1 0 1,0 0 0,0 0 0,0-1 0,0 1 0,0 0 0,0 0 0,1-1 0,2 0-18,-1-1 0,1 1 0,0-1 0,0 1 1,-1-1-1,1 0 0,-1 0 0,1 0 0,3-4 0,20-30-110,-23 29 110,0 0 0,1 1 0,0-1 0,1 1 1,-1 0-1,1 0 0,0 1 0,10-7 0,-12 21 185,-4-6-139,1 0 0,0 0 1,0 0-1,0 0 1,0-1-1,0 1 0,1 0 1,-1-1-1,1 1 1,0-1-1,0 1 0,0-1 1,3 3-1,-2-4-158,0 0 1,-1-1-1,1 1 0,0-1 1,0 0-1,0 0 0,0 0 1,0 0-1,0-1 0,0 1 1,0-1-1,0 0 1,0 1-1,0-1 0,5-3 1,-2 0-1152,0 1 1,0-1-1,0 0 1,0-1-1,7-7 1,13-14-9026</inkml:trace>
</inkml:ink>
</file>

<file path=ppt/ink/ink1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1:15.178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119 20 7722,'0'0'11341,"7"0"-10963,13 1-165,-9 0-178,0 0-1,0-1 1,0-1 0,0 1-1,-1-2 1,1 1-1,13-5 1,-24 6-30,0 0 0,0 0-1,0 0 1,1 0 0,-1 0 0,0 0-1,0 0 1,0 0 0,0 0 0,1 0 0,-1 0-1,0 0 1,0 0 0,0-1 0,0 1 0,1 0-1,-1 0 1,0 0 0,0 0 0,0 0 0,0-1-1,0 1 1,0 0 0,0 0 0,1 0 0,-1 0-1,0-1 1,0 1 0,0 0 0,0 0 0,0 0-1,0-1 1,0 1 0,0 0 0,0 0 0,0 0-1,0 0 1,0-1 0,0 1 0,0 0 0,0 0-1,0 0 1,0-1 0,0 1 0,-1 0-1,1 0 1,0 0 0,0-1 0,0 1 0,0 0-1,0 0 1,0 0 0,0 0 0,-1 0 0,1-1-1,0 1 1,0 0 0,0 0 0,0 0 0,-1 0-1,1 0 1,0 0 0,0 0 0,-1 0 0,-12-4 236,-7 3-129,1 2-1,-1 0 1,1 1-1,-1 1 1,1 1-1,0 0 0,0 2 1,-21 8-1,38-13-79,0 0 1,-1 0-1,1 0 0,0 0 0,0 1 0,0-1 0,0 1 0,0-1 0,1 1 1,-1-1-1,0 1 0,1 0 0,-1 0 0,1 0 0,0 0 0,-1 0 0,1 0 1,0 0-1,0 1 0,1-1 0,-1 0 0,0 0 0,1 1 0,-1-1 1,1 1-1,0-1 0,0 0 0,0 1 0,0-1 0,0 1 0,0-1 0,1 0 1,-1 1-1,1-1 0,-1 0 0,1 1 0,0-1 0,0 0 0,0 0 0,1 0 1,-1 0-1,2 3 0,2 1-231,-1 0 1,1-1-1,0 1 1,0-1 0,0 0-1,1-1 1,0 1-1,0-1 1,0 0-1,0-1 1,1 1-1,-1-1 1,1-1-1,0 1 1,0-1-1,0 0 1,13 1-1,-11-2-315,1 0-1,-1-1 0,1 0 0,0-1 0,-1 0 1,0 0-1,1-1 0,-1-1 0,0 1 0,0-1 1,0-1-1,0 0 0,8-5 0,30-23-8181</inkml:trace>
</inkml:ink>
</file>

<file path=ppt/ink/ink1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1:15.458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239 0 11138,'0'0'10864,"-28"18"-10205,-87 58-184,105-69-398,1 0 1,0 1 0,0 0 0,1 0 0,0 1-1,0 0 1,-11 18 0,17-23-65,0 1-1,-1 0 1,2 0 0,-1 0-1,0 0 1,1 0 0,0 0-1,0 0 1,1 1 0,-1-1-1,1 0 1,1 0-1,-1 1 1,2 6 0,-2-10-15,1 0 1,0 0 0,0 0-1,0 0 1,0 0 0,0 0 0,0 0-1,1 0 1,-1-1 0,1 1-1,-1 0 1,1-1 0,0 1-1,0-1 1,-1 0 0,1 1-1,0-1 1,0 0 0,0 0-1,0 0 1,0-1 0,1 1-1,-1 0 1,0-1 0,4 1-1,62 4-429,-60-5 283,-1 0-35,-1-1 0,0 1-1,0-1 1,1-1 0,-1 1-1,0-1 1,0 0 0,0 0-1,-1-1 1,1 1 0,7-6-1,2-3-1363,-1 0-1,21-21 1,-19 17-582,35-33-7785</inkml:trace>
</inkml:ink>
</file>

<file path=ppt/ink/ink1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1:16.427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26 0 5457,'0'0'12582,"-6"3"-11926,-8 3-7456,8-5-606</inkml:trace>
</inkml:ink>
</file>

<file path=ppt/ink/ink1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1:16.986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12 0 9874,'0'0'6015,"-3"29"-4508,0-2-1013,1-10-147,0-1-1,1 1 1,1 0 0,0 0-1,2 0 1,0 0 0,0-1-1,10 32 1,23 54 1270,-16-54-1306,-2 1-1,-3 1 1,-2 0-1,11 96 1,-22-119-278,1 79 57,-2-98-73,-1 1-1,0-1 1,-1 0-1,1 1 0,-2-1 1,1 0-1,-1 0 1,0 0-1,-8 12 1,12-49 132,-3 16-135,5-25-102,2-1 1,2 1 0,1 0 0,16-45-1,-6 20-389,-10 36 236,-3 4 70,1 0 0,1 0 1,1 1-1,1 0 0,1 1 0,13-23 1,-22 43 157,0 0 1,1-1-1,-1 1 1,0 0 0,0 0-1,1-1 1,-1 1-1,1 0 1,-1 0-1,1 1 1,-1-1-1,1 0 1,-1 0-1,1 1 1,0-1 0,-1 1-1,1 0 1,2-1-1,-3 1 13,0 0 0,0 0-1,-1 0 1,1 0 0,0 1 0,0-1-1,0 0 1,0 0 0,0 1 0,-1-1-1,1 1 1,0-1 0,0 1 0,-1-1 0,1 1-1,0-1 1,-1 1 0,1-1 0,0 1-1,-1 0 1,1-1 0,-1 1 0,1 0-1,-1 0 1,1 0 0,-1-1 0,0 1-1,1 0 1,-1 0 0,0 0 0,0 0-1,0 0 1,1-1 0,-1 1 0,0 1-1,2 10 71,0 1-1,-1-1 0,-1 0 0,0 1 0,0-1 0,-1 0 0,-1 1 1,0-1-1,0 0 0,-1 0 0,-1 0 0,0 0 0,-1-1 0,0 0 1,-1 0-1,0 0 0,0 0 0,-1-1 0,-15 16 0,0-6 65,-14 16 695,34-34-717,1-1 0,0 1-1,0 0 1,0-1-1,0 1 1,0 0 0,0 0-1,0 0 1,0 0 0,1 0-1,-1 0 1,1 0-1,0 0 1,0 0 0,-1 0-1,1 0 1,1 0-1,-1 0 1,1 4 0,0-4-108,0-1 0,0 1 0,0-1-1,0 1 1,0-1 0,0 0 0,1 0 0,-1 1 0,1-1 0,-1 0 0,1 0 0,-1-1 0,1 1 0,-1 0 0,1 0 0,0-1 0,0 1 0,-1-1 0,3 1 0,41 8 20,-37-8-23,102 10-1582,-68-10-1663,79-8 0,-74-4-4619</inkml:trace>
</inkml:ink>
</file>

<file path=ppt/ink/ink1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1:17.667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1 319 12339,'0'0'8133,"20"-30"-7777,66-88-222,-84 114-132,1 1 0,0-1 1,0 1-1,1 0 0,-1 0 0,1 0 1,-1 1-1,1-1 0,6-2 0,-9 4 4,-1 1 0,1 0 0,0-1-1,0 1 1,0 0 0,0 0-1,0 0 1,0 0 0,0 0-1,0 0 1,0 0 0,-1 0 0,1 0-1,0 0 1,0 0 0,0 1-1,0-1 1,0 0 0,0 1-1,-1-1 1,1 1 0,0-1 0,0 1-1,0-1 1,1 2 0,0 1 45,0 0 0,-1 0 1,1 0-1,0 0 0,-1 0 0,0 1 1,0-1-1,0 1 0,0-1 0,0 0 1,-1 1-1,1 4 0,1 116 1307,-3-53-919,6-70-436,-1 0 0,1-1 0,0 0 1,0 0-1,-1 0 0,10-2 0,-5-1 1,1 0 0,-1-1 1,0 0-1,0 0 0,0-1 0,-1 0 0,10-8 0,58-51-3,-26 21-131,-48 41 107,0 1-1,0-1 0,1 0 0,-1 1 0,1 0 1,-1-1-1,1 1 0,-1 0 0,1 0 1,-1 1-1,7-2 0,-8 2 21,0 0-1,1 0 1,-1 0-1,1 1 1,-1-1 0,1 0-1,-1 1 1,0-1-1,1 1 1,-1 0 0,0-1-1,0 1 1,1 0 0,-1 0-1,0 0 1,0 0-1,0 0 1,0 0 0,0 0-1,0 0 1,0 0-1,0 0 1,0 2 0,0-3 0,0 1 0,0-1 0,0 1 0,0-1 0,0 1 0,0-1 0,0 0 0,0 1 1,0-1-1,0 0 0,0 0 0,0 0 0,0 0 0,1 0 0,-1 0 0,0 0 0,0 0 1,0-1-1,0 1 0,0 0 0,0-1 0,0 1 0,1-1 0,2-11 37,-1 0-1,0-1 1,0 1-1,-1-1 0,0-18 1,-1 25 0,-1 1 1,0-1-1,0 1 0,-1-1 1,1 1-1,-1-1 1,-1 1-1,1 0 0,-1-1 1,0 1-1,0 0 1,0 0-1,0 0 0,-1 1 1,-5-7-1,2 5 48,0 0-1,0 1 1,-1 0 0,0 1-1,0 0 1,0 0 0,-1 0-1,0 1 1,1 0 0,-1 0-1,0 1 1,0 0 0,0 0-1,-1 1 1,1 0-1,0 1 1,-10 0 0,17 0-80,-1 0 1,1 0 0,0 1-1,0-1 1,-1 0-1,1 1 1,0-1 0,0 1-1,-1-1 1,1 1-1,0-1 1,0 1 0,0 0-1,0 0 1,0 0-1,0-1 1,0 1 0,0 0-1,0 0 1,0 0-1,1 1 1,-1-1 0,0 0-1,1 0 1,-1 0-1,1 0 1,-1 1 0,1-1-1,0 0 1,-1 2-1,-3 44-1541,4-46 1347,0-1 0,0 1 1,0 0-1,0 0 0,0 0 1,1 0-1,-1 0 0,0-1 1,1 1-1,-1 0 0,0 0 1,1 0-1,-1-1 0,1 1 1,-1 0-1,1-1 0,0 1 1,-1 0-1,1-1 0,0 1 1,-1-1-1,1 1 0,0-1 1,0 1-1,-1-1 0,1 1 1,0-1-1,0 0 0,0 0 1,0 1-1,-1-1 0,1 0 1,0 0-1,0 0 0,0 0 1,0 0-1,0 0 0,0 0 1,-1 0-1,1 0 0,1-1 0,3 1-971,22 1-8214</inkml:trace>
</inkml:ink>
</file>

<file path=ppt/ink/ink1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1:18.132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17 0 13379,'0'0'3938,"-3"28"-2074,-6 67 78,4 0 0,10 120 0,26 231-977,-14-481-2649,-7 18 1348,2-11-104,23-48-155,-32 70 585,1 0-1,0-1 1,0 1 0,0 1-1,1-1 1,0 1-1,0-1 1,8-5 0,-12 11 45,0-1-1,0 0 1,1 1 0,-1 0 0,0-1 0,0 1 0,1 0 0,-1-1 0,0 1 0,0 0 0,1 0 0,-1 0 0,0 0 0,1 1 0,-1-1 0,0 0 0,0 0 0,1 1 0,-1-1 0,0 1 0,0-1 0,0 1-1,1-1 1,-1 1 0,0 0 0,0-1 0,0 1 0,0 0 0,0 0 0,0 0 0,-1 0 0,1 0 0,0 0 0,0 0 0,-1 0 0,2 2 0,26 50 408,-21-38-374,-5-11-187,0 0-1,0 0 0,0-1 1,0 1-1,1-1 0,0 1 0,-1-1 1,1 0-1,1 0 0,-1 0 1,4 3-1,-3-5-596,0 0 0,0 0 0,0 0 0,0 0 0,0 0 0,0-1 0,0 0 1,0 0-1,0 0 0,0 0 0,8-2 0,13-4-7102</inkml:trace>
</inkml:ink>
</file>

<file path=ppt/ink/ink1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1:18.458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58 73 12827,'0'0'9667,"23"0"-9583,76-4-81,-95 4-9,0 0 0,0-1 1,0 0-1,0 0 0,0 0 1,0-1-1,-1 1 0,1-1 1,0 0-1,-1 0 0,1 0 1,4-4-1,-6 4-24,-1 1 0,1-1 0,-1 1 0,0-1 0,1 0 0,-1 0 1,0 1-1,0-1 0,0 0 0,-1 0 0,1 0 0,0 0 0,-1 0 0,1 0 0,-1 0 0,0 0 1,0-3-1,-1 4 15,1 0 1,-1 0 0,0 0 0,0 0 0,0 1-1,0-1 1,0 0 0,-1 0 0,1 1-1,0-1 1,0 1 0,0-1 0,-1 1-1,1-1 1,0 1 0,0 0 0,-1 0 0,1 0-1,0-1 1,-1 1 0,1 0 0,0 1-1,0-1 1,-2 0 0,-49 1 7,38-1 10,6 0 88,-1 1 0,1 0 0,0 0 0,0 1 0,0 0 0,0 0 0,0 1 0,0 0 0,1 1 0,-1-1 0,-6 6 0,10-6-7,0-1 0,0 1 0,1 0 0,-1 0 1,1 0-1,0 1 0,0-1 0,0 1 0,0-1 0,1 1 0,0 0 1,-1 0-1,1 1 0,1-1 0,-1 0 0,1 0 0,-1 1 0,1-1 1,0 1-1,0 9 0,1-8-81,1 0 0,-1 0 0,1 0 0,1 0 0,-1-1 0,1 1 0,0 0 0,0 0 0,1-1 0,-1 0 0,1 1 0,0-1 0,1 0 0,-1 0 0,1-1 0,0 1 0,0-1 0,1 0 0,-1 0 0,1 0 1,0-1-1,0 1 0,0-1 0,1 0 0,-1-1 0,0 1 0,1-1 0,9 2 0,-2 0-434,1-1 1,-1 0-1,1-1 1,0 0-1,14-1 1,-13-1-996,0-1 0,0 0 0,0-1 0,17-5 0,32-18-9872</inkml:trace>
</inkml:ink>
</file>

<file path=ppt/ink/ink1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1:18.676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91 1 12163,'0'0'7753,"-20"176"-6344,20-86 631,0-4-616,7 1-632,6-4-455,-7-6-193,-6-3-96,0-6-48,0-7-104,-6-7-1025,-33 1-1295,20-14-2505,-13-12-3609</inkml:trace>
</inkml:ink>
</file>

<file path=ppt/ink/ink1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1:19.224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0 619 11642,'0'0'6293,"39"-25"-4342,9-9-1359,0-1 55,2 3 0,96-46-1,87-22 220,-111 51-782,127-72 1,-244 118-85,6-3 0,1-1 0,-2 0 0,21-17-1,-29 22 2,0 0-1,0 0 0,0 0 1,0-1-1,-1 1 0,1 0 1,-1-1-1,1 1 0,-1-1 1,0 1-1,0-1 0,0 0 1,0 1-1,0-1 1,-1 0-1,1 0 0,-1 0 1,0 0-1,0 1 0,0-1 1,0 0-1,0 0 0,-1 0 1,0-3-1,0 4 0,0 0 1,0 0-1,0 1 0,0-1 1,0 1-1,0-1 0,-1 1 1,1-1-1,-1 1 0,1 0 1,-1 0-1,1-1 0,-1 1 1,0 0-1,1 0 0,-1 1 1,0-1-1,0 0 0,0 1 1,1-1-1,-1 1 0,0-1 1,-3 1-1,-51-3-6,44 3 4,2 1 6,1-1 1,-1 1-1,1 1 1,0 0-1,0 0 0,-1 1 1,1 0-1,1 0 0,-1 1 1,0 0-1,-12 9 1,8-3 37,0 0 1,1 0-1,0 2 1,1-1-1,1 1 1,-13 18 0,0 7 279,1 1 1,2 1 0,2 0 0,-16 50-1,24-55-109,1 1 0,1 0 0,2 1-1,2-1 1,1 1 0,2 0-1,4 47 1,-2-69-208,1-1 0,0 1-1,6 18 1,-7-28-6,0-1 0,0 0 0,0 1 0,1-1 0,-1 0 0,1 0 0,0 0 0,0 0 0,0 0 0,0 0 0,0-1 0,0 1 0,1-1 0,0 1 0,-1-1 0,1 0 0,0 0 0,4 2 0,-5-3-20,1-1 0,-1 1 0,0-1 0,0 0 0,0 0 0,1 0 0,-1 0 0,0 0 0,0 0 0,0-1 0,0 1 0,0-1 0,1 1-1,-1-1 1,0 0 0,0 0 0,0 0 0,-1 0 0,1 0 0,0-1 0,0 1 0,-1 0 0,1-1 0,1-1 0,36-49-117,-25 31 6,55-77-571,-68 96 865,-1 25 334,-4 17-97,2-32-345,1 0 0,0-1 0,1 1 0,0 0 0,0 0 0,2 13 0,-1-20-79,0 0-1,-1 0 1,1 0-1,0 0 0,0 0 1,0 0-1,0 0 1,0 0-1,0 0 1,0 0-1,0 0 1,0-1-1,0 1 1,0 0-1,1-1 1,-1 1-1,0-1 1,0 1-1,1-1 1,-1 0-1,0 1 1,1-1-1,-1 0 1,3 0-1,42 0-3224,-32 0 454,17 0-3180</inkml:trace>
</inkml:ink>
</file>

<file path=ppt/ink/ink1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1:19.621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5 27 10842,'0'0'11088,"6"4"-10609,3 0-423,1-1 1,-1 0 0,1-1 0,-1 1-1,1-2 1,0 1 0,0-1-1,0-1 1,11-1 0,-21 0-48,1-1 0,-1 0 0,0 1 0,0-1 0,0 0 1,-1 1-1,1-1 0,0 0 0,-1 1 0,1-1 0,-1 0 1,0 1-1,1-1 0,-1 1 0,-1-3 0,1 2 13,-1 1 0,1-1-1,0 1 1,-1-1 0,1 1-1,-1 0 1,1-1 0,-1 1-1,0 0 1,1 0 0,-1 0-1,0 0 1,0 1 0,0-1-1,0 0 1,0 1 0,0-1-1,1 1 1,-1 0 0,-1 0-1,1-1 1,0 1 0,0 0-1,0 1 1,0-1 0,0 0-1,0 1 1,1-1 0,-1 1-1,0-1 1,0 1 0,0 0-1,0 0 1,-2 2 0,0 0 18,0 0 0,1 0 0,0 0 0,0 0 0,0 0 0,0 1 0,0 0 0,1 0 0,-1-1 0,1 1 0,0 1 0,1-1 0,-1 0 0,-1 6 0,0 6 15,1 1-1,1-1 0,0 0 0,1 1 1,1-1-1,5 27 0,-5-40-111,0 0 1,0 0-1,0 0 0,0 0 0,1 0 0,-1 0 0,1 0 0,0 0 0,0-1 0,0 1 1,0-1-1,1 1 0,-1-1 0,1 0 0,-1 0 0,1 0 0,0 0 0,-1 0 0,1-1 1,0 1-1,0-1 0,0 0 0,5 1 0,5 1-1503,-1-1 0,1 0 0,0-1 0,20-1 0,-21 0-438,33 0-8699</inkml:trace>
</inkml:ink>
</file>

<file path=ppt/ink/ink1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1:19.951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13 161 14995,'0'0'10217,"-2"25"-9888,-2 10-209,1-2 181,0 53 0,3-85-273,0-19 4,2 0-1,0 0 1,1 0-1,1 0 1,1 1 0,7-21-1,5-15-24,-6 13 26,-6 26 122,-1-1 0,0 0 1,-1 0-1,2-27 0,-5 41 230,-1 2-427,1 0 1,0 0-1,-1 0 1,1 1 0,0-1-1,0 0 1,0 0 0,0 0-1,0 0 1,0 1 0,0-1-1,0 0 1,0 0-1,1 0 1,-1 0 0,0 0-1,1 1 1,-1-1 0,1 0-1,0 0 1,-1 0-1,1 0 1,0 0 0,-1-1-1,1 1 1,0 0 0,0 0-1,1 1 1,28 16-5149,1-14-2866</inkml:trace>
</inkml:ink>
</file>

<file path=ppt/ink/ink1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1:20.406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180 1 2537,'0'0'16979,"-64"176"-14458,57-83-705,1 13-136,6 0-375,-7-3-393,1-7-400,0-9-280,-1-14-184,-6-12-48,-6-16-56,6-16-584,0-29-1152,1 0-2097,5-29-4177</inkml:trace>
</inkml:ink>
</file>

<file path=ppt/ink/ink1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1:20.909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0 593 9154,'0'0'7580,"33"-9"-5409,-15 4-1886,230-75 2058,73-53-1236,-265 105-1117,-1-2-1,-2-3 1,78-61-1,-118 83-14,-1 0 0,0-1 0,16-20 0,-24 27 11,-1 1 0,0-2 0,0 1 1,-1 0-1,1 0 0,-1-1 0,0 0 0,-1 1 0,1-1 0,-1 0 0,0 0 0,0-11 0,-2 15 16,1 1 0,-1-1 0,1 0 0,-1 1 0,0-1 0,0 1 0,1-1 0,-1 1 0,0-1 1,0 1-1,-1 0 0,1-1 0,0 1 0,0 0 0,-1 0 0,1 0 0,0 0 0,-1 0 0,1 0 0,-1 0 0,1 1 0,-1-1 1,0 0-1,1 1 0,-1 0 0,0-1 0,1 1 0,-1 0 0,0 0 0,1-1 0,-1 1 0,-2 1 0,-2-2 44,0 1-1,0 0 0,0 0 0,0 1 1,0-1-1,0 1 0,0 1 1,-11 3-1,9-1 5,1 1 1,0 0 0,0 0-1,0 1 1,1 0-1,0 0 1,0 0-1,0 1 1,-8 13-1,-40 75 587,48-83-512,-11 22 166,2 0 1,1 2-1,2-1 1,2 2-1,1-1 1,2 1 0,1 1-1,2-1 1,1 50-1,3-76-259,4 94 140,-2-94-171,0 0 0,1 0 0,0 0 1,1-1-1,0 1 0,0-1 0,9 14 0,-8-15-28,1-1 0,0 0-1,0 0 1,1 0-1,12 11 1,-18-18 8,1 0 0,-1 0 1,0 0-1,0 0 0,0 0 1,1-1-1,-1 1 1,0 0-1,1-1 0,-1 1 1,0-1-1,1 1 0,-1-1 1,1 1-1,-1-1 0,1 0 1,-1 0-1,1 0 0,-1 0 1,1 0-1,-1 0 0,1 0 1,-1-1-1,1 1 0,-1 0 1,0-1-1,1 1 0,-1-1 1,1 0-1,-1 1 0,0-1 1,0 0-1,1 0 0,-1 0 1,0 0-1,0 0 1,0 0-1,0 0 0,0 0 1,0 0-1,0-1 0,0 1 1,-1 0-1,1 0 0,0-1 1,-1 1-1,1-3 0,13-25-428,-8 16 400,0-1 0,0 1-1,1 0 1,1 1-1,1-1 1,-1 2 0,2-1-1,12-12 1,-21 24 46,-1-1 1,1 1-1,-1 0 1,0 0-1,1 0 1,-1-1-1,1 1 1,-1 0-1,0 0 1,1 0-1,-1 0 1,1 0-1,-1 0 1,1 0-1,-1 0 1,1 0-1,-1 0 1,1 0-1,-1 0 1,0 0-1,1 0 1,-1 0-1,1 0 1,-1 0-1,1 1 1,-1-1-1,0 0 1,1 0-1,-1 0 1,1 1-1,-1-1 1,0 0-1,1 1 1,-1-1-1,0 0 1,0 1-1,1-1 1,-1 0-1,0 1 1,0-1-1,1 1 1,-1-1-1,0 1 1,9 23 65,-8-19-40,2 4-29,0 0 1,0-1-1,1 1 1,1-1-1,-1 0 1,1 0 0,7 8-1,-8-12-374,0-1 0,0 1 0,0-1 0,0 0 0,1-1 0,-1 1 0,1-1 0,-1 0 0,1 0-1,0 0 1,0-1 0,0 1 0,0-1 0,10 0 0,28 1-5419</inkml:trace>
</inkml:ink>
</file>

<file path=ppt/ink/ink1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1:21.094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26 0 12659,'0'0'12002,"-25"170"-11594,25-154-280,0-6-128,6-13-4641,7-20-216,-7-2-3969</inkml:trace>
</inkml:ink>
</file>

<file path=ppt/ink/ink1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1:21.277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0 0 13083,'0'0'9450,"64"126"-12795,-25-104-2432,-1-6-3961</inkml:trace>
</inkml:ink>
</file>

<file path=ppt/ink/ink1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1:21.654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103 0 13499,'0'0'11052,"-12"26"-10826,-53 118-80,63-139-369,1 0 1,0 0-1,0 0 1,0 0-1,0 0 1,1 0-1,0 0 1,0 7-1,1-7 288,-1 0-1,0 0 0,0 0 0,-1 0 0,1 0 1,-1 0-1,-1 0 0,-1 5 0,1-5-429,-6 10 1572,5-8-9969</inkml:trace>
</inkml:ink>
</file>

<file path=ppt/ink/ink1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1:21.979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58 0 8266,'0'0'18644,"-19"148"-18492,12-126-80,1-2-72,-7-4 0,0-3-760</inkml:trace>
</inkml:ink>
</file>

<file path=ppt/ink/ink1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1:22.162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46 1 10338,'0'0'17988,"-45"48"-18076,64-35-1000,7-4-3073,-7-5-4745</inkml:trace>
</inkml:ink>
</file>

<file path=ppt/ink/ink1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1:23.016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174 9 3649,'0'0'15070,"-21"-2"-14334,-61-3-383,81 5-340,0-1-1,0 1 0,-1 0 1,1 0-1,0 0 0,0 0 1,0 0-1,-1 0 0,1 0 0,0 0 1,0 1-1,0-1 0,-1 0 1,1 1-1,0-1 0,0 1 1,0-1-1,0 1 0,0-1 1,0 1-1,0 0 0,0 0 1,0-1-1,0 1 0,0 0 1,1 0-1,-1 0 0,0 0 1,1 0-1,-2 2 0,2-1-11,0 0-1,0 0 1,0 0 0,0 0-1,0 1 1,1-1-1,-1 0 1,1 0 0,-1 0-1,3 4 1,-1 4 44,-1 8 23,-1-10-14,1 0 0,-1-1-1,0 1 1,-1 0 0,1 0 0,-2-1 0,1 1 0,-1 0 0,0-1 0,-1 1 0,0-1 0,0 0 0,-7 12 0,7-13 90,2-4-112,1-1 0,-1 0-1,0 0 1,1 1 0,-1-1-1,0 0 1,0 0 0,0 0 0,0 0-1,0 0 1,0 0 0,0 0-1,0 0 1,-2 1 0,2-2-130,21 0-5823,4 0 489</inkml:trace>
</inkml:ink>
</file>

<file path=ppt/ink/ink1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1:23.466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251 0 10066,'0'0'14959,"-24"21"-14368,1 0-475,-141 129 459,156-142-554,5-6-25,1 0 0,-1 0 0,1 0 0,0 1 0,-1-1 0,1 0-1,0 1 1,1 0 0,-1 0 0,0-1 0,1 1 0,0 0 0,0 0 0,0 0 0,0 0 0,0 0 0,0 6 0,2-8-25,0 0 0,0-1 0,0 1 0,0-1 0,0 1 0,1-1-1,-1 0 1,0 1 0,0-1 0,1 0 0,-1 0 0,0 0 0,0 0 0,1 0 0,-1 0 0,0 0 0,2-1 0,1 1-52,197 0-3516,-198 0 3569,0 0 1,-1 0-1,1 1 0,-1-1 0,1 1 1,-1-1-1,1 1 0,-1 0 0,1 0 1,-1 0-1,0 0 0,1 1 1,-1-1-1,0 1 0,0-1 0,0 1 1,0 0-1,0 0 0,0 0 0,-1 0 1,1 0-1,-1 0 0,1 0 1,-1 0-1,0 1 0,0-1 0,0 0 1,0 1-1,0-1 0,0 1 0,-1-1 1,1 1-1,-1 5 0,1-1 60,-1 0 0,0 0 0,0 0-1,0 0 1,-1 0 0,0 0 0,-1 0-1,1 0 1,-1 0 0,-1 0 0,-5 10 0,-2 0 121,-1-2 1,-1 0 0,-1 0-1,0-1 1,-1 0 0,0-2-1,-31 23 1,35-30-416,8-7-977,17-15-1963,15-12-2438</inkml:trace>
</inkml:ink>
</file>

<file path=ppt/ink/ink1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1:23.668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45 0 10138,'0'0'10042,"-45"167"-10042,45-154-1592,0 0-2345</inkml:trace>
</inkml:ink>
</file>

<file path=ppt/ink/ink1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1:23.852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58 1 5961,'0'0'18700,"-58"134"-18700,84-127-1472,19-7-2585,-13 0-4121</inkml:trace>
</inkml:ink>
</file>

<file path=ppt/ink/ink1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1:24.393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286 0 984,'0'0'17745,"-16"28"-15950,-50 93-334,60-108-1154,0 0 1,1 1 0,0 0-1,-5 26 1,0 1 338,-128 405 1983,135-435-2623,-14 47 42,16-54-55,0-1 0,1 1 0,-1-1-1,1 1 1,0-1 0,0 1 0,0-1-1,0 1 1,1 0 0,-1-1 0,1 1 0,0-1-1,1 4 1,-1-6 4,0 0 0,0 0 0,1 0 0,-1 0 0,0 0 0,0 0 0,1-1 0,-1 1 0,0 0 0,1-1 0,-1 1 0,1-1 0,-1 0 0,0 1 0,1-1 1,-1 0-1,1 0 0,1 0 0,34 0-51,-26 0 29,12 0-158,0-1-1,0-1 0,0-1 0,0-1 0,0-1 0,23-8 0,-37 10-458,-1 0-1,1 1 1,0 0-1,0 1 1,13-1-1,5 1-3360,-16 1 1859,15 0-7158</inkml:trace>
</inkml:ink>
</file>

<file path=ppt/ink/ink1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1:24.903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33 3 1008,'0'0'20883,"0"0"-20794,-1 0 0,1 0 0,0-1-1,0 1 1,-1 0 0,1 0 0,0-1 0,0 1-1,-1 0 1,1 0 0,0 0 0,0 0 0,-1 0-1,1-1 1,0 1 0,-1 0 0,1 0 0,0 0-1,-1 0 1,1 0 0,0 0 0,-1 0-1,1 0 1,0 0 0,-1 0 0,1 0 0,0 0-1,-1 1 1,1-1 0,0 0 0,-1 0 0,1 0-1,0 0 1,0 0 0,-1 1 0,1-1-1,0 0 1,0 0 0,-1 1 0,-1 10 213,0 0 0,1 1 0,1-1 0,0 16 1,1-19-321,0 0 0,-1 0 0,0 0 0,-1 0 0,1 0 0,-2 0 0,1 0 0,-1 0 0,0-1 0,-6 14 0,7-19-1685,14-2-7827</inkml:trace>
</inkml:ink>
</file>

<file path=ppt/ink/ink1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1:25.126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27 1 12483,'0'0'14099,"-26"41"-14019,26-18-80,6-1-528,26-9-1609,-6-3-2880,6-7-4657</inkml:trace>
</inkml:ink>
</file>

<file path=ppt/ink/ink1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1:25.449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123 1 8386,'0'0'13471,"-7"33"-11560,-22 112-623,-6 1 175,-3 32-481,25-79-1197,16-98-43,1-1-1,-1 1 1,1-1 0,-1 0 0,1 0 0,0-1 0,-1 1-1,1-1 1,3-1 0,4-4-396,-1 0-1,0-1 1,0 0-1,0 0 1,-1-1 0,0-1-1,-1 1 1,10-14-1,3-1-658,110-127-6918,-58 64 4074</inkml:trace>
</inkml:ink>
</file>

<file path=ppt/ink/ink1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1:25.643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169 1 3953,'0'0'19243,"-17"24"-17532,12-17-1587,-17 23 349,2 0 1,1 2-1,1 0 0,2 1 0,-13 38 0,23-50-385,1 1 0,0 0 1,2 0-1,1 0 0,1 0 0,1 1 0,2 25 0,-1-46-212,-1 1-1,1 0 0,0-1 0,-1 1 1,1-1-1,0 1 0,1-1 1,-1 0-1,0 1 0,1-1 0,-1 0 1,1 0-1,-1 0 0,1 0 0,0 0 1,0 0-1,0-1 0,0 1 0,3 1 1,27 13-8713,-18-12-1790</inkml:trace>
</inkml:ink>
</file>

<file path=ppt/ink/ink1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1:26.119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0 109 6865,'0'0'14300,"173"-51"-12820,-115 51-304,0 0-344,0 0-192,6 0-376,6 0-256,27 0-8,-14-23-1744,-12-12-6474</inkml:trace>
</inkml:ink>
</file>

<file path=ppt/ink/ink1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1:27.046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379 28 7402,'0'0'11187,"-24"-5"-10214,-78-14-156,96 18-712,0 0-1,1 0 0,-1 0 1,0 1-1,0 0 1,0 1-1,0-1 1,0 1-1,0 0 1,1 1-1,-1-1 1,0 1-1,1 0 1,-1 0-1,1 1 1,0 0-1,0 0 1,-8 6-1,3 0-41,1 0-1,1 1 0,-1 1 0,2-1 1,-1 1-1,-5 12 0,-2 1 184,8-14-180,0 1-1,0 0 0,1 1 1,0-1-1,1 1 0,0 0 1,1 0-1,0 1 0,1-1 1,-1 15-1,4-25-66,0-1 0,1 1-1,-1-1 1,1 1 0,0-1 0,0 1 0,-1-1-1,1 1 1,0-1 0,0 0 0,0 0-1,0 1 1,0-1 0,1 0 0,-1 0 0,0 0-1,1 0 1,-1 0 0,0 0 0,1-1-1,-1 1 1,1 0 0,-1-1 0,1 1 0,-1-1-1,1 0 1,0 1 0,-1-1 0,1 0-1,0 0 1,-1 0 0,1 0 0,3-1 0,0 2-4,1-1 0,0-1 1,-1 1-1,1-1 1,0 0-1,-1 0 1,1-1-1,-1 0 1,10-4-1,-4-2-42,-1-1 0,0 0 0,0-1 0,-1 0 0,0-1 0,-1 0 0,0 0 0,0-1 0,-1 0-1,-1 0 1,0 0 0,-1-1 0,0 0 0,-1 0 0,3-17 0,-11 41 901,-2 8-557,1 0 0,0 0 0,-3 39 0,7-52-301,1 1 1,0-1-1,1 0 1,0 1-1,0-1 0,0 0 1,0 0-1,4 9 0,-3-12 5,-1 0-1,1 0 1,-1-1 0,1 1-1,0 0 1,0-1-1,1 1 1,-1-1-1,0 0 1,1 1-1,-1-1 1,1 0-1,0-1 1,0 1-1,0 0 1,0-1-1,5 2 1,1 0-119,0-1 0,1 0 0,0 0 0,0-1 0,-1-1-1,1 1 1,0-2 0,0 1 0,-1-1 0,15-4 0,-5 1-984,-1-2 0,1 0 0,-1-1 0,20-11 0,41-29-7727</inkml:trace>
</inkml:ink>
</file>

<file path=ppt/ink/ink1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1:27.543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167 0 10594,'0'0'8944,"-16"39"-6828,-6 10-1457,2-6-76,2 2-1,2 0 0,-13 56 1,15-31 159,2 1 0,-2 78 1,8 147-1237,6-271 250,1-30 31,0 0 1,1 0-1,-1 0 0,1 1 0,0-1 0,0 0 1,4-4-1,3-11-76,49-145-1366,-48 146 1823,-4 26 533,-3 32 243,-3-25-676,0 3-73,0 1-1,1 0 0,1 0 1,5 24-1,-6-38-213,0 0-1,0 0 1,0-1-1,1 1 1,0 0 0,-1-1-1,1 1 1,0-1 0,1 0-1,-1 0 1,1 0 0,-1 0-1,1 0 1,0 0-1,0-1 1,0 1 0,0-1-1,1 0 1,-1 0 0,0 0-1,1 0 1,0 0-1,-1-1 1,1 0 0,0 0-1,6 1 1,5 0-1165,0-2 0,0 0-1,20-2 1,3-6-4580</inkml:trace>
</inkml:ink>
</file>

<file path=ppt/ink/ink1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1:27.931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49 46 9658,'0'0'10468,"23"7"-10099,-3-1-314,-11-3-42,1 1-1,0-1 1,0-1-1,0 0 0,0 0 1,0-1-1,1 0 1,-1-1-1,0 0 1,0-1-1,1 0 1,-1 0-1,14-5 0,-11 2 1,9-3-24,1 0 0,-2-2 0,39-20-1,-57 23 136,-15 4 74,-49 1-142,21-1 50,0 1 0,-41 6 1,72-4 37,-1 0 0,1 1 1,0 0-1,-1 1 0,1 0 1,0 0-1,0 1 0,1 0 1,-1 0-1,1 1 0,0 0 0,0 1 1,-13 12-1,19-15-108,-1 0-1,1 1 1,0-1 0,1 1 0,-1-1-1,1 1 1,-1-1 0,1 1 0,0 0-1,0 0 1,1 0 0,-1-1 0,1 1-1,0 0 1,0 0 0,0 0 0,2 6-1,-2-4-25,1-1 0,1 0 0,-1 0 0,1 1 0,-1-1 0,1 0 0,1 0 0,-1-1 0,1 1 0,0 0 0,0-1 0,4 5 1,3 0-111,0 0 0,1 0 0,0-1 1,1 0-1,0-1 0,0-1 0,0 0 1,1 0-1,0-1 0,0-1 0,0 0 1,21 3-1,-10-4-1014,0-1-1,0-1 1,0-2 0,0 0-1,0-1 1,31-8 0,30-13-5490</inkml:trace>
</inkml:ink>
</file>

<file path=ppt/ink/ink1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1:28.318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270 1 9618,'0'0'10456,"-27"20"-8972,-90 65-394,106-78-918,0 2 1,1 0 0,0 0 0,1 1 0,0 0 0,0 0 0,1 1 0,0 0 0,1 1 0,-10 22 0,9-19-59,7-11-101,-1 0 0,1 0 0,0 0 0,0 0 0,0 0 0,0 0 0,1 0 0,0 0 0,0 8 0,0-12-14,3 1-5,-1 0 0,1 0 0,0 0 0,0 0 0,0-1 1,0 1-1,0-1 0,0 0 0,0 0 0,0 0 0,5-1 0,-2 1-5,1-1-7,0 0 1,0 0-1,-1-1 1,1 0 0,0 0-1,-1 0 1,1-1-1,-1 0 1,0 0 0,10-7-1,63-51-875,-38 27 156,-40 33 739,-1 0-1,1 1 1,0-1 0,-1 0 0,1 1-1,0-1 1,0 1 0,0-1 0,0 1-1,-1-1 1,1 1 0,0-1 0,0 1-1,0 0 1,0 0 0,0-1-1,0 1 1,0 0 0,0 0 0,2 0-1,-1 18 593,-3-5-499,1 18 139,-1-20-168,0 1 0,2-1 0,-1 1 0,1-1 0,1 1 0,4 15 0,-5-23-121,1-1 0,0 1 0,0 0 0,0-1 0,0 1 0,1-1 0,-1 0 0,1 0 0,0 0 0,0 0 0,0-1 0,0 1-1,1-1 1,-1 1 0,1-1 0,-1 0 0,1-1 0,0 1 0,0-1 0,-1 1 0,1-1 0,0 0 0,5 0 0,31 4-4107,66 1-1,-35-5-4372</inkml:trace>
</inkml:ink>
</file>

<file path=ppt/ink/ink1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1:28.567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110 0 7314,'0'0'10826,"-77"225"-9714,70-148-144,7 3-200,0-3-295,0-3-193,0-7-88,0-12-144,0-14-8,-12-12-40,-1-16-568,13-19-3377,0-26-392,0-10-1104</inkml:trace>
</inkml:ink>
</file>

<file path=ppt/ink/ink1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1:28.875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192 1 4457,'0'0'12445,"30"-1"-11204,92 2-280,-120-1-931,0 0 0,0 0 0,0 0 0,0 1-1,0-1 1,0 1 0,0 0 0,0-1 0,0 1 0,0 0 0,0 0-1,0 0 1,-1 0 0,1 1 0,0-1 0,-1 0 0,1 1 0,-1-1-1,1 1 1,-1 0 0,0-1 0,0 1 0,0 0 0,0 0 0,1 2-1,-1 1 51,0-1 0,0 1 0,0-1-1,-1 1 1,0 0 0,0-1-1,-1 9 1,1-2 174,-1-6-161,1 0 0,-1 0 0,0 0-1,0 0 1,0-1 0,-1 1-1,0 0 1,0-1 0,0 1 0,0-1-1,-1 0 1,0 1 0,0-1-1,0 0 1,0-1 0,0 1 0,-1-1-1,0 1 1,1-1 0,-1 0-1,-1-1 1,1 1 0,0-1 0,-7 3-1,-13 6 16,-1-1 0,0-2 0,-40 8 0,19-4-65,12-4-40,23-6-11,-1 1 0,1 0 1,0 0-1,0 1 0,0 0 1,1 1-1,-13 7 0,23-12-6,1 0 0,-1 0-1,0 0 1,0 0-1,0 0 1,0 0 0,0 0-1,0 0 1,0 0-1,0 0 1,1-1 0,-1 1-1,0 0 1,0 0 0,0 0-1,0 0 1,0 0-1,0 0 1,0 0 0,1 0-1,-1 0 1,0 0-1,0 0 1,0 0 0,0 0-1,0 0 1,0 1-1,1-1 1,-1 0 0,0 0-1,0 0 1,0 0 0,0 0-1,0 0 1,0 0-1,0 0 1,0 0 0,0 0-1,1 0 1,-1 0-1,0 1 1,0-1 0,0 0-1,0 0 1,0 0-1,0 0 1,0 0 0,0 0-1,0 0 1,0 1-1,0-1 1,0 0 0,0 0-1,0 0 1,0 0 0,0 0-1,0 0 1,0 0-1,0 1 1,0-1 0,0 0-1,0 0 1,0 0-1,0 0 1,0 0 0,0 0-1,21-1-1313,25-9-1969,16-13-1897</inkml:trace>
</inkml:ink>
</file>

<file path=ppt/ink/ink1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1:29.204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116 1 12635,'0'0'8746,"-71"211"-6666,52-140-200,6 3-655,0-7-473,13-6-432,0-6-224,0-11-96,7-5-96,6-7-600,-1 0-1545,8 13-1760,-7-7-1392,6-2-7081</inkml:trace>
</inkml:ink>
</file>

<file path=ppt/ink/ink1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1:29.420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39 1 1816,'0'0'28807,"-38"16"-28591,38-13-216,0 0-96,0 4-249,0 2-679,26 11-1592,6-8-3098,-13-2-5096</inkml:trace>
</inkml:ink>
</file>

<file path=ppt/ink/ink1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1:53.562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227 495 6009,'0'0'8801,"7"0"-7674,18 0-194,-18 0-89,-4-3 4723,-262 13-4939,258-11-654,0 0-1,0 0 1,1 0 0,-1 0-1,0 0 1,0 0 0,1 0-1,-1-1 1,1 1 0,-1 0-1,1 0 1,-1 0 0,1-1-1,0 1 1,0 0 0,0-1-1,-1 1 1,1 0 0,0 0-1,1-1 1,-1 1 0,0 0-1,0-1 1,1-1 0,4-37-224,12-7-45,2 1 1,44-78 0,-50 99 141,-9 18 109,50-88-352,-46 83 374,-1 1-1,2 0 1,-1 1-1,1 0 0,17-15 1,-25 24 26,0 1 0,-1-1 0,1 1 0,0-1 0,-1 1 0,1-1 0,0 1 0,0-1 0,0 1 0,-1 0 1,1-1-1,0 1 0,0 0 0,0 0 0,0-1 0,0 1 0,0 0 0,-1 0 0,1 0 0,0 0 0,0 0 0,0 0 0,0 1 0,0-1 0,0 0 0,-1 0 0,1 1 0,0-1 1,0 0-1,0 1 0,0-1 0,-1 1 0,1-1 0,0 1 0,-1-1 0,1 1 0,0 0 0,-1-1 0,1 1 0,-1 0 0,1-1 0,-1 1 0,1 0 0,-1 0 0,1 0 1,-1-1-1,0 1 0,1 0 0,-1 0 0,0 1 0,11 51 531,-11-44-434,11 115 720,-10 230-1,-16-197-309,-1 37-2614,16-194 1980,0 1 1,0 0-1,0 0 0,0 0 0,0 0 1,0 0-1,0-1 0,1 1 0,-1 0 1,0 0-1,0 0 0,1-1 0,-1 1 1,1 0-1,-1 0 0,0-1 1,1 1-1,0 0 0,-1-1 0,1 1 1,-1 0-1,1-1 0,0 1 0,-1-1 1,1 1-1,0-1 0,-1 0 0,1 1 1,1 0-1,27 1-5053,-19-2 2972,15 0-6127</inkml:trace>
</inkml:ink>
</file>

<file path=ppt/ink/ink1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1:53.824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91 1 10562,'0'0'8410,"-7"227"-6554,7-143-495,0 6-425,0-4-152,0 1-248,0-7-248,0-6-160,0-10-112,-6-13-16,-1-12-480,-5-10-968,-8-13-1273,1-7-1880,0-9-3768</inkml:trace>
</inkml:ink>
</file>

<file path=ppt/ink/ink1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1:53.980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0 7 9314,'0'0'11010,"174"-7"-10810,-104 7-200,-6 0-1336,-6 0-5737</inkml:trace>
</inkml:ink>
</file>

<file path=ppt/ink/ink1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1:54.262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39 0 6849,'0'0'11827,"6"180"-11723,-6-157-104,0-4-72,-19-6-1000,6-4-1969,0-9-4456</inkml:trace>
</inkml:ink>
</file>

<file path=ppt/ink/ink1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1:54.426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 0 9450,'0'0'9970,"32"135"-14299,-19-110-2400</inkml:trace>
</inkml:ink>
</file>

<file path=ppt/ink/ink1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1:54.804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63 1 8058,'0'0'14092,"-9"22"-13773,-3 2-267,1 1-5,1 0-1,-11 42 1,21-66-91,1-1 0,-1 1 0,0 0 0,0 0 0,1-1 0,-1 1 0,1 0 0,-1-1 0,0 1 0,1 0 1,-1-1-1,1 1 0,0-1 0,-1 1 0,1 0 0,-1-1 0,1 1 0,0-1 0,-1 0 0,1 1 0,0-1 0,0 0 0,-1 1 0,1-1 0,0 0 0,0 0 1,-1 0-1,1 1 0,0-1 0,0 0 0,0 0 0,-1 0 0,1 0 0,0-1 0,0 1 0,1 0 0,44 0-592,-34-1 359,63 1-446,-74 0 726,0 0 0,0 0 1,-1 1-1,1-1 0,-1 0 1,1 0-1,0 0 0,-1 1 1,1-1-1,0 0 1,-1 1-1,1-1 0,-1 1 1,1-1-1,-1 1 0,1-1 1,-1 0-1,1 1 0,-1 0 1,0-1-1,1 1 0,-1-1 1,0 1-1,1 0 0,-1-1 1,0 1-1,0-1 0,1 2 1,1 28 633,-2-25-452,0 0 0,-1 1 0,0-1 1,0 0-1,0 0 0,-1 0 0,0 0 0,0-1 1,-3 8-1,1-8-128,-1 1 1,1-1 0,0 0-1,-1 0 1,0-1 0,0 1-1,0-1 1,0 0 0,-1 0-1,1-1 1,-1 0 0,-11 3-1,-22 0-4010,33-5-841</inkml:trace>
</inkml:ink>
</file>

<file path=ppt/ink/ink17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1:55.005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 26 12859,'0'0'19620,"13"0"-19332,-7 0-344,-6-3-408,7-1-832,5-2-1073,-5 0-3368,6-1-4625</inkml:trace>
</inkml:ink>
</file>

<file path=ppt/ink/ink17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2:25.97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72 0 1776,'0'0'11327,"2"1"-11200,-1-1 90,-1 0-1,0 0 0,1 0 1,-1 0-1,1 0 1,-1 0-1,0 0 0,1 0 1,-1 0-1,0 0 1,0 0-1,1 0 0,-1 1 1,0-1-1,1 0 1,-1 0-1,0 0 0,1 0 1,-1 1-1,0-1 1,0 0-1,0 0 0,1 1 1,-1-1-1,0 0 1,0 1-1,0-1 0,1 0 1,-1 0-1,0 1 1,0-1-1,0 0 0,0 1 1,0-1-1,0 1 0,-30 62 794,22-49-791,1 0-1,0 0 1,-5 17 0,7-9 123,0 1-1,1-1 1,2 1 0,0 41-1,2-62-324,1 0-1,0-1 0,0 1 1,-1-1-1,1 1 0,0 0 1,0-1-1,0 1 1,0-1-1,1 0 0,-1 1 1,0-1-1,1 0 0,-1 0 1,1 0-1,-1 0 0,1 0 1,-1 0-1,1 0 1,-1-1-1,1 1 0,0-1 1,0 1-1,2 0 0,46 8 161,-33-9-149,-9 1-7,0-1 0,0 0 0,-1-1-1,1 0 1,0 0 0,8-3 0,-13 3-13,1-1 0,0 0 0,-1 0 0,0 0-1,1-1 1,-1 1 0,0-1 0,0 0 0,0 0 0,-1 0 0,1 0 0,-1 0 0,0-1 0,4-6 0,25-69 99,-30 76-106,-1 1 1,1 0 0,-1 0-1,1-1 1,-1 1-1,0 0 1,0-1 0,0 1-1,0 0 1,0-1-1,0 1 1,-1 0 0,1-1-1,-1 1 1,1 0-1,-1 0 1,0 0 0,0-1-1,0 1 1,-2-3-1,-32-42 39,18 26 39,15 19-53,0 1 0,0-1 0,-1 0 1,1 0-1,0 1 0,-1 0 0,1-1 0,-1 1 1,1 0-1,-1 0 0,0 0 0,1 1 0,-1-1 1,0 0-1,0 1 0,1 0 0,-6 0 0,2-1 62,5 1 81,-16 0-907,15 17-5908,2-1 770</inkml:trace>
</inkml:ink>
</file>

<file path=ppt/ink/ink17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2:25.97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9 1072,'0'0'11879,"0"-1"-12151,3-6 10220,-1 7-8375,0 8-1384,0 0 0,-1 0 0,0 0 0,0 0 1,0 12-1,5 69 1239,-6-81-1280,1-1 0,0 1 0,1-1 0,0 0 0,0 0 0,0 0 0,1 0 0,0 0 0,0 0 0,9 11 0,-4 18 610,2-16-466,-10-19-246,1 1-1,-1 0 0,1 0 1,0-1-1,-1 1 0,1 0 1,0-1-1,0 1 0,0-1 1,0 1-1,0-1 0,0 0 0,3 3 1,-3-4 11,12-12-20548</inkml:trace>
</inkml:ink>
</file>

<file path=ppt/ink/ink17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2:25.97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7 3 1536,'0'0'10972,"-7"-3"-1075,8 4-9854,0 0-1,0-1 1,1 1 0,-1 0 0,0-1 0,0 1 0,0-1 0,0 1-1,0-1 1,1 0 0,-1 1 0,0-1 0,0 0 0,1 0-1,-1 0 1,0 0 0,1 0 0,1-1 0,39 1 157,-32 0-147,125 0 160,-134 1-209,0-1 0,-1 1 0,1 0 0,-1 0-1,1-1 1,-1 1 0,1 0 0,-1 0 0,1 0 0,-1 0 0,1 0-1,-1 0 1,0-1 0,0 1 0,0 0 0,1 0 0,-1 0 0,0 0-1,0 0 1,0 0 0,0 0 0,-1 1 0,1 33 96,0-27-70,-1-6-24,1 0 0,0 0-1,-1 0 1,1 0 0,-1-1 0,0 1 0,0 0 0,1 0 0,-1-1 0,0 1 0,-1 0-1,1-1 1,0 1 0,0-1 0,-1 1 0,-2 1 0,-32 24 88,0 1 237,32-23-267,2-3-24,0 0 0,0 1 0,0-1 0,0 0 0,0 1 0,1 0 0,-1-1 0,1 1 0,0 0-1,0 0 1,0 0 0,0 0 0,0-1 0,0 1 0,1 0 0,0 0 0,0 1 0,-1-1 0,2 5 0,0-8-22,-1 1-1,1 0 1,-1-1 0,1 1 0,-1-1-1,1 1 1,0-1 0,-1 1-1,1-1 1,0 0 0,-1 1-1,1-1 1,0 0 0,0 1-1,-1-1 1,1 0 0,0 0 0,0 0-1,-1 0 1,1 0 0,0 0-1,0 0 1,0 0 0,1 0-1,29 0 57,-22-1 1,44 1-161,27 0 659,-57 0-1741,-20 0-118,-8 1-597,-15 3-3859,0 4-2995</inkml:trace>
</inkml:ink>
</file>

<file path=ppt/ink/ink17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2:25.97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0 196 5761,'0'0'9665,"5"-1"-8812,0 0-508,-1 0-1,1 0 0,0 0 0,0 0 0,0 1 1,0 0-1,9 1 0,-12-1-235,0 1 0,0 0-1,0-1 1,0 1 0,0 0 0,0 0 0,0 0 0,0 0-1,-1 0 1,1 1 0,0-1 0,-1 0 0,1 1-1,-1 0 1,0-1 0,1 1 0,-1 0 0,0-1 0,0 1-1,0 0 1,0 0 0,0 0 0,0 3 0,17 42 689,10 52 0,-20-76-501,-4-36 375,-4-49 173,0 54-1053,0-16 218,-1 15-9,0 1-1,1-1 0,0 0 0,1 0 1,0 0-1,0 0 0,1 1 1,0-1-1,0 1 0,1-1 0,0 1 1,1 0-1,0 0 0,7-12 0,1 4 57,1 1 0,0 0-1,1 1 1,1 0-1,20-14 1,-25 21-267,0 1 0,0 1 0,1-1 0,12-3 1,-15 6-749,1 1 1,0-1-1,0 2 1,0-1-1,17 1 1,-24 6-6046,-1-3 4872,4 7-6726</inkml:trace>
</inkml:ink>
</file>

<file path=ppt/ink/ink17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2:25.98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123 1 5209,'0'0'13126,"-6"3"-12570,-4 4-334,0-1 0,0 1 1,1 1-1,0 0 0,0 0 1,1 1-1,-13 16 1,17-20-180,1 1 1,-1 0 0,1 0-1,0 0 1,0 0 0,1 0-1,0 1 1,0-1 0,1 1 0,-1-1-1,1 1 1,1 0 0,-1-1-1,1 1 1,1 0 0,0 9 0,0-14-37,1 1 0,-1-1 0,0 0 0,1 1 0,-1-1 0,1 0 0,0 0 0,-1 0 0,1 0 0,0-1 0,0 1 0,0 0 0,1-1 0,-1 1 0,0-1 0,0 0 0,1 0 1,-1 0-1,1 0 0,-1 0 0,1 0 0,0-1 0,-1 1 0,1-1 0,0 0 0,-1 0 0,4 0 0,0 1 5,0-1 1,0 0-1,0 0 1,1-1-1,-1 1 1,0-1-1,0-1 1,0 1-1,0-1 0,0 0 1,7-3-1,-9 1 19,0 1 0,0-1 0,0 0 0,0 0 0,0 0 0,-1-1-1,1 1 1,-1-1 0,0 0 0,-1 0 0,1 0 0,-1 0 0,0 0 0,-1-1-1,1 1 1,-1-1 0,0 1 0,0-1 0,-1 1 0,1-1 0,-1 1 0,0-1 0,-1 0-1,0 1 1,-1-9 0,1 12-14,0 0 0,0 0-1,-1 0 1,1 0 0,0 0-1,-1 0 1,1 1 0,-1-1-1,0 0 1,0 1 0,1-1-1,-1 1 1,0 0 0,0 0-1,0 0 1,0 0 0,-1 0-1,1 0 1,0 0 0,0 0-1,-1 1 1,1 0 0,-3-1-1,-56-5-499,60 6-677,11 1-3920,18 7 529,4 2-2328</inkml:trace>
</inkml:ink>
</file>

<file path=ppt/ink/ink17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2:25.98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194 1 4185,'0'0'14079,"-4"0"-13368,-4-1-627,0 1 1,0 0-1,0 1 0,0 0 1,0 0-1,0 1 1,0 0-1,0 0 1,0 1-1,1 0 0,-1 1 1,1-1-1,0 1 1,0 1-1,0-1 1,1 1-1,0 0 0,-1 1 1,2-1-1,-1 1 1,1 1-1,0-1 1,0 1-1,1-1 0,-6 12 1,8-15-84,1-1 0,0 1 1,0 0-1,1-1 0,-1 1 0,0 0 1,1-1-1,0 1 0,0 0 0,0-1 1,0 1-1,0 0 0,0 0 1,0-1-1,1 1 0,1 3 0,-1-4 0,0 0-1,0-1 0,0 1 1,0-1-1,0 1 0,1-1 1,-1 1-1,1-1 0,-1 0 1,1 0-1,-1 1 1,1-1-1,0 0 0,0-1 1,-1 1-1,1 0 0,3 0 1,7 2-8,0-1 0,0-1 1,1 0-1,-1-1 0,25-2 1,-33 1 29,0 1 1,0-1-1,0 0 1,0-1-1,0 1 1,0-1-1,0 1 0,-1-1 1,1 0-1,0-1 1,-1 1-1,0-1 1,1 1-1,-1-1 1,0 0-1,0 0 1,-1 0-1,1-1 0,-1 1 1,4-7-1,-4 7-6,-1 0 0,0 0 0,0 0 0,0 0 0,0 0 0,0 0 0,0 0 0,-1 0-1,1 0 1,-1 0 0,0 0 0,0-1 0,0 1 0,-1 0 0,1 0 0,-1 0 0,0 0 0,0 0 0,0 0 0,0 0-1,0 0 1,0 0 0,-1 0 0,0 0 0,1 1 0,-1-1 0,0 1 0,-3-4 0,-6-13-10206,22 19 3878</inkml:trace>
</inkml:ink>
</file>

<file path=ppt/ink/ink18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2:25.98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84 23 2561,'0'0'9039,"-15"-18"1876,10 14-9225,4 3-1625,-1 1 0,1 0 0,0 0 0,0 0 1,0 0-1,-1 1 0,1-1 0,0 0 0,0 0 0,0 1 0,-1-1 0,1 1 0,0-1 0,0 1 0,0 0 0,0-1 1,0 1-1,0 0 0,0-1 0,0 1 0,0 0 0,-1 2 0,-5 25 184,3-5-73,-6 41-45,2 1 1,2 0-1,5 73 0,1-136-140,0 1 0,0-1-1,1 0 1,-1 1-1,0-1 1,1 0 0,0 0-1,0 0 1,0 0-1,0 0 1,0 0 0,0 0-1,0 0 1,0 0-1,1 0 1,-1 0-1,1-1 1,0 1 0,-1 0-1,1-1 1,0 0-1,0 1 1,0-1 0,0 0-1,0 0 1,0 0-1,0 0 1,0-1 0,0 1-1,1 0 1,2 0-1,8 1-238,0 0 0,1-1 0,0 0-1,15-2 1,-11 1-462,-12-1 364,0 0 0,0 0 0,0 0 0,0-1 0,0 0 0,-1 0 0,1-1 0,-1 1 0,1-1 0,5-5 0,35-14-7297,-32 19 845</inkml:trace>
</inkml:ink>
</file>

<file path=ppt/ink/ink18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2:25.98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7 1688,'0'0'19276,"32"-6"-18819,0 6-137,0 0-192,7 0-128,12 0-208,32 3-1401,-12 0-2560,0-3-5729</inkml:trace>
</inkml:ink>
</file>

<file path=ppt/ink/ink18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2:25.98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62 1432,'0'0'13258,"26"-2"-12253,185-19 446,-133 12-796,324-20 3265,-398 29-3885,-1-1 0,1 1 0,-1 0 0,0 1 0,1-1 0,-1 1 0,1-1 0,-1 1 0,0 0 0,1 0 1,-1 1-1,0-1 0,0 1 0,0-1 0,0 1 0,3 3 0,-3-1 26,0 0-1,0 1 1,0-1 0,-1 1 0,1 0-1,-1-1 1,-1 1 0,1 0-1,-1 1 1,2 5 0,6 45 310,-1 0 1,-3 1-1,-3 0 1,-5 63-1,1-12 521,2-81-736,1-6-38,-1-1-1,-1 1 1,-1-1 0,-1 0 0,-5 21-1,-3 3 376,-6 46 0,1-6 35,14-64-533,7-16-2411,16-24-5335,-14 10 2240</inkml:trace>
</inkml:ink>
</file>

<file path=ppt/ink/ink18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2:25.98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 0 5761,'0'0'11655,"-2"0"-8266,7 0-2291,7 2-868,1 1-1,-1 1 0,0 0 0,0 0 0,0 2 1,-1-1-1,1 1 0,19 15 0,2-2 44,-18-10-153,0 0 1,-1 1 0,0 0 0,17 16 0,-29-24-221,1 0-650</inkml:trace>
</inkml:ink>
</file>

<file path=ppt/ink/ink18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2:25.98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265 6 1568,'0'0'15640,"-3"-2"-14637,2 2-901,0-1 1,-1 0-1,1 1 1,0 0-1,-1-1 1,1 1-1,-1 0 1,1-1-1,-1 1 1,1 0-1,-1 0 1,1 0-1,0 0 1,-1 1-1,1-1 1,-1 0-1,1 1 1,-1-1-1,1 0 1,0 1-1,-3 1 1,-25 22 1731,5-2-1242,-23 17 726,-55 57 0,99-94-1375,0 1 0,0 0 1,1 0-1,0 1 0,-1-1 0,1 0 0,0 1 1,0 0-1,-2 6 0,4-9-222,0 0 1,0 0-1,-1 1 1,1-1-1,0 0 1,0 0-1,0 0 1,1 1-1,-1-1 1,0 0-1,0 0 1,1 0-1,-1 1 1,1-1-1,-1 0 1,1 0-1,-1 0 1,1 0-1,0 0 1,-1 0-1,1 0 1,0 0 0,0 0-1,0 0 1,0-1-1,0 1 1,0 0-1,0 0 1,0-1-1,0 1 1,0-1-1,0 1 1,0-1-1,2 1 1,22 9-10678</inkml:trace>
</inkml:ink>
</file>

<file path=ppt/ink/ink18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2:25.98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623 204 2617,'0'0'9502,"-3"-11"-8496,-6-37-45,8 47-831,1-1 1,-1 1 0,1 0 0,-1 0-1,0 0 1,1-1 0,-1 1 0,0 0-1,0 0 1,0 0 0,0 0 0,0 0-1,0 1 1,0-1 0,0 0 0,0 0-1,-1 1 1,1-1 0,0 0 0,0 1-1,-1-1 1,1 1 0,0 0 0,-1-1-1,1 1 1,-2 0 0,-36 0 446,30 1-279,-16-2 171,-1 1 1,1 1 0,0 1 0,0 1-1,0 2 1,0 0 0,1 2-1,-28 10 1,30-7-280,1 1 0,-1 1 0,2 0 0,-1 2 0,2 0 0,0 1 0,-19 20 0,28-24-77,1 0 0,0 0 1,1 1-1,0 0 0,0 0 1,2 1-1,-1 0 0,2 0 1,0 1-1,0-1 0,1 1 1,1 0-1,-2 21 0,0 15 294,2 66 0,4-98-371,1-1 0,0 0 0,1 0 0,1 0 1,1-1-1,0 1 0,12 24 0,-8-22 7,0 0 1,2-1-1,1 0 0,0-1 1,1 0-1,0-1 0,2-1 0,0 0 1,0 0-1,2-2 0,0 0 1,0-1-1,1-1 0,26 13 1,-14-10 34,1-1 1,1-2 0,0 0 0,0-3 0,1 0 0,0-3-1,0 0 1,44 0 0,-51-5-45,-2 0 31,-1 0 1,46-7-1,-61 5-51,0 0 0,1-1 0,-1 0 0,-1 0 0,1-1 0,0 0 0,-1 0 1,0-1-1,0 0 0,0 0 0,10-10 0,10-15 20,-1 0 0,-2-2 0,-1 0 0,31-62 0,-45 77-34,-1 0 0,-1 0 0,-1-1 0,-1-1-1,0 1 1,-1 0 0,1-23 0,-1-135 0,-4 116 0,-1 46 2,-1 0 0,0 0 0,-1-1 0,0 1 0,-1 1 0,-9-20 0,0 3 7,-30-50-1,38 72-8,0 0 0,-1 0 0,-1 1 0,1 0 0,-1 0 0,-1 0 0,1 1 0,-15-10 0,1 4 4,-1 2 0,-25-10-1,-19-9 51,15-2-35,44 25-18,-1 1 1,1 0-1,-1 0 0,0 1 1,0 0-1,-1 1 0,1 0 1,-1 0-1,1 0 0,-17-1 1,-55 2 61,74 2-92,0 1-1,0 0 0,0 0 0,0 0 0,0 1 1,0 0-1,1 0 0,-1 0 0,1 1 0,-11 6 0,2 0-1884,3-6-4420,4-2-2807</inkml:trace>
</inkml:ink>
</file>

<file path=ppt/ink/ink18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2:25.98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475 43 1736,'0'0'8399,"-5"10"2609,6-8-10202,12-3-791,-1-1 1,1-1-1,0 0 1,-1-1-1,0 0 1,0 0 0,0-2-1,16-9 1,-17 10-11,-9 0 2294,-10 3-980,7 2-1264,0 0-1,0 0 1,1 0 0,-1 0-1,0 0 1,0 0-1,0 1 1,0-1 0,1 0-1,-1 0 1,0 1-1,0-1 1,1 1-1,-1-1 1,0 0 0,1 1-1,-1 0 1,0-1-1,1 1 1,-1-1-1,0 1 1,1 0 0,-1-1-1,1 1 1,0 0-1,-1-1 1,0 3-1,-18 52 1090,-8 24-192,-17 85 0,34-120-823,-2 0 1,-3-1 0,-20 43-1,-68 120 266,41-87-109,-141 220 80,196-330-358,0 2 0,1-1-1,1 1 1,-1 0-1,2 0 1,0 0-1,0 1 1,1-1-1,0 1 1,-1 14-1,4-25-18,6-30-3053,-5 1-4635,-1 18 996</inkml:trace>
</inkml:ink>
</file>

<file path=ppt/ink/ink18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2:25.98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1284 201 1176,'0'0'13543,"-7"-18"-8734,-7 12-4074,1 1 0,-1 1 0,0 0 0,0 0 0,0 2 0,-24-2 0,-96 2-648,81 3 550,10 1-489,0 1 0,0 2-1,0 3 1,1 1-1,0 1 1,1 3-1,1 2 1,-57 27 0,50-17-12,1 1 0,2 3 0,1 1 1,1 2-1,2 2 0,-57 61 0,75-70-16,1 1-1,1 1 0,2 1 0,-26 49 1,35-57-58,1 0-1,0 0 1,2 0 0,1 1 0,0 0-1,1 0 1,2 0 0,-1 27 0,2-38-44,1-1 0,1 1 0,0 0 1,0 0-1,1-1 0,0 1 0,0-1 1,1 0-1,5 10 0,-4-12-6,1 0 0,0-1 0,0 1 0,0-1 0,1 0 0,0 0-1,0-1 1,0 0 0,1 0 0,0-1 0,11 6 0,4 1 5,0-1-1,0-1 1,1-1 0,0-1 0,0-1-1,1-1 1,31 2 0,176-1 23,-160-7 7,-32 0-46,0-1 0,-1-3-1,1-1 1,-1-2 0,0-1-1,-1-2 1,0-2 0,48-23-1,-56 21-14,-2 0 0,0-1 0,-1-2 0,0-1 0,-2-1-1,0-1 1,-2-1 0,0-1 0,-1-1 0,29-45 0,-35 43 8,-1 0 0,-1-2 0,-2 1-1,0-1 1,-2-1 0,-2 0 0,7-45 0,-5-12-9,-4-115 0,-5 189 16,-1 1 1,-1 0-1,0 0 0,-1 0 0,0 1 0,0-1 0,-1 1 1,0 0-1,-1 0 0,-1 0 0,1 0 0,-1 1 0,-11-13 1,7 10 10,0 1 1,-1 0 0,0 1 0,-1 1-1,0-1 1,0 2 0,-1 0 0,0 0-1,-19-7 1,14 9-147,14 9-1283,27 15-1979,14-2-1392,7-2-2960</inkml:trace>
</inkml:ink>
</file>

<file path=ppt/ink/ink18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2:25.99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37 46 4217,'0'0'6163,"-24"-16"-3236,21 19 1539,2-6-160,-2-4-5170,-3-15 1445,6 23-552,1-1-1,-1 0 1,0 0 0,0 0-1,0 0 1,0 0-1,0 0 1,0 0 0,0 0-1,0 0 1,0 0 0,0 0-1,0 0 1,0 0-1,0 0 1,0 0 0,1 0-1,-1 0 1,0 0 0,0 0-1,0 0 1,0 0-1,0 0 1,0 0 0,0 0-1,0 0 1,0 0 0,0 0-1,0 0 1,1 0-1,-1 0 1,0 0 0,0 0-1,0 0 1,0 0 0,0 0-1,0 0 1,0 0-1,0 0 1,0 0 0,0 0-1,0 0 1,0 0 0,0-1-1,0 1 1,0 0-1,1 0 1,-1 0 0,0 0-1,0 0 1,0 0 0,0 0-1,0 0 1,0 0-1,0 0 1,21 31 3027,-9-11-3336,143 186 2242,-19-53-978,-77-91-546,-4 2 0,55 83-1,-83-103-214,3-2 0,1-1 0,2-2-1,2 0 1,1-3 0,46 37 0,-23-40 93,-21 4-197,-28-27-65,0 1 0,0-2 0,1 0 0,0 0 1,15 9-1,-3-6-49,-1 2 1,26 20-1,18 11-8,-3-3 3,-62-40-15,-1-1-106,-39-1-5620,13 0 1307,9 0-2213,3 0-5745</inkml:trace>
</inkml:ink>
</file>

<file path=ppt/ink/ink18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2:25.99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1235 203 6225,'0'0'11113,"-12"-9"-10144,2 1-655,0 0 0,-1 1 0,0 1 1,0 0-1,0 0 0,-1 1 1,0 0-1,-24-5 0,-61-3 1163,0 5 0,-121 6 0,144 2-1125,44 2-276,1 1 0,0 1 1,0 2-1,0 1 0,1 1 1,0 1-1,0 2 1,1 1-1,1 1 0,0 1 1,0 1-1,2 1 0,0 2 1,1 0-1,1 1 1,0 2-1,2 0 0,0 1 1,2 1-1,0 1 1,-27 50-1,36-52 3,1 0-1,2 1 1,0 0 0,2 0-1,0 0 1,2 1 0,0-1-1,2 1 1,3 37 0,-1-50-71,0-1 0,0 0 0,1 0 0,1 0 0,0 0 0,0 0 0,1-1 0,0 0 0,0 0 0,1 0 0,1-1 0,-1 1 0,1-2 0,0 1 0,10 7 1,3 2 25,0-1 1,2-1-1,0 0 1,44 21-1,-29-21 20,1-1-1,0-2 1,1-2-1,0-1 0,66 5 1,200-3 110,-285-11-157,14 0 26,5 1-2,-1-2 0,67-10 1,-91 8-25,-1-1-1,0 0 1,0 0 0,0-1 0,-1-1 0,0 0 0,0-1 0,0-1 0,-1 1 0,0-2 0,13-12 0,-4 2-5,0-2 1,-1 0-1,-2 0 1,0-2-1,-2 0 1,0-1-1,-1-1 1,-2 0-1,-1-1 1,0 0-1,-2-1 1,-1 0-1,-2 0 1,0 0-1,-2-1 1,2-42-1,-6 58-3,1-3 9,-1 0-1,0-1 0,-1 1 0,0 0 1,-1-1-1,-1 1 0,0 0 1,-2 0-1,1 1 0,-2 0 1,-10-21-1,-8-1 21,-1 1 0,-2 1 0,-2 1 1,-1 2-1,-1 1 0,-2 1 0,-36-25 0,63 51 6,1-1 0,-1 1 1,1 0-1,-1 1 0,0-1 0,0 1 0,0 0 0,-1 1 0,1-1 0,0 1 0,-1 1 0,1-1 0,-1 1 0,-10 1 0,16-1 134,1 10-7228,0-4 911</inkml:trace>
</inkml:ink>
</file>

<file path=ppt/ink/ink18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2:25.99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957 53 1168,'0'0'8525,"0"-38"1096,0 27-9347,0 11-228,0 0 0,0 0 0,-1-1 0,1 1 0,0 0 0,-1 0 0,1-1 0,0 1 0,0 0 0,-1 0 0,1 0 0,0 0 0,-1-1 0,1 1 0,0 0 0,-1 0 0,1 0 0,0 0 0,-1 0 0,1 0 0,0 0 0,-1 0 0,1 0 0,-1 0 0,1 0 0,0 0 0,-1 0 0,1 0 0,0 0 0,-1 0 0,1 1 0,0-1 0,-1 0 0,1 0 0,0 0 0,-1 0 0,1 1 0,0-1 0,0 0 0,-1 0 0,1 1 0,0-1 0,0 0 0,-1 0 0,1 1 0,0-1 0,0 0 0,0 1 0,-17 12 514,9 0-179,0 0 0,1 0 0,-7 17 0,-14 26 361,-43 75 1302,-14 22-1076,50-85-385,-85 206 481,33-66-634,87-207-429,-140 278 339,44-96-171,-33 55 723,39-83-452,89-155-446,0 1 1,0 0-1,1 0 1,-1 0-1,1 0 1,-1 0 0,1 0-1,-1 0 1,1 0-1,-1 0 1,1 0-1,0 0 1,0 0-1,-1 1 1,1-1-1,0 0 1,0 0-1,0 0 1,0 0 0,0 0-1,1 2 1,0-3-71,-1 0 0,1 0 0,-1 0 0,1 0 0,0 1 0,-1-1 0,1 0 0,0 0 1,-1 0-1,1 0 0,0 0 0,-1 0 0,1-1 0,-1 1 0,1 0 0,0 0 0,-1 0 1,1-1-1,-1 1 0,1 0 0,0-1 0,-1 1 0,1 0 0,-1-1 0,1 1 0,-1-1 0,1 1 1,-1 0-1,0-1 0,1 0 0,-1 1 0,1-1 0,-1 0 0,12-13-4009,-4-1-2260</inkml:trace>
</inkml:ink>
</file>

<file path=ppt/ink/ink18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2:25.99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1661 57 8194,'0'0'9837,"-31"-9"-8636,-6-3-813,15 4-115,0 1 0,0 1 1,-1 1-1,0 1 0,0 1 0,-31 0 1,-324 12 3293,323-3-3152,0 3 0,0 2 1,1 2-1,-92 36 0,102-30-285,1 3 0,0 1-1,2 2 1,1 2 0,1 1 0,2 3-1,0 1 1,3 1 0,0 2-1,-37 52 1,45-52-90,3 1 1,1 1 0,2 1-1,1 0 1,2 2 0,2 0-1,1 1 1,3 1-1,1 0 1,2 0 0,-5 78-1,14 220 539,5-302-496,1 1-1,2-1 1,1 0-1,2-1 1,2 0-1,1-1 1,2-1-1,1-1 1,34 48 0,-40-66-66,0 0 0,2-1 0,0 0 1,1-1-1,0 0 0,1-1 1,0-1-1,1-1 0,1 0 1,35 15-1,-26-15 15,0-2 1,1-1 0,0-2-1,0 0 1,1-2-1,0-1 1,36-1-1,-45-2-13,27 1 16,-1-2-1,1-2 1,73-15 0,-70 5-31,-1-3 0,-1-1 0,0-3 0,-1-1 0,-1-3 0,-2-2 0,43-32 0,-55 34 1,0-2 1,-3-2-1,0 0 0,-2-2 1,0-1-1,-3-2 0,-1 0 0,-1-1 1,26-55-1,24-73-111,86-291 0,-149 420 66,-2-2-1,-1 1 1,3-64 0,-9 84 21,0 0 1,-1-1-1,0 1 1,-1 1-1,-1-1 0,0 0 1,-1 0-1,0 1 1,-1 0-1,-1 0 0,0 0 1,-9-14-1,0 9 11,0 0 0,-1 1 0,-1 1 0,0 0 0,-1 1 0,-1 1 0,0 1 0,-1 1 0,-39-18 0,-14-1 12,-119-31 0,73 25 6,87 21 40,29 13-47,0 1 0,0 0 0,-1 0 0,1 0 0,-1 1 1,0-1-1,1 1 0,-1 0 0,0 0 0,0 0 0,-4 0 1,7 1 9,-6 19-596,7-11-463,0-6 600,-1 0 0,1 0-1,0 0 1,0 1 0,0-1-1,0 0 1,1 0-1,-1 0 1,1-1 0,-1 1-1,1 0 1,-1 0 0,1 0-1,0 0 1,0 0 0,2 2-1,8 3-5881</inkml:trace>
</inkml:ink>
</file>

<file path=ppt/ink/ink18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2:25.99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149 135 3265,'0'0'14664,"-13"-22"-14532,6-4-117,7 23-14,-1 1 1,1-1-1,-1 1 1,0-1-1,1 1 1,-1 0-1,0-1 1,0 1-1,0 0 1,-1 0-1,1 0 1,0 0-1,-1 0 1,0 0-1,-1-2 1,-42-29 511,42 31-139,-25-10 4726,28 12-5044,-1 0 1,0 0-1,1-1 0,-1 1 0,1 0 0,-1 0 1,0 0-1,1 0 0,-1 0 0,0 0 1,1 0-1,-1 0 0,0 0 0,1 0 0,-1 0 1,0 0-1,1 0 0,-1 1 0,0-1 1,1 0-1,-1 0 0,1 1 0,-1-1 0,1 0 1,-1 1-1,1-1 0,-1 1 0,1-1 0,-1 1 1,1-1-1,-1 1 0,1-1 0,0 1 1,-1-1-1,1 1 0,0 0 0,-1-1 0,1 1 1,0-1-1,0 1 0,-1 1 0,-6 61 589,2 1 1,5 87-1,1-66-416,4 18 259,5-1-1,33 143 1,-20-129-138,12 166 0,-33 3 19,3 37 14,9-173-226,3 68 107,-17 24-418,0-243-335,-1 0 1,1 1 0,0-1-1,0 0 1,-1 1-1,1-1 1,-1 0 0,0 1-1,1-1 1,-1 1-1,0-1 1,0 1 0,0-1-1,0 1 1,0 0-1,0-1 1,-2 0 0,-9-8-6401</inkml:trace>
</inkml:ink>
</file>

<file path=ppt/ink/ink18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2:25.99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1643 174 11963,'0'0'4172,"-33"-10"-2765,-3-2-956,7 2-35,0 1 0,-1 1 0,0 2 1,0 0-1,-37 0 0,-15 2 922,-131 11 0,169-1-952,0 1 0,1 2 0,0 2 0,-71 27 0,68-17-159,2 2 1,0 2-1,2 2 0,1 1 1,1 3-1,1 1 0,2 1 1,2 2-1,-53 67 0,45-44-108,2 2 0,3 2 0,3 2 0,2 1 0,3 1 0,-23 77 0,42-102-43,1 0 0,2 0-1,-4 59 1,6 128 330,6-211-381,1 8 6,1 1 1,1-1-1,1 0 1,1 0-1,1-1 1,1 1-1,1-1 1,2-1-1,0 0 1,1 0-1,2-1 1,29 41-1,-28-45 0,0-1 0,2-1 0,0-1 0,0 0 0,2-1 0,-1 0 0,2-2 0,0 0-1,0-1 1,1-1 0,1-1 0,-1-1 0,1-1 0,1 0 0,22 3 0,-16-5 28,1-1 0,0-2 1,0 0-1,0-2 0,0-2 1,0 0-1,-1-2 0,1-1 1,-1-1-1,0-2 1,49-19-1,-5-6-39,-2-3-1,-1-3 1,-2-3 0,75-63-1,-99 70-17,-3-3 0,-1-1 0,-2-2-1,-2-1 1,-1-2 0,53-94 0,-74 112 5,-1-1 1,-1-1-1,-2 1 1,0-2 0,-2 1-1,3-31 1,-2-12 1,-3-96 1,-6 129-5,-3 1 0,-1 0 0,-1 0 0,-3 0 1,0 1-1,-3 0 0,-29-64 0,17 53-2,-1 1-1,-2 1 0,-3 2 1,-1 0-1,-40-40 1,42 53-2,-1 2 0,-2 1 1,-1 1-1,-1 2 0,-1 2 1,-1 1-1,0 1 0,-2 2 1,0 2-1,-56-15 0,54 23-6,40 37-39,1-26-12,-1 1-1,0-1 1,1 0 0,0 0 0,-1 1-1,1-1 1,0 0 0,1 0 0,-1 0-1,1 0 1,-1 0 0,1-1 0,0 1-1,0 0 1,0-1 0,0 1 0,0-1-1,1 0 1,-1 1 0,1-1 0,0 0-1,5 2 1,-1 0-844,0-1-1,0 0 1,1 0-1,-1-1 1,1 1-1,-1-2 1,1 1-1,13 0 1,11-2-5239</inkml:trace>
</inkml:ink>
</file>

<file path=ppt/ink/ink18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2:25.99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784 59 5169,'0'0'9098,"0"-10"-8123,0-18-393,0 8 5867,-14 40-4230,9-3-1945,-2 0 0,0 0 0,-1 0 0,-13 20-1,1-1-74,-128 278 1535,-22 133 181,167-439-1892,-36 111 174,-113 314 587,75-211-383,18-44-170,38-100-63,17-59-116,-1 0 0,0-1-1,-12 25 1,15-34 1293</inkml:trace>
</inkml:ink>
</file>

<file path=ppt/ink/ink18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2:25.99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1478 203 11162,'0'0'2238,"-36"-9"-712,-7-2-1001,-20-5 895,-92-12 0,98 22-542,-1 1 1,0 4-1,-92 8 1,112-2-544,0 2 1,0 1 0,0 2-1,1 1 1,1 3 0,-50 24-1,48-16-218,1 1 0,1 2 0,0 2 0,3 1 0,0 2 0,2 1 0,1 1 0,1 1 0,2 2 0,2 1 0,1 1 0,2 1 0,1 1 0,2 1 0,2 0-1,2 2 1,1 0 0,-12 69 0,11-1-69,-2 154 0,16-246 1,1-1-1,0 1 1,2-1-1,0 0 1,1 1-1,1-1 1,0-1-1,1 1 1,1-1-1,14 28 1,-10-26 53,1 0-1,0-1 1,1-1 0,1 0 0,1 0 0,27 23 0,-30-31-69,-1 0 0,2 0 0,-1-2 0,1 1 1,-1-2-1,2 1 0,-1-2 0,1 1 0,-1-2 0,1 0 1,23 3-1,5-3 27,1-1 1,0-3 0,0-1-1,-1-2 1,1-2 0,-1-1-1,57-19 1,-64 15-41,0-2-1,0-1 1,-2-2-1,52-33 1,-64 35-2,0-1 0,-2-1 0,0-1 0,0 0 0,-2-1 1,0-1-1,25-40 0,17-47 16,-4-1 0,-6-4 0,49-159 0,-81 220-33,-3-1 1,-1 0 0,-3-1-1,-2 0 1,0-61-1,-7 102 3,-1-1 0,0 1 0,-1 0-1,0 0 1,-1 0 0,0 0 0,-1 1 0,0-1 0,0 1-1,-1 0 1,-12-18 0,6 13-2,-1 0 0,-1 1 0,0 1 0,0 0 0,-1 1 0,-25-16 0,-6 1 0,-1 1 0,-1 3 0,-2 3 1,-57-18-1,-99-18 333,184 50-629,29 9-2357,23 9-1953,-6-5-1264</inkml:trace>
</inkml:ink>
</file>

<file path=ppt/ink/ink18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2:25.99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116 103 904,'0'0'11629,"-4"-8"-10383,0 3-1032,1-1 0,-1 1 0,0 0 0,0 0-1,0 0 1,-1 0 0,0 1 0,0 0 0,0 0 0,0 0 0,0 1 0,-8-4 0,-7-9 603,19 14-418,0 1 0,0 0 0,-1-1 0,1 1 0,0 0 0,-1 0 0,1 0 0,-1 0 1,1 0-1,-1 0 0,1 0 0,-1 1 0,0-1 0,1 1 0,-4-1 0,8 27 440,2-10-577,2-1-1,0 0 0,1 0 0,1 0 0,20 25 1,0 1 127,290 527 2227,-306-543-2548,88 213 797,-72-160-318,54 103 0,-38-110-241,3-3 0,2-2 0,102 102 0,-121-135-209,8 16 131,-38-46-236,-1-2-218,-51-1-9080,38 0 2467</inkml:trace>
</inkml:ink>
</file>

<file path=ppt/ink/ink18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2:25.99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1446 312 8146,'0'0'8427,"-34"-17"-6944,-110-55-303,126 64-948,0 1 1,0 1-1,-1 0 0,0 1 1,0 2-1,0-1 1,-1 2-1,1 1 0,-27 1 1,8 0 85,-7-2-50,1 1-1,-1 3 1,1 2 0,-1 2-1,1 1 1,-47 16 0,41-6-66,0 3 1,1 2-1,2 3 0,0 1 1,1 2-1,2 2 1,-64 58-1,88-70-141,0 2 0,2 1 0,0 0 0,1 1 0,1 1 0,2 1 0,0 0-1,1 0 1,2 2 0,0-1 0,2 2 0,1-1 0,1 1 0,1 0 0,1 0 0,-1 36 0,4-29-49,1 0 1,2 0-1,1 0 0,2 0 0,1-1 1,2 1-1,1-1 0,24 61 1,-12-49-11,2 0 1,47 67 0,-55-93 15,1 0 0,0-2 0,2 1 0,0-2 0,1 0 0,0-2 0,36 22 0,-26-20 41,1-2 1,0-1 0,1-2 0,0 0 0,1-3-1,36 7 1,-3-6 27,0-3 0,70-2 0,-111-5-41,0-1 1,0-1 0,0-2 0,0 0 0,0-1-1,-1-1 1,0-1 0,31-16 0,-14 3-5,-2-2 1,0-1-1,55-47 0,-65 46-32,-2-1 1,0 0-1,-2-2 0,-1-1 0,-1-1 0,-2-1 1,0-1-1,-3 0 0,21-56 0,-23 46-1,-1 0 0,-2-1-1,-3-1 1,-1 0 0,-2 0 0,-2 0 0,-4-69-1,-3 82-5,-1 0 1,-1 0-1,-2 0 0,-2 1 0,0 0 0,-2 1 0,-1 0 0,-2 1 0,0 1 1,-27-36-1,2 10 3,-3 1 1,-2 2 0,-96-82 0,116 112 0,0 1 0,0 2 0,-45-24 0,55 34-1,0 0 0,0 1 0,-1 1 0,0 1 0,0 0 0,0 1 0,0 0 0,-26 0 0,35 3 3,-1 0-1,1 0 1,-1 1-1,1 0 0,0 0 1,-1 1-1,1 0 1,0 0-1,0 1 0,-13 5 1,17-5-5,0-1 0,0 1 0,0 0-1,1 0 1,-1 0 0,1 0 0,-1 0 0,1 0 0,0 0 0,0 1 0,1-1 0,-1 1 0,1 0 0,-1 0 0,1-1 0,0 1 0,1 0-1,-1 0 1,1 0 0,0 0 0,0 0 0,0 4 0,0 0-4,-1-5-19,1-1 1,0 1-1,0 0 0,0 0 0,0-1 1,0 1-1,1 0 0,-1 0 1,1-1-1,0 1 0,-1 0 0,1-1 1,0 1-1,1-1 0,-1 1 1,0-1-1,1 0 0,-1 1 0,1-1 1,0 0-1,0 0 0,0 0 1,0 0-1,0-1 0,0 1 0,5 2 1,29 19-2655,43 18 0,-27-20-3631</inkml:trace>
</inkml:ink>
</file>

<file path=ppt/ink/ink18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2:2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6 1 4905,'0'0'10178,"-6"0"-3558,243 0-6373,-236 1-226,0 0 0,-1 0 0,1 0 0,0 1-1,-1-1 1,1 0 0,0 0 0,-1 1 0,1-1 0,-1 0 0,0 1 0,0-1 0,1 0 0,-1 1-1,0-1 1,0 0 0,0 1 0,0-1 0,-1 3 0,-3 32 597,0-30-517,0-1 0,-1 1 0,0-1-1,0 1 1,0-1 0,0-1 0,-1 1-1,-12 7 1,-55 27 299,60-32-254,76-4-69,-54-3-78,-1-1-3,-1 1 0,0 0 0,1 1-1,-1-1 1,0 1 0,1 1 0,12 3 0,-18-3 0,0-1 1,0 1-1,0 0 1,0-1-1,0 1 1,0 0-1,-1 0 1,1 0-1,-1 0 1,1 1-1,-1-1 1,0 0-1,1 1 1,-1-1-1,-1 1 1,1-1-1,0 1 1,0-1-1,-1 1 1,0-1-1,1 1 1,-1 0-1,0-1 1,0 1-1,-1 3 1,1 2 2,0-1 0,0 0 1,-1 1-1,0-1 1,0 0-1,0 0 1,-1 0-1,-1 0 1,1 0-1,-7 12 1,7-16 55,-1 0 1,0 0-1,1 0 1,-1 0-1,0 0 1,0-1-1,-1 0 1,1 1-1,-1-1 1,1-1-1,-1 1 1,1 0-1,-1-1 1,0 0-1,0 0 1,0 0-1,0 0 1,0 0-1,0-1 1,0 0-1,0 0 1,-4 0-1,4 0 26,0-1-1,1 1 0,-1 0 1,0-1-1,0 0 0,1 0 1,-1 0-1,1-1 0,-1 1 1,1-1-1,-1 0 0,1 0 0,0 0 1,0 0-1,0 0 0,0-1 1,0 1-1,0-1 0,1 0 1,-1 0-1,1 0 0,-3-5 1,-6 5-109,10 3-211,5 0-3413,45 2-4401,-12 8 1678</inkml:trace>
</inkml:ink>
</file>

<file path=ppt/ink/ink18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2:26.00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161 2 1744,'0'0'13934,"0"-2"-11491,-1 5-1280,-3 4-802,0 0 0,-1-1-1,0 0 1,0 0 0,0 0 0,-1 0 0,-8 6-1,-14 15 391,13-11-395,-32 46 113,43-56-467,2-1 0,-1 1 1,0 0-1,1 0 0,0 0 1,1 0-1,-1 0 1,1 0-1,1 0 0,-1 10 1,1-15-2,0-1 1,1 1 0,-1-1-1,0 1 1,1-1-1,-1 1 1,0-1 0,1 0-1,-1 1 1,1-1-1,-1 0 1,1 1-1,-1-1 1,1 0 0,-1 1-1,1-1 1,-1 0-1,1 0 1,-1 0 0,1 1-1,0-1 1,-1 0-1,1 0 1,-1 0 0,1 0-1,-1 0 1,1 0-1,0 0 1,24-1 35,-19 1-38,340 0-1370,-349 0 989,-12-1-3697,2-4-3908,12 2 2873</inkml:trace>
</inkml:ink>
</file>

<file path=ppt/ink/ink18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2:26.00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75 0 9562,'0'0'12797,"-12"29"-11580,-35 90-265,44-114-835,1 1-1,0 0 1,0 0 0,0 0 0,1 0-1,0 1 1,0-1 0,0 0 0,1 0-1,0 1 1,0-1 0,1 7 0,1 9-851,0-19 102,-1 0-1,0 0 1,1-1 0,-1 1-1,1 0 1,0-1 0,0 1-1,0-1 1,0 0 0,0 0-1,0 0 1,5 4 0,17 7-5522</inkml:trace>
</inkml:ink>
</file>

<file path=ppt/ink/ink18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2:26.00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102 45 928,'0'0'12832,"1"-7"-11206,1-3-1049,0-3-2,0-2 5771,-5 16-6137,0 0 1,0-1-1,0 1 1,0 1 0,1-1-1,-1 0 1,0 1 0,1-1-1,-3 3 1,-8 12 323,3-5-388,1 0 0,1 0-1,0 1 1,-9 18-1,17-29-150,0-1 0,0 1 0,0-1 1,0 1-1,0-1 0,0 1 0,0-1 0,1 1 0,-1-1 0,0 1 0,0-1 0,0 0 0,1 1 0,-1-1 0,0 1 0,1-1 0,-1 0 1,0 1-1,1-1 0,-1 0 0,1 0 0,-1 1 0,0-1 0,1 0 0,-1 0 0,1 1 0,-1-1 0,1 0 0,-1 0 0,1 0 0,-1 0 1,0 0-1,1 0 0,-1 0 0,1 0 0,-1 0 0,1 0 0,-1 0 0,1 0 0,-1 0 0,2 0 0,24 0 47,-23 0-66,11-1-27,1 2 0,0 0 0,-1 1 0,28 7 0,-40-9 46,0 0 0,0 1-1,1 0 1,-1-1 0,0 1 0,0 0 0,0 0 0,0 0 0,0 0 0,0 0-1,0 1 1,-1-1 0,1 1 0,0-1 0,-1 1 0,1 0 0,-1-1 0,1 1-1,-1 0 1,0 0 0,0 0 0,0 0 0,0 0 0,0 0 0,0 0-1,-1 1 1,1-1 0,-1 0 0,1 0 0,-1 0 0,0 1 0,0-1 0,0 0-1,0 0 1,0 1 0,-1-1 0,1 0 0,0 0 0,-1 1 0,0-1 0,-1 4-1,-3-2 28,1 0-1,0 0 1,-1 0-1,0 0 1,0-1-1,0 0 0,-1 0 1,1 0-1,-1-1 1,1 0-1,-7 2 1,3 0-20,-47 11 98,46-14-77,0 2 1,0-1-1,-19 9 0,25-10 1735,1 0-6086,9-12-11913</inkml:trace>
</inkml:ink>
</file>

<file path=ppt/ink/ink18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2:26.00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30 4889,'0'0'13215,"3"-2"-11896,3-2-885,1 0 0,0 1-1,0 0 1,0 0 0,0 1 0,0 0 0,0 0 0,1 1-1,8-1 1,75 1-347,-8 1-3925,-76 6-6146</inkml:trace>
</inkml:ink>
</file>

<file path=ppt/ink/ink18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2:26.00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371 50 384,'0'0'7083,"0"-5"-5799,0-4-975,0-25 7525,-4 33-4285,-18 0-2409,10 8-899,2 1 0,-1 1-1,1-1 1,0 2 0,-10 11 0,-22 20-21,-118 104 393,102-62-332,57-83-272,0 1-1,0 0 0,0 1 0,0-1 0,0 0 0,1 0 0,-1 0 0,0 0 1,1 1-1,-1-1 0,0 0 0,1 1 0,0-1 0,-1 0 0,1 1 0,0-1 1,0 1-1,0-1 0,-1 0 0,2 1 0,-1-1 0,0 1 0,0-1 0,0 0 1,1 1-1,-1-1 0,1 2 0,1-1 3,-1 0-1,1-1 1,0 1 0,-1-1 0,1 1-1,0-1 1,0 0 0,0 0 0,0 1-1,0-1 1,1-1 0,-1 1 0,0 0-1,4 0 1,10 2 18,1 0 0,-1-2 0,23 0 0,-36-1-31,-3 0 2,5 1 16,0-1 0,0 0 0,0-1 0,0 1 0,0-1 0,0 0 0,7-2 1,-11 2-1,1 0 0,-1 0 0,0 0 0,1 0 0,-1-1 0,0 1 0,0 0 0,0 0 0,0-1 0,0 1 0,0-1 0,-1 1 0,1-1 0,0 1 0,-1-1 0,1 1 0,-1-1 0,1 1 0,-1-1 0,0 0 0,0 1 1,0-1-1,0 0 0,0 1 0,0-4 0,13-46 92,-13 50-102,0 0 0,0 0 0,0 0 0,0 0 0,0 0 0,0 0 0,0 0 0,0 0 0,0 0 0,0 1 0,0-1 0,-1 0 0,1 0 0,0 0 0,-1 0 0,1 0 0,-1 0 0,1 1 0,-1-1 0,1 0 0,-1 0 0,0 1 1,1-1-1,-1 0 0,0 1 0,1-1 0,-1 0 0,0 1 0,0-1 0,0 1 0,0 0 0,1-1 0,-1 1 0,0 0 0,0-1 0,0 1 0,0 0 0,0 0 0,0 0 0,0 0 0,0 0 0,0 0 0,0 0 0,0 0 0,0 0 0,-1 1 0,-24-4 416,9 0-243,-3 1 489,18 1 1,10 1 304,-7 0-987,-1 6-7746,0 1 2308</inkml:trace>
</inkml:ink>
</file>

<file path=ppt/ink/ink18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2:26.006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78 8 4913,'0'0'9191,"6"-5"-8037,-6 4-1120,0 1 0,0 0 0,0 0 0,1 0 0,-1 0 0,0 0 0,0 0 0,0-1 0,0 1 0,0 0-1,0 0 1,0 0 0,0 0 0,1 0 0,-1 0 0,0 0 0,0 0 0,0 0 0,0 0 0,0 0 0,1 0 0,-1-1 0,0 1 0,0 0 0,0 0 0,0 0 0,0 0 0,1 0 0,-1 0 0,0 0 0,0 0-1,0 1 1,0-1 0,0 0 0,0 0 0,1 0 0,-1 0 0,0 0 0,0 0 0,0 0 0,0 0 0,0 0 0,0 0 0,1 0 0,-1 0 0,0 1 0,0-1 0,0 0 0,0 0 0,0 0 0,0 0-1,0 0 1,0 0 0,0 1 0,0-1 0,0 0 0,1 0 0,-1 0 0,0 0 0,0 1 0,0 22 394,-1 1 1,-1-1-1,-1 1 0,-1-1 0,-1 0 1,-1 0-1,-12 30 0,17-50-376,-1 0 0,1 1 0,0-1 0,-1 1 0,2-1 0,-1 1 0,0 0 0,1 5 0,7 0 429,14-11-324,1-2-256,0 1 1,1 1 0,-1 1-1,25 1 1,-9 1-125,-36-1 216,0 0 1,0 0-1,0 1 1,0-1-1,0 1 1,0-1-1,0 1 1,0 0-1,0-1 1,0 1-1,-1 0 1,1 0-1,0 1 1,0-1-1,-1 0 1,1 1-1,-1-1 1,1 0-1,1 3 1,0 0 2,0 1 0,-1-1 0,1 1 0,-1 0 0,0 0 0,0 0 0,2 7 0,0 5 26,-1 0 1,-1 1-1,0 30 1,-2-47 18,-1 1 0,0 0-1,0 0 1,0-1 0,0 1 0,0-1 0,-1 1 0,1-1 0,0 1-1,-1-1 1,1 0 0,-1 0 0,1 1 0,-1-1 0,1 0 0,-1 0-1,0-1 1,0 1 0,1 0 0,-1-1 0,0 1 0,0-1 0,0 1-1,-3-1 1,-54 10 452,-157 3-215,224-30-3965,22-17-2785,-17 18 1527</inkml:trace>
</inkml:ink>
</file>

<file path=ppt/ink/ink18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2:26.007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0 16 2665,'0'0'13386,"27"0"-11820,33 1-710,-36 1-549,-1-1 0,1-1 0,-1-2 1,1 0-1,-1-1 0,24-7 0,-44 8 114,0 1-1235</inkml:trace>
</inkml:ink>
</file>

<file path=ppt/ink/ink18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2:26.008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0 100 5297,'0'0'10792,"1"-6"-10052,0 4-687,-1 0 0,1 0 0,-1 0 1,1 0-1,0 0 0,0 1 0,0-1 0,0 0 1,0 0-1,0 1 0,0-1 0,1 1 0,-1-1 0,1 1 1,-1-1-1,1 1 0,-1 0 0,1 0 0,2-2 1,48-15 893,19 3-815,-1 3 0,2 4-1,-1 2 1,90 6 0,-160 1-134,0 1 0,-1 0 0,1 0-1,-1 0 1,1-1 0,-1 1 0,0 0 0,0 0 0,0 0 0,0 0 0,0 0 0,0 3 0,-1-3 10,1 3 12,0 0-1,-1 0 0,0 0 1,0 0-1,-1-1 0,1 1 1,-1 0-1,0-1 0,0 1 1,-1-1-1,1 1 0,-1-1 1,0 0-1,0 0 1,0-1-1,-1 1 0,1 0 1,-1-1-1,-5 3 0,-25 30 21,32-32-47,1-1 0,0 1 0,-1 0 0,1 0 0,1-1 0,-1 1 0,1 0 0,-1 0 0,1 0 0,0 0 0,0 0 0,1 0 0,-1 0 0,1 0 0,0 0 0,0-1 0,0 1 0,0 0 0,1-1 0,0 1 0,0 0 0,0-1 0,0 0 0,0 0 1,3 4-1,17 12-254,-9-9 180,0 1 0,-1 0 0,-1 0-1,0 1 1,0 1 0,-1 0 0,13 23 0,-23-35 85,0 0 0,0 0 0,0 0 0,0-1 1,0 1-1,0 0 0,0 0 0,-1-1 0,1 1 0,0 0 0,0 0 0,-1-1 0,1 1 1,-1 0-1,1-1 0,0 1 0,-1-1 0,1 1 0,-1 0 0,0-1 0,1 1 0,-1-1 0,1 1 1,-1-1-1,0 0 0,1 1 0,-1-1 0,0 1 0,0-1 0,1 0 0,-1 0 0,0 0 1,0 1-1,1-1 0,-1 0 0,0 0 0,0 0 0,-1 0 0,-39 6 572,33-5-508,-68 14 652,55-10-80,0-1 1,0 0-1,-25 0 0,45-4 485,2 9-10511,4-5 4284</inkml:trace>
</inkml:ink>
</file>

<file path=ppt/ink/ink18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2:26.009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14 61 3753,'0'0'14930,"8"-1"-14333,27-13-472,-13 5-110,-1 1-1,1 1 1,1 0-1,-1 2 1,35-4-1,39 8-54,-94 24-131,-3-16 228,0-1 0,0 1-1,0-1 1,0 0-1,-1 0 1,0 0 0,-1 0-1,1 0 1,-1 0 0,-7 10-1,-45 54 100,27-35-148,-8 6 19,-1-2 1,-62 51-1,96-87-32,-1 1 1,1-1-1,0 1 1,0 0-1,0 0 1,0 0-1,0 0 0,1 1 1,0-1-1,0 1 1,0-1-1,1 1 1,-1 0-1,1 0 1,0-1-1,1 1 1,-1 6-1,1-11 12,1 1-1,0 0 0,0-1 1,-1 1-1,1 0 0,0-1 1,0 1-1,0-1 0,-1 1 1,1-1-1,0 0 0,0 1 1,0-1-1,0 0 0,0 0 1,0 1-1,0-1 0,0 0 0,0 0 1,0 0-1,0 0 0,0 0 1,1-1-1,33 1 148,-28 0-97,84 2 306,-39 0 99,87-7-1,-117-2-97,6-1 8,-11 8-6612,-7 3 1285</inkml:trace>
</inkml:ink>
</file>

<file path=ppt/ink/ink18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2:26.010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241 54 4241,'0'0'10339,"4"-7"-9120,13-21-206,-12 21 1158,-6 7-2160,1 1 0,0-1 1,0 0-1,0 0 0,0 0 1,0 0-1,0 0 0,0 0 0,-1 0 1,1 0-1,0 0 0,0 0 1,0 0-1,0 0 0,0 0 1,0 0-1,-1 0 0,1 0 0,0 0 1,0 0-1,0 0 0,0 0 1,0 0-1,0 0 0,0 0 1,-1 0-1,1-1 0,0 1 0,0 0 1,0 0-1,0 0 0,0 0 1,0 0-1,0 0 0,0 0 1,0 0-1,0 0 0,-1-1 0,1 1 1,0 0-1,0 0 0,0 0 1,0 0-1,0 0 0,0 0 1,0 0-1,0-1 0,0 1 0,0 0 1,0 0-1,0 0 0,0 0 1,0 0-1,0 0 0,0-1 1,0 1-1,-9 0 18,0-1 1,-1 1-1,1 1 0,0 0 1,-1 0-1,1 1 1,0 0-1,0 1 0,0 0 1,1 0-1,-1 1 1,1 0-1,-1 1 0,1-1 1,1 2-1,-1-1 1,1 1-1,0 0 0,0 1 1,1-1-1,-1 1 1,2 1-1,-8 9 0,4-2-20,1 1 0,0 0-1,1 1 1,1-1-1,1 1 1,0 0 0,1 1-1,1-1 1,0 1 0,1-1-1,1 1 1,1 0-1,1 0 1,3 18 0,-4-33 2,1 0 0,0-1 0,1 0 0,-1 1 0,0-1 0,1 0 0,-1 1 0,1-1-1,0 0 1,-1 0 0,1 0 0,0 0 0,0-1 0,1 1 0,-1-1 0,0 1 0,0-1 0,1 0 0,-1 1 0,1-1 0,-1 0 0,1-1 0,-1 1 0,1 0 0,4 0 0,8 1 157,0 0-1,0-1 1,19-1-1,-22 0-77,-3-1-32,-1 0 0,1-1-1,0 0 1,-1 0 0,1-1 0,-1 0-1,0 0 1,0-1 0,0 0-1,-1 0 1,1-1 0,-1 0 0,0 0-1,7-8 1,3-3 73,0 0 0,-2-2 1,0 0-1,13-21 0,-22 29-104,-1 1 0,-1-2 0,0 1 0,0 0 0,-1-1 1,0 0-1,-1 1 0,0-1 0,-1 0 0,0 0 0,-1 0 0,0 0 0,-1 0 1,-2-14-1,0 17-9,-1 0 0,0 1 0,0-1 0,0 1 0,-1-1 1,-1 1-1,-6-7 0,4 4 33,5 8-19,0 0 0,0 0 1,0 0-1,0 1 0,0-1 1,-1 1-1,1-1 0,0 1 1,-1 0-1,1 0 0,-1 1 1,0-1-1,1 1 0,-1 0 1,1 0-1,-1 0 0,1 0 0,-6 1 1,-4 0 24,12-1 231,0 13-6935,-5-1 1346</inkml:trace>
</inkml:ink>
</file>

<file path=ppt/ink/ink18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2:26.01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17 7154,'0'0'8364,"2"-16"-2912,-4 16-3889,3 12-865,-1 0-1,2 0 1,0 0 0,0 0-1,5 15 1,23 108 316,-23-105-918,-1 1 1,2 51-1,-2-11 193,0 57 388,-6-128-635,17 0-1211,-11 1-3286,-3 11-14302</inkml:trace>
</inkml:ink>
</file>

<file path=ppt/ink/ink18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2:26.01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436 10 3713,'0'0'6903,"-1"-2"-6952,-5-5 7312,0 7-7226,1 1-1,0 0 0,-1 0 0,1 1 0,0 0 0,0 0 0,0 0 0,0 1 0,0-1 0,0 1 0,1 0 1,-1 0-1,-4 6 0,-60 59 8,40-36 148,-4 2-14,1 0-1,2 2 1,1 1-1,2 2 1,-33 64 0,52-84-46,0 0 0,1 1 1,1 0-1,1 0 0,1 0 0,1 1 1,1-1-1,0 39 0,3-56-128,0 0-1,0-1 0,0 1 0,0 0 1,0 0-1,1-1 0,-1 1 0,1 0 0,0-1 1,-1 0-1,1 1 0,0-1 0,1 0 1,-1 0-1,0 0 0,1 0 0,-1-1 0,1 1 1,-1-1-1,1 1 0,0-1 0,0 0 0,4 1 1,2 2-1,0-1-1,0 0 1,0 0 0,1-1 0,-1-1 0,12 1 0,-11-2 30,0 1-31,-1-1 1,1-1-1,0 0 1,17-3-1,-26 3 4,1 1 0,0-1 0,0 0 0,0 0 0,-1 1 0,1-1 0,0 0 0,-1 0 0,1-1 0,-1 1 0,1 0-1,-1 0 1,1-1 0,-1 1 0,0-1 0,0 1 0,0-1 0,0 0 0,0 1 0,0-1 0,0 0 0,0 0 0,-1 1 0,1-1 0,-1 0-1,1 0 1,-1 0 0,0 0 0,0 0 0,0-2 0,4-19 727,-3 21-701,0 0 0,-1 0 0,1 0-1,-1 0 1,1 0 0,-1 0 0,0 0 0,1 0 0,-1 0 0,0 0 0,0 0 0,-1 0-1,1 0 1,0 0 0,-1 0 0,1 0 0,-1 0 0,0 0 0,0 0 0,1 0 0,-1 1-1,0-1 1,-1 0 0,1 0 0,0 1 0,-3-3 0,-7-5 46,8 6-60,0 1 0,0-1 0,0 1 0,0 0 0,0 0 0,0 0 0,-1 0 0,1 1 0,-1-1 0,0 1 0,1 0 0,-1 0-1,0 0 1,0 1 0,-6-1 0,-71-2 1988,80 3-1673,20 25-9269,-6-12-307</inkml:trace>
</inkml:ink>
</file>

<file path=ppt/ink/ink18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2:26.01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372 3 4609,'-1'-2'10862,"1"2"-10644,-10 9-131,0 1 0,0 1 0,1-1 0,-8 15 0,5-9-4,-83 97 1310,-35 50-186,125-156-1190,0-1 1,-1-1 0,1 1-1,-1-1 1,0 0 0,-1 0 0,1-1-1,-1 0 1,0 0 0,-10 4-1,68-5 812,95-14-703,-112 7-107,-17 2 22,0 0 1,0 1-1,0 1 1,0 0-1,0 2 1,0 0-1,0 1 1,-1 0-1,1 1 1,18 8-1,-27-8 146,0 0 0,1-1 0,-1 0 0,1-1 0,-1 0 0,1 0 0,15 1 0,-23-3 245,-1 0-482,0 0 0,0 0-1,1 0 1,-1 0 0,0 0-1,1 0 1,-1 0-1,0 0 1,0-1 0,1 1-1,-1 0 1,0 0-1,0 0 1,1 0 0,-1 0-1,0 0 1,0-1-1,0 1 1,1 0 0,-1 0-1,0 0 1,0-1 0,0 1-1,0 0 1,1 0-1,-1-1 1,0 1 0,0 0-1,0 0 1,0-1-1,0 1 1,0 0 0,0 0-1,0-1 1,0 1 0,1 0-1,-1 0 1,0-1-1,0 1 1,-1 0 0,1 0-1,0-1 1,0 1-1,0 0 1,0-1 0,-1-32-6493,-4 17 886</inkml:trace>
</inkml:ink>
</file>

<file path=ppt/ink/ink18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2:26.01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129 3 5097,'0'0'5989,"0"0"-5740,0 0-1,-1 0 0,1-1 1,-1 1-1,1 0 0,0 0 1,-1-1-1,1 1 0,-1 0 1,1 0-1,-1 0 0,1 0 1,-1 0-1,1 0 0,-1 0 1,1 0-1,-1 0 0,1 0 1,-1 0-1,1 0 0,-1 0 1,1 0-1,-1 0 0,-9 23 541,2 1 0,1-1 0,-8 45 0,1-5-511,-48 190 290,61-228-357,1-20-7408</inkml:trace>
</inkml:ink>
</file>

<file path=ppt/ink/ink18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2:27.055"/>
    </inkml:context>
    <inkml:brush xml:id="br0">
      <inkml:brushProperty name="width" value="0.25" units="cm"/>
      <inkml:brushProperty name="height" value="0.25" units="cm"/>
    </inkml:brush>
  </inkml:definitions>
  <inkml:trace contextRef="#ctx0" brushRef="#br0">1 1 8794,'0'0'4937</inkml:trace>
</inkml:ink>
</file>

<file path=ppt/ink/ink18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2:36.91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322 1 9722,'0'0'9631,"-12"9"-9038,-1-1-461,8-5-95,1 0 1,-1 0-1,1 0 0,0 1 0,-1-1 0,1 1 1,1 0-1,-1 0 0,1 1 0,-1-1 1,1 1-1,1-1 0,-1 1 0,-3 9 0,-46 139 373,6 2-1,-36 220 1,82-372-614,0 1 0,-1-1-1,0 0 1,0 1 0,0-1 0,0 0 0,-1 0 0,1 0 0,-1 0 0,-2 3 0,3-4-197,0-1 1,-1 0-1,1 0 1,-1 0-1,1 1 1,-1-1-1,0-1 1,1 1-1,-1 0 0,0 0 1,1-1-1,-1 1 1,-3 0-1,-13 0-5097</inkml:trace>
</inkml:ink>
</file>

<file path=ppt/ink/ink18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2:37.51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1 772 9034,'0'0'5565,"34"-11"-4355,472-136 2445,-405 117-3313,732-244 432,-626 184-1201,-174 72 340,0-1 1,0-2-1,50-42 1,-79 61 110,0-2 0,0 1 1,0 0-1,0-1 0,0 0 1,-1 0-1,1 0 0,-1 0 0,0-1 1,-1 1-1,1-1 0,-1 0 0,0 0 1,0 1-1,0-1 0,-1-1 1,1 1-1,-1 0 0,0-7 0,-2 12-3,1-1 0,-1 0 0,0 1-1,0-1 1,0 1 0,0-1 0,0 1-1,0 0 1,0-1 0,0 1 0,0 0-1,0 0 1,0-1 0,0 1 0,0 0 0,0 0-1,0 0 1,0 0 0,0 0 0,0 1-1,0-1 1,-2 0 0,-2 1 33,-3-1-45,0 1-1,0 1 1,0 0-1,0 0 1,0 0-1,0 1 1,1 0-1,-1 1 1,1 0-1,0 0 1,0 0-1,-7 6 1,-14 13 14,-37 36 0,56-49-6,-23 24 44,1 2 1,2 1 0,1 1-1,3 1 1,1 2-1,-34 76 1,-80 278 647,94-254-585,5-12-85,59-152-7,1 1 0,33-26 0,-54 48-32,1 0 1,-1 0 0,1 0-1,-1 0 1,0-1-1,1 1 1,-1 0-1,1 0 1,-1 0 0,1 0-1,-1 1 1,0-1-1,1 0 1,-1 0 0,1 0-1,-1 0 1,1 0-1,-1 0 1,0 1 0,1-1-1,-1 0 1,0 0-1,1 1 1,-1-1-1,0 0 1,1 1 0,-1-1-1,0 0 1,1 1-1,-1-1 1,0 0 0,0 1-1,1-1 1,-1 0-1,0 1 1,0-1 0,0 1-1,0-1 1,0 1-1,0-1 1,0 0-1,1 1 1,-1-1 0,0 1-1,0-1 1,-1 1-1,1-1 1,0 0 0,0 1-1,4 33 31,-3-26-11,0 6-136,1 1 1,1 0-1,0-1 0,1 0 1,7 19-1,-9-29-323,0 1 0,1-1 0,0 0-1,0 0 1,0 0 0,0 0 0,7 6-1,-5-7-553,0 1-1,0-1 0,0 0 0,0 0 1,1 0-1,-1-1 0,10 3 1,17 0-5862</inkml:trace>
</inkml:ink>
</file>

<file path=ppt/ink/ink18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2:37.73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97 0 10578,'0'0'13155,"-96"122"-13139,96-106-16,0-6-200,0-7-1016,0-6-4177,0-26 143,0-3-3407</inkml:trace>
</inkml:ink>
</file>

<file path=ppt/ink/ink18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2:37.88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8666,'0'0'9418,"7"67"-9842,12-54-1673,0-4-3224</inkml:trace>
</inkml:ink>
</file>

<file path=ppt/ink/ink18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2:38.21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219 1 8938,'0'0'10197,"-28"14"-8297,-87 45-618,109-56-1188,0 0 0,0 0 0,0 1 0,1 0-1,0 0 1,-1 1 0,-4 5 0,9-8-83,0-1-1,0 1 1,1 0-1,-1-1 1,0 1-1,1 0 1,-1 0-1,1 0 0,-1-1 1,1 1-1,0 0 1,0 0-1,0 0 1,1 3-1,-1 4-38,0-8-1,0 0-1,1 1 1,-1-1 0,1 1 0,0-1-1,-1 0 1,1 1 0,0-1 0,0 0 0,0 0-1,0 0 1,0 1 0,0-1 0,0 0-1,0 0 1,1-1 0,-1 1 0,0 0-1,1 0 1,-1-1 0,0 1 0,1 0-1,-1-1 1,2 1 0,47 13-913,-31-9 575,-4-1 208,41 17-142,-54-20 292,0 0 0,-1-1 0,1 1 1,-1 0-1,1 0 0,-1 0 0,0 1 1,1-1-1,-1 0 0,0 0 0,0 1 1,0-1-1,0 0 0,0 1 0,0-1 1,0 1-1,-1 0 0,1-1 0,-1 1 1,1 0-1,-1-1 0,1 1 1,-1 0-1,0-1 0,0 1 0,0 0 1,0 0-1,0 1 0,-1 0 44,0 0 1,-1 0-1,1 0 0,-1-1 0,0 1 1,1-1-1,-1 1 0,0-1 0,-1 1 1,1-1-1,0 0 0,-1 0 0,1 0 1,-1-1-1,1 1 0,-1-1 0,-3 2 1,-58 24 766,54-23-691,-16 4 71,18-6-185,1 0-1,-1 1 1,1-1 0,0 2-1,0-1 1,0 1-1,-10 7 1,16-10-197,1-1 0,0 1 1,-1-1-1,1 1 0,0-1 0,0 1 0,0 0 0,0-1 0,-1 1 1,1 0-1,0-1 0,0 1 0,0-1 0,0 1 0,0 0 1,1-1-1,-1 1 0,0-1 0,0 1 0,0 0 0,0-1 1,1 1-1,-1-1 0,0 1 0,1-1 0,-1 1 0,0-1 0,1 1 1,-1-1-1,1 1 0,-1-1 0,0 1 0,1-1 0,-1 0 1,1 1-1,-1-1 0,1 0 0,0 1 0,-1-1 0,1 0 0,-1 0 1,1 1-1,0-1 0,-1 0 0,1 0 0,0 0 0,17 4-8600</inkml:trace>
</inkml:ink>
</file>

<file path=ppt/ink/ink18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2:38.66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342 1 12483,'0'0'11902,"-20"9"-11115,-153 87 669,165-91-1428,-29 23 159,35-26-198,1-1 1,0 0-1,0 1 0,0-1 1,0 0-1,0 1 1,0-1-1,1 1 0,-1-1 1,0 1-1,1 0 1,-1-1-1,1 1 0,-1 0 1,1-1-1,0 1 1,0 0-1,0 0 0,0-1 1,0 1-1,0 0 1,0-1-1,2 4 0,-1-3-31,0-1 0,0 1-1,0-1 1,0 0-1,1 0 1,-1 0 0,1 0-1,-1 0 1,0 0 0,1 0-1,0 0 1,-1 0-1,1-1 1,-1 1 0,1 0-1,0-1 1,0 0 0,-1 1-1,1-1 1,0 0-1,2 0 1,6 2-175,60 11-956,-48-11 606,0 2-1,-1 1 1,1 1-1,37 14 1,-58-19 560,0-1 0,0 0 0,0 1 0,0-1 0,0 0 1,0 1-1,0-1 0,0 1 0,0-1 0,0 1 0,0 0 0,-1-1 1,1 1-1,0 0 0,0 0 0,-1 0 0,1 0 0,0-1 1,-1 1-1,1 0 0,-1 0 0,1 0 0,-1 0 0,1 0 0,-1 0 1,0 0-1,0 0 0,1 1 0,-1-1 0,0 0 0,0 0 1,0 0-1,0 0 0,0 0 0,0 0 0,-1 0 0,1 0 1,0 0-1,-1 0 0,1 1 0,0-1 0,-1 0 0,1-1 0,-1 1 1,1 0-1,-1 0 0,0 0 0,0 0 0,1 0 0,-1 0 1,0-1-1,0 1 0,-1 0 0,-5 6 132,-1-1 0,0-1 0,0 0-1,-15 8 1,-276 113 2273,289-119-2517,12-3-662,26-11-785,112-70-5106,-64 30-13</inkml:trace>
</inkml:ink>
</file>

<file path=ppt/ink/ink18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2:39.08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437 0 12883,'0'0'7165,"-30"23"-5204,4-3-1519,6-7-157,0 2 1,2 0 0,0 1 0,0 1 0,2 0-1,0 2 1,1-1 0,-19 32 0,2 8 52,2 1 1,2 1 0,3 2 0,3 0-1,3 2 1,2 0 0,-14 116 0,30-127-845,16-54-551,-6-3 867,0-1 1,0 0-1,0 0 1,-1-1-1,0 0 1,0 0-1,10-10 1,50-57-441,-63 67 582,4-4 74,-5 7 82,-1 0-1,0 0 0,0 0 1,0-1-1,-1 1 0,1-1 1,-1 0-1,0 1 1,3-9-1,-5 35 21,-1-15-197,1 1 1,0-1-1,0 0 0,1 1 0,0-1 1,0 0-1,4 11 0,-3-16-96,-1 0 0,1-1 0,0 1 0,-1 0 0,1-1 0,0 1 0,1-1 0,-1 0 0,0 0 0,1 0 0,-1 0 0,1 0 0,0 0 0,0-1 0,-1 1 0,1-1 0,0 0 0,0 0 0,0 0 0,1 0 0,-1-1 0,0 1-1,0-1 1,5 1 0,92 0-8502,-50-1-153</inkml:trace>
</inkml:ink>
</file>

<file path=ppt/ink/ink18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2:39.84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222 29 9178,'0'0'14072,"-28"12"-13248,-87 40-298,111-50-514,0 1 0,0 0 0,0 0 0,0 0 0,0 0 0,1 0 0,-1 1 0,1-1 0,0 1 0,0 0 0,0 0 0,1 0 0,-1 1 0,1-1 0,0 1 0,0-1 0,1 1 0,-1 0 0,1-1 0,0 1 0,0 0 0,1 0 0,-1 0 0,1 0 0,0 0 0,1 0 0,-1 0 0,2 8 0,0 9-3,-2-20-29,0 0 0,0-1-1,1 1 1,-1 0-1,1-1 1,-1 1-1,1 0 1,-1-1 0,1 1-1,0-1 1,0 1-1,0-1 1,0 0 0,0 1-1,0-1 1,0 0-1,1 0 1,-1 1 0,0-1-1,1 0 1,-1 0-1,0-1 1,1 1 0,0 0-1,-1 0 1,1-1-1,-1 1 1,1-1 0,0 1-1,-1-1 1,1 0-1,0 0 1,-1 0 0,1 1-1,0-2 1,0 1-1,-1 0 1,3-1-1,1 1-56,-1 0 1,1-1-1,-1 1 0,1-1 0,-1 0 0,0-1 0,1 1 0,-1-1 0,0 0 0,0 0 0,0 0 0,0 0 0,6-5 0,-4-1-54,-1 1 0,0-1 0,0 0 0,-1 0 0,0 0 1,0-1-1,-1 1 0,0-1 0,-1 0 0,1 0 0,-2 0 0,1 0 1,-1 0-1,-1 0 0,0 0 0,0-1 0,-3-15 0,2 22 135,1-1 0,-1 1 0,-1-1 0,1 1-1,0 0 1,-1 0 0,1 0 0,-1 0 0,0 0-1,0 0 1,0 0 0,-1 1 0,1-1 0,0 1-1,-1-1 1,0 1 0,0 0 0,1 0 0,-1 0-1,-1 1 1,1-1 0,0 1 0,0-1 0,0 1-1,-8-1 1,2-1 35,0 1 0,-1 0 0,1 1 1,-1 0-1,1 1 0,-1 0 0,1 0 0,-16 3 0,11 11 25,14-13-64,0-1 0,-1 1 0,1-1 0,0 0 0,0 1 0,0-1-1,0 1 1,-1-1 0,1 0 0,0 1 0,0-1 0,0 1 0,0-1 0,0 1 0,0-1-1,0 1 1,0-1 0,0 0 0,0 1 0,0-1 0,0 1 0,1-1 0,-1 1-1,0-1 1,0 0 0,0 1 0,1-1 0,-1 1 0,0-1 0,0 0 0,1 1 0,-1-1-1,0 0 1,1 1 0,-1-1 0,0 0 0,1 0 0,-1 1 0,0-1 0,1 0 0,-1 0-1,1 0 1,-1 0 0,0 1 0,1-1 0,0 0 0,26 3 4,0 0 0,1-2 0,42-3 1,-30 0 1,20-2 39,0-3 0,-1-2 0,62-18 0,-119 27 1999,-3 3-1962,0 1 0,-1-1 0,1 1 0,-1-1 0,0 0 0,0 0 0,0 0 0,-4 5 0,-2 4 55,3-4-123,1 1-1,0 1 1,0-1 0,1 0 0,0 1 0,1 0-1,0 0 1,0 0 0,1 0 0,0 0-1,1 12 1,0-21-24,1-1-1,-1 1 0,0 0 1,1 0-1,-1-1 0,1 1 1,-1 0-1,1-1 0,-1 1 1,1-1-1,-1 1 0,1 0 1,0-1-1,-1 1 0,1-1 1,0 0-1,-1 1 0,1-1 1,0 1-1,0-1 0,0 0 1,-1 0-1,1 1 0,0-1 1,0 0-1,0 0 0,-1 0 1,1 0-1,0 0 0,1 0 1,37 0-471,-27 0 283,-7 0 156,1-1 1,0 1 0,-1-1 0,1 0 0,0 0-1,-1 0 1,0-1 0,1 0 0,-1 0-1,0-1 1,0 1 0,0-1 0,0 0-1,7-6 1,-2-1 84,0 0 0,-1-1 0,0 0 0,11-19 0,-19 30 20,-1 0 0,1-1 0,-1 1 1,1 0-1,0 0 0,-1-1 1,1 1-1,-1 0 0,1 0 0,0 0 1,-1 0-1,1 0 0,0 0 0,-1 0 1,1 0-1,0 0 0,-1 0 1,1 0-1,-1 0 0,1 0 0,0 1 1,-1-1-1,1 0 0,-1 0 0,1 1 1,0-1-1,-1 0 0,1 1 1,25 15-398,-12-8 32,-6-5-215,1-1 1,0-1-1,0 1 1,-1-2-1,1 1 1,0-1-1,13-1 1,3 0-2115,9 1-2674</inkml:trace>
</inkml:ink>
</file>

<file path=ppt/ink/ink18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2:40.08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218 1 11378,'0'0'11939,"-154"186"-10515,129-125-608,5 0-215,8-4-201,5-2-216,7-7-120,0-3-64,0-3 0,19-7-128,13-3-624,7-13-729,44-15-783,-6-4-2009,-12 0-1888</inkml:trace>
</inkml:ink>
</file>

<file path=ppt/ink/ink18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2:40.58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315 785 11386,'0'0'12178,"-29"0"-11034,-12-2-779,14 1 38,0 0 0,-53 6 0,75-4-357,0-1 1,1 1 0,-1 0 0,1 0 0,-1 1 0,0-1 0,1 1 0,0 0 0,0 0-1,-1 1 1,1-1 0,0 1 0,1 0 0,-1 0 0,0 0 0,1 0 0,0 1-1,0-1 1,0 1 0,-4 6 0,3-2-50,1 0 1,0 1-1,0-1 0,0 1 1,1-1-1,1 1 0,-1 0 1,1 0-1,1 16 0,0-24 3,0 0 0,0 0-1,1 1 1,-1-1 0,1 0 0,-1 0-1,0 0 1,1 0 0,0 0 0,-1 0-1,1 0 1,0 0 0,-1 0 0,1 0-1,0 0 1,0-1 0,0 1 0,0 0-1,0-1 1,0 1 0,0 0-1,0-1 1,0 1 0,0-1 0,0 1-1,0-1 1,0 0 0,1 0 0,-1 1-1,0-1 1,0 0 0,0 0 0,2 0-1,49-1-50,-42 0 31,3-1-23,0-1 0,0 0 0,0-1 0,-1 0 0,1-1 0,-1 0 0,0-1 0,0 0 0,-1-1 0,12-9 0,20-18-446,44-43-1,-50 43 136,40-37-457,97-116 0,-141 146 657,-1-2 0,-2-2 0,-2 0 0,37-83 0,-58 111 284,-1-1 1,-1 1-1,0-1 0,-1 0 1,-1 0-1,-1-1 0,1-29 1,-3 47-84,0 0 0,0 0 0,0 0 0,-1 0 0,1 0 0,0 0 0,-1 0 0,1 0 1,0 0-1,-1 0 0,1 0 0,-1 0 0,1 0 0,-1 0 0,0 0 0,1 1 0,-1-1 0,0 0 0,0 0 0,1 1 0,-1-1 1,0 0-1,0 1 0,0-1 0,0 1 0,0-1 0,0 1 0,0 0 0,0-1 0,0 1 0,0 0 0,0 0 0,0 0 1,0-1-1,-2 1 0,-2 0 26,0 0 1,1 1-1,-1-1 1,0 1-1,0 0 1,1 0-1,-1 0 1,-4 2-1,-3 4 17,0 0-1,0 0 0,0 1 0,1 0 1,0 1-1,1 0 0,0 1 0,0 0 1,1 1-1,-7 11 0,-6 9 143,1 0-1,-25 55 1,28-43-163,2 1 0,2 1 0,1 0 0,3 1 0,2 0 0,2 1 0,1-1 0,3 63 0,2-95-166,1-1 0,0 0 0,0 1 0,1-1 0,5 14 0,-6-23-33,1 1 0,-1 0 0,1-1-1,1 0 1,-1 1 0,1-1 0,-1 0 0,1 0-1,0-1 1,1 1 0,-1-1 0,1 1-1,-1-1 1,1 0 0,0 0 0,0-1-1,7 4 1,-2-2-365,0-1 1,0-1-1,0 1 0,1-2 0,-1 1 1,13-1-1,36 1-4916,6-2-4710</inkml:trace>
</inkml:ink>
</file>

<file path=ppt/ink/ink18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2:41.16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334 36 9394,'0'0'13680,"0"-9"-12750,0 8-894,1 0-1,-1 0 1,0-1 0,0 1 0,1 0 0,-1 0 0,0-1-1,0 1 1,0 0 0,-1 0 0,1 0 0,0-1 0,0 1-1,-1 0 1,1 0 0,0 0 0,-1 0 0,1 0 0,-1-1-1,-1 0 1,-9 31 744,-6 19-120,-11 27-78,4 0 0,2 2-1,5 1 1,-14 132 0,24-135-534,-5 118-181,27-212-312,-9 12 370,4-6-49,1 0 1,0 1 0,0 0 0,1 1 0,1 1 0,0 0 0,17-10 0,-29 19 114,1 1-1,-1-1 0,0 1 0,0 0 1,0 0-1,1-1 0,-1 1 1,0 0-1,0 0 0,0 0 1,1 0-1,-1 0 0,0 0 1,0 1-1,1-1 0,-1 0 1,0 1-1,0-1 0,0 1 1,0-1-1,1 1 0,-1-1 0,0 1 1,0 0-1,0-1 0,0 1 1,0 0-1,-1 0 0,1 0 1,0 0-1,0 0 0,-1 0 1,1 0-1,0 0 0,-1 0 1,1 0-1,0 2 0,2 5 18,-1 0 1,0 0-1,0 0 0,1 13 0,-1-6-37,0-3 36,1 1-1,-2 0 0,0 0 1,0 0-1,-3 18 1,2-28 10,-1 1 0,0 0 0,0 0 1,0-1-1,0 1 0,-1-1 1,0 1-1,1-1 0,-1 1 0,-1-1 1,1 0-1,0 0 0,-1 0 1,1 0-1,-1-1 0,0 1 1,0-1-1,0 1 0,0-1 0,-1 0 1,1 0-1,-5 2 0,-24 7 63,0-1 0,0-1 0,-1-2 0,0-1-1,-1-1 1,1-2 0,-36-2 0,68-1-332,8-3-2135,64-33-5418,-27 11 1417</inkml:trace>
</inkml:ink>
</file>

<file path=ppt/ink/ink18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2:41.59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22 16 11626,'0'0'10421,"-5"15"-10111,-11 47 49,16-61-333,0 1 0,0 0 1,0-1-1,0 1 0,0 0 1,0-1-1,0 1 0,1-1 1,-1 1-1,0-1 0,1 1 1,-1-1-1,1 1 0,0-1 1,0 1-1,-1-1 1,1 1-1,0-1 0,0 0 1,0 0-1,1 1 0,-1-1 1,0 0-1,0 0 0,0 0 1,1 0-1,-1-1 0,2 2 1,36 12 475,-22-12-364,-1 0 0,1-1 0,33-3-1,-49 2-130,1-1 0,0 1-1,-1-1 1,1 0 0,-1 1-1,1-1 1,-1 0 0,1 0-1,-1 0 1,1 0 0,-1 0-1,0 0 1,1 0 0,-1-1-1,0 1 1,0 0 0,0-1-1,0 1 1,0-1 0,0 1-1,-1-1 1,1 0 0,0 1-1,-1-1 1,1 0 0,-1 1-1,0-1 1,0 0 0,1-2-1,1-58 367,-2 49-130,0 12-204,0 0 0,-1 0-1,1-1 1,0 1 0,0 0-1,-1 0 1,1 0 0,0 0-1,-1 0 1,0 0 0,1 0-1,-1 0 1,1 0 0,-1 0-1,0 0 1,0 0-1,1 0 1,-1 0 0,0 1-1,0-1 1,0 0 0,0 1-1,-2-2 1,-34-8 379,25 9-296,-1 1-1,1 0 1,-1 0 0,-13 4-1,23-3-106,0 0 0,0 0-1,0 1 1,0 0 0,0-1-1,0 1 1,0 0 0,1 1-1,-1-1 1,1 0 0,-1 1-1,1-1 1,0 1 0,0 0-1,0 0 1,1 0 0,-1 0-1,0 0 1,1 0 0,0 0-1,0 0 1,0 1 0,0-1-1,0 0 1,1 1 0,0-1-1,-1 0 1,1 1 0,1-1-1,-1 1 1,0-1 0,1 0-1,-1 1 1,1-1 0,0 0-1,0 1 1,1-1 0,-1 0-1,1 0 1,-1 0 0,1 0-1,0 0 1,0-1 0,4 6-1,2-2-265,-1-1 1,1 1-1,0-1 0,1-1 0,-1 0 0,1 0 0,0 0 0,0-1 1,0 0-1,15 2 0,4-2-2117,-1-1 1,37-2-1,-29 0-1021,36 0-8106</inkml:trace>
</inkml:ink>
</file>

<file path=ppt/ink/ink18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2:42.05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430 17 11042,'0'0'11735,"-29"-3"-10728,-91-9-254,115 12-673,0-1 0,0 1 0,0-1 1,0 2-1,0-1 0,1 0 0,-1 1 0,0 0 0,0 0 0,0 0 0,1 1 0,-1 0 0,1-1 0,-1 2 0,1-1 0,-8 6 0,0 0 166,-6 3 80,-1 2 0,2 0 0,0 1-1,1 1 1,-19 21 0,29-28-286,0-1-1,0 1 1,0 0 0,1 1 0,1 0-1,-1-1 1,1 1 0,1 1 0,0-1-1,0 1 1,0-1 0,2 1 0,-3 19-1,5-27-38,-1 0-1,0 0 0,1 0 0,0 0 0,-1 0 0,1 0 0,0 0 0,0 0 0,0 0 0,0-1 1,0 1-1,0 0 0,1-1 0,-1 1 0,1-1 0,-1 1 0,1-1 0,-1 0 0,1 0 0,0 1 0,-1-1 1,1 0-1,0-1 0,0 1 0,0 0 0,0 0 0,0-1 0,0 1 0,0-1 0,0 0 0,0 0 1,0 1-1,3-2 0,10 3-7,0-2 0,0 0 0,19-3 0,-30 3 3,8-2-40,-1-1 0,1 0 0,-1 0 0,0-1 0,0-1-1,0 0 1,-1 0 0,1-1 0,17-14 0,-8 5-39,0-2 0,-2 0 1,25-30-1,-42 46 175,0-1-1,0 0 1,0 1-1,0-1 0,0 0 1,-1 0-1,1 0 1,0 0-1,-1 0 1,0 0-1,1 0 0,-1-2 692,2 14-600,-1-5-228,1 0-1,-1 0 0,1 0 1,1 0-1,-1-1 0,1 1 1,-1-1-1,1 0 0,1 0 1,-1 0-1,0 0 0,1 0 1,0-1-1,0 1 0,0-1 0,0 0 1,1-1-1,-1 1 0,1-1 1,8 4-1,7 2-1304,0-1-1,0-1 1,34 5-1,5-3-5258</inkml:trace>
</inkml:ink>
</file>

<file path=ppt/ink/ink18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2:42.75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0 700 11106,'0'0'10699,"6"-3"-9495,2-3-1017,0 0 1,0-1-1,-1 0 0,1 0 1,-2-1-1,1 0 1,-1 0-1,0 0 0,-1-1 1,0 0-1,6-13 0,9-13-65,67-128 10,-55 97-127,3 2 0,46-63 1,-79 138 54,0 1 1,0-1 0,-1 1 0,-1-1-1,-1 19 1,-10 291 870,11-319-931,0 0 1,1 0-1,-1 0 1,1 1-1,-1-1 1,1 0-1,0 0 1,0 0-1,0 0 1,0 0-1,1 0 1,-1 0-1,0-1 1,1 1-1,-1 0 1,1-1-1,0 1 1,-1-1-1,1 0 1,0 1-1,0-1 1,0 0-1,0 0 1,0 0-1,0 0 1,0-1-1,0 1 1,1 0-1,-1-1 1,0 0-1,0 1 1,0-1-1,4 0 1,5 1 1,0-1 0,0 0 0,0 0 0,0-1 0,0-1-1,12-2 1,-7-2-14,1 0 0,-1-1 0,0 0-1,-1-1 1,0-1 0,0-1-1,-1 0 1,14-12 0,15-17-208,42-48 0,-54 51 92,-1 0 0,-3-2 1,0-1-1,-3-1 0,-1-1 1,25-63-1,-40 65 976,-8 37-242,-16 13 3,-1 7-462,1 1-1,0 0 0,2 1 1,0 0-1,1 1 0,1 1 1,1 0-1,1 0 0,1 1 1,-10 39-1,7-11-211,2-1 0,3 2 1,2-1-1,1 58 0,4-108-49,1 0 1,-1 0 0,1 0-1,-1 0 1,1 0-1,0 0 1,-1 0 0,1-1-1,0 1 1,0 0 0,-1 0-1,1-1 1,0 1-1,0-1 1,0 1 0,0 0-1,0-1 1,0 0-1,0 1 1,0-1 0,0 0-1,0 1 1,0-1-1,0 0 1,0 0 0,1 0-1,-1 0 1,0 0 0,0 0-1,0 0 1,2-1-1,38-3-3221,10-16-2227,0-8-3780</inkml:trace>
</inkml:ink>
</file>

<file path=ppt/ink/ink18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2:43.27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251 0 4625,'0'0'22910,"-4"1"-22335,-15 3-456,1 0-1,-1 2 1,1 0-1,0 1 1,0 1-1,1 1 1,0 0 0,1 1-1,0 1 1,-27 24-1,40-31-124,0 0-1,0 1 1,0-1-1,0 1 1,1 0-1,0 0 1,0 0-1,1 0 1,-1 0-1,1 0 1,0 0-1,0 1 1,1-1-1,-1 0 1,1 0-1,1 9 1,-1-14-20,57-5-164,-42-6 61,0 0 1,0 0-1,-1-2 1,-1 1 0,0-2-1,17-23 1,-20 25 84,-7 10 42,-1-1-1,1 0 0,-1 1 1,0-1-1,0 0 1,0-1-1,0 1 1,0 0-1,2-7 0,-4 9 198,0 18-54,-1 1-277,1-1 0,1 1-1,1 0 1,1-1-1,0 1 1,1-1-1,1 0 1,0 0 0,13 26-1,-16-41-116,-1 1-1,1-1 1,0 0 0,0 0-1,0 1 1,0-2-1,0 1 1,0 0 0,0 0-1,1-1 1,-1 1-1,1-1 1,-1 1 0,1-1-1,0 0 1,-1 0-1,1-1 1,4 2 0,1-1-1159,0 0 1,0-1 0,1 0 0,-1 0 0,12-3 0,18-5-7438</inkml:trace>
</inkml:ink>
</file>

<file path=ppt/ink/ink18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2:43.55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315 1 9114,'0'0'15550,"-15"19"-14415,-17 24-32,-43 74 0,11-10-459,56-95-753,-1 0 0,0-1-1,-1 0 1,0 0 0,-1-1 0,-14 11 0,24-20-22,1-1 0,-1 1 0,0-1 1,1 1-1,-1-1 0,0 1 0,1-1 1,-1 0-1,0 1 0,0-1 0,1 0 1,-1 1-1,0-1 0,0 0 0,1 0 1,-1 0-1,0 0 0,0 0 0,0 0 1,1 0-1,-1 0 0,0 0 0,0 0 1,0 0-1,1 0 0,-1-1 0,0 1 1,0 0-1,1 0 0,-1-1 0,0 1 1,1-1-1,-1 1 0,0-1 0,1 1 1,-1-1-1,0 1 0,1-1 0,-1 1 0,1-1 1,-1 0-1,1 1 0,0-1 0,-1 0 1,1 0-1,0 1 0,-1-2 0,-6-35-4206,7 35 4164,-2-44-4700,-3-2-214</inkml:trace>
</inkml:ink>
</file>

<file path=ppt/ink/ink18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2:43.75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9354,'0'0'12807,"8"28"-11331,30 90-404,-33-101-944,1-2 0,0 1 0,1-1 0,1 0 0,1 0 0,0-1 0,0 0 0,2-1 0,0 0 0,0 0 0,1-1 0,0-1-1,1 0 1,17 10 0,-20-16-386,1-1-1,-1 0 1,1 0 0,0-2-1,-1 1 1,1-1-1,1-1 1,-1 0-1,0 0 1,0-1-1,18-3 1,-12 3-557,41-5-4496,-11-12-3072</inkml:trace>
</inkml:ink>
</file>

<file path=ppt/ink/ink18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2:44.00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17 5945,'0'0'18220,"13"0"-17708,0 0-192,0 0-176,6 0-128,-6 0-16,12 0 0,-5 0-736,18 0-1520,-12-3-2873,6-10-4793</inkml:trace>
</inkml:ink>
</file>

<file path=ppt/ink/ink18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2:44.32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3393,'0'0'1224</inkml:trace>
</inkml:ink>
</file>

<file path=ppt/ink/ink18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2:44.62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154 1 1856,'-20'21'770,"1"0"586,1-2 8741,16-13-4373,3 11-4507,0-9-700,-3 59 856,-3-1 1,-20 101-1,-5 44-498,-4 16-885,33-211-242,3-9-2195,9-23-11422</inkml:trace>
</inkml:ink>
</file>

<file path=ppt/ink/ink18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2:44.93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123 0 10066,'0'0'11559,"-5"36"-10198,0 16-844,-25 158 1523,15-109-1381,5 0-1,4 155 1,6-255-946,-3-9-2010,-27-80-5382,12 43 1289</inkml:trace>
</inkml:ink>
</file>

<file path=ppt/ink/ink18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2:45.12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9458,'0'0'10578,"167"13"-9241,-109-13-553,6 0-248,-13 0-184,1 0-152,-14 0-192,-12 0-8,-1 0-1216,-5 0-2793,-14 0-3169</inkml:trace>
</inkml:ink>
</file>

<file path=ppt/ink/ink18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2:45.51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97 8146,'0'0'13595,"17"10"-12890,55 31-298,-68-39-355,1 0-1,-1 0 1,0 0 0,1-1 0,0 0 0,-1 1-1,1-2 1,0 1 0,0 0 0,-1-1-1,9 0 1,-10-1-29,-1 1 0,0-1-1,0 1 1,0-1-1,0 1 1,0-1 0,0 0-1,0 0 1,0 0 0,0-1-1,0 1 1,-1 0 0,1-1-1,0 1 1,-1-1-1,1 1 1,-1-1 0,2-2-1,-2 2-7,0-1-1,1 0 0,-1 1 1,-1-1-1,1 0 0,0 0 0,-1 0 1,1 0-1,-1 0 0,0 1 1,0-1-1,0 0 0,0 0 0,-1 0 1,1 0-1,-1 0 0,0 0 1,0 1-1,0-1 0,0 0 1,0 1-1,0-1 0,-1 0 0,1 1 1,-1 0-1,0-1 0,0 1 1,0 0-1,-4-3 0,-1-3-11,-1 1 0,-1 0 0,0 0 0,0 1 0,-19-10 0,27 15-3,-1 0 0,0 1 0,0-1 1,0 1-1,0-1 0,1 1 1,-1 0-1,0 0 0,0 0 1,0 0-1,0 0 0,0 0 1,0 0-1,0 0 0,1 1 0,-1-1 1,0 1-1,0 0 0,0-1 1,1 1-1,-1 0 0,0 0 1,1 0-1,-1 0 0,1 0 1,-1 1-1,1-1 0,-1 0 1,1 1-1,0-1 0,0 1 0,0-1 1,0 1-1,0 0 0,0-1 1,0 1-1,0 0 0,1 0 1,-1-1-1,1 1 0,-1 0 1,1 2-1,-7 16-3,2 1 0,0 0 0,1-1 0,1 1 0,0 39 1,3-57-43,0 0 1,1 0 0,-1 0 0,1 0 0,0 0 0,0 0-1,0 0 1,0-1 0,0 1 0,1 0 0,-1 0 0,1-1 0,0 1-1,-1-1 1,1 0 0,1 1 0,-1-1 0,0 0 0,0 0-1,1 0 1,-1 0 0,1-1 0,-1 1 0,1-1 0,0 0 0,0 1-1,0-1 1,0 0 0,0-1 0,5 2 0,10 1-1201,0 0 1,0-1 0,37-1 0,-41-1-95,38 0-4513</inkml:trace>
</inkml:ink>
</file>

<file path=ppt/ink/ink18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2:45.91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270 0 6673,'0'0'14033,"-27"9"-12457,-84 29-496,104-35-941,0 0 0,0 1 0,0 0 0,1 0 0,0 0 0,0 0 0,0 1 0,0 0 0,1 1 0,0-1 0,0 1 0,0 0 0,1 0 0,-6 10 0,-3 4 29,9-14-150,1 0 0,-1 0 1,2 1-1,-1-1 0,0 1 0,1 0 1,1 0-1,-1 0 0,1 0 0,0 0 1,0 0-1,1 8 0,40-16-686,-31-3 519,-1 1 0,1-1-1,-1-1 1,0 0 0,0 0 0,-1 0 0,1-1 0,6-7-1,52-56-437,-60 60 667,-4 9 1393,-1 10-1148,2 7-521,0-1 1,1-1-1,1 1 1,1 0-1,0-1 0,14 23 1,-14-27-1037,2-1 0,-1 0 1,1 0-1,1-1 0,14 13 1,9 2-6108</inkml:trace>
</inkml:ink>
</file>

<file path=ppt/ink/ink18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2:46.22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91 0 8410,'0'0'11493,"-7"24"-10079,-16 50-321,3 1 0,-18 137 0,35 51-1133,4-146-2953,-1-116 2962,3 22-2329,-3-22 2087,0-1 1,0 1-1,1 0 1,-1-1-1,0 1 1,1-1-1,-1 1 1,1-1-1,-1 1 1,1-1-1,-1 1 1,1-1-1,-1 0 1,1 1-1,-1-1 1,1 0-1,-1 1 1,1-1-1,0 0 1,-1 0-1,1 1 1,-1-1 0,1 0-1,0 0 1,-1 0-1,1 0 1,0 0-1,-1 0 1,2 0-1,5 0-8291</inkml:trace>
</inkml:ink>
</file>

<file path=ppt/ink/ink18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2:46.57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164 1 5657,'0'0'13427,"13"4"-12731,-3-1-575,-5-3-83,-1 1 1,1 0 0,-1 1 0,0-1 0,1 1 0,-1-1 0,0 1-1,0 0 1,0 1 0,-1-1 0,1 1 0,0 0 0,-1-1 0,0 2-1,0-1 1,0 0 0,0 1 0,0-1 0,3 7 0,2 10 38,-1 1 1,0 0 0,-2 0-1,0 1 1,-2 0 0,0 0 0,-1 38-1,-2-58-67,-1-1-1,1 1 1,0-1 0,-1 1-1,1-1 1,-1 1-1,1-1 1,-1 0 0,1 1-1,-1-1 1,0 0-1,0 1 1,0-1-1,0 0 1,0 0 0,0 0-1,0 0 1,0 0-1,0 0 1,0 0 0,-1 0-1,1-1 1,0 1-1,-1 0 1,1-1-1,0 1 1,-1-1 0,1 1-1,-1-1 1,1 0-1,-1 1 1,-2-1 0,-59 1 172,44-1-154,-9 0-20,-53-2 223,76 1-198,0 0-1,1 0 1,-1 0 0,1 0 0,-1-1 0,1 0-1,-1 0 1,1 0 0,0 0 0,0-1 0,0 0-1,0 1 1,1-2 0,-5-3 0,6 3-328,0 0 0,1 0 1,-1 0-1,1 0 1,0 0-1,0 0 0,1 0 1,-1-1-1,1 1 0,0 0 1,0 0-1,0 0 0,2-7 1,-1-8-4680,-1 0-4979</inkml:trace>
</inkml:ink>
</file>

<file path=ppt/ink/ink18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2:47.13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110 0 17596,'0'0'12706,"0"23"-12706,0-20-88,0 0-272,0 3-664,-39 10-544,7-3-1473,-6-3-3864</inkml:trace>
</inkml:ink>
</file>

<file path=ppt/ink/ink18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3:17.10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230 49 6945,'-1'-3'422,"0"0"0,0 0 0,0 0 0,-1 0 0,1 0-1,-1 0 1,0 1 0,0-1 0,0 0 0,0 1-1,0 0 1,0-1 0,-1 1 0,1 0 0,-1 0-1,-3-2 1,4 4-221,0-1-1,0 1 1,0-1 0,0 1-1,0-1 1,0 1 0,0 0-1,0 0 1,0 0 0,0 0 0,0 1-1,0-1 1,0 1 0,0-1-1,0 1 1,0-1 0,0 1-1,0 0 1,1 0 0,-1 0-1,0 0 1,0 0 0,1 0-1,-1 1 1,1-1 0,-1 1-1,-1 2 1,-2 2 23,0 0 1,0 1-1,1-1 0,0 1 1,1 0-1,-1 0 1,1 1-1,1-1 0,-1 1 1,1-1-1,1 1 0,-2 15 1,0 12 123,3 57 0,1-58-130,6 354 603,-10-197 177,1-145-882,-68 721 371,62-721-544,6-44-645,0-8-203,-1-13-1142,3 17 1825,-4-50-3654,-3-76-1252</inkml:trace>
</inkml:ink>
</file>

<file path=ppt/ink/ink18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3:17.10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261 356 5081,'20'14'8665,"6"6"-6156,-9-16-2128,0 0-1,0-1 0,0 0 0,1-1 1,20-1-1,-7 0-88,53 1 246,121-13-1,91-26-524,-88 10 18,233-19-21,339-41 51,-512 52 117,174-19 182,3 34 321,-191 25-587,270 2-132,-5-28-107,-352 5 145,401-17 9,-90 49 149,31 1-158,-2-33-10,727-35-845,-733 79 703,-452-23 140,237 19-20,-195-21 43,102-8-1,-178 4 14,-9 1 60,-1 0-1,1-1 0,-1 0 0,1 0 1,0 0-1,6-3 0,-19 7 733,4-2-788,0 0 1,1 0-1,-1 0 1,1 1-1,-1-1 0,1 1 1,0-1-1,0 1 1,0 0-1,-3 2 0,-8 11 111,2 1-1,-1 0 1,2 0-1,0 1 0,-9 23 1,-33 98 363,36-93-417,-38 126 348,7 2-1,-35 248 1,69-334-219,-73 618 921,85-692-1133,-2 7 19,2-20-21,1 0 1,-1 0-1,0 0 0,0 1 1,0-1-1,1 0 0,-1 0 1,0-1-1,0 1 0,1 0 1,-1 0-1,0 0 0,0 0 1,1-1-1,-1 1 0,0 0 1,0-1-1,1 1 0,-1 0 1,0-1-1,1 1 0,-1-1 1,1 1-1,-1-1 1,1 1-1,-2-2 0,-4-2-36,-1 0 0,0 1 0,-1 0 0,1 0-1,-1 0 1,1 1 0,-1 0 0,-13-1 0,-69-2-264,71 4 277,-843 40-993,684-17 805,77-8 190,-169 1 0,-178-53 25,-94-1 6,-288 7 302,504 3-223,-533 19 0,680 9 46,-226-29 1,184 10-119,89 13 209,-1 6 0,-216 27 0,-60 39-59,375-61-163,-346 36 16,232-34 4,-158-14 0,-99-6-40,329 16 5,0 4 0,1 4-1,-98 24 1,128-22 7,-1-2-1,-1-2 1,1-3 0,-1-1 0,-74-4 0,-325-14 20,414 12-12,0 1 0,1 1 0,-57 9 0,93-10-11,5-1-459,0 0 1,0-1 0,-1 0-1,16-7 1,25-15-4179</inkml:trace>
</inkml:ink>
</file>

<file path=ppt/ink/ink18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3:17.11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102 27 4833,'-2'2'2197,"-12"11"1087,14-13-3215,0 0 0,0 0 0,0 0 0,-1 0-1,1 0 1,0 0 0,0 1 0,0-1 0,-1 0 0,1 0 0,0 0 0,0 0 0,0 0 0,0 0 0,0 0 0,-1 1 0,1-1-1,0 0 1,0 0 0,0 0 0,0 0 0,0 0 0,0 1 0,-1-1 0,1 0 0,0 0 0,0 0 0,0 1 0,0-1 0,0 0 0,0 0-1,0 0 1,0 0 0,0 1 0,0-1 0,0 0 0,0 0 0,0 0 0,0 1 0,0-1 0,0 0 0,0 0 0,0 0 0,0 1 0,1-1-1,-1 0 1,0 0 0,0 0 0,0 0 0,0 1 0,0-1 0,0 0 0,1 0 0,-1 0 0,0 0 0,1 0-33,0 0 0,-1 0 0,1 0 1,0 0-1,-1-1 0,1 1 1,0 0-1,0-1 0,-1 1 0,1 0 1,-1-1-1,1 1 0,0-1 0,-1 1 1,1-1-1,-1 1 0,1-1 0,-1 1 1,1-1-1,-1 0 0,1 1 1,-1-1-1,0 0 0,1 1 0,-1-1 1,0 0-1,0 1 0,0-1 0,1 0 1,-1 0-1,0 1 0,0-1 0,0 0 1,0 0-1,0 1 0,0-1 0,-1-1 1,-3-27 4,-20 105 5929,13-20-5026,2 1 1,-1 93-1,15 117-465,1-81-362,-19 127-76,2 69-21,13-355-339,8 33 0,0 2-614,-10-61 598,0 0-1,-1 0 1,1 0 0,0 1-1,0-1 1,-1 0-1,1 0 1,-1 0-1,1 0 1,-1 0-1,1 0 1,-1 0 0,0 0-1,1 0 1,-1 0-1,0 0 1,0 0-1,0 0 1,1-1 0,-1 1-1,0 0 1,0-1-1,0 1 1,0 0-1,-1-1 1,1 1-1,0-1 1,0 0 0,0 1-1,0-1 1,0 0-1,-1 0 1,1 0-1,0 0 1,-2 0-1,-16 3-3876</inkml:trace>
</inkml:ink>
</file>

<file path=ppt/ink/ink18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3:17.11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27 110 7410,'-4'8'7892,"5"-5"-5535,4-7-1045,-3 1-1279,-1-1-1,0 0 1,0 1 0,0-1 0,0 0 0,-1 0 0,0 1-1,0-6 1,1-2-30,10-56 185,-13 67 379,-1 6-188,-4 10 70,-4 32 247,2 0-1,2 0 1,-2 77-1,23 149 539,7-87-906,9 96 178,-24-189-386,-6 94 0,-5-143-320,-12 58 0,8-61-248,-4 61 1,15-84-801,4-50-8852</inkml:trace>
</inkml:ink>
</file>

<file path=ppt/ink/ink18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3:17.11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0 180 6649,'5'-27'6782,"13"-14"-3973,-13 33-2423,-1 0 0,-1 0 0,1-1 1,2-11-1,4-26 1290,-7 33-698,-6 36-58,-5 30-428,3 0-1,3 0 1,1 0 0,3 0 0,16 91 0,-14-117-363,38 215 1037,-30-175-1131,76 444 197,-74-388-551,-4 1 1,-9 158 0,-2-247 139,0-17-477,1-1 0,-2 0-1,-6 30 1,7-43-646,1-6-854,2-7 223,6-37-3645</inkml:trace>
</inkml:ink>
</file>

<file path=ppt/ink/ink18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3:17.11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149 0 5177,'-7'8'2070,"0"-1"0,1 1 0,0 0 1,-9 16-1,10-14-1680,1 1 1,-1 0 0,2 0 0,0 0 0,0 0 0,1 1-1,0-1 1,1 1 0,1-1 0,-1 1 0,3 11 0,-1 93 848,-4 0 0,-22 129 0,1 2-282,10 405-564,17-448-2446,-4-201-745,-3-12-952,-10-26-2316</inkml:trace>
</inkml:ink>
</file>

<file path=ppt/ink/ink18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3:17.11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222 23 2264,'0'-1'430,"0"-1"0,0 1-1,0 0 1,0-1 0,0 1-1,-1-1 1,1 1-1,0 0 1,-1-1 0,1 1-1,-1 0 1,1-1-1,-1 1 1,0 0 0,-1-2-1,-3 5 2873,1 10-545,3-4-1789,1 0 0,1-1 0,-1 1 0,1-1 1,0 1-1,5 13 0,1 16 243,-3 7-448,-2 0 0,-6 67 0,-20 89 198,17-155-674,-45 394 539,34 3-176,24-319-373,22 124-1,-27-235-231,0-1 0,-1 0 0,-1 1 0,-2 15 0,1-18-38,1-1 0,0 1 0,1-1-1,0 1 1,0-1 0,1 1 0,0-1 0,3 14 0,-41-56-4414,1 3-1763,-47-26-3641</inkml:trace>
</inkml:ink>
</file>

<file path=ppt/ink/ink18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3:17.11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45 5361,'-1'-9'2899,"1"-14"647,0 22-3292,0 1 1,0-1-1,0 1 1,0-1-1,0 1 1,0-1-1,0 1 1,0-1-1,1 1 1,-1-1-1,0 1 1,0-1-1,0 1 1,0 0-1,1-1 1,-1 1-1,0-1 1,0 1-1,1 0 1,-1-1-1,0 1 1,1 0-1,-1-1 1,0 1-1,1 0 1,-1-1-1,1 1 1,-1 0-1,1 0 1,-1 0-1,1-1 1,0 1 374,8 39 3094,-1-10-3017,-6-11-558,-1 0 0,-1 0-1,-3 31 1,0 11-110,2-60-91,1 0 0,0 1 0,0-1 0,0 0-1,0 0 1,0 0 0,0 0 0,0 0-1,0 1 1,0-1 0,0 0 0,0 0-1,0 0 1,0 0 0,0 1 0,0-1-1,0 0 1,0 0 0,0 0 0,0 0-1,0 1 1,1-1 0,-1 0 0,0 0 0,0 0-1,0 0 1,0 0 0,0 1 0,0-1-1,0 0 1,1 0 0,-1 0 0,0 0-1,0 0 1,0 0 0,0 0 0,0 0-1,1 1 1,-1-1 0,0 0 0,0 0-1,0 0 1,0 0 0,1 0 0,-1 0 0,0 0-1,0 0 1,0 0 0,0 0 0,1 0-1,-1 0 1,13-10-3921,18-24-1726</inkml:trace>
</inkml:ink>
</file>

<file path=ppt/ink/ink18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3:17.12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313 94 4505,'0'0'12276,"1"-6"-11509,4-65 2435,-5 70-3183,0 0-1,-1 0 1,1 0 0,-1 0 0,1 0 0,-1 1-1,1-1 1,-1 0 0,0 0 0,0 1 0,1-1 0,-1 0-1,0 1 1,0-1 0,1 1 0,-1-1 0,0 1-1,0-1 1,0 1 0,0 0 0,0-1 0,0 1 0,0 0-1,0 0 1,0 0 0,0-1 0,0 1 0,0 0-1,-1 1 1,-38-3-32,33 3 43,-5-2-32,1 2 0,0-1 0,0 2 0,0-1 1,0 2-1,0-1 0,0 2 0,0-1 0,1 1 0,-1 1 0,1 0 0,0 0 0,1 1 0,-1 1 0,1-1 0,1 1 0,-1 1 0,1 0 0,-8 9 1,11-8-4,0 0 0,0 0 1,1 0-1,0 0 0,1 1 1,0 0-1,0-1 0,1 1 1,0 0-1,1 0 1,0 0-1,1 1 0,0-1 1,1 0-1,0 0 0,0 0 1,1 0-1,0 0 0,1 0 1,5 12-1,-6-18 6,0 0 0,0 0-1,1 0 1,0 0-1,0-1 1,0 1 0,0-1-1,0 1 1,1-1 0,-1 0-1,1 0 1,0-1 0,0 1-1,0-1 1,0 0 0,0 0-1,9 2 1,-2-1 21,1-1 0,0-1-1,1 0 1,-1 0 0,21-3 0,-27 2-14,0-1-1,0-1 1,0 1 0,-1-1 0,1 0-1,0-1 1,-1 1 0,0-1 0,0 0 0,0 0-1,0-1 1,0 1 0,0-1 0,-1 0-1,0-1 1,0 1 0,0-1 0,0 0-1,3-6 1,5-9 12,-1 0-1,-1 0 1,14-38-1,-19 43 85,0-1 0,-1 1 0,0-1 0,-1 0 0,1-30 0,-4 45 778,-7 27-17,2-13-593,1-5-192,1-1 0,0 0 1,1 1-1,0 0 0,0-1 0,0 1 0,1 0 0,0 0 0,1 0 1,0 0-1,0 0 0,2 13 0,0-19-71,0 0 0,0 0 0,-1 0 0,2 0 0,-1 0 0,0 0 0,0-1 0,0 1 0,1-1 0,-1 1 0,1-1 0,-1 0 0,1 0 0,-1 0 0,1-1 0,0 1 0,0 0 0,-1-1 0,4 1-1,58 4 136,-58-5-142,181 1-6037,-108-1 1595,-56 0-4209</inkml:trace>
</inkml:ink>
</file>

<file path=ppt/ink/ink18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3:17.12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6 7618,'0'0'9359,"4"-3"-8580,-4 3-734,1-1 0,-1 1 0,1 0 0,-1 0 0,0 0 0,1-1 0,-1 1-1,1 0 1,-1 0 0,1 0 0,-1 0 0,1 0 0,-1 0 0,1 0 0,-1 0 0,1 0 0,-1 0 0,1 0 0,-1 0 0,1 0 0,-1 0 0,1 0 0,-1 1 0,0-1 0,1 0 0,-1 0 0,1 1 0,-1-1 0,0 0 0,1 0 0,-1 1 0,1-1 0,-1 0-1,0 1 1,1-1 0,-1 1 0,0-1 0,0 0 0,1 1 0,-1-1 0,0 1 0,0-1 0,0 1 0,9 36 1567,-7 64 451,-2-78-1759,0 398 931,0-408-1203,2-1-1,0 0 1,0 0-1,5 14 1,-4-15-537,0 1 0,-1-1 0,0 1 0,0 13 0,-2-65-9749,0 6 3768</inkml:trace>
</inkml:ink>
</file>

<file path=ppt/ink/ink18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3:17.12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142 282 4641,'0'0'9449,"23"-18"-8985,78-58 19,-92 69-403,1 1 1,0 0-1,0 0 1,1 1-1,-1 1 1,1-1-1,0 2 1,0-1 0,1 2-1,12-3 1,13-2 163,588-114 1487,-622 121-1697,21-4 539,1 2 1,46 1-1,-68 2-478,-1 0 0,0 1 0,0-1 0,0 0 0,0 1 0,0-1 0,0 1 0,0 0 0,-1 0 0,1 0 0,0 0 0,-1 0 0,0 0 0,1 0 0,-1 0 0,0 1 0,0-1 0,0 0 0,-1 1 0,2 3 0,14 54 1079,-15-57-1165,14 99 598,-5 1 1,-3 0-1,-10 125 0,1-70-533,15-74-15,-13-83 329,-39-10-125,4-1-294,-45 2-46,-151 5 1,126 4 39,-80 4 37,0 8 0,-190 39 0,341-48-2,33-4-20,40 0-281,0-3-132,-35 2-56,1 0-1,-1 0 1,0 0 0,1-1-1,-1 0 1,0 0-1,0 0 1,0 0 0,0-1-1,4-3 1,11-10-3126,1-3-3259</inkml:trace>
</inkml:ink>
</file>

<file path=ppt/ink/ink18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3:17.12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1348 9330,'0'0'6949,"12"0"-6788,15-1-213,42 1 620,-1 2 0,78 13 0,-84-7-384,-47-7-49,0 0 0,-1 2-1,1-1 1,0 2 0,-1 0-1,1 0 1,25 13-1,-32-11-10,1-2 0,-1 1 0,1-1 0,0-1 0,0 0 0,1 0-1,-1 0 1,0-1 0,15 1 0,-20-3-97,1 0 0,0-1 0,0 1 1,-1-1-1,1 0 0,0 0 0,-1 0 0,1-1 0,-1 0 0,1 0 1,-1 0-1,0 0 0,0 0 0,0-1 0,0 0 0,0 0 0,-1 0 0,1 0 1,-1-1-1,6-7 0,36-45 92,-3-3-1,-3-1 1,60-122 0,-33 5 219,-58 150-169,-1-1 0,-2 1 0,-1-1 0,2-47 0,-6 57-96,0-8 41,0-1 0,-7-38 0,5 56-98,0 0 1,-1 0 0,0 0 0,-1 0-1,1 0 1,-2 1 0,1-1-1,-1 1 1,-1 0 0,-8-10-1,7 9-17,-1 0 0,0 1 0,-1 0 0,1 0 0,-2 1 0,1 0-1,-1 1 1,0 0 0,0 0 0,-1 1 0,1 0 0,-1 1 0,0 1-1,0-1 1,-1 2 0,1-1 0,-1 2 0,1 0 0,-18 0 0,10 3-72,19 3-92,34 4 137,38-3 85,85-5 1,-78-2-43,51-6-56,178-32 0,-174 18-7,-41 9 21,174-25-234,291-77 0,-541 109 317,0 0 0,1 1 1,0 2-1,24-2 0,239 4 1803,-280 0-1515,32-12 610,-8 4-773,0 1 1,0 2-1,0 1 0,27-2 1,-51 6 98,0-7-8669,-2-9 6965,1 14 385,0-18-3344,0 1-747</inkml:trace>
</inkml:ink>
</file>

<file path=ppt/ink/ink18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3:17.12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199 1 2801,'0'0'12460,"-40"0"-6883,38 6-5307,-1 0 0,1 0 0,0 0 0,1 0 0,-1 0 0,1 0 0,0 0 0,0 11 0,1-14-194,0 1 0,-1-1 0,1 1 0,1 0-1,-1-1 1,0 1 0,1-1 0,0 1 0,0-1 0,0 0-1,0 1 1,1-1 0,-1 0 0,1 0 0,0 0-1,4 6 1,0-3 2,1-1-1,0 1 1,0-1 0,0-1-1,1 1 1,0-1-1,-1-1 1,2 0-1,-1 0 1,0 0 0,10 1-1,-18 45 1066,-4-38-1130,-1-1 0,0 0 0,-1 1 0,0-2 0,-1 1 0,0-1 0,0 0 0,-1 0 0,-11 9 0,-6 9 17,4-4-262,-1-1 0,-33 27-1,9-14-5923,27-22-1891</inkml:trace>
</inkml:ink>
</file>

<file path=ppt/ink/ink18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3:17.12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181 107 4017,'0'0'14310,"19"-20"-12749,-14 13-1253,-3 4-109,0 0 0,-1 0 0,1 0 0,-1 0 0,1 0 0,-1 0 1,0 0-1,0 0 0,-1 0 0,2-7 0,-2 10 160,-15 0 218,5 1-547,0 0 0,0 1 0,0 0-1,0 1 1,0 0 0,1 0 0,0 1 0,-1 1-1,1-1 1,1 1 0,-1 1 0,-9 8 0,12-10-15,0 0 1,1 1 0,0 0 0,-1 0 0,2 0 0,-1 1 0,1 0 0,0-1 0,0 1 0,0 1 0,1-1-1,0 1 1,0-1 0,1 1 0,0 0 0,0 0 0,1 0 0,-2 8 0,3-13-6,0 1-1,0-1 1,-1 1 0,2-1-1,-1 1 1,0-1 0,0 0 0,1 1-1,-1-1 1,1 0 0,0 1 0,0-1-1,0 0 1,0 0 0,0 1 0,0-1-1,0 0 1,1 0 0,-1 0 0,3 2-1,1-2 12,-1 0 0,1-1-1,0 1 1,0-1-1,-1 0 1,1 0 0,0-1-1,0 1 1,8-1 0,3 0-1,1 1 1,-1-2 0,0 0 0,0-1-1,0-1 1,0 0 0,0-1 0,18-8 0,-27 9-15,0 0 0,-1 0 0,1-1 0,-1 0 1,0-1-1,0 1 0,-1-1 0,1 0 0,-1 0 1,0-1-1,0 0 0,-1 0 0,0 0 0,0 0 1,0-1-1,-1 1 0,1-1 0,-2 0 1,1 0-1,1-10 0,-2 6 4,-1 1 0,0-1-1,-1 0 1,-1-15 0,0-1-26,1 25 14,0 1 0,0 0 0,0 0 0,-1-1 0,1 1 0,0 0 0,-1-1 0,0 1 0,1 0-1,-1 0 1,0 0 0,1 0 0,-1 0 0,0 0 0,0 0 0,0 0 0,0 0 0,0 0 0,0 0 0,0 0-1,0 1 1,0-1 0,0 0 0,-1 1 0,1-1 0,0 1 0,0-1 0,-1 1 0,1 0 0,0 0 0,0-1-1,-3 1 1,-51-1-4503,38 1-1530,4 0-6769</inkml:trace>
</inkml:ink>
</file>

<file path=ppt/ink/ink18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3:17.13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6953,'0'0'12610,"27"0"-11863,214 0 330,-139 0-838,-102 0-240,1 0 1,-1-1-1,1 1 1,-1 0-1,1 0 1,-1 0-1,1 0 0,0 0 1,-1 0-1,1 1 1,-1-1-1,1 0 1,-1 0-1,1 0 0,-1 0 1,1 1-1,-1-1 1,1 0-1,-1 0 1,1 1-1,-1-1 0,1 0 1,-1 1-1,0-1 1,1 1-1,-1-1 1,1 0-1,-1 1 1,0-1-1,0 1 0,1-1 1,-1 1-1,0-1 1,0 1-1,1-1 1,-1 1-1,0 0 0,0-1 1,0 1-1,0-1 1,0 1-1,0-1 1,0 1-1,0-1 0,0 1 1,0 0-1,0-1 1,0 1-1,-1-1 1,1 1-1,0-1 1,0 1-1,0-1 0,-1 1 1,-21 29 167,-41 20 303,48-40-361,1 0 1,-1 2 0,2 0 0,0 0 0,0 1 0,1 1 0,1 0 0,-13 20 0,22-32-98,1 0 1,0 1-1,0-1 1,0 0-1,0 0 1,0 1-1,1-1 1,-1 0-1,1 1 1,0-1-1,-1 0 0,1 1 1,0-1-1,1 4 1,-1-5-3,0 0 0,1 0 0,-1 0 0,1 1 0,0-1 0,-1 0 0,1 0 0,0 0 0,-1-1 0,1 1 0,0 0 0,0 0 0,0 0 0,0-1 0,0 1 0,0 0 0,0-1 0,0 1 0,0-1 0,2 2 0,6 0 29,0-1 1,0 1-1,0-1 0,-1-1 1,1 0-1,11-1 1,0 1-45,5-1-57,0-2 0,0 0 0,0-2 0,0 0 0,28-11 0,61-26-3393,-77 28 950,11-6-4162</inkml:trace>
</inkml:ink>
</file>

<file path=ppt/ink/ink18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3:17.13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17 8306,'0'0'9527,"15"-3"-9285,59-5 392,81 3 1,-153 5-622,0 0 0,0 1-1,0-1 1,1 0 0,-1 1-1,0 0 1,0 0 0,0 0-1,0 0 1,0 0 0,0 0-1,0 0 1,0 0 0,-1 1-1,1-1 1,0 1 0,-1-1 0,1 1-1,-1 0 1,0 0 0,3 3-1,-4-4 18,1 0 0,0 1 0,-1-1-1,1 0 1,-1 1 0,0-1 0,1 1 0,-1-1-1,0 1 1,0-1 0,0 1 0,0-1-1,0 1 1,0-1 0,0 1 0,-1-1 0,1 0-1,0 1 1,-1-1 0,1 1 0,-1-1 0,1 0-1,-1 1 1,0-1 0,0 0 0,0 0-1,0 0 1,1 1 0,-2-1 0,1 0 0,0 0-1,0 0 1,0-1 0,-2 3 0,-13 5 219,-26 15 53,41-23-305,0 1 0,0-1 0,0 1 0,0 0-1,0 0 1,0-1 0,0 1 0,0 0 0,0 0 0,1 0 0,-1 0 0,0 0 0,0 0 0,1 0-1,-1 0 1,1 0 0,-1 0 0,1 0 0,-1 1 0,1-1 0,0 0 0,0 0 0,0 0 0,-1 1 0,1-1-1,0 0 1,0 0 0,1 2 0,0-1-27,0-1 0,1 0-1,-1 1 1,1-1 0,-1 0-1,1 1 1,-1-1 0,1 0-1,0 0 1,0-1 0,-1 1-1,1 0 1,0 0 0,4 0 0,37 9-367,-27-6 195,-3-1 30,-6-2 97,0 1 0,1 0 0,-1 0 0,-1 1 0,9 4 0,-14-7 72,0 1 1,-1-1 0,1 1-1,0-1 1,0 1-1,-1 0 1,1-1-1,0 1 1,-1 0 0,1 0-1,-1-1 1,1 1-1,-1 0 1,1 0 0,-1 0-1,0 0 1,1-1-1,-1 1 1,0 0-1,0 0 1,0 0 0,1 0-1,-1 0 1,0 0-1,0 0 1,0 0 0,-1 0-1,1 0 1,0 0-1,0 0 1,0-1 0,-1 1-1,1 0 1,0 0-1,-1 0 1,1 0-1,-1 0 1,1-1 0,-1 1-1,1 0 1,-1-1-1,0 1 1,1 0 0,-1-1-1,0 1 1,0 0-1,1-1 1,-3 1-1,-6 7 201,-1 0-1,-1-1 0,0 0 0,0-1 0,0 0 0,-23 8 0,-77 20 215,102-32-1260,0-1-3720</inkml:trace>
</inkml:ink>
</file>

<file path=ppt/ink/ink18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3:17.13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77 0 4657,'0'0'11680,"3"0"-11182,0 0 1,-1 0-1,1 1 1,-1-1-1,1 0 1,-1 1 0,1 0-1,-1 0 1,1-1-1,3 4 1,-6 5-23,1-5-362,0 0-1,-1 0 0,0 0 0,0 0 0,-1 0 0,1 0 0,-1 0 1,1 0-1,-1 0 0,-1 0 0,1 0 0,0 0 0,-1 0 0,0-1 0,0 1 1,0-1-1,0 1 0,-1-1 0,1 0 0,-4 4 0,-11 6 87,-27 27 89,42-37-285,0 0 0,-1 0 0,1 0-1,1 0 1,-1 0 0,0 0 0,1 0 0,-1 1 0,1-1 0,0 0 0,0 1-1,1-1 1,-1 1 0,0 4 0,2-7-2,-1 0 0,0-1-1,1 1 1,-1 0 0,1-1-1,-1 1 1,1 0 0,-1-1 0,1 1-1,-1-1 1,1 1 0,0-1-1,-1 1 1,1-1 0,0 1 0,-1-1-1,1 0 1,0 1 0,0-1-1,-1 0 1,1 0 0,0 1 0,0-1-1,-1 0 1,1 0 0,0 0-1,0 0 1,0 0 0,0 0-1,36 1 66,-27-2-50,46 2 6,-28 1-12,0-1 1,0-2 0,0-1 0,0-1 0,-1-1-1,49-15 1,-42 0-534,-27 4-3041,-7 14 3107,-1 0 0,1 0 1,0 0-1,-1-1 0,1 1 1,0 0-1,-1 0 0,1 0 0,-1 0 1,0 0-1,1 1 0,-1-1 1,0 0-1,1 0 0,-1 0 1,0 0-1,-1 0 0,-15-11-7803</inkml:trace>
</inkml:ink>
</file>

<file path=ppt/ink/ink18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3:17.13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39 1 9882,'0'0'13475,"-39"186"-13283,39-161-96,0 1-96,13 0-168,0-7-936,12-3-1505,-5-6-2352,-7-7-2825</inkml:trace>
</inkml:ink>
</file>

<file path=ppt/ink/ink18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3:17.13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97 46 5857,'0'0'7783,"5"-8"-6689,16-22 53,-15 23 2315,-19 10-1448,-2 9-1469,0 2 1,1-1 0,1 2-1,-20 27 1,32-40-539,-1 0 0,1 0 0,-1 0-1,1 0 1,0 0 0,0 0 0,0 0 0,0 0 0,0 0-1,1 0 1,-1 1 0,1-1 0,-1 0 0,1 1-1,0-1 1,0 0 0,0 1 0,0-1 0,0 0 0,1 1-1,-1-1 1,2 4 0,0-3-3,-1-1-1,1 0 1,0 0-1,0 0 1,0 0-1,0 0 1,0-1-1,1 1 1,-1 0-1,0-1 1,1 0-1,-1 1 1,1-1-1,0 0 1,-1-1-1,4 2 1,14 2-108,-1-1 0,1 0 0,0-2 0,23-1 0,-37 0 10,22 5-151,-28-5 247,0 0 0,1 0 0,-1 1 0,0-1 1,1 0-1,-1 1 0,0-1 0,0 0 0,1 0 0,-1 1 0,0-1 0,0 0 0,1 1 0,-1-1 0,0 1 0,0-1 0,0 0 0,0 1 0,0-1 0,1 1 0,-1-1 1,0 0-1,0 1 0,0-1 0,0 1 0,0-1 0,0 0 0,0 1 0,-1-1 0,1 1 0,0-1 0,0 1 0,-2 3 50,-1-1 0,1 1 0,-1 0 0,1-1 0,-1 0 0,-1 1 0,1-1 0,-5 3-1,3-1-93,-2 0-1,1-1 1,0 0-1,-1 0 1,0-1-1,0 1 1,0-2-1,0 1 1,0-1-1,-1 0 1,1 0-1,-11 1 1,-18-2-3308,-1-3-3963,23-1 1119</inkml:trace>
</inkml:ink>
</file>

<file path=ppt/ink/ink18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3:17.13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9354,'0'0'13232,"11"7"-12449,0 0-635,1-1 0,0-1 0,-1 0-1,2 0 1,-1-1 0,0-1 0,23 3 0,-5-4-100,-19-2-202,0 1 0,0-1 1,0 2-1,0 0 0,17 5 0,-27-5-812</inkml:trace>
</inkml:ink>
</file>

<file path=ppt/ink/ink18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3:17.13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111 46 3241,'0'0'5561,"9"-2"111,33-9-4779,-17-1-758,-17 9 351,-1-1 0,1 1 0,-1 1 1,1-1-1,0 1 0,10-1 0,-17 3 579,-16 5-447,-8 10-510,1 0-1,0 2 0,1 0 0,1 2 1,1 0-1,-29 37 0,40-44-103,0 0 0,1 1 0,1 0 0,0 0 0,0 0 0,2 1 0,-1-1 0,2 1 0,0 0 0,1 1 0,0-1 0,1 0 0,0 1 0,1-1 0,3 20 0,-2-31 3,0 0 1,1 0-1,-1-1 0,1 1 0,-1 0 0,1-1 0,0 1 1,0-1-1,0 0 0,0 1 0,0-1 0,1 0 1,-1 0-1,1-1 0,-1 1 0,1 0 0,0-1 0,-1 0 1,1 1-1,0-1 0,0 0 0,0-1 0,0 1 1,0 0-1,0-1 0,0 0 0,5 0 0,11 2 65,0-1 0,38-4 0,-56 3-71,2-1 10,-1 1 1,1-1-1,-1 0 1,1-1-1,-1 1 1,0 0 0,1-1-1,-1 1 1,0-1-1,0 0 1,0 0-1,0 1 1,0-1-1,0-1 1,-1 1 0,1 0-1,-1 0 1,1-1-1,-1 1 1,0-1-1,0 1 1,0-1-1,0 1 1,-1-1 0,1 1-1,0-5 1,1-2 67,-1 1 0,1-1 0,-2 0 0,1 0 1,-1 0-1,-1 0 0,-1-11 0,1 17-63,1 1 0,-2 0 0,1 0 0,0-1 0,0 1 0,-1 0 0,1 0 1,-1 0-1,1 0 0,-1 0 0,0 1 0,0-1 0,0 1 0,0-1 0,0 1 0,0-1 0,0 1 0,0 0 0,-1 0 0,1 0 0,0 0 0,-1 1 0,1-1 0,-1 1 0,-2-1 0,-10-1 27,0 0-1,-29 1 0,36 1-46,7-14-3692,1 5-439</inkml:trace>
</inkml:ink>
</file>

<file path=ppt/ink/ink18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3:17.13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21 1112,'0'0'4077,"3"4"-4546,8 6 10844,-5-8-9144,880-34-825,-631 28-360,-152 5 306,-82-2 47,-17 1-271,1 0 0,-1-1 0,0 2 1,1-1-1,-1 0 0,0 1 0,0 0 0,1 0 0,-1 0 0,0 0 1,6 4-1,5 0 387,-14-5-441,0 0 0,0 1-1,0-1 1,0 0 0,-1 0 0,1 1-1,0-1 1,0 1 0,0-1 0,-1 1-1,1-1 1,0 1 0,-1-1 0,1 1 0,0-1-1,-1 1 1,1 0 0,-1-1 0,1 1-1,-1 0 1,1 0 0,-1-1 0,0 1-1,1 0 1,-1 0 0,0 0 0,1 0-1,-1-1 1,0 1 0,0 0 0,0 0-1,0 0 1,0 0 0,0 0 0,0 0-1,0-1 1,0 1 0,-1 0 0,1 0-1,-1 1 1,1 17 52,-2-1-1,-1 0 0,0 0 1,-1 0-1,-1 0 0,0-1 1,-1 1-1,-11 18 0,-7 20-90,8-22 54,1 2-1,2 0 0,-15 61 0,14-28-53,-5 39-4,5 45 313,-47 207 0,17-134-111,28-135-178,-3 24-23,14-70 3,5-44 43</inkml:trace>
</inkml:ink>
</file>

<file path=ppt/ink/ink18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3:17.13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1 123 4809,'0'0'6914,"4"-3"-6232,8-3-214,0 0-1,1 1 0,0 0 0,0 1 1,0 0-1,0 1 0,0 1 1,17-2-1,125 0-613,-72 4 611,233-18 129,108-2 431,-357 22-725,-40 0-71,0-2-1,1 0 0,-1-2 1,35-6-1,-44 0 1627,-21 1-1906,-29-2-4798,25 7 2789,-19-4-6161</inkml:trace>
</inkml:ink>
</file>

<file path=ppt/ink/ink18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3:23.37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7 9458,'0'0'7194,"0"-6"-7090,0 9-2497,6 10-1816</inkml:trace>
</inkml:ink>
</file>

<file path=ppt/ink/ink18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3:35.42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462 56 5193,'0'0'7402,"11"-9"-6734,33-28-111,-44 37-422,0 0-1,1 0 0,-1 0 0,0 0 1,0 0-1,0 0 0,1 0 0,-1 0 1,0 0-1,0 0 0,0 0 0,1 0 1,-1-1-1,0 1 0,0 0 0,0 0 1,0 0-1,0 0 0,1-1 0,-1 1 1,0 0-1,0 0 0,0 0 0,0 0 1,0-1-1,0 1 0,0 0 0,0 0 1,0 0-1,1-1 0,-1 1 0,0 0 1,0 0-1,0-1 0,0 1 0,0 0 1,0 0-1,0 0 0,-1-1 0,1 1 1,0 0-1,0 0 0,0 0 0,0-1 1,0 1-1,0 0 0,0 0 0,0 0 1,0 0-1,-1-1 0,-13 0 1002,-22 6-1681,1 8 724,0 2-1,2 1 1,0 2 0,0 2-1,-48 38 1,63-44-66,2 0 0,-1 1 0,2 1-1,0 0 1,1 1 0,1 1 0,0 0 0,2 0 0,0 2 0,1-1-1,1 1 1,-10 31 0,9-13 37,7-26-53,0 1 1,-1 0-1,-8 16 0,11-26-81,0-1 0,0 0 1,0 1-1,0-1 0,1 1 0,-1 0 1,1-1-1,0 1 0,-1 0 0,1-1 1,0 1-1,1-1 0,-1 1 0,0 0 1,1-1-1,0 1 0,-1-1 0,1 1 1,0-1-1,0 1 0,1-1 0,-1 0 0,0 1 1,1-1-1,-1 0 0,1 0 0,0 0 1,2 2-1,7 6 84,0-1-1,1 0 1,-1-1 0,16 8-1,-11-6-71,-7-5-18,0 0-1,1-1 0,-1-1 0,1 0 0,-1 0 0,1-1 1,0 0-1,0 0 0,0-1 0,0-1 0,0 0 0,0 0 0,0-1 1,15-2-1,-16-1 0,-1 1 0,1-1 1,-1 0-1,0-1 0,0 0 1,0 0-1,-1-1 0,0 0 1,0 0-1,0-1 0,-1 1 1,0-2-1,0 1 0,-1 0 1,0-1-1,0 0 0,-1-1 1,0 1-1,0-1 0,-1 1 1,0-1-1,2-11 0,-1 3 55,-1 0-1,-1 0 0,1-26 0,-4 43-56,1-1 0,-1 0 0,1 0 1,-1 0-1,0 1 0,1-1 1,-1 0-1,0 1 0,0-1 1,0 0-1,1 1 0,-1-1 1,0 1-1,0-1 0,0 1 1,0 0-1,0-1 0,0 1 1,0 0-1,0 0 0,0 0 0,0 0 1,0-1-1,0 1 0,-1 1 1,-31-3 44,31 2-42,-23 0 254,0 0 0,0 2 1,0 0-1,-49 13 0,45-5 131,-54 28 0,69-31-101,13-6-303,1-1-1,0 0 0,-1 0 0,1 0 0,0 0 0,0 1 1,-1-1-1,1 0 0,0 0 0,0 1 0,-1-1 0,1 0 0,0 0 1,0 1-1,0-1 0,-1 0 0,1 1 0,0-1 0,0 0 1,0 0-1,0 1 0,0-1 0,0 0 0,0 1 0,0-1 1,0 0-1,0 1 0,0-1 0,0 0 0,0 1 0,0-1 0,0 0 1,0 1-1,0-1 0,0 0 0,0 1 0,0-1 0,1 0 1,-1 1-1,0-1 0,0 0 0,0 1 0,1-1 0,-1 0 1,0 0-1,0 0 0,1 1 0,17 15-3247,-5-5-2741,-11-4-2852</inkml:trace>
</inkml:ink>
</file>

<file path=ppt/ink/ink18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3:38.40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105 42 6025,'0'0'9309,"5"-7"-8810,17-21-43,-17 21 647,-5 20-499,-2 10-306,-1 0 1,-1 0-1,-1 0 0,-1 0 1,-1 0-1,-2-1 1,0-1-1,-17 32 0,7-14-167,-18 53 0,35-85-128,0 0 0,0 0 0,1 0 0,0 0 0,0 0 1,1 0-1,0 0 0,0 0 0,2 13 0,-1-19-3,0 0 1,-1-1-1,1 1 1,0 0-1,0-1 1,-1 1 0,1-1-1,0 1 1,0-1-1,0 1 1,-1-1-1,1 1 1,0-1-1,0 0 1,0 0-1,0 1 1,0-1-1,0 0 1,0 0-1,0 0 1,0 0 0,1 0-1,31-1 33,-20 1-9,6-1-8,0-1 0,0-1-1,0 0 1,0-2 0,27-9 0,96-45 106,-64 24-32,-62 29-32,0 0 0,0 1-1,25-4 1,0 6-9086</inkml:trace>
</inkml:ink>
</file>

<file path=ppt/ink/ink18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3:38.65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163 0 4929,'0'0'10585,"-20"30"-9151,-63 95-365,76-116-888,2 1 1,-1-1-1,1 1 0,1 0 0,-1 1 1,2-1-1,0 1 0,0 0 0,-2 20 1,0-4 150,2-11-309,1-1 0,0 1 0,1 0 1,1 0-1,0-1 0,3 20 0,-2-32-574,1 0-1,-1 0 1,1 0-1,-1 0 1,1-1-1,0 1 1,0-1-1,0 1 0,1-1 1,-1 0-1,6 4 1,-5-3-946,10 8-5727</inkml:trace>
</inkml:ink>
</file>

<file path=ppt/ink/ink18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3:39.47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199 1 6601,'0'0'10292,"-6"7"-9452,-26 32 714,-37 58 0,-3 6-744,70-100-805,0-1-1,0 0 1,0 1-1,1 0 1,-1-1-1,1 1 0,-1 0 1,1 0-1,0 0 1,0 0-1,0 0 1,0 0-1,1 0 1,-1 3-1,11-5 15,16-3 13,1-1 0,30-6 0,-29 3-31,-1 2 1,34-1-1,-53 5-5,-1 0 0,0 0 0,0 1-1,1 0 1,-1 1 0,0-1 0,0 1 0,10 5 0,-14-6 3,-1 1-1,1-1 1,-1 1-1,0-1 1,0 1-1,0 0 1,0 0-1,0 0 1,0 0-1,-1 0 1,1 0 0,-1 1-1,1-1 1,-1 0-1,0 1 1,0-1-1,0 1 1,0 0-1,0-1 1,-1 1-1,1 0 1,-1-1-1,0 1 1,1 5-1,-2-5 10,0-1-1,1 1 1,-1-1-1,0 1 0,0-1 1,0 1-1,-1-1 1,1 0-1,-1 0 1,1 1-1,-1-1 0,0 0 1,1 0-1,-1-1 1,0 1-1,-3 2 0,-45 31 210,34-24-72,-5 3-106,0-1-1,0-1 0,-1-1 0,-1-1 1,0-1-1,0-1 0,-1 0 0,-25 3 0,22-10-1454,26-34-6316,1 17 2183</inkml:trace>
</inkml:ink>
</file>

<file path=ppt/ink/ink18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3:39.97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8346,'0'0'9083,"7"0"-8469,179 0 2809,-104 0-8659</inkml:trace>
</inkml:ink>
</file>

<file path=ppt/ink/ink18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3:41.68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 29 6305,'0'0'11429,"-8"2"-10780,5-1-519,5-1 638,16-1-577,0-1-1,0-1 1,24-7-1,-27 6-165,1 0-1,0 1 1,0 1 0,0 0-1,28 2 1,-42 0-23,0 0 1,0 1-1,-1-1 1,1 1-1,0-1 0,-1 1 1,1 0-1,0 0 1,-1 0-1,1 0 1,-1 0-1,1 0 0,-1 0 1,0 0-1,1 1 1,-1-1-1,0 0 0,0 1 1,0-1-1,0 1 1,0 0-1,0-1 1,-1 1-1,1-1 0,0 1 1,-1 0-1,1 0 1,-1 2-1,2 6 34,-1 0-1,0 0 1,-1 20-1,0-17 68,0-9-60,-1 0 1,1 0-1,-1 0 1,0 1-1,0-1 1,-1 0-1,1 0 1,-1-1-1,0 1 1,0 0-1,0 0 1,0-1-1,-1 1 1,1-1-1,-5 5 1,-6 4 132,-1 0 0,-22 15 0,-13 12 41,48-38-219,1-1-1,0 0 0,-1 0 1,1 0-1,0 1 1,-1-1-1,1 0 0,0 0 1,0 1-1,-1-1 0,1 0 1,0 1-1,0-1 0,0 0 1,-1 1-1,1-1 1,0 0-1,0 1 0,0-1 1,0 1-1,0-1 0,0 0 1,0 1-1,0-1 0,0 0 1,0 1-1,0-1 1,0 1-1,0-1 0,0 0 1,0 1-1,0-1 0,0 0 1,0 1-1,0-1 1,1 1-1,-1-1 0,0 0 1,0 1-1,0-1 0,1 0 1,-1 0-1,0 1 0,0-1 1,1 0-1,-1 0 1,0 1-1,1-1 0,-1 0 1,0 0-1,1 1 0,-1-1 1,0 0-1,1 0 0,-1 0 1,1 0-1,-1 0 1,0 0-1,1 0 0,-1 0 1,0 0-1,1 0 0,-1 0 1,1 0-1,38 3 67,-23-2-75,9 2 1,1 1-1,-1 2 1,29 10 0,-41-12 6,0 1 0,0 1 0,-1 0 0,0 0 1,0 1-1,-1 1 0,20 16 0,-30-23 3,1 1 0,0 0 0,-1 0 0,1-1 0,-1 1 0,0 0 0,0 0 1,1 0-1,-1 0 0,-1 1 0,1-1 0,0 0 0,0 0 0,-1 1 0,1-1 0,-1 0 1,0 1-1,0-1 0,0 0 0,0 1 0,0-1 0,0 0 0,-1 1 0,1-1 1,-1 0-1,1 0 0,-1 1 0,0-1 0,0 0 0,0 0 0,0 0 0,0 0 0,-1 0 1,1 0-1,-1 0 0,1-1 0,-3 3 0,-5 5 52,0-1 1,-1 0-1,0 0 1,-1-1-1,-17 10 0,-83 29 1665,73-33-4675,27-9-6411,31-9 3865</inkml:trace>
</inkml:ink>
</file>

<file path=ppt/ink/ink18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3:42.29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 1 6649,'0'0'10964,"0"11"-4986,-6 42-5460,1-30-405,2-1-1,1 1 1,0 0 0,2-1-1,3 36 1,-1 9 205,-2 119 360,0-160-9141,0-30 2411</inkml:trace>
</inkml:ink>
</file>

<file path=ppt/ink/ink18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3:43.13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23 5881,'0'0'9450,"27"4"-6076,0-6-2848,0 0-1,27-7 0,-27 4-393,-1 1 0,29 0-1,-43 4-96,-5 0-26,-1-1 1,1 1-1,-1 1 1,0-1-1,1 1 1,-1 1-1,9 2 1,-13-3-5,0 0 0,0 0 1,0 1-1,-1-1 0,1 0 0,-1 1 1,1 0-1,-1-1 0,0 1 0,1 0 1,-1 0-1,0-1 0,0 1 0,0 0 1,0 0-1,-1 0 0,1 0 0,0 0 1,-1 1-1,1-1 0,-1 0 0,0 0 0,0 0 1,0 0-1,0 0 0,-1 3 0,1 2 36,-1 0 0,0-1 0,0 1-1,-1 0 1,0-1 0,0 0 0,-1 1-1,0-1 1,0 0 0,0 0 0,-1 0-1,0-1 1,0 0 0,0 1 0,-7 5-1,-10 10 80,-2-2-1,-30 22 1,13-11-29,23-17-48,3-2 11,-1 1 0,-18 20 0,30-28-42,0-1 0,0 1 0,0 0-1,0 0 1,1 0 0,0 1 0,0-1-1,0 0 1,0 1 0,1-1 0,-1 1-1,1 0 1,1 0 0,-2 7-1,3-11-2,0 0 0,0 0 0,0 0 0,-1 0 0,1 0 0,0 0 0,0-1 0,1 1 0,-1 0 0,0-1 0,0 1-1,0-1 1,0 1 0,0-1 0,1 1 0,-1-1 0,0 0 0,0 0 0,1 0 0,-1 1 0,0-1 0,0 0-1,1-1 1,-1 1 0,0 0 0,1 0 0,-1 0 0,1-1 0,5 1 31,95 0 889,172-22 0,-64-10-750,-203 31-143,-5 1-24,8-2-2513,57-20-3452,-29 7-322</inkml:trace>
</inkml:ink>
</file>

<file path=ppt/ink/ink18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3:43.84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442 1 3145,'0'0'14532,"-22"4"-13972,-67 14 26,82-17-483,0 1 0,1 0 0,0 1 0,-1 0 0,1 0 0,0 0 0,0 0 0,-8 8 0,-4 1 218,-8 5 60,0 1 0,1 1 0,1 1 0,0 2 0,-23 28 0,39-41-353,0 0 0,1 1-1,0-1 1,0 2 0,1-1 0,1 1 0,0 0 0,0 0-1,1 1 1,0-1 0,1 1 0,1 0 0,0 0 0,0 0 0,1 0-1,1 19 1,1-27-23,0-1 1,0 0-1,0 0 0,1 0 0,-1 0 0,1 0 0,0 0 0,-1 0 1,1 0-1,1-1 0,-1 1 0,0-1 0,1 1 0,-1-1 1,1 0-1,0 0 0,-1 0 0,1 0 0,0-1 0,0 1 1,7 1-1,6 3 16,0 0 1,0-2 0,19 4-1,-5-3-14,0-1 0,0-1-1,0-2 1,0-1 0,0-1 0,0-1-1,0-2 1,53-14 0,-70 15 4,0-2 0,0 1 0,0-2 1,0 0-1,-1 0 0,0-1 0,0 0 1,-1-1-1,0-1 0,-1 0 1,1 0-1,-2-1 0,1 0 0,-1-1 1,-1 0-1,0 0 0,-1-1 0,0 0 1,0 0-1,-2-1 0,8-19 0,-8 9 309,0-1 0,-1 1 0,-1-1 0,-1-41-1,-3 61-262,1 0 0,-1 0-1,0 0 1,0 0 0,-1 1-1,1-1 1,-1 0 0,0 0 0,0 1-1,0-1 1,0 1 0,0 0-1,-1 0 1,0 0 0,1 0-1,-1 0 1,0 0 0,-1 1-1,1-1 1,0 1 0,-1 0 0,1 0-1,-1 0 1,0 0 0,0 1-1,1 0 1,-7-2 0,-9-2 25,1 0 0,0 2 1,-1 0-1,-30-1 0,-29 3 134,47 2-123,26-1-102,10 0-56,-3 0-582,32-1 379,-24 3-3704</inkml:trace>
</inkml:ink>
</file>

<file path=ppt/ink/ink18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5:35.96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3203 1 4689,'0'0'4209,"-8"0"-3189,-272 4 2820,-150 11-3070,-2 0-668,-705-7 406,222-5 2035,915 32-2137,13 302 344,-3-183-628,0-31 62,-1 96 319,5 628 786,-24-646-1031,-4 205 48,14-259 56,0-146 426,2-1-763,0-1 0,0 1 0,0-1 1,0 1-1,0-1 0,0 0 0,0 0 0,0 0 1,0 0-1,0 0 0,-1 0 0,1 0 0,0 0 0,-1-1 1,3-1-1,-3 2-4,12-10-21,1 1 1,1 1 0,0 0-1,0 1 1,0 1-1,33-11 1,-20 11-4,0 1 1,1 2 0,40-2 0,247-16-10,148-8 10,-123 12 1,237-5-54,660 23 197,-1223 1 8,0 1 1,0 0 0,0 1 0,0 1 0,27 11 0,-28-9 220,0-1 0,0-1 0,0 0 1,0-1-1,29 2 0,-42-5-192,-1 0-167,0 0-1,0 0 1,0 0-1,0 0 1,0 0-1,0 0 1,-1 0-1,1 0 1,0 0-1,0 0 1,0 0-1,0 0 1,0 0-1,0 0 1,0 0 0,-1 0-1,1 0 1,0 0-1,0 0 1,0 0-1,0 0 1,0 0-1,0 0 1,-1 0-1,1 0 1,0 0-1,0 0 1,0 0-1,0 0 1,0 0 0,0 0-1,0 0 1,0 1-1,0-1 1,-1 0-1,1 0 1,0 0-1,0 0 1,0 0-1,0 0 1,0 0-1,0 0 1,0 1 0,0-1-1,0 0 1,0 0-1,0 0 1,0 0-1,0 0 1,0 0-1,0 1 1,0-1-1,0 0 1,0 0-1,0 0 1,0 0-1,-70 5-206,-29 1-2061,91-6 1306,-1 0 1,1-1-1,-1 0 0,1-1 0,-1 0 0,1 0 0,0 0 1,-14-7-1,-11-15-8262</inkml:trace>
</inkml:ink>
</file>

<file path=ppt/ink/ink18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5:40.45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14 425 1120,'0'0'13826,"-1"0"-13781,1 0 1,-1 0-1,1 0 0,0-1 1,-1 1-1,1 0 0,-1 0 1,1 0-1,-1 0 0,1 0 1,0 0-1,-1 0 0,1 0 1,-1 0-1,1 0 0,-1 0 1,1 0-1,-1 0 0,1 0 1,0 1-1,-1-1 0,1 0 1,-1 0-1,1 0 0,0 1 1,-1-1-1,1 0 0,0 0 1,-1 1-1,1-1 0,1 16 129,0 0-1,1-1 0,1 1 0,1-1 0,0 0 0,1 0 0,1 0 0,0-1 0,1 0 0,0 0 0,1 0 0,1-1 0,0 0 0,1-1 0,21 21 0,-11-13-100,2-1 0,0-1-1,2-2 1,-1 0 0,2-1-1,0-1 1,53 20 0,63 13 837,200 39 1,154 0-45,-278-57-822,340 3 0,-151-48-36,-348 11-12,156-19 2,-187 18 1,0 0 1,0-2 0,-1-1-1,0-2 1,43-23 0,15-20-158,-3-2-1,145-135 1,-174 141-138,0 1 228,1 1 0,81-53 0,-115 87 70,0-2 0,-1 1 0,23-27 0,12-11 145,-51 51-113,0 0 0,0 0 1,-1 0-1,1 0 0,-1 0 0,1 0 1,-1 0-1,0 0 0,0-1 1,0 1-1,0 0 0,0-1 1,0-3-1,7-15 622,160-213 1587,-163 225-1546,-7 6-284,-17 12-201,-24 22-580,39-27 68,0 0 0,-1-1 0,1 0 0,-1 0 0,0 0 0,1-1 0,-8 3 0,-20 6-4769,12-7-2714</inkml:trace>
</inkml:ink>
</file>

<file path=ppt/ink/ink18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6:04.67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264 43 672,'0'0'11221,"-3"-5"-10798,0 2-326,1 2-68,1 0-1,0 0 1,0 0 0,0 0 0,0 0-1,0 0 1,1 0 0,-1-1 0,0 1 0,1 0-1,-1-1 1,0 1 0,1 0 0,0-1-1,-1 1 1,1-1 0,-1-1 0,1 2-80,-1 0 0,0 0 0,0 0 0,1 1 0,-1-1 0,0 0 0,0 1 0,0-1 1,0 0-1,0 1 0,0 0 0,0-1 0,0 1 0,-1-1 0,1 1 0,0 0 0,0 0 0,0 0 0,0 0 1,0 0-1,0 0 0,-2 0 0,2 0 1727,-33 0 3033,15 0-4617,1 0-1,-1 1 1,1 1-1,-34 8 1,51-9-106,-1 0 0,1 0 1,-1 1-1,1-1 1,0 0-1,-1 0 1,1 1-1,0-1 0,0 1 1,0-1-1,0 1 1,0-1-1,0 1 1,1 0-1,-1-1 0,0 1 1,1 0-1,-1 0 1,1 0-1,0-1 0,-1 1 1,1 3-1,0-1-40,-1 0 0,1 1 0,0-1 0,0 0 0,1 0 0,-1 0 0,1 0 0,0 0 0,2 7 0,2-4-51,-1-1-1,1 0 1,0 0-1,0 0 0,1-1 1,-1 0-1,1 0 0,1 0 1,-1-1-1,9 5 1,77 37-1069,-72-37 988,-2-1-13,48 24-509,-63-29 690,1-1 0,0 0 0,-1 1 0,1-1 0,-1 1 0,0 0 0,0 0 0,0 0 0,0 1 0,-1-1 0,1 1 0,-1-1 0,3 6 0,-5-8 29,0-1-1,0 1 1,0 0 0,0 0 0,0 0 0,0 0 0,0 0-1,0 0 1,0-1 0,0 1 0,0 0 0,0 0 0,0 0-1,-1 0 1,1-1 0,0 1 0,-1 0 0,1 0 0,-1 0 0,1-1-1,-1 1 1,1 0 0,-1-1 0,1 1 0,-1 0 0,1-1-1,-1 1 1,0-1 0,0 1 0,1-1 0,-1 1 0,0-1 0,0 0-1,-1 1 1,-36 10 413,25-8-272,-35 10 655,-1-3 1,-1-1 0,-89 3 0,138-12-919,27-1-2921,5-8 226,1-3-1939</inkml:trace>
</inkml:ink>
</file>

<file path=ppt/ink/ink18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6:05.22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251 4 7882,'0'0'8360,"-4"-2"-7856,-1 2-439,1-1 0,-1 1 0,1 0-1,-1 0 1,0 0 0,1 0 0,-1 1-1,1 0 1,-1 0 0,1 0 0,0 1-1,-1-1 1,1 1 0,0 0 0,0 1 0,0-1-1,0 0 1,0 1 0,1 0 0,-4 3-1,-16 14 194,-38 39-1,56-53-218,-1 0-41,-1 2 1,1-1-1,1 1 1,-1-1-1,1 2 1,1-1-1,0 0 1,0 1-1,0 0 0,1 0 1,0 0-1,1 0 1,0 0-1,1 1 1,0-1-1,0 1 1,1 12-1,8-20-124,-1-1 0,1 0 0,-1 0-1,1-1 1,0 0 0,11-2 0,-11 0 27,0 0 1,0 0-1,-1-1 1,1 0-1,-1-1 0,1 0 1,-1 0-1,-1 0 0,1-1 1,12-11-1,-10 7 234,1 0-1,-1 0 1,-1-1 0,0-1-1,0 1 1,8-15-1,-17 27 67,1 0 0,0 1 0,0-1 0,1 0 0,-1 0 0,0 1 0,1-1 0,-1 0 0,1 1 0,0-1 0,0 0 0,0 0 0,2 4 0,21 38-878,-19-35 645,-3-8-259,-1 1-1,1-1 1,-1 1 0,1-1 0,0 0 0,0 0-1,0 0 1,0 0 0,0 0 0,0 0-1,0-1 1,0 1 0,0 0 0,0-1-1,0 0 1,0 1 0,0-1 0,0 0 0,1 0-1,1-1 1,4 2-2178,12-1-3728</inkml:trace>
</inkml:ink>
</file>

<file path=ppt/ink/ink18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6:05.65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8314,'0'0'8372,"0"13"-7852,0-4-498,-1 10 215,2-1 0,0 0 0,0 0 0,9 33 0,-10-50-236,0-1 0,0 1-1,1-1 1,-1 0 0,0 1-1,1-1 1,-1 1 0,0-1-1,1 0 1,-1 1 0,0-1-1,1 0 1,-1 0 0,1 1-1,-1-1 1,1 0-1,-1 0 1,1 1 0,-1-1-1,0 0 1,1 0 0,-1 0-1,1 0 1,-1 0 0,1 0-1,-1 0 1,1 0 0,-1 0-1,1 0 1,-1 0 0,1 0-1,-1 0 1,1 0 0,-1-1-1,1 1 1,-1 0 0,1 0-1,-1 0 1,1-1 0,-1 1-1,0 0 1,1-1 0,-1 1-1,1 0 1,-1-1 0,0 1-1,1 0 1,-1-1 0,0 0-1,31-28-6,-12 10 3,-18 19 24,-1 0 0,0-1-1,0 1 1,1 0 0,-1 0 0,0-1-1,1 1 1,-1 0 0,0 0-1,1 0 1,-1-1 0,0 1 0,1 0-1,-1 0 1,0 0 0,1 0-1,-1 0 1,0 0 0,1 0-1,-1 0 1,1 0 0,-1 0 0,0 0-1,1 0 1,-1 0 0,0 0-1,1 0 1,-1 0 0,1 0 0,-1 0-1,0 1 1,1-1 0,2 13 395,-3-12-414,0 1 0,0-1 0,0 0 0,0 1 0,1-1 0,-1 1 0,0-1 0,1 0 0,-1 1 0,1-1 0,-1 0 0,1 1 0,0-1 0,-1 0 0,1 0 0,0 1 0,0-1 0,0 0 0,0 0 0,0 0 0,0 0 0,0 0 0,0-1 0,1 1 0,-1 0 0,0 0 0,0-1 0,3 2 0,50 1-3234,-23-3-2281</inkml:trace>
</inkml:ink>
</file>

<file path=ppt/ink/ink18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6:06.24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309 514 5193,'0'0'10574,"-10"-3"-9916,-9-3-308,0 1 1,0 1-1,-1 1 0,0 0 1,0 2-1,-29 1 0,41 0-291,0 1 0,1 0 0,-1 1 0,0 0 0,1 0-1,-1 0 1,1 1 0,0 0 0,-8 5 0,11-5-25,0 0 1,0 0-1,1 0 0,-1 0 1,1 1-1,0-1 0,0 1 1,0 0-1,1 0 0,-1 0 1,1 0-1,0 1 0,0-1 1,0 0-1,1 1 0,-2 6 1,2-9-37,1-1 0,0 0 1,0 0-1,-1 1 0,1-1 1,0 0-1,0 0 0,0 1 0,0-1 1,0 0-1,1 0 0,-1 1 1,0-1-1,0 0 0,1 0 1,-1 1-1,1-1 0,-1 0 1,1 0-1,0 0 0,-1 0 1,1 0-1,0 0 0,0 0 1,0 0-1,0 0 0,0 0 0,0 0 1,1 0-1,1 0-1,0 1 0,0-1-1,1 0 1,-1 0 0,0 0 0,1-1 0,-1 1-1,1-1 1,-1 0 0,7 0 0,2-1-4,-1-1 0,1 1 0,-1-2 1,1 0-1,-1 0 0,11-6 0,2-4-96,-1-1 1,-1-1-1,0-1 0,-1-1 0,-1-1 1,-1-1-1,0-1 0,-2 0 0,0-1 1,24-41-1,-24 34 206,-2-1 1,-1-1-1,-1 0 1,-2-1-1,-1 0 1,-2-1-1,0 0 1,3-46 0,-10 73-128,-2-29 1678,0 34-1599,1-1 1,0 0-1,-1 1 0,1-1 0,-1 0 0,0 1 0,1-1 0,-1 1 0,1-1 0,-1 1 0,0-1 0,1 1 0,-1-1 0,0 1 1,0 0-1,1-1 0,-1 1 0,0 0 0,0 0 0,0 0 0,1 0 0,-1-1 0,0 1 0,0 0 0,0 0 0,1 0 0,-1 1 0,0-1 1,0 0-1,0 0 0,1 0 0,-1 1 0,-1 0 0,-2 0-23,1 0-1,0 0 1,0 0 0,0 1 0,0 0-1,1-1 1,-1 1 0,0 0-1,1 0 1,-1 1 0,1-1 0,0 0-1,0 1 1,-2 2 0,-27 46 111,21-33-70,-3 8-7,0 0 0,2 1-1,1 0 1,1 0 0,1 1-1,2 1 1,1-1 0,1 1 0,1 0-1,2 38 1,1-48-183,-1-8 59,1-1-1,0 0 1,1 0 0,0 1-1,1-1 1,4 15-1,-5-22-169,0 0-1,0-1 0,1 1 0,-1-1 1,1 1-1,0-1 0,0 1 0,0-1 1,0 0-1,5 3 0,-4-2-436,1-1 0,1 1 0,-1-1 0,0 0 0,1-1 0,-1 1 0,0-1 0,8 1 0,13 0-6558</inkml:trace>
</inkml:ink>
</file>

<file path=ppt/ink/ink19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6:14.48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91 1 3849,'0'0'13312,"0"0"-13267,0 0 0,-1-1 0,1 1 0,0 0 1,0 0-1,-1 0 0,1 0 0,0 1 0,0-1 0,-1 0 0,1 0 0,0 0 1,0 0-1,0 0 0,-1 0 0,1 0 0,0 0 0,0 0 0,0 0 0,-1 1 0,1-1 1,0 0-1,0 0 0,0 0 0,0 0 0,0 1 0,-1-1 0,1 0 0,0 0 0,0 0 1,0 1-1,0-1 0,0 0 0,0 0 0,0 0 0,0 1 0,0-1 0,0 0 1,0 0-1,0 1 0,-34 556 3267,16-360-2743,16-175-508,-27 270 542,28-256-836,1-30-1035,0-24-875,1-1-1647,5-1-1066</inkml:trace>
</inkml:ink>
</file>

<file path=ppt/ink/ink19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6:15.00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 0 4201,'0'0'9442,"-6"23"-5843,8-16-3382,0 0 0,0 0 0,1 0 0,0 0 0,0-1 0,0 1 0,1-1-1,0 0 1,1 0 0,-1 0 0,1 0 0,7 6 0,14 19 201,-19-18-294,0-1 0,-1 1 0,0 0-1,-1 0 1,0 1 0,-1-1-1,-1 1 1,0 0 0,-1 0 0,0 0-1,-1 1 1,-2 25 0,2-40-153,-1 0-1,0 0 1,1 0 0,-1 0 0,0 0 0,1 0 0,-1 0-1,1 0 1,-1 0 0,0 0 0,1 0 0,-1 0 0,1 0-1,-1 0 1,0 0 0,1 0 0,-1 0 0,0 0 0,1 0-1,-1-1 1,0 1 0,1 0 0,-1 0 0,0 0-1,1-1 1,-1 1 0,0 0 0,1 0 0,-1-1 0,0 1-1,0 0 1,1-1 0,-1 1 0,0 0 0,0-1 0,0 1-1,0 0 1,1-1 0,-1 1 0,0-1 0,0 1 0,0 0-1,0-1 1,0 1 0,0-1 0,0 0 0,0-46-9441,0 31 2351</inkml:trace>
</inkml:ink>
</file>

<file path=ppt/ink/ink19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6:15.47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205 1 4425,'0'0'8522,"-57"73"-2874,39-48-5093,1 1 0,1 1 0,1 0 0,1 1 0,-15 48 0,-4 3 384,27-58-706,6-21-328,0 1 0,0-1 0,1 0-1,-1 1 1,0-1 0,0 1 0,0-1 0,0 0-1,0 1 1,1-1 0,-1 1 0,0-1 0,0 0-1,1 1 1,-1-1 0,0 0 0,0 1 0,1-1 0,-1 0-1,0 0 1,1 1 0,-1-1 0,1 0 0,-1 0-1,0 0 1,1 1 0,-1-1 0,1 0 0,-1 0-1,0 0 1,1 0 0,-1 0 0,1 0 0,-1 0-1,0 0 1,1 0 0,-1 0 0,1 0 0,0 0-1,12 0-5830</inkml:trace>
</inkml:ink>
</file>

<file path=ppt/ink/ink19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6:17.23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242 1 5369,'0'0'11100,"-9"-1"-9879,-2 2-1015,-1 1-1,0 0 0,1 0 0,-1 1 0,1 0 0,0 1 0,0 1 0,0 0 0,1 0 0,-1 1 1,1 0-1,1 1 0,-1 0 0,1 1 0,0 0 0,1 0 0,0 1 0,-8 10 0,15-17-237,-1 0 0,1 1 0,-1-1-1,1 1 1,0-1 0,0 1 0,0 0 0,0-1-1,1 1 1,-1 0 0,1 0 0,-1 0 0,1-1-1,0 1 1,0 0 0,0 0 0,1 0 0,-1 0-1,1-1 1,-1 1 0,1 0 0,0-1 0,0 1-1,0 0 1,0-1 0,1 1 0,-1-1 0,3 3-1,4 4-221,0-2-1,0 1 1,1-1-1,0 0 0,20 10 1,-22-13 175,0-1 1,-1 2 0,1-1-1,-1 1 1,1 0 0,-1 0 0,-1 1-1,1 0 1,5 8 0,-10-12 92,0 0 1,0 0 0,0-1 0,0 1 0,-1 0 0,1 0 0,-1 0 0,0 0 0,1 0 0,-1 0-1,0 0 1,0 0 0,0 0 0,0 0 0,-1 0 0,1 0 0,-1 0 0,1 0 0,-1 0 0,1-1-1,-1 1 1,0 0 0,0 0 0,0-1 0,0 1 0,0 0 0,0-1 0,-1 1 0,1-1 0,-1 1-1,1-1 1,-1 0 0,-2 2 0,-6 4 223,0-2-1,0 1 1,-1-2-1,-19 7 1,8-3 39,8-1-85,-35 9 242,54-19-912,-1 1 0,0-1 0,0 0 0,0 0 0,-1 0-1,1-1 1,4-5 0,7-6-2009,22-17-4579</inkml:trace>
</inkml:ink>
</file>

<file path=ppt/ink/ink19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6:17.85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5777,'0'0'13047,"0"23"-12378,6 168 935,-6-190-1606,0-1 1,0 1 0,0-1 0,-1 1 0,1-1 0,0 1-1,0-1 1,0 1 0,0-1 0,0 1 0,1-1 0,-1 1 0,0-1-1,0 1 1,0-1 0,0 0 0,0 1 0,1-1 0,-1 1-1,0-1 1,0 1 0,1-1 0,-1 0 0,0 1 0,1-1 0,-1 0-1,0 1 1,1-1 0,-1 0 0,0 1 0,1-1 0,-1 0-1,1 0 1,-1 1 0,1-1 0,-1 0 0,1 0 0,-1 0 0,1 0-1,-1 0 1,1 0 0,-1 0 0,1 0 0,-1 0 0,0 0 0,1 0-1,-1 0 1,1 0 0,-1 0 0,1 0 0,-1 0 0,1 0-1,-1-1 1,1 1 0,-1 0 0,1 0 0,-1-1 0,0 1 0,1 0-1,0-1 1,17-13-265,2-9-238,-12 13 348,1 0 1,0 0 0,1 1-1,0 0 1,0 1 0,1 0 0,12-7-1,-22 15 430,19 19 1698,-18-16-1891,0 0-67,-1 0-1,1 0 1,0-1-1,0 1 1,0-1-1,0 1 1,0-1-1,1 0 1,-1 0-1,1 0 1,-1 0-1,1 0 1,0 0-1,-1-1 1,1 1-1,0-1 1,0 0-1,0 0 0,0 0 1,1 0-1,-1-1 1,0 1-1,0-1 1,0 0-1,0 0 1,1 0-1,-1 0 1,3-1-1,4-1-113,0-1-1,-1 0 1,0-1-1,0 0 1,0 0-1,0-1 1,0-1-1,-1 1 1,12-11 0,31-17-47,-50 32 625,-1 46 985,0-42-1499,0 0 49,0-1 1,0 1-1,0 0 1,0-1-1,0 1 0,1-1 1,-1 1-1,1 0 0,-1-1 1,1 1-1,2 2 0,-2-4-147,0 0 0,1 0 0,-1 1-1,1-1 1,0 0 0,-1-1 0,1 1-1,0 0 1,-1 0 0,1-1 0,0 1-1,0-1 1,0 0 0,0 1 0,-1-1-1,1 0 1,0 0 0,0 0 0,3-1-1,2 1-653,2 0-914,0 0 0,0 0-1,0-1 1,14-3 0,9-10-6326</inkml:trace>
</inkml:ink>
</file>

<file path=ppt/ink/ink19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6:18.28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233 1 4297,'0'0'14840,"-31"7"-13257,-96 26-664,122-32-870,1 1 0,0-1-1,0 0 1,0 1 0,0 0 0,0 0-1,0 0 1,0 1 0,0-1-1,1 1 1,0 0 0,-1 0 0,1 0-1,0 0 1,0 0 0,-3 6-1,4-4-27,1-1 0,-1 0-1,1 1 1,0-1 0,1 0-1,-1 1 1,1-1-1,0 1 1,0-1 0,0 6-1,1 4-42,-1-12 10,0-1 1,1 1-1,-1-1 1,0 1-1,1-1 1,0 1-1,-1-1 1,1 1-1,0-1 1,-1 0-1,1 0 1,0 1-1,0-1 1,0 0-1,0 0 1,1 0-1,-1 0 1,0 0-1,0 0 1,0 0-1,1 0 1,-1-1-1,1 1 1,-1 0-1,0-1 1,1 1-1,-1-1 1,1 0-1,-1 1 1,1-1-1,0 0 1,1 0-1,64 2-633,-47-3 293,-14 0 319,-1 1 0,1-1 1,0 0-1,0-1 0,-1 1 0,1-1 0,-1 0 0,1-1 0,8-4 0,-4 2 86,-9 4 1217,-2 24-1400,0-18 160,1 1 1,-1 0 0,2 0-1,-1 0 1,1 0 0,1 9-1,-1-14-136,-1 1 1,1-1-1,0 1 0,0-1 0,0 0 0,-1 1 0,1-1 0,0 0 0,0 0 0,1 0 0,-1 0 0,0 0 0,0 0 0,1 0 0,-1 0 0,0 0 0,1-1 0,-1 1 0,1 0 0,-1-1 0,1 1 0,-1-1 0,1 0 0,-1 0 1,1 1-1,-1-1 0,1 0 0,-1 0 0,3-1 0,3 1-466,1 1-437,0-1-1,0-1 1,-1 0 0,1 0-1,9-2 1,21-14-4805</inkml:trace>
</inkml:ink>
</file>

<file path=ppt/ink/ink19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6:18.70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178 0 11106,'0'0'8089,"-27"28"-5921,-82 88-550,105-111-1534,0-1-1,0 0 1,1 1 0,-1 0-1,1 0 1,0 0 0,1 0-1,-1 1 1,1-1 0,0 1-1,0 0 1,0-1 0,1 1 0,0 0-1,0 0 1,1 0 0,0 0-1,0 0 1,0-1 0,2 11-1,0 12 222,-2-26-292,0 7 48,-1 0 0,2 0-1,-1 0 1,2 0 0,-1 0-1,5 14 1,-5-20-65,0 0 0,1-1-1,-1 0 1,1 1-1,0-1 1,0 0 0,0 0-1,0 0 1,0 0 0,0 0-1,0 0 1,1-1-1,-1 1 1,1-1 0,-1 1-1,1-1 1,0 0 0,-1 0-1,1 0 1,0 0 0,0-1-1,0 1 1,-1-1-1,7 0 1,-2 1-145,1-1 1,0 0-1,0-1 0,0 1 1,0-2-1,-1 1 0,1-1 0,0 0 1,-1-1-1,1 1 0,-1-2 1,0 1-1,0-1 0,0 0 0,10-8 1,4-6-754,-1-1 0,-1-1 1,21-27-1,-13 15 47,-17 21 597,21-24-92,-1-1 0,-2-1 0,37-64 0,-68 101 4669,-15 15-2465,-17 18-1222,25-23-459,0 1 0,1 0 0,0 1 0,0 0 0,1 0 0,1 1 1,0 0-1,1 0 0,1 0 0,0 1 0,0 0 0,1 0 0,1 0 0,-2 26 0,4-15-303,1-18 94,-1 0-1,1 0 1,0 0 0,1 0 0,0 0-1,0 0 1,4 12 0,-4-17-265,1 1 0,0-1 0,-1 0 0,1 1 0,0-1 0,0 0 0,0 0 0,1 0 0,-1 0 0,0-1 0,1 1 0,-1-1 0,1 1 0,-1-1 0,1 0 0,0 0 0,0 0 0,-1 0 0,1-1 0,0 1 0,0-1 0,5 1 0,29 0-7148</inkml:trace>
</inkml:ink>
</file>

<file path=ppt/ink/ink19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6:19.12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308 4 8586,'0'0'10063,"-29"-1"-7965,-190-2 1165,216 3-3254,1 0-1,-1 1 1,0-1-1,0 0 1,1 1-1,-1 0 0,1-1 1,-1 1-1,1 0 1,-1 0-1,1 1 0,-1-1 1,1 0-1,0 1 1,0 0-1,0-1 0,0 1 1,0 0-1,-4 4 1,6-4-33,-1-1 1,0 1 0,1-1-1,-1 1 1,1-1 0,-1 1-1,1 0 1,0-1 0,-1 1-1,1 0 1,0-1 0,0 1-1,1 0 1,-1-1 0,0 1-1,0 0 1,1-1 0,-1 1-1,1 0 1,-1-1 0,1 1 0,0-1-1,0 1 1,0-1 0,0 0-1,0 1 1,0-1 0,0 0-1,0 0 1,0 1 0,0-1-1,1 0 1,-1 0 0,3 1-1,10 8-470,1-1 0,0-1 0,32 14 0,-29-15 76,-1 1 0,0 1 0,19 13 0,-34-21 422,-1-1 1,0 1-1,0 0 1,0-1-1,0 1 1,1 0 0,-1 0-1,0 0 1,0 0-1,0 0 1,-1 0-1,1 0 1,0 0-1,0 1 1,-1-1 0,1 0-1,0 0 1,-1 1-1,1-1 1,-1 0-1,0 1 1,1-1 0,-1 0-1,0 1 1,0-1-1,0 1 1,0 1-1,-1-1 47,0-1 0,0 1 0,-1-1 0,1 0 0,0 1 0,-1-1-1,1 0 1,-1 0 0,0 1 0,1-1 0,-1-1 0,0 1-1,1 0 1,-1 0 0,0-1 0,-3 2 0,-13 2 500,1 0 1,-36 2 0,51-6-531,-100 4 907,100-4-1149,7 0-2090,5-2 911,-1 0 0,0-1 0,-1 0-1,1 0 1,13-7 0,22-12-6832</inkml:trace>
</inkml:ink>
</file>

<file path=ppt/ink/ink19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6:19.53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277 0 8346,'0'0'13289,"-19"9"-12051,-136 79 1700,145-81-2862,0 0 0,0 1-1,1 0 1,0 0 0,-14 17 0,19-20-81,1 0-1,0 0 1,-1 1 0,2-1-1,-1 1 1,1 0-1,-1-1 1,2 1 0,-1 0-1,1 0 1,-1 0 0,2 1-1,-1 6 1,1-11-18,1-1 0,0 0 1,-1 0-1,1 0 0,0 0 0,0 0 1,0 0-1,0 0 0,0 0 0,0 0 1,0 0-1,0-1 0,0 1 0,0 0 1,1-1-1,-1 1 0,0-1 0,0 1 0,1-1 1,-1 0-1,0 1 0,1-1 0,-1 0 1,0 0-1,1 0 0,-1 0 0,0 0 1,3-1-1,54 1-795,-42-1 450,-10 1 316,1-2 0,-1 1 0,1-1 0,-1 0-1,0 0 1,0-1 0,0 0 0,0 0 0,0 0 0,-1-1 0,1 0-1,-1 0 1,0 0 0,0-1 0,0 0 0,-1 0 0,0 0 0,0 0-1,6-11 1,-10 19-6,-1 0 0,1-1 0,0 1 0,-1 0-1,1 0 1,1 0 0,-1 0 0,0 0 0,1 0 0,-1 0-1,1-1 1,0 1 0,0 0 0,1 2 0,14 27-7681,-10-24 1498</inkml:trace>
</inkml:ink>
</file>

<file path=ppt/ink/ink19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6:19.92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100 0 9458,'0'0'12115,"-16"13"-11829,-48 41-172,62-52-111,0-1 1,1 1 0,-1 0-1,0 0 1,1 0 0,-1 0-1,1 0 1,-1 0 0,1 1-1,0-1 1,-2 5 0,3-7-8,0 1 0,0 0 1,0-1-1,0 1 1,0-1-1,1 1 0,-1 0 1,0-1-1,0 1 1,0-1-1,0 1 0,1-1 1,-1 1-1,0-1 1,0 1-1,1-1 0,-1 1 1,0-1-1,1 1 1,-1-1-1,1 1 0,-1-1 1,0 0-1,1 1 1,-1-1-1,1 0 0,-1 1 1,1-1-1,0 0 1,4 2-73,0-1 1,-1 0-1,1 0 0,0-1 1,0 1-1,-1-1 1,7 0-1,-7 0-50,10-1-57,0-1 1,0 0-1,-1-1 1,1 0-1,0-1 0,-1 0 1,0-2-1,0 1 1,0-1-1,16-12 0,-28 18 297,-1 0-1,1-1 1,0 1-1,-1 0 1,1 0 0,-1 0-1,1 0 1,0 0-1,-1-1 1,1 1-1,-1 0 1,1 0-1,0 1 1,-1-1-1,1 0 1,-1 0-1,1 0 1,0 0-1,-1 0 1,1 1-1,-1-1 1,1 0-1,-1 0 1,1 1-1,-1-1 1,1 1-1,-1-1 1,1 1-1,18 19 41,11 7-878,-14-20-770,0-1-1,0-1 0,25 5 1,4-6-3489</inkml:trace>
</inkml:ink>
</file>

<file path=ppt/ink/ink19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6:20.36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131 461 4625,'0'0'17000,"-20"2"-16464,-62 7-304,80-9-228,1 0 0,0 0 0,-1 1 0,1-1 0,0 0 0,-1 1 0,1-1 1,0 1-1,0 0 0,0-1 0,-1 1 0,1 0 0,0 0 0,0 0 0,0 0 0,0 0 0,0 0 0,0 0 1,1 0-1,-1 0 0,0 0 0,1 0 0,-1 0 0,0 1 0,1-1 0,-1 0 0,1 3 0,1 30-47,0-24 5,-1-9 30,0 0 0,0-1 0,0 1 0,0 0 1,0 0-1,0-1 0,1 1 0,-1 0 0,0-1 0,0 1 0,1 0 0,-1-1 0,0 1 0,1 0 0,-1-1 0,1 1 1,-1-1-1,1 1 0,-1-1 0,1 1 0,-1-1 0,1 1 0,-1-1 0,1 1 0,0-1 0,-1 0 0,1 1 0,0-1 1,-1 0-1,1 0 0,1 1 0,30-3-375,-21 0 191,-1-1 1,0-1-1,0 0 1,13-7-1,39-27-346,-2-2-1,-1-3 0,-3-3 0,-1-2 1,-3-2-1,61-76 0,-107 119 735,0 0 0,-1-1 1,1 0-1,-1 0 0,-1-1 0,0 1 1,0-1-1,0 0 0,-1 0 0,-1 0 1,0 0-1,2-15 0,-4 23-111,0 0 0,-1 0 0,1 0 1,-1 0-1,1 0 0,-1 0 0,1 0 0,-1 1 0,1-1 0,-1 0 0,0 0 0,1 1 0,-1-1 1,0 0-1,0 1 0,0-1 0,0 1 0,1-1 0,-1 1 0,0-1 0,0 1 0,0 0 0,0-1 0,0 1 1,0 0-1,0 0 0,0 0 0,0 0 0,0 0 0,0 0 0,0 0 0,0 0 0,-1 0 0,-44 3 380,40-2-290,-9 1-29,-1 1-1,1 1 1,0 0-1,0 1 1,0 0-1,1 2 1,-1-1-1,2 2 1,-1 0 0,1 1-1,0 0 1,1 0-1,0 2 1,0 0-1,-17 21 1,17-17-126,1 1-1,1 0 1,0 1 0,1-1-1,1 2 1,0-1 0,1 1-1,2 0 1,-1 1 0,2-1-1,1 1 1,-3 33-1,5-10-474,1-1 0,8 57 0,-5-78-899,1-1 1,1 0-1,1 0 0,8 18 1,10 8-6641</inkml:trace>
</inkml:ink>
</file>

<file path=ppt/ink/ink19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6:21.36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 1 6905,'0'0'12691,"-13"198"-11523,13-149-687,0-1-337,0-3-56,0-4-88,0-9-16,6-6-40,-6-10-128,0-3-673,0-10-1471,0-9-3785,0-17-377</inkml:trace>
</inkml:ink>
</file>

<file path=ppt/ink/ink19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6:21.62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4993,'0'0'12817,"12"8"-12056,0 1-563,0 0 1,-1 1-1,14 16 1,-21-22-84,0 1 1,0-1-1,-1 1 1,0 0 0,0 0-1,0 1 1,-1-1 0,0 1-1,0-1 1,0 1 0,0 0-1,-1 0 1,0-1 0,0 10-1,-2-13-50,1-1-1,-1 1 0,0 0 1,0 0-1,0-1 0,0 1 1,0 0-1,0-1 1,0 1-1,-1-1 0,1 0 1,0 1-1,-1-1 0,1 0 1,-1 0-1,1 0 1,-1 0-1,0 0 0,0 0 1,1 0-1,-1-1 1,0 1-1,-3 0 0,-2 2-558,0-1-1,-1 0 1,1-1-1,-1 0 1,-9 1 0,16-4-2142,1-9-1547</inkml:trace>
</inkml:ink>
</file>

<file path=ppt/ink/ink19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6:22.05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193 0 4217,'0'0'14971,"-22"0"-14007,-72 3-197,90-3-744,1 0 0,0 1 0,-1-1 0,1 1 0,0 0 0,0 0 0,-1 0 0,1 0 0,0 0 0,0 1 0,0 0 0,0-1 0,1 1 0,-1 0 0,0 0 0,1 1 0,-1-1 0,1 0 0,0 1 0,0 0 0,0-1 0,0 1 0,0 0 0,1 0 0,-1 0 0,1 0 0,0 0 0,-1 0 0,2 1 0,-1-1 0,0 0 0,1 1 0,-1-1 0,1 0 0,0 1 0,0-1 0,1 5 0,44-7-541,-39-2 451,0 0 0,-1 0 0,1-1 0,0 0 0,-1 0-1,0-1 1,1 1 0,-1-1 0,0 0 0,0-1 0,0 1 0,-1-1 0,1 0-1,3-5 1,-7 8 545,0 2-474,0-1 0,0 1 1,0-1-1,0 1 0,-1-1 0,1 1 1,0 0-1,0-1 0,-1 1 1,1 0-1,0 0 0,-1 0 0,1-1 1,-1 1-1,1 0 0,-1 0 1,0 0-1,1 1 0,12 38-24,-8-23-1467,0-1 0,2 0 0,8 17 0,-2-12-3618</inkml:trace>
</inkml:ink>
</file>

<file path=ppt/ink/ink19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6:22.38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99 213 9794,'0'0'11198,"-5"6"-10841,-18 20 3,23-26-319,-1 1 1,0 0-1,1 0 0,-1-1 1,0 1-1,1 0 1,-1-1-1,0 1 1,0-1-1,0 1 1,0-1-1,0 1 1,1-1-1,-1 0 0,0 1 1,0-1-1,0 0 1,0 0-1,0 1 1,0-1-1,0 0 1,0 0-1,0 0 1,0 0-1,0-1 0,0 1 1,0 0-1,0 0 1,0-1-1,0 1 1,0 0-1,0-1 1,0 1-1,1-1 1,-1 1-1,0-1 1,0 1-1,0-1 0,1 0 1,-1 1-1,0-1 1,1 0-1,-1 0 1,1 1-1,-1-1 1,0-2-1,-15-35 152,12 25-300,0 0-1,2-1 0,-1 1 0,2-1 0,0 0 0,1 1 0,0-1 0,3-19 1,-1 30-137,-1 0 1,1 0 0,0 1-1,1-1 1,-1 0 0,0 1-1,1 0 1,0 0 0,-1-1 0,1 2-1,0-1 1,0 0 0,0 0-1,0 1 1,0 0 0,0 0-1,6-2 1,7-4-1785,11-8-2746</inkml:trace>
</inkml:ink>
</file>

<file path=ppt/ink/ink19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6:22.60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110 1 8738,'0'0'11746,"-71"176"-9809,65-137-921,6-7-632,0-10-280,0-3-88,0-9-16,0-3-40,-13-7-3233,7 0-1928,-7-10-2096</inkml:trace>
</inkml:ink>
</file>

<file path=ppt/ink/ink19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6:22.90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4 8530,'0'0'6264,"28"-1"-4626,136-1 801,-163 1-2304,1 1-1,0 0 1,0 0 0,-1 0 0,1 0 0,0 1 0,0-1 0,0 0 0,-1 1 0,1-1-1,0 1 1,-1-1 0,1 1 0,0 0 0,-1 0 0,1 0 0,-1 0 0,1 0-1,-1 0 1,0 0 0,1 0 0,-1 1 0,0-1 0,0 0 0,0 1 0,0-1-1,0 1 1,1 2 0,-1 1-24,0 1-1,0 0 0,0 0 0,-1 0 1,0 0-1,0 0 0,-1 7 0,0 15-5298,1-23 15</inkml:trace>
</inkml:ink>
</file>

<file path=ppt/ink/ink19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6:23.11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39 1 9418,'0'0'8698,"-38"35"-9018,38-16-424,0-3-1313,13-6-2984</inkml:trace>
</inkml:ink>
</file>

<file path=ppt/ink/ink19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6:23.39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257 1 8810,'0'0'12864,"-26"6"-11734,-10 0-773,14-3-40,1 2-1,-1 0 1,-37 15 0,55-19-276,0 0 0,0 1 0,1 0 0,-1 0 0,0 0 0,1 0 0,-1 1 0,1-1 0,0 1 0,0 0 0,0 0 0,0 0 0,0 0 0,1 0 0,-1 1 0,1-1 0,-2 5 0,1 0-129,1 0 0,0 0 0,0 0 0,1 0 0,0 0 0,1 1 1,0 12-1,0-19-6,0-1 0,0 1 0,1-1 0,-1 1 0,1-1 0,-1 1 0,1-1 0,0 1 0,-1-1 0,1 0 1,0 1-1,0-1 0,0 0 0,0 0 0,0 0 0,0 0 0,0 0 0,1 0 0,-1 0 0,0 0 0,0 0 1,1 0-1,-1-1 0,1 1 0,-1 0 0,1-1 0,-1 1 0,1-1 0,-1 0 0,1 1 0,2-1 0,60 3-4310,-48-4 2553,29 1-3469</inkml:trace>
</inkml:ink>
</file>

<file path=ppt/ink/ink19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6:23.66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174 0 11122,'0'0'9752,"-21"28"-8223,-67 91-602,82-110-793,0 0 1,1 0-1,0 0 0,0 1 0,1-1 0,1 1 0,-1 0 1,2 0-1,-1 1 0,1-1 0,0 13 0,-3 16 250,-1-1-660,2 0 1,2 58-1,15-95-13531</inkml:trace>
</inkml:ink>
</file>

<file path=ppt/ink/ink19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6:24.05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75 128 10362,'0'0'8526,"3"8"-8078,-2-6-425,-1 1 1,1-1-1,0 1 0,0-1 1,1 1-1,-1-1 1,0 0-1,1 0 0,-1 1 1,1-1-1,0 0 0,0-1 1,0 1-1,0 0 0,0 0 1,0-1-1,0 1 0,0-1 1,1 0-1,-1 0 0,1 0 1,-1 0-1,1 0 0,-1 0 1,1 0-1,-1-1 0,1 0 1,0 1-1,-1-1 0,1 0 1,3-1-1,-4 1-18,-1 0 1,1 0-1,0 0 1,-1 0-1,1-1 0,-1 1 1,1-1-1,-1 1 1,1-1-1,-1 0 1,1 1-1,-1-1 0,0 0 1,1 0-1,-1 0 1,0 0-1,0 0 0,0 0 1,0-1-1,0 1 1,0 0-1,0 0 1,1-3-1,0 0-12,0 0 0,0 0 0,-1 0 0,0-1 1,0 1-1,0-1 0,0 1 0,0-9 0,-1 7 56,0-1 0,0 1 0,-1-1 0,0 1 0,0-1 0,0 1 0,-1 0 0,0-1 0,0 1 0,0 0 0,-1 0 0,-6-10 0,7 14 2,1 0-1,-1 0 1,1 1-1,-1-1 1,1 1-1,-1-1 0,0 1 1,0 0-1,0 0 1,1 0-1,-1 0 1,0 0-1,-1 0 0,1 0 1,0 0-1,0 1 1,0 0-1,0-1 1,0 1-1,-1 0 0,1 0 1,0 0-1,0 0 1,-4 1-1,3 0 9,-1 1 0,0-1 0,1 1 0,-1 0 1,1 0-1,0 1 0,0-1 0,-1 1 0,2-1 0,-1 1 0,0 0 0,-3 5 0,-3 5 54,0 0-1,2 0 1,-1 1-1,2 0 0,-10 30 1,12-29-129,1 2-1,0-1 1,2 0 0,0 0 0,1 1 0,0-1-1,5 30 1,-4-44-41,-1 0-1,1 0 0,0 0 1,0 0-1,0-1 0,0 1 1,0 0-1,0-1 0,0 1 1,1-1-1,-1 1 0,0-1 1,1 1-1,-1-1 0,1 0 1,0 0-1,-1 0 0,1 0 1,0 0-1,0 0 0,0 0 1,3 0-1,47 7-3043,-44-7 2171,31 0-4504</inkml:trace>
</inkml:ink>
</file>

<file path=ppt/ink/ink19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6:24.33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214 1 11058,'0'0'10435,"-28"1"-8566,-87 5-810,112-6-1023,-1 0-1,1 0 0,0 0 0,0 0 1,0 1-1,0 0 0,0-1 1,0 1-1,0 0 0,0 1 0,0-1 1,0 0-1,0 1 0,1 0 1,-1-1-1,0 1 0,1 0 1,0 1-1,-1-1 0,-2 4 0,3-2-50,1 0-1,0-1 0,0 1 1,0 0-1,0 0 0,1 0 0,0-1 1,-1 1-1,1 0 0,1 0 0,0 4 1,-1 9-239,1-13 107,0 0 1,0-1-1,0 1 0,1-1 0,-1 0 1,1 0-1,0 1 0,-1-1 1,2 0-1,-1 0 0,0-1 1,0 1-1,1 0 0,0-1 0,-1 1 1,1-1-1,0 0 0,0 0 1,0 0-1,6 2 0,-6-3-75,0 1 0,0 0 0,0-1 0,0 1 0,0 0 0,-1 0 0,1 1 0,-1-1 0,1 0-1,-1 1 1,0 0 0,0-1 0,0 1 0,0 0 0,-1 0 0,1 0 0,-1 0 0,1 1 0,-1-1 0,1 4 0,-3-6 107,0 0 0,0-1 0,0 1 1,0 0-1,0-1 0,0 1 0,0-1 1,0 1-1,0-1 0,0 0 0,0 1 1,0-1-1,0 0 0,0 0 0,-1 0 1,1 1-1,0-1 0,0 0 0,0-1 1,-2 1-1,1 0-263,-24 1-2224</inkml:trace>
</inkml:ink>
</file>

<file path=ppt/ink/ink19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6:07.24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0 281 7009,'0'0'9556,"32"-18"-8989,107-54-178,-108 58-325,-1 1 0,2 1 1,-1 1-1,40-7 0,-19 6-36,105-24-80,1 8 0,0 6-1,297-2 1,-409 24 37,0 1 0,1 3-1,76 15 1,-111-16 15,0 0 1,0 0-1,0 2 0,-1-1 0,1 1 0,-1 1 1,0 0-1,-1 1 0,0 0 0,0 0 0,0 1 0,-1 1 1,0-1-1,-1 1 0,1 1 0,-2 0 0,0 0 1,12 21-1,-6 2 14,0 1 1,-3 0-1,0 1 1,-3 0 0,7 70-1,-8 186 324,-8-182-55,2-67-179,1 16 31,-2 0 0,-13 72-1,-1-44-132,-10 45 597,5 1-1,-2 160 1,9-87 1955,13-204-2289,0-2-1041,1-1 425,-1 1 0,0-1 0,1 0 0,0 1 0,-1 0 0,1-1 0,0 1 0,-1-1 0,1 1 0,0 0 0,0-1 0,0 1 0,0 0 0,0 0 0,1 0 0,-1 0 0,0 0 0,2-1 0,-2 0-740,19-17-6592</inkml:trace>
</inkml:ink>
</file>

<file path=ppt/ink/ink19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6:07.70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 0 1304,'0'0'13282,"-1"6"-12218,0-2-933,1 0 1,-1 0-1,1 0 1,0 0-1,0 0 1,1 1-1,-1-1 0,1 0 1,-1 0-1,1 0 1,1 0-1,-1-1 1,1 1-1,-1 0 0,1 0 1,0-1-1,0 1 1,0-1-1,5 5 1,15 26 623,-1 2 0,-1 0 0,17 49 0,-36-84-908,2 9 467,1 0-1,1-1 1,0 0 0,10 16 0,-14-24-389,0 0 0,0 0 0,0 0 0,0 0 0,1 0 0,-1 0 0,0 0 0,0 0 0,1 0 0,-1 0 0,0-1 0,1 1 0,-1-1 0,1 1 0,-1-1 0,3 1 0,-2-1-347,-1 0-1,1-1 1,-1 1 0,1 0-1,-1-1 1,1 1-1,-1-1 1,1 0 0,-1 1-1,1-1 1,-1 0-1,0 0 1,1 0 0,-1 0-1,0 0 1,0 0-1,0 0 1,0 0 0,2-2-1,8-7-6392</inkml:trace>
</inkml:ink>
</file>

<file path=ppt/ink/ink19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6:08.17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290 9 5025,'0'0'8638,"-5"-2"-7954,1 0-730,3 2 101,1-1 0,-1 1-1,0-1 1,1 1 0,-1-1 0,0 1-1,1 0 1,-1-1 0,0 1-1,0 0 1,1 0 0,-1-1 0,0 1-1,0 0 1,0 0 0,1 0 0,-1 0-1,0 0 1,0 0 0,1 0 0,-1 0-1,0 1 1,0-1 0,0 0 0,1 0-1,-1 1 1,0-1 0,1 0 0,-1 1-1,0-1 1,1 1 0,-1-1 0,0 1-1,1-1 1,-1 1 0,1-1-1,-1 1 1,1-1 0,-1 1 0,1 0-1,-1-1 1,1 1 0,0 0 0,-1-1-1,1 1 1,0 0 0,0 0 0,0-1-1,-1 1 1,1 0 0,0 0 0,0 1-1,-2 6 292,0-1 0,-1 1 0,0 0 0,-1-1 0,1 0 0,-1 0 0,-1 0 0,1 0 0,-8 7 0,-55 51 1154,54-55-1405,0 1-1,1 1 1,0 0-1,1 1 1,0 0-1,-12 20 1,18-26-123,1 1 1,0-1-1,1 1 1,-1 0-1,2 0 1,-1 1-1,1-1 1,0 0-1,1 1 1,0-1 0,0 10-1,-11-19-7403,11-4 986</inkml:trace>
</inkml:ink>
</file>

<file path=ppt/ink/ink19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6:12.19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65 68 1016,'0'0'7172,"-7"-10"-726,-12 10-460,19 0-5951,0 0-1,0 0 0,0 0 0,-1 0 0,1 0 1,0 0-1,0 0 0,-1 0 0,1 0 0,0 0 0,0 0 1,0 0-1,-1 0 0,1 0 0,0 0 0,0 0 1,0 0-1,-1 1 0,1-1 0,0 0 0,0 0 0,0 0 1,-1 0-1,1 0 0,0 0 0,0 1 0,0-1 1,0 0-1,0 0 0,-1 0 0,1 1 0,0-1 0,0 0 1,0 0-1,0 0 0,0 1 0,0-1 0,0 0 1,0 0-1,0 0 0,0 1 0,0-1 0,0 0 1,0 0-1,0 1 0,0-1 0,0 0 0,0 1 0,1 34 55,0-25-76,0 1 1,-1-1-1,0 1 0,-1-1 1,0 0-1,0 1 1,-1-1-1,0 0 0,-1 0 1,0 0-1,-1 0 1,-8 14-1,6-10 27,6-15 130,0-13-61,0 1-108,2-1 0,-1 1 1,2 0-1,-1 0 0,2 1 0,0-1 1,0 1-1,1-1 0,1 1 1,0 1-1,0-1 0,1 1 0,1 0 1,0 1-1,0 0 0,1 0 0,0 0 1,1 2-1,15-12 0,-24 19 3,-1 1 0,1-1 0,-1 1 0,1-1-1,0 1 1,-1 0 0,1-1 0,0 1 0,-1 0-1,1 0 1,0 0 0,-1-1 0,1 1 0,0 0 0,-1 0-1,1 0 1,0 0 0,0 0 0,-1 0 0,1 0-1,0 0 1,-1 0 0,1 1 0,0-1 0,-1 0 0,1 0-1,0 1 1,-1-1 0,1 0 0,0 1 0,-1-1-1,1 1 1,0 0 0,11 26 108,-7 36 3,-5-62-114,0 57 297,0-58-259,25-4-92,-2-8 37,-17 8 14,-1 1 0,1 0-1,0 0 1,0 1 0,0 0 0,0 0-1,0 0 1,0 1 0,1-1 0,-1 2-1,7-1 1,33 1 13,-45 1-1,0 0 1,0 1-1,0-1 1,0 1-1,0-1 1,0 1-1,0-1 1,-1 1-1,1 0 1,-1-1-1,1 1 1,-1 0-1,0 0 1,1-1 0,-1 1-1,0 0 1,0 2-1,2 38 127,3-21-4287,-4-21 3903,-1 1 0,1-1 0,0 0 0,-1 1 0,1-1 0,-1 0 0,1 0 0,0 0 0,-1 1 0,1-1 0,0 0 1,0 0-1,-1 0 0,1 0 0,0 0 0,-1 0 0,1 0 0,0-1 0,-1 1 0,1 0 0,0 0 0,-1 0 0,1-1 0,0 1 0,-1 0 0,1-1 0,0 0 0,13-12-6565</inkml:trace>
</inkml:ink>
</file>

<file path=ppt/ink/ink19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6:12.61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 40 9794,'0'0'9003,"-2"7"-8493,1-5-476,0 0 0,1 0 0,-1 0 0,1 0 0,-1 0 0,1 0 0,0 1 0,0-1 1,0 0-1,0 0 0,0 0 0,0 1 0,1 2 0,0-4-12,1 1 1,-1-1-1,0 1 1,0-1-1,1 1 1,-1-1-1,1 0 1,-1 0-1,1 0 1,0 1-1,0-2 1,-1 1-1,1 0 1,0 0-1,0 0 1,0-1-1,0 1 1,0-1-1,0 0 1,0 1-1,2-1 1,7 2-7,1 0 0,-1-1 0,0 0 0,0-1 0,1-1 1,-1 1-1,0-2 0,14-2 0,-22 3-15,0 0 1,0-1-1,0 1 1,1-1-1,-1 1 0,-1-1 1,1 0-1,0 0 1,0 0-1,-1-1 1,1 1-1,-1-1 1,0 1-1,0-1 0,0 0 1,0 0-1,0 0 1,0 0-1,-1 0 1,0 0-1,1-1 0,-1 1 1,0 0-1,-1-1 1,1 1-1,-1-1 1,1 1-1,-1 0 1,0-1-1,-1-3 0,1 6 7,0 0 1,-1 0-1,1 0 0,0 0 0,-1 1 0,1-1 0,-1 0 0,1 1 0,-1-1 0,0 0 0,1 1 0,-1-1 1,0 0-1,1 1 0,-1-1 0,0 1 0,0 0 0,0-1 0,1 1 0,-1-1 0,0 1 0,0 0 0,0 0 1,0-1-1,0 1 0,0 0 0,1 0 0,-1 0 0,0 0 0,-2 1 0,-38-1 293,28 0-151,9 1-107,0-1 1,-1 1-1,1 0 0,0 0 1,-1 0-1,1 1 0,0 0 1,0-1-1,0 1 1,0 1-1,1-1 0,-1 1 1,0-1-1,1 1 0,0 0 1,0 0-1,0 0 0,0 1 1,0-1-1,0 1 1,1 0-1,0 0 0,0 0 1,0 0-1,-2 5 0,1-1-39,0-1 0,1 1 0,-1 0 0,2 1 0,-1-1 0,1 0 0,0 0 0,1 1 0,0-1 0,0 0 0,1 1 0,3 14 0,-3-22-39,-1 0 0,1 0 0,0 0-1,0 0 1,0 0 0,0 0 0,0 0 0,0 0 0,0-1 0,0 1 0,0 0 0,1-1 0,-1 1 0,0-1 0,0 1 0,1-1 0,-1 0-1,0 0 1,1 1 0,-1-1 0,0 0 0,0 0 0,1 0 0,-1 0 0,2-1 0,3 1-201,21 2-2176,0-2 1,29-3 0,1-7-5067</inkml:trace>
</inkml:ink>
</file>

<file path=ppt/ink/ink19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6:13.00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307 0 6001,'0'0'13603,"-30"2"-12324,-94 5-655,118-6-565,1-1 0,-1 1 0,0 0 0,0 1-1,1-1 1,-11 6 0,14-7-72,1 1 1,-1 0-1,1 0 1,-1 0-1,1 0 1,-1 0-1,1 1 1,-1-1-1,1 0 1,0 1-1,0-1 1,0 1-1,0-1 1,0 1-1,-1 1 1,2-1-81,-1 0 0,1 0 0,0 0 0,0-1 0,0 1 0,0 0 0,0 0 0,1 0 0,-1-1 0,0 1 0,1 0 1,0 0-1,-1-1 0,1 1 0,0 0 0,0-1 0,0 1 0,0-1 0,0 1 0,0-1 0,0 0 0,0 1 0,0-1 0,1 0 0,-1 0 0,1 0 1,-1 0-1,1 0 0,2 2 0,21 10-1179,0-1-1,35 11 1,23 11-1307,-83-34 2584,1 0 0,0 1 1,0-1-1,0 0 0,0 1 0,-1-1 1,1 1-1,0-1 0,0 1 1,-1-1-1,1 1 0,0-1 0,-1 1 1,1 0-1,0-1 0,-1 1 1,1 0-1,-1-1 0,1 1 1,-1 0-1,0 0 0,1 0 0,-1 0 1,0-1-1,1 1 0,-1 1 1,-1-1 42,1 0 1,-1 0 0,1 0 0,-1-1-1,1 1 1,-1 0 0,0 0 0,0 0-1,1-1 1,-1 1 0,0-1-1,0 1 1,0 0 0,0-1 0,0 1-1,0-1 1,0 0 0,-1 1 0,-56 13 1852,53-13-1827,-72 11 1515,38-6-639,0 0 0,-41 14 0,114-22-4168,-21 2 2744,1 0 0,-1-1 0,16-4 1,-2-3-665,-1-2 1,0-1 0,0-1 0,-1-1 0,27-19 0,2-1-941,30-15-1718</inkml:trace>
</inkml:ink>
</file>

<file path=ppt/ink/ink19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6:13.40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328 206 5353,'0'0'6590,"6"-28"-4442,20-85-173,-25 108-1652,1 0 0,-2 0 0,1 0 0,0 0 0,-1 0 0,0 0 0,0 0 0,-2-9 0,2 13-256,-1 1 1,1-1-1,0 0 1,0 1-1,0-1 0,-1 1 1,1-1-1,0 1 0,-1 0 1,1-1-1,0 1 1,-1-1-1,1 1 0,-1-1 1,1 1-1,-1 0 0,1-1 1,-1 1-1,1 0 1,-1 0-1,1-1 0,-1 1 1,1 0-1,-1 0 0,1 0 1,-1 0-1,0 0 1,1 0-1,-1-1 0,1 1 1,-1 1-1,1-1 0,-1 0 1,0 0-1,1 0 1,-1 0-1,1 0 0,-1 1 1,-6 2 87,1 0 0,0 1 1,1 0-1,-1 0 0,1 0 1,-1 1-1,-4 6 1,-15 16-83,1 2 1,1 1-1,1 0 1,2 1 0,1 2-1,2 0 1,1 1 0,-21 68-1,11-31-53,13-40-39,2 0 0,0 0 0,3 2 1,0-1-1,2 1 0,-1 34 0,7-66 4,1 0 0,0 0 0,0-1 0,-1 1 0,1 0 0,0 0 0,0 0 0,0-1 0,0 1 0,0-1 0,0 1 0,0 0 0,0-1 0,0 0 0,0 1 0,0-1 0,0 0 0,0 1 0,0-1-1,0 0 1,0 0 0,0 0 0,1 0 0,-1 0 0,0 0 0,1-1 0,43 1-244,-35 0 176,-5-1 54,1 0 0,-1 0 0,0 0-1,0 0 1,0-1 0,0 0 0,0 0 0,0 0-1,0 0 1,5-5 0,-6 4 27,0 1 0,1-1-1,-1 1 1,1 0 0,0 0 0,-1 1 0,1-1-1,0 1 1,0 0 0,6 0 0,-10 2 22,0 0 1,-1 1 0,1-1-1,0 1 1,-1-1 0,1 1-1,-1-1 1,1 1-1,-1-1 1,1 1 0,-1-1-1,0 1 1,0-1 0,0 1-1,0 0 1,0-1-1,0 1 1,-1-1 0,0 3-1,1 4 49,0 12 161,0-1-1,2 1 1,7 38-1,-7-52-328,0 0 1,0 0-1,0 0 0,1-1 0,0 1 1,0-1-1,5 7 0,-5-9-306,-1 0-1,1 0 0,0 0 0,1 0 1,-1-1-1,0 1 0,1-1 0,0 0 0,-1 0 1,1 0-1,8 2 0,13-1-12602</inkml:trace>
</inkml:ink>
</file>

<file path=ppt/ink/ink19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6:26.83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129 12 1536,'0'0'5363,"-6"-2"-4903,-1-1-318,-25-4 8148,32 16-8687,7 183 1781,-9-190-1280,1 0-1,0 1 1,0-1-1,-1 0 1,1-1-1,-1 1 0,1 0 1,-1 0-1,0-1 1,0 1-1,0-1 1,0 1-1,0-1 1,-3 1-1,-7 7 314,2 0-198,6-7-196,1 0-1,0 1 0,0-1 0,0 1 1,0-1-1,0 1 0,1 0 0,-1 1 1,1-1-1,-1 0 0,1 1 0,0-1 1,1 1-1,-2 3 0,3-6 135,0-15 349,-1 8-495,1 1 0,0-1 0,1 0 0,-1 1 0,1-1 1,0 1-1,1-1 0,-1 1 0,1 0 0,0-1 0,0 1 0,1 0 0,0 0 0,0 1 0,0-1 0,0 0 1,1 1-1,-1 0 0,1 0 0,0 0 0,0 0 0,1 1 0,-1-1 0,8-3 0,18-15-342,50-27-1,-69 43 261,0 1-1,0-1 0,1 2 0,0 0 1,-1 0-1,1 1 0,0 1 1,19-2-1,-30 4 75,-1 0-1,1 0 1,0 0 0,-1 0-1,1 0 1,-1 0 0,1 1-1,0-1 1,-1 0 0,1 0-1,-1 1 1,1-1 0,-1 0-1,1 1 1,-1-1 0,1 1-1,-1-1 1,1 1-1,-1-1 1,0 1 0,1-1-1,-1 1 1,0-1 0,1 1-1,-1-1 1,0 1 0,0-1-1,1 1 1,-1 0 0,0-1-1,0 2 1,1 22 166,-1-19-118,0 29 90,-1-14-79,1 0 1,1 1 0,4 27-1,-5-44-55,0-3-7,0-1 1,0 1 0,0 0-1,0 0 1,0-1-1,0 1 1,0 0 0,0 0-1,0-1 1,0 1 0,0 0-1,0-1 1,1 1 0,-1 0-1,0 0 1,0-1 0,1 1-1,-1 0 1,1-1 0,-1 1-1,0-1 1,1 1 0,-1 0-1,1-1 1,0 1 0,0 0-1,0-1 8,2 1-72,-1-1 1,1 0-1,0 0 0,-1 0 0,1-1 1,-1 1-1,1 0 0,0-1 0,-1 0 1,4-1-1,-5 2-4,10-3-228,78-23-4990,96-14 0,-185 40 5368,0 0-1,0 0 1,0 0 0,1 0-1,-1-1 1,0 1-1,0 0 1,0 0 0,1 0-1,-1 0 1,0 0 0,0-1-1,1 1 1,-1 0-1,0 0 1,0 0 0,1 0-1,-1 0 1,0 0 0,1 0-1,-1 0 1,0 0-1,0 0 1,1 0 0,-1 0-1,0 0 1,0 0 0,1 1-1,-1-1 1,0 0-1,0 0 1,1 0 0,-1 0-1,0 0 1,0 1 0,1-1-1,-1 0 1,0 0-1,0 0 1,0 0 0,0 1-1,1-1 1,-1 0 0,0 0-1,0 1 1,0-1-1,0 0 1,0 0 0,0 1-1,0-1 1,1 0 0,-1 0-1,0 1 1,0-1 0,0 0-1,0 1 1,0-1-1,0 0 1,0 0 0,0 1-1,-1-1 1,1 0 0,0 0-1,0 1 1,-20 21 2080,-36 20-458,55-41-1569,-44 28 790,44-28-1052,1-18-5494,0-2 2629,0-3-1106</inkml:trace>
</inkml:ink>
</file>

<file path=ppt/ink/ink19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6:27.82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56 1 10234,'0'0'9454,"-8"26"-8831,-26 84-111,30-97-441,1 1 0,0-1 1,1 1-1,1 0 0,0 0 0,1 0 0,3 22 0,-1 6-73,-2-41-1,1 0 0,-1 1 1,1-1-1,0 0 0,-1 0 0,1 0 1,0 1-1,-1-1 0,1 0 0,0 0 1,0 0-1,0 0 0,0-1 0,0 1 1,0 0-1,0 0 0,1-1 1,-1 1-1,0 0 0,0-1 0,0 1 1,1-1-1,-1 0 0,0 1 0,1-1 1,-1 0-1,0 0 0,1 0 0,-1 0 1,0 0-1,3 0 0,57-1-35,-42 0 25,33 1 1148,-71 29-281,3-1-575,16-27-276,0-1 1,0 1-1,0-1 1,0 1-1,0-1 1,0 1 0,0 0-1,0-1 1,1 1-1,-1-1 1,0 1-1,0-1 1,0 1-1,1-1 1,-1 1-1,0-1 1,0 1 0,1-1-1,-1 1 1,1-1-1,-1 1 1,0-1-1,1 0 1,-1 1-1,1-1 1,-1 0-1,1 1 1,0-1 0,5 2-7,0 0 0,0-1 0,0 0 1,0-1-1,1 1 0,-1-1 0,7-1 1,-7 1 0,53-3-785,0-4-1,0-1 1,94-28-1,-142 33 610,26-4-354,-28 6 435,0 0 1,0-1-1,-1-1 0,18-5 1,-25 7 1297,-40 3 1821,36 16-2998,-1 11-275,4-28 202,0 0 0,1 0 0,-1 0 0,0-1 1,0 1-1,1 0 0,-1-1 0,0 1 0,1 0 0,-1-1 0,1 1 0,-1 0 0,1-1 0,-1 1 0,1-1 0,-1 1 0,1-1 1,0 1-1,-1-1 0,1 0 0,0 1 0,-1-1 0,1 0 0,0 1 0,0-1 0,-1 0 0,1 0 0,0 0 0,0 0 0,-1 1 1,1-1-1,0 0 0,0 0 0,0-1 0,0 1 0,27-1-2326,45-9-1,-53 6 1920,0 1 1,0 1-1,0 1 0,0 1 0,29 3 0,-38 2 590,-13 8 5537,1-13-5632,1 0 0,0 0-1,0 0 1,0 0-1,0 0 1,0 0-1,0 1 1,-1-1 0,1 0-1,0 0 1,0 0-1,0 0 1,0 0 0,0 0-1,0 1 1,0-1-1,0 0 1,0 0-1,0 0 1,0 0 0,-1 0-1,1 1 1,0-1-1,0 0 1,0 0-1,0 0 1,0 0 0,0 1-1,0-1 1,0 0-1,0 0 1,1 0 0,-1 0-1,0 0 1,0 1-1,0-1 1,0 0-1,0 0 1,0 0 0,0 0-1,0 0 1,0 1-1,0-1 1,0 0-1,1 0 1,-1 0 0,0 0-1,0 0 1,0 0-1,0 0 1,0 0 0,0 0-1,1 1 1,16-3-290,1 0 0,-1 0 0,0-2 1,0 0-1,-1-1 0,1-1 0,22-11 0,0-2-751,67-45-1,-71 37 1001,0 0 0,34-36 2255,-77 71-1960,1 1 0,0 0-1,1 1 1,0-1-1,0 1 1,1 0-1,0 1 1,-4 16 0,8-24-354,0 1 0,0-1 0,0 1 0,1 0 1,0-1-1,0 1 0,0 0 0,0-1 0,0 1 1,1 0-1,-1-1 0,1 1 0,0-1 1,0 1-1,1-1 0,-1 1 0,1-1 0,-1 0 1,1 1-1,0-1 0,0 0 0,1 0 1,-1-1-1,1 1 0,2 3 0,1-2-279,-3-2-3,0 0 0,0 0-1,0 0 1,-1 0 0,1 0-1,-1 1 1,0-1 0,0 1 0,0-1-1,0 1 1,3 5 0,-15-11-5120,-12-15-1757</inkml:trace>
</inkml:ink>
</file>

<file path=ppt/ink/ink19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6:28.68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77 0 6665,'0'0'9354,"-51"125"-10002,38-109-1608,0-3-2697</inkml:trace>
</inkml:ink>
</file>

<file path=ppt/ink/ink19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6:29.61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20 225 8970,'0'0'9834,"-2"5"-9618,-11 32-926,9-5 5085,4-56-3675,0-8-450,2 0 0,1 0 0,11-47 0,-4 24 134,-4 19-245,-3 28-55,-2 9 36,15 65-18,-10-44-93,-1 1 1,-1 0-1,3 41 1,-7-54-11,0 1 0,1-1 1,0 1-1,1-1 0,0 1 0,0-1 0,8 19 0,-8-23 5,0 1-1,-1 0 0,0 0 0,0 0 1,0 0-1,-1 9 0,0-15 32,20-12 533,7-19-505,2 0 0,61-50 0,-87 79-180,-1-1-1,0 0 0,0 1 1,0-1-1,0 0 0,0 0 1,-1 0-1,1-1 0,-1 1 1,1 0-1,-1-1 0,0 1 1,0-1-1,0 1 0,2-6 1,3-9-2464,5-7-3141</inkml:trace>
</inkml:ink>
</file>

<file path=ppt/ink/ink19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6:28.32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251 0 10658,'0'0'14163,"-25"0"-14067,18 0-96,-6 0-216,-12 7-712,-40 12-1328,8-3-2577,-1-3-3433</inkml:trace>
</inkml:ink>
</file>

<file path=ppt/ink/ink19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6:28.49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97 1 6481,'0'0'8482,"-26"112"-8482,7-76-120,-7-8-1264,1-2-1873</inkml:trace>
</inkml:ink>
</file>

<file path=ppt/ink/ink19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6:30.42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129 9 4417,'0'0'14299,"-4"-3"-13388,4 3-888,-1 0-1,1-1 1,0 1 0,-1-1 0,1 1-1,0 0 1,-1-1 0,1 1-1,0 0 1,-1-1 0,1 1 0,-1 0-1,1 0 1,-1 0 0,1-1 0,-1 1-1,1 0 1,-1 0 0,1 0 0,-1 0-1,1 0 1,-1 0 0,1 0 0,-1 0-1,1 0 1,-1 0 0,1 0-1,-1 0 1,1 0 0,-1 0 0,1 1-1,-1-1 1,1 0 0,-1 0 0,1 0-1,-1 1 1,1-1 0,0 0 0,-1 1-1,1-1 1,0 0 0,-1 1-1,1-1 1,0 1 0,-1-1 0,1 0-1,0 1 1,-1 0 0,0 34 862,2-12-745,-7 105 763,-33 196 0,13-222-871,27-106-44,0 1 0,0-1 0,0 0 0,0 1 1,1-1-1,0 1 0,-1-1 0,1 1 0,0 0 0,1 0 1,-1 0-1,1 0 0,-1 0 0,1 0 0,0 1 0,0-1 1,0 1-1,0 0 0,6-3 0,0-1-43,0 1 0,0 1 0,0 0 0,0 0 0,1 0 0,14-2 0,-16 4-1,1 1 1,-1 0-1,0 0 0,0 1 0,15 2 1,-21-2 56,-1 1 0,0 0 0,-1-1 0,1 1 1,0 0-1,0 0 0,0 0 0,0 0 1,-1-1-1,1 1 0,0 0 0,-1 0 0,1 1 1,-1-1-1,1 0 0,-1 0 0,1 0 1,-1 0-1,0 0 0,0 0 0,1 1 0,-1-1 1,0 0-1,0 0 0,0 2 0,0 40 20,-1-33-20,2 8 3,-1-12 1,0 1 0,0-1 0,0 1 0,-1-1 0,0 1 0,-3 11 0,3-16 2,-1 1 0,1-1 0,-1 1 0,0-1-1,1 0 1,-1 1 0,0-1 0,0 0-1,-1 0 1,1-1 0,0 1 0,-1 0-1,1-1 1,-1 1 0,1-1 0,-1 0-1,0 0 1,-5 2 0,-9 0 25,1 0 1,-1-1-1,0 0 1,0-2-1,0 0 1,-17-2-1,-15 0-2206,49 2 1852,-1-1 0,1 1 0,0-1 1,0 1-1,-1-1 0,1 0 0,0 1 0,0-1 1,0 1-1,0-1 0,0 1 0,0-1 0,0 1 1,0-1-1,0 0 0,0 1 0,0-1 0,0 1 1,0-1-1,0 1 0,0-1 0,1 0 0,-1 1 1,0-1-1,0 1 0,1-1 0,-1 1 0,0-1 1,1 0-1,15-8-8257</inkml:trace>
</inkml:ink>
</file>

<file path=ppt/ink/ink19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6:30.62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78 0 10578,'0'0'12571,"-45"132"-12499,45-123-72,-7-2 0,7-4-112,-12-3-3777,5 0-1048,1-3-2449</inkml:trace>
</inkml:ink>
</file>

<file path=ppt/ink/ink19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6:30.82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8362,'0'0'11282,"0"87"-11282,0-55-424,0 13-2168,12-3-1793,8-10-560</inkml:trace>
</inkml:ink>
</file>

<file path=ppt/ink/ink19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6:31.36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495 0 6689,'0'0'13167,"-14"9"-12759,-44 28-149,55-35-271,0 0 1,1 0-1,-1 1 0,1-1 0,-1 1 0,1 0 1,0-1-1,0 1 0,0 0 0,0 1 1,1-1-1,-1 0 0,1 0 0,0 1 0,0-1 1,0 0-1,0 1 0,1-1 0,-1 1 1,1-1-1,0 1 0,0-1 0,0 1 1,1 0-1,-1-1 0,2 4 0,-1 13-690,27-19-149,-22-2 799,0 0 0,1 0-1,-1 0 1,0-1 0,0 0 0,0-1 0,0 1-1,-1-1 1,1 0 0,-1-1 0,7-4-1,-4 2 51,1-1 0,-1-1 0,0 1-1,0-1 1,12-16 0,-19 22 1431,-1 19-588,-4 41-329,-20 111 0,7-66-343,4-15-143,-32 116 0,44-200-28,0-1 0,0 1 1,0-1-1,-1 0 0,0 1 0,1-1 0,-1 0 0,0 0 0,-1 0 0,1 0 0,0-1 1,-1 1-1,0 0 0,1-1 0,-1 0 0,0 0 0,0 0 0,-1 0 0,1 0 0,0 0 1,0-1-1,-1 0 0,-4 2 0,4-3 12,-1 1 0,0-1 0,1 0 0,-1 0 0,1 0 1,-1-1-1,0 1 0,1-1 0,-1 0 0,1-1 0,-1 1 0,1-1 0,0 0 0,0 0 1,0 0-1,0 0 0,0-1 0,-5-3 0,-30-30 170,1-1-1,-41-50 1,14 13 241,55 64-380,-38-47 396,44 53-467,1 0 1,1 0-1,-1 0 1,1-1-1,0 1 1,0-1 0,0 1-1,0-1 1,1 0-1,0 0 1,-1-8-1,2 12-109,0 0-1,1 0 0,-1 0 1,0 1-1,1-1 0,-1 0 1,1 0-1,-1 0 0,1 1 1,0-1-1,-1 0 1,1 1-1,0-1 0,0 0 1,-1 1-1,1-1 0,0 1 1,0-1-1,0 1 0,0 0 1,0-1-1,-1 1 1,1 0-1,0-1 0,2 1 1,29-6-3951,-26 5 2519,33-5-7143</inkml:trace>
</inkml:ink>
</file>

<file path=ppt/ink/ink19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6:31.78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283 39 1608,'0'0'14057,"0"-9"-12785,0 5-1108,-1-21 631,-3 25-354,-4 18 111,-63 210 3557,-11 31-3043,38-118-1354,-27 160 1,70-300 183,1-1 0,0 1 0,0-1-1,0 0 1,0 1 0,0-1 0,0 1 0,-1-1 0,1 1 0,0-1-1,0 1 1,1-1 0,-1 1 0,0-1 0,0 1 0,0-1-1,0 1 1,0-1 0,0 1 0,1-1 0,-1 1 0,0-1 0,0 1-1,1-1 1,-1 0 0,0 1 0,1-1 0,-1 1 0,0-1-1,1 0 1,-1 1 0,1-1 0,-1 0 0,0 0 0,1 1 0,-1-1-1,1 0 1,-1 0 0,1 0 0,-1 0 0,1 1 0,-1-1 0,1 0-1,-1 0 1,1 0 0,-1 0 0,1 0 0,0 0 0,28-9-2021,1-8-1629,49-39 0,-32 17-2070</inkml:trace>
</inkml:ink>
</file>

<file path=ppt/ink/ink19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6:32.14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18 1 3953,'0'0'14396,"-11"13"-12131,9-3-1889,0 0 0,1 0 0,0 0 0,1 0 1,0 0-1,2 19 0,0 6-211,-2-33-167,0-1 0,0 1 0,1-1 1,-1 1-1,0-1 0,1 1 1,-1-1-1,1 1 0,-1-1 0,1 0 1,0 1-1,-1-1 0,1 0 0,0 1 1,0-1-1,0 0 0,0 0 1,0 0-1,0 0 0,0 0 0,1 0 1,-1 0-1,0 0 0,1-1 0,-1 1 1,0 0-1,1-1 0,-1 1 1,1-1-1,-1 0 0,0 1 0,1-1 1,-1 0-1,3 0 0,0 1-70,-1-1 1,0 0-1,0-1 0,1 1 0,-1 0 0,0-1 0,0 0 1,0 1-1,1-1 0,-1-1 0,0 1 0,0 0 1,-1-1-1,1 1 0,5-5 0,61-60-1822,-68 65 3248,-1 49-75,0-47-1288,0 0 0,0 0 0,0 0 0,0 0 0,0 0 0,0 1 0,1-1 0,-1 0 0,0 0 0,1 0 0,-1 0 0,0 0 0,1 0 0,-1 0 0,1 0 0,-1 0 0,1 0 0,0-1 0,-1 1 0,1 0 0,0 0 0,0 0 0,0-1 0,-1 1 0,3 1 0,25 1-4310,-25-3 3459,11 0-4921</inkml:trace>
</inkml:ink>
</file>

<file path=ppt/ink/ink19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6:32.81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9074,'0'0'11641,"3"11"-11174,4 13-271,-2 0-1,-1 1 1,3 37 0,-7-61-222,3-3-906,43-30-1119,-28 18 1790,0 0 1,1 2-1,0 0 0,1 2 0,0 0 0,35-11 0,-44 35 4991,17 20-4713,-15-31-94,0-1 0,0 0 1,1 0-1,-1-2 0,0 1 1,1-2-1,20-2 1,-27 2-97,-4 0 98,1 0-1,-1 0 0,0-1 1,0 1-1,0-1 0,0 1 1,0-1-1,5-5 0,4 0 2352,-11 7-2268,1 1-1,-1 0 0,1-1 1,-1 1-1,1 0 1,-1 0-1,0 0 0,1 0 1,-1 0-1,0 0 1,0 0-1,0 0 0,0 0 1,0 1-1,0-1 0,0 0 1,0 1-1,1 1 1,15 17-634,-12-17-406,1-1 0,0 1 0,0-1 0,0 0 0,0-1 0,8 2 0,11-2-7080</inkml:trace>
</inkml:ink>
</file>

<file path=ppt/ink/ink19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6:32.99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71 1 9314,'0'0'11747,"-45"176"-11227,45-141-312,0-6-160,0-3-48,0-10 0,0-3-80,0-7-616,0-3-1041,-6-3-223,-1 0-241,-5 0-3072</inkml:trace>
</inkml:ink>
</file>

<file path=ppt/ink/ink19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6:33.27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174 0 5113,'0'0'12583,"0"12"-11420,0-2-886,0-2-93,0-1 1,0 0-1,0 0 0,-1 0 1,0 0-1,0 1 0,-1-1 1,0-1-1,-5 14 0,-5 4 319,9-15-322,-1-1 0,0 0 0,0 0 0,-1 0 0,-11 13 0,14-19-163,0 0 0,0 0 0,-1 0 0,1 0 0,-1-1 0,1 1 0,-1-1 0,0 1 0,0-1 1,1 0-1,-1 0 0,0-1 0,0 1 0,0 0 0,0-1 0,0 0 0,0 0 0,0 0 0,0 0 0,0 0 0,0 0 0,-5-2 1,6 1-158,-1 0 0,1 0 0,0 0 1,0 0-1,0 0 0,-1 0 0,1-1 1,0 1-1,1-1 0,-1 1 0,0-1 1,0 0-1,1 0 0,-1 0 0,1 0 1,-1 0-1,1 0 0,0 0 0,0 0 1,0-1-1,0 1 0,0 0 0,0-4 1,0 3-415,0-1 1,0 0 0,1 1 0,0-1 0,-1 0-1,1 1 1,0-1 0,1 0 0,-1 0 0,1 1-1,0-1 1,0 1 0,0-1 0,0 0 0,3-5-1,18-17-7016</inkml:trace>
</inkml:ink>
</file>

<file path=ppt/ink/ink19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6:33.65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526 0 8634,'0'0'12667,"-28"1"-11970,-86 3-186,112-4-496,-1 0-1,1 0 1,-1 0 0,1 0 0,-1 1 0,1-1 0,-1 1-1,1 0 1,0 0 0,-1 0 0,1 0 0,0 0 0,0 0-1,-1 0 1,1 1 0,0-1 0,0 1 0,1-1 0,-1 1-1,0 0 1,1 0 0,-1 0 0,1 0 0,-1 0-1,1 0 1,0 0 0,-1 3 0,1 0-25,0 0 1,0 0-1,1 0 0,0 0 0,0 1 1,0-1-1,1 0 0,1 9 1,-1-7-16,1-2-45,-1-1 1,1 1-1,-1-1 1,1 0 0,1 0-1,-1 0 1,0 0 0,1 0-1,0-1 1,0 1-1,0-1 1,0 1 0,6 3-1,20 26-900,-29-32 972,1 0 1,-1-1 0,0 1-1,1-1 1,-1 1 0,0 0-1,1 0 1,-1-1-1,0 1 1,0 0 0,0 0-1,0-1 1,0 1 0,0 0-1,0 0 1,0-1-1,0 1 1,0 0 0,0 0-1,0-1 1,-1 1-1,1 0 1,0-1 0,0 1-1,-1 0 1,1-1 0,-1 1-1,1 0 1,0-1-1,-1 1 1,1-1 0,-1 1-1,1-1 1,-1 1 0,0-1-1,1 1 1,-1-1-1,1 1 1,-1-1 0,0 0-1,0 1 1,1-1 0,-1 0-1,0 0 1,1 1-1,-1-1 1,0 0 0,0 0-1,1 0 1,-1 0 0,-1 0-1,-49 2 617,42-2-550,-153 7-146,58 4-4126,50-4-2921</inkml:trace>
</inkml:ink>
</file>

<file path=ppt/ink/ink19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6:35.98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389 0 4385,'0'0'14011,"-30"8"-12876,-96 27-439,110-30-606,1 0 0,1 1 0,-1 0 1,1 1-1,0 1 0,1 0 0,0 1 0,-16 14 0,3-2 62,18-15-107,1 0 0,1 0 0,-1 1 0,1 0 0,0 1-1,-7 11 1,12-18-46,0 1 0,0-1-1,0 1 1,0-1 0,0 1-1,0 0 1,0 0 0,1-1-1,-1 1 1,0 0-1,1 0 1,0 0 0,-1-1-1,1 1 1,0 0 0,0 0-1,0 0 1,0 0 0,0 0-1,1 0 1,-1-1-1,1 1 1,-1 0 0,1 0-1,-1 0 1,1-1 0,0 1-1,0 0 1,0-1 0,0 1-1,0-1 1,0 1-1,1-1 1,-1 1 0,0-1-1,1 0 1,-1 0 0,3 2-1,11 4-10,1-1 0,0-1-1,0 0 1,0-1 0,30 4 0,-31-7-15,-1 1 1,1 1 0,-1 1 0,0 0 0,0 0-1,0 2 1,0-1 0,23 15 0,-36-19 25,0 0 0,1 0 0,-1 0 0,0 1 0,1-1 0,-1 0 0,0 1 0,0-1 0,0 0 0,0 1 0,-1-1 0,1 1 0,0 0 0,-1-1 0,1 1 0,-1 0 0,1-1 0,-1 1 0,0 0 0,0-1 0,1 1 0,-1 0 0,0-1 0,-1 1 0,1 0 0,0 0 0,0-1 0,-1 1 0,0 2 0,0-1 9,-1 0 0,1 0 0,-1 0 0,0 0 0,0-1 0,0 1 0,0-1 0,0 1 0,0-1 0,-1 0 0,1 0 0,-1 0 0,-5 3 1,1 0 2,-103 50 953,97-50-911,0 0 0,0-1 0,0 0 0,-1-1 0,1-1 0,-26 2 0,41-24-4239,14-5-1620</inkml:trace>
</inkml:ink>
</file>

<file path=ppt/ink/ink19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6:36.18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51 1 13715,'0'0'9442,"-51"131"-9442</inkml:trace>
</inkml:ink>
</file>

<file path=ppt/ink/ink19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6:36.35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11763,'0'0'6593,"39"71"-13050,-14-52-1561</inkml:trace>
</inkml:ink>
</file>

<file path=ppt/ink/ink19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6:36.82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501 200 4913,'0'0'3470,"-2"-11"-2044,-8-33 107,8 37-960,0 1 0,-1-1-1,0 1 1,0-1 0,0 1-1,-9-11 1,1 0 61,8 11-371,0 1-1,-1 0 1,0-1 0,1 1 0,-2 1 0,1-1 0,0 1-1,-1 0 1,0 0 0,0 0 0,0 0 0,-9-4 0,10 7-191,-1-1 1,0 1-1,0 0 1,1 0-1,-1 0 1,0 0-1,0 1 1,0 0-1,0 0 1,0 1-1,0-1 1,0 1-1,0 0 1,0 0 0,1 1-1,-1-1 1,-5 4-1,-1 1-50,0 0-1,1 1 1,0 0 0,1 1-1,0 0 1,0 1 0,0 0-1,1 0 1,1 1 0,0 0-1,0 0 1,-8 16 0,2-1 44,1 1 0,0 0 1,2 1-1,-9 38 1,11-13-35,2 1 1,2 0 0,5 82 0,0-51-35,6 27-5,-3-76-280,-2 0-1,-3 53 0,1-86 225,0 0-1,0 0 1,-1 0 0,1 0-1,0 0 1,-1 0-1,0-1 1,1 1-1,-1 0 1,0 0-1,0-1 1,0 1-1,0 0 1,0-1 0,0 1-1,-1-1 1,1 0-1,0 1 1,-1-1-1,1 0 1,-1 0-1,0 0 1,1 0-1,-1 0 1,-2 1-1,-2 0-610,0-1-1,-1 0 0,1 0 0,0 0 0,-1-1 0,-6 0 0,11 0 417,-18 0-5184</inkml:trace>
</inkml:ink>
</file>

<file path=ppt/ink/ink19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6:37.00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2817,'0'0'17227,"205"29"-17227,-128-29-672,-19 0-1872,6-7-3386</inkml:trace>
</inkml:ink>
</file>

<file path=ppt/ink/ink19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6:37.26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174 0 7586,'0'0'8511,"-17"27"-6637,-56 93 353,61-98-1658,0 0 1,1 1-1,2 1 1,0 0 0,1 0-1,2 0 1,0 1-1,-2 34 1,5 42-270,4-66-311,-1-34-15,0 0-1,0-1 0,0 1 1,1 0-1,-1-1 0,0 1 1,0 0-1,1-1 0,-1 1 0,0-1 1,1 1-1,-1-1 0,1 1 1,-1 0-1,1-1 0,-1 0 0,1 1 1,-1-1-1,1 1 0,-1-1 1,1 0-1,0 1 0,-1-1 0,1 0 1,-1 0-1,1 1 0,0-1 1,-1 0-1,1 0 0,0 0 0,-1 0 1,1 0-1,0 0 0,0 0 1,1 0-157,0 0-1,0 0 1,0 0 0,0 0 0,0-1 0,0 1 0,0-1 0,0 1 0,0-1 0,0 0 0,0 0 0,0 1-1,2-3 1,6-7-1724,-1 1-1,0-2 1,-1 1-1,10-18 0,3-7-7556</inkml:trace>
</inkml:ink>
</file>

<file path=ppt/ink/ink19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6:37.41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11682,'0'0'6354,"198"0"-5674,-133 0-680,12 0-312,-13 0-4273,-13 0-7890</inkml:trace>
</inkml:ink>
</file>

<file path=ppt/ink/ink19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6:37.94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1 229 8194,'0'0'7531,"39"0"-5932,366-19 84,1373-132 703,-1649 143-2529,188-14-5766,-309 22 5612,37-7-1385,-22-7-3294,-21 7 23</inkml:trace>
</inkml:ink>
</file>

<file path=ppt/ink/ink19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2:25.97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72 0 1776,'0'0'11327,"2"1"-11200,-1-1 90,-1 0-1,0 0 0,1 0 1,-1 0-1,1 0 1,-1 0-1,0 0 0,1 0 1,-1 0-1,0 0 1,0 0-1,1 0 0,-1 1 1,0-1-1,1 0 1,-1 0-1,0 0 0,1 0 1,-1 1-1,0-1 1,0 0-1,0 0 0,1 1 1,-1-1-1,0 0 1,0 1-1,0-1 0,1 0 1,-1 0-1,0 1 1,0-1-1,0 0 0,0 1 1,0-1-1,0 1 0,-30 62 794,22-49-791,1 0-1,0 0 1,-5 17 0,7-9 123,0 1-1,1-1 1,2 1 0,0 41-1,2-62-324,1 0-1,0-1 0,0 1 1,-1-1-1,1 1 0,0 0 1,0-1-1,0 1 1,0-1-1,1 0 0,-1 1 1,0-1-1,1 0 0,-1 0 1,1 0-1,-1 0 0,1 0 1,-1 0-1,1 0 1,-1-1-1,1 1 0,0-1 1,0 1-1,2 0 0,46 8 161,-33-9-149,-9 1-7,0-1 0,0 0 0,-1-1-1,1 0 1,0 0 0,8-3 0,-13 3-13,1-1 0,0 0 0,-1 0 0,0 0-1,1-1 1,-1 1 0,0-1 0,0 0 0,0 0 0,-1 0 0,1 0 0,-1 0 0,0-1 0,4-6 0,25-69 99,-30 76-106,-1 1 1,1 0 0,-1 0-1,1-1 1,-1 1-1,0 0 1,0-1 0,0 1-1,0 0 1,0-1-1,0 1 1,-1 0 0,1-1-1,-1 1 1,1 0-1,-1 0 1,0 0 0,0-1-1,0 1 1,-2-3-1,-32-42 39,18 26 39,15 19-53,0 1 0,0-1 0,-1 0 1,1 0-1,0 1 0,-1 0 0,1-1 0,-1 1 1,1 0-1,-1 0 0,0 0 0,1 1 0,-1-1 1,0 0-1,0 1 0,1 0 0,-6 0 0,2-1 62,5 1 81,-16 0-907,15 17-5908,2-1 770</inkml:trace>
</inkml:ink>
</file>

<file path=ppt/ink/ink19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2:25.97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9 1072,'0'0'11879,"0"-1"-12151,3-6 10220,-1 7-8375,0 8-1384,0 0 0,-1 0 0,0 0 0,0 0 1,0 12-1,5 69 1239,-6-81-1280,1-1 0,0 1 0,1-1 0,0 0 0,0 0 0,0 0 0,1 0 0,0 0 0,0 0 0,9 11 0,-4 18 610,2-16-466,-10-19-246,1 1-1,-1 0 0,1 0 1,0-1-1,-1 1 0,1 0 1,0-1-1,0 1 0,0-1 1,0 1-1,0-1 0,0 0 0,3 3 1,-3-4 11,12-12-20548</inkml:trace>
</inkml:ink>
</file>

<file path=ppt/ink/ink19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2:25.97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7 3 1536,'0'0'10972,"-7"-3"-1075,8 4-9854,0 0-1,0-1 1,1 1 0,-1 0 0,0-1 0,0 1 0,0-1 0,0 1-1,0-1 1,1 0 0,-1 1 0,0-1 0,0 0 0,1 0-1,-1 0 1,0 0 0,1 0 0,1-1 0,39 1 157,-32 0-147,125 0 160,-134 1-209,0-1 0,-1 1 0,1 0 0,-1 0-1,1-1 1,-1 1 0,1 0 0,-1 0 0,1 0 0,-1 0 0,1 0-1,-1 0 1,0-1 0,0 1 0,0 0 0,1 0 0,-1 0 0,0 0-1,0 0 1,0 0 0,0 0 0,-1 1 0,1 33 96,0-27-70,-1-6-24,1 0 0,0 0-1,-1 0 1,1 0 0,-1-1 0,0 1 0,0 0 0,1 0 0,-1-1 0,0 1 0,-1 0-1,1-1 1,0 1 0,0-1 0,-1 1 0,-2 1 0,-32 24 88,0 1 237,32-23-267,2-3-24,0 0 0,0 1 0,0-1 0,0 0 0,0 1 0,1 0 0,-1-1 0,1 1 0,0 0-1,0 0 1,0 0 0,0 0 0,0-1 0,0 1 0,1 0 0,0 0 0,0 1 0,-1-1 0,2 5 0,0-8-22,-1 1-1,1 0 1,-1-1 0,1 1 0,-1-1-1,1 1 1,0-1 0,-1 1-1,1-1 1,0 0 0,-1 1-1,1-1 1,0 0 0,0 1-1,-1-1 1,1 0 0,0 0 0,0 0-1,-1 0 1,1 0 0,0 0-1,0 0 1,0 0 0,1 0-1,29 0 57,-22-1 1,44 1-161,27 0 659,-57 0-1741,-20 0-118,-8 1-597,-15 3-3859,0 4-2995</inkml:trace>
</inkml:ink>
</file>

<file path=ppt/ink/ink19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2:25.97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0 196 5761,'0'0'9665,"5"-1"-8812,0 0-508,-1 0-1,1 0 0,0 0 0,0 0 0,0 1 1,0 0-1,9 1 0,-12-1-235,0 1 0,0 0-1,0-1 1,0 1 0,0 0 0,0 0 0,0 0 0,0 0-1,-1 0 1,1 1 0,0-1 0,-1 0 0,1 1-1,-1 0 1,0-1 0,1 1 0,-1 0 0,0-1 0,0 1-1,0 0 1,0 0 0,0 0 0,0 3 0,17 42 689,10 52 0,-20-76-501,-4-36 375,-4-49 173,0 54-1053,0-16 218,-1 15-9,0 1-1,1-1 0,0 0 0,1 0 1,0 0-1,0 0 0,1 1 1,0-1-1,0 1 0,1-1 0,0 1 1,1 0-1,0 0 0,7-12 0,1 4 57,1 1 0,0 0-1,1 1 1,1 0-1,20-14 1,-25 21-267,0 1 0,0 1 0,1-1 0,12-3 1,-15 6-749,1 1 1,0-1-1,0 2 1,0-1-1,17 1 1,-24 6-6046,-1-3 4872,4 7-6726</inkml:trace>
</inkml:ink>
</file>

<file path=ppt/ink/ink19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2:25.98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123 1 5209,'0'0'13126,"-6"3"-12570,-4 4-334,0-1 0,0 1 1,1 1-1,0 0 0,0 0 1,1 1-1,-13 16 1,17-20-180,1 1 1,-1 0 0,1 0-1,0 0 1,0 0 0,1 0-1,0 1 1,0-1 0,1 1 0,-1-1-1,1 1 1,1 0 0,-1-1-1,1 1 1,1 0 0,0 9 0,0-14-37,1 1 0,-1-1 0,0 0 0,1 1 0,-1-1 0,1 0 0,0 0 0,-1 0 0,1 0 0,0-1 0,0 1 0,0 0 0,1-1 0,-1 1 0,0-1 0,0 0 0,1 0 1,-1 0-1,1 0 0,-1 0 0,1 0 0,0-1 0,-1 1 0,1-1 0,0 0 0,-1 0 0,4 0 0,0 1 5,0-1 1,0 0-1,0 0 1,1-1-1,-1 1 1,0-1-1,0-1 1,0 1-1,0-1 0,0 0 1,7-3-1,-9 1 19,0 1 0,0-1 0,0 0 0,0 0 0,0 0 0,-1-1-1,1 1 1,-1-1 0,0 0 0,-1 0 0,1 0 0,-1 0 0,0 0 0,-1-1-1,1 1 1,-1-1 0,0 1 0,0-1 0,-1 1 0,1-1 0,-1 1 0,0-1 0,-1 0-1,0 1 1,-1-9 0,1 12-14,0 0 0,0 0-1,-1 0 1,1 0 0,0 0-1,-1 0 1,1 1 0,-1-1-1,0 0 1,0 1 0,1-1-1,-1 1 1,0 0 0,0 0-1,0 0 1,0 0 0,-1 0-1,1 0 1,0 0 0,0 0-1,-1 1 1,1 0 0,-3-1-1,-56-5-499,60 6-677,11 1-3920,18 7 529,4 2-2328</inkml:trace>
</inkml:ink>
</file>

<file path=ppt/ink/ink19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2:25.98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194 1 4185,'0'0'14079,"-4"0"-13368,-4-1-627,0 1 1,0 0-1,0 1 0,0 0 1,0 0-1,0 1 1,0 0-1,0 0 1,0 1-1,1 0 0,-1 1 1,1-1-1,0 1 1,0 1-1,0-1 1,1 1-1,0 0 0,-1 1 1,2-1-1,-1 1 1,1 1-1,0-1 1,0 1-1,1-1 0,-6 12 1,8-15-84,1-1 0,0 1 1,0 0-1,1-1 0,-1 1 0,0 0 1,1-1-1,0 1 0,0 0 0,0-1 1,0 1-1,0 0 0,0 0 1,0-1-1,1 1 0,1 3 0,-1-4 0,0 0-1,0-1 0,0 1 1,0-1-1,0 1 0,1-1 1,-1 1-1,1-1 0,-1 0 1,1 0-1,-1 1 1,1-1-1,0 0 0,0-1 1,-1 1-1,1 0 0,3 0 1,7 2-8,0-1 0,0-1 1,1 0-1,-1-1 0,25-2 1,-33 1 29,0 1 1,0-1-1,0 0 1,0-1-1,0 1 1,0-1-1,0 1 0,-1-1 1,1 0-1,0-1 1,-1 1-1,0-1 1,1 1-1,-1-1 1,0 0-1,0 0 1,-1 0-1,1-1 0,-1 1 1,4-7-1,-4 7-6,-1 0 0,0 0 0,0 0 0,0 0 0,0 0 0,0 0 0,0 0 0,-1 0-1,1 0 1,-1 0 0,0 0 0,0-1 0,0 1 0,-1 0 0,1 0 0,-1 0 0,0 0 0,0 0 0,0 0 0,0 0-1,0 0 1,0 0 0,-1 0 0,0 0 0,1 1 0,-1-1 0,0 1 0,-3-4 0,-6-13-10206,22 19 3878</inkml:trace>
</inkml:ink>
</file>

<file path=ppt/ink/ink19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2:25.98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84 23 2561,'0'0'9039,"-15"-18"1876,10 14-9225,4 3-1625,-1 1 0,1 0 0,0 0 0,0 0 1,0 0-1,-1 1 0,1-1 0,0 0 0,0 0 0,0 1 0,-1-1 0,1 1 0,0-1 0,0 1 0,0 0 0,0-1 1,0 1-1,0 0 0,0-1 0,0 1 0,0 0 0,-1 2 0,-5 25 184,3-5-73,-6 41-45,2 1 1,2 0-1,5 73 0,1-136-140,0 1 0,0-1-1,1 0 1,-1 1-1,0-1 1,1 0 0,0 0-1,0 0 1,0 0-1,0 0 1,0 0 0,0 0-1,0 0 1,0 0-1,1 0 1,-1 0-1,1-1 1,0 1 0,-1 0-1,1-1 1,0 0-1,0 1 1,0-1 0,0 0-1,0 0 1,0 0-1,0 0 1,0-1 0,0 1-1,1 0 1,2 0-1,8 1-238,0 0 0,1-1 0,0 0-1,15-2 1,-11 1-462,-12-1 364,0 0 0,0 0 0,0 0 0,0-1 0,0 0 0,-1 0 0,1-1 0,-1 1 0,1-1 0,5-5 0,35-14-7297,-32 19 845</inkml:trace>
</inkml:ink>
</file>

<file path=ppt/ink/ink19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2:25.98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7 1688,'0'0'19276,"32"-6"-18819,0 6-137,0 0-192,7 0-128,12 0-208,32 3-1401,-12 0-2560,0-3-5729</inkml:trace>
</inkml:ink>
</file>

<file path=ppt/ink/ink19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2:25.98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62 1432,'0'0'13258,"26"-2"-12253,185-19 446,-133 12-796,324-20 3265,-398 29-3885,-1-1 0,1 1 0,-1 0 0,0 1 0,1-1 0,-1 1 0,1-1 0,-1 1 0,0 0 0,1 0 1,-1 1-1,0-1 0,0 1 0,0-1 0,0 1 0,3 3 0,-3-1 26,0 0-1,0 1 1,0-1 0,-1 1 0,1 0-1,-1-1 1,-1 1 0,1 0-1,-1 1 1,2 5 0,6 45 310,-1 0 1,-3 1-1,-3 0 1,-5 63-1,1-12 521,2-81-736,1-6-38,-1-1-1,-1 1 1,-1-1 0,-1 0 0,-5 21-1,-3 3 376,-6 46 0,1-6 35,14-64-533,7-16-2411,16-24-5335,-14 10 2240</inkml:trace>
</inkml:ink>
</file>

<file path=ppt/ink/ink19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2:25.98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 0 5761,'0'0'11655,"-2"0"-8266,7 0-2291,7 2-868,1 1-1,-1 1 0,0 0 0,0 0 0,0 2 1,-1-1-1,1 1 0,19 15 0,2-2 44,-18-10-153,0 0 1,-1 1 0,0 0 0,17 16 0,-29-24-221,1 0-650</inkml:trace>
</inkml:ink>
</file>

<file path=ppt/ink/ink19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2:25.98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265 6 1568,'0'0'15640,"-3"-2"-14637,2 2-901,0-1 1,-1 0-1,1 1 1,0 0-1,-1-1 1,1 1-1,-1 0 1,1-1-1,-1 1 1,1 0-1,-1 0 1,1 0-1,0 0 1,-1 1-1,1-1 1,-1 0-1,1 1 1,-1-1-1,1 0 1,0 1-1,-3 1 1,-25 22 1731,5-2-1242,-23 17 726,-55 57 0,99-94-1375,0 1 0,0 0 1,1 0-1,0 1 0,-1-1 0,1 0 0,0 1 1,0 0-1,-2 6 0,4-9-222,0 0 1,0 0-1,-1 1 1,1-1-1,0 0 1,0 0-1,0 0 1,1 1-1,-1-1 1,0 0-1,0 0 1,1 0-1,-1 1 1,1-1-1,-1 0 1,1 0-1,-1 0 1,1 0-1,0 0 1,-1 0-1,1 0 1,0 0 0,0 0-1,0 0 1,0-1-1,0 1 1,0 0-1,0 0 1,0-1-1,0 1 1,0-1-1,0 1 1,0-1-1,2 1 1,22 9-10678</inkml:trace>
</inkml:ink>
</file>

<file path=ppt/ink/ink19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2:25.98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623 204 2617,'0'0'9502,"-3"-11"-8496,-6-37-45,8 47-831,1-1 1,-1 1 0,1 0 0,-1 0-1,0 0 1,1-1 0,-1 1 0,0 0-1,0 0 1,0 0 0,0 0 0,0 0-1,0 1 1,0-1 0,0 0 0,0 0-1,-1 1 1,1-1 0,0 0 0,0 1-1,-1-1 1,1 1 0,0 0 0,-1-1-1,1 1 1,-2 0 0,-36 0 446,30 1-279,-16-2 171,-1 1 1,1 1 0,0 1 0,0 1-1,0 2 1,0 0 0,1 2-1,-28 10 1,30-7-280,1 1 0,-1 1 0,2 0 0,-1 2 0,2 0 0,0 1 0,-19 20 0,28-24-77,1 0 0,0 0 1,1 1-1,0 0 0,0 0 1,2 1-1,-1 0 0,2 0 1,0 1-1,0-1 0,1 1 1,1 0-1,-2 21 0,0 15 294,2 66 0,4-98-371,1-1 0,0 0 0,1 0 0,1 0 1,1-1-1,0 1 0,12 24 0,-8-22 7,0 0 1,2-1-1,1 0 0,0-1 1,1 0-1,0-1 0,2-1 0,0 0 1,0 0-1,2-2 0,0 0 1,0-1-1,1-1 0,26 13 1,-14-10 34,1-1 1,1-2 0,0 0 0,0-3 0,1 0 0,0-3-1,0 0 1,44 0 0,-51-5-45,-2 0 31,-1 0 1,46-7-1,-61 5-51,0 0 0,1-1 0,-1 0 0,-1 0 0,1-1 0,0 0 0,-1 0 1,0-1-1,0 0 0,0 0 0,10-10 0,10-15 20,-1 0 0,-2-2 0,-1 0 0,31-62 0,-45 77-34,-1 0 0,-1 0 0,-1-1 0,-1-1-1,0 1 1,-1 0 0,1-23 0,-1-135 0,-4 116 0,-1 46 2,-1 0 0,0 0 0,-1-1 0,0 1 0,-1 1 0,-9-20 0,0 3 7,-30-50-1,38 72-8,0 0 0,-1 0 0,-1 1 0,1 0 0,-1 0 0,-1 0 0,1 1 0,-15-10 0,1 4 4,-1 2 0,-25-10-1,-19-9 51,15-2-35,44 25-18,-1 1 1,1 0-1,-1 0 0,0 1 1,0 0-1,-1 1 0,1 0 1,-1 0-1,1 0 0,-17-1 1,-55 2 61,74 2-92,0 1-1,0 0 0,0 0 0,0 0 0,0 1 1,0 0-1,1 0 0,-1 0 0,1 1 0,-11 6 0,2 0-1884,3-6-4420,4-2-2807</inkml:trace>
</inkml:ink>
</file>

<file path=ppt/ink/ink19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2:25.98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475 43 1736,'0'0'8399,"-5"10"2609,6-8-10202,12-3-791,-1-1 1,1-1-1,0 0 1,-1-1-1,0 0 1,0 0 0,0-2-1,16-9 1,-17 10-11,-9 0 2294,-10 3-980,7 2-1264,0 0-1,0 0 1,1 0 0,-1 0-1,0 0 1,0 0-1,0 1 1,0-1 0,1 0-1,-1 0 1,0 1-1,0-1 1,1 1-1,-1-1 1,0 0 0,1 1-1,-1 0 1,0-1-1,1 1 1,-1-1-1,0 1 1,1 0 0,-1-1-1,1 1 1,0 0-1,-1-1 1,0 3-1,-18 52 1090,-8 24-192,-17 85 0,34-120-823,-2 0 1,-3-1 0,-20 43-1,-68 120 266,41-87-109,-141 220 80,196-330-358,0 2 0,1-1-1,1 1 1,-1 0-1,2 0 1,0 0-1,0 1 1,1-1-1,0 1 1,-1 14-1,4-25-18,6-30-3053,-5 1-4635,-1 18 996</inkml:trace>
</inkml:ink>
</file>

<file path=ppt/ink/ink19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2:25.98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1284 201 1176,'0'0'13543,"-7"-18"-8734,-7 12-4074,1 1 0,-1 1 0,0 0 0,0 0 0,0 2 0,-24-2 0,-96 2-648,81 3 550,10 1-489,0 1 0,0 2-1,0 3 1,1 1-1,0 1 1,1 3-1,1 2 1,-57 27 0,50-17-12,1 1 0,2 3 0,1 1 1,1 2-1,2 2 0,-57 61 0,75-70-16,1 1-1,1 1 0,2 1 0,-26 49 1,35-57-58,1 0-1,0 0 1,2 0 0,1 1 0,0 0-1,1 0 1,2 0 0,-1 27 0,2-38-44,1-1 0,1 1 0,0 0 1,0 0-1,1-1 0,0 1 0,0-1 1,1 0-1,5 10 0,-4-12-6,1 0 0,0-1 0,0 1 0,0-1 0,1 0 0,0 0-1,0-1 1,0 0 0,1 0 0,0-1 0,11 6 0,4 1 5,0-1-1,0-1 1,1-1 0,0-1 0,0-1-1,1-1 1,31 2 0,176-1 23,-160-7 7,-32 0-46,0-1 0,-1-3-1,1-1 1,-1-2 0,0-1-1,-1-2 1,0-2 0,48-23-1,-56 21-14,-2 0 0,0-1 0,-1-2 0,0-1 0,-2-1-1,0-1 1,-2-1 0,0-1 0,-1-1 0,29-45 0,-35 43 8,-1 0 0,-1-2 0,-2 1-1,0-1 1,-2-1 0,-2 0 0,7-45 0,-5-12-9,-4-115 0,-5 189 16,-1 1 1,-1 0-1,0 0 0,-1 0 0,0 1 0,0-1 0,-1 1 1,0 0-1,-1 0 0,-1 0 0,1 0 0,-1 1 0,-11-13 1,7 10 10,0 1 1,-1 0 0,0 1 0,-1 1-1,0-1 1,0 2 0,-1 0 0,0 0-1,-19-7 1,14 9-147,14 9-1283,27 15-1979,14-2-1392,7-2-2960</inkml:trace>
</inkml:ink>
</file>

<file path=ppt/ink/ink19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2:25.99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37 46 4217,'0'0'6163,"-24"-16"-3236,21 19 1539,2-6-160,-2-4-5170,-3-15 1445,6 23-552,1-1-1,-1 0 1,0 0 0,0 0-1,0 0 1,0 0-1,0 0 1,0 0 0,0 0-1,0 0 1,0 0 0,0 0-1,0 0 1,0 0-1,0 0 1,0 0 0,1 0-1,-1 0 1,0 0 0,0 0-1,0 0 1,0 0-1,0 0 1,0 0 0,0 0-1,0 0 1,0 0 0,0 0-1,0 0 1,1 0-1,-1 0 1,0 0 0,0 0-1,0 0 1,0 0 0,0 0-1,0 0 1,0 0-1,0 0 1,0 0 0,0 0-1,0 0 1,0 0 0,0-1-1,0 1 1,0 0-1,1 0 1,-1 0 0,0 0-1,0 0 1,0 0 0,0 0-1,0 0 1,0 0-1,0 0 1,21 31 3027,-9-11-3336,143 186 2242,-19-53-978,-77-91-546,-4 2 0,55 83-1,-83-103-214,3-2 0,1-1 0,2-2-1,2 0 1,1-3 0,46 37 0,-23-40 93,-21 4-197,-28-27-65,0 1 0,0-2 0,1 0 0,0 0 1,15 9-1,-3-6-49,-1 2 1,26 20-1,18 11-8,-3-3 3,-62-40-15,-1-1-106,-39-1-5620,13 0 1307,9 0-2213,3 0-5745</inkml:trace>
</inkml:ink>
</file>

<file path=ppt/ink/ink19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2:25.99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1235 203 6225,'0'0'11113,"-12"-9"-10144,2 1-655,0 0 0,-1 1 0,0 1 1,0 0-1,0 0 0,-1 1 1,0 0-1,-24-5 0,-61-3 1163,0 5 0,-121 6 0,144 2-1125,44 2-276,1 1 0,0 1 1,0 2-1,0 1 0,1 1 1,0 1-1,0 2 1,1 1-1,1 1 0,0 1 1,0 1-1,2 1 0,0 2 1,1 0-1,1 1 1,0 2-1,2 0 0,0 1 1,2 1-1,0 1 1,-27 50-1,36-52 3,1 0-1,2 1 1,0 0 0,2 0-1,0 0 1,2 1 0,0-1-1,2 1 1,3 37 0,-1-50-71,0-1 0,0 0 0,1 0 0,1 0 0,0 0 0,0 0 0,1-1 0,0 0 0,0 0 0,1 0 0,1-1 0,-1 1 0,1-2 0,0 1 0,10 7 1,3 2 25,0-1 1,2-1-1,0 0 1,44 21-1,-29-21 20,1-1-1,0-2 1,1-2-1,0-1 0,66 5 1,200-3 110,-285-11-157,14 0 26,5 1-2,-1-2 0,67-10 1,-91 8-25,-1-1-1,0 0 1,0 0 0,0-1 0,-1-1 0,0 0 0,0-1 0,0-1 0,-1 1 0,0-2 0,13-12 0,-4 2-5,0-2 1,-1 0-1,-2 0 1,0-2-1,-2 0 1,0-1-1,-1-1 1,-2 0-1,-1-1 1,0 0-1,-2-1 1,-1 0-1,-2 0 1,0 0-1,-2-1 1,2-42-1,-6 58-3,1-3 9,-1 0-1,0-1 0,-1 1 0,0 0 1,-1-1-1,-1 1 0,0 0 1,-2 0-1,1 1 0,-2 0 1,-10-21-1,-8-1 21,-1 1 0,-2 1 0,-2 1 1,-1 2-1,-1 1 0,-2 1 0,-36-25 0,63 51 6,1-1 0,-1 1 1,1 0-1,-1 1 0,0-1 0,0 1 0,0 0 0,-1 1 0,1-1 0,0 1 0,-1 1 0,1-1 0,-1 1 0,-10 1 0,16-1 134,1 10-7228,0-4 911</inkml:trace>
</inkml:ink>
</file>

<file path=ppt/ink/ink19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2:25.99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957 53 1168,'0'0'8525,"0"-38"1096,0 27-9347,0 11-228,0 0 0,0 0 0,-1-1 0,1 1 0,0 0 0,-1 0 0,1-1 0,0 1 0,0 0 0,-1 0 0,1 0 0,0 0 0,-1-1 0,1 1 0,0 0 0,-1 0 0,1 0 0,0 0 0,-1 0 0,1 0 0,0 0 0,-1 0 0,1 0 0,-1 0 0,1 0 0,0 0 0,-1 0 0,1 0 0,0 0 0,-1 0 0,1 1 0,0-1 0,-1 0 0,1 0 0,0 0 0,-1 0 0,1 1 0,0-1 0,0 0 0,-1 0 0,1 1 0,0-1 0,0 0 0,-1 0 0,1 1 0,0-1 0,0 0 0,0 1 0,-17 12 514,9 0-179,0 0 0,1 0 0,-7 17 0,-14 26 361,-43 75 1302,-14 22-1076,50-85-385,-85 206 481,33-66-634,87-207-429,-140 278 339,44-96-171,-33 55 723,39-83-452,89-155-446,0 1 1,0 0-1,1 0 1,-1 0-1,1 0 1,-1 0 0,1 0-1,-1 0 1,1 0-1,-1 0 1,1 0-1,0 0 1,0 0-1,-1 1 1,1-1-1,0 0 1,0 0-1,0 0 1,0 0 0,0 0-1,1 2 1,0-3-71,-1 0 0,1 0 0,-1 0 0,1 0 0,0 1 0,-1-1 0,1 0 0,0 0 1,-1 0-1,1 0 0,0 0 0,-1 0 0,1-1 0,-1 1 0,1 0 0,0 0 0,-1 0 1,1-1-1,-1 1 0,1 0 0,0-1 0,-1 1 0,1 0 0,-1-1 0,1 1 0,-1-1 0,1 1 1,-1 0-1,0-1 0,1 0 0,-1 1 0,1-1 0,-1 0 0,12-13-4009,-4-1-2260</inkml:trace>
</inkml:ink>
</file>

<file path=ppt/ink/ink19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2:25.99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1661 57 8194,'0'0'9837,"-31"-9"-8636,-6-3-813,15 4-115,0 1 0,0 1 1,-1 1-1,0 1 0,0 1 0,-31 0 1,-324 12 3293,323-3-3152,0 3 0,0 2 1,1 2-1,-92 36 0,102-30-285,1 3 0,0 1-1,2 2 1,1 2 0,1 1 0,2 3-1,0 1 1,3 1 0,0 2-1,-37 52 1,45-52-90,3 1 1,1 1 0,2 1-1,1 0 1,2 2 0,2 0-1,1 1 1,3 1-1,1 0 1,2 0 0,-5 78-1,14 220 539,5-302-496,1 1-1,2-1 1,1 0-1,2-1 1,2 0-1,1-1 1,2-1-1,1-1 1,34 48 0,-40-66-66,0 0 0,2-1 0,0 0 1,1-1-1,0 0 0,1-1 1,0-1-1,1-1 0,1 0 1,35 15-1,-26-15 15,0-2 1,1-1 0,0-2-1,0 0 1,1-2-1,0-1 1,36-1-1,-45-2-13,27 1 16,-1-2-1,1-2 1,73-15 0,-70 5-31,-1-3 0,-1-1 0,0-3 0,-1-1 0,-1-3 0,-2-2 0,43-32 0,-55 34 1,0-2 1,-3-2-1,0 0 0,-2-2 1,0-1-1,-3-2 0,-1 0 0,-1-1 1,26-55-1,24-73-111,86-291 0,-149 420 66,-2-2-1,-1 1 1,3-64 0,-9 84 21,0 0 1,-1-1-1,0 1 1,-1 1-1,-1-1 0,0 0 1,-1 0-1,0 1 1,-1 0-1,-1 0 0,0 0 1,-9-14-1,0 9 11,0 0 0,-1 1 0,-1 1 0,0 0 0,-1 1 0,-1 1 0,0 1 0,-1 1 0,-39-18 0,-14-1 12,-119-31 0,73 25 6,87 21 40,29 13-47,0 1 0,0 0 0,-1 0 0,1 0 0,-1 1 1,0-1-1,1 1 0,-1 0 0,0 0 0,0 0 0,-4 0 1,7 1 9,-6 19-596,7-11-463,0-6 600,-1 0 0,1 0-1,0 0 1,0 1 0,0-1-1,0 0 1,1 0-1,-1 0 1,1-1 0,-1 1-1,1 0 1,-1 0 0,1 0-1,0 0 1,0 0 0,2 2-1,8 3-5881</inkml:trace>
</inkml:ink>
</file>

<file path=ppt/ink/ink19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2:25.99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149 135 3265,'0'0'14664,"-13"-22"-14532,6-4-117,7 23-14,-1 1 1,1-1-1,-1 1 1,0-1-1,1 1 1,-1 0-1,0-1 1,0 1-1,0 0 1,-1 0-1,1 0 1,0 0-1,-1 0 1,0 0-1,-1-2 1,-42-29 511,42 31-139,-25-10 4726,28 12-5044,-1 0 1,0 0-1,1-1 0,-1 1 0,1 0 0,-1 0 1,0 0-1,1 0 0,-1 0 0,0 0 1,1 0-1,-1 0 0,0 0 0,1 0 0,-1 0 1,0 0-1,1 0 0,-1 1 0,0-1 1,1 0-1,-1 0 0,1 1 0,-1-1 0,1 0 1,-1 1-1,1-1 0,-1 1 0,1-1 0,-1 1 1,1-1-1,-1 1 0,1-1 0,0 1 1,-1-1-1,1 1 0,0 0 0,-1-1 0,1 1 1,0-1-1,0 1 0,-1 1 0,-6 61 589,2 1 1,5 87-1,1-66-416,4 18 259,5-1-1,33 143 1,-20-129-138,12 166 0,-33 3 19,3 37 14,9-173-226,3 68 107,-17 24-418,0-243-335,-1 0 1,1 1 0,0-1-1,0 0 1,-1 1-1,1-1 1,-1 0 0,0 1-1,1-1 1,-1 1-1,0-1 1,0 1 0,0-1-1,0 1 1,0 0-1,0-1 1,-2 0 0,-9-8-6401</inkml:trace>
</inkml:ink>
</file>

<file path=ppt/ink/ink19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2:25.99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1643 174 11963,'0'0'4172,"-33"-10"-2765,-3-2-956,7 2-35,0 1 0,-1 1 0,0 2 1,0 0-1,-37 0 0,-15 2 922,-131 11 0,169-1-952,0 1 0,1 2 0,0 2 0,-71 27 0,68-17-159,2 2 1,0 2-1,2 2 0,1 1 1,1 3-1,1 1 0,2 1 1,2 2-1,-53 67 0,45-44-108,2 2 0,3 2 0,3 2 0,2 1 0,3 1 0,-23 77 0,42-102-43,1 0 0,2 0-1,-4 59 1,6 128 330,6-211-381,1 8 6,1 1 1,1-1-1,1 0 1,1 0-1,1-1 1,1 1-1,1-1 1,2-1-1,0 0 1,1 0-1,2-1 1,29 41-1,-28-45 0,0-1 0,2-1 0,0-1 0,0 0 0,2-1 0,-1 0 0,2-2 0,0 0-1,0-1 1,1-1 0,1-1 0,-1-1 0,1-1 0,1 0 0,22 3 0,-16-5 28,1-1 0,0-2 1,0 0-1,0-2 0,0-2 1,0 0-1,-1-2 0,1-1 1,-1-1-1,0-2 1,49-19-1,-5-6-39,-2-3-1,-1-3 1,-2-3 0,75-63-1,-99 70-17,-3-3 0,-1-1 0,-2-2-1,-2-1 1,-1-2 0,53-94 0,-74 112 5,-1-1 1,-1-1-1,-2 1 1,0-2 0,-2 1-1,3-31 1,-2-12 1,-3-96 1,-6 129-5,-3 1 0,-1 0 0,-1 0 0,-3 0 1,0 1-1,-3 0 0,-29-64 0,17 53-2,-1 1-1,-2 1 0,-3 2 1,-1 0-1,-40-40 1,42 53-2,-1 2 0,-2 1 1,-1 1-1,-1 2 0,-1 2 1,-1 1-1,0 1 0,-2 2 1,0 2-1,-56-15 0,54 23-6,40 37-39,1-26-12,-1 1-1,0-1 1,1 0 0,0 0 0,-1 1-1,1-1 1,0 0 0,1 0 0,-1 0-1,1 0 1,-1 0 0,1-1 0,0 1-1,0 0 1,0-1 0,0 1 0,0-1-1,1 0 1,-1 1 0,1-1 0,0 0-1,5 2 1,-1 0-844,0-1-1,0 0 1,1 0-1,-1-1 1,1 1-1,-1-2 1,1 1-1,13 0 1,11-2-5239</inkml:trace>
</inkml:ink>
</file>

<file path=ppt/ink/ink19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2:25.99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784 59 5169,'0'0'9098,"0"-10"-8123,0-18-393,0 8 5867,-14 40-4230,9-3-1945,-2 0 0,0 0 0,-1 0 0,-13 20-1,1-1-74,-128 278 1535,-22 133 181,167-439-1892,-36 111 174,-113 314 587,75-211-383,18-44-170,38-100-63,17-59-116,-1 0 0,0-1-1,-12 25 1,15-34 1293</inkml:trace>
</inkml:ink>
</file>

<file path=ppt/ink/ink19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2:25.99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1478 203 11162,'0'0'2238,"-36"-9"-712,-7-2-1001,-20-5 895,-92-12 0,98 22-542,-1 1 1,0 4-1,-92 8 1,112-2-544,0 2 1,0 1 0,0 2-1,1 1 1,1 3 0,-50 24-1,48-16-218,1 1 0,1 2 0,0 2 0,3 1 0,0 2 0,2 1 0,1 1 0,1 1 0,2 2 0,2 1 0,1 1 0,2 1 0,1 1 0,2 1 0,2 0-1,2 2 1,1 0 0,-12 69 0,11-1-69,-2 154 0,16-246 1,1-1-1,0 1 1,2-1-1,0 0 1,1 1-1,1-1 1,0-1-1,1 1 1,1-1-1,14 28 1,-10-26 53,1 0-1,0-1 1,1-1 0,1 0 0,1 0 0,27 23 0,-30-31-69,-1 0 0,2 0 0,-1-2 0,1 1 1,-1-2-1,2 1 0,-1-2 0,1 1 0,-1-2 0,1 0 1,23 3-1,5-3 27,1-1 1,0-3 0,0-1-1,-1-2 1,1-2 0,-1-1-1,57-19 1,-64 15-41,0-2-1,0-1 1,-2-2-1,52-33 1,-64 35-2,0-1 0,-2-1 0,0-1 0,0 0 0,-2-1 1,0-1-1,25-40 0,17-47 16,-4-1 0,-6-4 0,49-159 0,-81 220-33,-3-1 1,-1 0 0,-3-1-1,-2 0 1,0-61-1,-7 102 3,-1-1 0,0 1 0,-1 0-1,0 0 1,-1 0 0,0 0 0,-1 1 0,0-1 0,0 1-1,-1 0 1,-12-18 0,6 13-2,-1 0 0,-1 1 0,0 1 0,0 0 0,-1 1 0,-25-16 0,-6 1 0,-1 1 0,-1 3 0,-2 3 1,-57-18-1,-99-18 333,184 50-629,29 9-2357,23 9-1953,-6-5-1264</inkml:trace>
</inkml:ink>
</file>

<file path=ppt/ink/ink19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2:25.99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116 103 904,'0'0'11629,"-4"-8"-10383,0 3-1032,1-1 0,-1 1 0,0 0 0,0 0-1,0 0 1,-1 0 0,0 1 0,0 0 0,0 0 0,0 0 0,0 1 0,-8-4 0,-7-9 603,19 14-418,0 1 0,0 0 0,-1-1 0,1 1 0,0 0 0,-1 0 0,1 0 0,-1 0 1,1 0-1,-1 0 0,1 0 0,-1 1 0,0-1 0,1 1 0,-4-1 0,8 27 440,2-10-577,2-1-1,0 0 0,1 0 0,1 0 0,20 25 1,0 1 127,290 527 2227,-306-543-2548,88 213 797,-72-160-318,54 103 0,-38-110-241,3-3 0,2-2 0,102 102 0,-121-135-209,8 16 131,-38-46-236,-1-2-218,-51-1-9080,38 0 2467</inkml:trace>
</inkml:ink>
</file>

<file path=ppt/ink/ink19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2:25.99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1446 312 8146,'0'0'8427,"-34"-17"-6944,-110-55-303,126 64-948,0 1 1,0 1-1,-1 0 0,0 1 1,0 2-1,0-1 1,-1 2-1,1 1 0,-27 1 1,8 0 85,-7-2-50,1 1-1,-1 3 1,1 2 0,-1 2-1,1 1 1,-47 16 0,41-6-66,0 3 1,1 2-1,2 3 0,0 1 1,1 2-1,2 2 1,-64 58-1,88-70-141,0 2 0,2 1 0,0 0 0,1 1 0,1 1 0,2 1 0,0 0-1,1 0 1,2 2 0,0-1 0,2 2 0,1-1 0,1 1 0,1 0 0,1 0 0,-1 36 0,4-29-49,1 0 1,2 0-1,1 0 0,2 0 0,1-1 1,2 1-1,1-1 0,24 61 1,-12-49-11,2 0 1,47 67 0,-55-93 15,1 0 0,0-2 0,2 1 0,0-2 0,1 0 0,0-2 0,36 22 0,-26-20 41,1-2 1,0-1 0,1-2 0,0 0 0,1-3-1,36 7 1,-3-6 27,0-3 0,70-2 0,-111-5-41,0-1 1,0-1 0,0-2 0,0 0 0,0-1-1,-1-1 1,0-1 0,31-16 0,-14 3-5,-2-2 1,0-1-1,55-47 0,-65 46-32,-2-1 1,0 0-1,-2-2 0,-1-1 0,-1-1 0,-2-1 1,0-1-1,-3 0 0,21-56 0,-23 46-1,-1 0 0,-2-1-1,-3-1 1,-1 0 0,-2 0 0,-2 0 0,-4-69-1,-3 82-5,-1 0 1,-1 0-1,-2 0 0,-2 1 0,0 0 0,-2 1 0,-1 0 0,-2 1 0,0 1 1,-27-36-1,2 10 3,-3 1 1,-2 2 0,-96-82 0,116 112 0,0 1 0,0 2 0,-45-24 0,55 34-1,0 0 0,0 1 0,-1 1 0,0 1 0,0 0 0,0 1 0,0 0 0,-26 0 0,35 3 3,-1 0-1,1 0 1,-1 1-1,1 0 0,0 0 1,-1 1-1,1 0 1,0 0-1,0 1 0,-13 5 1,17-5-5,0-1 0,0 1 0,0 0-1,1 0 1,-1 0 0,1 0 0,-1 0 0,1 0 0,0 0 0,0 1 0,1-1 0,-1 1 0,1 0 0,-1 0 0,1-1 0,0 1 0,1 0-1,-1 0 1,1 0 0,0 0 0,0 0 0,0 4 0,0 0-4,-1-5-19,1-1 1,0 1-1,0 0 0,0 0 0,0-1 1,0 1-1,1 0 0,-1 0 1,1-1-1,0 1 0,-1 0 0,1-1 1,0 1-1,1-1 0,-1 1 1,0-1-1,1 0 0,-1 1 0,1-1 1,0 0-1,0 0 0,0 0 1,0 0-1,0-1 0,0 1 0,5 2 1,29 19-2655,43 18 0,-27-20-3631</inkml:trace>
</inkml:ink>
</file>

<file path=ppt/ink/ink19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2:2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6 1 4905,'0'0'10178,"-6"0"-3558,243 0-6373,-236 1-226,0 0 0,-1 0 0,1 0 0,0 1-1,-1-1 1,1 0 0,0 0 0,-1 1 0,1-1 0,-1 0 0,0 1 0,0-1 0,1 0 0,-1 1-1,0-1 1,0 0 0,0 1 0,0-1 0,-1 3 0,-3 32 597,0-30-517,0-1 0,-1 1 0,0-1-1,0 1 1,0-1 0,0-1 0,-1 1-1,-12 7 1,-55 27 299,60-32-254,76-4-69,-54-3-78,-1-1-3,-1 1 0,0 0 0,1 1-1,-1-1 1,0 1 0,1 1 0,12 3 0,-18-3 0,0-1 1,0 1-1,0 0 1,0-1-1,0 1 1,0 0-1,-1 0 1,1 0-1,-1 0 1,1 1-1,-1-1 1,0 0-1,1 1 1,-1-1-1,-1 1 1,1-1-1,0 1 1,0-1-1,-1 1 1,0-1-1,1 1 1,-1 0-1,0-1 1,0 1-1,-1 3 1,1 2 2,0-1 0,0 0 1,-1 1-1,0-1 1,0 0-1,0 0 1,-1 0-1,-1 0 1,1 0-1,-7 12 1,7-16 55,-1 0 1,0 0-1,1 0 1,-1 0-1,0 0 1,0-1-1,-1 0 1,1 1-1,-1-1 1,1-1-1,-1 1 1,1 0-1,-1-1 1,0 0-1,0 0 1,0 0-1,0 0 1,0 0-1,0-1 1,0 0-1,0 0 1,-4 0-1,4 0 26,0-1-1,1 1 0,-1 0 1,0-1-1,0 0 0,1 0 1,-1 0-1,1-1 0,-1 1 1,1-1-1,-1 0 0,1 0 0,0 0 1,0 0-1,0 0 0,0-1 1,0 1-1,0-1 0,1 0 1,-1 0-1,1 0 0,-3-5 1,-6 5-109,10 3-211,5 0-3413,45 2-4401,-12 8 1678</inkml:trace>
</inkml:ink>
</file>

<file path=ppt/ink/ink19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2:26.00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161 2 1744,'0'0'13934,"0"-2"-11491,-1 5-1280,-3 4-802,0 0 0,-1-1-1,0 0 1,0 0 0,0 0 0,-1 0 0,-8 6-1,-14 15 391,13-11-395,-32 46 113,43-56-467,2-1 0,-1 1 1,0 0-1,1 0 0,0 0 1,1 0-1,-1 0 1,1 0-1,1 0 0,-1 10 1,1-15-2,0-1 1,1 1 0,-1-1-1,0 1 1,1-1-1,-1 1 1,0-1 0,1 0-1,-1 1 1,1-1-1,-1 0 1,1 1-1,-1-1 1,1 0 0,-1 1-1,1-1 1,-1 0-1,1 0 1,-1 0 0,1 1-1,0-1 1,-1 0-1,1 0 1,-1 0 0,1 0-1,-1 0 1,1 0-1,0 0 1,24-1 35,-19 1-38,340 0-1370,-349 0 989,-12-1-3697,2-4-3908,12 2 2873</inkml:trace>
</inkml:ink>
</file>

<file path=ppt/ink/ink19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2:26.00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75 0 9562,'0'0'12797,"-12"29"-11580,-35 90-265,44-114-835,1 1-1,0 0 1,0 0 0,0 0 0,1 0-1,0 1 1,0-1 0,0 0 0,1 0-1,0 1 1,0-1 0,1 7 0,1 9-851,0-19 102,-1 0-1,0 0 1,1-1 0,-1 1-1,1 0 1,0-1 0,0 1-1,0-1 1,0 0 0,0 0-1,0 0 1,5 4 0,17 7-5522</inkml:trace>
</inkml:ink>
</file>

<file path=ppt/ink/ink19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2:26.00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102 45 928,'0'0'12832,"1"-7"-11206,1-3-1049,0-3-2,0-2 5771,-5 16-6137,0 0 1,0-1-1,0 1 1,0 1 0,1-1-1,-1 0 1,0 1 0,1-1-1,-3 3 1,-8 12 323,3-5-388,1 0 0,1 0-1,0 1 1,-9 18-1,17-29-150,0-1 0,0 1 0,0-1 1,0 1-1,0-1 0,0 1 0,0-1 0,1 1 0,-1-1 0,0 1 0,0-1 0,0 0 0,1 1 0,-1-1 0,0 1 0,1-1 0,-1 0 1,0 1-1,1-1 0,-1 0 0,1 0 0,-1 1 0,0-1 0,1 0 0,-1 0 0,1 1 0,-1-1 0,1 0 0,-1 0 0,1 0 0,-1 0 1,0 0-1,1 0 0,-1 0 0,1 0 0,-1 0 0,1 0 0,-1 0 0,1 0 0,-1 0 0,2 0 0,24 0 47,-23 0-66,11-1-27,1 2 0,0 0 0,-1 1 0,28 7 0,-40-9 46,0 0 0,0 1-1,1 0 1,-1-1 0,0 1 0,0 0 0,0 0 0,0 0 0,0 0 0,0 0-1,0 1 1,-1-1 0,1 1 0,0-1 0,-1 1 0,1 0 0,-1-1 0,1 1-1,-1 0 1,0 0 0,0 0 0,0 0 0,0 0 0,0 0 0,0 0-1,-1 1 1,1-1 0,-1 0 0,1 0 0,-1 0 0,0 1 0,0-1 0,0 0-1,0 0 1,0 1 0,-1-1 0,1 0 0,0 0 0,-1 1 0,0-1 0,-1 4-1,-3-2 28,1 0-1,0 0 1,-1 0-1,0 0 1,0-1-1,0 0 0,-1 0 1,1 0-1,-1-1 1,1 0-1,-7 2 1,3 0-20,-47 11 98,46-14-77,0 2 1,0-1-1,-19 9 0,25-10 1735,1 0-6086,9-12-11913</inkml:trace>
</inkml:ink>
</file>

<file path=ppt/ink/ink19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2:26.00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30 4889,'0'0'13215,"3"-2"-11896,3-2-885,1 0 0,0 1-1,0 0 1,0 0 0,0 1 0,0 0 0,0 0 0,1 1-1,8-1 1,75 1-347,-8 1-3925,-76 6-6146</inkml:trace>
</inkml:ink>
</file>

<file path=ppt/ink/ink19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2:26.00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371 50 384,'0'0'7083,"0"-5"-5799,0-4-975,0-25 7525,-4 33-4285,-18 0-2409,10 8-899,2 1 0,-1 1-1,1-1 1,0 2 0,-10 11 0,-22 20-21,-118 104 393,102-62-332,57-83-272,0 1-1,0 0 0,0 1 0,0-1 0,0 0 0,1 0 0,-1 0 0,0 0 1,1 1-1,-1-1 0,0 0 0,1 1 0,0-1 0,-1 0 0,1 1 0,0-1 1,0 1-1,0-1 0,-1 0 0,2 1 0,-1-1 0,0 1 0,0-1 0,0 0 1,1 1-1,-1-1 0,1 2 0,1-1 3,-1 0-1,1-1 1,0 1 0,-1-1 0,1 1-1,0-1 1,0 0 0,0 0 0,0 1-1,0-1 1,1-1 0,-1 1 0,0 0-1,4 0 1,10 2 18,1 0 0,-1-2 0,23 0 0,-36-1-31,-3 0 2,5 1 16,0-1 0,0 0 0,0-1 0,0 1 0,0-1 0,0 0 0,7-2 1,-11 2-1,1 0 0,-1 0 0,0 0 0,1 0 0,-1-1 0,0 1 0,0 0 0,0 0 0,0-1 0,0 1 0,0-1 0,-1 1 0,1-1 0,0 1 0,-1-1 0,1 1 0,-1-1 0,1 1 0,-1-1 0,0 0 0,0 1 1,0-1-1,0 0 0,0 1 0,0-4 0,13-46 92,-13 50-102,0 0 0,0 0 0,0 0 0,0 0 0,0 0 0,0 0 0,0 0 0,0 0 0,0 0 0,0 1 0,0-1 0,-1 0 0,1 0 0,0 0 0,-1 0 0,1 0 0,-1 0 0,1 1 0,-1-1 0,1 0 0,-1 0 0,0 1 1,1-1-1,-1 0 0,0 1 0,1-1 0,-1 0 0,0 1 0,0-1 0,0 1 0,0 0 0,1-1 0,-1 1 0,0 0 0,0-1 0,0 1 0,0 0 0,0 0 0,0 0 0,0 0 0,0 0 0,0 0 0,0 0 0,0 0 0,0 0 0,-1 1 0,-24-4 416,9 0-243,-3 1 489,18 1 1,10 1 304,-7 0-987,-1 6-7746,0 1 2308</inkml:trace>
</inkml:ink>
</file>

<file path=ppt/ink/ink19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2:26.006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78 8 4913,'0'0'9191,"6"-5"-8037,-6 4-1120,0 1 0,0 0 0,0 0 0,1 0 0,-1 0 0,0 0 0,0 0 0,0-1 0,0 1 0,0 0-1,0 0 1,0 0 0,0 0 0,1 0 0,-1 0 0,0 0 0,0 0 0,0 0 0,0 0 0,0 0 0,1 0 0,-1-1 0,0 1 0,0 0 0,0 0 0,0 0 0,0 0 0,1 0 0,-1 0 0,0 0 0,0 0-1,0 1 1,0-1 0,0 0 0,0 0 0,1 0 0,-1 0 0,0 0 0,0 0 0,0 0 0,0 0 0,0 0 0,0 0 0,1 0 0,-1 0 0,0 1 0,0-1 0,0 0 0,0 0 0,0 0 0,0 0-1,0 0 1,0 0 0,0 1 0,0-1 0,0 0 0,1 0 0,-1 0 0,0 0 0,0 1 0,0 22 394,-1 1 1,-1-1-1,-1 1 0,-1-1 0,-1 0 1,-1 0-1,-12 30 0,17-50-376,-1 0 0,1 1 0,0-1 0,-1 1 0,2-1 0,-1 1 0,0 0 0,1 5 0,7 0 429,14-11-324,1-2-256,0 1 1,1 1 0,-1 1-1,25 1 1,-9 1-125,-36-1 216,0 0 1,0 0-1,0 1 1,0-1-1,0 1 1,0-1-1,0 1 1,0 0-1,0-1 1,0 1-1,-1 0 1,1 0-1,0 1 1,0-1-1,-1 0 1,1 1-1,-1-1 1,1 0-1,1 3 1,0 0 2,0 1 0,-1-1 0,1 1 0,-1 0 0,0 0 0,0 0 0,2 7 0,0 5 26,-1 0 1,-1 1-1,0 30 1,-2-47 18,-1 1 0,0 0-1,0 0 1,0-1 0,0 1 0,0-1 0,-1 1 0,1-1 0,0 1-1,-1-1 1,1 0 0,-1 0 0,1 1 0,-1-1 0,1 0 0,-1 0-1,0-1 1,0 1 0,1 0 0,-1-1 0,0 1 0,0-1 0,0 1-1,-3-1 1,-54 10 452,-157 3-215,224-30-3965,22-17-2785,-17 18 1527</inkml:trace>
</inkml:ink>
</file>

<file path=ppt/ink/ink19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2:26.007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0 16 2665,'0'0'13386,"27"0"-11820,33 1-710,-36 1-549,-1-1 0,1-1 0,-1-2 1,1 0-1,-1-1 0,24-7 0,-44 8 114,0 1-1235</inkml:trace>
</inkml:ink>
</file>

<file path=ppt/ink/ink19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2:26.008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0 100 5297,'0'0'10792,"1"-6"-10052,0 4-687,-1 0 0,1 0 0,-1 0 1,1 0-1,0 0 0,0 1 0,0-1 0,0 0 1,0 0-1,0 1 0,0-1 0,1 1 0,-1-1 0,1 1 1,-1-1-1,1 1 0,-1 0 0,1 0 0,2-2 1,48-15 893,19 3-815,-1 3 0,2 4-1,-1 2 1,90 6 0,-160 1-134,0 1 0,-1 0 0,1 0-1,-1 0 1,1-1 0,-1 1 0,0 0 0,0 0 0,0 0 0,0 0 0,0 0 0,0 3 0,-1-3 10,1 3 12,0 0-1,-1 0 0,0 0 1,0 0-1,-1-1 0,1 1 1,-1 0-1,0-1 0,0 1 1,-1-1-1,1 1 0,-1-1 1,0 0-1,0 0 1,0-1-1,-1 1 0,1 0 1,-1-1-1,-5 3 0,-25 30 21,32-32-47,1-1 0,0 1 0,-1 0 0,1 0 0,1-1 0,-1 1 0,1 0 0,-1 0 0,1 0 0,0 0 0,0 0 0,1 0 0,-1 0 0,1 0 0,0 0 0,0-1 0,0 1 0,0 0 0,1-1 0,0 1 0,0 0 0,0-1 0,0 0 0,0 0 1,3 4-1,17 12-254,-9-9 180,0 1 0,-1 0 0,-1 0-1,0 1 1,0 1 0,-1 0 0,13 23 0,-23-35 85,0 0 0,0 0 0,0 0 0,0-1 1,0 1-1,0 0 0,0 0 0,-1-1 0,1 1 0,0 0 0,0 0 0,-1-1 0,1 1 1,-1 0-1,1-1 0,0 1 0,-1-1 0,1 1 0,-1 0 0,0-1 0,1 1 0,-1-1 0,1 1 1,-1-1-1,0 0 0,1 1 0,-1-1 0,0 1 0,0-1 0,1 0 0,-1 0 0,0 0 1,0 1-1,1-1 0,-1 0 0,0 0 0,0 0 0,-1 0 0,-39 6 572,33-5-508,-68 14 652,55-10-80,0-1 1,0 0-1,-25 0 0,45-4 485,2 9-10511,4-5 4284</inkml:trace>
</inkml:ink>
</file>

<file path=ppt/ink/ink19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2:26.009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14 61 3753,'0'0'14930,"8"-1"-14333,27-13-472,-13 5-110,-1 1-1,1 1 1,1 0-1,-1 2 1,35-4-1,39 8-54,-94 24-131,-3-16 228,0-1 0,0 1-1,0-1 1,0 0-1,-1 0 1,0 0 0,-1 0-1,1 0 1,-1 0 0,-7 10-1,-45 54 100,27-35-148,-8 6 19,-1-2 1,-62 51-1,96-87-32,-1 1 1,1-1-1,0 1 1,0 0-1,0 0 1,0 0-1,0 0 0,1 1 1,0-1-1,0 1 1,0-1-1,1 1 1,-1 0-1,1 0 1,0-1-1,1 1 1,-1 6-1,1-11 12,1 1-1,0 0 0,0-1 1,-1 1-1,1 0 0,0-1 1,0 1-1,0-1 0,-1 1 1,1-1-1,0 0 0,0 1 1,0-1-1,0 0 0,0 0 1,0 1-1,0-1 0,0 0 0,0 0 1,0 0-1,0 0 0,0 0 1,1-1-1,33 1 148,-28 0-97,84 2 306,-39 0 99,87-7-1,-117-2-97,6-1 8,-11 8-6612,-7 3 1285</inkml:trace>
</inkml:ink>
</file>

<file path=ppt/ink/ink19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2:26.010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241 54 4241,'0'0'10339,"4"-7"-9120,13-21-206,-12 21 1158,-6 7-2160,1 1 0,0-1 1,0 0-1,0 0 0,0 0 1,0 0-1,0 0 0,0 0 0,-1 0 1,1 0-1,0 0 0,0 0 1,0 0-1,0 0 0,0 0 1,0 0-1,-1 0 0,1 0 0,0 0 1,0 0-1,0 0 0,0 0 1,0 0-1,0 0 0,0 0 1,-1 0-1,1-1 0,0 1 0,0 0 1,0 0-1,0 0 0,0 0 1,0 0-1,0 0 0,0 0 1,0 0-1,0 0 0,-1-1 0,1 1 1,0 0-1,0 0 0,0 0 1,0 0-1,0 0 0,0 0 1,0 0-1,0-1 0,0 1 0,0 0 1,0 0-1,0 0 0,0 0 1,0 0-1,0 0 0,0-1 1,0 1-1,-9 0 18,0-1 1,-1 1-1,1 1 0,0 0 1,-1 0-1,1 1 1,0 0-1,0 1 0,0 0 1,1 0-1,-1 1 1,1 0-1,-1 1 0,1-1 1,1 2-1,-1-1 1,1 1-1,0 0 0,0 1 1,1-1-1,-1 1 1,2 1-1,-8 9 0,4-2-20,1 1 0,0 0-1,1 1 1,1-1-1,1 1 1,0 0 0,1 1-1,1-1 1,0 1 0,1-1-1,1 1 1,1 0-1,1 0 1,3 18 0,-4-33 2,1 0 0,0-1 0,1 0 0,-1 1 0,0-1 0,1 0 0,-1 1 0,1-1-1,0 0 1,-1 0 0,1 0 0,0 0 0,0-1 0,1 1 0,-1-1 0,0 1 0,0-1 0,1 0 0,-1 1 0,1-1 0,-1 0 0,1-1 0,-1 1 0,1 0 0,4 0 0,8 1 157,0 0-1,0-1 1,19-1-1,-22 0-77,-3-1-32,-1 0 0,1-1-1,0 0 1,-1 0 0,1-1 0,-1 0-1,0 0 1,0-1 0,0 0-1,-1 0 1,1-1 0,-1 0 0,0 0-1,7-8 1,3-3 73,0 0 0,-2-2 1,0 0-1,13-21 0,-22 29-104,-1 1 0,-1-2 0,0 1 0,0 0 0,-1-1 1,0 0-1,-1 1 0,0-1 0,-1 0 0,0 0 0,-1 0 0,0 0 0,-1 0 1,-2-14-1,0 17-9,-1 0 0,0 1 0,0-1 0,0 1 0,-1-1 1,-1 1-1,-6-7 0,4 4 33,5 8-19,0 0 0,0 0 1,0 0-1,0 1 0,0-1 1,-1 1-1,1-1 0,0 1 1,-1 0-1,1 0 0,-1 1 1,0-1-1,1 1 0,-1 0 1,1 0-1,-1 0 0,1 0 0,-6 1 1,-4 0 24,12-1 231,0 13-6935,-5-1 1346</inkml:trace>
</inkml:ink>
</file>

<file path=ppt/ink/ink19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2:26.01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17 7154,'0'0'8364,"2"-16"-2912,-4 16-3889,3 12-865,-1 0-1,2 0 1,0 0 0,0 0-1,5 15 1,23 108 316,-23-105-918,-1 1 1,2 51-1,-2-11 193,0 57 388,-6-128-635,17 0-1211,-11 1-3286,-3 11-14302</inkml:trace>
</inkml:ink>
</file>

<file path=ppt/ink/ink19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2:26.01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436 10 3713,'0'0'6903,"-1"-2"-6952,-5-5 7312,0 7-7226,1 1-1,0 0 0,-1 0 0,1 1 0,0 0 0,0 0 0,0 0 0,0 1 0,0-1 0,0 1 0,1 0 1,-1 0-1,-4 6 0,-60 59 8,40-36 148,-4 2-14,1 0-1,2 2 1,1 1-1,2 2 1,-33 64 0,52-84-46,0 0 0,1 1 1,1 0-1,1 0 0,1 0 0,1 1 1,1-1-1,0 39 0,3-56-128,0 0-1,0-1 0,0 1 0,0 0 1,0 0-1,1-1 0,-1 1 0,1 0 0,0-1 1,-1 0-1,1 1 0,0-1 0,1 0 1,-1 0-1,0 0 0,1 0 0,-1-1 0,1 1 1,-1-1-1,1 1 0,0-1 0,0 0 0,4 1 1,2 2-1,0-1-1,0 0 1,0 0 0,1-1 0,-1-1 0,12 1 0,-11-2 30,0 1-31,-1-1 1,1-1-1,0 0 1,17-3-1,-26 3 4,1 1 0,0-1 0,0 0 0,0 0 0,-1 1 0,1-1 0,0 0 0,-1 0 0,1-1 0,-1 1 0,1 0-1,-1 0 1,1-1 0,-1 1 0,0-1 0,0 1 0,0-1 0,0 0 0,0 1 0,0-1 0,0 0 0,0 0 0,-1 1 0,1-1 0,-1 0-1,1 0 1,-1 0 0,0 0 0,0 0 0,0-2 0,4-19 727,-3 21-701,0 0 0,-1 0 0,1 0-1,-1 0 1,1 0 0,-1 0 0,0 0 0,1 0 0,-1 0 0,0 0 0,0 0 0,-1 0-1,1 0 1,0 0 0,-1 0 0,1 0 0,-1 0 0,0 0 0,0 0 0,1 0 0,-1 1-1,0-1 1,-1 0 0,1 0 0,0 1 0,-3-3 0,-7-5 46,8 6-60,0 1 0,0-1 0,0 1 0,0 0 0,0 0 0,0 0 0,-1 0 0,1 1 0,-1-1 0,0 1 0,1 0 0,-1 0-1,0 0 1,0 1 0,-6-1 0,-71-2 1988,80 3-1673,20 25-9269,-6-12-307</inkml:trace>
</inkml:ink>
</file>

<file path=ppt/ink/ink19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2:26.01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372 3 4609,'-1'-2'10862,"1"2"-10644,-10 9-131,0 1 0,0 1 0,1-1 0,-8 15 0,5-9-4,-83 97 1310,-35 50-186,125-156-1190,0-1 1,-1-1 0,1 1-1,-1-1 1,0 0 0,-1 0 0,1-1-1,-1 0 1,0 0 0,-10 4-1,68-5 812,95-14-703,-112 7-107,-17 2 22,0 0 1,0 1-1,0 1 1,0 0-1,0 2 1,0 0-1,0 1 1,-1 0-1,1 1 1,18 8-1,-27-8 146,0 0 0,1-1 0,-1 0 0,1-1 0,-1 0 0,1 0 0,15 1 0,-23-3 245,-1 0-482,0 0 0,0 0-1,1 0 1,-1 0 0,0 0-1,1 0 1,-1 0-1,0 0 1,0-1 0,1 1-1,-1 0 1,0 0-1,0 0 1,1 0 0,-1 0-1,0 0 1,0-1-1,0 1 1,1 0 0,-1 0-1,0 0 1,0-1 0,0 1-1,0 0 1,1 0-1,-1-1 1,0 1 0,0 0-1,0 0 1,0-1-1,0 1 1,0 0 0,0 0-1,0-1 1,0 1 0,1 0-1,-1 0 1,0-1-1,0 1 1,-1 0 0,1 0-1,0-1 1,0 1-1,0 0 1,0-1 0,-1-32-6493,-4 17 886</inkml:trace>
</inkml:ink>
</file>

<file path=ppt/ink/ink19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2:26.01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129 3 5097,'0'0'5989,"0"0"-5740,0 0-1,-1 0 0,1-1 1,-1 1-1,1 0 0,0 0 1,-1-1-1,1 1 0,-1 0 1,1 0-1,-1 0 0,1 0 1,-1 0-1,1 0 0,-1 0 1,1 0-1,-1 0 0,1 0 1,-1 0-1,1 0 0,-1 0 1,1 0-1,-1 0 0,-9 23 541,2 1 0,1-1 0,-8 45 0,1-5-511,-48 190 290,61-228-357,1-20-7408</inkml:trace>
</inkml:ink>
</file>

<file path=ppt/ink/ink19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2:36.91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322 1 9722,'0'0'9631,"-12"9"-9038,-1-1-461,8-5-95,1 0 1,-1 0-1,1 0 0,0 1 0,-1-1 0,1 1 1,1 0-1,-1 0 0,1 1 0,-1-1 1,1 1-1,1-1 0,-1 1 0,-3 9 0,-46 139 373,6 2-1,-36 220 1,82-372-614,0 1 0,-1-1-1,0 0 1,0 1 0,0-1 0,0 0 0,-1 0 0,1 0 0,-1 0 0,-2 3 0,3-4-197,0-1 1,-1 0-1,1 0 1,-1 0-1,1 1 1,-1-1-1,0-1 1,1 1-1,-1 0 0,0 0 1,1-1-1,-1 1 1,-3 0-1,-13 0-5097</inkml:trace>
</inkml:ink>
</file>

<file path=ppt/ink/ink19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2:37.51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1 772 9034,'0'0'5565,"34"-11"-4355,472-136 2445,-405 117-3313,732-244 432,-626 184-1201,-174 72 340,0-1 1,0-2-1,50-42 1,-79 61 110,0-2 0,0 1 1,0 0-1,0-1 0,0 0 1,-1 0-1,1 0 0,-1 0 0,0-1 1,-1 1-1,1-1 0,-1 0 0,0 0 1,0 1-1,0-1 0,-1-1 1,1 1-1,-1 0 0,0-7 0,-2 12-3,1-1 0,-1 0 0,0 1-1,0-1 1,0 1 0,0-1 0,0 1-1,0 0 1,0-1 0,0 1 0,0 0-1,0 0 1,0-1 0,0 1 0,0 0 0,0 0-1,0 0 1,0 0 0,0 0 0,0 1-1,0-1 1,-2 0 0,-2 1 33,-3-1-45,0 1-1,0 1 1,0 0-1,0 0 1,0 0-1,0 1 1,1 0-1,-1 1 1,1 0-1,0 0 1,0 0-1,-7 6 1,-14 13 14,-37 36 0,56-49-6,-23 24 44,1 2 1,2 1 0,1 1-1,3 1 1,1 2-1,-34 76 1,-80 278 647,94-254-585,5-12-85,59-152-7,1 1 0,33-26 0,-54 48-32,1 0 1,-1 0 0,1 0-1,-1 0 1,0-1-1,1 1 1,-1 0-1,1 0 1,-1 0 0,1 0-1,-1 1 1,0-1-1,1 0 1,-1 0 0,1 0-1,-1 0 1,1 0-1,-1 0 1,0 1 0,1-1-1,-1 0 1,0 0-1,1 1 1,-1-1-1,0 0 1,1 1 0,-1-1-1,0 0 1,1 1-1,-1-1 1,0 0 0,0 1-1,1-1 1,-1 0-1,0 1 1,0-1 0,0 1-1,0-1 1,0 1-1,0-1 1,0 0-1,1 1 1,-1-1 0,0 1-1,0-1 1,-1 1-1,1-1 1,0 0 0,0 1-1,4 33 31,-3-26-11,0 6-136,1 1 1,1 0-1,0-1 0,1 0 1,7 19-1,-9-29-323,0 1 0,1-1 0,0 0-1,0 0 1,0 0 0,0 0 0,7 6-1,-5-7-553,0 1-1,0-1 0,0 0 0,0 0 1,1 0-1,-1-1 0,10 3 1,17 0-5862</inkml:trace>
</inkml:ink>
</file>

<file path=ppt/ink/ink19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2:37.73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97 0 10578,'0'0'13155,"-96"122"-13139,96-106-16,0-6-200,0-7-1016,0-6-4177,0-26 143,0-3-3407</inkml:trace>
</inkml:ink>
</file>

<file path=ppt/ink/ink19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2:37.88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8666,'0'0'9418,"7"67"-9842,12-54-1673,0-4-3224</inkml:trace>
</inkml:ink>
</file>

<file path=ppt/ink/ink19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2:38.21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219 1 8938,'0'0'10197,"-28"14"-8297,-87 45-618,109-56-1188,0 0 0,0 0 0,0 1 0,1 0-1,0 0 1,-1 1 0,-4 5 0,9-8-83,0-1-1,0 1 1,1 0-1,-1-1 1,0 1-1,1 0 1,-1 0-1,1 0 0,-1-1 1,1 1-1,0 0 1,0 0-1,0 0 1,1 3-1,-1 4-38,0-8-1,0 0-1,1 1 1,-1-1 0,1 1 0,0-1-1,-1 0 1,1 1 0,0-1 0,0 0 0,0 0-1,0 0 1,0 1 0,0-1 0,0 0-1,0 0 1,1-1 0,-1 1 0,0 0-1,1 0 1,-1-1 0,0 1 0,1 0-1,-1-1 1,2 1 0,47 13-913,-31-9 575,-4-1 208,41 17-142,-54-20 292,0 0 0,-1-1 0,1 1 1,-1 0-1,1 0 0,-1 0 0,0 1 1,1-1-1,-1 0 0,0 0 0,0 1 1,0-1-1,0 0 0,0 1 0,0-1 1,0 1-1,-1 0 0,1-1 0,-1 1 1,1 0-1,-1-1 0,1 1 1,-1 0-1,0-1 0,0 1 0,0 0 1,0 0-1,0 1 0,-1 0 44,0 0 1,-1 0-1,1 0 0,-1-1 0,0 1 1,1-1-1,-1 1 0,0-1 0,-1 1 1,1-1-1,0 0 0,-1 0 0,1 0 1,-1-1-1,1 1 0,-1-1 0,-3 2 1,-58 24 766,54-23-691,-16 4 71,18-6-185,1 0-1,-1 1 1,1-1 0,0 2-1,0-1 1,0 1-1,-10 7 1,16-10-197,1-1 0,0 1 1,-1-1-1,1 1 0,0-1 0,0 1 0,0 0 0,0-1 0,-1 1 1,1 0-1,0-1 0,0 1 0,0-1 0,0 1 0,0 0 1,1-1-1,-1 1 0,0-1 0,0 1 0,0 0 0,0-1 1,1 1-1,-1-1 0,0 1 0,1-1 0,-1 1 0,0-1 0,1 1 1,-1-1-1,1 1 0,-1-1 0,0 1 0,1-1 0,-1 0 1,1 1-1,-1-1 0,1 0 0,0 1 0,-1-1 0,1 0 0,-1 0 1,1 1-1,0-1 0,-1 0 0,1 0 0,0 0 0,17 4-8600</inkml:trace>
</inkml:ink>
</file>

<file path=ppt/ink/ink19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2:38.66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342 1 12483,'0'0'11902,"-20"9"-11115,-153 87 669,165-91-1428,-29 23 159,35-26-198,1-1 1,0 0-1,0 1 0,0-1 1,0 0-1,0 1 1,0-1-1,1 1 0,-1-1 1,0 1-1,1 0 1,-1-1-1,1 1 0,-1 0 1,1-1-1,0 1 1,0 0-1,0 0 0,0-1 1,0 1-1,0 0 1,0-1-1,2 4 0,-1-3-31,0-1 0,0 1-1,0-1 1,0 0-1,1 0 1,-1 0 0,1 0-1,-1 0 1,0 0 0,1 0-1,0 0 1,-1 0-1,1-1 1,-1 1 0,1 0-1,0-1 1,0 0 0,-1 1-1,1-1 1,0 0-1,2 0 1,6 2-175,60 11-956,-48-11 606,0 2-1,-1 1 1,1 1-1,37 14 1,-58-19 560,0-1 0,0 0 0,0 1 0,0-1 0,0 0 1,0 1-1,0-1 0,0 1 0,0-1 0,0 1 0,0 0 0,-1-1 1,1 1-1,0 0 0,0 0 0,-1 0 0,1 0 0,0-1 1,-1 1-1,1 0 0,-1 0 0,1 0 0,-1 0 0,1 0 0,-1 0 1,0 0-1,0 0 0,1 1 0,-1-1 0,0 0 0,0 0 1,0 0-1,0 0 0,0 0 0,0 0 0,-1 0 0,1 0 1,0 0-1,-1 0 0,1 1 0,0-1 0,-1 0 0,1-1 0,-1 1 1,1 0-1,-1 0 0,0 0 0,0 0 0,1 0 0,-1 0 1,0-1-1,0 1 0,-1 0 0,-5 6 132,-1-1 0,0-1 0,0 0-1,-15 8 1,-276 113 2273,289-119-2517,12-3-662,26-11-785,112-70-5106,-64 30-13</inkml:trace>
</inkml:ink>
</file>

<file path=ppt/ink/ink19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2:39.08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437 0 12883,'0'0'7165,"-30"23"-5204,4-3-1519,6-7-157,0 2 1,2 0 0,0 1 0,0 1 0,2 0-1,0 2 1,1-1 0,-19 32 0,2 8 52,2 1 1,2 1 0,3 2 0,3 0-1,3 2 1,2 0 0,-14 116 0,30-127-845,16-54-551,-6-3 867,0-1 1,0 0-1,0 0 1,-1-1-1,0 0 1,0 0-1,10-10 1,50-57-441,-63 67 582,4-4 74,-5 7 82,-1 0-1,0 0 0,0 0 1,0-1-1,-1 1 0,1-1 1,-1 0-1,0 1 1,3-9-1,-5 35 21,-1-15-197,1 1 1,0-1-1,0 0 0,1 1 0,0-1 1,0 0-1,4 11 0,-3-16-96,-1 0 0,1-1 0,0 1 0,-1 0 0,1-1 0,0 1 0,1-1 0,-1 0 0,0 0 0,1 0 0,-1 0 0,1 0 0,0 0 0,0-1 0,-1 1 0,1-1 0,0 0 0,0 0 0,0 0 0,1 0 0,-1-1 0,0 1-1,0-1 1,5 1 0,92 0-8502,-50-1-153</inkml:trace>
</inkml:ink>
</file>

<file path=ppt/ink/ink19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2:39.84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222 29 9178,'0'0'14072,"-28"12"-13248,-87 40-298,111-50-514,0 1 0,0 0 0,0 0 0,0 0 0,0 0 0,1 0 0,-1 1 0,1-1 0,0 1 0,0 0 0,0 0 0,1 0 0,-1 1 0,1-1 0,0 1 0,0-1 0,1 1 0,-1 0 0,1-1 0,0 1 0,0 0 0,1 0 0,-1 0 0,1 0 0,0 0 0,1 0 0,-1 0 0,2 8 0,0 9-3,-2-20-29,0 0 0,0-1-1,1 1 1,-1 0-1,1-1 1,-1 1-1,1 0 1,-1-1 0,1 1-1,0-1 1,0 1-1,0-1 1,0 0 0,0 1-1,0-1 1,0 0-1,1 0 1,-1 1 0,0-1-1,1 0 1,-1 0-1,0-1 1,1 1 0,0 0-1,-1 0 1,1-1-1,-1 1 1,1-1 0,0 1-1,-1-1 1,1 0-1,0 0 1,-1 0 0,1 1-1,0-2 1,0 1-1,-1 0 1,3-1-1,1 1-56,-1 0 1,1-1-1,-1 1 0,1-1 0,-1 0 0,0-1 0,1 1 0,-1-1 0,0 0 0,0 0 0,0 0 0,0 0 0,6-5 0,-4-1-54,-1 1 0,0-1 0,0 0 0,-1 0 0,0 0 1,0-1-1,-1 1 0,0-1 0,-1 0 0,1 0 0,-2 0 0,1 0 1,-1 0-1,-1 0 0,0 0 0,0-1 0,-3-15 0,2 22 135,1-1 0,-1 1 0,-1-1 0,1 1-1,0 0 1,-1 0 0,1 0 0,-1 0 0,0 0-1,0 0 1,0 0 0,-1 1 0,1-1 0,0 1-1,-1-1 1,0 1 0,0 0 0,1 0 0,-1 0-1,-1 1 1,1-1 0,0 1 0,0-1 0,0 1-1,-8-1 1,2-1 35,0 1 0,-1 0 0,1 1 1,-1 0-1,1 1 0,-1 0 0,1 0 0,-16 3 0,11 11 25,14-13-64,0-1 0,-1 1 0,1-1 0,0 0 0,0 1 0,0-1-1,0 1 1,-1-1 0,1 0 0,0 1 0,0-1 0,0 1 0,0-1 0,0 1 0,0-1-1,0 1 1,0-1 0,0 0 0,0 1 0,0-1 0,0 1 0,1-1 0,-1 1-1,0-1 1,0 0 0,0 1 0,1-1 0,-1 1 0,0-1 0,0 0 0,1 1 0,-1-1-1,0 0 1,1 1 0,-1-1 0,0 0 0,1 0 0,-1 1 0,0-1 0,1 0 0,-1 0-1,1 0 1,-1 0 0,0 1 0,1-1 0,0 0 0,26 3 4,0 0 0,1-2 0,42-3 1,-30 0 1,20-2 39,0-3 0,-1-2 0,62-18 0,-119 27 1999,-3 3-1962,0 1 0,-1-1 0,1 1 0,-1-1 0,0 0 0,0 0 0,0 0 0,-4 5 0,-2 4 55,3-4-123,1 1-1,0 1 1,0-1 0,1 0 0,0 1 0,1 0-1,0 0 1,0 0 0,1 0 0,0 0-1,1 12 1,0-21-24,1-1-1,-1 1 0,0 0 1,1 0-1,-1-1 0,1 1 1,-1 0-1,1-1 0,-1 1 1,1-1-1,-1 1 0,1 0 1,0-1-1,-1 1 0,1-1 1,0 0-1,-1 1 0,1-1 1,0 1-1,0-1 0,0 0 1,-1 0-1,1 1 0,0-1 1,0 0-1,0 0 0,-1 0 1,1 0-1,0 0 0,1 0 1,37 0-471,-27 0 283,-7 0 156,1-1 1,0 1 0,-1-1 0,1 0 0,0 0-1,-1 0 1,0-1 0,1 0 0,-1 0-1,0-1 1,0 1 0,0-1 0,0 0-1,7-6 1,-2-1 84,0 0 0,-1-1 0,0 0 0,11-19 0,-19 30 20,-1 0 0,1-1 0,-1 1 1,1 0-1,0 0 0,-1-1 1,1 1-1,-1 0 0,1 0 0,0 0 1,-1 0-1,1 0 0,0 0 0,-1 0 1,1 0-1,0 0 0,-1 0 1,1 0-1,-1 0 0,1 0 0,0 1 1,-1-1-1,1 0 0,-1 0 0,1 1 1,0-1-1,-1 0 0,1 1 1,25 15-398,-12-8 32,-6-5-215,1-1 1,0-1-1,0 1 1,-1-2-1,1 1 1,0-1-1,13-1 1,3 0-2115,9 1-2674</inkml:trace>
</inkml:ink>
</file>

<file path=ppt/ink/ink20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2:40.08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218 1 11378,'0'0'11939,"-154"186"-10515,129-125-608,5 0-215,8-4-201,5-2-216,7-7-120,0-3-64,0-3 0,19-7-128,13-3-624,7-13-729,44-15-783,-6-4-2009,-12 0-1888</inkml:trace>
</inkml:ink>
</file>

<file path=ppt/ink/ink20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2:40.58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315 785 11386,'0'0'12178,"-29"0"-11034,-12-2-779,14 1 38,0 0 0,-53 6 0,75-4-357,0-1 1,1 1 0,-1 0 0,1 0 0,-1 1 0,0-1 0,1 1 0,0 0 0,0 0-1,-1 1 1,1-1 0,0 1 0,1 0 0,-1 0 0,0 0 0,1 0 0,0 1-1,0-1 1,0 1 0,-4 6 0,3-2-50,1 0 1,0 1-1,0-1 0,0 1 1,1-1-1,1 1 0,-1 0 1,1 0-1,1 16 0,0-24 3,0 0 0,0 0-1,1 1 1,-1-1 0,1 0 0,-1 0-1,0 0 1,1 0 0,0 0 0,-1 0-1,1 0 1,0 0 0,-1 0 0,1 0-1,0 0 1,0-1 0,0 1 0,0 0-1,0-1 1,0 1 0,0 0-1,0-1 1,0 1 0,0-1 0,0 1-1,0-1 1,0 0 0,1 0 0,-1 1-1,0-1 1,0 0 0,0 0 0,2 0-1,49-1-50,-42 0 31,3-1-23,0-1 0,0 0 0,0-1 0,-1 0 0,1-1 0,-1 0 0,0-1 0,0 0 0,-1-1 0,12-9 0,20-18-446,44-43-1,-50 43 136,40-37-457,97-116 0,-141 146 657,-1-2 0,-2-2 0,-2 0 0,37-83 0,-58 111 284,-1-1 1,-1 1-1,0-1 0,-1 0 1,-1 0-1,-1-1 0,1-29 1,-3 47-84,0 0 0,0 0 0,0 0 0,-1 0 0,1 0 0,0 0 0,-1 0 0,1 0 1,0 0-1,-1 0 0,1 0 0,-1 0 0,1 0 0,-1 0 0,0 0 0,1 1 0,-1-1 0,0 0 0,0 0 0,1 1 0,-1-1 1,0 0-1,0 1 0,0-1 0,0 1 0,0-1 0,0 1 0,0 0 0,0-1 0,0 1 0,0 0 0,0 0 0,0 0 1,0-1-1,-2 1 0,-2 0 26,0 0 1,1 1-1,-1-1 1,0 1-1,0 0 1,1 0-1,-1 0 1,-4 2-1,-3 4 17,0 0-1,0 0 0,0 1 0,1 0 1,0 1-1,1 0 0,0 1 0,0 0 1,1 1-1,-7 11 0,-6 9 143,1 0-1,-25 55 1,28-43-163,2 1 0,2 1 0,1 0 0,3 1 0,2 0 0,2 1 0,1-1 0,3 63 0,2-95-166,1-1 0,0 0 0,0 1 0,1-1 0,5 14 0,-6-23-33,1 1 0,-1 0 0,1-1-1,1 0 1,-1 1 0,1-1 0,-1 0 0,1 0-1,0-1 1,1 1 0,-1-1 0,1 1-1,-1-1 1,1 0 0,0 0 0,0-1-1,7 4 1,-2-2-365,0-1 1,0-1-1,0 1 0,1-2 0,-1 1 1,13-1-1,36 1-4916,6-2-4710</inkml:trace>
</inkml:ink>
</file>

<file path=ppt/ink/ink20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2:41.16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334 36 9394,'0'0'13680,"0"-9"-12750,0 8-894,1 0-1,-1 0 1,0-1 0,0 1 0,1 0 0,-1 0 0,0-1-1,0 1 1,0 0 0,-1 0 0,1 0 0,0-1 0,0 1-1,-1 0 1,1 0 0,0 0 0,-1 0 0,1 0 0,-1-1-1,-1 0 1,-9 31 744,-6 19-120,-11 27-78,4 0 0,2 2-1,5 1 1,-14 132 0,24-135-534,-5 118-181,27-212-312,-9 12 370,4-6-49,1 0 1,0 1 0,0 0 0,1 1 0,1 1 0,0 0 0,17-10 0,-29 19 114,1 1-1,-1-1 0,0 1 0,0 0 1,0 0-1,1-1 0,-1 1 1,0 0-1,0 0 0,0 0 1,1 0-1,-1 0 0,0 0 1,0 1-1,1-1 0,-1 0 1,0 1-1,0-1 0,0 1 1,0-1-1,1 1 0,-1-1 0,0 1 1,0 0-1,0-1 0,0 1 1,0 0-1,-1 0 0,1 0 1,0 0-1,0 0 0,-1 0 1,1 0-1,0 0 0,-1 0 1,1 0-1,0 2 0,2 5 18,-1 0 1,0 0-1,0 0 0,1 13 0,-1-6-37,0-3 36,1 1-1,-2 0 0,0 0 1,0 0-1,-3 18 1,2-28 10,-1 1 0,0 0 0,0 0 1,0-1-1,0 1 0,-1-1 1,0 1-1,1-1 0,-1 1 0,-1-1 1,1 0-1,0 0 0,-1 0 1,1 0-1,-1-1 0,0 1 1,0-1-1,0 1 0,0-1 0,-1 0 1,1 0-1,-5 2 0,-24 7 63,0-1 0,0-1 0,-1-2 0,0-1-1,-1-1 1,1-2 0,-36-2 0,68-1-332,8-3-2135,64-33-5418,-27 11 1417</inkml:trace>
</inkml:ink>
</file>

<file path=ppt/ink/ink20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2:41.59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22 16 11626,'0'0'10421,"-5"15"-10111,-11 47 49,16-61-333,0 1 0,0 0 1,0-1-1,0 1 0,0 0 1,0-1-1,0 1 0,1-1 1,-1 1-1,0-1 0,1 1 1,-1-1-1,1 1 0,0-1 1,0 1-1,-1-1 1,1 1-1,0-1 0,0 0 1,0 0-1,1 1 0,-1-1 1,0 0-1,0 0 0,0 0 1,1 0-1,-1-1 0,2 2 1,36 12 475,-22-12-364,-1 0 0,1-1 0,33-3-1,-49 2-130,1-1 0,0 1-1,-1-1 1,1 0 0,-1 1-1,1-1 1,-1 0 0,1 0-1,-1 0 1,1 0 0,-1 0-1,0 0 1,1 0 0,-1-1-1,0 1 1,0 0 0,0-1-1,0 1 1,0-1 0,0 1-1,-1-1 1,1 0 0,0 1-1,-1-1 1,1 0 0,-1 1-1,0-1 1,0 0 0,1-2-1,1-58 367,-2 49-130,0 12-204,0 0 0,-1 0-1,1-1 1,0 1 0,0 0-1,-1 0 1,1 0 0,0 0-1,-1 0 1,0 0 0,1 0-1,-1 0 1,1 0 0,-1 0-1,0 0 1,0 0-1,1 0 1,-1 0 0,0 1-1,0-1 1,0 0 0,0 1-1,-2-2 1,-34-8 379,25 9-296,-1 1-1,1 0 1,-1 0 0,-13 4-1,23-3-106,0 0 0,0 0-1,0 1 1,0 0 0,0-1-1,0 1 1,0 0 0,1 1-1,-1-1 1,1 0 0,-1 1-1,1-1 1,0 1 0,0 0-1,0 0 1,1 0 0,-1 0-1,0 0 1,1 0 0,0 0-1,0 0 1,0 1 0,0-1-1,0 0 1,1 1 0,0-1-1,-1 0 1,1 1 0,1-1-1,-1 1 1,0-1 0,1 0-1,-1 1 1,1-1 0,0 0-1,0 1 1,1-1 0,-1 0-1,1 0 1,-1 0 0,1 0-1,0 0 1,0-1 0,4 6-1,2-2-265,-1-1 1,1 1-1,0-1 0,1-1 0,-1 0 0,1 0 0,0 0 0,0-1 1,0 0-1,15 2 0,4-2-2117,-1-1 1,37-2-1,-29 0-1021,36 0-8106</inkml:trace>
</inkml:ink>
</file>

<file path=ppt/ink/ink20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2:42.05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430 17 11042,'0'0'11735,"-29"-3"-10728,-91-9-254,115 12-673,0-1 0,0 1 0,0-1 1,0 2-1,0-1 0,1 0 0,-1 1 0,0 0 0,0 0 0,0 0 0,1 1 0,-1 0 0,1-1 0,-1 2 0,1-1 0,-8 6 0,0 0 166,-6 3 80,-1 2 0,2 0 0,0 1-1,1 1 1,-19 21 0,29-28-286,0-1-1,0 1 1,0 0 0,1 1 0,1 0-1,-1-1 1,1 1 0,1 1 0,0-1-1,0 1 1,0-1 0,2 1 0,-3 19-1,5-27-38,-1 0-1,0 0 0,1 0 0,0 0 0,-1 0 0,1 0 0,0 0 0,0 0 0,0 0 0,0-1 1,0 1-1,0 0 0,1-1 0,-1 1 0,1-1 0,-1 1 0,1-1 0,-1 0 0,1 0 0,0 1 0,-1-1 1,1 0-1,0-1 0,0 1 0,0 0 0,0 0 0,0-1 0,0 1 0,0-1 0,0 0 0,0 0 1,0 1-1,3-2 0,10 3-7,0-2 0,0 0 0,19-3 0,-30 3 3,8-2-40,-1-1 0,1 0 0,-1 0 0,0-1 0,0-1-1,0 0 1,-1 0 0,1-1 0,17-14 0,-8 5-39,0-2 0,-2 0 1,25-30-1,-42 46 175,0-1-1,0 0 1,0 1-1,0-1 0,0 0 1,-1 0-1,1 0 1,0 0-1,-1 0 1,0 0-1,1 0 0,-1-2 692,2 14-600,-1-5-228,1 0-1,-1 0 0,1 0 1,1 0-1,-1-1 0,1 1 1,-1-1-1,1 0 0,1 0 1,-1 0-1,0 0 0,1 0 1,0-1-1,0 1 0,0-1 0,0 0 1,1-1-1,-1 1 0,1-1 1,8 4-1,7 2-1304,0-1-1,0-1 1,34 5-1,5-3-5258</inkml:trace>
</inkml:ink>
</file>

<file path=ppt/ink/ink20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2:42.75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0 700 11106,'0'0'10699,"6"-3"-9495,2-3-1017,0 0 1,0-1-1,-1 0 0,1 0 1,-2-1-1,1 0 1,-1 0-1,0 0 0,-1-1 1,0 0-1,6-13 0,9-13-65,67-128 10,-55 97-127,3 2 0,46-63 1,-79 138 54,0 1 1,0-1 0,-1 1 0,-1-1-1,-1 19 1,-10 291 870,11-319-931,0 0 1,1 0-1,-1 0 1,1 1-1,-1-1 1,1 0-1,0 0 1,0 0-1,0 0 1,0 0-1,1 0 1,-1 0-1,0-1 1,1 1-1,-1 0 1,1-1-1,0 1 1,-1-1-1,1 0 1,0 1-1,0-1 1,0 0-1,0 0 1,0 0-1,0 0 1,0-1-1,0 1 1,1 0-1,-1-1 1,0 0-1,0 1 1,0-1-1,4 0 1,5 1 1,0-1 0,0 0 0,0 0 0,0-1 0,0-1-1,12-2 1,-7-2-14,1 0 0,-1-1 0,0 0-1,-1-1 1,0-1 0,0-1-1,-1 0 1,14-12 0,15-17-208,42-48 0,-54 51 92,-1 0 0,-3-2 1,0-1-1,-3-1 0,-1-1 1,25-63-1,-40 65 976,-8 37-242,-16 13 3,-1 7-462,1 1-1,0 0 0,2 1 1,0 0-1,1 1 0,1 1 1,1 0-1,1 0 0,1 1 1,-10 39-1,7-11-211,2-1 0,3 2 1,2-1-1,1 58 0,4-108-49,1 0 1,-1 0 0,1 0-1,-1 0 1,1 0-1,0 0 1,-1 0 0,1-1-1,0 1 1,0 0 0,-1 0-1,1-1 1,0 1-1,0-1 1,0 1 0,0 0-1,0-1 1,0 0-1,0 1 1,0-1 0,0 0-1,0 1 1,0-1-1,0 0 1,0 0 0,1 0-1,-1 0 1,0 0 0,0 0-1,0 0 1,2-1-1,38-3-3221,10-16-2227,0-8-3780</inkml:trace>
</inkml:ink>
</file>

<file path=ppt/ink/ink20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2:43.27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251 0 4625,'0'0'22910,"-4"1"-22335,-15 3-456,1 0-1,-1 2 1,1 0-1,0 1 1,0 1-1,1 1 1,0 0 0,1 1-1,0 1 1,-27 24-1,40-31-124,0 0-1,0 1 1,0-1-1,0 1 1,1 0-1,0 0 1,0 0-1,1 0 1,-1 0-1,1 0 1,0 0-1,0 1 1,1-1-1,-1 0 1,1 0-1,1 9 1,-1-14-20,57-5-164,-42-6 61,0 0 1,0 0-1,-1-2 1,-1 1 0,0-2-1,17-23 1,-20 25 84,-7 10 42,-1-1-1,1 0 0,-1 1 1,0-1-1,0 0 1,0-1-1,0 1 1,0 0-1,2-7 0,-4 9 198,0 18-54,-1 1-277,1-1 0,1 1-1,1 0 1,1-1-1,0 1 1,1-1-1,1 0 1,0 0 0,13 26-1,-16-41-116,-1 1-1,1-1 1,0 0 0,0 0-1,0 1 1,0-2-1,0 1 1,0 0 0,0 0-1,1-1 1,-1 1-1,1-1 1,-1 1 0,1-1-1,0 0 1,-1 0-1,1-1 1,4 2 0,1-1-1159,0 0 1,0-1 0,1 0 0,-1 0 0,12-3 0,18-5-7438</inkml:trace>
</inkml:ink>
</file>

<file path=ppt/ink/ink20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2:43.55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315 1 9114,'0'0'15550,"-15"19"-14415,-17 24-32,-43 74 0,11-10-459,56-95-753,-1 0 0,0-1-1,-1 0 1,0 0 0,-1-1 0,-14 11 0,24-20-22,1-1 0,-1 1 0,0-1 1,1 1-1,-1-1 0,0 1 0,1-1 1,-1 0-1,0 1 0,0-1 0,1 0 1,-1 1-1,0-1 0,0 0 0,1 0 1,-1 0-1,0 0 0,0 0 0,0 0 1,1 0-1,-1 0 0,0 0 0,0 0 1,0 0-1,1 0 0,-1-1 0,0 1 1,0 0-1,1 0 0,-1-1 0,0 1 1,1-1-1,-1 1 0,0-1 0,1 1 1,-1-1-1,0 1 0,1-1 0,-1 1 0,1-1 1,-1 0-1,1 1 0,0-1 0,-1 0 1,1 0-1,0 1 0,-1-2 0,-6-35-4206,7 35 4164,-2-44-4700,-3-2-214</inkml:trace>
</inkml:ink>
</file>

<file path=ppt/ink/ink20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2:43.75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9354,'0'0'12807,"8"28"-11331,30 90-404,-33-101-944,1-2 0,0 1 0,1-1 0,1 0 0,1 0 0,0-1 0,0 0 0,2-1 0,0 0 0,0 0 0,1-1 0,0-1-1,1 0 1,17 10 0,-20-16-386,1-1-1,-1 0 1,1 0 0,0-2-1,-1 1 1,1-1-1,1-1 1,-1 0-1,0 0 1,0-1-1,18-3 1,-12 3-557,41-5-4496,-11-12-3072</inkml:trace>
</inkml:ink>
</file>

<file path=ppt/ink/ink20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2:44.00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17 5945,'0'0'18220,"13"0"-17708,0 0-192,0 0-176,6 0-128,-6 0-16,12 0 0,-5 0-736,18 0-1520,-12-3-2873,6-10-4793</inkml:trace>
</inkml:ink>
</file>

<file path=ppt/ink/ink20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2:44.32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3393,'0'0'1224</inkml:trace>
</inkml:ink>
</file>

<file path=ppt/ink/ink20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2:44.62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154 1 1856,'-20'21'770,"1"0"586,1-2 8741,16-13-4373,3 11-4507,0-9-700,-3 59 856,-3-1 1,-20 101-1,-5 44-498,-4 16-885,33-211-242,3-9-2195,9-23-11422</inkml:trace>
</inkml:ink>
</file>

<file path=ppt/ink/ink20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2:44.93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123 0 10066,'0'0'11559,"-5"36"-10198,0 16-844,-25 158 1523,15-109-1381,5 0-1,4 155 1,6-255-946,-3-9-2010,-27-80-5382,12 43 1289</inkml:trace>
</inkml:ink>
</file>

<file path=ppt/ink/ink20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2:45.12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9458,'0'0'10578,"167"13"-9241,-109-13-553,6 0-248,-13 0-184,1 0-152,-14 0-192,-12 0-8,-1 0-1216,-5 0-2793,-14 0-3169</inkml:trace>
</inkml:ink>
</file>

<file path=ppt/ink/ink20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2:45.51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97 8146,'0'0'13595,"17"10"-12890,55 31-298,-68-39-355,1 0-1,-1 0 1,0 0 0,1-1 0,0 0 0,-1 1-1,1-2 1,0 1 0,0 0 0,-1-1-1,9 0 1,-10-1-29,-1 1 0,0-1-1,0 1 1,0-1-1,0 1 1,0-1 0,0 0-1,0 0 1,0 0 0,0-1-1,0 1 1,-1 0 0,1-1-1,0 1 1,-1-1-1,1 1 1,-1-1 0,2-2-1,-2 2-7,0-1-1,1 0 0,-1 1 1,-1-1-1,1 0 0,0 0 0,-1 0 1,1 0-1,-1 0 0,0 1 1,0-1-1,0 0 0,0 0 0,-1 0 1,1 0-1,-1 0 0,0 0 1,0 1-1,0-1 0,0 0 1,0 1-1,0-1 0,-1 0 0,1 1 1,-1 0-1,0-1 0,0 1 1,0 0-1,-4-3 0,-1-3-11,-1 1 0,-1 0 0,0 0 0,0 1 0,-19-10 0,27 15-3,-1 0 0,0 1 0,0-1 1,0 1-1,0-1 0,1 1 1,-1 0-1,0 0 0,0 0 1,0 0-1,0 0 0,0 0 1,0 0-1,0 0 0,1 1 0,-1-1 1,0 1-1,0 0 0,0-1 1,1 1-1,-1 0 0,0 0 1,1 0-1,-1 0 0,1 0 1,-1 1-1,1-1 0,-1 0 1,1 1-1,0-1 0,0 1 0,0-1 1,0 1-1,0 0 0,0-1 1,0 1-1,0 0 0,1 0 1,-1-1-1,1 1 0,-1 0 1,1 2-1,-7 16-3,2 1 0,0 0 0,1-1 0,1 1 0,0 39 1,3-57-43,0 0 1,1 0 0,-1 0 0,1 0 0,0 0 0,0 0-1,0 0 1,0-1 0,0 1 0,1 0 0,-1 0 0,1-1 0,0 1-1,-1-1 1,1 0 0,1 1 0,-1-1 0,0 0 0,0 0-1,1 0 1,-1 0 0,1-1 0,-1 1 0,1-1 0,0 0 0,0 1-1,0-1 1,0 0 0,0-1 0,5 2 0,10 1-1201,0 0 1,0-1 0,37-1 0,-41-1-95,38 0-4513</inkml:trace>
</inkml:ink>
</file>

<file path=ppt/ink/ink20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2:45.91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270 0 6673,'0'0'14033,"-27"9"-12457,-84 29-496,104-35-941,0 0 0,0 1 0,0 0 0,1 0 0,0 0 0,0 0 0,0 1 0,0 0 0,1 1 0,0-1 0,0 1 0,0 0 0,1 0 0,-6 10 0,-3 4 29,9-14-150,1 0 0,-1 0 1,2 1-1,-1-1 0,0 1 0,1 0 1,1 0-1,-1 0 0,1 0 0,0 0 1,0 0-1,1 8 0,40-16-686,-31-3 519,-1 1 0,1-1-1,-1-1 1,0 0 0,0 0 0,-1 0 0,1-1 0,6-7-1,52-56-437,-60 60 667,-4 9 1393,-1 10-1148,2 7-521,0-1 1,1-1-1,1 1 1,1 0-1,0-1 0,14 23 1,-14-27-1037,2-1 0,-1 0 1,1 0-1,1-1 0,14 13 1,9 2-6108</inkml:trace>
</inkml:ink>
</file>

<file path=ppt/ink/ink20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2:46.22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91 0 8410,'0'0'11493,"-7"24"-10079,-16 50-321,3 1 0,-18 137 0,35 51-1133,4-146-2953,-1-116 2962,3 22-2329,-3-22 2087,0-1 1,0 1-1,1 0 1,-1-1-1,0 1 1,1-1-1,-1 1 1,1-1-1,-1 1 1,1-1-1,-1 1 1,1-1-1,-1 0 1,1 1-1,-1-1 1,1 0-1,-1 1 1,1-1-1,0 0 1,-1 0-1,1 1 1,-1-1 0,1 0-1,0 0 1,-1 0-1,1 0 1,0 0-1,-1 0 1,2 0-1,5 0-8291</inkml:trace>
</inkml:ink>
</file>

<file path=ppt/ink/ink20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2:46.57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164 1 5657,'0'0'13427,"13"4"-12731,-3-1-575,-5-3-83,-1 1 1,1 0 0,-1 1 0,0-1 0,1 1 0,-1-1 0,0 1-1,0 0 1,0 1 0,-1-1 0,1 1 0,0 0 0,-1-1 0,0 2-1,0-1 1,0 0 0,0 1 0,0-1 0,3 7 0,2 10 38,-1 1 1,0 0 0,-2 0-1,0 1 1,-2 0 0,0 0 0,-1 38-1,-2-58-67,-1-1-1,1 1 1,0-1 0,-1 1-1,1-1 1,-1 1-1,1-1 1,-1 0 0,1 1-1,-1-1 1,0 0-1,0 1 1,0-1-1,0 0 1,0 0 0,0 0-1,0 0 1,0 0-1,0 0 1,0 0 0,-1 0-1,1-1 1,0 1-1,-1 0 1,1-1-1,0 1 1,-1-1 0,1 1-1,-1-1 1,1 0-1,-1 1 1,-2-1 0,-59 1 172,44-1-154,-9 0-20,-53-2 223,76 1-198,0 0-1,1 0 1,-1 0 0,1 0 0,-1-1 0,1 0-1,-1 0 1,1 0 0,0 0 0,0-1 0,0 0-1,0 1 1,1-2 0,-5-3 0,6 3-328,0 0 0,1 0 1,-1 0-1,1 0 1,0 0-1,0 0 0,1 0 1,-1-1-1,1 1 0,0 0 1,0 0-1,0 0 0,2-7 1,-1-8-4680,-1 0-4979</inkml:trace>
</inkml:ink>
</file>

<file path=ppt/ink/ink20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2:47.13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110 0 17596,'0'0'12706,"0"23"-12706,0-20-88,0 0-272,0 3-664,-39 10-544,7-3-1473,-6-3-3864</inkml:trace>
</inkml:ink>
</file>

<file path=ppt/ink/ink20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3:17.10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230 49 6945,'-1'-3'422,"0"0"0,0 0 0,0 0 0,-1 0 0,1 0-1,-1 0 1,0 1 0,0-1 0,0 0 0,0 1-1,0 0 1,0-1 0,-1 1 0,1 0 0,-1 0-1,-3-2 1,4 4-221,0-1-1,0 1 1,0-1 0,0 1-1,0-1 1,0 1 0,0 0-1,0 0 1,0 0 0,0 0 0,0 1-1,0-1 1,0 1 0,0-1-1,0 1 1,0-1 0,0 1-1,0 0 1,1 0 0,-1 0-1,0 0 1,0 0 0,1 0-1,-1 1 1,1-1 0,-1 1-1,-1 2 1,-2 2 23,0 0 1,0 1-1,1-1 0,0 1 1,1 0-1,-1 0 1,1 1-1,1-1 0,-1 1 1,1-1-1,1 1 0,-2 15 1,0 12 123,3 57 0,1-58-130,6 354 603,-10-197 177,1-145-882,-68 721 371,62-721-544,6-44-645,0-8-203,-1-13-1142,3 17 1825,-4-50-3654,-3-76-1252</inkml:trace>
</inkml:ink>
</file>

<file path=ppt/ink/ink20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3:17.10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261 356 5081,'20'14'8665,"6"6"-6156,-9-16-2128,0 0-1,0-1 0,0 0 0,1-1 1,20-1-1,-7 0-88,53 1 246,121-13-1,91-26-524,-88 10 18,233-19-21,339-41 51,-512 52 117,174-19 182,3 34 321,-191 25-587,270 2-132,-5-28-107,-352 5 145,401-17 9,-90 49 149,31 1-158,-2-33-10,727-35-845,-733 79 703,-452-23 140,237 19-20,-195-21 43,102-8-1,-178 4 14,-9 1 60,-1 0-1,1-1 0,-1 0 0,1 0 1,0 0-1,6-3 0,-19 7 733,4-2-788,0 0 1,1 0-1,-1 0 1,1 1-1,-1-1 0,1 1 1,0-1-1,0 1 1,0 0-1,-3 2 0,-8 11 111,2 1-1,-1 0 1,2 0-1,0 1 0,-9 23 1,-33 98 363,36-93-417,-38 126 348,7 2-1,-35 248 1,69-334-219,-73 618 921,85-692-1133,-2 7 19,2-20-21,1 0 1,-1 0-1,0 0 0,0 1 1,0-1-1,1 0 0,-1 0 1,0-1-1,0 1 0,1 0 1,-1 0-1,0 0 0,0 0 1,1-1-1,-1 1 0,0 0 1,0-1-1,1 1 0,-1 0 1,0-1-1,1 1 0,-1-1 1,1 1-1,-1-1 1,1 1-1,-2-2 0,-4-2-36,-1 0 0,0 1 0,-1 0 0,1 0-1,-1 0 1,1 1 0,-1 0 0,-13-1 0,-69-2-264,71 4 277,-843 40-993,684-17 805,77-8 190,-169 1 0,-178-53 25,-94-1 6,-288 7 302,504 3-223,-533 19 0,680 9 46,-226-29 1,184 10-119,89 13 209,-1 6 0,-216 27 0,-60 39-59,375-61-163,-346 36 16,232-34 4,-158-14 0,-99-6-40,329 16 5,0 4 0,1 4-1,-98 24 1,128-22 7,-1-2-1,-1-2 1,1-3 0,-1-1 0,-74-4 0,-325-14 20,414 12-12,0 1 0,1 1 0,-57 9 0,93-10-11,5-1-459,0 0 1,0-1 0,-1 0-1,16-7 1,25-15-4179</inkml:trace>
</inkml:ink>
</file>

<file path=ppt/ink/ink20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3:17.11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102 27 4833,'-2'2'2197,"-12"11"1087,14-13-3215,0 0 0,0 0 0,0 0 0,-1 0-1,1 0 1,0 0 0,0 1 0,0-1 0,-1 0 0,1 0 0,0 0 0,0 0 0,0 0 0,0 0 0,0 0 0,-1 1 0,1-1-1,0 0 1,0 0 0,0 0 0,0 0 0,0 0 0,0 1 0,-1-1 0,1 0 0,0 0 0,0 0 0,0 1 0,0-1 0,0 0 0,0 0-1,0 0 1,0 0 0,0 1 0,0-1 0,0 0 0,0 0 0,0 0 0,0 1 0,0-1 0,0 0 0,0 0 0,0 0 0,0 1 0,1-1-1,-1 0 1,0 0 0,0 0 0,0 0 0,0 1 0,0-1 0,0 0 0,1 0 0,-1 0 0,0 0 0,1 0-33,0 0 0,-1 0 0,1 0 1,0 0-1,-1-1 0,1 1 1,0 0-1,0-1 0,-1 1 0,1 0 1,-1-1-1,1 1 0,0-1 0,-1 1 1,1-1-1,-1 1 0,1-1 0,-1 1 1,1-1-1,-1 0 0,1 1 1,-1-1-1,0 0 0,1 1 0,-1-1 1,0 0-1,0 1 0,0-1 0,1 0 1,-1 0-1,0 1 0,0-1 0,0 0 1,0 0-1,0 1 0,0-1 0,-1-1 1,-3-27 4,-20 105 5929,13-20-5026,2 1 1,-1 93-1,15 117-465,1-81-362,-19 127-76,2 69-21,13-355-339,8 33 0,0 2-614,-10-61 598,0 0-1,-1 0 1,1 0 0,0 1-1,0-1 1,-1 0-1,1 0 1,-1 0-1,1 0 1,-1 0-1,1 0 1,-1 0 0,0 0-1,1 0 1,-1 0-1,0 0 1,0 0-1,0 0 1,1-1 0,-1 1-1,0 0 1,0-1-1,0 1 1,0 0-1,-1-1 1,1 1-1,0-1 1,0 0 0,0 1-1,0-1 1,0 0-1,-1 0 1,1 0-1,0 0 1,-2 0-1,-16 3-3876</inkml:trace>
</inkml:ink>
</file>

<file path=ppt/ink/ink20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3:17.11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27 110 7410,'-4'8'7892,"5"-5"-5535,4-7-1045,-3 1-1279,-1-1-1,0 0 1,0 1 0,0-1 0,0 0 0,-1 0 0,0 1-1,0-6 1,1-2-30,10-56 185,-13 67 379,-1 6-188,-4 10 70,-4 32 247,2 0-1,2 0 1,-2 77-1,23 149 539,7-87-906,9 96 178,-24-189-386,-6 94 0,-5-143-320,-12 58 0,8-61-248,-4 61 1,15-84-801,4-50-8852</inkml:trace>
</inkml:ink>
</file>

<file path=ppt/ink/ink20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3:17.11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0 180 6649,'5'-27'6782,"13"-14"-3973,-13 33-2423,-1 0 0,-1 0 0,1-1 1,2-11-1,4-26 1290,-7 33-698,-6 36-58,-5 30-428,3 0-1,3 0 1,1 0 0,3 0 0,16 91 0,-14-117-363,38 215 1037,-30-175-1131,76 444 197,-74-388-551,-4 1 1,-9 158 0,-2-247 139,0-17-477,1-1 0,-2 0-1,-6 30 1,7-43-646,1-6-854,2-7 223,6-37-3645</inkml:trace>
</inkml:ink>
</file>

<file path=ppt/ink/ink20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3:17.11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149 0 5177,'-7'8'2070,"0"-1"0,1 1 0,0 0 1,-9 16-1,10-14-1680,1 1 1,-1 0 0,2 0 0,0 0 0,0 0 0,1 1-1,0-1 1,1 1 0,1-1 0,-1 1 0,3 11 0,-1 93 848,-4 0 0,-22 129 0,1 2-282,10 405-564,17-448-2446,-4-201-745,-3-12-952,-10-26-2316</inkml:trace>
</inkml:ink>
</file>

<file path=ppt/ink/ink20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3:17.11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222 23 2264,'0'-1'430,"0"-1"0,0 1-1,0 0 1,0-1 0,0 1-1,-1-1 1,1 1-1,0 0 1,-1-1 0,1 1-1,-1 0 1,1-1-1,-1 1 1,0 0 0,-1-2-1,-3 5 2873,1 10-545,3-4-1789,1 0 0,1-1 0,-1 1 0,1-1 1,0 1-1,5 13 0,1 16 243,-3 7-448,-2 0 0,-6 67 0,-20 89 198,17-155-674,-45 394 539,34 3-176,24-319-373,22 124-1,-27-235-231,0-1 0,-1 0 0,-1 1 0,-2 15 0,1-18-38,1-1 0,0 1 0,1-1-1,0 1 1,0-1 0,1 1 0,0-1 0,3 14 0,-41-56-4414,1 3-1763,-47-26-3641</inkml:trace>
</inkml:ink>
</file>

<file path=ppt/ink/ink20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3:17.11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45 5361,'-1'-9'2899,"1"-14"647,0 22-3292,0 1 1,0-1-1,0 1 1,0-1-1,0 1 1,0-1-1,0 1 1,0-1-1,1 1 1,-1-1-1,0 1 1,0-1-1,0 1 1,0 0-1,1-1 1,-1 1-1,0-1 1,0 1-1,1 0 1,-1-1-1,0 1 1,1 0-1,-1-1 1,0 1-1,1 0 1,-1-1-1,1 1 1,-1 0-1,1 0 1,-1 0-1,1-1 1,0 1 374,8 39 3094,-1-10-3017,-6-11-558,-1 0 0,-1 0-1,-3 31 1,0 11-110,2-60-91,1 0 0,0 1 0,0-1 0,0 0-1,0 0 1,0 0 0,0 0 0,0 0-1,0 1 1,0-1 0,0 0 0,0 0-1,0 0 1,0 0 0,0 1 0,0-1-1,0 0 1,0 0 0,0 0 0,0 0-1,0 1 1,1-1 0,-1 0 0,0 0 0,0 0-1,0 0 1,0 0 0,0 1 0,0-1-1,0 0 1,1 0 0,-1 0 0,0 0-1,0 0 1,0 0 0,0 0 0,0 0-1,1 1 1,-1-1 0,0 0 0,0 0-1,0 0 1,0 0 0,1 0 0,-1 0 0,0 0-1,0 0 1,0 0 0,0 0 0,1 0-1,-1 0 1,13-10-3921,18-24-1726</inkml:trace>
</inkml:ink>
</file>

<file path=ppt/ink/ink20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3:17.12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313 94 4505,'0'0'12276,"1"-6"-11509,4-65 2435,-5 70-3183,0 0-1,-1 0 1,1 0 0,-1 0 0,1 0 0,-1 1-1,1-1 1,-1 0 0,0 0 0,0 1 0,1-1 0,-1 0-1,0 1 1,0-1 0,1 1 0,-1-1 0,0 1-1,0-1 1,0 1 0,0 0 0,0-1 0,0 1 0,0 0-1,0 0 1,0 0 0,0-1 0,0 1 0,0 0-1,-1 1 1,-38-3-32,33 3 43,-5-2-32,1 2 0,0-1 0,0 2 0,0-1 1,0 2-1,0-1 0,0 2 0,0-1 0,1 1 0,-1 1 0,1 0 0,0 0 0,1 1 0,-1 1 0,1-1 0,1 1 0,-1 1 0,1 0 0,-8 9 1,11-8-4,0 0 0,0 0 1,1 0-1,0 0 0,1 1 1,0 0-1,0-1 0,1 1 1,0 0-1,1 0 1,0 0-1,1 1 0,0-1 1,1 0-1,0 0 0,0 0 1,1 0-1,0 0 0,1 0 1,5 12-1,-6-18 6,0 0 0,0 0-1,1 0 1,0 0-1,0-1 1,0 1 0,0-1-1,0 1 1,1-1 0,-1 0-1,1 0 1,0-1 0,0 1-1,0-1 1,0 0 0,0 0-1,9 2 1,-2-1 21,1-1 0,0-1-1,1 0 1,-1 0 0,21-3 0,-27 2-14,0-1-1,0-1 1,0 1 0,-1-1 0,1 0-1,0-1 1,-1 1 0,0-1 0,0 0 0,0 0-1,0-1 1,0 1 0,0-1 0,-1 0-1,0-1 1,0 1 0,0-1 0,0 0-1,3-6 1,5-9 12,-1 0-1,-1 0 1,14-38-1,-19 43 85,0-1 0,-1 1 0,0-1 0,-1 0 0,1-30 0,-4 45 778,-7 27-17,2-13-593,1-5-192,1-1 0,0 0 1,1 1-1,0 0 0,0-1 0,0 1 0,1 0 0,0 0 0,1 0 1,0 0-1,0 0 0,2 13 0,0-19-71,0 0 0,0 0 0,-1 0 0,2 0 0,-1 0 0,0 0 0,0-1 0,0 1 0,1-1 0,-1 1 0,1-1 0,-1 0 0,1 0 0,-1 0 0,1-1 0,0 1 0,0 0 0,-1-1 0,4 1-1,58 4 136,-58-5-142,181 1-6037,-108-1 1595,-56 0-4209</inkml:trace>
</inkml:ink>
</file>

<file path=ppt/ink/ink20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3:17.12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6 7618,'0'0'9359,"4"-3"-8580,-4 3-734,1-1 0,-1 1 0,1 0 0,-1 0 0,0 0 0,1-1 0,-1 1-1,1 0 1,-1 0 0,1 0 0,-1 0 0,1 0 0,-1 0 0,1 0 0,-1 0 0,1 0 0,-1 0 0,1 0 0,-1 0 0,1 0 0,-1 0 0,1 0 0,-1 1 0,0-1 0,1 0 0,-1 0 0,1 1 0,-1-1 0,0 0 0,1 0 0,-1 1 0,1-1 0,-1 0-1,0 1 1,1-1 0,-1 1 0,0-1 0,0 0 0,1 1 0,-1-1 0,0 1 0,0-1 0,0 1 0,9 36 1567,-7 64 451,-2-78-1759,0 398 931,0-408-1203,2-1-1,0 0 1,0 0-1,5 14 1,-4-15-537,0 1 0,-1-1 0,0 1 0,0 13 0,-2-65-9749,0 6 3768</inkml:trace>
</inkml:ink>
</file>

<file path=ppt/ink/ink20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3:17.12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142 282 4641,'0'0'9449,"23"-18"-8985,78-58 19,-92 69-403,1 1 1,0 0-1,0 0 1,1 1-1,-1 1 1,1-1-1,0 2 1,0-1 0,1 2-1,12-3 1,13-2 163,588-114 1487,-622 121-1697,21-4 539,1 2 1,46 1-1,-68 2-478,-1 0 0,0 1 0,0-1 0,0 0 0,0 1 0,0-1 0,0 1 0,0 0 0,-1 0 0,1 0 0,0 0 0,-1 0 0,0 0 0,1 0 0,-1 0 0,0 1 0,0-1 0,0 0 0,-1 1 0,2 3 0,14 54 1079,-15-57-1165,14 99 598,-5 1 1,-3 0-1,-10 125 0,1-70-533,15-74-15,-13-83 329,-39-10-125,4-1-294,-45 2-46,-151 5 1,126 4 39,-80 4 37,0 8 0,-190 39 0,341-48-2,33-4-20,40 0-281,0-3-132,-35 2-56,1 0-1,-1 0 1,0 0 0,1-1-1,-1 0 1,0 0-1,0 0 1,0 0 0,0-1-1,4-3 1,11-10-3126,1-3-3259</inkml:trace>
</inkml:ink>
</file>

<file path=ppt/ink/ink20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3:17.12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1348 9330,'0'0'6949,"12"0"-6788,15-1-213,42 1 620,-1 2 0,78 13 0,-84-7-384,-47-7-49,0 0 0,-1 2-1,1-1 1,0 2 0,-1 0-1,1 0 1,25 13-1,-32-11-10,1-2 0,-1 1 0,1-1 0,0-1 0,0 0 0,1 0-1,-1 0 1,0-1 0,15 1 0,-20-3-97,1 0 0,0-1 0,0 1 1,-1-1-1,1 0 0,0 0 0,-1 0 0,1-1 0,-1 0 0,1 0 1,-1 0-1,0 0 0,0 0 0,0-1 0,0 0 0,0 0 0,-1 0 0,1 0 1,-1-1-1,6-7 0,36-45 92,-3-3-1,-3-1 1,60-122 0,-33 5 219,-58 150-169,-1-1 0,-2 1 0,-1-1 0,2-47 0,-6 57-96,0-8 41,0-1 0,-7-38 0,5 56-98,0 0 1,-1 0 0,0 0 0,-1 0-1,1 0 1,-2 1 0,1-1-1,-1 1 1,-1 0 0,-8-10-1,7 9-17,-1 0 0,0 1 0,-1 0 0,1 0 0,-2 1 0,1 0-1,-1 1 1,0 0 0,0 0 0,-1 1 0,1 0 0,-1 1 0,0 1-1,0-1 1,-1 2 0,1-1 0,-1 2 0,1 0 0,-18 0 0,10 3-72,19 3-92,34 4 137,38-3 85,85-5 1,-78-2-43,51-6-56,178-32 0,-174 18-7,-41 9 21,174-25-234,291-77 0,-541 109 317,0 0 0,1 1 1,0 2-1,24-2 0,239 4 1803,-280 0-1515,32-12 610,-8 4-773,0 1 1,0 2-1,0 1 0,27-2 1,-51 6 98,0-7-8669,-2-9 6965,1 14 385,0-18-3344,0 1-747</inkml:trace>
</inkml:ink>
</file>

<file path=ppt/ink/ink20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3:17.12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199 1 2801,'0'0'12460,"-40"0"-6883,38 6-5307,-1 0 0,1 0 0,0 0 0,1 0 0,-1 0 0,1 0 0,0 0 0,0 11 0,1-14-194,0 1 0,-1-1 0,1 1 0,1 0-1,-1-1 1,0 1 0,1-1 0,0 1 0,0-1 0,0 0-1,0 1 1,1-1 0,-1 0 0,1 0 0,0 0-1,4 6 1,0-3 2,1-1-1,0 1 1,0-1 0,0-1-1,1 1 1,0-1-1,-1-1 1,2 0-1,-1 0 1,0 0 0,10 1-1,-18 45 1066,-4-38-1130,-1-1 0,0 0 0,-1 1 0,0-2 0,-1 1 0,0-1 0,0 0 0,-1 0 0,-11 9 0,-6 9 17,4-4-262,-1-1 0,-33 27-1,9-14-5923,27-22-1891</inkml:trace>
</inkml:ink>
</file>

<file path=ppt/ink/ink20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3:17.12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181 107 4017,'0'0'14310,"19"-20"-12749,-14 13-1253,-3 4-109,0 0 0,-1 0 0,1 0 0,-1 0 0,1 0 0,-1 0 1,0 0-1,0 0 0,-1 0 0,2-7 0,-2 10 160,-15 0 218,5 1-547,0 0 0,0 1 0,0 0-1,0 1 1,0 0 0,1 0 0,0 1 0,-1 1-1,1-1 1,1 1 0,-1 1 0,-9 8 0,12-10-15,0 0 1,1 1 0,0 0 0,-1 0 0,2 0 0,-1 1 0,1 0 0,0-1 0,0 1 0,0 1 0,1-1-1,0 1 1,0-1 0,1 1 0,0 0 0,0 0 0,1 0 0,-2 8 0,3-13-6,0 1-1,0-1 1,-1 1 0,2-1-1,-1 1 1,0-1 0,0 0 0,1 1-1,-1-1 1,1 0 0,0 1 0,0-1-1,0 0 1,0 0 0,0 1 0,0-1-1,0 0 1,1 0 0,-1 0 0,3 2-1,1-2 12,-1 0 0,1-1-1,0 1 1,0-1-1,-1 0 1,1 0 0,0-1-1,0 1 1,8-1 0,3 0-1,1 1 1,-1-2 0,0 0 0,0-1-1,0-1 1,0 0 0,0-1 0,18-8 0,-27 9-15,0 0 0,-1 0 0,1-1 0,-1 0 1,0-1-1,0 1 0,-1-1 0,1 0 0,-1 0 1,0-1-1,0 0 0,-1 0 0,0 0 0,0 0 1,0-1-1,-1 1 0,1-1 0,-2 0 1,1 0-1,1-10 0,-2 6 4,-1 1 0,0-1-1,-1 0 1,-1-15 0,0-1-26,1 25 14,0 1 0,0 0 0,0 0 0,-1-1 0,1 1 0,0 0 0,-1-1 0,0 1 0,1 0-1,-1 0 1,0 0 0,1 0 0,-1 0 0,0 0 0,0 0 0,0 0 0,0 0 0,0 0 0,0 0 0,0 0-1,0 1 1,0-1 0,0 0 0,-1 1 0,1-1 0,0 1 0,0-1 0,-1 1 0,1 0 0,0 0 0,0-1-1,-3 1 1,-51-1-4503,38 1-1530,4 0-6769</inkml:trace>
</inkml:ink>
</file>

<file path=ppt/ink/ink20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3:17.13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6953,'0'0'12610,"27"0"-11863,214 0 330,-139 0-838,-102 0-240,1 0 1,-1-1-1,1 1 1,-1 0-1,1 0 1,-1 0-1,1 0 0,0 0 1,-1 0-1,1 1 1,-1-1-1,1 0 1,-1 0-1,1 0 0,-1 0 1,1 1-1,-1-1 1,1 0-1,-1 0 1,1 1-1,-1-1 0,1 0 1,-1 1-1,0-1 1,1 1-1,-1-1 1,1 0-1,-1 1 1,0-1-1,0 1 0,1-1 1,-1 1-1,0-1 1,0 1-1,1-1 1,-1 1-1,0 0 0,0-1 1,0 1-1,0-1 1,0 1-1,0-1 1,0 1-1,0-1 0,0 1 1,0 0-1,0-1 1,0 1-1,-1-1 1,1 1-1,0-1 1,0 1-1,0-1 0,-1 1 1,-21 29 167,-41 20 303,48-40-361,1 0 1,-1 2 0,2 0 0,0 0 0,0 1 0,1 1 0,1 0 0,-13 20 0,22-32-98,1 0 1,0 1-1,0-1 1,0 0-1,0 0 1,0 1-1,1-1 1,-1 0-1,1 1 1,0-1-1,-1 0 0,1 1 1,0-1-1,1 4 1,-1-5-3,0 0 0,1 0 0,-1 0 0,1 1 0,0-1 0,-1 0 0,1 0 0,0 0 0,-1-1 0,1 1 0,0 0 0,0 0 0,0 0 0,0-1 0,0 1 0,0 0 0,0-1 0,0 1 0,0-1 0,2 2 0,6 0 29,0-1 1,0 1-1,0-1 0,-1-1 1,1 0-1,11-1 1,0 1-45,5-1-57,0-2 0,0 0 0,0-2 0,0 0 0,28-11 0,61-26-3393,-77 28 950,11-6-4162</inkml:trace>
</inkml:ink>
</file>

<file path=ppt/ink/ink20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3:17.13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17 8306,'0'0'9527,"15"-3"-9285,59-5 392,81 3 1,-153 5-622,0 0 0,0 1-1,0-1 1,1 0 0,-1 1-1,0 0 1,0 0 0,0 0-1,0 0 1,0 0 0,0 0-1,0 0 1,0 0 0,-1 1-1,1-1 1,0 1 0,-1-1 0,1 1-1,-1 0 1,0 0 0,3 3-1,-4-4 18,1 0 0,0 1 0,-1-1-1,1 0 1,-1 1 0,0-1 0,1 1 0,-1-1-1,0 1 1,0-1 0,0 1 0,0-1-1,0 1 1,0-1 0,0 1 0,-1-1 0,1 0-1,0 1 1,-1-1 0,1 1 0,-1-1 0,1 0-1,-1 1 1,0-1 0,0 0 0,0 0-1,0 0 1,1 1 0,-2-1 0,1 0 0,0 0-1,0 0 1,0-1 0,-2 3 0,-13 5 219,-26 15 53,41-23-305,0 1 0,0-1 0,0 1 0,0 0-1,0 0 1,0-1 0,0 1 0,0 0 0,0 0 0,1 0 0,-1 0 0,0 0 0,0 0 0,1 0-1,-1 0 1,1 0 0,-1 0 0,1 0 0,-1 1 0,1-1 0,0 0 0,0 0 0,0 0 0,-1 1 0,1-1-1,0 0 1,0 0 0,1 2 0,0-1-27,0-1 0,1 0-1,-1 1 1,1-1 0,-1 0-1,1 1 1,-1-1 0,1 0-1,0 0 1,0-1 0,-1 1-1,1 0 1,0 0 0,4 0 0,37 9-367,-27-6 195,-3-1 30,-6-2 97,0 1 0,1 0 0,-1 0 0,-1 1 0,9 4 0,-14-7 72,0 1 1,-1-1 0,1 1-1,0-1 1,0 1-1,-1 0 1,1-1-1,0 1 1,-1 0 0,1 0-1,-1-1 1,1 1-1,-1 0 1,1 0 0,-1 0-1,0 0 1,1-1-1,-1 1 1,0 0-1,0 0 1,0 0 0,1 0-1,-1 0 1,0 0-1,0 0 1,0 0 0,-1 0-1,1 0 1,0 0-1,0 0 1,0-1 0,-1 1-1,1 0 1,0 0-1,-1 0 1,1 0-1,-1 0 1,1-1 0,-1 1-1,1 0 1,-1-1-1,0 1 1,1 0 0,-1-1-1,0 1 1,0 0-1,1-1 1,-3 1-1,-6 7 201,-1 0-1,-1-1 0,0 0 0,0-1 0,0 0 0,-23 8 0,-77 20 215,102-32-1260,0-1-3720</inkml:trace>
</inkml:ink>
</file>

<file path=ppt/ink/ink20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3:17.13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77 0 4657,'0'0'11680,"3"0"-11182,0 0 1,-1 0-1,1 1 1,-1-1-1,1 0 1,-1 1 0,1 0-1,-1 0 1,1-1-1,3 4 1,-6 5-23,1-5-362,0 0-1,-1 0 0,0 0 0,0 0 0,-1 0 0,1 0 0,-1 0 1,1 0-1,-1 0 0,-1 0 0,1 0 0,0 0 0,-1 0 0,0-1 0,0 1 1,0-1-1,0 1 0,-1-1 0,1 0 0,-4 4 0,-11 6 87,-27 27 89,42-37-285,0 0 0,-1 0 0,1 0-1,1 0 1,-1 0 0,0 0 0,1 0 0,-1 1 0,1-1 0,0 0 0,0 1-1,1-1 1,-1 1 0,0 4 0,2-7-2,-1 0 0,0-1-1,1 1 1,-1 0 0,1-1-1,-1 1 1,1 0 0,-1-1 0,1 1-1,-1-1 1,1 1 0,0-1-1,-1 1 1,1-1 0,0 1 0,-1-1-1,1 0 1,0 1 0,0-1-1,-1 0 1,1 0 0,0 1 0,0-1-1,-1 0 1,1 0 0,0 0-1,0 0 1,0 0 0,0 0-1,36 1 66,-27-2-50,46 2 6,-28 1-12,0-1 1,0-2 0,0-1 0,0-1 0,-1-1-1,49-15 1,-42 0-534,-27 4-3041,-7 14 3107,-1 0 0,1 0 1,0 0-1,-1-1 0,1 1 1,0 0-1,-1 0 0,1 0 0,-1 0 1,0 0-1,1 1 0,-1-1 1,0 0-1,1 0 0,-1 0 1,0 0-1,-1 0 0,-15-11-7803</inkml:trace>
</inkml:ink>
</file>

<file path=ppt/ink/ink20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3:17.13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39 1 9882,'0'0'13475,"-39"186"-13283,39-161-96,0 1-96,13 0-168,0-7-936,12-3-1505,-5-6-2352,-7-7-2825</inkml:trace>
</inkml:ink>
</file>

<file path=ppt/ink/ink20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3:17.13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97 46 5857,'0'0'7783,"5"-8"-6689,16-22 53,-15 23 2315,-19 10-1448,-2 9-1469,0 2 1,1-1 0,1 2-1,-20 27 1,32-40-539,-1 0 0,1 0 0,-1 0-1,1 0 1,0 0 0,0 0 0,0 0 0,0 0 0,0 0-1,1 0 1,-1 1 0,1-1 0,-1 0 0,1 1-1,0-1 1,0 0 0,0 1 0,0-1 0,0 0 0,1 1-1,-1-1 1,2 4 0,0-3-3,-1-1-1,1 0 1,0 0-1,0 0 1,0 0-1,0 0 1,0-1-1,1 1 1,-1 0-1,0-1 1,1 0-1,-1 1 1,1-1-1,0 0 1,-1-1-1,4 2 1,14 2-108,-1-1 0,1 0 0,0-2 0,23-1 0,-37 0 10,22 5-151,-28-5 247,0 0 0,1 0 0,-1 1 0,0-1 1,1 0-1,-1 1 0,0-1 0,0 0 0,1 0 0,-1 1 0,0-1 0,0 0 0,1 1 0,-1-1 0,0 1 0,0-1 0,0 0 0,0 1 0,0-1 0,1 1 0,-1-1 1,0 0-1,0 1 0,0-1 0,0 1 0,0-1 0,0 0 0,0 1 0,-1-1 0,1 1 0,0-1 0,0 1 0,-2 3 50,-1-1 0,1 1 0,-1 0 0,1-1 0,-1 0 0,-1 1 0,1-1 0,-5 3-1,3-1-93,-2 0-1,1-1 1,0 0-1,-1 0 1,0-1-1,0 1 1,0-2-1,0 1 1,0-1-1,-1 0 1,1 0-1,-11 1 1,-18-2-3308,-1-3-3963,23-1 1119</inkml:trace>
</inkml:ink>
</file>

<file path=ppt/ink/ink20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3:17.13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9354,'0'0'13232,"11"7"-12449,0 0-635,1-1 0,0-1 0,-1 0-1,2 0 1,-1-1 0,0-1 0,23 3 0,-5-4-100,-19-2-202,0 1 0,0-1 1,0 2-1,0 0 0,17 5 0,-27-5-812</inkml:trace>
</inkml:ink>
</file>

<file path=ppt/ink/ink20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3:17.13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111 46 3241,'0'0'5561,"9"-2"111,33-9-4779,-17-1-758,-17 9 351,-1-1 0,1 1 0,-1 1 1,1-1-1,0 1 0,10-1 0,-17 3 579,-16 5-447,-8 10-510,1 0-1,0 2 0,1 0 0,1 2 1,1 0-1,-29 37 0,40-44-103,0 0 0,1 1 0,1 0 0,0 0 0,0 0 0,2 1 0,-1-1 0,2 1 0,0 0 0,1 1 0,0-1 0,1 0 0,0 1 0,1-1 0,3 20 0,-2-31 3,0 0 1,1 0-1,-1-1 0,1 1 0,-1 0 0,1-1 0,0 1 1,0-1-1,0 0 0,0 1 0,0-1 0,1 0 1,-1 0-1,1-1 0,-1 1 0,1 0 0,0-1 0,-1 0 1,1 1-1,0-1 0,0 0 0,0-1 0,0 1 1,0 0-1,0-1 0,0 0 0,5 0 0,11 2 65,0-1 0,38-4 0,-56 3-71,2-1 10,-1 1 1,1-1-1,-1 0 1,1-1-1,-1 1 1,0 0 0,1-1-1,-1 1 1,0-1-1,0 0 1,0 0-1,0 1 1,0-1-1,0-1 1,-1 1 0,1 0-1,-1 0 1,1-1-1,-1 1 1,0-1-1,0 1 1,0-1-1,0 1 1,-1-1 0,1 1-1,0-5 1,1-2 67,-1 1 0,1-1 0,-2 0 0,1 0 1,-1 0-1,-1 0 0,-1-11 0,1 17-63,1 1 0,-2 0 0,1 0 0,0-1 0,0 1 0,-1 0 0,1 0 1,-1 0-1,1 0 0,-1 0 0,0 1 0,0-1 0,0 1 0,0-1 0,0 1 0,0-1 0,0 1 0,0 0 0,-1 0 0,1 0 0,0 0 0,-1 1 0,1-1 0,-1 1 0,-2-1 0,-10-1 27,0 0-1,-29 1 0,36 1-46,7-14-3692,1 5-439</inkml:trace>
</inkml:ink>
</file>

<file path=ppt/ink/ink20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3:17.13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21 1112,'0'0'4077,"3"4"-4546,8 6 10844,-5-8-9144,880-34-825,-631 28-360,-152 5 306,-82-2 47,-17 1-271,1 0 0,-1-1 0,0 2 1,1-1-1,-1 0 0,0 1 0,0 0 0,1 0 0,-1 0 0,0 0 1,6 4-1,5 0 387,-14-5-441,0 0 0,0 1-1,0-1 1,0 0 0,-1 0 0,1 1-1,0-1 1,0 1 0,0-1 0,-1 1-1,1-1 1,0 1 0,-1-1 0,1 1 0,0-1-1,-1 1 1,1 0 0,-1-1 0,1 1-1,-1 0 1,1 0 0,-1-1 0,0 1-1,1 0 1,-1 0 0,0 0 0,1 0-1,-1-1 1,0 1 0,0 0 0,0 0-1,0 0 1,0 0 0,0 0 0,0 0-1,0-1 1,0 1 0,-1 0 0,1 0-1,-1 1 1,1 17 52,-2-1-1,-1 0 0,0 0 1,-1 0-1,-1 0 0,0-1 1,-1 1-1,-11 18 0,-7 20-90,8-22 54,1 2-1,2 0 0,-15 61 0,14-28-53,-5 39-4,5 45 313,-47 207 0,17-134-111,28-135-178,-3 24-23,14-70 3,5-44 43</inkml:trace>
</inkml:ink>
</file>

<file path=ppt/ink/ink20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3:17.13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1 123 4809,'0'0'6914,"4"-3"-6232,8-3-214,0 0-1,1 1 0,0 0 0,0 1 1,0 0-1,0 1 0,0 1 1,17-2-1,125 0-613,-72 4 611,233-18 129,108-2 431,-357 22-725,-40 0-71,0-2-1,1 0 0,-1-2 1,35-6-1,-44 0 1627,-21 1-1906,-29-2-4798,25 7 2789,-19-4-6161</inkml:trace>
</inkml:ink>
</file>

<file path=ppt/ink/ink20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3:23.37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7 9458,'0'0'7194,"0"-6"-7090,0 9-2497,6 10-1816</inkml:trace>
</inkml:ink>
</file>

<file path=ppt/ink/ink20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3:35.42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462 56 5193,'0'0'7402,"11"-9"-6734,33-28-111,-44 37-422,0 0-1,1 0 0,-1 0 0,0 0 1,0 0-1,0 0 0,1 0 0,-1 0 1,0 0-1,0 0 0,0 0 0,1 0 1,-1-1-1,0 1 0,0 0 0,0 0 1,0 0-1,0 0 0,1-1 0,-1 1 1,0 0-1,0 0 0,0 0 0,0 0 1,0-1-1,0 1 0,0 0 0,0 0 1,0 0-1,1-1 0,-1 1 0,0 0 1,0 0-1,0-1 0,0 1 0,0 0 1,0 0-1,0 0 0,-1-1 0,1 1 1,0 0-1,0 0 0,0 0 0,0-1 1,0 1-1,0 0 0,0 0 0,0 0 1,0 0-1,-1-1 0,-13 0 1002,-22 6-1681,1 8 724,0 2-1,2 1 1,0 2 0,0 2-1,-48 38 1,63-44-66,2 0 0,-1 1 0,2 1-1,0 0 1,1 1 0,1 1 0,0 0 0,2 0 0,0 2 0,1-1-1,1 1 1,-10 31 0,9-13 37,7-26-53,0 1 1,-1 0-1,-8 16 0,11-26-81,0-1 0,0 0 1,0 1-1,0-1 0,1 1 0,-1 0 1,1-1-1,0 1 0,-1 0 0,1-1 1,0 1-1,1-1 0,-1 1 0,0 0 1,1-1-1,0 1 0,-1-1 0,1 1 1,0-1-1,0 1 0,1-1 0,-1 0 0,0 1 1,1-1-1,-1 0 0,1 0 0,0 0 1,2 2-1,7 6 84,0-1-1,1 0 1,-1-1 0,16 8-1,-11-6-71,-7-5-18,0 0-1,1-1 0,-1-1 0,1 0 0,-1 0 0,1-1 1,0 0-1,0 0 0,0-1 0,0-1 0,0 0 0,0 0 0,0-1 1,15-2-1,-16-1 0,-1 1 0,1-1 1,-1 0-1,0-1 0,0 0 1,0 0-1,-1-1 0,0 0 1,0 0-1,0-1 0,-1 1 1,0-2-1,0 1 0,-1 0 1,0-1-1,0 0 0,-1-1 1,0 1-1,0-1 0,-1 1 1,0-1-1,2-11 0,-1 3 55,-1 0-1,-1 0 0,1-26 0,-4 43-56,1-1 0,-1 0 0,1 0 1,-1 0-1,0 1 0,1-1 1,-1 0-1,0 1 0,0-1 1,0 0-1,1 1 0,-1-1 1,0 1-1,0-1 0,0 1 1,0 0-1,0-1 0,0 1 1,0 0-1,0 0 0,0 0 0,0 0 1,0-1-1,0 1 0,-1 1 1,-31-3 44,31 2-42,-23 0 254,0 0 0,0 2 1,0 0-1,-49 13 0,45-5 131,-54 28 0,69-31-101,13-6-303,1-1-1,0 0 0,-1 0 0,1 0 0,0 0 0,0 1 1,-1-1-1,1 0 0,0 0 0,0 1 0,-1-1 0,1 0 0,0 0 1,0 1-1,0-1 0,-1 0 0,1 1 0,0-1 0,0 0 1,0 0-1,0 1 0,0-1 0,0 0 0,0 1 0,0-1 1,0 0-1,0 1 0,0-1 0,0 0 0,0 1 0,0-1 0,0 0 1,0 1-1,0-1 0,0 0 0,0 1 0,0-1 0,1 0 1,-1 1-1,0-1 0,0 0 0,0 1 0,1-1 0,-1 0 1,0 0-1,0 0 0,1 1 0,17 15-3247,-5-5-2741,-11-4-2852</inkml:trace>
</inkml:ink>
</file>

<file path=ppt/ink/ink20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3:38.40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105 42 6025,'0'0'9309,"5"-7"-8810,17-21-43,-17 21 647,-5 20-499,-2 10-306,-1 0 1,-1 0-1,-1 0 0,-1 0 1,-1 0-1,-2-1 1,0-1-1,-17 32 0,7-14-167,-18 53 0,35-85-128,0 0 0,0 0 0,1 0 0,0 0 0,0 0 1,1 0-1,0 0 0,0 0 0,2 13 0,-1-19-3,0 0 1,-1-1-1,1 1 1,0 0-1,0-1 1,-1 1 0,1-1-1,0 1 1,0-1-1,0 1 1,-1-1-1,1 1 1,0-1-1,0 0 1,0 0-1,0 1 1,0-1-1,0 0 1,0 0-1,0 0 1,0 0 0,1 0-1,31-1 33,-20 1-9,6-1-8,0-1 0,0-1-1,0 0 1,0-2 0,27-9 0,96-45 106,-64 24-32,-62 29-32,0 0 0,0 1-1,25-4 1,0 6-9086</inkml:trace>
</inkml:ink>
</file>

<file path=ppt/ink/ink20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3:38.65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163 0 4929,'0'0'10585,"-20"30"-9151,-63 95-365,76-116-888,2 1 1,-1-1-1,1 1 0,1 0 0,-1 1 1,2-1-1,0 1 0,0 0 0,-2 20 1,0-4 150,2-11-309,1-1 0,0 1 0,1 0 1,1 0-1,0-1 0,3 20 0,-2-32-574,1 0-1,-1 0 1,1 0-1,-1 0 1,1-1-1,0 1 1,0-1-1,0 1 0,1-1 1,-1 0-1,6 4 1,-5-3-946,10 8-5727</inkml:trace>
</inkml:ink>
</file>

<file path=ppt/ink/ink20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3:39.47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199 1 6601,'0'0'10292,"-6"7"-9452,-26 32 714,-37 58 0,-3 6-744,70-100-805,0-1-1,0 0 1,0 1-1,1 0 1,-1-1-1,1 1 0,-1 0 1,1 0-1,0 0 1,0 0-1,0 0 1,0 0-1,1 0 1,-1 3-1,11-5 15,16-3 13,1-1 0,30-6 0,-29 3-31,-1 2 1,34-1-1,-53 5-5,-1 0 0,0 0 0,0 1-1,1 0 1,-1 1 0,0-1 0,0 1 0,10 5 0,-14-6 3,-1 1-1,1-1 1,-1 1-1,0-1 1,0 1-1,0 0 1,0 0-1,0 0 1,0 0-1,-1 0 1,1 0 0,-1 1-1,1-1 1,-1 0-1,0 1 1,0-1-1,0 1 1,0 0-1,0-1 1,-1 1-1,1 0 1,-1-1-1,0 1 1,1 5-1,-2-5 10,0-1-1,1 1 1,-1-1-1,0 1 0,0-1 1,0 1-1,-1-1 1,1 0-1,-1 0 1,1 1-1,-1-1 0,0 0 1,1 0-1,-1-1 1,0 1-1,-3 2 0,-45 31 210,34-24-72,-5 3-106,0-1-1,0-1 0,-1-1 0,-1-1 1,0-1-1,0-1 0,-1 0 0,-25 3 0,22-10-1454,26-34-6316,1 17 2183</inkml:trace>
</inkml:ink>
</file>

<file path=ppt/ink/ink20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3:39.97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8346,'0'0'9083,"7"0"-8469,179 0 2809,-104 0-8659</inkml:trace>
</inkml:ink>
</file>

<file path=ppt/ink/ink20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3:41.68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 29 6305,'0'0'11429,"-8"2"-10780,5-1-519,5-1 638,16-1-577,0-1-1,0-1 1,24-7-1,-27 6-165,1 0-1,0 1 1,0 1 0,0 0-1,28 2 1,-42 0-23,0 0 1,0 1-1,-1-1 1,1 1-1,0-1 0,-1 1 1,1 0-1,0 0 1,-1 0-1,1 0 1,-1 0-1,1 0 0,-1 0 1,0 0-1,1 1 1,-1-1-1,0 0 0,0 1 1,0-1-1,0 1 1,0 0-1,0-1 1,-1 1-1,1-1 0,0 1 1,-1 0-1,1 0 1,-1 2-1,2 6 34,-1 0-1,0 0 1,-1 20-1,0-17 68,0-9-60,-1 0 1,1 0-1,-1 0 1,0 1-1,0-1 1,-1 0-1,1 0 1,-1-1-1,0 1 1,0 0-1,0 0 1,0-1-1,-1 1 1,1-1-1,-5 5 1,-6 4 132,-1 0 0,-22 15 0,-13 12 41,48-38-219,1-1-1,0 0 0,-1 0 1,1 0-1,0 1 1,-1-1-1,1 0 0,0 0 1,0 1-1,-1-1 0,1 0 1,0 1-1,0-1 0,0 0 1,-1 1-1,1-1 1,0 0-1,0 1 0,0-1 1,0 1-1,0-1 0,0 0 1,0 1-1,0-1 0,0 0 1,0 1-1,0-1 1,0 1-1,0-1 0,0 0 1,0 1-1,0-1 0,0 0 1,0 1-1,0-1 1,1 1-1,-1-1 0,0 0 1,0 1-1,0-1 0,1 0 1,-1 0-1,0 1 0,0-1 1,1 0-1,-1 0 1,0 1-1,1-1 0,-1 0 1,0 0-1,1 1 0,-1-1 1,0 0-1,1 0 0,-1 0 1,1 0-1,-1 0 1,0 0-1,1 0 0,-1 0 1,0 0-1,1 0 0,-1 0 1,1 0-1,38 3 67,-23-2-75,9 2 1,1 1-1,-1 2 1,29 10 0,-41-12 6,0 1 0,0 1 0,-1 0 0,0 0 1,0 1-1,-1 1 0,20 16 0,-30-23 3,1 1 0,0 0 0,-1 0 0,1-1 0,-1 1 0,0 0 0,0 0 1,1 0-1,-1 0 0,-1 1 0,1-1 0,0 0 0,0 0 0,-1 1 0,1-1 0,-1 0 1,0 1-1,0-1 0,0 0 0,0 1 0,0-1 0,0 0 0,-1 1 0,1-1 1,-1 0-1,1 0 0,-1 1 0,0-1 0,0 0 0,0 0 0,0 0 0,0 0 0,-1 0 1,1 0-1,-1 0 0,1-1 0,-3 3 0,-5 5 52,0-1 1,-1 0-1,0 0 1,-1-1-1,-17 10 0,-83 29 1665,73-33-4675,27-9-6411,31-9 3865</inkml:trace>
</inkml:ink>
</file>

<file path=ppt/ink/ink20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3:42.29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 1 6649,'0'0'10964,"0"11"-4986,-6 42-5460,1-30-405,2-1-1,1 1 1,0 0 0,2-1-1,3 36 1,-1 9 205,-2 119 360,0-160-9141,0-30 2411</inkml:trace>
</inkml:ink>
</file>

<file path=ppt/ink/ink20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3:43.13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23 5881,'0'0'9450,"27"4"-6076,0-6-2848,0 0-1,27-7 0,-27 4-393,-1 1 0,29 0-1,-43 4-96,-5 0-26,-1-1 1,1 1-1,-1 1 1,0-1-1,1 1 1,-1 1-1,9 2 1,-13-3-5,0 0 0,0 0 1,0 1-1,-1-1 0,1 0 0,-1 1 1,1 0-1,-1-1 0,0 1 0,1 0 1,-1 0-1,0-1 0,0 1 0,0 0 1,0 0-1,-1 0 0,1 0 0,0 0 1,-1 1-1,1-1 0,-1 0 0,0 0 0,0 0 1,0 0-1,0 0 0,-1 3 0,1 2 36,-1 0 0,0-1 0,0 1-1,-1 0 1,0-1 0,0 0 0,-1 1-1,0-1 1,0 0 0,0 0 0,-1 0-1,0-1 1,0 0 0,0 1 0,-7 5-1,-10 10 80,-2-2-1,-30 22 1,13-11-29,23-17-48,3-2 11,-1 1 0,-18 20 0,30-28-42,0-1 0,0 1 0,0 0-1,0 0 1,1 0 0,0 1 0,0-1-1,0 0 1,0 1 0,1-1 0,-1 1-1,1 0 1,1 0 0,-2 7-1,3-11-2,0 0 0,0 0 0,0 0 0,-1 0 0,1 0 0,0 0 0,0-1 0,1 1 0,-1 0 0,0-1 0,0 1-1,0-1 1,0 1 0,0-1 0,1 1 0,-1-1 0,0 0 0,0 0 0,1 0 0,-1 1 0,0-1 0,0 0-1,1-1 1,-1 1 0,0 0 0,1 0 0,-1 0 0,1-1 0,5 1 31,95 0 889,172-22 0,-64-10-750,-203 31-143,-5 1-24,8-2-2513,57-20-3452,-29 7-322</inkml:trace>
</inkml:ink>
</file>

<file path=ppt/ink/ink20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5:53:43.84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442 1 3145,'0'0'14532,"-22"4"-13972,-67 14 26,82-17-483,0 1 0,1 0 0,0 1 0,-1 0 0,1 0 0,0 0 0,0 0 0,-8 8 0,-4 1 218,-8 5 60,0 1 0,1 1 0,1 1 0,0 2 0,-23 28 0,39-41-353,0 0 0,1 1-1,0-1 1,0 2 0,1-1 0,1 1 0,0 0 0,0 0-1,1 1 1,0-1 0,1 1 0,1 0 0,0 0 0,0 0 0,1 0-1,1 19 1,1-27-23,0-1 1,0 0-1,0 0 0,1 0 0,-1 0 0,1 0 0,0 0 0,-1 0 1,1 0-1,1-1 0,-1 1 0,0-1 0,1 1 0,-1-1 1,1 0-1,0 0 0,-1 0 0,1 0 0,0-1 0,0 1 1,7 1-1,6 3 16,0 0 1,0-2 0,19 4-1,-5-3-14,0-1 0,0-1-1,0-2 1,0-1 0,0-1 0,0-1-1,0-2 1,53-14 0,-70 15 4,0-2 0,0 1 0,0-2 1,0 0-1,-1 0 0,0-1 0,0 0 1,-1-1-1,0-1 0,-1 0 1,1 0-1,-2-1 0,1 0 0,-1-1 1,-1 0-1,0 0 0,-1-1 0,0 0 1,0 0-1,-2-1 0,8-19 0,-8 9 309,0-1 0,-1 1 0,-1-1 0,-1-41-1,-3 61-262,1 0 0,-1 0-1,0 0 1,0 0 0,-1 1-1,1-1 1,-1 0 0,0 0 0,0 1-1,0-1 1,0 1 0,0 0-1,-1 0 1,0 0 0,1 0-1,-1 0 1,0 0 0,-1 1-1,1-1 1,0 1 0,-1 0 0,1 0-1,-1 0 1,0 0 0,0 1-1,1 0 1,-7-2 0,-9-2 25,1 0 0,0 2 1,-1 0-1,-30-1 0,-29 3 134,47 2-123,26-1-102,10 0-56,-3 0-582,32-1 379,-24 3-3704</inkml:trace>
</inkml:ink>
</file>

<file path=ppt/ink/ink20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0:24.37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321 214 1144,'0'0'12077,"6"-28"-9951,6-29-1164,14-68 3697,-25 121-1704,0 7-1228,-3 19-773,-6 36-712,-73 287 1243,65-270-1700,-3-1-1,-41 101 1,58-171-75,1 0 0,-1 0 1,-1 0-1,1 0 1,0 0-1,-1 0 1,0-1-1,0 1 0,0-1 1,0 0-1,0 0 1,-1 0-1,0 0 1,1-1-1,-8 4 0,6-4-449,0-1 0,0 0 0,0 0 0,0 0-1,0 0 1,0-1 0,0 0 0,0 0 0,-1 0-1,1-1 1,0 0 0,0 0 0,-9-3 0,-35-17-10596</inkml:trace>
</inkml:ink>
</file>

<file path=ppt/ink/ink20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0:24.98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1 443 2633,'0'0'12509,"37"-12"-10262,-9 2-1785,51-17 1191,113-24 1,-153 44-1365,966-210 1692,-962 207-1989,-11 4-24,1-2 1,-1-1-1,0-1 1,-1-2-1,58-31 0,-88 43 34,0-1 0,0 1 0,0-1-1,0 1 1,-1-1 0,1 1 0,0-1-1,0 1 1,0-1 0,-1 0-1,1 0 1,0 1 0,-1-1 0,1 0-1,-1 0 1,1 0 0,-1 0 0,1 1-1,-1-1 1,1 0 0,-1-1 0,-15-3 69,-35 15 123,23 3-124,1 1-1,0 1 1,2 1-1,-1 2 1,2 0 0,1 2-1,-31 33 1,12-7 225,3 2 1,-53 87-1,57-78-221,1 1-1,4 1 0,2 2 1,3 1-1,2 0 0,-14 73 1,32-111-108,2 1-1,0 28 1,2-52 34,1-1 0,-1 1 0,0-1 0,0 1 0,0-1 0,1 1 0,-1-1 0,0 1 0,1-1 0,-1 1 0,0-1 0,1 1 0,-1-1-1,1 0 1,-1 1 0,0-1 0,1 0 0,-1 1 0,1-1 0,-1 0 0,1 1 0,-1-1 0,1 0 0,-1 0 0,1 0 0,0 0 0,-1 0 0,1 1 0,-1-1 0,1 0 0,-1 0 0,1 0 0,0 0 0,-1-1 0,1 1-1,-1 0 1,1 0 0,-1 0 0,1 0 0,-1 0 0,1-1 0,-1 1 0,2-1 0,0 1 11,5-2 13,1-1 0,-1 1 0,1-1 0,-1-1 0,0 1 0,-1-1 0,1-1-1,-1 1 1,7-7 0,56-52-30,-59 53 3,87-98-352,-75 203 48,-15-82-804,1 0-1,0 0 1,18 19-1,11 7-5813,-22-27 156</inkml:trace>
</inkml:ink>
</file>

<file path=ppt/ink/ink20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0:25.39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12 3137,'0'0'12988,"5"3"-12197,11 5-511,0-2 0,1 0 0,-1-1 0,1-1 1,0 0-1,0-1 0,1-1 0,-1-1 0,25-1 1,-42 0-261,0-1 1,0 1-1,1 0 1,-1 0 0,0-1-1,0 1 1,0 0 0,1-1-1,-1 1 1,0 0 0,0-1-1,0 1 1,0 0-1,0-1 1,0 1 0,0-1-1,0 1 1,0 0 0,0-1-1,0 1 1,0 0-1,0-1 1,0 1 0,0 0-1,0-1 1,0 1 0,0-1-1,0 1 1,-1 0 0,1-1-1,0 1 1,0 0-1,0 0 1,-1-1 0,1 1-1,0 0 1,0-1 0,-1 1-1,1 0 1,0 0-1,-1 0 1,1-1 0,-11-13 389,1 9-160,-1 1 1,1 0-1,-1 1 0,1 0 0,-1 1 1,0 0-1,0 0 0,-1 1 0,1 1 0,0 0 1,-15 2-1,0-1 927,25 26-525,1-19-707,1 0 0,-1-1 0,2 1 0,-1-1 0,1 0 0,0 1 0,1-1 0,0 0 0,0 0 0,0-1 0,1 1 1,0-1-1,0 1 0,1-1 0,0-1 0,0 1 0,0 0 0,1-1 0,0 0 0,0-1 0,0 1 0,0-1 0,1 0 0,13 5 0,5-4-1722,1 0-1,-1-2 1,40-1 0,5-1-7793</inkml:trace>
</inkml:ink>
</file>

<file path=ppt/ink/ink20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0:25.93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296 0 15195,'0'0'5931,"-16"34"-3763,-53 109-371,50-98-1074,1 0 1,-15 57-1,23-67-525,-50 186 204,52-205-456,4-25-513,4 5 437,0 0 0,0 0 0,0 0 1,0 0-1,1 0 0,0 0 0,2-7 1,3 1-8,1-1 1,1 1-1,-1 0 1,2 0-1,-1 1 1,1 1 0,1-1-1,-1 1 1,1 1-1,1 0 1,0 0-1,0 1 1,0 0 0,0 1-1,1 1 1,0-1-1,0 2 1,0 0-1,19-2 1,-30 5 139,0 0-1,-1 0 1,1 1-1,0-1 1,0 0 0,0 1-1,-1-1 1,1 1-1,0-1 1,0 1-1,-1 0 1,1-1 0,-1 1-1,1 0 1,0-1-1,-1 1 1,0 0 0,1 0-1,-1-1 1,1 1-1,-1 0 1,0 0-1,1 0 1,-1 0 0,0-1-1,0 3 1,5 26 164,-5-27-147,2 8 77,-1 1-1,-1-1 0,1 0 0,-2 0 0,1 1 1,-2-1-1,1 0 0,-1 0 0,-1 0 1,0 0-1,0 0 0,-1-1 0,0 1 0,0-1 1,-1 0-1,-1 0 0,0-1 0,0 0 1,0 0-1,-1 0 0,0-1 0,-1 1 0,1-2 1,-1 1-1,-1-1 0,-15 8 0,9-5-5,0 0-1,-1-1 1,0-1-1,0-1 1,-1 0 0,0-1-1,0-1 1,-31 4-1,47-8-377,7-2-3252,66-17-6135,-28 1-120</inkml:trace>
</inkml:ink>
</file>

<file path=ppt/ink/ink20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0:26.11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52 1 1920,'0'0'25086,"-52"147"-24990,52-137-96,0-7-400,0-16-6746,13-9 1729,6-10-4001</inkml:trace>
</inkml:ink>
</file>

<file path=ppt/ink/ink20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0:26.29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 1 12827,'0'0'11386,"-13"125"-12122,13-96-872,19 9-1345,13-2-2168,-12-11-2737</inkml:trace>
</inkml:ink>
</file>

<file path=ppt/ink/ink20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0:26.84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682 19 928,'0'0'20890,"-26"-3"-19400,-83-11-407,103 13-978,-1 1 1,0 0 0,0 0 0,0 1 0,0 0 0,0 0 0,0 0 0,1 1 0,-1 0 0,1 1 0,-1-1 0,1 1 0,0 0 0,-6 5-1,8-6-102,1 0-1,0 1 0,0 0 0,0-1 0,0 1 0,1 0 0,-1 1 1,1-1-1,0 0 0,0 1 0,0-1 0,0 1 0,0 0 0,1-1 0,0 1 1,0 0-1,0 0 0,0 0 0,0 0 0,1 4 0,0-7-21,0 0 0,1 1 0,-1-1 0,1 0 0,-1 0 0,1 0 0,-1 0 0,1 0 0,-1-1 0,1 1 0,0 0 0,0 0 0,-1 0 0,1-1 0,0 1 0,0 0 0,0-1 0,0 1 0,0 0 0,0-1 0,0 1 0,0-1 0,0 0 0,0 1 0,0-1 0,0 0 0,0 0 0,0 0 0,1 1 0,-1-1 0,2-1 0,45 2-81,-35-2 44,-6 1-12,0 0-1,0-1 1,0 0-1,0 0 1,-1 0 0,1-1-1,0 0 1,-1-1-1,11-4 1,-14 5 123,-1 1 1,1-1-1,-1 0 1,1 0-1,-1 0 0,0 0 1,0 0-1,1 0 1,-2-1-1,1 1 0,0-1 1,0 1-1,-1-1 1,0 0-1,1 0 0,-1 0 1,0 1-1,0-1 1,-1 0-1,1 0 0,0 0 1,-1-1-1,0-3 1,-14 298 1224,2-121-397,11-144-776,-14 189 337,10-178-424,-1 0 1,-2 0 0,-22 59-1,27-88-13,0 1-1,-1-1 1,-1 0 0,1 0 0,-1 0-1,-1 0 1,1-1 0,-1 0-1,0 0 1,-1-1 0,0 0-1,0 0 1,0 0 0,-1-1-1,-9 5 1,11-7 9,0-1 0,-1 1 1,1-2-1,-1 1 0,0-1 0,0 0 0,1 0 1,-1-1-1,0 0 0,0 0 0,0 0 0,0-1 0,1 0 1,-1-1-1,0 1 0,1-1 0,-1-1 0,1 1 1,0-1-1,-11-6 0,-7-7 38,1-2 0,1 0 0,1-1 0,0-1 0,-23-30 0,15 19-51,16 15-16,0 1 1,-20-32-1,31 43-107,-1 0 0,1 0 1,-1 0-1,1 0 0,1 0 0,-1-1 0,1 1 1,-1 0-1,1-1 0,0 1 0,1-1 0,-1 0 1,1 1-1,0-1 0,0 1 0,0-1 0,1 0 1,1-6-1,-1 9-47,1 0 0,-1 0 0,1 0 0,-1 0 0,1 0 0,0 1 0,0-1 0,0 1 0,0-1-1,0 1 1,0 0 0,0-1 0,0 1 0,1 0 0,-1 0 0,0 1 0,5-2 0,44-6-2829,-46 8 2469,51-5-5104,-4-4-2881</inkml:trace>
</inkml:ink>
</file>

<file path=ppt/ink/ink20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0:27.48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559 42 656,'0'0'19504,"-7"-6"-18187,1 1-1154,-1 1 0,1 0 1,-1 0-1,0 1 0,0 0 1,0 0-1,-1 1 1,1 0-1,0 0 0,-1 0 1,0 1-1,1 1 0,-1-1 1,0 1-1,1 0 0,-1 1 1,0 0-1,1 0 1,-10 3-1,10-2-104,0 1 0,0 0 0,0 1-1,0 0 1,1 0 0,-1 0 0,1 0 0,0 1 0,1 0 0,-1 1 0,1-1 0,0 1-1,0 0 1,1 0 0,-1 1 0,2-1 0,-1 1 0,1 0 0,0 0 0,0 0 0,0 0-1,1 1 1,1-1 0,-1 1 0,0 7 0,3-13-62,-1-1 0,1 0 0,0 0 0,-1 0 0,1 1 0,0-1 0,0 0 0,0 0 0,0 0 0,0 0 0,0-1 0,0 1 0,0 0 0,0 0 1,0 0-1,1-1 0,-1 1 0,0-1 0,0 1 0,1-1 0,-1 1 0,0-1 0,1 0 0,-1 0 0,0 0 0,1 1 0,-1-1 0,0 0 0,3-1 0,55 2 62,-44-2-78,1 2 5,-1-1 0,1-1 0,-1 0 0,1-1 0,-1-1 0,0 0 0,0-1 0,0-1 0,19-8 0,-18 3 283,-30 29-92,4 6-99,1 2-1,2-1 1,0 1-1,2 0 1,1 1-1,0 34 1,-3 5 150,1-4-94,2-19-78,-16 76 1,17-108-48,-1 0 0,0 0 0,0 0 0,-1-1 0,-1 0 0,0 0 0,0 0 0,-1-1 0,-1 0 0,-16 18 0,17-23 32,0 0 0,-1 0 1,1-1-1,-1 0 0,0 0 1,-1-1-1,1 0 0,0 0 1,-1-1-1,0 0 1,1-1-1,-1 1 0,-11-1 1,7-1 13,0 0 0,0 0 0,1-1 1,-1-1-1,0 0 0,0 0 0,1-1 1,-19-8-1,17 5-141,-2-1 161,1 0-1,0-1 1,0-1 0,-13-10 0,25 17-166,0-1 1,0 1-1,0-1 0,1 0 1,-1 0-1,1 0 1,-1 0-1,1 0 0,0-1 1,0 1-1,1 0 0,-1-1 1,1 0-1,0 1 0,-1-1 1,2 0-1,-1 0 1,0 0-1,1 0 0,0 1 1,0-1-1,0-7 0,1 9-59,0 0-1,-1 0 0,1 0 0,0 0 0,0 0 0,0 0 0,0 1 1,0-1-1,0 0 0,1 1 0,-1-1 0,0 1 0,1-1 0,0 1 1,-1 0-1,1 0 0,0-1 0,-1 1 0,1 0 0,3-1 0,48-15-3873,-27 9-13,31-14-7069</inkml:trace>
</inkml:ink>
</file>

<file path=ppt/ink/ink20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0:27.95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0 124 3369,'0'0'12976,"13"-7"-11372,40-19-326,-51 26-1145,0 0 1,0 0-1,1 0 1,-1 1-1,0-1 0,0 1 1,0 0-1,0-1 1,0 1-1,1 0 1,-1 0-1,-1 0 1,1 0-1,0 1 1,0-1-1,0 1 0,-1-1 1,1 1-1,0-1 1,1 3-1,3 2 143,-3-4-241,1 0 1,0 0-1,0-1 0,0 1 1,0-1-1,0 0 0,1 0 1,-1 0-1,0 0 1,0-1-1,1 0 0,-1 0 1,0 0-1,1 0 0,-1-1 1,0 1-1,0-1 1,8-3-1,-9 3-20,0 0 0,0 0 1,-1 0-1,1-1 0,0 1 0,-1-1 1,1 0-1,-1 0 0,0 0 0,1 0 1,-1 0-1,0 0 0,0 0 0,0-1 1,-1 1-1,1-1 0,-1 0 0,1 1 0,-1-1 1,0 0-1,0 0 0,0 0 0,0 0 1,-1 0-1,1 0 0,-1 0 0,1-3 1,-2 3 40,0 1 1,0 0 0,0-1-1,-1 1 1,1 0 0,-1 0-1,1 0 1,-1 0 0,1 0-1,-1 0 1,0 0 0,0 0-1,0 1 1,0-1 0,0 1-1,-1-1 1,1 1 0,0 0-1,-1 0 1,-4-1 0,-1-2 68,0 1-1,-1 0 1,1 0 0,-1 1 0,-9-1 0,16 2-87,-1 1 0,1-1 1,0 1-1,-1 0 0,1 0 1,-1 0-1,1 0 1,0 0-1,-1 0 0,1 1 1,0-1-1,-1 1 0,1 0 1,0-1-1,0 1 0,-1 0 1,1 0-1,0 1 0,0-1 1,0 0-1,-2 3 0,3 0 10,-1-1-1,1 1 1,0 0-1,0 0 1,0 0-1,1 0 0,-1 0 1,1 0-1,0 0 1,1 7-1,-1 1 24,0-4-115,0 0 0,0 0 0,1 0 0,0 1 0,0-1 0,1 0 0,0 0 0,4 11 0,-4-16-122,0 0 0,0 0 1,1 0-1,-1 0 0,1-1 1,-1 1-1,1 0 0,0-1 1,0 0-1,0 0 0,0 0 1,0 0-1,1 0 0,-1-1 1,0 0-1,1 1 0,0-1 1,-1 0-1,1-1 1,-1 1-1,6 0 0,0 1-1086,2-1 0,-1 0 0,0-1 0,0 0-1,0 0 1,0-1 0,0 0 0,0-1 0,0 0 0,10-4 0,20-15-6281</inkml:trace>
</inkml:ink>
</file>

<file path=ppt/ink/ink20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0:28.28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283 0 11378,'0'0'14197,"-30"12"-13221,-93 36-399,119-47-549,0 1-1,0 0 1,1-1-1,-1 1 0,0 1 1,1-1-1,-1 1 0,1-1 1,0 1-1,0 0 0,0 0 1,-4 6-1,6-7-26,0 0 0,0 0 0,0 0 0,1 1-1,-1-1 1,1 0 0,0 1 0,0-1 0,0 0 0,0 0-1,0 1 1,0-1 0,1 3 0,0 9-124,-1-11 53,1-1 1,-1 0-1,1 0 1,0 0 0,0 0-1,0 0 1,0 1 0,0-2-1,0 1 1,0 0-1,1 0 1,-1 0 0,1 0-1,-1-1 1,1 1 0,0-1-1,0 1 1,0-1 0,2 2-1,49 25-882,-26-14 302,-25-12 572,1-1 0,0 1 0,-1 0 0,0 0 0,1 0 0,-1 0 0,0 1 0,0-1 0,0 0 0,-1 1 0,1 0 0,-1-1 0,1 1 0,-1 0 0,0 0 0,1 3 0,-1-4 89,-1-1 0,0 0-1,0 1 1,0-1-1,0 1 1,0-1 0,-1 0-1,1 1 1,0-1 0,-1 0-1,1 1 1,-1-1-1,1 0 1,-1 1 0,1-1-1,-1 0 1,0 0-1,0 0 1,0 0 0,0 0-1,0 0 1,0 0 0,0 0-1,0 0 1,0 0-1,0 0 1,0-1 0,0 1-1,-1 0 1,1-1 0,0 1-1,-1-1 1,1 1-1,-2-1 1,-59 15 489,47-12-637,-1 0 0,1 1 0,-29 11 0,40-12-491,0 0 0,0 0 0,1 0 0,-1 0 0,1 1 1,-6 6-1,8-10 457,-6 8-4937</inkml:trace>
</inkml:ink>
</file>

<file path=ppt/ink/ink20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0:28.53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289 0 7042,'0'0'15907,"-147"183"-13235,102-112-479,6-1-745,7-6-608,13-3-407,13-13-265,6-6-160,0-10-8,6-9-288,20-4-409,12-13-175,1-2-464,12-4-1105,-6 0-2072,-6 0-2840</inkml:trace>
</inkml:ink>
</file>

<file path=ppt/ink/ink20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0:28.68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12683,'0'0'7241,"167"0"-6841,-58 6-400,-13-2-2864,-6-4-7138</inkml:trace>
</inkml:ink>
</file>

<file path=ppt/ink/ink20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0:29.21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77 10114,'0'0'13110,"18"-4"-12185,53-7-83,-69 11-791,1 0-1,-1 0 1,0 0 0,1 1 0,-1-1 0,0 1 0,0-1-1,0 1 1,0 0 0,0 0 0,1 0 0,-2 0 0,1 1 0,0-1-1,0 0 1,0 1 0,0-1 0,-1 1 0,1 0 0,-1-1-1,1 1 1,-1 0 0,0 0 0,0 0 0,1 2 0,1 3 67,0 0 0,0 0 0,-1 0 0,0 0 1,0 8-1,-1-13-115,0 23 194,0-25-193,-1 1-1,-1-1 1,1 0 0,0 1-1,0-1 1,0 1-1,0-1 1,0 1 0,0-1-1,0 0 1,-1 1 0,1-1-1,0 0 1,0 1-1,-1-1 1,1 1 0,0-1-1,0 0 1,-1 0-1,1 1 1,0-1 0,-1 0-1,1 1 1,0-1-1,-1 0 1,1 0 0,-1 0-1,1 1 1,0-1-1,-1 0 1,1 0 0,-1 0-1,1 0 1,-1 0-1,1 0 1,0 0 0,-1 0-1,1 0 1,-1 0 0,1 0-1,-1 0 1,1 0-1,0 0 1,-1-1 0,0 1-20,0-1 0,0 0 1,1 1-1,-1-1 0,1 0 1,-1 0-1,1 0 1,-1 1-1,1-1 0,-1 0 1,1 0-1,0 0 1,-1 0-1,1 0 0,0 0 1,0 0-1,0 0 0,-1 0 1,1 0-1,0 0 1,1 0-1,-1 0 0,0 0 1,0-1-1,4-25-510,0 20 451,-1 1-1,1-1 1,0 1-1,0 0 1,1 1-1,0-1 1,0 1-1,0 0 1,1 0-1,-1 1 1,1-1-1,7-3 1,3-2-15,0 1 0,0 1 0,30-11 0,-7 11 472,-39 29 895,0 115 931,1-135-2314,0 0 1,0 0-1,0 0 0,-1-1 0,1 1 0,0 0 1,0 0-1,0-1 0,0 1 0,0-1 1,0 1-1,1-1 0,-1 1 0,0-1 0,0 1 1,0-1-1,0 0 0,0 0 0,1 0 0,-1 1 1,0-1-1,0 0 0,0-1 0,1 1 1,0 0-1,46-1-5345,-36 1 1915,15 0-6007</inkml:trace>
</inkml:ink>
</file>

<file path=ppt/ink/ink20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0:29.59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18 12 8754,'0'0'17432,"-3"13"-16427,-10 39-381,12-51-609,1 0-1,0 1 1,-1-1 0,1 1-1,0-1 1,0 0-1,0 1 1,0-1-1,0 1 1,0-1 0,1 1-1,-1-1 1,0 0-1,1 1 1,-1-1-1,1 0 1,-1 1 0,1-1-1,0 0 1,-1 0-1,1 1 1,0-1-1,0 0 1,2 2 0,-1-2-55,0 1 0,1-1 0,-1 0 0,0 0 0,1 0 0,-1-1 1,1 1-1,-1 0 0,1-1 0,-1 1 0,1-1 0,4 0 1,1 0-239,-1-1 1,1 0-1,0 0 0,-1 0 1,1-1-1,0 0 1,10-5-1,21-17-843,-2-2 0,35-31 0,-82 75 6770,2 14-3910,1 42-1411,7-73-384,1 0-1,-1 0 0,0 1 1,0-1-1,0 0 0,1 0 1,-1 0-1,0 0 0,1 0 1,-1 0-1,1 0 0,-1 0 1,1 0-1,0-1 0,-1 1 1,1 0-1,0 0 0,0 0 1,0-1-1,-1 1 0,1 0 1,0-1-1,0 1 0,0-1 1,0 1-1,0-1 0,0 1 1,0-1-1,0 0 0,0 1 1,0-1-1,2 0 0,38 2-4692,-31-3 2402,5 1-4214</inkml:trace>
</inkml:ink>
</file>

<file path=ppt/ink/ink20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0:30.15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58 9202,'0'0'16261,"4"19"-15054,0-6-1035,3 16 293,-1 0 0,-1 0 0,1 37 0,-6-65-474,0-1 0,1 0 0,-1 1-1,0-1 1,0 0 0,0 1 0,1-1 0,-1 0-1,0 0 1,0 1 0,1-1 0,-1 0 0,0 0-1,1 0 1,-1 1 0,0-1 0,1 0 0,-1 0-1,0 0 1,1 0 0,-1 0 0,0 0 0,1 0 0,-1 0-1,1 0 1,-1 0 0,0 0 0,1 0 0,-1 0-1,0 0 1,1 0 0,-1 0 0,0 0 0,1 0-1,-1 0 1,1 0 0,-1-1 0,0 1 0,0 0-1,1 0 1,-1 0 0,0-1 0,1 1 0,-1 0-1,0 0 1,0-1 0,1 1 0,-1 0 0,0-1-1,0 1 1,0 0 0,1-1 0,15-12-691,1-3 217,0 0-1,1 1 1,1 1 0,0 1-1,1 0 1,0 2 0,1 0-1,0 2 1,1 0-1,31-8 1,-52 16 661,0 1 0,0-1 0,0 1-1,1 0 1,-1-1 0,0 1 0,0 0 0,0 0 0,0 0 0,1 0-1,-1 0 1,0 0 0,0 0 0,0 1 0,0-1 0,0 0-1,0 1 1,1-1 0,-1 0 0,0 1 0,0-1 0,0 1-1,0 0 1,0-1 0,1 2 0,10 26 1454,-11-26-1553,-1 1-1,1 0 0,0 0 0,1 0 0,-1 0 1,0-1-1,1 1 0,3 4 0,-4-6-89,-1-1 0,1 0 0,0 1 0,0-1 0,0 0 0,0 1 0,-1-1 0,1 0 0,0 0 0,0 0 0,0 0 0,0 0 0,0 0 0,0 0 0,0 0 0,-1 0 0,1-1 0,0 1 0,1-1 0,-1 1-23,7-1-152,-1-1 1,1-1 0,0 1 0,-1-1 0,0-1 0,0 1 0,0-1 0,0 0 0,0-1 0,-1 0 0,0 0-1,6-6 1,25-16-648,71-41 748,-107 68 1732,-1 22 113,0 51-1588,0-72-249,0 0-1,0-1 0,0 1 1,0-1-1,1 1 0,-1-1 1,0 1-1,0 0 0,1-1 1,-1 1-1,0-1 1,1 1-1,-1-1 0,0 0 1,1 1-1,-1-1 0,1 1 1,-1-1-1,1 0 0,-1 1 1,1-1-1,-1 0 0,1 1 1,-1-1-1,1 0 0,0 0 1,-1 0-1,1 1 1,0-1-1,28 2-2116,27-11-5597,-19-6-707</inkml:trace>
</inkml:ink>
</file>

<file path=ppt/ink/ink20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0:30.64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221 0 9706,'0'0'10296,"-12"28"-7638,-2 3-1834,-3 7 397,1 0 1,-15 60-1,9-2 121,4 2 0,-7 130-1,25-220-1331,0 0-1,-1 0 1,0 0-1,0 0 1,-1 0-1,0 0 1,-1-1-1,1 1 0,-1-1 1,-8 13-1,9-20-955,5-9 469,6-10-119,-2 12 408,0 1 0,1-1 0,0 1 0,0 0-1,1 1 1,-1 0 0,1 0 0,0 1 0,0 0-1,1 1 1,-1 0 0,1 0 0,0 1 0,-1 0 0,1 1-1,0 0 1,0 0 0,11 2 0,-20 0 207,0-1 0,0 1 0,-1 0 0,1 0 0,0 0 0,0 0-1,0 0 1,-1 0 0,1 0 0,-1 0 0,1 0 0,0 0 0,-1 0 0,0 0 0,1 0 0,-1 0 0,0 0 0,0 1 0,1-1 0,-1 0 0,0 0 0,0 0 0,0 1 0,0-1 0,-1 0 0,1 0-1,0 2 1,-6 36 770,3-34-684,1 1 0,-1-1 0,-1 0 0,1-1 0,-1 1 0,1 0 0,-1-1 0,-1 0 0,1 0 0,-1 0 0,1-1 0,-1 1 0,0-1 0,0 0 0,-1 0 0,1-1 0,-1 0 0,-6 2 1,-6 0 44,0-1 0,0 0 0,0-1 0,-29-2 0,23-1-459,19-3-2508,40-6-5460,-9 6 958</inkml:trace>
</inkml:ink>
</file>

<file path=ppt/ink/ink20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0:31.04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15 127 3273,'0'0'17757,"8"1"-16133,169 15 1119,-176-17-2739,1 0 0,-1 0 0,1 1-1,-1-1 1,0 0 0,1 0 0,-1 0-1,0 0 1,0 0 0,0-1 0,0 1-1,0 0 1,0 0 0,0-1 0,0 1-1,0-1 1,-1 1 0,1-1 0,0 1-1,-1-1 1,1 1 0,-1-1 0,0 1-1,0-1 1,1 0 0,-1 1 0,0-1-1,0 0 1,-1 1 0,1-4 0,0 0-5,0 1 1,0-1-1,-1 0 1,1 0 0,-1 1-1,0-1 1,0 1 0,-1-1-1,1 1 1,-5-9-1,2 9 9,0 0 0,0 1 0,-1-1 0,0 1 0,0 0 0,0 0 0,0 0 0,0 1 0,0 0 0,-1 0 0,1 0 0,-1 0 0,1 1 0,-1 0 0,0 0 0,0 1 0,1 0 0,-1 0 0,0 0 0,-6 1 0,8-1 67,0 1 0,0-1 0,0 1 0,0-1 0,0 1 0,0 1 0,0-1 0,0 0 0,1 1 0,-1 0 1,0 0-1,1 0 0,0 0 0,-1 1 0,1-1 0,0 1 0,0 0 0,0 0 0,1 0 0,-1 0 0,1 0 0,0 1 0,-1-1 0,2 1 0,-1-1 0,0 1 0,1 0 1,-1 0-1,0 5 0,1 0-9,0 0 0,1 0 0,0 0 0,0 0 0,1 0 0,0 0 0,0 0 1,1 0-1,1-1 0,6 17 0,-3-13-231,0 0 0,1-1 0,1 0 0,0 0 0,0 0 0,16 14 0,-16-19-392,1 0 1,-1 0-1,1-1 1,0 0-1,0 0 1,1-1-1,-1 0 1,1-1-1,0 0 1,0 0 0,0-1-1,0 0 1,13 0-1,-12-1-617,53 7-5271</inkml:trace>
</inkml:ink>
</file>

<file path=ppt/ink/ink20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0:31.29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 0 3041,'0'0'25861,"0"122"-25429,0-100-240,0-6-152,0-6-40,0-3-288,0-14-7841,-6-3 3015,-1-6-2327</inkml:trace>
</inkml:ink>
</file>

<file path=ppt/ink/ink20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0:32.06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1 290 1560,'0'0'7138,"3"-5"-5195,13-16 7656,-15 45-5743,8 13-1812,0 3 297,-9-38-1950,-2-6-131,-7-22-232,2 4-30,2 0 1,0 0 0,2-1-1,0 1 1,2-1 0,0 0-1,2 0 1,3-26 0,-3 44-14,0 1 0,1 0 0,-1-1 0,1 1 1,0 0-1,0 0 0,0 0 0,1 0 0,-1 0 1,1 1-1,0-1 0,0 1 0,0 0 1,0 0-1,1 0 0,-1 0 0,1 0 0,0 1 1,0-1-1,0 1 0,8-3 0,42-13-2498,-4 11-5596,-30 4 927</inkml:trace>
</inkml:ink>
</file>

<file path=ppt/ink/ink20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0:33.19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103 12 1536,'0'0'5570,"3"-2"-2147,14-8 11289,-18 13-14556,0 0-1,0 0 1,0 0 0,0-1-1,0 1 1,0 0-1,-1-1 1,1 1-1,-1-1 1,0 1-1,1-1 1,-1 0-1,0 0 1,-1 0-1,1 0 1,0 0-1,-3 1 1,-46 30 322,45-29-392,-27 21-86,32-24-167,15-1-1924,0-1 1792,1 0 0,-1-1 0,1 0 0,23-8 0,-3 1 178,-33 8 317,-12 2 97,-1 0 0,0 0 0,1 1 1,-1 0-1,1 1 0,0 0 1,0 1-1,0 0 0,0 1 0,-16 10 1,21-13-187,2 1-92,14 0-59,-1-1 62,7 0-16,-1 1 1,1 1-1,22 9 0,-36-12-3,1 0 0,-1 1-1,0 0 1,0 0 0,0 0 0,0 0 0,-1 0-1,1 0 1,0 1 0,2 2 0,-4-4 1,-1 1 1,1-1 0,0 1-1,0-1 1,-1 1-1,1-1 1,-1 1-1,1-1 1,-1 1 0,0-1-1,0 1 1,1 0-1,-1-1 1,0 1-1,0 0 1,-1-1 0,1 1-1,0-1 1,0 1-1,-1 0 1,1-1-1,-2 3 1,0-1 25,0 0 1,0 0-1,0-1 0,0 1 1,-1-1-1,1 1 0,-1-1 1,1 0-1,-1 0 0,0 0 1,0 0-1,0 0 0,-5 1 0,-51 21 502,34-15-188,14-3-1738,29-10-48,38-13-6160,-12 3-5469</inkml:trace>
</inkml:ink>
</file>

<file path=ppt/ink/ink20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0:33.55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109 1 1584,'0'0'26006,"-96"131"-25302,89-102-272,7-6-240,-6-4-120,6-10-72,0-5-176,0-14-5465,0-16-1056,0-6-7074</inkml:trace>
</inkml:ink>
</file>

<file path=ppt/ink/ink20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0:33.74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14667,'0'0'10242,"6"67"-10242,1-38-816,12 25-1336,0-9-2809,-6-6-3865</inkml:trace>
</inkml:ink>
</file>

<file path=ppt/ink/ink20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0:34.05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308 1 1800,'0'0'20647,"-29"5"-18441,-88 17-900,115-22-1286,-1 0 0,1 0 0,0 1 0,0-1 0,-1 1 0,1 0 0,0-1 0,0 1 0,0 0 0,0 1 0,0-1 0,0 0 0,0 0 0,0 1 0,1-1 0,-1 1 0,0 0 0,1-1 0,0 1 0,-1 0 0,1 0 0,0 0 0,0 0 0,0 0 0,0 0 0,0 0-1,0 0 1,0 0 0,1 1 0,0-1 0,-1 0 0,1 0 0,0 1 0,0 2 0,0-1-103,1 1-1,0-1 0,0 0 0,1 0 0,-1 0 0,1 0 0,0 0 1,0 0-1,0 0 0,1 0 0,3 4 0,8 7-344,-10-12 250,-1 0 0,1 0-1,-1 0 1,0 0 0,0 0 0,0 1 0,-1 0 0,1-1 0,-1 1 0,0 0 0,0 0-1,0 1 1,0-1 0,-1 0 0,0 0 0,0 1 0,0-1 0,0 1 0,-1-1 0,0 1-1,1-1 1,-2 7 0,0-9 189,0 1 0,0-1 0,0 0 0,0 0 0,-1 0 0,1 0 0,-1-1 0,1 1 0,-1 0-1,0-1 1,1 1 0,-1-1 0,0 1 0,0-1 0,0 0 0,0 0 0,0 0 0,0 0 0,0 0 0,-1 0 0,1-1 0,0 1-1,-5 0 1,-63 9 1259,60-9-919,-55 2 931,64-3-1496,5 0-1106,14 0-2301,12 0-2073</inkml:trace>
</inkml:ink>
</file>

<file path=ppt/ink/ink20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0:34.54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283 18 3025,'0'0'23441,"-19"-4"-22029,-59-9-555,72 12-787,1 1-1,-1 1 0,0-1 0,0 1 0,0 0 0,0 0 0,0 0 1,1 1-1,-1 0 0,0 0 0,1 1 0,0 0 0,0-1 0,-1 2 1,2-1-1,-1 1 0,0-1 0,-5 7 0,5-6-26,-1 2-50,-1-1 0,2 1 1,-1 0-1,1 0 0,0 1 1,0 0-1,0-1 0,1 2 1,0-1-1,1 0 0,-1 1 1,2 0-1,-1 0 0,1 0 1,0 0-1,0 0 0,1 0 1,1 0-1,-1 17 0,1-24-32,0-1 0,0 1-1,1 0 1,-1 0 0,0 0-1,0 0 1,0 0 0,1 0-1,-1 0 1,0-1-1,1 1 1,-1 0 0,1 0-1,-1 0 1,1-1 0,-1 1-1,1 0 1,0-1 0,-1 1-1,1 0 1,0-1-1,0 1 1,-1-1 0,1 1-1,0-1 1,1 1 0,29 4-957,-22-6 700,0 0 0,-1 0 0,1-1 0,-1 0 0,13-6 0,-8 1 51,-2-1-1,1 0 0,-1-1 1,0-1-1,-1 1 0,0-2 0,-1 1 1,11-17-1,-8 14 2368,-12 21 1723,-3 19-3741,3-18-131,0 0 0,1 0 0,0 1 0,0-2 1,1 1-1,5 15 0,-6-21-152,0 0 0,0-1 0,1 1-1,-1 0 1,1-1 0,0 1 0,0-1 0,0 0 0,0 0 0,0 1-1,0-1 1,1-1 0,-1 1 0,1 0 0,-1 0 0,1-1 0,0 0-1,0 1 1,-1-1 0,1 0 0,0 0 0,0-1 0,0 1 0,6 0-1,-1-1-963,0 0 0,0 0-1,1-1 1,-1 0 0,0 0-1,0-1 1,0 0 0,12-5-1,20-13-10090</inkml:trace>
</inkml:ink>
</file>

<file path=ppt/ink/ink20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0:34.79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175 1 3121,'0'0'22510,"-26"25"-20547,-83 88-824,104-109-1087,2 1-1,-1-1 1,0 1 0,1 0 0,0 0 0,0 1 0,1-1-1,-1 1 1,1-1 0,0 1 0,1 0 0,-1 0 0,1 0-1,0 0 1,1 0 0,-1 0 0,1 0 0,1 10-1,0 5 106,-1 221 512,0-139-5461</inkml:trace>
</inkml:ink>
</file>

<file path=ppt/ink/ink20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0:34.94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3065,'0'0'15867,"225"45"-14219,-116-32-711,51-10-937,-32 0-1289,-6-3-7353</inkml:trace>
</inkml:ink>
</file>

<file path=ppt/ink/ink20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0:35.71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141 1 2369,'0'0'20355,"8"0"-18563,-7 0-1720,1 0-1,-1 0 1,1 0 0,-1 0-1,0 0 1,1 0 0,-1 1-1,0-1 1,1 1 0,-1-1 0,0 1-1,1-1 1,-1 1 0,0 0-1,0 0 1,0 0 0,0-1-1,1 1 1,-1 0 0,0 0 0,-1 1-1,1-1 1,0 0 0,0 0-1,0 0 1,0 2 0,0 1 56,1 0 1,-1 0-1,0 0 1,-1 0-1,1 0 1,-1 1-1,0-1 1,0 0-1,-1 6 1,-3 17 357,-1-1-1,-12 37 1,12-46-276,-105 323 559,109-337-1006,-13 36 169,14-37-183,0-1-1,-1 1 0,0-1 1,1 1-1,-1-1 1,0 0-1,0 0 1,0 1-1,1-1 1,-1 0-1,-1 0 1,1 0-1,0 0 1,0 0-1,0 0 1,0 0-1,-1 0 1,1-1-1,0 1 1,-1 0-1,-1 0 1,-3-3-4416,5-6-2614</inkml:trace>
</inkml:ink>
</file>

<file path=ppt/ink/ink20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0:35.99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67 1 2280,'0'0'22079,"19"6"-20981,57 21-309,-74-26-747,1 1 1,0-1 0,-1 1 0,1-1-1,-1 1 1,1 0 0,-1 0-1,0 0 1,0 0 0,0 1 0,0-1-1,0 0 1,0 1 0,0-1 0,-1 1-1,0 0 1,1 0 0,-1-1 0,0 1-1,0 0 1,-1 0 0,1 0-1,-1 0 1,1 0 0,-1 0 0,0 0-1,0 0 1,0 0 0,0 1 0,-2 4-1,1 7 129,1-13-156,0 0 0,0-1 1,-1 1-1,1-1 0,0 1 1,-1 0-1,1-1 1,-1 1-1,0-1 0,1 1 1,-1-1-1,0 1 0,0-1 1,0 0-1,0 0 1,0 1-1,0-1 0,-1 0 1,1 0-1,0 0 0,-3 1 1,-1 1 14,0 0 0,0-1 1,0 0-1,0 0 0,-1 0 1,-8 1-1,-7 0 23,-1-1 1,-28 0 0,49-2-53,-1 0 55,-30-3-432,32 3 325,-1 0 1,1 0 0,-1 0 0,1 0 0,0 0 0,-1 0 0,1 0 0,-1-1 0,1 1 0,0 0 0,-1 0 0,1 0 0,0-1 0,-1 1 0,1 0 0,0 0 0,-1-1 0,1 1 0,0 0 0,0-1 0,-1 1 0,1 0 0,0-1 0,0 1 0,0-1-1,-1 1 1,1 0 0,0-1 0,0 1 0,0-1 0,0 1 0,0 0 0,0-1 0,0 1 0,0-1 0,0 1 0,0 0 0,0-1 0,0 1 0,0-1 0,0 1 0,0-1 0,0 1 0,1 0 0,-1-1 0,0 1 0,0 0 0,0-1 0,1 1 0,-1 0-1,0-1 1,1 1 0,-1 0 0,0-1 0,0 1 0,1 0 0,-1 0 0,1-1 0,-1 1 0,0 0 0,1 0 0,0 0 0,2-3-562,0 1 0,1 1 0,-1-1 0,1 1 0,0-1-1,-1 1 1,1 0 0,0 0 0,7 0 0,5-3-2512,23-7-6330</inkml:trace>
</inkml:ink>
</file>

<file path=ppt/ink/ink20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0:36.36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169 39 1480,'0'0'23299,"-18"-1"-21720,-54 3-503,68-1-1030,0 0-1,1 0 1,-1 0-1,0 1 1,1 0 0,-1-1-1,1 1 1,0 1 0,0-1-1,0 0 1,0 1 0,0-1-1,0 1 1,1 0 0,-1 0-1,1 0 1,0 0 0,0 1-1,0-1 1,0 1-1,1-1 1,-3 8 0,1-4-38,1 0 0,0 0 1,1 0-1,0 0 1,0 0-1,0 1 0,1-1 1,0 0-1,2 15 0,-1-20-20,0-1-1,0 1 0,1 0 0,-1-1 1,1 1-1,-1-1 0,1 0 0,0 1 1,-1-1-1,1 0 0,0 0 0,0 0 0,0 0 1,0 0-1,0-1 0,0 1 0,0-1 1,0 1-1,0-1 0,0 0 0,0 1 0,0-1 1,0 0-1,4-1 0,-1 1-42,1 1 0,0-2 0,-1 1-1,1-1 1,0 0 0,-1 0 0,1 0-1,8-4 1,-11 3 13,0 0 1,0 0-1,0-1 0,0 1 0,0-1 0,-1 0 0,1 1 1,-1-1-1,0-1 0,0 1 0,0 0 0,0 0 0,0-1 1,-1 1-1,0-1 0,1 0 0,0-5 0,0-6-76,0 1 0,-1 0 0,-1-20 0,0 17 75,0 15 33,-1 0 0,1 0 0,0-1 1,-1 1-1,0 0 0,1 0 0,-1 0 0,0 0 0,0 0 0,0 0 1,0 0-1,-1 0 0,1 0 0,0 1 0,-1-1 0,1 0 0,-1 1 0,0-1 1,1 1-1,-1-1 0,0 1 0,0 0 0,0 0 0,0 0 0,0 0 1,0 0-1,0 1 0,0-1 0,-1 0 0,1 1 0,0 0 0,-4-1 1,5 1-993,6 5-2676,3 3 2257,1 1 1,1-2-1,-1 1 1,15 7-1,14 7-4208</inkml:trace>
</inkml:ink>
</file>

<file path=ppt/ink/ink20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0:36.72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358 57 3201,'0'0'16331,"-30"-9"-13945,-96-27-662,113 32-1361,1 1 0,-1 1-1,0 0 1,0 1-1,-24 1 1,29 1-142,0 1 0,0 0 0,0 0 0,0 0 0,1 1 0,-14 7 0,19-10-211,0 1 1,1 0 0,-1-1 0,0 1 0,0 0 0,1 0-1,-1 0 1,1 0 0,-1 0 0,1 0 0,-1 1 0,1-1 0,0 0-1,0 1 1,0-1 0,-1 1 0,1-1 0,1 1 0,-1 0 0,0-1-1,0 1 1,1 0 0,-1 0 0,1-1 0,-1 1 0,1 0 0,0 0-1,-1 0 1,1 0 0,0 0 0,0-1 0,1 5 0,1-3-49,-1 0 0,1 0 0,0 0 1,0 0-1,0 0 0,0 0 1,0 0-1,1-1 0,-1 0 0,1 1 1,0-1-1,0 0 0,-1 0 1,1 0-1,6 2 0,16 7-488,35 20-903,-57-29 1358,-1-1-1,0 1 1,0 0-1,0 0 0,0 0 1,0 0-1,0 0 1,-1 0-1,1 0 0,-1 1 1,1-1-1,-1 0 1,0 1-1,0-1 1,0 1-1,0-1 0,-1 1 1,1 0-1,-1-1 1,1 5-1,-1-5 77,-1-1 1,0 1-1,1-1 0,-1 1 0,0-1 1,0 1-1,0-1 0,0 0 0,0 1 1,0-1-1,-1 0 0,1 0 0,0 0 1,-1 1-1,1-2 0,0 1 1,-1 0-1,1 0 0,-1 0 0,0-1 1,1 1-1,-1-1 0,-1 1 0,-48 14 834,42-13-512,-3 3-31,9-3-208,1-1 0,-1 0 0,0 0 1,0 0-1,0 0 0,1-1 0,-1 1 0,0-1 1,-4 1-1,6-1-300,11 0-3361,11 0-1263,0 0-1824</inkml:trace>
</inkml:ink>
</file>

<file path=ppt/ink/ink20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0:36.94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45 1 2641,'0'0'24261,"-25"32"-23157,18-13-440,1 0-368,6-3-232,0-6-64,0-7-136,0 0-520,-7-3-3193,7 4-592</inkml:trace>
</inkml:ink>
</file>

<file path=ppt/ink/ink20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0:37.13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 26 1432,'0'0'23693,"-13"-26"-23693,13 39-5761,13-4-336</inkml:trace>
</inkml:ink>
</file>

<file path=ppt/ink/ink20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0:37.36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302 0 13411,'0'0'10690,"-84"177"-7897,65-120-1009,0 1-880,6-7-536,0-2-208,-6-11-160,12-3-64,-5-6-440,-1-3-408,0-10-528,-6-6-777,-7-4-1776,0 0-1400,7-6-5273</inkml:trace>
</inkml:ink>
</file>

<file path=ppt/ink/ink20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0:37.68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1432,'0'0'13894,"30"0"-11231,1 0-2038,202 6 4233,-92 11-2434,-140-16-2376,0-1 0,0 1 0,0 0 0,0-1 0,0 1 0,0 0-1,0 0 1,-1-1 0,1 1 0,0 0 0,-1 0 0,1 0 0,-1 0 0,1 0-1,-1 0 1,1 0 0,-1 0 0,0 0 0,1 1 0,-1-1 0,0 0 0,0 0 0,0 0-1,0 0 1,0 2 0,1 38 390,-2-31-380,2-4-64,0 1 1,-1-1 0,0 1 0,-1-1 0,1 0 0,-1 1 0,-1-1 0,1 0 0,-1 0-1,0 0 1,0 0 0,-1 0 0,1 0 0,-1-1 0,-1 1 0,1-1 0,-6 6 0,5-7-468,-7 7-17,8-5-7555,3-4 3383</inkml:trace>
</inkml:ink>
</file>

<file path=ppt/ink/ink20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0:37.90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13955,'0'0'11746,"6"3"-12170,-6 16-904,0 39-736,0-3-2297,6-10-1344</inkml:trace>
</inkml:ink>
</file>

<file path=ppt/ink/ink20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0:38.23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214 131 1192,'0'0'23365,"-31"7"-22082,-95 25-564,122-31-695,1 0-1,0 0 1,0 0 0,1 1-1,-1-1 1,0 1 0,0-1-1,1 1 1,-1 0 0,1 0-1,-1 0 1,1 1 0,0-1-1,0 0 1,0 1-1,0 0 1,0-1 0,1 1-1,-1 0 1,1 0 0,-1 0-1,1 0 1,0 0 0,1 0-1,-1 0 1,0 0 0,1 0-1,0 0 1,-1 1 0,1-1-1,0 0 1,1 0 0,0 4-1,-1 2 15,0-6-36,0 0 0,0 0 1,1 0-1,-1 0 0,1 0 1,0 0-1,-1 0 1,1-1-1,1 1 0,-1 0 1,0-1-1,1 1 1,-1 0-1,1-1 0,0 0 1,0 1-1,0-1 0,0 0 1,3 3-1,0-2-36,0 0 0,-1 0 0,1-1-1,0 1 1,1-1 0,-1 0 0,0-1 0,0 1-1,1-1 1,6 1 0,-3-1-136,1 0-1,-1-1 1,1 0 0,-1-1 0,1 0-1,-1 0 1,1-1 0,-1 0 0,0 0-1,0-1 1,0-1 0,14-6 0,-16 4 26,0 0 1,0-1 0,0 1 0,0-1 0,-1 0 0,0-1 0,-1 1-1,0-1 1,0-1 0,-1 1 0,1-1 0,-2 1 0,1-1-1,-2 0 1,1 0 0,-1 0 0,0-1 0,-1 1 0,0-1-1,0 1 1,-1-1 0,-1 1 0,1 0 0,-2-1 0,-3-16 0,1 17 159,0 1 0,0-1 0,-1 1 0,0 0 0,0 0 0,-1 1 0,0-1 0,0 1 0,-10-8 0,29 33-6789,-2-2 3773,15 10-4435</inkml:trace>
</inkml:ink>
</file>

<file path=ppt/ink/ink20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0:39.94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51 928,'0'0'12321,"14"-9"-10592,43-25-222,-57 33-1401,1 1 1,0-1-1,-1 0 0,1 1 1,0-1-1,0 1 0,-1-1 1,1 1-1,0 0 1,0-1-1,0 1 0,0 0 1,0-1-1,0 1 0,-1 0 1,1 0-1,0 0 1,0 0-1,0 0 0,0 0 1,0 0-1,0 0 0,0 0 1,0 0-1,0 1 1,0-1-1,-1 0 0,1 1 1,0-1-1,0 0 0,0 1 1,0-1-1,-1 1 0,1 0 1,0-1-1,-1 1 1,1-1-1,0 1 0,-1 0 1,1 0-1,-1-1 0,1 1 1,-1 0-1,1 0 1,-1 0-1,1 0 0,-1-1 1,0 1-1,0 0 0,1 1 1,0 5 100,0 1 0,0-1 0,-1 0 0,0 1 0,-1 6 0,0-4 431,1 78 1155,0-87-805,1-39-824,1 32-156,0 0 0,0 0 0,0 0 0,1 1 0,0-1 0,0 1 0,1 0 0,-1-1 0,1 2 0,0-1 0,0 0 0,9-6 0,-12 10 347,2 1 11,-3 0-352,1 0 1,-1 0 0,0 0 0,1-1 0,-1 1 0,0 0-1,0 0 1,1 0 0,-1 0 0,0 0 0,1 0 0,-1 0 0,0 0-1,0 0 1,1 0 0,-1 0 0,0 0 0,1 0 0,-1 1-1,0-1 1,0 0 0,1 0 0,-1 0 0,0 0 0,0 0-1,1 0 1,-1 1 0,0-1 0,0 0 0,0 0 0,1 0-1,-1 1 1,0-1 0,0 0 0,0 0 0,0 1 0,1-1-1,-1 0 1,0 0 0,0 1 0,0-1 0,0 0 0,0 1 0,0-1-1,0 91-232,1-90-44,0 0 0,-1 0 0,1-1-1,0 1 1,0 0 0,0-1 0,0 1 0,0-1 0,-1 1 0,1-1 0,0 1 0,0-1 0,0 1 0,1-1 0,-1 0 0,0 0 0,0 0 0,0 1 0,0-1 0,0 0 0,2-1 0,0 2-667,16 2-3918</inkml:trace>
</inkml:ink>
</file>

<file path=ppt/ink/ink20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0:39.04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264 391 328,'0'0'15705,"0"-17"-14040,0-50-354,0 66-1213,0-1 0,0 1 0,0 0 0,0-1 0,0 1 0,0 0 0,0 0 0,0-1 0,-1 1 0,1 0-1,-1 0 1,1 0 0,-1-1 0,1 1 0,-1 0 0,1 0 0,-1 0 0,0 0 0,0 0 0,0 0 0,0 0 0,1 0-1,-1 0 1,0 0 0,-1 1 0,1-1 0,0 0 0,0 1 0,0-1 0,-1 0 0,-33 1 514,25 1-219,-11-2 322,-26 0 600,44 1-1267,1 0 0,0 0 1,0 1-1,-1-1 0,1 0 0,0 1 1,0 0-1,0-1 0,0 1 1,-1 0-1,1 0 0,0 0 0,1 0 1,-1 1-1,-2 0 0,-8 10 122,10-11-143,0 0 0,0 1 0,0 0 1,1-1-1,-1 1 0,0 0 0,1 0 0,-1 0 0,1-1 0,0 2 0,0-1 0,0 0 1,0 0-1,0 0 0,0 0 0,0 1 0,1-1 0,-1 0 0,1 4 0,0-5-1,36-8 404,-34 6-424,-1 1 1,0-1 0,0 1-1,0-1 1,1 0 0,-1 1 0,0-1-1,0 0 1,0 0 0,0 0-1,0 0 1,-1 0 0,1 0-1,0 0 1,0 0 0,-1 0 0,1 0-1,0-1 1,-1 1 0,1 0-1,-1 0 1,0-1 0,1 1-1,-1 0 1,0 0 0,0-2-1,0 2 13,-2 3-38,-8 7 84,-1 2 1,2-1-1,-1 1 0,1 0 0,1 1 0,0 0 0,1 0 0,0 1 0,1 0 0,1 0 0,0 1 0,0-1 0,1 1 0,1 0 0,1 0 0,0 0 0,0 1 0,2-1 0,1 26 0,-1-38-63,1 0-1,-1-1 1,1 1 0,0 0 0,-1-1 0,1 1-1,0-1 1,0 1 0,0-1 0,0 0 0,0 1-1,1-1 1,-1 0 0,0 0 0,1 0 0,-1 1-1,0-2 1,1 1 0,0 0 0,-1 0 0,1 0-1,-1-1 1,1 1 0,0-1 0,-1 1 0,1-1-1,2 1 1,53 1 2,-42-2-14,-3 0-23,0 0-1,0 0 1,0-1 0,0-1 0,0 0 0,0-1 0,0 0-1,0 0 1,-1-1 0,0-1 0,0 0 0,0-1 0,0 0-1,17-14 1,-7 3-31,-2 0 0,0-2 0,-1 0-1,-1-1 1,29-44 0,-24 26 51,-1-2 0,27-69 0,-42 95 45,-2-1-1,0 0 0,5-30 1,-9 42-9,1-1 0,-1 0 0,0 0 0,0 0 0,0 0 0,0 0 0,-1 0 0,1 0 0,-1 1 0,0-1 0,0 0 0,-1 0 0,1 1 0,-1-1 0,0 1 0,0-1 0,0 1 1,0 0-1,0 0 0,-6-6 0,0 4-3,-1-1 0,0 1 0,-1 1 0,1 0 0,-1 0 0,1 1 1,-1 0-1,0 0 0,0 1 0,-15-1 0,-1 1-34,0 1-1,1 1 1,-30 4 0,50-3-53,1-1 0,0 1 0,0 0 0,0 1 1,-1-1-1,1 1 0,0-1 0,1 1 0,-1 1 0,0-1 1,0 0-1,1 1 0,0 0 0,-1-1 0,1 2 0,0-1 1,0 0-1,-2 4 0,-2 5-1415,0 0 0,1 0 0,0 1 0,-4 16 0,2-9-2268,-5 11-7576</inkml:trace>
</inkml:ink>
</file>

<file path=ppt/ink/ink20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0:40.46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84 1 10234,'0'0'22533,"0"10"-22533,0-7 0,0 0 0,0 0 0,0 0 0,0 1 0,0 5-1136,-19 10-985,-7 1-3488,-13-1-4929</inkml:trace>
</inkml:ink>
</file>

<file path=ppt/ink/ink20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0:41.58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174 0 3225,'0'0'0,"-147"67"-1169,134-57 1169,6 0-776,1-7-504</inkml:trace>
</inkml:ink>
</file>

<file path=ppt/ink/ink20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0:42.18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403 114 1280,'0'0'18394,"20"-17"-16377,57-50-355,-62 46 1181,-14 21-2814,-1 0-1,0-1 1,0 1-1,0 0 1,0-1-1,0 1 1,0 0-1,0 0 1,0-1-1,-1 1 1,1 0-1,0-1 1,0 1-1,0 0 1,0 0-1,0-1 0,0 1 1,0 0-1,-1 0 1,1-1-1,0 1 1,0 0-1,0 0 1,-1-1-1,1 1 1,0 0-1,0 0 1,-1 0-1,1 0 1,0-1-1,0 1 1,-1 0-1,1 0 1,0 0-1,-1 0 1,1 0-1,-30 0 113,27 0 66,-46 1 12,-1 1-1,-74 14 1,101-11-217,-1 1 0,0 1 0,1 1 0,1 1 0,-1 1 0,2 1 0,-26 17 0,44-26-49,-1 0 0,1 0 0,0 0 0,0 1 0,0-1 0,0 1 1,1 0-1,-1 0 0,1 0 0,0 0 0,-1 0 0,2 1 0,-1-1 0,0 1 0,0-1 0,1 1 0,0-1 0,0 1 0,-1 8 1,2-9-35,1 1 1,-1 0 0,1 0 0,0 0 0,0-1 0,1 1 0,-1-1 0,1 1 0,0-1 0,-1 1-1,2-1 1,-1 0 0,0 0 0,1 0 0,-1 0 0,1 0 0,0-1 0,0 1 0,5 2 0,189 129-2525,-5-4 1575,-180-121 1005,-1 0 0,0 1 0,17 19 0,-25-25 22,0 0 1,0 0-1,-1 1 0,0-1 0,1 1 1,-1 0-1,-1-1 0,1 1 0,-1 0 1,0 0-1,0 0 0,0 0 0,0 9 1,-2-11 63,1 0 0,-1 0-1,0 1 1,1-1 0,-2 0 0,1-1 0,0 1 0,0 0 0,-1 0 0,0 0 0,1-1 0,-1 1 0,0-1 0,-1 1-1,1-1 1,0 0 0,0 0 0,-1 0 0,0 0 0,1 0 0,-1-1 0,0 1 0,0-1 0,1 0 0,-7 2 0,-9 4 556,-1-1 1,-40 6-1,42-8-262,-84 13 1255,-90 23-2376,191-40 598,1 0 0,-1 0 0,0 0 0,0 0-1,1 1 1,-1-1 0,0 0 0,0 0 0,1 0-1,-1 0 1,0 1 0,0-1 0,0 0 0,0 0-1,1 1 1,-1-1 0,0 0 0,0 0 0,0 1-1,0-1 1,0 0 0,0 1 0,0-1 0,1 0-1,-1 0 1,0 1 0,0-1 0,0 0 0,0 1-1,0-1 1,0 0 0,-1 0 0,1 1-1,0-1 1,0 0 0,0 1 0,0-1 0,0 0-1,0 0 1,0 1 0,-1-1 0,1 0 0,0 0-1,0 1 1,0-1 0,0 0 0,-1 0 0,1 0-1,0 1 1,0-1 0,-1 0 0,1 0 0,0 0-1,0 0 1,-1 1 0,23 2-6531</inkml:trace>
</inkml:ink>
</file>

<file path=ppt/ink/ink20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0:42.40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26 1 6065,'0'0'22789,"-6"122"-22133,6-103-328,-7-3-208,1-6-112,6-7-8,0 0-360,-7-3-688</inkml:trace>
</inkml:ink>
</file>

<file path=ppt/ink/ink20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0:42.61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5945,'0'0'17636,"0"112"-17404,0-90-232,0 1-432,0 3-1352,0 6-2705,0-3-2481,0-10-2576</inkml:trace>
</inkml:ink>
</file>

<file path=ppt/ink/ink20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0:42.97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1136,'0'0'22912,"1"10"-21552,4 41 27,-4-50-1379,-1 0 1,1 0-1,-1-1 0,1 1 0,-1 0 0,1-1 1,-1 1-1,1-1 0,-1 1 0,1-1 1,-1 1-1,1-1 0,0 1 0,-1-1 0,1 0 1,0 1-1,0-1 0,-1 0 0,1 1 1,0-1-1,0 0 0,-1 0 0,1 0 0,0 0 1,0 0-1,0 0 0,-1 0 0,1 0 1,1 0-1,32-1-489,-25 1 302,1-1-22,1-1 1,0 0 0,-1-1 0,1 0-1,-1 0 1,0-1 0,14-8 0,20-6 216,-26 16 1234,-16 14 180,0 10-3056,4-14 698,-1-1 0,1 0 0,1 0 0,-1 0 0,1-1 0,0 0 0,1-1 0,-1 1 0,1-1 0,14 6 0,22 10-7520</inkml:trace>
</inkml:ink>
</file>

<file path=ppt/ink/ink20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0:43.24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350 74 3081,'0'0'17137,"-26"-12"-15264,-82-35-534,102 45-1185,-1-1-1,1 1 0,-1 0 1,0 0-1,0 1 0,0 0 1,0 0-1,0 0 1,0 1-1,0 0 0,-9 2 1,-9 0 350,21-2-465,0 0 1,0 0-1,0 1 1,0-1 0,0 1-1,0 0 1,0 0-1,1 1 1,-1-1-1,0 1 1,1 0-1,0 0 1,-1 0-1,1 0 1,0 1-1,0-1 1,0 1-1,0 0 1,0 0 0,1 0-1,0 0 1,-1 0-1,1 0 1,0 1-1,-2 5 1,1-2-83,1 0 0,-1 0 0,2 0 0,-1 1 0,1-1 0,0 1 0,0-1-1,1 1 1,0-1 0,1 1 0,-1-1 0,1 1 0,2 6 0,1-5-763,1 0-1,0-1 0,0 1 0,0-1 1,1-1-1,0 1 0,1-1 0,12 11 1,-13-12-500,8 8-4549</inkml:trace>
</inkml:ink>
</file>

<file path=ppt/ink/ink20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0:43.70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33 120 2369,'0'0'16106,"6"0"-12675,27-3-3242,-15 4-127,-11-1-29,1 0 0,-1 0-1,1 0 1,-1-1-1,13-2 1,-19 2-33,1 1 0,-1-1 0,1 0 0,-1 0 0,1 1 0,-1-1 0,1 0 0,-1 0 0,0 0 0,1 0 0,-1-1 0,0 1 0,0 0 0,0-1 0,0 1 0,0 0 0,0-1 0,0 1 0,-1-1 0,1 1 0,0-1 0,-1 0 0,1 1 0,-1-1 0,0 0 0,0 1 0,1-1 0,-1 0 0,0 1 0,0-3 0,0 2-15,0-3 58,0 0 0,0 0 0,0 0 0,-1 0 0,1 0-1,-1 0 1,0 0 0,-3-6 0,3 9-12,0 1 0,0-1-1,-1 1 1,1 0 0,-1 0-1,1-1 1,-1 1-1,1 0 1,-1 0 0,0 0-1,0 1 1,1-1 0,-1 0-1,0 1 1,0-1 0,0 1-1,0-1 1,0 1-1,1 0 1,-1 0 0,0 0-1,0 0 1,-4 1 0,-8-1 204,6-1 32,1 1-1,-1 0 1,1 1 0,-1 0 0,1 0 0,-11 3-1,15-3-186,0 1 0,1-1-1,-1 1 1,1-1-1,0 1 1,0 0-1,-1 0 1,1 0-1,0 0 1,0 0-1,1 1 1,-1-1-1,0 0 1,1 1-1,0-1 1,-1 1-1,1 0 1,0 0-1,0-1 1,0 5-1,-2 7 40,1-1 0,0 1-1,1-1 1,2 28-1,-1-12-106,0-25-67,1-1 0,-1 1-1,1-1 1,-1 0 0,1 1 0,0-1 0,1 0 0,-1 0 0,0 1 0,1-1 0,0 0 0,-1-1 0,1 1 0,1 0 0,-1 0 0,0-1 0,0 1 0,1-1 0,0 0 0,-1 0 0,1 0 0,0 0 0,6 3 0,4 1-437,2 0 1,-1-1-1,0 0 1,16 2-1,-11-2-102,61 12-6032,3-14-7467</inkml:trace>
</inkml:ink>
</file>

<file path=ppt/ink/ink20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0:43.96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238 0 1168,'0'0'25686,"-77"112"-24654,51-54-408,0 3-232,7 0-208,0 0-136,0-6-48,12-7-480,1-13-984,-7 13-1377,0-16-2664,0-13-2913</inkml:trace>
</inkml:ink>
</file>

<file path=ppt/ink/ink20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0:44.52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1 465 1568,'0'0'10389,"32"-4"-4905,348-21 1060,-378 25-6536,78-2 309,0-4 1,0-3-1,110-28 0,-165 30-346,-1-1 0,0-1 0,-1-2 0,0 0 0,-1-1 0,30-22 0,-39 24-15,-1-1 1,0 0 0,-1-1-1,0 0 1,0 0-1,-1-1 1,-1-1-1,-1 0 1,0 0-1,0-1 1,5-16-1,-10 22 59,0-1 0,-1 1 0,-1 0 0,1-1 0,-2 1 0,1-1-1,-2-12 1,1 4 244,-1 17-227,1 0 0,-1 0 0,1 0 0,-1 0 0,1 1 0,-1-1 0,0 0 0,0 0 0,1 1 0,-1-1 0,0 0 0,0 1 0,0-1 0,0 1 0,0-1 0,0 1 0,0-1 0,0 1 0,0 0 0,0-1 0,0 1 0,0 0 0,0 0 0,0 0 0,0 0 0,0 0 0,0 0 1,0 0-1,0 0 0,0 0 0,-2 1 0,-40 7 548,30-2-400,1 2 0,0 0 0,0 0-1,1 1 1,0 0 0,0 1 0,1 0 0,-12 16-1,-9 14 195,-28 48 0,-77 158 223,117-204-589,2 1 1,1 1-1,3 1 1,-9 48-1,22-92-38,0-1 0,0 1 0,0 0-1,0-1 1,0 1 0,0-1 0,0 1 0,0-1 0,0 1-1,0 0 1,0-1 0,0 1 0,0-1 0,0 1 0,0-1-1,1 1 1,-1-1 0,0 1 0,0 0 0,1-1 0,-1 0-1,0 1 1,1-1 0,-1 1 0,0-1 0,1 1 0,-1-1 0,1 0-1,-1 1 1,1-1 0,-1 0 0,1 1 0,22-1-176,22-19 221,-25 9 59,-1-2 0,-1 0 0,28-23 0,-45 46-420,0 0-1,1 0 0,1 0 0,0-1 1,0 1-1,5 10 0,-5-16-575,0-1-1,1 1 1,-1-1-1,1 0 1,0 0-1,0 0 1,0 0-1,0-1 1,1 0-1,0 0 1,-1 0-1,1 0 1,8 2 0,18 9-5875</inkml:trace>
</inkml:ink>
</file>

<file path=ppt/ink/ink2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0:44.72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26 13 600,'0'0'25518,"-25"-12"-24542,25 24-504,0 4-328,0-3-144,0-3-112,0-4-760,0-2-1081,0 5-1095,0-2-2370</inkml:trace>
</inkml:ink>
</file>

<file path=ppt/ink/ink2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0:44.89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45 33 3009,'0'0'17939,"-45"-32"-17939,45 51-64,0 4-1136,0 12-1288,13-3-3194,13-6-2999</inkml:trace>
</inkml:ink>
</file>

<file path=ppt/ink/ink2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0:45.21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135 6 3241,'0'0'21972,"-17"-1"-20687,-52-4-644,68 5-634,0 0-1,0 0 1,0 1-1,0-1 1,-1 0-1,1 0 1,0 0-1,0 1 1,0-1-1,0 1 1,0-1-1,0 1 1,0-1-1,0 1 1,0 0-1,0-1 1,0 1-1,0 0 1,1 0-1,-1 0 1,0-1-1,0 1 1,1 0-1,-1 0 1,0 0-1,1 0 1,-1 0-1,1 0 1,0 1-1,-1-1 1,1 0-1,0 0 1,0 0-1,-1 0 1,1 0-1,0 0 1,0 1-1,0-1 1,0 0-1,1 0 1,-1 0-1,0 0 1,0 0-1,1 1 1,-1-1-1,1 0 1,0 1-1,0 3 1,0 12-462,1 0-1,0 1 1,1-1 0,8 23-1,-6-24-58,-1 1-1,0-1 1,-1 1-1,0 24 1,-5-40 537,-1 0 0,0 0 0,1 0 0,-1 0 0,0-1-1,0 1 1,1-1 0,-1 1 0,0-1 0,0 0 0,0 0 0,0-1 0,-5 0 0,-10 1 52,16-3-4275</inkml:trace>
</inkml:ink>
</file>

<file path=ppt/ink/ink2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0:45.67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167 36 464,'0'0'22405,"-19"-7"-21509,-61-21-189,78 28-680,-1 0 0,1-1 0,0 1-1,0 0 1,0 0 0,0 0 0,0 1 0,0-1 0,0 0 0,0 1 0,0-1 0,0 1-1,0 0 1,1 0 0,-1 0 0,0 0 0,0 0 0,0 0 0,1 0 0,-1 0 0,1 1-1,-1-1 1,1 1 0,-1-1 0,1 1 0,0-1 0,0 1 0,0 0 0,0 0 0,0 0-1,-1 3 1,-1 1-12,1 0 0,0 1 0,0-1 0,1 1-1,0-1 1,-1 14 0,2 30-762,4-48 537,0-1 0,1-1 0,-1 1-1,0 0 1,0-1 0,0 0 0,1 0-1,-1-1 1,0 1 0,7-2 0,3-4 60,0-1-1,0-1 1,-1 0 0,1-1 0,-2 0 0,1-1-1,19-21 1,-35 46 4935,8 7-3610,15 19-1042,-3-18-137,1-1-1,1 0 0,1-2 0,41 33 0,4-1-2786,-12-12-2753,-26-16-1979</inkml:trace>
</inkml:ink>
</file>

<file path=ppt/ink/ink2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0:47.12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1047 3025,'0'0'14151,"0"-9"-9990,1-19-3012,4 8-1053,2 0 0,0 1 0,1 0-1,0 0 1,2 0 0,13-18 0,6-15-73,12-20-427,2 1 0,4 2 0,100-113 1,-140 174 426,1 1 176,-9 25 74,1-17-266,-10 69 811,4-36-405,-2 63-1,8-36-336,1-61-81,0 1-1,0 0 0,1-1 0,-1 1 0,1-1 0,-1 1 0,0-1 0,1 0 0,-1 0 1,1 0-1,-1 1 0,0-1 0,1-1 0,-1 1 0,1 0 0,-1 0 0,1 0 0,-1-1 0,0 1 1,1-1-1,-1 1 0,0-1 0,2 0 0,16-11-96,0-1 0,0-1-1,-1-1 1,19-20 0,-9 9-283,65-63-1685,-3-4 0,153-209 1,-240 298 2092,3-3 218,-1-1 1,0 1-1,-1-1 1,1 0-1,-1 0 1,4-15-1,-7 19 1848,-4 35 603,-31 90-677,-11 48-301,36-105-906,-3 127 0,12-80-3267,1-41-2218,1-58 555,8-2-188</inkml:trace>
</inkml:ink>
</file>

<file path=ppt/ink/ink2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0:47.60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213 1 9498,'0'0'13318,"-13"2"-12981,-73 22 498,75-20-751,1 0 0,-1 0 1,1 1-1,0 1 0,1-1 0,-1 1 0,-11 11 0,19-15-128,0 0-1,0 0 1,0 0-1,0 1 1,1-1-1,-1 0 1,1 1-1,0-1 1,0 1-1,0 0 0,0-1 1,0 1-1,0 0 1,1 0-1,-1 5 1,1-7 18,0 0 0,0 1 0,1-1 0,-1 0-1,0 0 1,1 0 0,-1 0 0,1 0 0,-1 1 0,1-1 0,0 0 0,-1 0 0,1 0 0,0 0 0,0-1 0,-1 1 0,1 0 0,0 0 0,0 0-1,0-1 1,0 1 0,0 0 0,0-1 0,1 1 0,-1-1 0,0 1 0,0-1 0,0 0 0,0 0 0,1 1 0,-1-1 0,0 0 0,0 0-1,1 0 1,-1 0 0,0 0 0,2-1 0,2 1-43,4 1-8,1 0 0,0-2 0,-1 1 0,1-1 0,0 0 0,-1-1 0,1 0 0,-1 0-1,0-1 1,0-1 0,0 1 0,13-9 0,34-29 227,-56 50 3356,1 21-3322,-1-8-176,0-19-102,1 1-1,-1 0 1,1 0 0,-1 0-1,1-1 1,0 1 0,0 0-1,1-1 1,-1 1 0,1-1 0,-1 0-1,1 1 1,0-1 0,1 0-1,-1 0 1,0 0 0,1 0-1,0-1 1,-1 1 0,1-1-1,6 5 1,1-2-712,0 0 0,0 0-1,0-1 1,1 0 0,-1-1-1,16 3 1,19 1-4439</inkml:trace>
</inkml:ink>
</file>

<file path=ppt/ink/ink2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0:47.88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256 0 3593,'0'0'19839,"-29"33"-19080,-89 100-171,111-125-537,0 1 1,0-1 0,0 1 0,1 1-1,1-1 1,0 1 0,0 0 0,1 0-1,-4 13 1,-9 18-69,12-31-173,-9 13-451,2-13-2920,12-22-14916,6-14 16739</inkml:trace>
</inkml:ink>
</file>

<file path=ppt/ink/ink2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0:48.03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1 100 1064,'0'0'17068,"32"-99"-15116,-26 112-271,1 19-401,6-3-512,-1 6-328,1-3-272,0-3-168,13-4-232,6 8-1072,6-5-1721,-6-18-3200</inkml:trace>
</inkml:ink>
</file>

<file path=ppt/ink/ink2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0:48.27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16 3041,'0'0'13979,"65"0"-13683,-33-3-248,-7 3-48,1-3-1529,-7 0-2720,-6-4-5713</inkml:trace>
</inkml:ink>
</file>

<file path=ppt/ink/ink2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0:48.55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173 1 3345,'0'0'20972,"-96"182"-19972,77-130-95,6-7-585,0 0-272,0-10-48,7-6-224,0-4-689,-1-2-895,7 6-801,0 0-1607,0-17-1650</inkml:trace>
</inkml:ink>
</file>

<file path=ppt/ink/ink2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0:48.78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167 0 10042,'0'0'11411,"-96"218"-9443,83-138-552,7-3-255,-1-6-97,7-10-680,0-6-264,0-14-120,0-9 0,0-9-816,0-10-849,-12 3-1015,-8-7-2601,8-9-3497</inkml:trace>
</inkml:ink>
</file>

<file path=ppt/ink/ink2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0:48.97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84 1640,'0'0'19829,"205"-48"-18685,-134 44-752,-1-2-392,-12 6-384,0-10-2097,-13 4-2920,-20-4-7314</inkml:trace>
</inkml:ink>
</file>

<file path=ppt/ink/ink2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0:49.36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98 1136,'0'0'17220,"33"2"-16307,11 3-657,2 0 53,62-1-1,-38-4-3,-69 0-309,-1 0 1,1 0-1,0 0 0,0-1 0,-1 1 1,1 0-1,0 0 0,-1-1 1,1 1-1,0 0 0,0-1 0,-1 1 1,1 0-1,-1-1 0,1 1 1,0-1-1,-1 1 0,1-1 0,-1 1 1,1-1-1,-1 0 0,1 1 1,-1-1-1,0 0 0,1 1 1,-1-1-1,0 0 0,0 1 0,1-1 1,-1 0-1,0 0 0,0 1 1,0-1-1,0 0 0,0 0 0,0 1 1,0-1-1,0 0 0,0 0 1,0 1-1,0-1 0,-1 0 0,1 0 1,0 1-1,0-1 0,-1 0 1,1 1-1,0-1 0,-1 0 0,-17-33-341,13 29 393,-1 0 1,1 1-1,0-1 0,-1 1 0,0 0 0,0 1 1,0-1-1,-1 1 0,1 0 0,-1 1 0,1 0 1,-1 0-1,0 0 0,0 1 0,0 0 0,0 0 1,0 0-1,0 1 0,0 0 0,-10 2 0,14-1 27,-1 0 0,1 0 0,-1 1 0,1 0 0,-1-1-1,1 1 1,0 0 0,0 0 0,0 1 0,0-1 0,1 1-1,-1-1 1,0 1 0,1 0 0,0 0 0,0 0-1,0 0 1,0 0 0,0 1 0,1-1 0,-1 0 0,1 1-1,0 0 1,0-1 0,-1 8 0,1-7-127,0-1 1,0 1-1,1-1 0,-1 1 0,1-1 1,0 1-1,0-1 0,1 1 1,-1 0-1,0-1 0,1 1 1,0-1-1,0 1 0,0-1 1,1 0-1,-1 1 0,1-1 0,-1 0 1,1 0-1,0 0 0,0 0 1,1 0-1,-1-1 0,0 1 1,1-1-1,0 1 0,-1-1 1,1 0-1,6 3 0,9 3-1447,1 0-1,0-1 0,28 5 1,10-7-4496</inkml:trace>
</inkml:ink>
</file>

<file path=ppt/ink/ink2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0:49.78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244 0 568,'0'0'18156,"-28"4"-16065,-87 11-689,110-15-1305,0 1 1,0 0-1,0 0 0,0 0 1,0 1-1,0 0 1,0 0-1,1 0 1,-1 1-1,1-1 1,0 1-1,0 0 0,0 0 1,0 0-1,0 1 1,0 0-1,-2 4 1,3-4-110,1 1 1,-1-1-1,1 1 1,1 0-1,-1 0 1,1 0-1,-1 0 1,1 0-1,1 0 1,-1 0 0,1 9-1,0-13-20,1 0 0,-1-1-1,1 1 1,-1 0 0,0-1 0,1 1-1,-1 0 1,1-1 0,0 1 0,-1-1 0,1 1-1,-1-1 1,1 1 0,0-1 0,-1 0-1,1 1 1,0-1 0,-1 0 0,1 0-1,0 1 1,0-1 0,-1 0 0,1 0-1,0 0 1,0 0 0,-1 0 0,1 0 0,0 0-1,1 0 1,33 0-359,-24 0 219,0-1-7,-1-1-1,1 0 1,-1 0-1,0-1 1,0 0-1,0 0 0,-1-1 1,1-1-1,-1 0 1,0 0-1,0-1 1,-1 0-1,10-8 1,-8 3 3680,-11 12-3429,1 0-1,0 1 0,-1-1 0,1 0 1,0 1-1,0-1 0,0 0 0,0 1 1,0-1-1,0 0 0,0 1 0,0-1 1,1 0-1,-1 0 0,0 1 0,1 0 1,2 4-290,0 0 1,0 0 0,0 0-1,1-1 1,0 0 0,0 1 0,0-1-1,1-1 1,0 1 0,-1-1 0,7 5-1,3 0-1527,0 1 0,0-2-1,18 8 1,6-4-5215</inkml:trace>
</inkml:ink>
</file>

<file path=ppt/ink/ink2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0:50.03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96 0 1320,'0'0'21868,"-3"29"-20851,-14 164 94,1-48-562,14-131-944,-1 0 1,-1-1-1,0 1 0,-1-1 1,0 0-1,-1-1 0,-1 1 0,-9 14 1,8-14-1657,21-9-14018</inkml:trace>
</inkml:ink>
</file>

<file path=ppt/ink/ink2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0:50.34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95 78 672,'0'0'20471,"7"-16"-19588,21-42-69,-28 57-797,0 1 0,0 0 0,1 0 0,-1-1 0,0 1 0,0 0 1,1 0-1,-1 0 0,0 0 0,1-1 0,-1 1 0,0 0 0,1 0 1,-1 0-1,0 0 0,1 0 0,-1 0 0,0 0 0,1 0 1,-1 0-1,0 0 0,1 0 0,-1 0 0,0 0 0,1 0 0,-1 0 1,0 0-1,1 0 0,-1 0 0,0 0 0,1 0 0,-1 1 0,0-1 1,0 0-1,1 0 0,-1 0 0,0 1 0,0-1 0,1 0 1,-1 0-1,0 1 0,1-1 0,14 22 566,5 26 16,-19-43-574,0 0 1,-1 0 0,1 0 0,-1 1 0,0-1-1,0 0 1,-1 0 0,0 0 0,0 0-1,-1 6 1,0-9-9,1 0 0,0 0 0,0 0 0,-1 0 0,1 0 0,-1-1 0,1 1 0,-1 0 0,0-1 0,0 1 0,1-1 0,-1 0 0,0 0 0,0 1 0,-1-1 0,1-1 0,0 1 0,0 0 0,0 0 0,-1-1 0,1 1-1,0-1 1,-4 0 0,-84 2-907,52-3-4294</inkml:trace>
</inkml:ink>
</file>

<file path=ppt/ink/ink2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0:50.56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10 7274,'0'0'25493,"45"-7"-25493,-39 4 0,1 3 0,-1 0 0,0 0-1472,1 0-2137,-1 0-4289</inkml:trace>
</inkml:ink>
</file>

<file path=ppt/ink/ink2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1:41.46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445 353 1344,'0'0'7759,"7"-27"-5901,24-86-138,-30 108-1425,0 1 0,1-1 0,-1 1 1,1 0-1,0 0 0,0 0 0,5-7 0,-6 10-184,-1 1 0,1-1 0,-1 1 0,1-1 0,-1 1 0,1 0 0,-1-1 0,1 1 0,0 0 0,-1 0 0,1-1 0,0 1 0,-1 0 0,1 0 0,0 0 0,-1 0 0,1 0 0,0 0 0,-1 0 0,1 0 0,0 0 0,0 0 0,5 0 6529,-8 4-6544,0-1 0,0 1 0,-1-1 1,1 0-1,-1 0 0,1 0 1,-1 0-1,-6 5 0,2-2 55,-10 9-65,0 0 0,-1-1 0,-1-1-1,0-1 1,-1-1 0,0 0 0,-1-2 0,-37 13 0,24-12-78,0-2 1,0-1-1,0-2 1,-1-1 0,-37-1-1,71-3-8,0 1 0,-1-1 1,1 0-1,0 0 0,0 0 0,-1 0 0,1 0 0,0-1 0,0 1 0,-1 0 0,1-1 1,0 1-1,0 0 0,0-1 0,0 0 0,0 1 0,0-1 0,0 0 0,0 1 0,0-1 1,0 0-1,0 0 0,0 0 0,0 0 0,0 0 0,1 0 0,-1 0 0,-1-2 0,1-2-21,1 1 0,-1-1 1,1 0-1,0 1 0,0-1 0,0 0 0,2-4 0,-2 8 20,2-8-39,0-1 0,1 0 0,0 1 0,1 0 1,-1 0-1,2 0 0,0 0 0,0 0 0,0 1 0,1 0 0,0 0 1,1 1-1,0-1 0,0 1 0,11-8 0,16-11-61,1 1-1,46-24 0,-64 39 83,-5 3 11,0 0 0,1 0 0,-1 1 0,1 1 0,0 0 0,0 1 0,1 1 0,-1 0 0,25-2 0,-37 5 11,0 0-1,0 0 0,0 0 1,0 0-1,-1 0 0,1 0 1,0 1-1,0-1 1,-1 0-1,1 1 0,0-1 1,0 0-1,-1 1 0,1-1 1,0 1-1,-1-1 0,1 1 1,0-1-1,-1 1 1,1 0-1,-1-1 0,1 1 1,-1 0-1,0-1 0,1 1 1,-1 0-1,0 0 0,1 0 1,-1-1-1,0 1 1,1 2-1,0 29 168,-1-22-113,-39 651 2116,18-556-2032,14-77-184,1 0 1,1 1-1,-1 38 0,6-66-578,1-5-646,19-53-5465,-2 19 504</inkml:trace>
</inkml:ink>
</file>

<file path=ppt/ink/ink2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1:41.92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520 272 184,'0'0'19435,"-10"-26"-18382,-30-80-299,37 98-650,0 0 1,0 0 0,-1 1-1,1 0 1,-2 0-1,1 0 1,-1 0-1,0 1 1,0-1-1,-1 1 1,0 1-1,-8-7 1,-5-4 182,17 13-253,0 1 0,-1 0 0,1-1 0,-1 1 0,1 0 0,-1 0 0,0 1 0,0-1 0,0 0 0,0 1 0,0 0 0,0 0 0,-1 0 0,1 0-1,0 0 1,0 1 0,-1-1 0,1 1 0,0 0 0,-1 0 0,1 0 0,0 1 0,-1-1 0,1 1 0,0-1 0,-1 1 0,1 0 0,0 1 0,0-1 0,0 0 0,0 1 0,0 0 0,0-1 0,1 1 0,-1 1 0,0-1 0,1 0 0,0 0 0,-3 4 0,-6 8 37,0 0-1,1 1 1,1 0 0,0 1-1,1 0 1,-6 18-1,-13 44 438,4 1 0,-25 158-1,5-18-56,9-41-418,28-167 77,1-5-1665,-2-7-4050</inkml:trace>
</inkml:ink>
</file>

<file path=ppt/ink/ink2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1:42.10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29 96,'0'0'25349,"198"-22"-24780,-159 22-393,12-4-176,-6 1-489,32 3-1527,-13 0-2657,-6 0-2657</inkml:trace>
</inkml:ink>
</file>

<file path=ppt/ink/ink2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1:42.54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334 0 1400,'0'0'22054,"-31"1"-21359,-101 3-97,123-4-530,-1 0 1,0 1-1,0 0 1,1 1 0,-1 0-1,1 1 1,-1 0-1,1 0 1,0 1-1,0 0 1,0 1 0,1-1-1,-13 10 1,20-13-75,-1 0 1,1-1 0,0 1-1,-1 0 1,1 0-1,0 0 1,-1 0-1,1 0 1,0 0 0,0 0-1,0 0 1,0 0-1,0 1 1,0-1-1,0 0 1,1 1 0,-1-1-1,0 1 1,1-1-1,-1 0 1,1 1-1,-1 0 1,1-1 0,0 1-1,0-1 1,-1 1-1,1-1 1,0 1-1,1-1 1,-1 1 0,0 0-1,0-1 1,1 1-1,-1-1 1,1 1-1,-1-1 1,1 1 0,-1-1-1,1 0 1,0 1-1,0-1 1,0 0-1,0 1 1,0-1-1,0 0 1,0 0 0,0 0-1,2 1 1,7 6-67,0-2 1,0 1-1,0-2 0,22 10 1,-27-13 79,12 5-28,1 0-47,-1 1 0,0 0 0,23 17-1,-36-23 64,-1 0 0,0 0 0,0 0-1,-1 1 1,1 0 0,0-1-1,-1 1 1,1 0 0,-1 0 0,0 1-1,0-1 1,0 0 0,-1 1 0,1-1-1,-1 1 1,0-1 0,0 1 0,0 0-1,0-1 1,-1 1 0,1 0-1,-1 0 1,0 6 0,-1-7 17,-1 0 0,1-1 1,0 1-1,-1 0 0,1-1 0,-1 0 1,0 1-1,0-1 0,0 0 0,0 0 1,0 0-1,-1 0 0,1 0 0,0 0 1,-1-1-1,0 1 0,1-1 1,-1 0-1,0 0 0,-4 2 0,-71 19 424,58-17-281,-7 3-14,17-5-120,0 0 0,-1 0 1,1-1-1,-1-1 1,-13 1-1,23-2-429,6-2-2590,9-5 1957,0 0 0,1 2-1,0 0 1,0 1-1,0 0 1,1 1 0,20-2-1,4-1-1590,32-7-2617</inkml:trace>
</inkml:ink>
</file>

<file path=ppt/ink/ink2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1:43.10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176 222 1376,'0'0'20938,"-11"-4"-19420,7 2-1427,0 1 0,1 0-1,-1 0 1,0 0 0,0 0 0,0 0 0,0 1 0,0 0 0,0 0 0,1 0 0,-1 0-1,0 0 1,0 1 0,0 0 0,0 0 0,0 0 0,1 0 0,-1 1 0,0-1 0,1 1 0,0 0-1,-1 0 1,1 0 0,0 0 0,0 1 0,0-1 0,0 1 0,0 0 0,1 0 0,-1 0-1,-3 6 1,0-2-72,1 0 0,0 0 0,1 1 0,-1-1 0,1 1 0,1 0 0,0 0 0,0 1 0,0-1 0,1 0 0,0 1 0,1 0 0,0-1 0,0 1 0,1 0 0,0 0 0,0-1 0,1 1 0,2 8 0,-1-14-29,-1-1 0,1 0-1,-1 0 1,1 0-1,0 0 1,0 0-1,0 0 1,0 0-1,0 0 1,0-1 0,0 1-1,1-1 1,-1 0-1,1 0 1,-1 0-1,1 0 1,-1 0-1,1 0 1,0-1 0,-1 1-1,1-1 1,5 0-1,-3 1-11,1 0 0,0-1 0,0 0 0,0 0 0,0-1 0,0 1 0,0-1 0,0-1 0,10-3 0,-10 1-3,-1 0 0,1-1 0,-1 1 0,0-1 0,-1 0 0,1-1 0,-1 1 0,0-1 0,6-10 0,26-60-50,9-74 156,-44 150-79,-1-1 0,1 0-1,0 0 1,0 1 0,0-1-1,0 0 1,-1 1-1,1-1 1,0 1 0,0-1-1,0 1 1,0-1 0,0 1-1,0 0 1,0-1 0,0 1-1,1 0 1,-1 0 0,0 0-1,0 0 1,0 0 0,0 0-1,0 0 1,0 0 0,0 1-1,0-1 1,0 0-1,0 0 1,0 1 0,0-1-1,0 1 1,0-1 0,1 2-1,11 6 35,-1 1 0,0 1-1,-1 0 1,0 1-1,0 0 1,13 19 0,49 82 310,-73-112-326,0 1 0,0-1 0,0 0 0,0 1 0,0-1 0,1 1-1,-1-1 1,0 0 0,0 1 0,0-1 0,0 0 0,1 1 0,-1-1-1,0 0 1,0 1 0,1-1 0,-1 0 0,0 1 0,1-1 0,-1 0 0,0 0-1,1 1 1,-1-1 0,0 0 0,1 0 0,-1 0 0,0 0 0,1 1-1,-1-1 1,1 0 0,-1 0 0,0 0 0,1 0 0,-1 0 0,1 0-1,-1 0 1,1 0 0,-1 0 0,0 0 0,1 0 0,-1 0 0,1-1-1,5-21 374,-6-53-224,-1 56-66,2 8-77,0 0-1,1 0 0,0 1 0,1-1 1,0 0-1,1 1 0,0 0 0,1-1 1,10-16-1,-3 7-19,2 1 0,0 0 0,27-27-1,-39 44-119,0-1-1,1 1 1,-1 0-1,1 0 0,-1 0 1,1 0-1,0 0 0,0 1 1,0-1-1,0 1 0,0 0 1,6-2-1,24 1-6770,-29 2 5721,15 0-3837</inkml:trace>
</inkml:ink>
</file>

<file path=ppt/ink/ink2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1:43.37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244 0 6737,'0'0'19119,"-11"32"-17504,-35 105-579,32-87-581,1 1 0,-6 53 0,14-66-572,-2 1 0,-21 61 0,23-90-426,0 0 1,0 0 0,-1 0-1,0-1 1,-12 13-1,-18 18-6322,16-25 75</inkml:trace>
</inkml:ink>
</file>

<file path=ppt/ink/ink2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1:43.68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6121,'0'0'17337,"32"0"-15364,106 5-650,43 17 217,-53-4-1261,-102-17-266,-19-2-13,0 1 1,0 0-1,0 1 1,0 0-1,0 0 0,0 0 1,0 1-1,0 0 1,8 4-1,-14-5 2,0 1 0,1 0-1,-1 0 1,0-1 0,0 1 0,0 0-1,-1 0 1,1 0 0,0 0 0,-1 0-1,1 0 1,-1 1 0,0-1 0,0 0 0,0 0-1,0 0 1,0 0 0,0 0 0,0 0-1,-1 0 1,0 3 0,-14 43 162,4-29-140,8-16-47,0 1 0,1 0 0,-1 0-1,1 0 1,0 1 0,0-1 0,-2 7-1,4-10-594,0 23-13081,0-16 4186</inkml:trace>
</inkml:ink>
</file>

<file path=ppt/ink/ink2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1:43.89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39 3 1168,'0'0'24734,"-7"-3"-24678,7 39-56,-6 8-513,-7 5-1463,7 21-1857,6-9-896,-7-10-3144</inkml:trace>
</inkml:ink>
</file>

<file path=ppt/ink/ink2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1:44.24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1640,'0'0'22951,"0"6"-21439,0-4-1446,5 38 1692,-5-38-1735,1-1-1,-1 0 0,1 1 0,0-1 0,-1 1 0,1-1 1,0 0-1,0 0 0,0 1 0,0-1 0,0 0 0,0 0 1,0 0-1,1 0 0,-1 0 0,0 0 0,0-1 0,1 1 1,-1 0-1,1 0 0,-1-1 0,0 1 0,1-1 0,-1 0 0,1 1 1,-1-1-1,1 0 0,2 0 0,13 1-213,0-2-1,-1 0 1,1 0 0,-1-2-1,1 0 1,-1-1-1,0 0 1,0-1 0,26-13-1,-41 18 254,0-1 0,1 1 0,-1 0 0,0-1 0,1 1 0,-1 0 0,0 0 0,1 0 0,-1 0 0,0 0 0,1 0 0,-1 1 0,0-1 0,1 0-1,-1 1 1,0-1 0,0 1 0,1-1 0,-1 1 0,2 1 0,30 23-86,3 1-639,-23-21-327,1 0 0,0-1 0,-1-1 0,1 0 0,24 2 1,35-2-5815,-60-3 5129,44 1-10233</inkml:trace>
</inkml:ink>
</file>

<file path=ppt/ink/ink2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1:44.75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489 132 2825,'0'0'20864,"-11"-15"-19328,-35-42-517,44 55-989,0 0 1,0 0-1,-1 1 0,1-1 0,-1 1 0,1 0 1,-1-1-1,0 1 0,1 0 0,-1 1 0,0-1 1,0 0-1,1 1 0,-1 0 0,0-1 0,0 1 1,0 0-1,0 1 0,0-1 0,0 0 0,1 1 1,-1 0-1,0-1 0,0 1 0,1 0 0,-1 0 1,0 1-1,1-1 0,0 1 0,-1-1 0,1 1 0,0 0 1,-1 0-1,1 0 0,0 0 0,0 0 0,1 0 1,-4 5-1,1 2-40,1 1-1,1-1 1,-1 1 0,2 0-1,-1 0 1,1-1 0,1 1-1,1 19 1,-1-11-17,0-15-8,1 0 1,0-1 0,-1 1-1,1 0 1,0 0-1,0 0 1,1-1 0,-1 1-1,1 0 1,-1-1 0,1 1-1,0-1 1,0 0-1,0 0 1,0 0 0,0 0-1,1 0 1,-1 0-1,0 0 1,1-1 0,0 1-1,-1-1 1,1 0-1,0 0 1,-1 0 0,1 0-1,0 0 1,0 0 0,6 0-1,0 1-114,0-1 1,0 0-1,0 0 0,0-1 0,0 0 1,0-1-1,0 0 0,-1 0 0,16-5 1,-14 2 102,0-1 0,-1 0 0,1 0 0,-1-1 1,0-1-1,0 1 0,-1-1 0,8-9 0,60-72-355,-40 45 325,10-18 1107,-45 59-455,-1 8-257,-24 357 1741,3-114-1014,18-183-838,-10 123 63,9-161-225,-1 0 0,-2 0-1,0-1 1,-18 42 0,22-63 2,1-1-1,-1 0 1,0 0-1,-1 0 1,1 0-1,-1-1 1,0 1-1,0-1 1,0 0-1,-1 0 1,0-1-1,1 1 1,-1-1 0,0 0-1,-1 0 1,1-1-1,0 1 1,-1-1-1,-11 2 1,-3 0 80,-1-1 1,1-1 0,-1-2-1,-27-1 1,6 0-107,14-1-19,-1-2-1,0 0 1,1-2-1,0-2 1,0 0-1,-34-16 1,58 22-7,-7-2-74,-1-1 1,1 0-1,0-1 1,1 0 0,0-1-1,-14-11 1,21 16-71,1 0 0,0 0 1,0 0-1,-1-1 0,1 1 1,1 0-1,-1-1 0,0 1 0,1-1 1,-1 0-1,1 0 0,0 0 1,0 1-1,0-1 0,0 0 0,0 0 1,1-1-1,-1 1 0,1 0 1,0 0-1,0 0 0,0 0 1,0 0-1,0 0 0,1 0 0,0 0 1,-1 0-1,1 0 0,3-6 1,-1 5-463,0-1 0,1 1 1,-1-1-1,1 1 0,0 0 1,8-6-1,32-25-5457</inkml:trace>
</inkml:ink>
</file>

<file path=ppt/ink/ink2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1:45.07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45 41 3513,'0'0'17359,"-2"-8"-16290,-6-24-118,5 31 843,0 10-1029,-1 11-17,-19 106 483,21-99-1647,3-20-6311</inkml:trace>
</inkml:ink>
</file>

<file path=ppt/ink/ink2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1:45.26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 1 5945,'0'0'17276,"0"16"-17180,0 13-96,0 0-400,-6 9-1569,6 29-1943,0-9 799,0-7-4489</inkml:trace>
</inkml:ink>
</file>

<file path=ppt/ink/ink2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1:45.62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 0 1168,'0'0'21130,"-1"6"-19771,0 2-1119,0-5-63,0 1 1,0 0-1,1 0 1,-1 0-1,1 0 0,0 0 1,0-1-1,2 7 1,-2-9-175,1 1 1,-1-1 0,1 0-1,0 0 1,0 1 0,0-1-1,0 0 1,0 0 0,0 0-1,0 0 1,0 0 0,0 0-1,0-1 1,0 1-1,1 0 1,-1 0 0,0-1-1,1 1 1,-1-1 0,0 1-1,1-1 1,-1 0 0,1 1-1,-1-1 1,0 0 0,1 0-1,-1 0 1,1 0 0,-1 0-1,2-1 1,11 1-355,-7 1 98,0-1-1,0 0 0,0 0 1,0-1-1,-1 0 0,1 0 0,0-1 1,12-4-1,-18 6 147,1 0 1,0 0-1,-1-1 1,1 1 0,0 1-1,-1-1 1,1 0-1,-1 0 1,1 1-1,0-1 1,-1 1-1,1-1 1,-1 1-1,1 0 1,-1-1-1,0 1 1,1 0-1,-1 0 1,0 0-1,1 0 1,-1 0 0,0 0-1,0 1 1,0-1-1,0 0 1,0 1-1,0-1 1,0 0-1,-1 1 1,1-1-1,0 2 1,3 3-56,22 30-3465,-1 0-331</inkml:trace>
</inkml:ink>
</file>

<file path=ppt/ink/ink2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1:45.90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155 0 13571,'0'0'13019,"-45"164"-12451,45-106 176,-7 3-440,7 0-208,-6-4-88,-1-9-8,-5-12-8,-1-11-712,-13-12-1137,0-6-2063,14-7-2202</inkml:trace>
</inkml:ink>
</file>

<file path=ppt/ink/ink2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1:46.35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3585,'0'0'15075,"30"3"-12939,12 2-1528,0 1 284,83-1 1,135-5 159,-246-1-435,-15 1 668,-23 10-704,17-4-592,1 0-1,0 1 1,0 0-1,1 0 1,0 1-1,0 0 1,1 0 0,0 0-1,0 0 1,1 0-1,0 1 1,0 0-1,1-1 1,0 1-1,1 0 1,0 0-1,0 0 1,1 0-1,0 0 1,0 0-1,1 0 1,3 11-1,-3-18 10,1 0 0,-1 0 0,1 0-1,-1 0 1,1-1 0,0 1 0,0-1-1,0 1 1,0-1 0,0 1-1,0-1 1,0 0 0,0 0 0,0 0-1,1 0 1,-1-1 0,0 1 0,1-1-1,-1 1 1,1-1 0,-1 0 0,0 0-1,1 0 1,-1 0 0,4 0 0,2 0 3,0 0 1,1-1-1,-1 1 1,0-2-1,0 1 1,12-4-1,-15 2 11,-1 0 0,1 0 0,-1-1 0,1 1 0,-1-1 0,0 0 0,-1 0 0,1 0 0,-1-1 0,0 1 0,0-1 0,0 0 0,0 0 0,-1 0 0,0 0-1,0 0 1,0 0 0,-1-1 0,0 1 0,0-1 0,0 1 0,-1-1 0,0-8 0,0 13-11,0 1 0,-1-1 0,1 1-1,0-1 1,-1 0 0,1 1 0,0-1 0,-1 1 0,1-1 0,-1 1-1,1-1 1,-1 1 0,1 0 0,-1-1 0,1 1 0,-1 0 0,1-1 0,-1 1-1,0 0 1,1 0 0,-1-1 0,0 1 0,1 0 0,-1 0 0,0 0-1,1 0 1,-1 0 0,0 0 0,0 0 0,-29-1-95,23 1 15,-67 0-3503,41 0-1864</inkml:trace>
</inkml:ink>
</file>

<file path=ppt/ink/ink2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1:47.28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411 36 2497,'0'0'15754,"-3"-4"-13221,-1 0-2137,-1 1 0,1 0 0,-1 0-1,0 0 1,1 0 0,-1 1-1,-1 0 1,1 0 0,0 0 0,0 1-1,-1-1 1,1 2 0,-1-1-1,1 0 1,0 1 0,-12 1-1,7-1-349,0 0 0,0 1 0,0 0 0,0 0 0,1 2 0,-1-1 0,0 1 0,1 0 0,-14 7 0,5 2-33,0 0 0,0 1-1,1 1 1,1 1-1,0 0 1,1 1 0,1 1-1,1 0 1,0 1-1,-13 23 1,23-32-21,0-1 0,1 1 1,-1 0-1,2 0 0,-1 0 0,1 0 0,0 11 0,1-20 5,1 1-1,-1-1 1,0 1 0,0-1-1,0 1 1,0-1-1,1 1 1,-1-1-1,0 0 1,1 1 0,-1-1-1,0 1 1,1-1-1,-1 0 1,0 1-1,1-1 1,-1 0-1,0 1 1,1-1 0,-1 0-1,1 0 1,-1 0-1,1 1 1,-1-1-1,1 0 1,-1 0 0,1 0-1,-1 0 1,1 0-1,-1 0 1,1 0-1,-1 0 1,1 0-1,0 0 1,21-1-32,-18 0 26,4-1-36,0 0 0,0-1 0,0 0 0,-1 0 0,1-1 0,-1 0 0,0-1 0,0 1 0,-1-1-1,1-1 1,10-10 0,10-12-102,24-33-1,-45 55 166,-3 3 16,-1 0-1,1 0 1,-1 0-1,0 0 1,0 0-1,0 0 1,0 0-1,-1 0 1,2-5 0,-3 8-13,0 0 0,0 0 0,0 0 0,1 0 0,-1 0 0,0 0 0,0 0 1,0 0-1,0 0 0,0 0 0,0 0 0,0 0 0,0 0 0,0 0 0,0 0 1,0 0-1,1 0 0,-1 0 0,0 0 0,0 0 0,0 0 0,0 0 0,0 0 1,0 0-1,0 0 0,0 0 0,0 0 0,1 0 0,-1 0 0,0 0 0,0 0 1,0 0-1,0 0 0,0 0 0,0 0 0,0 0 0,0 0 0,0 0 1,4 13 56,-3 0-125,1 0-1,0 0 0,1 0 1,0 0-1,1-1 0,1 1 0,0-1 1,1 0-1,0-1 0,1 1 1,0-1-1,12 15 0,-16-23-240,0 0-1,0-1 0,0 1 1,0-1-1,0 1 0,1-1 1,-1 0-1,1 0 1,-1-1-1,1 1 0,0-1 1,0 1-1,0-1 0,-1-1 1,1 1-1,0 0 1,6-1-1,2 0-1677,-1 0 0,1-1 0,-1 0 1,22-6-1,12-7-10053</inkml:trace>
</inkml:ink>
</file>

<file path=ppt/ink/ink2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1:47.63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385 14 3161,'0'0'21004,"-20"-4"-19844,-66-5-305,81 9-795,1 1 1,-1-1-1,0 1 0,0 1 0,1-1 0,-1 1 0,1-1 0,-1 1 0,1 1 1,0-1-1,-1 0 0,1 1 0,1 0 0,-1 0 0,0 0 0,1 1 1,-1-1-1,1 1 0,0 0 0,0 0 0,-3 5 0,4-6-57,0-1 1,0 1-1,1-1 0,-1 1 0,0 0 1,1 0-1,0-1 0,0 1 0,0 0 1,0 0-1,0 0 0,0 0 0,1 1 1,0-1-1,-1 0 0,1 0 0,0 0 1,1 0-1,-1 0 0,0 0 0,1 0 1,0 1-1,0-1 0,0-1 0,2 6 1,2 0-88,1-1 1,0 1 0,0-1 0,1 0 0,0-1 0,14 11 0,-15-13-103,1 1 0,-1 0 0,0 1 0,0-1-1,-1 1 1,0 0 0,0 1 0,8 13 0,-12-19 178,-1 0 0,0 1 1,0-1-1,0 0 0,1 1 0,-1-1 1,0 1-1,-1-1 0,1 0 0,0 1 1,0-1-1,-1 0 0,1 1 0,0-1 1,-1 0-1,1 0 0,-1 1 1,0-1-1,1 0 0,-1 0 0,0 0 1,0 0-1,0 0 0,0 0 0,0 0 1,0 0-1,0 0 0,0 0 1,0 0-1,0-1 0,0 1 0,-1 0 1,1-1-1,0 1 0,-1-1 0,1 1 1,-3-1-1,-62 16 293,50-13-180,-38 9 253,30-5-232,0-2 0,0 0 0,-34 1 1,57-6-561,8-1-738,72-25-5635,-24 11 669</inkml:trace>
</inkml:ink>
</file>

<file path=ppt/ink/ink2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1:47.97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193 32 1432,'0'0'20955,"0"-5"-19690,0-22 774,-33 27 764,26 1-2788,1 0 1,0 0-1,0 1 0,0 0 0,0 0 1,0 1-1,1-1 0,-1 1 0,1 0 1,-1 1-1,1-1 0,0 1 1,0 0-1,1 1 0,-1-1 0,1 1 1,0 0-1,0 0 0,1 0 0,-1 0 1,1 0-1,-5 12 0,1-3-18,1 0 1,0 1-1,1 0 0,1 0 0,0 0 0,1 1 0,0-1 0,0 22 0,3-35 3,0 1-1,0 0 0,1-1 0,-1 1 0,1 0 0,-1-1 0,1 1 0,0 0 0,0-1 0,0 1 0,0-1 0,0 1 0,1-1 0,-1 0 0,1 0 0,0 0 0,-1 1 0,1-1 0,0-1 0,3 3 0,-1-1-126,1 0 0,0-1 0,-1 1 1,1-1-1,0-1 0,0 1 0,0-1 0,0 0 0,10 2 0,4-2-930,0-1 0,0-1 0,0 0 0,32-7 0,15-14-5590,-2-4-3974</inkml:trace>
</inkml:ink>
</file>

<file path=ppt/ink/ink2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1:48.79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40 8 1560,'0'0'19771,"-7"13"-18616,-22 41-180,28-53-933,1 0 0,-1 1 0,1-1 1,0 0-1,-1 0 0,1 1 0,0-1 0,0 0 0,0 0 0,0 1 1,0-1-1,0 0 0,0 1 0,0-1 0,0 0 0,1 0 0,-1 1 1,0-1-1,1 0 0,-1 0 0,1 0 0,0 1 0,-1-1 0,1 0 1,0 0-1,0 0 0,-1 0 0,1 0 0,2 1 0,28 14 424,-26-14-394,13 3-45,0-1 0,0-1 1,0 0-1,1-1 0,-1-1 1,1-1-1,-1 0 0,1-2 1,33-6-1,-50 8-38,1-1 1,-1 0-1,1 0 0,-1 0 1,0 0-1,1 0 0,-1 0 1,0-1-1,0 1 0,0-1 0,0 0 1,0 1-1,0-1 0,-1 0 1,1 0-1,-1 0 0,1 0 1,-1 0-1,0-1 0,1 1 1,-1 0-1,0-1 0,-1 1 0,1-1 1,0 1-1,-1-1 0,1 1 1,-1-1-1,0 1 0,0-1 1,0 1-1,0-1 0,0 1 0,-1-1 1,1 1-1,-1-1 0,1 1 1,-1-1-1,0 1 0,0-1 1,0 1-1,0 0 0,-1 0 1,1 0-1,-1 0 0,1-1 0,-1 2 1,0-1-1,1 0 0,-3-1 1,-8-3 6,1 1 1,-1 0-1,0 1 1,0 0-1,0 1 1,-1 0 0,1 1-1,-1 1 1,1 0-1,-1 1 1,-17 1-1,27-1 17,0 0 0,0 0-1,0 1 1,0-1 0,0 1-1,1-1 1,-1 1 0,0 0-1,0 0 1,1 1 0,-1-1 0,0 0-1,1 1 1,-1 0 0,1-1-1,0 1 1,0 0 0,0 0-1,0 0 1,0 1 0,0-1-1,0 0 1,0 1 0,1-1-1,0 1 1,-1-1 0,1 1-1,0 0 1,-1 4 0,-1 7 72,0-1 0,1 1 1,1 0-1,0 26 0,1-36-80,1 0 0,0-1 0,0 1 0,0-1 0,1 1-1,-1-1 1,1 0 0,0 1 0,0-1 0,0 0 0,0 0 0,0 0 0,1 0-1,-1-1 1,1 1 0,0-1 0,0 0 0,0 1 0,0-1 0,0-1 0,0 1-1,1 0 1,-1-1 0,1 1 0,-1-1 0,7 1 0,5 3 9,0-1 0,0-1 1,0-1-1,1 0 0,18 0 1,-20-2-20,6 1-70,-1-1 1,0-2-1,35-5 0,-47 5 57,0-1-1,0 1 0,-1-1 0,1 0 0,0-1 0,-1 1 1,0-2-1,0 1 0,0 0 0,0-1 0,-1 0 0,0-1 1,7-7-1,6-9-24,22-32-2,-39 53 65,-1 1 1,0 0-1,0-1 0,1 1 1,-1-1-1,0 1 1,1 0-1,-1-1 1,0 1-1,1 0 0,-1-1 1,1 1-1,-1 0 1,0 0-1,1-1 0,-1 1 1,1 0-1,-1 0 1,1 0-1,-1 0 1,1 0-1,-1 0 0,1 0 1,-1-1-1,1 1 1,-1 0-1,1 1 1,-1-1-1,1 0 0,-1 0 1,0 0-1,1 0 1,-1 0-1,1 0 0,-1 1 1,1-1-1,-1 0 1,1 0-1,-1 1 1,0-1-1,1 0 0,-1 0 1,0 1-1,1-1 1,-1 1-1,0-1 1,1 0-1,-1 1 0,0-1 1,0 1-1,1 0 1,19 27 365,-17-22-331,0-1-46,1 0 1,0 0-1,-1 0 1,1 0-1,1-1 1,-1 1-1,1-1 1,0 0-1,0-1 1,0 1 0,0-1-1,0 0 1,1 0-1,0-1 1,-1 1-1,1-1 1,0 0-1,0-1 1,0 0-1,0 0 1,1 0-1,-1 0 1,0-1-1,0 0 1,0-1-1,1 1 1,5-2-1,-7 0-30,1 0 0,-1 1 0,-1-1 0,1-1 0,0 1 0,0-1 0,-1 0 0,0 0 0,8-7 0,39-41 36,-29 28 295,5 90 1184,-25-65-1638,0 0 1,-1 0-1,1-1 0,0 1 1,0 0-1,0-1 0,1 1 1,-1-1-1,0 1 1,0-1-1,1 0 0,-1 0 1,1 0-1,-1 0 0,1-1 1,-1 1-1,5 0 1,51-1-4219,-31-1 286,23 1-4876</inkml:trace>
</inkml:ink>
</file>

<file path=ppt/ink/ink2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1:49.43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336 790 1424,'0'0'21853,"-28"-6"-20473,-88-20-452,105 23-790,0 1-1,0 0 0,0 1 1,0 0-1,0 0 0,0 1 0,0 1 1,-20 3-1,26-4-100,1 1-27,1 0-1,0 0 1,-1 0 0,1 1 0,0-1 0,0 1-1,0 0 1,0-1 0,1 1 0,-1 0 0,0 1 0,1-1-1,0 0 1,-1 1 0,1 0 0,0-1 0,0 1-1,0 0 1,1 0 0,-3 5 0,2-4-6,0 1-1,1-1 1,-1 1 0,1-1-1,0 1 1,1 0 0,-1 0-1,1-1 1,0 1 0,0 0-1,0 0 1,0 0 0,1-1-1,1 6 1,0-7-3,-1-1-1,1 1 1,0-1-1,-1 0 1,1 0 0,0 0-1,0 0 1,0 0-1,1 0 1,-1 0-1,0-1 1,1 1 0,-1-1-1,1 1 1,-1-1-1,1 0 1,0 0-1,-1-1 1,1 1-1,0 0 1,0-1 0,-1 0-1,1 1 1,3-1-1,10 1-23,-1-1 0,1 0 0,17-3-1,-19 0-150,0 0 0,0-1-1,0 0 1,0-2 0,0 1-1,-1-2 1,0 0 0,0 0-1,15-13 1,15-13-1039,43-45-1,-85 78 1206,71-73-1947,-4-4 0,-3-2 0,-3-3 0,-4-3 0,63-121 0,-114 194 2415,-1-1 0,0 1-1,-1-1 1,0 0 0,-1 0 0,3-21 0,-7 34-329,1-1 0,-1 0 0,0 0 0,0 1 0,0-1 0,0 0-1,0 0 1,-1 0 0,1 1 0,0-1 0,0 0 0,0 0 0,-1 1 0,1-1 0,0 0 0,-1 1-1,1-1 1,-1 0 0,1 1 0,-1-1 0,1 1 0,-1-1 0,1 0 0,-1 1 0,0 0 0,1-1 0,-1 1-1,0-1 1,1 1 0,-1 0 0,0-1 0,1 1 0,-1 0 0,0 0 0,0-1 0,1 1 0,-1 0 0,0 0-1,0 0 1,0 0 0,1 0 0,-1 0 0,0 0 0,0 0 0,1 1 0,-1-1 0,0 0 0,0 0-1,1 1 1,-1-1 0,-1 1 0,-40 16 1491,26-5-1188,2 0 0,-1 0 0,1 2 0,1-1 0,1 2 0,0 0 0,0 0 0,2 1 0,-15 28 0,8-10-15,1 2 0,2 0 0,-18 69-1,20-32-144,3 0-1,3 1 0,5 94 0,1-134-287,4-32-77,1-1 1,-1 0-1,1-1 0,0 1 0,-1-1 0,1 0 0,0 0 0,-1 0 0,1-1 0,7-1 0,-1-2-188,-1 0-1,0 0 0,0-1 1,-1-1-1,1 0 0,-1 0 1,9-8-1,57-56-1189,-67 61 1384,7 70 2859,-11-49-2736,0 0 1,0 0-1,1 0 1,1-1-1,8 15 1,-12-24-49,-2-1-63,0-1 1,0 1-1,1-1 1,-1 0-1,0 1 1,0-1-1,0 0 0,1 1 1,-1-1-1,0 0 1,1 1-1,-1-1 0,0 0 1,1 1-1,-1-1 1,0 0-1,1 0 1,-1 0-1,0 1 0,1-1 1,-1 0-1,1 0 1,-1 0-1,0 0 0,1 0 1,-1 0-1,1 0 1,-1 0-1,1 0 0,-1 0 1,0 0-1,1 0 1,-1 0-1,1 0 1,-1 0-1,1 0 0,-1 0 1,0 0-1,1 0 1,-1-1-1,0 1 0,1 0 1,-1 0-1,1-1 1,-1 1-1,0 0 1,0 0-1,1-1 0,-1 1 1,0 0-1,1-1 1,-1 1-1,0-1 0,0 1 1,0 0-1,1-1 1,-1 1-1,0-1 1,0 1-1,0 0 0,0-1 1,0 1-1,0-1 1,0 1-1,0 0 0,0-1 1,0 0-1,7-22-5241</inkml:trace>
</inkml:ink>
</file>

<file path=ppt/ink/ink2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1:49.60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6145,'0'0'19244,"0"45"-19244,7-26-320,19 23-1280,-7-1-2593,-6-8-3056</inkml:trace>
</inkml:ink>
</file>

<file path=ppt/ink/ink2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1:49.96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1 992,'0'0'24275,"6"12"-22935,-3-6-1179,10 17 804,29 41 0,-41-63-971,0 0 0,0 0 0,1 0 1,-1 0-1,1 0 0,-1 0 0,1 0 0,-1-1 0,1 1 0,-1 0 0,1-1 0,0 0 0,-1 1 1,1-1-1,0 0 0,-1 0 0,1 0 0,0 0 0,-1 0 0,1 0 0,0 0 0,-1-1 0,1 1 0,0-1 1,-1 1-1,1-1 0,2-1 0,38-23-1273,-9 1 565,-32 23 901,12 1-154,0 2-1,0-1 0,0 2 1,1 0-1,23 8 1,62 34-5753,-39-18-435,-14-7-978</inkml:trace>
</inkml:ink>
</file>

<file path=ppt/ink/ink2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1:50.49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599 56 992,'0'0'17863,"-28"-7"-15541,-10-5-1579,6 2 21,0 2 1,-36-6-1,52 12-316,0 0-1,0 2 1,0-1-1,-16 3 1,30-1-439,0 0 0,0-1 0,0 1 0,0 0 1,0 1-1,1-1 0,-1 0 0,0 0 0,1 1 0,-1-1 0,1 1 0,0-1 0,-1 1 0,1 0 1,0-1-1,0 1 0,0 0 0,0 0 0,0 0 0,0 0 0,1 0 0,-1 0 0,1 0 1,-1 0-1,1 0 0,0 0 0,0 0 0,0 2 0,-1 6-23,0 0 0,1 0 0,0 0 1,3 17-1,-3-26 0,0 1 1,1-1 0,-1 1 0,1-1-1,0 1 1,-1-1 0,1 1 0,0-1-1,0 0 1,0 1 0,0-1 0,0 0-1,0 0 1,0 1 0,0-1 0,1 0-1,-1 0 1,0-1 0,1 1 0,-1 0-1,3 1 1,1-1-59,-1 1-1,0-1 1,1 0 0,-1 0-1,1-1 1,0 0 0,8 0-1,-3 0-101,0-1-1,1-1 1,-1 0-1,0 0 0,0-1 1,13-6-1,6-7-123,-2-1 0,27-22 0,2-2 359,-56 41-40,1-1 0,-1 1 0,0 0 0,0 0 0,0 0 0,1 0 0,-1 0 0,0-1 0,0 1 0,1 0 0,-1 0 0,0 0 0,0 0 0,1 0 0,-1 0 0,0 0 0,0 0 0,1 0 0,-1 0 0,0 0 1,0 0-1,1 0 0,-1 0 0,0 0 0,0 1 0,1-1 0,-1 0 0,0 0 0,0 0 0,0 0 0,1 0 0,-1 0 0,0 1 0,0-1 0,0 0 0,1 0 0,-1 0 0,0 1 0,0-1 0,0 0 0,0 0 0,1 1 0,3 17 414,-4 30-13,0-36-139,-1 155 1269,4 235 201,3-347-1596,1-1 0,17 60 1,-12-66-138,-2 0 0,-3 1 1,2 59-1,-9-106-16,1 0 0,-1 0-1,0 0 1,0 1-1,0-1 1,-1 0 0,1 0-1,0 0 1,-1 0-1,0 1 1,1-1 0,-1 0-1,0 0 1,-2 3 0,1-4 2,0 0 1,0 0-1,0 0 1,0-1 0,0 1-1,0 0 1,0-1-1,0 0 1,0 1 0,0-1-1,0 0 1,0 0-1,-1 0 1,-2-1 0,-11 1 7,-1-2 0,0 0 1,1-1-1,-1-1 0,1 0 1,-16-7-1,-95-46-10,54 22-10,-2 3-70,-123-61-1601,196 92 1494,-1 0 0,1 0 0,0-1 0,0 1 0,-1-1 0,1 0 1,0 1-1,0-1 0,1 0 0,-1 0 0,0 0 0,1 0 0,-1-1 0,1 1 0,-1 0 1,1-1-1,0 1 0,0-1 0,0 1 0,1-1 0,-1 1 0,0-4 0,1 4-230,1-1-1,0 1 0,-1-1 0,1 1 0,0-1 0,0 1 0,0-1 0,1 1 0,-1 0 1,0-1-1,1 1 0,0 0 0,-1 0 0,1 0 0,0 0 0,0 1 0,0-1 1,0 0-1,1 1 0,-1-1 0,0 1 0,3-1 0,43-23-9196</inkml:trace>
</inkml:ink>
</file>

<file path=ppt/ink/ink2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1:51.04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265 21 1224,'0'0'18395,"-18"-4"-17024,-60-12-151,74 15-1111,-1 1-1,1 0 1,-1 0 0,1 1-1,0-1 1,0 1 0,-1 0-1,1 0 1,0 0-1,0 0 1,0 1 0,0 0-1,0 0 1,0 0 0,0 0-1,1 1 1,-6 4 0,0 1 124,1 0 0,0 1 0,0 0 1,-7 12-1,15-20-218,-6 7 65,1 1 1,0 0 0,1 0-1,0 0 1,0 0-1,1 1 1,0-1 0,1 1-1,0 0 1,0-1-1,1 1 1,0 0 0,1 0-1,0 0 1,3 17-1,-2-25-63,0 0 0,1 0-1,-1 0 1,1 0 0,-1-1-1,1 1 1,-1-1 0,1 1-1,0-1 1,0 1-1,0-1 1,0 0 0,0 0-1,0 0 1,0 0 0,0 0-1,0-1 1,0 1 0,0-1-1,1 1 1,-1-1 0,0 0-1,0 0 1,1 0 0,-1 0-1,3 0 1,61-5 252,-58 2-263,0 1 0,0-1 0,0-1 0,-1 0-1,1 0 1,-1 0 0,0-1 0,0 0 0,0-1 0,-1 1-1,0-1 1,0 0 0,-1-1 0,1 1 0,-1-1 0,5-9 0,-4 5 1,0 0 0,-1 0 0,0 0 0,-1-1 1,0 1-1,-1-1 0,0 0 0,0-1 0,-2 1 1,1-15-1,-2 26-10,-1-1 0,1 0 0,-1 1 1,0 0-1,0-1 0,0 1 0,0-1 0,0 1 1,0 0-1,0 0 0,0 0 0,0-1 0,-1 1 1,1 0-1,0 1 0,-1-1 0,1 0 0,-1 0 1,1 0-1,-1 1 0,1-1 0,-1 1 0,0-1 0,1 1 1,-1 0-1,1 0 0,-1 0 0,0 0 0,1 0 1,-4 0-1,-54 2-3431,58-2 3280,1 0 1,-1 0-1,1 1 0,0-1 0,-1 0 0,1 0 0,-1 0 1,1 1-1,0-1 0,-1 0 0,1 0 0,0 1 1,-1-1-1,1 0 0,0 1 0,0-1 0,-1 0 1,1 1-1,0-1 0,0 1 0,-1-1 0,1 0 1,0 1-1,0-1 0,0 1 0,0-1 0,0 1 1,0-1-1,0 0 0,0 1 0,0-1 0,0 1 1,0-1-1,0 1 0,0-1 0,0 1 0,0 2-728,0 9-4363</inkml:trace>
</inkml:ink>
</file>

<file path=ppt/ink/ink2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1:51.16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0 0 1464</inkml:trace>
</inkml:ink>
</file>

<file path=ppt/ink/ink2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1:51.37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0 100 1464,'87'46'3829,"-54"-35"4767,-2-11-5091,-15-2-1530,-12 1-1756,-1 1-1,1 0 0,0 0 1,0 1-1,-1-1 0,1 1 1,0 0-1,-1 0 0,1 0 1,-1 0-1,1 1 0,-1 0 1,1-1-1,-1 1 0,0 0 1,0 0-1,0 1 0,0-1 1,-1 1-1,1-1 0,0 1 0,-1 0 1,0 0-1,0 0 0,0 0 1,0 1-1,0-1 0,2 7 1,0 4 143,-1 1 0,-1 0 0,0 0 0,0 0 0,-2 27 0,0-37-237,-12-16 166,9-19-274,1 1 0,2 0 1,5-48-1,-3 66-66,1 0 0,0 0 0,1-1-1,0 2 1,0-1 0,2 1 0,-1-1 0,13-17-1,2-4-2069,-19 31 1968,-1 0 1,0 1-1,1-1 0,-1 1 0,1-1 1,-1 0-1,1 1 0,-1-1 0,1 1 1,-1-1-1,1 1 0,0-1 1,-1 1-1,1-1 0,0 1 0,-1 0 1,1-1-1,0 1 0,-1 0 0,1 0 1,0 0-1,0-1 0,-1 1 0,2 0 1,9 1-5212,1 2-1254</inkml:trace>
</inkml:ink>
</file>

<file path=ppt/ink/ink2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1:51.94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265 746 1016,'0'0'23277,"-14"-5"-22194,2 0-884,2 1-92,-1 1 0,1 0 0,-1 0 1,0 1-1,0 0 0,0 1 0,-11 0 0,8 1 5,4-1-34,0 1-1,-1 0 1,1 1-1,0 1 1,-18 3-1,26-4-75,-1 0 0,0 1-1,1-1 1,-1 0 0,1 1 0,-1 0 0,1-1-1,-1 1 1,1 0 0,0 0 0,0 0-1,0 1 1,0-1 0,1 0 0,-1 1-1,1-1 1,-1 1 0,1 0 0,0-1 0,0 1-1,0 0 1,0 0 0,0-1 0,1 1-1,-1 5 1,0-1-6,0 0-1,0 0 1,1 0-1,0 0 1,1 0-1,-1 0 1,3 8-1,-2-13 5,-1 1-1,1-1 0,0 0 0,0 0 0,0 0 0,0 0 1,0 0-1,1-1 0,-1 1 0,1 0 0,-1 0 0,1-1 1,-1 1-1,1-1 0,0 0 0,0 1 0,0-1 0,0 0 1,0 0-1,0 0 0,0 0 0,0 0 0,0-1 0,0 1 1,4 0-1,3 0-71,1 1-1,0-2 1,0 1 0,-1-1 0,1-1-1,0 0 1,-1 0 0,1-1 0,-1 0-1,1-1 1,17-7 0,-14 3-172,0 0 0,0-1 1,-1 0-1,0-1 0,-1 0 1,1-1-1,10-13 0,4-8-402,-2-1-1,-1-1 0,-2-1 0,33-72 0,-6-9 400,-5-2 0,34-146 0,-59 210 3112,-14 47 75,-11 31-1857,-67 159 807,-52 201-940,108-312-896,16-40-3912,12-33-2280,17-1 877,0-2-2388</inkml:trace>
</inkml:ink>
</file>

<file path=ppt/ink/ink2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1:52.31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 78 1200,'0'0'19447,"-5"8"-18059,4-6-1317,0 0 0,0 1 0,-1-1 0,1 0-1,1 1 1,-1-1 0,0 0 0,1 1 0,-1-1 0,1 1-1,-1-1 1,1 1 0,0 2 0,1-3-13,0 1 1,0-1 0,0 0-1,0 0 1,1 0-1,-1 1 1,1-1-1,-1-1 1,1 1 0,0 0-1,-1 0 1,1-1-1,0 1 1,0-1 0,0 1-1,0-1 1,1 0-1,2 2 1,0 0-18,0 0 1,0 0-1,1 0 1,-1-1-1,1 1 0,0-1 1,0-1-1,-1 1 1,1-1-1,0 0 1,0 0-1,0-1 1,10 0-1,-15 0-38,0-1 0,1 1 1,-1-1-1,0 0 0,0 1 0,0-1 1,1 0-1,-1 0 0,0 0 0,0 0 0,0 0 1,-1 0-1,1 0 0,0 0 0,0 0 1,0 0-1,-1 0 0,1-1 0,-1 1 1,1 0-1,-1 0 0,1-1 0,-1 1 0,1-3 1,4-37-56,-4 30 16,4-78-166,-5 88 201,-1 0 1,1 0-1,-1 0 1,1 0 0,-1 1-1,0-1 1,1 0 0,-1 0-1,0 1 1,1-1 0,-1 0-1,0 1 1,0-1 0,1 0-1,-1 1 1,0-1-1,0 1 1,0 0 0,0-1-1,0 1 1,0 0 0,0 0-1,0-1 1,0 1 0,0 0-1,0 0 1,0 0-1,0 0 1,-2 0 0,-42 0 34,32 1 27,11-1-42,-1 0 1,1 1 0,-1-1 0,1 1 0,-1 0-1,1-1 1,-1 1 0,1 0 0,-1 1 0,1-1 0,0 0-1,0 1 1,0-1 0,0 1 0,0 0 0,0-1-1,0 1 1,0 0 0,1 0 0,-1 0 0,1 1 0,-1-1-1,1 0 1,0 0 0,0 1 0,0-1 0,0 1-1,0-1 1,1 1 0,-2 4 0,-1 9 53,1 1 0,1-1 0,0 29-1,1-32-65,0 11-61,-1-11 44,1 0-1,0 0 1,4 21 0,-3-30-95,-1-1 0,1 1 1,0-1-1,1 0 1,-1 1-1,0-1 0,1 0 1,0 0-1,0 0 0,0 0 1,0 0-1,0-1 0,1 1 1,-1-1-1,1 1 1,-1-1-1,1 0 0,5 3 1,3 0-963,0-1 1,1 0-1,-1 0 1,1-1-1,23 3 1,10-5-4156</inkml:trace>
</inkml:ink>
</file>

<file path=ppt/ink/ink2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1:52.61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24 251 1688,'0'0'15589,"-8"24"-8469,6-29-7078,-1 1-1,1-1 0,0 0 1,1-1-1,-1 1 0,1 0 1,0 0-1,0-1 0,1-8 1,2-59-95,-1 32 75,8-13-66,-9 50 36,1 1 1,0 1 0,0-1 0,0 0-1,1 0 1,-1 0 0,1 1 0,0-1 0,-1 0-1,1 1 1,0 0 0,0-1 0,1 1-1,-1 0 1,5-3 0,-5 5-192,0-1 0,0 1 1,0 0-1,0 0 0,0 0 0,0 0 1,0 0-1,0 0 0,0 0 0,0 1 1,0-1-1,-1 1 0,1 0 0,0-1 1,0 1-1,0 0 0,-1 0 0,1 0 0,0 0 1,-1 0-1,1 1 0,-1-1 0,1 0 1,-1 1-1,0-1 0,3 4 0,7 5-2176,24 10-3733</inkml:trace>
</inkml:ink>
</file>

<file path=ppt/ink/ink2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1:52.83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161 0 1200,'0'0'24349,"-96"183"-23948,77-154-289,-7 0-112,13-3-1257,7-4-3264</inkml:trace>
</inkml:ink>
</file>

<file path=ppt/ink/ink2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1:53.83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315 5 1008,'0'0'21597,"0"-4"-20224,0 4-1337,-1 0 0,1 0 0,0 0 0,0 0 0,0 0 0,0 0 0,0 0 0,0 0 0,0 0 0,0 0 0,0 0 0,0 0 0,0 0 0,0 0 1,0 0-1,0 0 0,-1 0 0,1 0 0,0 0 0,0 0 0,0 0 0,0 0 0,0 0 0,0 0 0,0 0 0,0 0 0,0 0 0,0 0 0,0 0 0,0 0 0,0 0 0,0 0 0,-6 17 734,-10 45-19,-1 4-203,-2-9-465,-2-2-1,-3 0 0,-2-2 0,-2-1 1,-57 79-1,76-118-670,-25 31-1991,13-19-6827,14-23-350</inkml:trace>
</inkml:ink>
</file>

<file path=ppt/ink/ink2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1:54.40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1 513 1096,'0'0'15884,"38"-10"-13479,-6 1-1914,31-9 549,1 2 0,81-8 0,67 6 455,65-9-923,-205 17-561,125-36-1,-177 41-44,0-2 1,-1-1-1,0 0 1,0-1-1,-1-1 1,0-1-1,20-16 1,-31 21 16,0 0 1,-1 0 0,0-1 0,0 0 0,-1-1 0,0 1 0,0-1 0,0 0-1,-1 0 1,-1 0 0,1 0 0,-1-1 0,0 0 0,-1 0 0,0 1 0,-1-1-1,0 0 1,0-16 0,-1 22 20,0 0 0,0-1-1,-1 1 1,0 0 0,1 0-1,-1-1 1,0 1-1,0 0 1,-1 0 0,1 0-1,-1 0 1,1 1 0,-1-1-1,0 0 1,0 1 0,0-1-1,-1 1 1,1 0 0,0-1-1,-1 1 1,0 0 0,1 0-1,-1 1 1,0-1 0,0 1-1,0-1 1,0 1 0,0 0-1,0 0 1,-5 0-1,-9-3 102,0 1 0,-1 1 0,0 0 0,-23 2 0,36 0-67,-6 0-8,0 1 0,0 0 0,0 1 0,0 0 0,0 1 0,1 0 0,0 0 0,-1 1 0,1 1 0,0 0 0,-11 7 0,6-2 13,1 1-1,1 1 0,-1 0 0,2 1 0,0 0 1,-14 19-1,0 8 63,1 2 1,2 0-1,2 1 1,-18 56-1,-58 201 155,90-285-258,5-11 1,0-1-1,0 1 1,1-1 0,0 1-1,-1 0 1,1-1-1,1 1 1,-2 5 0,16-11 110,2-8-86,0 0-1,25-22 1,13-9-35,-38 28-3,1 3 84,-17 10-72,1 0 1,-1 1 0,1-1-1,-1 0 1,1 1 0,-1-1-1,1 0 1,-1 1 0,0-1-1,1 1 1,-1-1-1,0 1 1,1-1 0,-1 1-1,0-1 1,0 1 0,0-1-1,1 1 1,-1-1 0,0 1-1,0-1 1,0 1-1,0-1 1,0 1 0,0-1-1,0 1 1,0-1 0,0 1-1,0-1 1,0 1 0,0 0-1,0-1 1,-1 1-1,-1 32-45,1-23-377,0-1 1,1 1 0,0 0-1,1-1 1,0 1 0,2 11-1,-2-20 38,-1 0 1,1 0-1,0 0 0,-1 0 0,1 0 1,0 0-1,0 0 0,0 0 0,0 0 1,0 0-1,-1-1 0,2 1 0,-1 0 1,0-1-1,0 1 0,0-1 0,0 1 1,1 0-1,11 2-5280</inkml:trace>
</inkml:ink>
</file>

<file path=ppt/ink/ink2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1:55.14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93 3305,'0'0'17323,"17"3"-15941,-2 0-1204,19 4 243,1-1 0,43 1-1,-78-8-430,1 1 0,0 0 1,0-1-1,0 1 0,0-1 0,0 1 0,0-1 0,0 1 0,-1-1 0,1 0 0,0 1 0,-1-1 0,1 0 0,0 1 0,-1-1 0,1 0 1,-1 0-1,1 0 0,-1 0 0,1 0 0,-1 0 0,0 1 0,1-1 0,-1 0 0,0 0 0,0 0 0,0 0 0,1 0 0,-1 0 0,0 0 0,-1 0 1,1 0-1,0 0 0,0 0 0,0 0 0,0 0 0,-1 0 0,1 0 0,-1-1 0,-12-39-395,7 37 456,1-1 0,-1 1 1,0 0-1,0 0 0,0 0 1,0 1-1,-1 0 1,0 0-1,1 1 0,-1 0 1,0 0-1,0 0 0,0 1 1,0 0-1,0 1 1,-1-1-1,1 2 0,0-1 1,0 1-1,-9 1 0,15-1-26,0-1 0,-1 1 0,1 0 0,0-1 0,0 1 0,0 0 0,0 0 0,0 0-1,0 0 1,0 0 0,0 0 0,1 0 0,-1 0 0,0 0 0,0 1 0,1-1 0,-1 0 0,1 0-1,-1 0 1,1 1 0,0-1 0,-1 0 0,1 1 0,0-1 0,0 2 0,-1 43 642,2-32-373,-3 33 243,1-25-457,1 0-1,4 39 1,-3-59-170,-1-1 0,1 1 0,0-1 1,0 1-1,0-1 0,0 0 0,0 1 0,0-1 0,0 0 1,1 0-1,-1 0 0,0 0 0,1 0 0,-1 0 1,1 0-1,-1-1 0,1 1 0,-1 0 0,1-1 0,0 1 1,-1-1-1,1 0 0,-1 1 0,1-1 0,0 0 0,-1 0 1,1 0-1,3-1 0,47-3-3670,-23-4-664,-1 0 1,40-19-1,-53 20 3620,-1 0-1,0-1 0,15-11 1,-27 17 984,0 0 0,1 0-1,-1 0 1,0 0 0,0 0 0,-1-1 0,1 1 0,0 0 0,-1-1 0,1 1 0,-1-1 0,0 0 0,2-5 0,0-22 12628,-4 35-8859,-5 13-2459,6-17-1298,-3 11 532,0 0 0,0 1 0,2-1 0,-2 24 0,8-34-715,0-1 0,0-1 0,0 1 0,1-1 0,-1 1 0,0-1-1,6-1 1,-4 0-5,16 1-141,0-2 0,-1-1 0,1-1 0,-1-1 0,0-1 0,0-1 1,0-1-1,27-14 0,-48 22 1264,-7 25 209,6-21-1350,-1-1-1,1 0 1,-1 1 0,1-1 0,0 0-1,0 1 1,1-1 0,-1 1-1,1-1 1,-1 0 0,1 0 0,0 1-1,0-1 1,1 0 0,-1 0-1,1 0 1,-1 0 0,1 0 0,0-1-1,0 1 1,0 0 0,1-1 0,-1 0-1,1 1 1,-1-1 0,1 0-1,0 0 1,0 0 0,-1-1 0,1 1-1,0-1 1,1 1 0,4 0-1,9 4-1401,1-2-1,-1 0 1,1-1-1,35 2 1,-2-4-4922</inkml:trace>
</inkml:ink>
</file>

<file path=ppt/ink/ink2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1:55.42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495 1 1256,'0'0'18666,"-18"28"-16203,-7 9-1714,-3 4 737,-42 88 0,-59 154 1243,127-277-2812,0-1 0,-1 1-1,0-1 1,0 1-1,0-1 1,-1 0-1,1 0 1,-1-1-1,0 1 1,-1-1 0,1 0-1,-1 0 1,0 0-1,0 0 1,0-1-1,0 0 1,-1 0-1,1 0 1,-1-1 0,-11 3-1,-33 5-3002,13-5-1936,-1-4-3559</inkml:trace>
</inkml:ink>
</file>

<file path=ppt/ink/ink2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1:55.94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0 466 2593,'0'0'4130,"38"-5"2308,265-39-303,-186 25-4007,139-42-1,-216 49-2110,-2-2-1,0-2 0,-1-1 1,0-2-1,-2-1 1,0-2-1,40-33 0,-69 51-31,-1 0 0,0-1 0,0 1 0,0-1 0,-1 0 0,1-1 0,-1 1 0,-1-1 0,1 0 0,-1 0 0,0 0 0,0 0 0,0 0 0,-1-1 0,0 1 0,-1-1 0,1 1 0,-1-1 0,-1 0 0,1 0 0,-1-9 0,-1 14 22,1 1 1,-1 0 0,1-1 0,-1 1-1,1 0 1,-1 0 0,0 0-1,0 0 1,0 0 0,1 0-1,-1 0 1,0 0 0,0 0 0,-1 0-1,1 0 1,0 0 0,0 1-1,0-1 1,0 0 0,-1 1 0,1-1-1,0 1 1,0-1 0,-1 1-1,1 0 1,-1 0 0,-1-1 0,-47 0 303,33 2-70,8 0-98,-1 1 0,1 0 0,-1 0 0,1 1 0,0 0 0,0 0 0,0 1 0,1 0 0,-1 1 0,1 0 0,0 0 0,0 1 0,1 0 0,-1 0 0,-10 13 0,-4 5 200,1 1 0,1 1 0,-23 40 1,-5 19 16,3 2 1,-55 154-1,99-236-358,-1 0 1,1 0-1,0 0 0,0 0 1,1 0-1,-1 8 0,2-12-2,-1-1 0,1 1 0,0-1 0,0 1 0,0-1 0,-1 0 0,1 1 1,0-1-1,0 0 0,0 0 0,0 1 0,0-1 0,0 0 0,0 0 0,0 0 0,-1 0 0,1 0 0,0 0 0,0 0 0,1-1 0,-1 1 0,10 0 2,-5 1 5,1-1 0,0 0 0,0 0 0,-1 0 0,1-1 0,0 0 0,-1-1-1,1 1 1,-1-1 0,1 0 0,-1-1 0,0 0 0,0 0 0,0 0 0,7-5 0,-12 7-13,-1 1 1,1 0 0,-1-1 0,1 1 0,-1 0 0,1 0 0,-1-1 0,1 1-1,-1 0 1,1 0 0,-1 0 0,1 0 0,-1 0 0,1 0 0,0 0 0,-1 0-1,1 0 1,-1 0 0,1 0 0,-1 0 0,1 0 0,0 0 0,-1 0 0,1 1 0,-1-1-1,1 0 1,-1 0 0,1 1 0,-1-1 0,1 0 0,-1 1 0,0-1 0,1 1-1,-1-1 1,1 0 0,-1 1 0,0-1 0,1 1 0,-1-1 0,0 1 0,0-1-1,1 2 1,9 23-210,-9-22 42,0-1 7,-1 0 0,1 0-1,-1-1 1,1 1 0,0 0-1,0-1 1,0 1-1,0-1 1,0 1 0,0-1-1,0 1 1,0-1 0,1 0-1,-1 0 1,0 0 0,1 1-1,-1-1 1,1 0-1,1 0 1,28 2-6841,-8-3 112</inkml:trace>
</inkml:ink>
</file>

<file path=ppt/ink/ink2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1:56.32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51 3777,'0'0'16369,"14"8"-14965,1 1-1080,-3 0 36,1-1 0,0-1 0,0 0 0,0-1 0,22 7 0,-32-12-348,1 0-1,0 0 1,0-1-1,0 1 1,-1-1-1,1 0 0,0 0 1,0 0-1,0-1 1,0 1-1,0-1 0,-1 0 1,1 0-1,0 0 1,0 0-1,-1-1 0,6-3 1,-6 3-9,-1-1 0,0 0 1,0 1-1,0-1 0,0 0 0,0-1 0,0 1 1,-1 0-1,0 0 0,0 0 0,1-1 1,-2 1-1,1-1 0,0 1 0,-1-1 1,0 1-1,0-1 0,0-6 0,0 8 48,0 1 0,0-1 0,-1 1 1,1-1-1,0 1 0,-1-1 0,1 1 0,-1-1 0,0 1 0,1-1 0,-1 1 0,0 0 0,0-1 1,0 1-1,0 0 0,0 0 0,0 0 0,0-1 0,0 1 0,0 0 0,0 1 0,-1-1 0,1 0 1,0 0-1,-1 0 0,-2 0 0,-1-1 186,0 1 1,0-1 0,0 1 0,0 0-1,0 1 1,-11-1 0,15 1-201,1 1 0,-1-1 1,0 1-1,1-1 1,-1 1-1,0-1 1,1 1-1,-1-1 1,0 1-1,1 0 1,-1-1-1,1 1 1,-1 0-1,1-1 1,-1 1-1,1 0 1,0 0-1,-1-1 1,1 1-1,0 0 1,0 0-1,0 0 1,-1-1-1,1 1 1,0 0-1,0 0 1,0 0-1,0 1 1,-1 31 281,1-29-214,0 9-33,0 0 1,1 0-1,1-1 1,0 1 0,0-1-1,1 1 1,1-1 0,8 21-1,-9-28-151,-1-1 0,2 1-1,-1 0 1,0-1-1,1 0 1,0 0-1,0 0 1,0 0-1,0 0 1,1-1-1,-1 0 1,1 0 0,0 0-1,0-1 1,0 1-1,0-1 1,0-1-1,1 1 1,-1-1-1,1 1 1,-1-2-1,7 2 1,33-1-4161,-5-1-3495</inkml:trace>
</inkml:ink>
</file>

<file path=ppt/ink/ink2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2:05.28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65 1 16660,'0'0'10314,"-58"170"-10122,52-157-192,6-4-24,12-50-11691,8-1 4242,-7-9-305</inkml:trace>
</inkml:ink>
</file>

<file path=ppt/ink/ink2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2:05.42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32 1 12443,'0'0'11250,"-32"186"-12594,32-122-2729,20-19-80,-8-7-4641</inkml:trace>
</inkml:ink>
</file>

<file path=ppt/ink/ink2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2:05.75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30 1 5433,'0'0'18487,"-5"21"-17324,-16 66-459,20-86-688,1 0 0,-1 0 0,1 1 0,0-1 0,-1 0 0,1 0 0,0 0 0,0 0 0,0 0 0,0 0 0,0 1 0,0-1 0,0 0 0,0 0 0,0 0 0,0 0 0,1 0 0,-1 1 0,0-1 0,1 0 0,-1 0 0,1 0 0,-1 0 0,1 0 0,0 0 0,-1 0 0,1-1 0,0 1 1,0 0-1,0 0 0,0 0 0,0-1 0,-1 1 0,3 0 0,0 0-27,0 0 0,0-1-1,0 0 1,0 1 0,0-1 0,0 0 0,0-1 0,6 0 0,-2 0-45,-2 0-46,-1 0-1,1 0 0,0 0 1,-1-1-1,1 0 0,-1 0 1,0 0-1,0-1 1,1 1-1,-2-1 0,1 0 1,0 0-1,-1 0 0,1-1 1,-1 1-1,0-1 1,5-7-1,-4 5 1,1 1 0,0 0 0,0 0 0,0 0 0,1 0-1,9-5 1,-14 9 272,-1 16 609,0-3-528,-1-9-244,1 0 1,-1 0 0,1 1-1,0-1 1,0 0 0,0 1-1,1-1 1,-1 0-1,1 1 1,-1-1 0,1 0-1,0 0 1,1 0 0,-1 1-1,0-1 1,1-1-1,0 1 1,-1 0 0,1 0-1,0-1 1,1 1 0,-1-1-1,0 1 1,1-1 0,-1 0-1,1 0 1,0 0-1,0 0 1,3 1 0,68 25-5003,-36-15-298</inkml:trace>
</inkml:ink>
</file>

<file path=ppt/ink/ink2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2:06.10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161 0 24,'0'0'22894,"-11"33"-21004,-34 112-702,33-96-740,2 1 0,2 0-1,-1 88 1,7-93-921,-1 1-1,-17 76 1,19-120 41,1 1 211,0-1 1,-1 0 0,1 0-1,-1 1 1,0-1 0,0 0-1,1 0 1,-2 0 0,1 0-1,0 0 1,0 0 0,-1 0-1,1 0 1,-4 2 0,-2 0-4178,-3-3-3368,4-1 629</inkml:trace>
</inkml:ink>
</file>

<file path=ppt/ink/ink2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2:06.38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78 11 1616,'0'0'21110,"22"-3"-19919,-2 0-899,0 0-1,26 1 1,-44 3-268,-1-1 0,1 0 1,-1 1-1,0-1 0,1 1 0,-1-1 1,0 1-1,1 0 0,-1-1 0,0 1 0,0 0 1,0 0-1,0 0 0,1 0 0,-1 0 1,-1 0-1,1 0 0,0 0 0,0 0 1,0 1-1,-1-1 0,1 0 0,0 1 0,-1-1 1,1 0-1,-1 1 0,0-1 0,1 0 1,-1 1-1,0-1 0,0 3 0,-2 45 396,1-42-352,1-4-53,-1-1 1,1 1-1,-1 0 0,0-1 1,1 1-1,-1-1 0,-1 0 1,1 1-1,0-1 0,0 0 1,-1 0-1,1 1 1,-1-1-1,0 0 0,0-1 1,0 1-1,0 0 0,-2 1 1,-1 0 5,0 0 1,-1 0-1,1-1 1,0 0-1,-1 0 1,1 0-1,-1-1 1,-5 1 0,-9 1-103,0-2 1,-1-1 0,-35-3 0,44-3-697,12 6 742,-1 0 0,1 0 0,0-1 1,0 1-1,0 0 0,0 0 0,0 0 0,-1-1 0,1 1 0,0 0 0,0 0 0,0 0 0,0-1 0,0 1 0,0 0 0,0 0 1,0-1-1,0 1 0,0 0 0,0 0 0,0-1 0,0 1 0,0 0 0,0 0 0,0-1 0,0 1 0,0 0 0,0 0 0,0-1 1,0 1-1,0 0 0,0 0 0,1-1 0,-1 1 0,0 0 0,0 0 0,0 0 0,0-1 0,1 1 0,-1 0 0,0 0 0,0 0 1,0 0-1,1 0 0,-1-1 0,0 1 0,0 0 0,0 0 0,1 0 0,-1 0 0,0 0 0,0 0 0,1 0 0,-1 0 0,0 0 1,0 0-1,1 0 0,-1 0 0,0 0 0,0 0 0,1 0 0,-1 0 0,0 0 0,0 0 0,1 0 0,95-13-7410,-33 4 730</inkml:trace>
</inkml:ink>
</file>

<file path=ppt/ink/ink2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2:06.72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170 47 1304,'0'0'21513,"-26"4"-21020,-78 20-281,102-23-209,0 0 0,-1 0-1,1 0 1,0 0 0,0 0-1,0 1 1,0-1-1,0 1 1,0-1 0,0 1-1,0 0 1,1 0 0,-1 0-1,1 0 1,-1 0-1,1 0 1,0 0 0,0 0-1,0 1 1,0-1 0,0 0-1,0 1 1,1-1-1,-1 1 1,1-1 0,-1 1-1,1-1 1,0 1 0,0-1-1,0 1 1,1-1-1,-1 1 1,1 2 0,0 6-1,-1-8-1,0 4 1,-1-1 0,2 0-1,-1 1 1,1-1-1,0 0 1,0 0-1,3 10 1,-3-14-2,1 0 0,-1-1 0,0 1 0,1 0 0,-1 0 0,1-1 0,0 1 0,0-1 0,0 1 0,-1-1 0,1 0 0,0 0 1,0 0-1,1 0 0,-1 0 0,0 0 0,0-1 0,0 1 0,1-1 0,-1 1 0,0-1 0,0 0 0,1 0 0,2 0 0,-1 0-5,-1 1 0,1-1 0,0 0 0,0 0 0,0-1 1,0 1-1,0-1 0,-1 0 0,1 0 0,0 0 0,-1 0 0,1-1 0,0 1 0,-1-1 0,0 0 0,1 0 0,-1 0 1,0-1-1,5-4 0,-4 1-8,0 0 0,0 0 0,-1 0 1,0-1-1,0 1 0,0-1 0,-1 1 1,0-1-1,-1 0 0,2-8 0,-1 4 25,0 1 0,-1-1-1,0 1 1,-1-1 0,0 1 0,-2-12-1,2 19-5,-1 1-1,1-1 0,-1 1 0,0-1 1,0 1-1,0-1 0,0 1 0,0 0 1,0-1-1,-1 1 0,1 0 1,-1 0-1,0 0 0,0 0 0,1 1 1,-1-1-1,0 0 0,0 1 0,-1-1 1,1 1-1,0 0 0,0-1 1,-1 1-1,1 0 0,-1 1 0,1-1 1,-1 0-1,1 1 0,-1-1 0,-3 1 1,2-1 61,-46-1-508,49 2 372,1 0 1,-1 0-1,0 0 1,0 0 0,1 0-1,-1 0 1,0 0 0,0 0-1,1 1 1,-1-1-1,0 0 1,1 0 0,-1 1-1,0-1 1,1 0 0,-1 1-1,0-1 1,1 0-1,-1 1 1,0-1 0,1 1-1,-1-1 1,1 1 0,-1 0-1,1-1 1,-1 1-1,1-1 1,0 1 0,-1 0-1,1-1 1,0 1-1,-1 0 1,1-1 0,0 1-1,0 0 1,0 0 0,0-1-1,0 1 1,0 0-1,0 0 1,0-1 0,0 1-1,0 0 1,0 0 0,0-1-1,0 1 1,0 0-1,1 0 1,-1-1 0,0 1-1,1 0 1,0 0 0,21 23-4101,9-6-1610</inkml:trace>
</inkml:ink>
</file>

<file path=ppt/ink/ink2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2:07.05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307 1 704,'0'0'19864,"-32"0"-17560,-103 3-219,129-2-1926,-1-1 0,0 1 0,0 0 0,1 1 0,-1-1 0,1 1 0,-1 1 0,1-1 0,0 1 0,0 0 0,0 1 0,0-1 0,1 1 0,-1 0 0,1 1 0,0-1-1,-8 11 1,11-13-120,0 0-26,0 0 1,1 0 0,-1-1-1,1 1 1,0 0 0,-1 1-1,1-1 1,0 0-1,0 0 1,0 0 0,1 1-1,-1-1 1,1 1 0,-1-1-1,1 0 1,0 1 0,0-1-1,0 1 1,0-1 0,0 0-1,0 1 1,1-1 0,-1 1-1,1-1 1,0 0 0,-1 1-1,1-1 1,0 0 0,0 0-1,1 0 1,-1 0-1,0 0 1,1 0 0,-1 0-1,1 0 1,0 0 0,2 1-1,2 0-16,-1 0 0,1 1 0,-1-1 0,0 1-1,0 0 1,0 1 0,-1-1 0,1 1 0,-1 0 0,0 0-1,0 0 1,-1 1 0,0-1 0,0 1 0,4 11-1,-6-14-5,0 1 0,0-1 0,0 1 0,-1-1 0,1 1 0,-1 0 0,0-1 0,0 1-1,-1-1 1,1 1 0,-1 0 0,0-1 0,0 0 0,0 1 0,0-1 0,0 1 0,-1-1 0,1 0-1,-1 0 1,0 0 0,0 0 0,0 0 0,-1 0 0,1-1 0,-1 1 0,1-1 0,-1 1 0,0-1-1,-4 2 1,3-1-161,0 0 0,0 0 0,0-1 0,0 0-1,-1 0 1,1 0 0,-1 0 0,1-1 0,-1 1-1,0-1 1,0-1 0,-5 1 0,12-12-5687,17-9-254,11 0-4695</inkml:trace>
</inkml:ink>
</file>

<file path=ppt/ink/ink2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2:07.28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32 0 928,'0'0'26310,"-12"100"-26126,12-88-112,-7 1-72,1-3-192,-1 0-776,7 15-1049,0-9-2456,0-9-2480</inkml:trace>
</inkml:ink>
</file>

<file path=ppt/ink/ink2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2:07.47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39 1 16740,'0'0'8921,"-38"61"-9017,44-52-1032,39-2-1288,-6-1-2737,-1-6-5242</inkml:trace>
</inkml:ink>
</file>

<file path=ppt/ink/ink2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2:07.72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295 1 15723,'0'0'8962,"-122"234"-6801,103-157-817,13 0-504,6-10-304,0-9-296,-7-10-176,7-9-56,-6-14-8,-1-5-216,-12-11-576,-6-6-912,-8-3-1353,8 0-2824,-1 0-4313</inkml:trace>
</inkml:ink>
</file>

<file path=ppt/ink/ink2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2:08.06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17 5297,'0'0'12995,"29"-3"-10130,218-10 2088,-229 12-4695,0 2 1,0 0-1,0 1 1,0 1-1,0 1 0,0 0 1,-1 1-1,0 1 1,0 1-1,29 15 1,-43-20-229,-1 1-1,0-1 1,0 1 0,0-1 0,0 1 0,0 0 0,0-1-1,-1 1 1,1 0 0,-1 0 0,0 0 0,0 0-1,0 0 1,0 1 0,-1-1 0,1 0 0,-1 0-1,0 0 1,0 1 0,0-1 0,0 0 0,0 0-1,-2 4 1,0 12-41,-1 0 0,-9 26 0,12-44 4,-8 20-432,-2 17-4525,13-37-344,13-1 1516,-15 0 2378,24 0-9720</inkml:trace>
</inkml:ink>
</file>

<file path=ppt/ink/ink2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2:08.21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32 1 7154,'0'0'19420,"-32"57"-19324,39-34-96,-1 2-432,26 20-1521,-13-6-2520,7-13-1968</inkml:trace>
</inkml:ink>
</file>

<file path=ppt/ink/ink2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2:08.57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254 1 704,'0'0'21425,"-32"11"-19251,-102 38-353,128-47-1692,-1 1 1,0 0-1,1 1 0,-1-1 0,1 1 1,0 0-1,0 1 0,1-1 0,0 1 1,-10 11-1,13-13-111,1-1 0,0 0 0,-1 1-1,1-1 1,0 1 0,0 0 0,1-1 0,-1 1 0,0 0 0,1 0 0,0-1 0,-1 1-1,1 0 1,0 0 0,1-1 0,-1 1 0,0 0 0,1 0 0,0-1 0,-1 1-1,3 4 1,-2-5-15,0-1 0,1 1 0,-1 0 0,0-1 0,1 1 0,-1-1 0,1 0 0,0 1 0,-1-1 0,1 0 0,0 0 0,0 0 1,0 0-1,0-1 0,-1 1 0,1 0 0,0-1 0,0 1 0,1-1 0,-1 0 0,3 1 0,55-1 64,-42-1-39,-11 1-26,1 0 0,-1-1 1,1 0-1,-1-1 0,0 1 1,1-2-1,-1 1 0,0-1 1,12-6-1,-16 7 5,0 0 0,0 0 0,0 0 0,0 0 0,-1 0 1,1-1-1,0 1 0,-1-1 0,0 0 0,0 0 0,0 0 0,0 0 0,0 0 0,-1 0 1,1 0-1,-1-1 0,0 1 0,0 0 0,0-1 0,0 1 0,-1-1 0,1-5 0,-2 6-1,1 1-1,-1-1 0,0 0 0,0 0 0,-1 0 1,1 1-1,-1-1 0,1 1 0,-1-1 0,0 1 1,0 0-1,0-1 0,0 1 0,0 0 1,-1 0-1,1 0 0,0 1 0,-1-1 0,0 1 1,1-1-1,-1 1 0,-3-1 0,-65-25 74,68 26-67,-23-8-26,-10-2 80,13 8-2806,28 4-2099,5 6 1885,3 1-100,17 1-4083</inkml:trace>
</inkml:ink>
</file>

<file path=ppt/ink/ink2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2:08.71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0 1 472</inkml:trace>
</inkml:ink>
</file>

<file path=ppt/ink/ink2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2:08.97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8 472,'91'16'3011,"-73"-13"3995,-18-4-6536,0 0 1,0 0-1,0 0 1,1-1-1,-1 1 0,0 0 1,0 0-1,1 0 1,-1 0-1,0 0 0,1 0 1,-1 0-1,1 1 1,0-1-1,-1 0 1,1 0-1,0 0 0,1-1 1,17-4 3749,-18 6-4093,1 0 1,0 0-1,-1 0 1,1 0-1,-1 1 1,1-1-1,0 0 1,-1 1-1,1-1 1,-1 1-1,0 0 1,1 0-1,-1-1 1,1 1-1,-1 0 1,0 0-1,0 0 1,0 0-1,1 1 1,-1-1-1,0 0 1,0 0-1,-1 1 1,1-1-1,1 3 1,13 43 1363,-8-24-876,0-1 0,16 33-1,-18-43-514,4 2 48,-8-14-151,0 0 0,0 0 0,0 0-1,0 0 1,0-1 0,0 1 0,0 0 0,0-1 0,0 1 0,0-1 0,0 1 0,0-1 0,0 1-1,0-1 1,-1 0 0,1 1 0,0-1 0,-1 0 0,1 0 0,1-1 0,39-42-493,-28 28 401,1 1 1,0 1-1,1 0 0,1 0 0,0 2 1,27-16-1,-42 27 149,1 1-1,-1-1 1,1 0-1,-1 1 1,1 0-1,-1-1 1,1 1 0,0 0-1,-1 0 1,1 0-1,-1 0 1,1 0-1,-1 0 1,1 0 0,0 0-1,-1 1 1,1-1-1,-1 1 1,1-1-1,-1 1 1,1 0 0,-1-1-1,0 1 1,1 0-1,-1 0 1,0 0-1,0 0 1,0 0 0,1 0-1,-1 0 1,0 1-1,0-1 1,-1 0 0,1 0-1,0 1 1,0-1-1,0 3 1,5 7-160,-1 1 1,-1-1 0,6 24-1,-3-10-700,-4-17-13,3 8-5590,5-14-1481</inkml:trace>
</inkml:ink>
</file>

<file path=ppt/ink/ink2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2:09.73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825 12 2969,'0'0'15846,"-7"-3"-14245,7 3-1590,-3-1 184,0-1 0,-1 1 1,1 0-1,0 0 0,-1 0 1,1 0-1,0 1 0,-1-1 1,1 1-1,-1 0 0,1 0 1,-1 0-1,1 1 0,-1-1 1,1 1-1,0 0 0,-1 0 1,1 0-1,-7 3 0,-94 44 1580,-148 92-1,202-107-1703,2 2 0,1 2 0,1 2 0,-68 77 0,103-103-64,1 0 0,1 1 1,0 0-1,1 0 1,1 1-1,-7 16 0,11-22-6,0 0 0,1 1 0,0-1 1,0 1-1,1-1 0,0 1 0,0 0 0,1 0 0,1-1 0,-1 1 0,5 15 0,-4-21 1,0 0 1,1-1 0,0 1 0,0 0-1,0-1 1,1 1 0,-1-1-1,1 0 1,-1 1 0,1-1 0,0-1-1,0 1 1,1 0 0,-1-1-1,1 0 1,-1 1 0,1-1-1,0-1 1,-1 1 0,1 0 0,0-1-1,0 0 1,8 1 0,9 2 20,-1-1 1,1-1-1,30-1 1,-45-1-22,1 0 0,0 0 0,0-1-1,-1 1 1,1-1 0,0-1 0,-1 1-1,1-1 1,-1 0 0,1-1 0,10-5-1,-14 6 5,0 0-1,0-1 0,0 1 0,-1-1 0,1 0 1,-1 1-1,0-1 0,0 0 0,0-1 0,0 1 1,0 0-1,-1 0 0,1-1 0,-1 1 0,0-1 0,0 0 1,0 1-1,0-1 0,-1 1 0,0-1 0,0 0 1,0-4-1,0 4-1,-1 0 0,0 1 0,0-1 0,0 1 0,0-1 0,-1 1 0,1-1 0,-1 1 1,0 0-1,0-1 0,0 1 0,0 0 0,-1 1 0,1-1 0,-1 0 0,0 1 0,1-1 0,-1 1 0,0 0 1,-4-2-1,-12-8-6,-1 1 1,-26-11-1,15 8 7,-7-2 1,26 12-3,1-1 0,0 0-1,0-1 1,0 0-1,-15-12 1,24 15-30,3 6-18,-1-1-1,1 1 1,0 0-1,0 0 1,0-1-1,1 1 1,-1 0-1,1-1 1,-1 0-1,1 1 1,0-1 0,0 0-1,0 0 1,0 0-1,0 0 1,4 2-1,43 31-2206,-38-28 1126,15 8-2933,0-7-1626</inkml:trace>
</inkml:ink>
</file>

<file path=ppt/ink/ink2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2:10.04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 1 616,'0'0'29368,"-4"0"-27811,-1 0-432,11 0-627,22 0-1500,-8 0-2870,-39 0-3115,-7 0-5298</inkml:trace>
</inkml:ink>
</file>

<file path=ppt/ink/ink2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2:19.30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633 90 3097,'0'0'15579,"0"-14"-14251,0-61 251,-28 74-112,-10 3-1132,0 1 0,0 2 1,0 2-1,1 1 0,-55 20 0,39-8-66,1 2 0,1 3-1,-51 32 1,95-53-258,1 1 0,-1 0 0,1 0 0,0 0 0,1 1 0,0 0 0,-6 8 0,9-13-11,1 1 0,0 0 0,0 0 0,-1 0 0,1 0-1,1 0 1,-1 0 0,0 0 0,0 0 0,1 0 0,-1 1 0,1-1-1,0 0 1,-1 0 0,1 1 0,0-1 0,0 0 0,1 0 0,-1 1-1,0-1 1,1 0 0,0 0 0,-1 0 0,1 0 0,0 0 0,0 0 0,0 0-1,2 4 1,3-1-1,0-1-1,1 0 0,-1 0 1,1 0-1,0 0 1,0-1-1,0 0 0,14 3 1,-4 0 2,58 18 13,-48-16-20,0 0 0,-1 2 0,0 1 0,0 1-1,26 17 1,-46-25 3,0 0-1,0 1 0,-1 0 0,0 0 0,0 0 1,0 1-1,-1-1 0,0 1 0,0 0 0,0 0 1,-1 1-1,0-1 0,0 1 0,-1 0 0,1-1 1,-1 1-1,-1 0 0,0 0 0,0 1 0,0-1 1,0 0-1,-1 0 0,-1 0 0,1 0 0,-2 8 1,-1-7 12,1 0 0,-1 0 0,0 0 0,-1-1 1,1 1-1,-2-1 0,1 0 0,-1 0 0,0 0 1,0-1-1,-1 0 0,0 0 0,0 0 0,0-1 0,-8 5 1,-7 5 81,0 0 0,-1-2 0,-37 16 1,26-14 1,11-4-67,0-1 0,-46 12 1,81-34-6226,19-7 2377,0 5 273,60-29-5736,4 1 5610,-18 10 3435</inkml:trace>
</inkml:ink>
</file>

<file path=ppt/ink/ink2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2:19.63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139 0 1456,'0'0'21333,"-12"2"-19910,6 0-1337,0-1 1,0 1-1,0 0 1,0 0-1,0 0 0,1 1 1,-1 0-1,1 0 1,0 0-1,0 1 1,0 0-1,0 0 0,1 0 1,0 0-1,-1 1 1,1 0-1,1 0 1,-1 0-1,1 0 0,0 0 1,0 1-1,1 0 1,-1-1-1,1 1 1,-2 9-1,1-4-72,1 0 0,0 0-1,0 1 1,1-1 0,0 0 0,1 1 0,1-1-1,0 1 1,0-1 0,4 15 0,-4-23-12,0 1-1,1-1 1,-1 1 0,1-1 0,0 0 0,-1 1 0,2-1-1,-1 0 1,0 0 0,1 0 0,-1 0 0,1-1 0,0 1-1,-1-1 1,1 0 0,1 0 0,-1 0 0,0 0 0,0 0 0,1 0-1,-1-1 1,1 0 0,-1 0 0,1 0 0,0 0 0,0 0-1,-1-1 1,1 0 0,0 1 0,0-2 0,-1 1 0,1 0-1,0-1 1,4 0 0,-5 0 6,-1-1 1,1 1-1,-1 0 1,1-1-1,-1 0 1,1 1-1,-1-1 0,0 0 1,0 0-1,0 0 1,0 0-1,0-1 0,-1 1 1,1-1-1,-1 1 1,1-1-1,-1 1 0,0-1 1,0 0-1,0 1 1,0-1-1,0 0 1,-1 0-1,1 0 0,-1-3 1,3-12 35,-1-1 1,0-29-1,-2 38-19,-1 1 1,0 0-1,-1 0 0,0 0 0,0 0 1,-1 0-1,0 1 0,0-1 0,-7-10 0,8 15-121,0 0-1,0 1 1,0-1-1,-1 1 1,1 0-1,-1 0 1,0 0-1,0 0 1,0 0 0,0 0-1,-1 1 1,1 0-1,-1 0 1,1 0-1,-1 0 1,0 0-1,0 1 1,0-1-1,0 1 1,0 0-1,0 0 1,-6 0-1,9 1-206,0 0-1,0 0 1,0 1-1,0-1 1,0 0-1,0 0 1,0 1-1,0-1 1,0 1 0,0-1-1,0 1 1,0-1-1,0 1 1,0-1-1,0 1 1,0 0-1,1 0 1,-1-1 0,0 1-1,0 0 1,1 0-1,-1 0 1,1 0-1,-1 0 1,1 0-1,-1 0 1,1 0-1,-1 0 1,1 0 0,0 2-1,-3 33-7152,3-31 5822,0 16-4361</inkml:trace>
</inkml:ink>
</file>

<file path=ppt/ink/ink2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2:20.58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262 7 3001,'0'0'15719,"16"0"-11533,-28-2-3905,0 0 0,0 1 0,-1 0 0,1 1 0,-17 2 0,-6-1 107,25-1-299,-1 0 0,1 1-1,-1 0 1,1 1 0,0 0 0,0 1 0,0 0-1,0 0 1,0 1 0,1 0 0,-18 11 0,26-14-91,0 0 0,0 0 1,0-1-1,0 1 1,0 0-1,0 0 0,0 0 1,1 0-1,-1 0 1,0 0-1,1 0 1,-1 0-1,0 1 0,1-1 1,-1 0-1,1 0 1,0 0-1,-1 1 0,1-1 1,0 0-1,0 1 1,0-1-1,0 0 1,0 0-1,0 1 0,0-1 1,0 0-1,1 0 1,-1 1-1,0-1 0,1 0 1,-1 0-1,1 0 1,0 1-1,-1-1 0,1 0 1,0 0-1,-1 0 1,1 0-1,1 1 1,2 2-6,0 0 0,1 0 0,-1 0 0,1-1 0,0 1 0,9 4 0,73 29-61,-59-27 53,-1 2 1,-1 0-1,28 18 1,-52-29 8,-1 0 0,1 0 0,0 0 0,-1 0 0,1 0 0,-1 0 0,1 1 0,-1-1 0,0 0 1,0 1-1,1-1 0,-1 1 0,0-1 0,0 1 0,0 0 0,-1 0 0,1-1 0,0 1 0,0 0 1,-1 0-1,0 0 0,1 2 0,-1-2 12,-1-1 0,0 0 1,1 1-1,-1-1 0,0 1 1,0-1-1,0 0 0,0 0 1,0 1-1,0-1 0,0 0 1,0 0-1,-1 0 0,1 0 1,0 0-1,-1 0 0,1-1 1,-1 1-1,1 0 0,-3 0 0,-10 4 136,-1-1 0,0 0 0,0-1 0,-15 2 0,-90 5 280,118-10-580,5 0-2013,10-1 1230,-1-1-1,0 0 1,0-1-1,0-1 1,0 1-1,11-7 1,8-1-1660,32-11-3315</inkml:trace>
</inkml:ink>
</file>

<file path=ppt/ink/ink2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2:20.71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0 0 160</inkml:trace>
</inkml:ink>
</file>

<file path=ppt/ink/ink2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2:21.52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65 160,'150'150'1270,"-148"-148"-1145,-1 0 1,1-1 0,0 1-1,1 0 1,-1-1 0,0 1-1,0-1 1,1 0 0,-1 0-1,1 0 1,-1 0 0,1 0-1,-1 0 1,1-1 0,-1 1-1,1-1 1,0 0 0,-1 0-1,1 0 1,0 0 0,-1 0-1,1-1 1,4 0 0,-3-1 705,-1 0 1,0 0-1,0-1 0,0 1 1,0 0-1,0-1 1,-1 0-1,1 0 1,-1 0-1,3-5 0,6-5 8646,-13 60-5262,0-31-3966,1 0-1,1 0 1,1 1-1,4 25 1,-4-40-248,0 0 0,1 1-1,-1-1 1,1 0 0,0 0 0,-1 0 0,1-1-1,0 1 1,0 0 0,0-1 0,0 1 0,1-1-1,-1 0 1,0 0 0,1 0 0,-1 0 0,0 0-1,1 0 1,-1 0 0,1-1 0,-1 1 0,1-1-1,0 0 1,-1 0 0,5 0 0,2 0-38,1 0 0,0 0 0,-1-1 1,1 0-1,15-4 0,-12 0-40,-1-1 0,0-1-1,0 0 1,-1 0 0,0-1 0,-1-1 0,1 0-1,13-15 1,-23 23 80,0 0 1,0 1-1,0-1 0,0 1 0,0-1 0,1 1 0,-1 0 0,0 0 1,0-1-1,0 1 0,1 0 0,-1 0 0,0 0 0,0 0 0,0 0 1,1 0-1,-1 1 0,0-1 0,0 0 0,0 1 0,1-1 0,-1 0 1,0 1-1,0-1 0,0 1 0,0 0 0,1 0 0,81 82 365,-81-86-339,-1-1-1,0 1 0,0-1 1,0 1-1,0-1 0,-1 1 1,1-1-1,-1 0 1,0 1-1,-1-7 0,2-10-20,42-216 8,-42 218-12,-1 13-3,0 0 0,0 1 1,1-1-1,-1 1 0,1-1 0,0 1 1,3-8-1,1 8-20,-4 4-81,31 27-813,-20-22 290,1 0 0,0-1 1,1 0-1,-1-1 0,1 0 1,23 1-1,90-3-3789,-69-3 1492,21 3-177,15-1 2012,-31-2 12575,-75-6-9855,-5 7-1209,-1 0 0,1 2 0,0-1-1,0 2 1,0 1 0,0 0 0,0 1 0,-21 7 0,29-7-396,0-1 1,0 1 0,0 1 0,1 0-1,-1 0 1,1 1 0,0 0 0,0 0 0,1 1-1,0-1 1,0 2 0,1-1 0,0 1 0,0 0-1,-8 16 1,12-20-31,0 0-1,1 0 0,-1 0 1,1 0-1,0 0 0,0 0 1,1 0-1,-1 1 0,1-1 1,0 0-1,0 0 1,0 1-1,2 6 0,-2-9-2,1 0 0,0-1 0,0 1 0,-1 0 0,1 0 0,0-1 0,0 1-1,1-1 1,-1 1 0,0-1 0,1 1 0,-1-1 0,0 0 0,1 0 0,-1 0 0,1 0-1,0 0 1,-1 0 0,1 0 0,0 0 0,0 0 0,0-1 0,-1 1 0,1-1 0,0 1-1,0-1 1,0 0 0,0 0 0,0 0 0,3 0 0,2 0 4,15 0-127,1 0 0,43-8 0,-58 6 114,-1 0 0,0 0 0,0 0 1,0-1-1,-1 0 0,1-1 0,-1 1 1,1-1-1,-1 0 0,0-1 1,-1 0-1,1 0 0,5-7 0,-5-1 46,2 0 1139,-8 12-1160,1 1-1,-1 0 0,1 0 0,-1 0 1,1 0-1,0 0 0,-1 0 1,1 1-1,-1-1 0,1 0 0,-1 0 1,1 0-1,-1 0 0,1 1 1,-1-1-1,1 0 0,-1 0 1,1 1-1,-1-1 0,1 1 0,-1-1 1,0 0-1,1 1 0,-1-1 1,0 1-1,1-1 0,-1 0 1,0 1-1,0-1 0,1 1 0,-1 0 1,12 14-406,0-2 0,0 0 1,2 0-1,-1-1 0,1-1 0,28 17 1,-25-18-2148,1-1-1,0-1 1,25 9 0,-21-10-3140</inkml:trace>
</inkml:ink>
</file>

<file path=ppt/ink/ink2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2:22.02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22 220 1320,'0'0'16293,"17"-19"-13795,51-56-351,-56 68-650,-6 14-624,-6 21 29,-1-21-517,2 231 3262,10 120-2642,-10-253-1787,-1-104 728,0-1-1,-1 1 1,1 0 0,-1-1-1,1 1 1,-1 0 0,1-1-1,-1 1 1,1-1-1,-1 1 1,1-1 0,-1 1-1,0-1 1,1 0 0,-1 1-1,0-1 1,1 1 0,-1-1-1,0 0 1,1 0-1,-1 0 1,0 1 0,0-1-1,1 0 1,-1 0 0,0 0-1,0 0 1,1 0 0,-1 0-1,0 0 1,0 0 0,1-1-1,-2 1 1,-26-5-1323,24 3 1123,0 0-1,0 0 0,0-1 0,0 0 0,1 0 1,-1 0-1,1 0 0,0 0 0,0-1 1,0 0-1,0 1 0,1-1 0,-4-7 0,0 1-451,2-1 0,-1 0 0,1 0 0,-3-17 0,3 9-352,1 0 0,1 0 0,1-1-1,0 1 1,2-1 0,0 1 0,1 0 0,1 0 0,1 0 0,0 0 0,2 0 0,0 1 0,1 0 0,15-28-1,13-7 737,3 1-1,59-64 1,17-22 9375,-110 132-8571,41-45 5115,-44 49-5288,1 1 0,-1-1 0,1 1 0,0-1 0,-1 1 0,1 0 0,0 0 0,0 0 0,0 0 0,0 0 0,0 0-1,0 0 1,0 1 0,0-1 0,0 1 0,1 0 0,-1-1 0,0 1 0,0 0 0,0 0 0,1 0 0,-1 1-1,0-1 1,0 0 0,4 2 0,-5 0-184,0-1 0,0 1 0,0-1 1,0 1-1,0-1 0,0 1 0,-1 0 0,1 0 0,0-1 0,-1 1 0,0 0 0,1 0 0,-1-1 0,0 1 0,0 0 1,0 0-1,0 2 0,-5 35 832,3-35-901,0 0 0,0 0 1,-1-1-1,0 1 0,0-1 0,0 0 1,0 0-1,0 0 0,-1 0 1,1-1-1,-1 1 0,0-1 0,1 0 1,-1 0-1,0 0 0,0-1 0,-1 1 1,1-1-1,0 0 0,-6 1 0,-8 1 14,-1 0 0,1 0-1,-26-1 1,28-1-372,-8 0 459,17-2-4128,2 0-3691</inkml:trace>
</inkml:ink>
</file>

<file path=ppt/ink/ink2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2:23.48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0 772 1432,'0'0'18462,"23"-11"-16470,71-31-380,-91 40-1460,-1 1-1,1 0 0,0 0 1,0 0-1,0 0 0,0 1 1,0-1-1,0 1 0,0 0 0,0 0 1,0 0-1,1 0 0,4 2 1,-6-2-88,-1 1 0,0-1 1,1 1-1,-1 0 0,0 0 1,1 0-1,-1 0 0,0 0 1,0 0-1,0 0 0,0 0 1,0 0-1,0 0 0,0 1 1,0-1-1,-1 0 0,1 1 1,0-1-1,0 3 1,1 5 84,-1-1 1,0 1-1,0-1 1,-1 1-1,0 0 1,-1-1-1,-1 10 1,0 3 185,2-14-305,-1 0-1,0 0 1,-1 0-1,1 0 1,-1 0-1,-1 0 1,1-1-1,-1 1 1,0-1-1,-8 12 1,-4 8 23,18-25-109,-1 0 0,1 0-1,0-1 1,-1 1 0,1-1 0,-1 0 0,1 0 0,0 0 0,-1 0 0,1 0 0,-1 0-1,6-2 1,16-6-372,46-23-1,19-6 169,-61 25 253,-24 10 9,1-1 1,0 1 0,0 0-1,1 1 1,-1-1-1,0 1 1,0 0-1,1 1 1,5-1-1,-6 4 11,-1 0 0,-1 0 0,1 1-1,0 0 1,-1 0 0,0 0-1,0 0 1,0 0 0,0 0 0,-1 1-1,3 5 1,5 6 29,39 43-14,-46-56-28,0 1 1,0-2-1,0 1 0,1 0 1,0-1-1,-1 1 0,1-1 1,0 0-1,0 0 0,0-1 1,0 1-1,1-1 0,-1 0 1,0 0-1,6 0 0,-8-1-4,1-1-1,-1 0 0,0 0 0,0 0 0,0 0 0,0 0 0,0 0 0,0-1 0,0 1 0,0-1 0,-1 1 0,1-1 0,0 0 0,-1 1 0,1-1 0,-1 0 0,0 0 0,0 0 0,0 0 0,0 0 0,0-1 0,0 1 0,0 0 0,-1 0 0,1-4 0,14-65-79,-14 65 84,2-15-16,-2-1 0,0-37 0,-2 51 10,0-1-1,0 1 0,0 1 1,-1-1-1,0 0 1,0 0-1,-1 1 1,0-1-1,-1 1 1,-6-11-1,-42-38-52,36 40 61,19 14-51,0 1-1,0 0 1,0 0 0,1 0 0,-1 0-1,0 1 1,1-1 0,-1 1 0,0 0 0,4 0-1,145-8-709,248-43 0,-342 39 328,-1-2 0,0-2 0,-1-4 0,-1-1 0,-2-3 0,0-2 0,65-44 0,-100 58 216,-2-1 0,1-1 1,-2-1-1,1 0 0,21-29 0,-32 36 205,0 1 0,0-1-1,0 0 1,-1 0 0,0-1-1,-1 0 1,0 1 0,0-1-1,-1 0 1,0 0 0,-1 0 0,1-1-1,-2 1 1,0 0 0,0-12-1,-1 17 86,0 0 1,0 1-1,-1-1 0,1 0 0,-1 0 1,1 1-1,-1-1 0,0 1 0,-1 0 1,1-1-1,0 1 0,-1 0 0,0 0 0,0 1 1,0-1-1,0 0 0,0 1 0,0 0 1,-1 0-1,1 0 0,-1 0 0,0 0 0,1 1 1,-1 0-1,0 0 0,0 0 0,0 0 1,-7 0-1,-9-2 351,-1 2 0,1 0 0,0 1 0,-30 4 0,28 0-186,2 1 0,-1 0 0,1 2-1,0 0 1,0 1 0,0 1 0,1 1 0,1 1 0,0 1 0,1 0 0,0 1 0,0 1 0,2 0-1,-28 33 1,10-7-23,3 1-1,1 1 0,2 2 0,2 1 0,-22 55 1,30-59-173,2 1 1,2 1-1,1 0 1,3 1-1,1 0 1,2 0-1,1 52 1,5-95-45,0-1 1,0 1 0,0 0-1,0-1 1,0 1-1,0-1 1,1 1 0,-1-1-1,0 1 1,0-1 0,1 1-1,-1-1 1,0 1-1,1-1 1,-1 1 0,0-1-1,1 0 1,-1 1 0,1-1-1,-1 1 1,0-1 0,1 0-1,-1 0 1,1 1-1,-1-1 1,1 0 0,-1 0-1,1 1 1,0-1 0,-1 0-1,1 0 1,-1 0 0,1 0-1,-1 0 1,1 0-1,-1 0 1,1 0 0,0 0-1,-1 0 1,1 0 0,-1 0-1,2-1 1,17-4 32,-19 5-31,20-14 7,-17 12-6,-1 0 1,0 0-1,1 0 1,-1 0-1,1 0 1,0 1-1,-1 0 1,1-1-1,0 1 1,0 0-1,6-1 1,-8 2 163,0 0-153,1 1-13,0-1-1,0 1 0,-1 0 0,1 0 1,0 0-1,0 0 0,-1 0 1,1 0-1,-1 0 0,1 1 0,-1-1 1,1 0-1,-1 1 0,0 0 1,0-1-1,0 1 0,0 0 0,0-1 1,0 1-1,0 0 0,0 0 1,-1 0-1,1 0 0,0 2 0,3 7-1,-1-7-143,-1 0 0,0 0 1,1-1-1,0 1 0,-1-1 1,2 0-1,-1 0 0,0 0 1,0 0-1,1 0 0,0-1 1,-1 0-1,1 1 0,0-1 1,7 2-1,-1-2-1392,0 0 0,1 0 1,-1-1-1,1 0 0,13-1 1,3 0-4185</inkml:trace>
</inkml:ink>
</file>

<file path=ppt/ink/ink2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2:23.88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148 109 1528,'0'0'19054,"6"-18"-16928,-1 4-1535,0 0 1,5-28 0,-10 41-545,0 0 1,0 0-1,-1 0 1,1 0 0,-1 0-1,1 0 1,0 0-1,-1 0 1,0 0 0,1 0-1,-1 0 1,0 0-1,1 1 1,-1-1 0,0 0-1,0 1 1,0-1-1,1 0 1,-1 1 0,0-1-1,0 1 1,0-1 0,0 1-1,0-1 1,0 1-1,0 0 1,0 0 0,0 0-1,0-1 1,0 1-1,-1 0 1,1 0 0,0 0-1,0 0 1,0 1-1,0-1 1,-2 0 0,-43 8 1207,40-6-1208,1 0-1,-1 1 1,1 0 0,0 0-1,-1 0 1,1 0 0,0 1-1,1 0 1,-1 0 0,1 0-1,0 1 1,0-1-1,0 1 1,0 0 0,1 0-1,0 0 1,0 1 0,0-1-1,1 1 1,0 0-1,0 0 1,0-1 0,1 1-1,0 0 1,0 0 0,0 10-1,1-15-47,1 0 0,-1 0 0,1 1 1,-1-1-1,1 0 0,0 0 0,-1 0 0,1 1 0,0-1 0,0 0 0,0 0 0,0 0 1,0-1-1,0 1 0,0 0 0,0 0 0,0 0 0,0-1 0,1 1 0,-1-1 0,0 1 1,0-1-1,1 1 0,-1-1 0,0 0 0,1 1 0,-1-1 0,0 0 0,3 0 0,49 3-137,-47-3 102,8 0-24,-2 0-1,1 0-1,-1 0 0,1-2 1,18-3-1,-27 4 59,1-1 0,0 0 0,-1 0 0,0 0 0,1-1 0,-1 0 0,0 0 0,0 0 0,0 0 0,-1 0-1,1-1 1,-1 1 0,0-1 0,5-8 0,-8 12 4,1-1 0,-1 1-1,0-1 1,0 1-1,1-1 1,-1 1-1,0-1 1,1 1 0,-1-1-1,1 1 1,-1-1-1,0 1 1,1 0 0,-1-1-1,1 1 1,-1 0-1,1-1 1,-1 1-1,1 0 1,-1 0 0,1 0-1,0-1 1,-1 1-1,1 0 1,-1 0 0,1 0-1,-1 0 1,1 0-1,0 0 1,-1 0 0,1 0-1,-1 0 1,1 0-1,-1 1 1,1-1-1,0 0 1,-1 0 0,1 0-1,-1 1 1,1-1-1,-1 0 1,1 1 0,-1-1-1,0 0 1,1 1-1,-1-1 1,1 1-1,-1-1 1,0 0 0,1 1-1,-1-1 1,0 1-1,1-1 1,-1 1 0,0 0-1,20 42-16,-12-23 13,-6-16-108,0 0-1,1 0 1,0 0 0,0 0 0,0 0 0,0 0-1,0-1 1,1 0 0,0 1 0,-1-1 0,1-1 0,0 1-1,1-1 1,-1 1 0,0-1 0,1 0 0,7 2 0,0-2-964,0 0 1,0-1 0,1 0-1,-1-1 1,22-2 0,10-3-4001</inkml:trace>
</inkml:ink>
</file>

<file path=ppt/ink/ink2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2:24.12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277 0 3025,'0'0'20403,"-21"33"-18340,-64 113-439,66-109-1177,2 1 0,2 1 0,1 0 0,3 1 0,1 0 0,-6 49 0,6-37-377,7-12-43,4-34-146,-1 0 1,0 0-1,-1 0 0,0 0 1,0 0-1,0 0 0,-1 0 1,1-1-1,-5 9 0,5-14-131,0 1-1,0-1 1,0 1-1,-1-1 1,1 0-1,0 1 1,0-1-1,-1 0 1,1 0-1,0 0 1,-1 0-1,1 0 1,0 0-1,0 0 1,-3-1-1,-6 0-5145,-1 1-1191</inkml:trace>
</inkml:ink>
</file>

<file path=ppt/ink/ink2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2:24.27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14 1296,'0'0'18204,"167"-13"-16027,-109 13-1201,6 13-672,0 0-304,19 6-992,-18-3-3273,-1-10-3097</inkml:trace>
</inkml:ink>
</file>

<file path=ppt/ink/ink2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2:24.49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3089,'0'0'24845,"0"113"-24509,0-101-232,0-2-56,0-4-48,0-2-240,0-43-11226,0-3 4280</inkml:trace>
</inkml:ink>
</file>

<file path=ppt/ink/ink2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2:24.67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39 592,'0'0'23133,"0"-38"-23037,0 48-96,0 9-48,6 3-544,1 4-936,12 3-2233,13 3 576,-6-6-5161,12-10 3161</inkml:trace>
</inkml:ink>
</file>

<file path=ppt/ink/ink2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2:24.97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334 2 104,'0'0'23980,"-22"0"-22671,-66 0-394,85-1-858,0 1 0,0 0 0,-1 0 0,1 0 0,0 0 0,0 0 0,0 1 0,0-1 0,0 1 0,0 0-1,1 0 1,-1 0 0,0 0 0,0 0 0,0 1 0,1-1 0,-1 1 0,1 0 0,-1-1 0,-1 4 0,3-3-54,0 1 1,0-1 0,0 1-1,1 0 1,0-1 0,-1 1-1,1 0 1,0 0 0,0-1-1,0 1 1,1 0 0,-1 0-1,1-1 1,-1 1 0,1-1-1,2 5 1,-1-1-35,1 0 1,0 0-1,0-1 0,1 1 1,0-1-1,0 0 0,0 0 1,0 0-1,9 7 1,-9-9 11,0 0 1,0 1 0,0 0 0,0 0-1,-1 0 1,1 0 0,-1 0 0,0 1 0,-1-1-1,1 1 1,-1 0 0,0 0 0,0 0-1,0 0 1,-1 0 0,2 11 0,-4-15 18,1 0 0,0 1 0,-1-1 1,1 0-1,-1 0 0,1 1 0,-1-1 1,0 0-1,1 0 0,-1 0 0,0 0 0,0 0 1,0 0-1,0 0 0,0 0 0,0 0 1,0-1-1,0 1 0,0 0 0,-1-1 1,1 1-1,0 0 0,0-1 0,0 0 0,-1 1 1,1-1-1,0 0 0,-1 1 0,-1-1 1,-48 5 111,38-4-37,-66 10-248,26 2-5894,22-6-1082</inkml:trace>
</inkml:ink>
</file>

<file path=ppt/ink/ink2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1:57.95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156 56 3065,'0'0'12972,"4"-13"-11177,9-29 297,-13 42-2051,0 0-1,0 0 1,0 0 0,0 0 0,0 1-1,0-1 1,0 0 0,0 0-1,0 0 1,0 0 0,0 0 0,0 0-1,0 1 1,0-1 0,0 0 0,0 0-1,0 0 1,0 0 0,0 0-1,0 0 1,1 0 0,-1 0 0,0 1-1,0-1 1,0 0 0,0 0-1,0 0 1,0 0 0,0 0 0,0 0-1,0 0 1,1 0 0,-1 0 0,0 0-1,0 0 1,0 0 0,0 0-1,0 0 1,0 0 0,0 0 0,1 0-1,-1 0 1,0 0 0,0 0-1,0 0 1,0 0 0,0 0 0,1 0-1,-4 38 1315,-28 158 896,-6 47-1772,36-200-456,1-34-11,0-30-23,0 9-28,1-1 1,1 0-1,0 1 0,0-1 0,1 1 1,1 0-1,0 0 0,0 0 0,2 0 1,-1 1-1,1 0 0,11-15 0,-11 18 12,0 1-1,0 0 1,0 1 0,1-1-1,0 1 1,0 1-1,1-1 1,-1 1 0,1 0-1,0 1 1,1 0-1,-1 0 1,1 1-1,0 0 1,-1 1 0,1-1-1,18 0 1,-23 2 15,1 0 1,0 1-1,-1 0 0,1 0 1,0 0-1,-1 1 1,1 0-1,-1 0 1,1 0-1,-1 0 1,1 1-1,-1-1 0,6 4 1,-7-2 5,0 0 0,0-1 0,0 1 0,-1 1-1,1-1 1,-1 0 0,0 0 0,0 1 0,0-1 0,-1 1 0,1 0 0,-1-1 0,0 1 0,0 0-1,0 0 1,0 5 0,2 5 5,-1 0 0,-1 0 0,0 1 0,-1-1 0,0 0 0,-1 1 0,-1-1 0,-1 0 0,0 0 0,0 0 0,-1-1 0,-1 1 0,-12 23 0,12-28 12,0-1 0,-1 0 0,0 0 0,0 0 0,-1-1 0,0 0 0,0-1 0,0 1 0,-1-1 0,0-1 0,0 1 0,-1-1 0,0-1 0,0 0 0,0 0 0,0 0 0,0-1 0,-1-1 0,1 0 0,-1 0 0,-11 0 0,11-1-9,-72 1 452,77-2-417,0 0 0,0-1 0,0 0 0,0 0 0,0-1 0,0 1 0,1-1 0,-1 0 0,0 0 0,1-1 0,0 0 0,-1 1 0,-3-5 0,2 2-18,1 0 0,0-1 0,0 0 0,1 1 0,-7-11 0,11 15-39,-1 0-1,0 0 0,1 0 0,-1 0 1,1 0-1,0 0 0,-1 0 0,1 0 1,0 0-1,-1 0 0,1 0 0,0 0 1,0 0-1,0 0 0,0 0 0,0 0 0,0 0 1,0 0-1,1 0 0,-1 0 0,0 0 1,0 0-1,1 0 0,-1 0 0,1 0 1,-1 0-1,1 0 0,-1 0 0,1 0 1,0 0-1,-1 0 0,1 1 0,0-1 0,0 0 1,-1 1-1,1-1 0,0 0 0,0 1 1,0-1-1,0 1 0,0-1 0,0 1 1,0-1-1,0 1 0,0 0 0,0 0 1,0 0-1,2-1 0,42-8-3253,0 2 1,55-2-1,-42 8-1679</inkml:trace>
</inkml:ink>
</file>

<file path=ppt/ink/ink2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1:58.15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52 0 1664,'0'0'19196,"0"161"-18147,-13-136-417,6-9-344,-6-3-216,7-13-72,0 0-696,-1 0-1449,7-45-1656,0 0-1008,19-6-2240</inkml:trace>
</inkml:ink>
</file>

<file path=ppt/ink/ink2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1:58.29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 0 1120,'0'0'16980,"-6"122"-16980,32-67-1160,-1-11-3313,1-5-5553</inkml:trace>
</inkml:ink>
</file>

<file path=ppt/ink/ink2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1:58.88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803 1 3225,'0'0'14947,"-31"0"-13815,-97 3-445,124-3-663,0 0 0,1 0 0,-1 0 0,0 1 0,0 0 0,1 0 0,-1 0 0,0 0 0,1 0 0,-1 1 0,1 0 0,-1 0 0,1 0 0,0 0 0,0 0 0,0 0 0,0 1 0,0 0 0,1-1 0,-1 1 0,1 0 0,-1 0 0,1 1 0,-2 4 0,-4 4 4,4-7-19,1 1 0,0 1 0,0-1 0,0 0 0,0 1 0,1-1 1,0 1-1,1 0 0,-1-1 0,1 1 0,1 0 0,-1 0 0,1 0 0,1 11 0,0-16-8,-1-1 1,0 0-1,0 1 0,0-1 0,1 0 0,-1 0 1,1 1-1,-1-1 0,1 0 0,0 0 0,-1 0 1,1 1-1,0-1 0,0 0 0,-1 0 1,1 0-1,0 0 0,0-1 0,0 1 0,0 0 1,1 0-1,-1 0 0,0-1 0,0 1 0,2 0 1,3 1 0,-1 0 0,1-1 1,-1 1-1,1-1 0,0 0 1,9-1-1,-4 1-5,-1-1 1,1-1-1,-1 0 0,1-1 0,-1 0 0,0 0 0,14-6 0,-4-5-32,-1 0-1,0-2 0,-2 0 0,22-23 1,-32 28 253,-5 8 342,-5 10-170,-29 92 62,-42 159 262,57-171-583,-37 146 823,47-211-702,-1 0 0,-1-1 0,-1-1 0,-1 0 0,-1 0-1,-1-1 1,-27 33 0,34-46-151,0-1-1,-1 0 0,1 0 0,-2-1 1,1 0-1,0 0 0,-1-1 0,0 0 1,0 0-1,0-1 0,-1 0 0,-12 3 1,-4-2 70,-1-1 0,1-1 0,-28-2 1,41-1-133,0-1 0,1 0 0,-1-1 0,1 0 0,-1 0 0,1-2 0,0 1 1,0-1-1,1-1 0,0 0 0,0 0 0,0-1 0,-15-14 0,12 9-42,1 0 1,0 0-1,1-1 0,0 0 0,1-1 0,0 0 0,1-1 0,1 0 0,-7-18 0,13 28-109,0 0-1,1 0 1,-1 0-1,1 0 1,0 0-1,1-1 1,-1 1-1,1 0 1,0 0-1,1-7 0,0 10-81,0-1-1,-1 1 0,1-1 1,0 1-1,0 0 0,1 0 1,-1 0-1,0 0 0,1 0 1,-1 0-1,1 0 0,0 0 0,-1 0 1,1 1-1,0-1 0,0 1 1,0-1-1,0 1 0,0 0 1,1 0-1,-1 0 0,0 0 1,1 0-1,2-1 0,20-4-2640,0 1 0,35-2 1,-2 3-4587</inkml:trace>
</inkml:ink>
</file>

<file path=ppt/ink/ink2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1:59.78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450 156 1672,'0'0'14038,"-4"-21"-12520,-15-63-313,18 82-1091,1-1 0,-1 1 0,0-1 0,0 0 0,0 1-1,0 0 1,0-1 0,-1 1 0,1 0 0,-1 0 0,0 0 0,1 0 0,-1 0-1,0 0 1,0 0 0,0 0 0,0 1 0,0-1 0,-1 1 0,1 0-1,0-1 1,-1 1 0,-4-1 0,1 1 29,0 0 0,0 1 0,0 0 0,0 0 0,0 0 0,0 1 0,-9 2 0,4-2-87,4 1-5,-1 1-1,1-1 1,0 1-1,0 1 1,0-1-1,0 1 1,0 0-1,1 1 1,-1 0-1,1 0 1,1 0-1,-9 10 1,4-4-4,0 0 1,1 1-1,1 0 1,0 1-1,-11 23 1,15-25-44,0 0 1,0 1-1,1-1 1,0 1 0,1 0-1,0 13 1,1-21-6,1 0 1,0 0-1,0 0 1,1 0-1,-1-1 0,1 1 1,0 0-1,0 0 1,0-1-1,0 1 0,1 0 1,-1-1-1,1 1 1,0-1-1,0 0 0,0 0 1,1 0-1,-1 0 1,1 0-1,0 0 1,-1 0-1,5 2 0,2 0 1,0 0 0,1 0 0,0-1 0,0-1 0,0 1 0,0-2 0,0 1-1,13 0 1,-17-2 0,0 0 0,-1-1-1,1 0 1,0 0-1,-1 0 1,1-1-1,-1 0 1,1 0 0,0 0-1,-1-1 1,0 0-1,1 0 1,-1 0 0,0 0-1,0-1 1,8-6-1,-11 8 4,50-51-29,-49 48 35,0 1-1,0-1 1,0 0-1,0 0 1,-1 0-1,0 0 1,0 0-1,0 0 1,0-1-1,0 1 1,-1-1-1,0 0 1,1-5-1,-2 9 206,-3 2-196,0 0-1,0 0 1,1 0 0,-1 1 0,1-1 0,-1 1 0,1-1 0,0 1 0,-1 0 0,1 0-1,0 0 1,0 0 0,0 0 0,1 0 0,-1 1 0,0-1 0,1 1 0,0-1-1,-2 4 1,2-4 2,-13 22 76,2 0 0,1 1 0,1 0 0,-11 44-1,-16 112 81,26-121-172,-3 20 37,-36 163 153,49-238-146,-1 0 1,1-1-1,-1 1 1,0-1-1,0 1 1,-1-1-1,1 0 0,-1 1 1,0-1-1,-5 5 1,6-8-26,1 0 0,0 0 0,-1 0 1,1 0-1,-1 0 0,1-1 0,-1 1 0,0 0 0,1-1 1,-1 0-1,1 1 0,-1-1 0,0 0 0,0 0 0,1 0 1,-1 0-1,0 0 0,1 0 0,-1 0 0,0-1 1,1 1-1,-1-1 0,1 1 0,-1-1 0,0 1 0,1-1 1,-1 0-1,1 0 0,0 0 0,-1 0 0,1 0 0,0 0 1,-1 0-1,0-2 0,-16-13 79,1-1 1,1 0-1,1-1 1,-23-35-1,31 42-348,0-1-1,1-1 1,-9-25 0,13 30-276,0 1 0,0 0-1,1-1 1,0 1 0,1-1 0,0 0-1,0 1 1,1-9 0,7-3-4698,9-3-2652</inkml:trace>
</inkml:ink>
</file>

<file path=ppt/ink/ink2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2:00.26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43 33 1272,'0'0'17479,"1"14"-16195,6 46-496,-7-58-748,1 0-1,-1-1 1,1 1-1,0 0 1,-1-1 0,1 1-1,0 0 1,0-1-1,0 1 1,0-1-1,1 1 1,-1-1 0,0 0-1,1 1 1,-1-1-1,1 0 1,-1 0-1,1 0 1,-1 0 0,1 0-1,0-1 1,-1 1-1,1 0 1,0-1-1,0 1 1,-1-1 0,1 0-1,4 1 1,46-4 572,-50 2-580,4-1 7,0 0-1,0-1 1,-1 0-1,1 0 0,-1-1 1,0 0-1,0 0 0,0 0 1,0 0-1,-1-1 0,0 0 1,0 0-1,0 0 0,0 0 1,-1 0-1,0-1 0,0 0 1,0 1-1,-1-1 0,0 0 1,0-1-1,0 1 0,0-9 1,-2 14-13,0 1 0,-1-1 0,1 0 1,-1 0-1,1 1 0,-1-1 1,1 0-1,-1 1 0,1-1 0,-1 0 1,0 1-1,1-1 0,-1 1 0,0-1 1,1 1-1,-1-1 0,0 1 0,0 0 1,0-1-1,1 1 0,-1 0 0,0 0 1,0-1-1,0 1 0,0 0 0,1 0 1,-1 0-1,0 0 0,-1 0 1,-34 0-84,28 0 106,-38-2-50,27 1 252,-1 0 0,0 2 0,-27 3 0,45-3-233,1 0 1,-1 0 0,0 0-1,1 1 1,-1-1 0,1 1-1,-1-1 1,1 1 0,0-1-1,0 1 1,0 0 0,0 0-1,0-1 1,0 1-1,0 0 1,0 0 0,1 0-1,-1 0 1,1 0 0,-1 0-1,1 0 1,0 0 0,0 0-1,0 0 1,0 0 0,0 0-1,1 4 1,-1 4-4,1-1 1,0 1-1,1-1 0,4 19 1,-3-22-42,-1 1 1,1 0-1,1-1 1,-1 0-1,1 1 1,0-1-1,1-1 1,-1 1-1,1-1 1,0 1-1,8 5 1,-8-8-330,-1 0 0,1-1 1,0 1-1,0-1 1,0 0-1,0 0 0,0 0 1,1-1-1,-1 0 1,1 0-1,5 0 1,111 0-9822,-59-1 1700</inkml:trace>
</inkml:ink>
</file>

<file path=ppt/ink/ink2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2:00.57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175 1 1504,'0'0'22572,"-29"10"-21919,-87 37-290,114-46-353,0 0 1,0 0-1,-1 0 0,1 0 0,0 1 1,0-1-1,0 1 0,0 0 1,1-1-1,-1 1 0,0 0 0,1 0 1,-1 0-1,-1 3 0,3 15 54,2-12-50,-3-5-24,1 1 0,0-1-1,0 0 1,0 1 0,1-1-1,-1 1 1,1-1 0,0 0 0,0 0-1,0 1 1,0-1 0,1 0 0,-1 0-1,1 0 1,0 0 0,-1 0-1,1-1 1,1 1 0,-1 0 0,0-1-1,1 0 1,-1 1 0,1-1 0,0 0-1,5 3 1,-4-2-8,6 5-19,1 1 1,-1 1-1,0-1 1,13 19-1,-20-23 29,0 1 0,0 0 0,0-1 0,0 1 0,-1 0-1,0 0 1,0 0 0,-1 1 0,0-1 0,0 0 0,0 1 0,-1 7 0,0-12 10,-1 0 1,1 0-1,-1 0 0,0 0 1,0 0-1,0 0 1,0 0-1,0 0 1,0 0-1,-1 0 1,1 0-1,-1-1 1,1 1-1,-1-1 0,1 1 1,-1-1-1,0 0 1,0 1-1,0-1 1,0 0-1,0 0 1,0 0-1,0-1 1,0 1-1,0 0 1,-3 0-1,-4 1-422,-1 1 0,1-1 1,0-1-1,-18 1 0,27-2 296,0 0-1,0 0 1,-1 0 0,1-1-1,0 1 1,0 0 0,0 0-1,-1-1 1,1 1 0,0 0-1,0 0 1,0-1-1,-1 1 1,1 0 0,0 0-1,0-1 1,0 1 0,0 0-1,0-1 1,0 1 0,0 0-1,0-1 1,0 1-1,0 0 1,0 0 0,0-1-1,0 1 1,0 0 0,0-1-1,0 1 1,0 0 0,0-1-1,0 1 1,0 0-1,0 0 1,1-1 0,-1 1-1,0-2-591,6-18-4629</inkml:trace>
</inkml:ink>
</file>

<file path=ppt/ink/ink2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2:00.85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139 0 576,'0'0'18329,"-16"32"-16190,-51 107-331,59-120-1387,1 0 1,1 1 0,1 0-1,0 0 1,1 0 0,2 1-1,-1 27 1,-3 17 327,3-44-592,1-10-136,0 1 1,1-1-1,0 1 0,1-1 1,0 1-1,0 0 0,5 21 1,-3-31-98,-1 0 0,1 0 0,0 0 1,0 0-1,-1 0 0,2 0 0,-1 0 0,0-1 0,0 1 1,0-1-1,1 0 0,-1 0 0,1 1 0,-1-2 0,1 1 1,-1 0-1,1 0 0,0-1 0,-1 1 0,1-1 0,0 0 1,4 0-1,5 0-1427,1 0 1,0 0 0,19-4-1,3-8-4066,-13-6-4969</inkml:trace>
</inkml:ink>
</file>

<file path=ppt/ink/ink2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2:01.01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6 5721,'0'0'18900,"173"0"-18252,-96-3-384,-6 0-264,19 3-264,-13 0-2128,-26 0-4522</inkml:trace>
</inkml:ink>
</file>

<file path=ppt/ink/ink2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2:02.95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161 58 2369,'0'0'12386,"0"-10"-10241,-1-28-221,-2 29-689,-1 10-161,-1 11-273,-13 125 1529,5-17-1278,11-82-891,-2 0-1,-2 0 1,-14 51 0,15-82-80,12-15-73,2 0-25,0 1 0,1 1 0,0 0 0,0 0-1,1 1 1,0 0 0,-1 1 0,1 0 0,1 1-1,-1 0 1,0 1 0,1 0 0,0 1 0,-1 0 0,1 1-1,17 2 1,-24-1 7,1 1 0,-1 0 0,0 0 0,0 0 0,0 1 0,0-1 0,0 1 0,-1 1 0,1-1 0,-1 1 0,0-1 0,0 1 0,0 0 0,-1 1 0,1-1 0,-1 1 0,0-1 0,0 1 0,3 8-1,-4-9 0,0 0 0,0 1 0,-1-1 0,0 0 0,1 1 0,-2-1 0,1 1 0,0-1 0,-1 1 0,-1 9 0,1-12 12,0 1 1,-1-1-1,0 1 0,1-1 1,-1 0-1,0 1 1,0-1-1,0 0 0,-1 0 1,1 0-1,-1 0 0,1 0 1,-1 0-1,0 0 1,1 0-1,-1 0 0,0-1 1,0 1-1,0-1 0,-4 2 1,-7 3 1,0 0 0,-1-1 0,1-1 0,-1 0 0,0-1 1,-1-1-1,-22 2 0,-105-5 43,133 1-37,3 0-4,0-1-1,0 1 1,0-1 0,0 0 0,0 0 0,1-1 0,-1 0 0,0 0-1,1 0 1,-8-4 0,12 5-104,27-6-1908,58-1-2776,-28 4-264,-4-3-2980</inkml:trace>
</inkml:ink>
</file>

<file path=ppt/ink/ink2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2:03.27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91 305 760,'0'0'17432,"11"-4"-16447,8-2-729,57-22 485,-72 27-706,0-1 1,-1 0-1,1 0 0,0-1 1,-1 1-1,1-1 1,-1 0-1,0 1 1,0-2-1,0 1 1,-1 0-1,1 0 1,-1-1-1,1 0 1,-1 1-1,3-9 0,-3 3-39,1 1 119,-1 1-1,0 0 0,-1-1 0,0 0 1,0 1-1,-1-14 0,0 19-80,0 0 1,-1 0-1,0 0 0,1 0 1,-1 0-1,0 0 0,0 0 1,0 1-1,0-1 0,0 0 0,-1 1 1,1-1-1,0 1 0,-1-1 1,1 1-1,-1 0 0,1 0 1,-1-1-1,0 1 0,0 0 0,1 0 1,-1 1-1,0-1 0,0 0 1,0 1-1,0-1 0,0 1 1,0-1-1,0 1 0,-2 0 0,-6-2 21,0 1 0,0 0 0,-1 1 0,1 0 0,0 0 0,0 1 0,0 1 0,0-1 0,0 2 0,0-1 0,1 1 0,-12 6 0,16-7-6,0 1 0,0 1 0,0-1 0,0 0-1,1 1 1,-1 0 0,1 0 0,0 1 0,0-1 0,1 1-1,-1 0 1,1 0 0,0 0 0,1 0 0,-1 0-1,1 1 1,0-1 0,0 1 0,0 0 0,1-1 0,0 1-1,0 8 1,-1 1 29,2-1 0,0 1 0,0 0-1,2-1 1,0 1 0,0 0 0,8 22-1,-7-29-78,0 0 0,0-1 0,1 1 0,0-1 0,1 0 0,-1 0 0,1 0 0,0-1-1,1 1 1,0-1 0,0-1 0,0 1 0,1-1 0,13 8 0,-17-11-82,0 0 0,1-1 0,-1 0 0,0 0 0,0 0 0,1 0 0,-1 0 0,1-1 1,-1 1-1,0-1 0,1 0 0,-1 0 0,1-1 0,-1 1 0,1-1 0,-1 1 0,0-1 0,1 0 1,-1 0-1,0 0 0,0-1 0,0 1 0,0-1 0,0 0 0,0 0 0,3-2 0,6-7-569,0 0-1,0 0 0,-1-1 0,12-18 0,-8 12-250,197-260-10899,-151 182 5435</inkml:trace>
</inkml:ink>
</file>

<file path=ppt/ink/ink2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2:04.11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148 1 368,'0'0'21113,"-7"9"-19485,-1 5-1319,-1 1 1,2 0-1,0 0 0,1 1 0,-7 27 1,-17 97 650,22-97-703,-44 224 764,52-266-1125,0 0 0,-1-1 0,1 1 0,0 0 0,0 0 0,0 0 0,0 0 0,0 0 0,0 0 0,0 0 0,0 0 0,1 0 0,-1 0 0,0 0 0,1 0 0,-1 0 0,0 0 0,1 0 0,-1-1 0,1 1 0,-1 0 0,1 0 0,0 0 0,-1-1 0,1 1 0,0 0 0,-1-1 1,1 1-1,0-1 0,0 1 0,0-1 0,0 1 0,1 0 0,1-1-173,1 1 1,-1 0 0,0-1 0,1 0 0,0 0 0,-1 0 0,1 0 0,-1-1 0,7-1 0,10-4-1266,1 0 1,24-13-1,45-17-2352,-57 24 3206,0-1-1,-1-1 1,-1-2-1,-1-1 1,37-27 0,-63 41 813,-1 0 0,1 0 0,-1-1 0,0 1 0,0-1 0,0 0 1,4-7-1,-1-17 5765,-11 26-1027,-9 2-4164,12 0-55,-4 0-416,0 1-1,1 0 0,-1 0 1,0 0-1,1 1 1,-1 0-1,1 0 0,-1 0 1,1 1-1,0-1 1,0 1-1,0 1 0,1-1 1,-1 1-1,1-1 0,0 1 1,0 1-1,0-1 1,0 0-1,1 1 0,-1 0 1,1 0-1,-2 6 1,-2 1-127,2 0 1,0 1-1,0 0 1,1 0 0,1 0-1,0 0 1,1 1-1,0-1 1,1 16 0,1-24-90,0 8 6,0 1 1,1-1 0,0 1 0,7 22-1,-8-34-21,0 0 0,1 0 0,-1 0 0,1-1 0,-1 1 0,1 0 0,0 0 0,0-1 0,0 1 0,0-1 0,0 1 0,0-1 0,1 1 0,-1-1 0,0 0 0,1 1 0,-1-1 0,1 0 0,-1 0 0,1 0 0,-1 0 0,1 0 0,0-1 0,0 1 0,-1 0 0,1-1 0,0 1 0,0-1 0,0 0 0,0 0 0,-1 0 0,1 1 0,0-2 0,0 1 0,0 0 0,0 0-1,0-1 1,-1 1 0,1-1 0,0 1 0,0-1 0,-1 0 0,1 1 0,0-1 0,2-2 0,1-1-16,0 0 0,0 0 0,0 0 0,0-1-1,-1 0 1,0 0 0,0 0 0,0 0 0,-1-1-1,1 1 1,-1-1 0,-1 0 0,3-6 0,5-12-174,11-49 1,-17 54 159,3-5 15,-2-1 1,-1 0-1,1-30 0,2-36 66,44 90-504,-43 3 466,-1-1 1,0 1-1,0 1 0,0 0 1,0 0-1,0 0 1,0 1-1,-1 0 0,1 0 1,-1 1-1,0-1 1,-1 1-1,10 11 0,2 3 41,-1 0 0,27 41-1,-40-54-26,-1 0 0,0 0 1,0 1-1,0-1 0,-1 1 0,1-1 0,-2 1 1,1-1-1,-1 1 0,0 10 0,0-15-15,0-2-10,0 0 1,0 0 0,0 1-1,0-1 1,1 0-1,-1 1 1,0-1 0,0 0-1,0 0 1,1 1-1,-1-1 1,0 0 0,0 0-1,1 1 1,-1-1-1,0 0 1,0 0 0,1 0-1,-1 0 1,0 1-1,1-1 1,-1 0 0,0 0-1,1 0 1,-1 0 0,0 0-1,1 0 1,-1 0-1,0 0 1,1 0 0,-1 0-1,0 0 1,1 0-1,-1 0 1,0 0 0,1 0-1,-1 0 1,0-1-1,1 1 1,-1 0 0,0 0-1,0 0 1,1 0-1,-1-1 1,0 1 0,0 0-1,1 0 1,-1-1-1,0 1 1,0 0 0,1 0-1,-1-1 1,0 0-1,1 1 0,31-24-68,37-35 0,33-25-26,6 6 19,-108 77 80,0 1 0,1-1 0,-1 1-1,1 0 1,-1-1 0,0 1 0,1 0 0,-1 0 0,1-1 0,-1 1 0,0 0 0,1 0 0,-1-1 0,1 1 0,-1 0-1,1 0 1,-1 0 0,1 0 0,-1 0 0,1 0 0,-1 0 0,1 0 0,-1 0 0,1 0 0,-1 0 0,1 0 0,-1 0-1,1 0 1,-1 0 0,1 1 0,-1-1 0,1 0 0,-1 0 0,0 1 0,1-1 0,2 21 328,-17 37 361,11-49-608,-1 9-74,0 0 1,1 1 0,0 31-1,3-49-36,1 0-1,-1 0 1,0-1-1,1 1 0,-1 0 1,0 0-1,1 0 1,-1-1-1,1 1 0,-1 0 1,1-1-1,0 1 1,-1 0-1,1-1 0,0 1 1,-1-1-1,1 1 1,0-1-1,0 1 1,-1-1-1,1 0 0,0 1 1,0-1-1,0 0 1,0 0-1,0 1 0,-1-1 1,1 0-1,1 0 1,33 3-1242,-30-3 984,20 2-1350,1-2 1,-1 0-1,0-2 1,0-1 0,39-9-1,1-4-4964</inkml:trace>
</inkml:ink>
</file>

<file path=ppt/ink/ink2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2:04.62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989 62 928,'0'0'18658,"-32"-10"-16333,-103-33-635,128 41-1480,0 0 0,0 0 0,0 1 0,-1 0 0,1 1 0,0-1 0,-1 1-1,-12 2 1,17-1-147,1-1 0,-1 1 0,1 0 0,-1 0 0,1 0 0,-1 0 0,1 1 0,0-1 0,0 0 0,0 1 0,-1 0 0,1-1 0,1 1 0,-1 0 0,0 0 0,-2 4 0,1 1 3,0 1 0,0 0 0,1 0 0,0 0 0,0 0 0,1 0 0,0 0-1,0 0 1,1 0 0,1 11 0,-1-12-45,0-3-18,1 0 0,-1-1 0,1 1-1,0 0 1,0-1 0,0 1 0,0-1 0,1 1-1,0-1 1,-1 1 0,1-1 0,0 0 0,0 0-1,1 0 1,-1 0 0,1-1 0,0 1 0,-1 0-1,1-1 1,0 0 0,0 0 0,1 0 0,-1 0-1,0 0 1,1-1 0,-1 1 0,1-1 0,-1 0-1,1 0 1,7 1 0,-6-1-6,0 0-1,0 0 1,0-1-1,1 0 1,-1 0-1,0 0 1,0-1 0,0 1-1,0-1 1,0 0-1,0-1 1,0 1-1,0-1 1,0 0 0,-1 0-1,1 0 1,-1-1-1,1 0 1,-1 0-1,0 0 1,0 0 0,4-5-1,1-4-42,0 0 1,0 0-1,-2-1 0,1-1 0,-2 1 0,1-1 0,-2 0 1,0-1-1,-1 1 0,5-28 0,-24 59 65,-10 28-20,3 1-1,1 1 1,3 1 0,1 0 0,-14 74 0,-26 262 0,37-217 11,14-125 37,-21 80 0,23-109 21,0 0 1,-1-1-1,-1 1 1,0-1 0,0 0-1,-2-1 1,1 0 0,-1 0-1,-1 0 1,-9 8 0,11-13-2,0-1 0,0-1 0,-1 0 0,1 0 0,-1 0 0,0-1 0,0 0 0,0-1 0,0 1 0,0-2 0,0 1 1,-1-1-1,1 0 0,-1-1 0,1 0 0,-1 0 0,-13-3 0,3 0-21,0 0 0,1-2 1,-1 0-1,1-1 0,0-1 0,-28-15 1,-8-8-43,1-2 0,-95-78 0,143 106-198,1-1 0,0 1 1,0 0-1,0-1 1,1 0-1,0 0 1,0 0-1,0 0 1,0-1-1,1 1 0,0-1 1,0 1-1,0-1 1,1 0-1,0 0 1,0 1-1,1-1 1,-1 0-1,1 0 0,0 0 1,1 0-1,0 0 1,-1 0-1,2 0 1,-1 1-1,1-1 0,0 0 1,5-9-1,9-6-2083,2 1-1,30-27 0,-31 30 275,29-26-5529</inkml:trace>
</inkml:ink>
</file>

<file path=ppt/ink/ink2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2:05.04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154 29 3497,'0'0'15506,"-2"-5"-14193,1 4-1218,1-1-1,-1 1 0,1 0 1,-1 0-1,1-1 0,-1 1 0,0 0 1,0 0-1,0 0 0,0 0 1,0 0-1,0 0 0,0 0 1,0 0-1,0 0 0,0 0 1,0 1-1,0-1 0,-1 0 0,1 1 1,0-1-1,-1 1 0,1-1 1,0 1-1,-1 0 0,-1 0 1,-1 0 34,0 0 0,0 1 0,1 0 0,-1 0 1,0 0-1,0 0 0,1 1 0,-1-1 1,1 1-1,0 0 0,-4 2 0,1-1-100,1 0 0,0 1-1,0-1 1,0 1 0,0 0-1,1 0 1,-1 1 0,1-1-1,0 1 1,1 0 0,-1 0-1,1 1 1,0-1 0,0 1-1,1-1 1,-1 1 0,1 0-1,0 0 1,-1 9 0,3-14-43,1 0 0,-1 0 0,0 0 0,1 0 0,-1 0 1,1 0-1,0-1 0,-1 1 0,1 0 0,0 0 0,-1-1 0,1 1 1,0 0-1,0-1 0,-1 1 0,1-1 0,0 1 0,0-1 1,0 1-1,0-1 0,0 0 0,0 1 0,0-1 0,0 0 0,1 0 1,34 7-354,-24-5 245,-9-2 114,-1 0 0,0 1 0,0 0 0,0 0 0,0-1 0,0 1 0,0 1-1,0-1 1,0 0 0,0 0 0,0 1 0,-1-1 0,1 1 0,0-1-1,-1 1 1,0 0 0,1 0 0,-1-1 0,0 1 0,0 0 0,0 0-1,0 0 1,0 0 0,0 1 0,-1-1 0,1 0 0,-1 0 0,1 0-1,-1 1 1,0-1 0,0 0 0,0 0 0,0 1 0,0-1 0,0 0 0,-1 0-1,1 0 1,-2 3 0,-1-1 16,0-1 0,0 1 0,0-1 1,-1 0-1,1-1 0,-1 1 0,0 0 0,0-1 0,-7 3 0,-3 4-76,13-9-68,0 1-1,-1 0 0,1 0 1,0 1-1,0-1 0,-1 0 1,1 0-1,0 0 0,0 1 1,0-1-1,1 1 0,-1-1 1,0 1-1,0-1 0,0 3 1,1-3-79,0 0 1,0-1 0,0 1 0,0 0 0,1-1-1,-1 1 1,0 0 0,0 0 0,0-1 0,1 1-1,-1 0 1,0-1 0,1 1 0,-1-1 0,1 1-1,-1-1 1,1 1 0,-1 0 0,1-1 0,-1 0-1,1 1 1,-1-1 0,1 1 0,0-1 0,-1 0-1,1 1 1,0-1 0,-1 0 0,1 0 0,0 1-1,-1-1 1,1 0 0,0 0 0,-1 0 0,2 0-1,23 2-7496</inkml:trace>
</inkml:ink>
</file>

<file path=ppt/ink/ink2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2:26.07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0 142 1096,'0'0'16241,"11"-21"-14865,33-67-169,-24 56 1707,-20 32-2860,0 0 1,0 0-1,0 0 1,0 0-1,1 0 0,-1 0 1,0 0-1,0 0 0,0 0 1,1 0-1,-1 0 1,0 0-1,0 0 0,0 0 1,1 0-1,-1 0 0,0 0 1,0 0-1,0 0 1,1 0-1,-1 0 0,0 0 1,0 0-1,0 0 1,0 1-1,1-1 0,-1 0 1,0 0-1,0 0 0,0 0 1,0 0-1,0 1 1,1-1-1,-1 0 0,0 0 1,0 0-1,0 0 0,0 1 1,0-1-1,0 0 1,0 0-1,0 0 0,0 1 1,0-1-1,0 0 1,0 0-1,0 0 0,0 1 1,0-1-1,0 0 0,0 0 1,0 0-1,0 1 1,0-1-1,0 0 0,0 0 1,0 0-1,0 0 0,0 1 1,0-1-1,-6 41 1602,3-31-2104,1 0 0,0 0 0,0 0 0,0 19 0,-4-27-6423,5-2 5572,-11 0-6144</inkml:trace>
</inkml:ink>
</file>

<file path=ppt/ink/ink2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2:26.26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1800,'0'0'22245,"19"3"-22245,-12 23-576,-7 9-1448,0-6-3162,0-6-4960</inkml:trace>
</inkml:ink>
</file>

<file path=ppt/ink/ink2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2:26.62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0 432,'112'131'3079,"-89"-105"9944,-22-17-9505,2 2-3239,0 0 0,0-1 0,2 0 0,-1 0 0,1 0 0,1 0 0,-1-1 0,15 18 0,-17-24-303,-1 0-1,1 0 1,0 0-1,0 0 0,0-1 1,1 1-1,-1-1 1,1 1-1,-1-1 1,1 0-1,0-1 0,-1 1 1,1-1-1,0 0 1,0 1-1,0-2 1,0 1-1,1 0 0,-1-1 1,0 0-1,0 0 1,0 0-1,0 0 1,0-1-1,0 0 0,1 0 1,5-2-1,-3-3 128,0 0 0,-1-1 0,0 0 0,8-12 0,-14 18 225,9 10 62,33 53-596,-10-23-3755,-12-21-3530</inkml:trace>
</inkml:ink>
</file>

<file path=ppt/ink/ink2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2:26.93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168 1 4401,'0'0'21917,"-45"231"-21309,32-157-280,0-4-232,0-6-96,7-9-64,-1-10-384,1-10-865,-7-6-999,-6-16-1553,0-7-472,6-6-3769</inkml:trace>
</inkml:ink>
</file>

<file path=ppt/ink/ink2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2:27.22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 0 3425,'0'0'8506,"0"13"-4039,0 38-2069,0-38-690,0-26-463,0 11-1217,0 0 0,0 0 0,0 0 0,0 0 0,1 0 0,-1 0 0,0 0 0,1 1 0,0-1 1,-1 0-1,1 0 0,0 0 0,0 1 0,0-1 0,0 0 0,0 1 0,0-1 0,0 1 0,1-1 0,-1 1 0,0-1 1,1 1-1,-1 0 0,1 0 0,0 0 0,-1 0 0,1 0 0,0 0 0,0 0 0,-1 1 0,1-1 0,0 1 0,0-1 1,0 1-1,0 0 0,2-1 0,4 1 22,0 0-1,0 1 1,0 0 0,0 0 0,0 0 0,0 1-1,13 5 1,-18-6-30,0 0 0,-1 0 0,1 0-1,-1 1 1,1-1 0,-1 1 0,1 0-1,-1-1 1,0 1 0,0 0 0,0 0-1,0 0 1,0 1 0,0-1 0,-1 0-1,1 1 1,-1-1 0,1 1 0,-1 0-1,0-1 1,1 5 0,-1 1 9,0 0 1,0-1-1,0 1 0,-1 0 0,-2 13 1,1-1 13,1-17-36,0 1 0,0-1 0,0 0 0,-1 1 0,0-1 0,0 0 0,0 0 0,0 1 0,0-1 0,0 0 0,-1 0 0,1 0 0,-1 0-1,0-1 1,0 1 0,0 0 0,-1-1 0,1 1 0,0-1 0,-1 0 0,0 0 0,1 0 0,-1 0 0,0 0 0,0-1 0,0 1 0,0-1 0,-5 2 0,-5 0-58,0 0 0,0 0-1,0-1 1,0-1 0,-25 0-1,38-1 11,-1 0 0,1 0 0,-1 0 0,1 0 0,0 0-1,-1 0 1,1 0 0,0 0 0,-1 0 0,1 0 0,-1 0 0,1 0-1,0-1 1,-1 1 0,1 0 0,0 0 0,-1 0 0,1-1-1,0 1 1,0 0 0,-1 0 0,1-1 0,0 1 0,0 0 0,-1-1-1,1 1 1,0 0 0,0-1 0,0 1 0,0 0 0,-1-1-1,1 1 1,0 0 0,0-1 0,0 1 0,0 0 0,0-1 0,0 1-1,0-1 1,6-20-4919,16-14-8050,-3 14 9780</inkml:trace>
</inkml:ink>
</file>

<file path=ppt/ink/ink2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2:27.57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164 1 40,'0'0'20963,"-27"8"-20507,-6 3-318,-41 18 0,72-28-130,0 1-1,0-1 1,0 0-1,0 1 1,0 0-1,0-1 1,1 1-1,-1 0 0,1 0 1,-1 0-1,1 0 1,-1 0-1,1 0 1,0 0-1,0 1 1,0-1-1,1 0 1,-1 1-1,0-1 1,0 4-1,4 42 32,-1-35-20,-2-6-18,1 0 0,1 0 0,-1-1 0,1 1-1,0 0 1,1-1 0,-1 0 0,1 0 0,1 0 0,-1 0 0,1 0 0,5 5 0,-7-8-57,1 0 1,-1 0 0,1-1 0,0 0 0,0 1 0,0-1 0,0 0 0,1 0-1,-1-1 1,0 1 0,1-1 0,-1 1 0,1-1 0,-1 0 0,1-1 0,0 1-1,0-1 1,-1 1 0,1-1 0,0 0 0,-1 0 0,8-2 0,-8 1 24,-1 0 1,-1 0-1,1-1 1,0 1-1,0-1 1,0 1-1,-1-1 0,1 0 1,-1 1-1,1-1 1,-1 0-1,0 0 1,1 0-1,-1 0 1,0 0-1,-1 0 1,1-1-1,0 1 1,0 0-1,-1 0 1,0-1-1,1 1 0,-1 0 1,0 0-1,0-1 1,0-3-1,-4-67 73,1 59-227,-1 0 1,0 0-1,-1 0 1,-1 1 0,-8-17-1,12 12-5960,3 6-3008,-1 1 6871</inkml:trace>
</inkml:ink>
</file>

<file path=ppt/ink/ink2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2:27.90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212 1 2633,'0'0'18450,"-27"3"-17454,-88 14-417,110-16-524,-1 0 1,1 1-1,0-1 0,-1 1 0,1 0 1,0 1-1,0-1 0,-5 4 0,9-5-46,-1 0 0,1 0 0,0 1 0,-1-1-1,1 0 1,0 0 0,0 1 0,0-1 0,0 1-1,0-1 1,0 1 0,0-1 0,1 1 0,-1 0-1,1-1 1,-2 4 0,2-2-32,1-1 0,-1 0-1,0 0 1,0 0 0,1 0 0,0 0 0,-1 0-1,1 0 1,0 0 0,0 0 0,0 0-1,0 0 1,0 0 0,0 0 0,1 0 0,-1-1-1,1 1 1,-1-1 0,1 1 0,-1-1-1,1 0 1,0 1 0,0-1 0,0 0 0,0 0-1,3 1 1,8 4-120,-1-2-189,0 1 1,-1 1-1,0 0 1,0 1-1,18 13 1,-28-18 298,0-1-1,0 0 1,1 0 0,-1 1 0,0-1-1,0 0 1,0 1 0,-1-1 0,1 1-1,0 0 1,-1-1 0,1 1 0,0 0 0,-1-1-1,0 1 1,1 0 0,-1-1 0,0 1-1,0 3 1,-1-2 56,0 0 0,0-1 1,0 1-1,-1 0 0,1-1 0,-1 1 0,1-1 0,-1 0 1,0 0-1,0 1 0,0-1 0,0 0 0,0 0 1,0-1-1,-1 1 0,-2 1 0,-25 15 262,25-16-389,0 0 0,0 1 1,0 0-1,0 0 0,1 0 1,-1 0-1,1 1 1,0 0-1,0-1 0,0 2 1,-4 4-1,7-7-2895</inkml:trace>
</inkml:ink>
</file>

<file path=ppt/ink/ink2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2:28.12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52 1 1768,'0'0'22253,"-20"167"-22253,20-155-296,-6-12-1232,-7 0-2753,0-6-2873</inkml:trace>
</inkml:ink>
</file>

<file path=ppt/ink/ink2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2:28.29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20 6129,'0'0'16636,"26"-19"-16716,-14 45-1296,-5-14-3201,-1-2-4617</inkml:trace>
</inkml:ink>
</file>

<file path=ppt/ink/ink2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2:28.54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308 1 1512,'0'0'21869,"-70"211"-19613,70-146-943,0-1-689,0-13-432,0-3-144,0-3-40,0-10-8,-7-12-8,-12-4-424,-7-3-1297,-6-3-1167,-26-13-2497,7 0-2809,6-26 1072</inkml:trace>
</inkml:ink>
</file>

<file path=ppt/ink/ink2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2:28.83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12 208,'0'0'16477,"35"-2"-13859,116-6-618,-114 6-1379,-1 2-1,1 2 0,36 7 1,-2-1 21,-69-8-617,-1 0 0,0 1 0,0-1 0,0 0 0,0 0 1,0 1-1,0-1 0,0 0 0,0 1 0,0-1 1,0 1-1,0-1 0,-1 1 0,1 0 0,0-1 0,0 1 1,0 0-1,-1 0 0,1-1 0,0 1 0,-1 0 1,1 0-1,0 0 0,-1 0 0,1 0 0,-1 0 0,0 0 1,1 0-1,-1 0 0,0 0 0,0 0 0,1 0 1,-1 0-1,0 0 0,0 0 0,0 0 0,0 0 1,-1 0-1,1 0 0,0 0 0,0 0 0,-1 1 0,1-1 1,0 0-1,-1-1 0,1 1 0,-1 0 0,0 2 0,-30 54 536,25-48-528,-38 81 218,19-34-294,23-67-10449,-4-15 3476</inkml:trace>
</inkml:ink>
</file>

<file path=ppt/ink/ink2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2:29.04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9882,'0'0'13275,"58"173"-13699,-58-134-2449,0-7-4568</inkml:trace>
</inkml:ink>
</file>

<file path=ppt/ink/ink2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2:29.69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132 108 12763,'0'0'13115,"-21"30"-12955,-61 95-98,79-120-59,0-1-1,0 1 1,0-1-1,0 1 1,1 0-1,0 0 1,0 0-1,0 1 0,1-1 1,-1 0-1,1 1 1,1-1-1,-1 0 1,1 1-1,0-1 1,1 10-1,0 4-4,0-18 1,-1 1 0,0-1 0,0 1 0,0-1 0,1 1 0,-1-1 0,1 1 0,-1-1-1,1 0 1,0 1 0,0-1 0,-1 0 0,1 0 0,0 1 0,0-1 0,0 0 0,0 0 0,0 0 0,1 0 0,-1 0-1,0 0 1,0 0 0,1-1 0,-1 1 0,0 0 0,1-1 0,-1 1 0,1-1 0,-1 1 0,1-1 0,-1 0 0,1 0-1,-1 1 1,3-1 0,-1 0-7,0 0-1,0 0 0,-1 0 0,1 0 1,0-1-1,0 1 0,0-1 0,-1 1 1,1-1-1,0 0 0,-1 0 0,1 0 1,-1-1-1,1 1 0,-1-1 0,1 1 1,-1-1-1,2-2 0,2-4-134,0-1 0,-1-1-1,0 1 1,-1-1 0,0 1-1,0-1 1,-1 0 0,0-1-1,-1 1 1,1-12 0,1-16-501,0-53 1,-5 83 637,1 0 0,1 0 0,-1 0 0,1 0 0,1 0 0,0 0 0,0 1 0,0-1 0,5-10 1,-4 14 3,-1 0 1,1 1 0,0-1-1,0 1 1,1-1 0,-1 1-1,1 0 1,-1 0 0,1 1 0,0-1-1,0 1 1,0 0 0,0 0-1,1 0 1,-1 0 0,0 1 0,8-2-1,-3 1 27,-1 0 1,1 1-1,0 0 0,-1 0 0,18 1 0,-23 0-4,0 1 0,0-1 0,0 1 0,0 0-1,0 0 1,0 0 0,0 0 0,0 0 0,0 1 0,0-1-1,-1 1 1,1 0 0,0 0 0,-1 0 0,0 0 0,1 0-1,-1 1 1,2 3 0,4 5 85,-2 0 0,0 1 1,0-1-1,-1 1 0,0 1 0,-1-1 0,-1 1 1,3 19-1,-1 7 609,-2 62 1,-3-100-490,8-10-148,4-9-98,1 1 0,0 1 0,2 0 0,0 1 0,22-18 0,-29 27 29,0-1-1,1 2 0,0-1 0,0 1 0,1 1 1,-1-1-1,1 2 0,0-1 0,0 1 0,0 1 1,0 0-1,21-2 0,-30 5 38,1-1 0,-1 1 0,0-1 0,1 1 0,-1-1 0,0 1 1,1 0-1,-1-1 0,0 1 0,0 0 0,0 0 0,1 0 0,-1 0 0,0 0 0,0 0 0,-1 1 0,1-1 0,0 0 1,0 0-1,0 1 0,-1-1 0,1 0 0,-1 1 0,1-1 0,-1 1 0,0-1 0,1 0 0,-1 1 0,0-1 1,0 1-1,0-1 0,0 2 0,0 61 628,-1-47-617,1-12-116,1 7-78,-1 1 0,-1-1 1,-4 22-1,3-29-780,1 0 1,-1 0-1,0 0 0,0 0 0,-1-1 0,-5 9 0,-5 2-7179</inkml:trace>
</inkml:ink>
</file>

<file path=ppt/ink/ink2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2:30.40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309 124 1192,'0'0'15621,"3"-20"-13481,9-59-222,-12 78-1840,0 0-1,0 0 0,0 0 1,0 1-1,0-1 1,0 0-1,0 0 0,0 0 1,0 0-1,0 1 1,0-1-1,0 0 0,-1 0 1,1 0-1,0 1 1,-1-1-1,1 0 1,0 0-1,-1 1 0,1-1 1,-1 0-1,1 1 1,-1-1-1,0 0 0,1 1 1,-1-1-1,0 1 1,1-1-1,-1 1 0,0-1 1,0 1-1,1 0 1,-1-1-1,0 1 0,0 0 1,-1-1-1,-25 3 630,23-2-416,-4 1-165,1 0 1,0 0-1,0 1 0,0 0 0,0 0 0,0 0 0,0 1 0,1 0 0,-1 1 1,1-1-1,0 1 0,0 1 0,-11 9 0,-2 3 251,2 1 1,-26 33-1,30-32-323,2 0-1,0 1 1,1 0-1,1 1 0,1 0 1,1 0-1,1 0 1,1 1-1,0 0 1,2 0-1,1 1 1,0 28-1,2-45-59,0 1 0,0-1-1,1 0 1,0 0 0,0 1-1,0-1 1,1 0 0,0 0 0,0 0-1,6 10 1,-6-13-5,0 0 0,0-1 0,1 1 0,-1 0 1,1-1-1,0 1 0,0-1 0,0 0 0,0 0 0,0 0 0,1 0 0,-1-1 1,0 1-1,1-1 0,-1 0 0,1 0 0,0 0 0,-1 0 0,5-1 0,2 2-16,-1-2-1,0 1 0,1-1 0,-1-1 1,1 0-1,-1 0 0,1-1 1,-1 0-1,0 0 0,0-1 0,0 0 1,0-1-1,13-8 0,-12 5-1,0 0-1,0 0 1,-1-2-1,0 1 1,-1-1-1,0 0 1,0-1-1,-1 0 1,9-16-1,-4 3 19,-1 0-1,-2-1 1,0 0-1,-2-1 0,0 0 1,-2 0-1,-1 0 1,-1-1-1,0-34 0,-3 45 17,1 10 5,-1 0 1,0-1 0,0 1-1,-1 0 1,1-1-1,-1 1 1,-1 0 0,-1-5-1,2 8 2,0 0 0,0 1 0,0-1 1,-1 1-1,1-1 0,0 1 0,-1 0 0,0 0 0,1-1 0,-1 1 0,0 0 0,1 0 0,-1 1 0,0-1 0,0 0 0,0 1 0,0-1 0,0 1 0,0-1 1,1 1-1,-1 0 0,0 0 0,0 0 0,0 0 0,-3 1 0,-2-2 25,1 1 0,0 1 1,-1-1-1,1 1 0,0 0 0,0 1 0,0-1 1,0 1-1,-7 3 0,10-3-70,0 0 0,0 0 0,0 0 0,1 1 0,-1-1 0,1 1 0,0-1 0,-1 1 0,1 0 0,0 0 0,1 0 0,-1 0 0,0 0 0,1 0 0,0 0 0,0 1 0,0-1 0,-1 6 0,-2 6-742,-4 26-6705,7-23-3854</inkml:trace>
</inkml:ink>
</file>

<file path=ppt/ink/ink2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2:31.60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213 17 3161,'0'0'17051,"44"-16"-15050,-44 22-1377,0 23-152,-19 7-168,-13 5-304,-45 39-800,13-9-2929,0-13-3737</inkml:trace>
</inkml:ink>
</file>

<file path=ppt/ink/ink2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2:32.36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1 273 2633,'0'0'11905,"5"0"-10082,0 0-1607,0-1 1,0 0-1,-1 0 1,1-1 0,0 1-1,-1-1 1,1 0-1,-1 0 1,1-1-1,-1 1 1,0-1-1,0 0 1,0 0 0,-1 0-1,1-1 1,5-7-1,35-24 828,-37 31-916,0-2 45,1 2-1,0-1 1,0 1 0,0 0-1,0 1 1,1 0 0,16-4 0,-23 40 1155,-2 94-77,0-126-1251,0 0 0,0-1 0,0 1 0,0 0 0,0 0 0,1 0 0,-1-1 0,0 1 0,0 0 1,1 0-1,-1-1 0,1 1 0,-1 0 0,0 0 0,1-1 0,0 1 0,-1-1 0,1 1 0,-1 0 0,1-1 0,0 1 0,-1-1 1,1 1-1,0-1 0,-1 0 0,1 1 0,0-1 0,1 1 0,30 1 36,-22-3-24,-1 0-1,0-1 1,0 0 0,-1-1-1,11-4 1,146-93-16,-162 98 3,0 0 0,0 0 0,1 1 0,-1-1 0,1 1 0,0 0 0,-1 0 0,1 0 0,0 0 0,0 1 0,-1-1 0,1 1 0,0 0 0,0 0 0,5 1 0,-3 1-3,0 0 1,0 1-1,0-1 0,-1 1 1,1 0-1,9 8 1,15 8 4,19-4-12,-46-15 8,0 1 1,0-1-1,-1 1 0,1-1 0,0 0 1,0 0-1,0 0 0,0 0 0,0-1 1,-1 1-1,1-1 0,0 1 0,0-1 1,-1 0-1,1 0 0,2-2 0,-2 0 3,-1-1-1,1 1 0,-1-1 1,0 1-1,-1-1 0,1 0 1,-1 1-1,1-1 0,-1 0 0,0 0 1,-1 0-1,1 0 0,0-4 1,-1-62 25,0 43 42,-1 24-58,1-1 0,-1 0-1,1 1 1,-1-1 0,-1 0 0,1 1-1,0-1 1,-1 1 0,0-1 0,1 1-1,-1 0 1,-1 0 0,1 0 0,0 0 0,-1 0-1,1 0 1,-1 1 0,-3-3 0,-6-4 2,1 1 1,-1 1 0,-19-10-1,31 17-56,0 0-1,0 0 1,0 0-1,0 0 0,-1 0 1,1-1-1,0 1 0,0 0 1,0 0-1,0 0 0,0 0 1,-1 0-1,1 0 1,0 0-1,0 0 0,0 0 1,0 0-1,-1 0 0,1 0 1,0 0-1,0 0 0,0 0 1,0 0-1,-1 0 1,1 0-1,0 0 0,0 0 1,0 0-1,0 1 0,0-1 1,-1 0-1,1 0 0,0 0 1,0 0-1,0 0 1,0 0-1,0 0 0,0 1 1,-1-1-1,1 0 0,0 0 1,0 0-1,0 0 0,0 0 1,0 1-1,0-1 0,0 0 1,0 0-1,0 0 1,0 0-1,0 1 0,0-1 1,0 0-1,0 0 0,0 0 1,2 16-1995,8 11-1910,8-3-2276</inkml:trace>
</inkml:ink>
</file>

<file path=ppt/ink/ink2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2:32.56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72 1 2881,'0'0'21700,"-26"93"-21556,19-90-144,7 0-64,-6-3-1152,-13 0-2833,6-6-3873</inkml:trace>
</inkml:ink>
</file>

<file path=ppt/ink/ink2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2:32.73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12339,'0'0'7345,"45"119"-16155</inkml:trace>
</inkml:ink>
</file>

<file path=ppt/ink/ink2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2:32.93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373 0 5113,'0'0'14275,"-90"170"-12234,58-96-97,6 3-464,1 0-215,12-3-577,-6-17-448,6-5-168,-6-4-72,6-19-256,-7-4-1217,-18-2-1463,12-7-2657,-12-10-3657</inkml:trace>
</inkml:ink>
</file>

<file path=ppt/ink/ink2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2:33.43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0 565 3777,'0'0'2422,"35"-21"3386,239-145 637,-138 86-4035,186-126-842,-315 200-1553,33-28-12,-38 32 18,0 0 0,0 0 0,0 0 0,-1-1 0,1 1 0,-1-1 0,1 1 0,-1-1 0,0 1 0,0-1 0,0 0 0,-1 1 0,1-1 0,0 0 0,-1-3 0,0 6-9,0-1 1,0 1 0,0-1 0,-1 1 0,1 0 0,0-1-1,0 1 1,0-1 0,-1 1 0,1 0 0,0-1 0,-1 1 0,1 0-1,0-1 1,-1 1 0,1 0 0,-1-1 0,1 1 0,0 0-1,-1 0 1,1-1 0,-1 1 0,1 0 0,-1 0 0,1 0-1,0 0 1,-1 0 0,1 0 0,-1-1 0,1 1 0,-1 0 0,0 1-1,-21-2 30,14 2 22,-6 0 45,-1 0-1,0 2 1,0 0-1,1 0 1,0 1-1,-1 1 1,2 0-1,-1 1 1,0 1-1,1 0 1,1 1-1,-1 0 1,1 1-1,1 0 1,-1 1-1,2 1 1,-17 19-1,8-7 43,0 2-1,2 0 0,1 1 0,2 0 1,0 1-1,2 1 0,-18 57 0,16-36-102,2 2 0,2-1 0,-5 96 0,15-144-238,4-3 174,0 1 0,0-1 1,0 0-1,0 0 0,0-1 1,0 1-1,0-1 0,0 0 1,0 0-1,-1 0 0,7-5 1,41-37 18,-22 17-26,-23 23 29,-2 2 5,-1-1-1,1 1 1,-1-1 0,0 1 0,0-1 0,0 0 0,0 0 0,-1 0-1,4-5 420,0 24 88,0 5-323,-4-14-209,-1 0-1,1 0 0,0 0 1,0 0-1,1 0 1,0 0-1,1-1 1,-1 1-1,1-1 0,0 0 1,1 0-1,-1 0 1,1-1-1,0 0 0,1 0 1,-1 0-1,1 0 1,9 5-1,-1-3-1062,1 0 0,1 0 0,-1-1 0,24 5 0,13-8-5062</inkml:trace>
</inkml:ink>
</file>

<file path=ppt/ink/ink2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2:33.77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482 0 4481,'0'0'23149,"-135"186"-22237,109-121-336,1-1-360,-1-7-160,0-2-56,-6-4-208,0-6-800,-32 16-864,13-9-1953,-13-17-2689</inkml:trace>
</inkml:ink>
</file>

<file path=ppt/ink/ink2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2:34.33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1 499 1856,'0'0'10705,"39"-17"-4786,5-2-4832,233-95 3298,-82 46-2169,178-67-903,-349 127-1300,-1-2 0,0-1 1,-1-1-1,0 0 0,35-28 1,-55 39-11,-1 0 0,0 0 0,0 0 0,1 0-1,-1 0 1,0-1 0,0 1 0,0 0 0,0-1 0,-1 1 0,1-1 0,0 1 0,-1-1 0,1 1 0,0-1 0,-1 0 0,0 1 0,1-1 0,-1 1 0,0-1 0,0-2 0,0 3-3,-1 0 0,1 0 0,-1 0-1,1 0 1,-1 0 0,0 0 0,1 0-1,-1 0 1,0 0 0,0 0 0,1 1-1,-1-1 1,0 0 0,0 1 0,0-1 0,0 0-1,0 1 1,0-1 0,0 1 0,0 0-1,0-1 1,0 1 0,0 0 0,0 0-1,-1-1 1,1 1 0,0 0 0,0 0-1,-2 0 1,-16-1-5,0 1-1,0 0 1,-28 4 0,39-2 5,0 0 0,0 1 0,0-1 0,1 1 0,-1 1 0,1 0 0,0 0 0,0 0 0,0 1 0,1 0 0,-7 6 0,-9 12 30,1 0 0,1 2 1,1 0-1,2 1 0,1 0 0,0 2 1,-12 32-1,-72 214 344,88-238-357,4-11-13,0 0 0,2 0 0,1 0-1,1 1 1,0 26 0,30-59-52,-1-11-4,-1-1 0,0-2 1,24-28-1,-10 10 22,-37 38 35,-1 24 11,0-15-88,0 0-1,0 0 1,1 0 0,0 0 0,1 0-1,0 0 1,0-1 0,5 13 0,-5-17-284,-1 0 0,1-1 0,0 1 0,0-1-1,0 0 1,0 0 0,0 1 0,0-1 0,0 0 0,1-1 0,-1 1 0,1 0 0,-1-1 0,1 1 0,0-1 0,0 0 0,0 0 0,-1 0 0,1 0 0,0 0 0,0-1 0,0 0 0,0 1 0,6-1 0,5 0-5616</inkml:trace>
</inkml:ink>
</file>

<file path=ppt/ink/ink2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2:34.68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40 5745,'0'0'15283,"27"3"-14257,13 3-631,129 13 1078,-118-18-1195,-52-39-50,0 36-217,0 0 1,-1 0-1,1 0 0,-1 0 1,1 0-1,-1 1 1,0-1-1,0 0 1,1 1-1,-1 0 0,0-1 1,-1 1-1,1 0 1,0 0-1,0 0 0,0 1 1,-1-1-1,1 0 1,0 1-1,-5-1 0,-53-1 784,44 2-410,3 0-217,6 0 26,-1 0 0,0 0 0,1 0 0,-1 1 0,-14 4 1,20-4-166,0-1 1,0 1 0,0 0 0,0 1 0,0-1 0,0 0 0,1 1 0,-1-1 0,0 1-1,1-1 1,-1 1 0,1 0 0,-1-1 0,1 1 0,0 0 0,0 0 0,0 0 0,0 0-1,0 0 1,0 0 0,1 0 0,-1 1 0,0-1 0,1 0 0,0 4 0,-6 85 253,6-85-297,0 0 0,0 0 0,1 0 0,0 0 0,0 0 0,1 0 0,-1 0 0,1-1 0,0 1 0,1 0 0,-1-1 1,1 0-1,5 7 0,3-2-564,1 0 0,0-1 0,0-1 0,1 0 0,1 0-1,19 7 1,18 1-5128</inkml:trace>
</inkml:ink>
</file>

<file path=ppt/ink/ink2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2:35.83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1 182 2777,'0'0'19261,"5"-14"-18350,19-42-314,-14 47 1,-4 18-45,-1 25 415,-5-31-826,2 117 1404,-3-66-1137,1-54-349,15-13 20,5-6-113,29-31-559,84-66 1,-108 98 471,0-1 40,51-30 1,-75 49 110,-1 0 0,0 0 1,1 0-1,-1 0 0,1 0 0,-1 0 0,0 0 1,1 0-1,-1 0 0,0 1 0,1-1 0,-1 0 0,0 0 1,1 0-1,-1 0 0,0 1 0,1-1 0,-1 0 1,0 0-1,0 0 0,1 1 0,-1-1 0,0 0 1,0 1-1,1-1 0,-1 0 0,0 1 0,0-1 1,0 0-1,0 1 0,0-1 0,1 0 0,-1 1 1,0-1-1,0 0 0,0 1 0,0-1 0,0 0 1,0 1-1,0-1 0,0 1 0,0-1 0,0 0 1,-1 1-1,3 27 428,-2-17-216,0-8-235,1-1 0,-1 0 0,1 0 0,-1 0 0,1 0 0,0 0 0,0 0 0,0 0 0,0-1 0,0 1 0,1 0 0,-1 0 0,0-1 0,1 1 0,-1-1 0,1 1 0,-1-1 0,1 0 0,0 1 0,2 0 0,0 0 14,1 0 0,-1-1 0,0 0 0,1 0 0,-1 0 0,0 0 0,1 0 0,-1-1 0,8 0 1,-1-1 11,-1 0 0,1-1 0,0 0 0,0 0 0,-1-1 0,1-1 0,17-8 0,144-95-162,-172 106 133,1 1 1,-1 0-1,0 0 0,1-1 1,-1 1-1,1 0 0,-1 0 0,0 0 1,1 0-1,-1-1 0,1 1 0,-1 0 1,1 0-1,-1 0 0,1 0 1,-1 0-1,1 0 0,-1 0 0,1 0 1,-1 0-1,1 0 0,-1 0 0,0 1 1,1-1-1,-1 0 0,1 0 0,-1 0 1,1 1-1,-1-1 0,0 0 1,1 0-1,-1 1 0,1-1 0,-1 0 1,0 1-1,0-1 0,1 0 0,-1 1 1,0-1-1,1 1 0,-1-1 1,0 0-1,0 1 0,0-1 0,0 1 1,1-1-1,-1 1 0,0-1 0,0 1 1,0-1-1,0 1 0,4 40 506,0-5-232,-2-29-414,0 0 0,1 0 0,0 0 0,1-1-1,0 1 1,0-1 0,0 0 0,8 9 0,-7-12-433,0 1-1,0 0 1,0-1 0,0 0 0,0 0 0,1-1 0,-1 1 0,1-1 0,0 0 0,11 1 0,9 4-5489</inkml:trace>
</inkml:ink>
</file>

<file path=ppt/ink/ink2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2:36.57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1 209 4913,'0'0'16111,"30"-15"-15160,26-11-448,1 2 1,1 3-1,92-21 0,-9 14 628,1 5 0,229-6 0,-384 30-1100,0 1 1,0 0 0,1 1 0,-1 0-1,-23 10 1,-7 2 8,-661 165 27,687-176-96,27-5-67,30-5-40,295-78-141,153 11 269,-444 72 40,-78 8 123,12-2-89,-383 94 1256,387-95-1310,-40 11 126,58-15-141,0 0 0,0 0 1,-1-1-1,1 1 1,0 0-1,0 0 0,0 0 1,0 0-1,0 0 0,-1 0 1,1 0-1,0 0 0,0 0 1,0 0-1,0 0 0,-1 0 1,1 0-1,0 0 0,0 0 1,0 0-1,0 0 0,0 0 1,-1 0-1,1 0 0,0 1 1,0-1-1,0 0 1,0 0-1,0 0 0,-1 0 1,1 0-1,0 0 0,0 0 1,0 0-1,0 1 0,0-1 1,0 0-1,0 0 0,0 0 1,-1 0-1,1 0 0,0 1 1,0-1-1,0 0 0,0 0 1,0 0-1,0 0 0,0 1 1,0-1-1,0 0 1,0 0-1,0 0 0,0 0 1,0 0-1,0 1 0,0-1 1,0 0-1,0 0 0,0 0 1,1 0-1,-1 0 0,0 1 1,0-1-1,0 0 0,0 0 1,29 2-561,45-3-2485,19-7-3939</inkml:trace>
</inkml:ink>
</file>

<file path=ppt/ink/ink2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2:37.19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1 152 7930,'0'0'15232,"11"-5"-14368,34-16-117,-45 21-722,1 0-1,0 0 0,0 0 0,0 0 1,-1 0-1,1 0 0,0 0 0,0 0 1,-1 1-1,1-1 0,0 0 0,0 0 1,-1 1-1,1-1 0,0 0 0,0 1 1,-1-1-1,1 1 0,-1-1 0,1 1 1,0-1-1,-1 1 0,1 0 0,-1-1 1,1 1-1,-1-1 0,1 1 0,-1 0 1,0 0-1,1-1 0,-1 1 0,0 0 1,0 0-1,1-1 0,-1 1 0,0 0 1,0 0-1,0-1 0,0 3 0,0 36 582,0-31-453,0 77 585,16-108-739,24-25-280,1 1 1,3 2-1,82-66 0,-125 111 298,-1 0 0,1-1 0,-1 1 0,1-1 1,-1 1-1,1 0 0,-1 0 0,1-1 0,-1 1 0,1 0 0,-1 0 0,1 0 0,-1-1 0,1 1 0,0 0 0,-1 0 0,1 0 0,-1 0 0,1 0 0,-1 0 1,1 0-1,0 0 0,-1 0 0,1 1 0,-1-1 0,1 0 0,-1 0 0,1 0 0,-1 1 0,1-1 0,-1 0 0,1 1 0,-1-1 0,1 0 0,-1 1 0,1-1 1,-1 1-1,0-1 0,1 0 0,-1 1 0,1-1 0,-1 1 0,0-1 0,0 1 0,1 0 0,-1-1 0,0 1 0,0-1 0,0 1 0,0-1 0,0 1 0,0 0 1,1-1-1,-1 1 0,0-1 0,-1 1 0,1-1 0,0 1 0,0 0 0,0 0 0,0 53 1043,-1-38-851,-1 7-39,1-16-239,0 0-1,1 0 0,0-1 1,0 1-1,0 0 1,1 0-1,3 12 0,-2-17-177,0-1 0,0 1 0,0-1 0,1 0 0,-1 0 0,0 0-1,1 0 1,-1 0 0,1 0 0,-1-1 0,1 1 0,-1-1 0,1 0-1,3 0 1,15 4-1502,58 14-8390,-46-14 768</inkml:trace>
</inkml:ink>
</file>

<file path=ppt/ink/ink2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2:37.58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54 1176,'0'0'20577,"0"-9"-18457,0-22-949,0 17-35,0 29 425,1-12-1517,0 1 1,0-1-1,0 0 1,0 0-1,1 0 1,-1 0 0,1-1-1,0 1 1,0 0-1,0-1 1,0 1-1,0-1 1,1 1-1,-1-1 1,1 0 0,-1 0-1,1 0 1,0-1-1,0 1 1,0-1-1,0 1 1,5 1-1,1 1-142,0-1 0,1 1-1,-1-2 1,1 1-1,-1-1 1,18 1 0,-21-4-7,0 1-1,0-1 1,0 0 0,0 0 0,-1-1 0,1 0 0,0 0 0,-1 0 0,1-1 0,-1 0 0,0 0-1,0 0 1,0 0 0,0-1 0,-1 0 0,1 0 0,-1 0 0,0-1 0,0 1 0,5-10 0,-9 26 3212,0-9-3102,1-1 0,-1 1 0,1-1-1,0 0 1,-1 1 0,1-1 0,0 0-1,0 1 1,0-1 0,1 0 0,-1 0-1,1 0 1,-1 0 0,1 0-1,-1-1 1,1 1 0,0 0 0,0-1-1,0 1 1,2 1 0,9 2-465,0 0 0,-1 0 0,2-1 0,25 4-1,23-1-4360,-37-4 1474,14 1-4955</inkml:trace>
</inkml:ink>
</file>

<file path=ppt/ink/ink2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2:38.17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84 7506,'0'0'17465,"7"2"-16430,-5-2-972,0 0 0,0 0 0,0 0 0,0 1 0,0-1 0,0 1 0,0 0 1,-1-1-1,1 1 0,0 0 0,0 0 0,1 1 0,15 30 748,-18-31-804,1 0 0,-1 0 1,0 0-1,1 0 1,-1 1-1,1-1 1,-1 0-1,1 0 0,0 0 1,-1 0-1,1 0 1,0 0-1,0 0 0,-1-1 1,1 1-1,0 0 1,0 0-1,0-1 1,0 1-1,0 0 0,0-1 1,1 1-1,-1-1 1,0 1-1,0-1 1,0 0-1,0 0 0,0 1 1,1-1-1,-1 0 1,2 0-1,2-2-70,-1 0-1,0 1 1,0-2 0,-1 1-1,1 0 1,0-1 0,5-5-1,31-21-557,0 2-1,82-39 1,-109 62 1650,-11 15 911,-3-1-2035,1 6 383,2 25 181,-1-40-464,-1 0 1,1 0-1,-1 0 0,1 1 1,0-1-1,0 0 0,-1 0 1,1 0-1,0 0 0,0 0 1,0-1-1,0 1 0,0 0 1,0 0-1,0 0 0,1-1 1,-1 1-1,0-1 1,0 1-1,0-1 0,1 1 1,-1-1-1,0 0 0,0 0 1,1 0-1,-1 1 0,0-1 1,1 0-1,1-1 0,18 1 23,-9 1-153,1 0 1,-1-1-1,1-1 0,-1 0 0,1-1 1,-1 0-1,0-1 0,1 0 0,-1-1 1,20-10-1,-20 9-121,-9 4 207,0 0-1,0 0 0,-1-1 1,1 1-1,-1 0 0,1-1 0,-1 0 1,1 0-1,-1 0 0,0 0 0,0 0 1,0 0-1,0 0 0,3-4 0,-4 4 589,-3 3-481,0 0 0,0-1 1,0 1-1,0 0 1,0 0-1,0 0 1,0 1-1,1-1 1,-1 0-1,1 1 0,-1-1 1,1 1-1,-1 0 1,1-1-1,0 1 1,0 0-1,0 0 0,0 0 1,0 0-1,0-1 1,0 2-1,1-1 1,-1 0-1,1 0 1,-1 0-1,1 0 0,0 0 1,0 0-1,0 0 1,0 3-1,0-3-126,-1 1 0,1-1 0,0 1 0,0 0 0,0-1 0,1 1 0,-1-1 0,1 1 0,-1-1 0,1 1 0,0-1 0,0 0 0,0 1 0,0-1 0,0 0 0,1 1 0,-1-1 1,1 0-1,-1 0 0,1 0 0,0-1 0,0 1 0,-1 0 0,1 0 0,1-1 0,2 3 0,43 0-5632,-27-4-77</inkml:trace>
</inkml:ink>
</file>

<file path=ppt/ink/ink2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2:38.89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133 0 13931,'0'0'8819,"-18"27"-6329,-57 92-854,69-107-1408,0 1-1,1-1 1,0 1-1,1 0 1,0 0-1,1 1 1,1-1-1,0 1 1,0 0-1,2-1 1,0 1-1,2 22 1,0 12 192,-2 89 473,0-136-964,2-10-558,3 1 447,0 0 1,1 0 0,0 0 0,0 1 0,0 0 0,1 0 0,0 1 0,1 0 0,-1 0 0,1 0 0,0 1 0,15-7 0,-10 6 91,-1 0 1,1 1-1,1 0 0,-1 1 1,0 0-1,1 1 0,0 1 1,18-1-1,-31 3 90,-1 0 0,1 1 0,0-1 1,0 0-1,0 0 0,-1 1 0,1-1 1,0 0-1,0 1 0,-1-1 0,1 0 0,0 1 1,-1 0-1,1-1 0,0 1 0,-1-1 0,1 1 1,-1-1-1,1 1 0,-1 0 0,1 0 1,-1-1-1,0 1 0,1 0 0,-1 0 0,0-1 1,0 1-1,1 0 0,-1 0 0,0 0 0,0-1 1,0 1-1,0 0 0,0 0 0,0 0 0,0 0 1,0-1-1,0 1 0,-1 0 0,1 1 1,-12 37 179,-8-5 112,-2-2 0,-1 0 0,-42 44 0,62-72-278,0-1-1,-1 1 1,1-1-1,-1 0 0,1 0 1,-1 0-1,0 0 1,0 0-1,0-1 0,0 0 1,-1 0-1,1 0 1,-1-1-1,1 1 0,-1-1 1,1 0-1,-1 0 1,0-1-1,0 1 0,-9-2 1,14 0-23,-1 0 0,0 0 1,0 0-1,0 0 0,1 0 1,-1 0-1,0 0 0,1 0 0,-1-1 1,1 1-1,-1 0 0,1 0 1,0-1-1,0 1 0,-1 0 0,1-1 1,0 1-1,0 0 0,0-1 1,1-1-1,2-32-171,0 32 178,0 1-1,1 0 1,-1 0-1,1 0 0,-1 0 1,1 1-1,0-1 1,-1 1-1,1 0 1,0 0-1,7-1 1,2-1-3,37-10 1,94-40-1,-128 46-4,0-2 0,-1 0 0,1-1 1,-2-1-1,0 0 0,0-1 0,-1 0 1,0-1-1,14-20 0,-17 21 9,-7 9 5,0 0 0,0 0 0,-1 0-1,1-1 1,-1 0 0,0 1 0,0-1-1,0 0 1,0 0 0,-1 0 0,3-8-1,-4 11 87,-6 1 58,-2 0-122,1 1 0,-1 0-1,0 0 1,1 1-1,-1 0 1,1 0-1,-1 1 1,1 0-1,0 0 1,0 1 0,0-1-1,1 2 1,-7 4-1,8-5-12,1-1 0,0 1-1,0 1 1,0-1-1,0 1 1,0-1 0,1 1-1,0 0 1,0 0 0,1 0-1,-1 1 1,1-1-1,0 1 1,1-1 0,-1 1-1,1 0 1,0-1 0,0 13-1,0-10-77,1 1 0,1 0 0,-1-1 1,2 1-1,-1 0 0,1-1 0,0 1 0,5 9 0,-5-14-126,0 0 0,0-1 0,1 1 0,0-1 0,0 0 0,0 0 0,0 0 0,0 0 0,0-1 0,1 1 1,-1-1-1,1 0 0,0 0 0,0 0 0,0 0 0,0-1 0,0 1 0,0-1 0,7 1 0,12 1-2896,0-1 1,34-1-1,-43-1 915,38 0-9177</inkml:trace>
</inkml:ink>
</file>

<file path=ppt/ink/ink2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2:39.20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30 311 1408,'0'0'25354,"0"6"-24114,0 91 1022,-13-115-2192,9 2-121,0-1-1,1 1 1,0 0-1,2-1 1,0 0-1,1 1 1,0-1-1,2 0 1,0 1-1,1 0 1,0-1-1,1 1 1,1 0-1,1 1 1,0-1-1,1 1 1,0 0-1,2 1 1,-1-1-1,2 2 1,0-1-1,0 2 1,17-16-1,-25 27-261,1-1-1,0 1 1,-1 0 0,1 0-1,0 1 1,0-1 0,0 0-1,0 1 1,-1 0 0,1-1-1,0 1 1,0 0-1,4 1 1,22 5-6453,1 13-1425</inkml:trace>
</inkml:ink>
</file>

<file path=ppt/ink/ink2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2:39.46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 1 14171,'0'0'16059,"0"128"-15987,0-118-72,0-4-112,-6-6-6425,-1-22 360,7-10-5090</inkml:trace>
</inkml:ink>
</file>

<file path=ppt/ink/ink2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2:39.66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 0 3001,'0'0'20140,"13"65"-20140,-13-17-1096,-19 22-1969,12-6-704,1-12-4601</inkml:trace>
</inkml:ink>
</file>

<file path=ppt/ink/ink2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2:39.94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1280,'0'0'23677,"2"9"-22826,-1-3-738,-1-3-85,0-1 1,0 0 0,1 0 0,-1 0 0,1 0 0,-1 0-1,1 0 1,0 0 0,-1 0 0,1 0 0,0 0 0,0 0-1,1-1 1,-1 1 0,0 0 0,1-1 0,-1 1-1,1-1 1,-1 1 0,1-1 0,0 0 0,-1 1 0,1-1-1,0 0 1,0 0 0,0-1 0,0 1 0,0 0 0,0 0-1,0-1 1,4 1 0,6 0-44,76 2 80,-83-3-212,0 0-1,0 0 1,0-1 0,0 0-1,0 0 1,0 0 0,0-1 0,0 1-1,0-1 1,0-1 0,-1 1-1,1 0 1,7-7 0,-11 8 560,-1 1-397,0 0 1,0 0-1,-1 0 0,1 0 0,0 0 1,0 0-1,0 0 0,-1 0 1,1 0-1,0 0 0,0 1 1,0-1-1,0 0 0,-1 0 0,1 0 1,0 0-1,0 0 0,0 0 1,0 0-1,0 1 0,-1-1 0,1 0 1,0 0-1,0 0 0,0 0 1,0 1-1,0-1 0,0 0 0,0 0 1,0 0-1,0 0 0,-1 1 1,1-1-1,0 0 0,0 0 0,0 0 1,0 1-1,0-1 0,0 0 1,0 0-1,0 0 0,1 1 0,-1-1 1,0 0-1,0 0 0,0 0 1,8 7-674,0-2 1,0 1 0,0-1 0,1-1 0,0 0 0,15 6 0,-5-3-1544,20 10-4558</inkml:trace>
</inkml:ink>
</file>

<file path=ppt/ink/ink2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2:40.23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263 1 12859,'0'0'13667,"-70"192"-12139,51-118-472,-1 10-392,1-4-344,13-3-184,-1-7-128,1-6-8,-1-6-48,1-16-280,-7-10-424,0-10-904,-12-9-1065,-1-6-2152,0-7-2616</inkml:trace>
</inkml:ink>
</file>

<file path=ppt/ink/ink2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2:40.53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10306,'0'0'14809,"17"7"-14070,-2-1-560,0 1 0,24 14 0,-37-18-143,1 0 0,-1 0-1,0 1 1,0-1 0,0 1 0,-1-1 0,1 1-1,-1-1 1,0 1 0,0 0 0,0 0-1,0 0 1,-1 0 0,1 0 0,-1 0 0,0 0-1,-1 0 1,1-1 0,0 1 0,-3 7 0,2 7 96,1-13-114,0-1 0,0 1 0,-1-1 0,1 1 0,-1-1 0,0 1 0,0-1 0,-1 0 0,1 1 0,-1-1 0,-4 7 0,4-8-12,0-1 1,0 0-1,0 0 1,0-1 0,0 1-1,0 0 1,0-1 0,-1 1-1,1-1 1,-1 0 0,1 0-1,-1 0 1,1 0-1,-1 0 1,0 0 0,1-1-1,-1 1 1,0-1 0,0 0-1,-5 0 1,-24 0-2058,39-1-6811,-1-4 2419</inkml:trace>
</inkml:ink>
</file>

<file path=ppt/ink/ink2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2:40.89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147 71 328,'0'0'25040,"-23"13"-24269,-71 43-270,91-54-475,1 1 0,-1-1-1,1 1 1,0-1-1,0 1 1,0-1 0,0 1-1,0 0 1,1 0-1,-1 0 1,1 0 0,0 0-1,0 1 1,0-1-1,0 0 1,1 0 0,-1 1-1,1-1 1,0 0 0,0 1-1,0-1 1,0 0-1,1 1 1,-1-1 0,1 0-1,1 5 1,0 4 27,-1-5-28,0-1 1,0 0 0,1 1-1,-1-1 1,1 0 0,1 0-1,-1 0 1,1 0 0,0 0-1,5 5 1,-7-9-18,1 0 0,-1 0-1,1 0 1,0 0 0,0-1 0,0 1 0,0-1 0,0 1-1,0-1 1,0 0 0,0 1 0,1-1 0,-1 0 0,0-1-1,1 1 1,-1 0 0,1-1 0,-1 1 0,1-1 0,-1 0-1,1 0 1,-1 0 0,1 0 0,-1 0 0,1-1-1,-1 1 1,1-1 0,3-1 0,-2 0-9,0 0 0,0-1 0,-1 1 0,0-1 1,1 0-1,-1 0 0,0 0 0,0-1 0,-1 1 0,1-1 0,-1 1 0,1-1 0,-1 0 1,0 0-1,-1 0 0,1 0 0,-1 0 0,0 0 0,0-1 0,0 1 0,1-8 0,0-6-7,0-1-1,-1 1 0,-3-36 0,0 44-28,-1 0-1,-1 0 0,0 0 1,0 1-1,0-1 1,-1 1-1,-1 0 0,0 1 1,0-1-1,0 1 0,-1 0 1,0 1-1,-16-13 1,21 19-685,4 9-4562,9 9 1558,2 3-1548</inkml:trace>
</inkml:ink>
</file>

<file path=ppt/ink/ink2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2:41.24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314 1 3753,'0'0'21099,"-23"0"-20092,-74 1-360,93-1-634,1 0 0,0 0 0,-1 0 0,1 1 0,0-1 0,-1 1 1,1-1-1,0 1 0,0 0 0,0 1 0,0-1 0,0 0 0,0 1 0,0 0 1,0-1-1,1 1 0,-1 0 0,0 1 0,1-1 0,0 0 0,-1 1 0,1-1 1,0 1-1,0 0 0,-2 5 0,2 0-261,0-1-1,1 0 1,0 1 0,0 0 0,1-1-1,0 1 1,0-1 0,3 11 0,-1 14-1268,-2-28 1472,0 0 0,0-1 0,0 1 0,-1 0 1,1 0-1,-1 0 0,0 0 0,0 0 0,0-1 0,-3 8 0,2-9 47,0-1 0,1 1 1,-1 0-1,0 0 0,-1-1 0,1 1 0,0-1 0,0 0 0,-1 0 1,1 0-1,-1 0 0,1 0 0,-1 0 0,1 0 0,-1-1 0,-4 1 0,-55 9-264,60-10-926</inkml:trace>
</inkml:ink>
</file>

<file path=ppt/ink/ink2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2:41.46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90 0 2577,'0'0'24669,"-26"135"-24485,26-119-128,0-3-56,0-4-136,0-2-688,-6-1-1393,-13 1-1448,-1-7-1072,1 0-3616</inkml:trace>
</inkml:ink>
</file>

<file path=ppt/ink/ink2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2:41.64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46 1 128,'0'0'24093,"-45"22"-23981,45-6-112,0 4-400,6 2-1008,20 1-1385,-13-11-2488</inkml:trace>
</inkml:ink>
</file>

<file path=ppt/ink/ink2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2:41.87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315 1 9090,'0'0'16684,"-70"205"-14852,63-141-784,1 0-472,0 1-24,6-4-304,0-10-176,-13-9-72,6-10-48,-12-7-304,0-12-760,-7-3-1032,-25-10-841,-1 0-3040,14 0-6722</inkml:trace>
</inkml:ink>
</file>

<file path=ppt/ink/ink2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2:42.20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28 936,'0'0'16553,"29"-4"-13610,100-13-619,-80 12-610,94 4 1,-72 3-169,-70-2-1517,-1 0-1,1 1 0,-1-1 1,1 1-1,0-1 0,-1 1 1,1-1-1,-1 1 0,1-1 0,-1 1 1,1 0-1,-1-1 0,0 1 1,1 0-1,-1-1 0,0 1 1,1 0-1,-1 0 0,0-1 1,0 1-1,0 0 0,0 0 1,1-1-1,-1 1 0,0 0 1,-1 0-1,1 0 0,0 0 1,0 29 43,-1-25-22,1 81 44,0-86-140,0 1 0,0-1 0,0 1-1,0-1 1,-1 0 0,1 1 0,0-1 0,0 1 0,-1-1 0,1 1 0,0-1 0,-1 0 0,1 1 0,0-1 0,-1 0 0,1 1-1,0-1 1,-1 0 0,1 0 0,-1 1 0,1-1 0,-1 0 0,1 0 0,-1 0 0,1 0 0,-1 0 0,1 1 0,-1-1 0,1 0-1,-1 0 1,1 0 0,-1 0 0,1 0 0,-1 0 0,1-1 0,-1 1 0,-9 0-3853,2-1-3491,2 1-223</inkml:trace>
</inkml:ink>
</file>

<file path=ppt/ink/ink2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2:42.39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11 496,'0'0'25438,"39"-10"-25438,-39 23-513,0 19-2039,-19 0-2025,-1-13-2105</inkml:trace>
</inkml:ink>
</file>

<file path=ppt/ink/ink2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2:43.04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171 139 2601,'0'0'21776,"-28"13"-20470,-83 43-725,109-55-571,0 0-1,-1 0 1,1 1-1,1-1 0,-1 0 1,0 1-1,0 0 1,1-1-1,-1 1 1,0 0-1,1 0 1,0 0-1,0 0 0,-1 0 1,1 0-1,0 0 1,0 0-1,1 1 1,-1-1-1,0 0 1,1 0-1,0 1 0,-1-1 1,1 0-1,0 1 1,0-1-1,0 1 1,0-1-1,1 0 1,-1 1-1,2 2 0,0 0-3,0-1 0,0 1 0,0-1-1,1 0 1,-1 0 0,1 0 0,0-1-1,0 1 1,1-1 0,4 5 0,-1-4-16,1 0 0,0 0 0,-1-1 1,1 1-1,1-2 0,-1 1 0,0-1 1,1-1-1,-1 1 0,0-1 0,1-1 1,0 0-1,15-1 0,-9 1-113,-11 0 46,0 0 1,0-1-1,-1 1 1,1-1-1,0 1 1,-1-1-1,1 0 1,-1 0-1,1-1 1,-1 1-1,1-1 0,-1 0 1,0 0-1,0 0 1,0 0-1,0 0 1,0-1-1,0 1 1,-1-1-1,1 0 1,-1 0-1,0 0 1,0 0-1,0 0 1,0 0-1,0-1 1,-1 1-1,1-1 1,-1 1-1,0-1 1,0 1-1,0-5 1,2-14-285,0 1 0,-2-1 1,0 1-1,-4-34 0,0 8 509,3 44-147,1-1 1,-1 1-1,0 0 0,1 0 1,0-1-1,0 1 1,0 0-1,0 0 0,0 0 1,0 0-1,1 0 1,0 0-1,0 0 0,-1 0 1,1 1-1,1-1 1,-1 1-1,0-1 1,1 1-1,-1 0 0,1 0 1,0 0-1,0 0 1,-1 1-1,1-1 0,0 1 1,0 0-1,1-1 1,-1 1-1,3 0 0,11-3 15,0 1 0,-1 1 0,1 0 0,26 2 0,-42 0-15,0 0 45,1 0 0,0 1 0,0-1 0,0 0 0,0 1 0,-1-1 0,1 1 0,0 0 0,0 0 0,-1 0 0,1 0 0,-1 0 0,1 0 0,-1 0 0,1 0 0,-1 0 0,1 1 0,-1-1 0,0 1 0,0-1-1,0 1 1,0-1 0,0 1 0,0 0 0,0-1 0,-1 1 0,1 0 0,-1 0 0,1-1 0,-1 1 0,1 4 0,1 9 417,0 0-1,-1 0 0,-2 20 0,3 11 215,3 7 109,27-52-553,-20-3-243,-1 0 1,1-1 0,-1-1 0,0 0 0,0-1 0,0 0 0,-1 0 0,0-1 0,17-13 0,6-2-103,-15 9 103,17-9 211,-35 55 964,-2 1-1151,1-15 175,0-1 0,3 29 0,-2-44-442,1 0 1,-1 0 0,1 0-1,0-1 1,0 1 0,0 0-1,1-1 1,-1 1 0,1-1-1,0 1 1,0-1 0,0 0-1,0 0 1,1 0 0,-1 0 0,1 0-1,0 0 1,4 3 0,23 8-6408</inkml:trace>
</inkml:ink>
</file>

<file path=ppt/ink/ink2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2:44.02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604 0 912,'0'0'11707,"13"5"-9137,-78-4 71,40 1-1998,1 0 0,0 1-1,0 1 1,0 2 0,1 0-1,-1 1 1,1 2 0,-31 16-1,32-15-436,2 2-1,0 1 1,0 0-1,1 2 1,1 0 0,0 1-1,1 1 1,-24 30-1,26-25-170,0 2 0,1 0-1,1 0 1,-17 51 0,24-57-21,1 0 0,0 0 1,2 0-1,0 1 0,1-1 1,1 1-1,1 0 0,2 20 1,-1-36-11,0 1-1,0-1 1,0 1 0,0-1-1,0 1 1,1-1 0,0 0 0,0 0-1,0 0 1,0 0 0,0 0-1,0 0 1,1 0 0,-1-1-1,1 1 1,0-1 0,0 0 0,0 0-1,0 0 1,0 0 0,0 0-1,1-1 1,-1 0 0,1 1 0,-1-1-1,1 0 1,6 0 0,6 2 10,1-1 1,0-1-1,-1 0 0,28-3 1,-42 2-10,1 0 1,-1-1-1,0 1 1,1-1-1,-1 1 1,0-1 0,0 0-1,1 0 1,-1 0-1,0 0 1,0 0-1,0-1 1,0 1-1,0 0 1,-1-1-1,1 0 1,0 1-1,-1-1 1,1 0-1,-1 0 1,0 0-1,1 0 1,-1 0-1,0 0 1,0 0-1,0 0 1,-1-1-1,1 1 1,0 0-1,-1 0 1,0-1-1,1 1 1,-1-3 0,0 0-1,0 1 1,0-1 0,0 1 0,-1-1 0,1 1-1,-1-1 1,0 1 0,-1 0 0,1 0 0,-1-1 0,1 1-1,-1 0 1,-1 0 0,1 0 0,0 1 0,-5-6 0,-4-2 30,-1 0 1,0 0-1,0 1 1,-1 1-1,0 0 1,-1 1-1,-26-12 1,37 20 16,0-1 0,1 1 0,-1 0 1,0-1-1,1 1 0,-1 0 0,0 1 1,1-1-1,-1 0 0,1 1 0,-1-1 1,-3 2-1,5-2-86,0 1-1,0-1 1,0 1 0,0-1 0,0 1-1,0-1 1,0 1 0,0-1 0,0 1-1,0 0 1,0 0 0,0-1 0,0 1-1,0 0 1,0 0 0,1 0 0,-1 0-1,0 0 1,1 0 0,-1 0 0,1 0 0,-1 0-1,1 1 1,0-1 0,-1 0 0,1 2-1,32 17-8612,-19-8 3156,0 0-4329</inkml:trace>
</inkml:ink>
</file>

<file path=ppt/ink/ink2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2:44.45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1800,'0'0'27218,"26"0"-24272,18 0-4345,-44 12-4609,-2 9-397,-9-9-3073</inkml:trace>
</inkml:ink>
</file>

<file path=ppt/ink/ink2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3:04.68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72 0 1776,'0'0'11327,"2"1"-11200,-1-1 90,-1 0-1,0 0 0,1 0 1,-1 0-1,1 0 1,-1 0-1,0 0 0,1 0 1,-1 0-1,0 0 1,0 0-1,1 0 0,-1 1 1,0-1-1,1 0 1,-1 0-1,0 0 0,1 0 1,-1 1-1,0-1 1,0 0-1,0 0 0,1 1 1,-1-1-1,0 0 1,0 1-1,0-1 0,1 0 1,-1 0-1,0 1 1,0-1-1,0 0 0,0 1 1,0-1-1,0 1 0,-30 62 794,22-49-791,1 0-1,0 0 1,-5 17 0,7-9 123,0 1-1,1-1 1,2 1 0,0 41-1,2-62-324,1 0-1,0-1 0,0 1 1,-1-1-1,1 1 0,0 0 1,0-1-1,0 1 1,0-1-1,1 0 0,-1 1 1,0-1-1,1 0 0,-1 0 1,1 0-1,-1 0 0,1 0 1,-1 0-1,1 0 1,-1-1-1,1 1 0,0-1 1,0 1-1,2 0 0,46 8 161,-33-9-149,-9 1-7,0-1 0,0 0 0,-1-1-1,1 0 1,0 0 0,8-3 0,-13 3-13,1-1 0,0 0 0,-1 0 0,0 0-1,1-1 1,-1 1 0,0-1 0,0 0 0,0 0 0,-1 0 0,1 0 0,-1 0 0,0-1 0,4-6 0,25-69 99,-30 76-106,-1 1 1,1 0 0,-1 0-1,1-1 1,-1 1-1,0 0 1,0-1 0,0 1-1,0 0 1,0-1-1,0 1 1,-1 0 0,1-1-1,-1 1 1,1 0-1,-1 0 1,0 0 0,0-1-1,0 1 1,-2-3-1,-32-42 39,18 26 39,15 19-53,0 1 0,0-1 0,-1 0 1,1 0-1,0 1 0,-1 0 0,1-1 0,-1 1 1,1 0-1,-1 0 0,0 0 0,1 1 0,-1-1 1,0 0-1,0 1 0,1 0 0,-6 0 0,2-1 62,5 1 81,-16 0-907,15 17-5908,2-1 770</inkml:trace>
</inkml:ink>
</file>

<file path=ppt/ink/ink2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3:04.68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9 1072,'0'0'11879,"0"-1"-12151,3-6 10220,-1 7-8375,0 8-1384,0 0 0,-1 0 0,0 0 0,0 0 1,0 12-1,5 69 1239,-6-81-1280,1-1 0,0 1 0,1-1 0,0 0 0,0 0 0,0 0 0,1 0 0,0 0 0,0 0 0,9 11 0,-4 18 610,2-16-466,-10-19-246,1 1-1,-1 0 0,1 0 1,0-1-1,-1 1 0,1 0 1,0-1-1,0 1 0,0-1 1,0 1-1,0-1 0,0 0 0,3 3 1,-3-4 11,12-12-20548</inkml:trace>
</inkml:ink>
</file>

<file path=ppt/ink/ink2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3:04.69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7 3 1536,'0'0'10972,"-7"-3"-1075,8 4-9854,0 0-1,0-1 1,1 1 0,-1 0 0,0-1 0,0 1 0,0-1 0,0 1-1,0-1 1,1 0 0,-1 1 0,0-1 0,0 0 0,1 0-1,-1 0 1,0 0 0,1 0 0,1-1 0,39 1 157,-32 0-147,125 0 160,-134 1-209,0-1 0,-1 1 0,1 0 0,-1 0-1,1-1 1,-1 1 0,1 0 0,-1 0 0,1 0 0,-1 0 0,1 0-1,-1 0 1,0-1 0,0 1 0,0 0 0,1 0 0,-1 0 0,0 0-1,0 0 1,0 0 0,0 0 0,-1 1 0,1 33 96,0-27-70,-1-6-24,1 0 0,0 0-1,-1 0 1,1 0 0,-1-1 0,0 1 0,0 0 0,1 0 0,-1-1 0,0 1 0,-1 0-1,1-1 1,0 1 0,0-1 0,-1 1 0,-2 1 0,-32 24 88,0 1 237,32-23-267,2-3-24,0 0 0,0 1 0,0-1 0,0 0 0,0 1 0,1 0 0,-1-1 0,1 1 0,0 0-1,0 0 1,0 0 0,0 0 0,0-1 0,0 1 0,1 0 0,0 0 0,0 1 0,-1-1 0,2 5 0,0-8-22,-1 1-1,1 0 1,-1-1 0,1 1 0,-1-1-1,1 1 1,0-1 0,-1 1-1,1-1 1,0 0 0,-1 1-1,1-1 1,0 0 0,0 1-1,-1-1 1,1 0 0,0 0 0,0 0-1,-1 0 1,1 0 0,0 0-1,0 0 1,0 0 0,1 0-1,29 0 57,-22-1 1,44 1-161,27 0 659,-57 0-1741,-20 0-118,-8 1-597,-15 3-3859,0 4-2995</inkml:trace>
</inkml:ink>
</file>

<file path=ppt/ink/ink2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3:04.69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0 196 5761,'0'0'9665,"5"-1"-8812,0 0-508,-1 0-1,1 0 0,0 0 0,0 0 0,0 1 1,0 0-1,9 1 0,-12-1-235,0 1 0,0 0-1,0-1 1,0 1 0,0 0 0,0 0 0,0 0 0,0 0-1,-1 0 1,1 1 0,0-1 0,-1 0 0,1 1-1,-1 0 1,0-1 0,1 1 0,-1 0 0,0-1 0,0 1-1,0 0 1,0 0 0,0 0 0,0 3 0,17 42 689,10 52 0,-20-76-501,-4-36 375,-4-49 173,0 54-1053,0-16 218,-1 15-9,0 1-1,1-1 0,0 0 0,1 0 1,0 0-1,0 0 0,1 1 1,0-1-1,0 1 0,1-1 0,0 1 1,1 0-1,0 0 0,7-12 0,1 4 57,1 1 0,0 0-1,1 1 1,1 0-1,20-14 1,-25 21-267,0 1 0,0 1 0,1-1 0,12-3 1,-15 6-749,1 1 1,0-1-1,0 2 1,0-1-1,17 1 1,-24 6-6046,-1-3 4872,4 7-6726</inkml:trace>
</inkml:ink>
</file>

<file path=ppt/ink/ink2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3:04.69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123 1 5209,'0'0'13126,"-6"3"-12570,-4 4-334,0-1 0,0 1 1,1 1-1,0 0 0,0 0 1,1 1-1,-13 16 1,17-20-180,1 1 1,-1 0 0,1 0-1,0 0 1,0 0 0,1 0-1,0 1 1,0-1 0,1 1 0,-1-1-1,1 1 1,1 0 0,-1-1-1,1 1 1,1 0 0,0 9 0,0-14-37,1 1 0,-1-1 0,0 0 0,1 1 0,-1-1 0,1 0 0,0 0 0,-1 0 0,1 0 0,0-1 0,0 1 0,0 0 0,1-1 0,-1 1 0,0-1 0,0 0 0,1 0 1,-1 0-1,1 0 0,-1 0 0,1 0 0,0-1 0,-1 1 0,1-1 0,0 0 0,-1 0 0,4 0 0,0 1 5,0-1 1,0 0-1,0 0 1,1-1-1,-1 1 1,0-1-1,0-1 1,0 1-1,0-1 0,0 0 1,7-3-1,-9 1 19,0 1 0,0-1 0,0 0 0,0 0 0,0 0 0,-1-1-1,1 1 1,-1-1 0,0 0 0,-1 0 0,1 0 0,-1 0 0,0 0 0,-1-1-1,1 1 1,-1-1 0,0 1 0,0-1 0,-1 1 0,1-1 0,-1 1 0,0-1 0,-1 0-1,0 1 1,-1-9 0,1 12-14,0 0 0,0 0-1,-1 0 1,1 0 0,0 0-1,-1 0 1,1 1 0,-1-1-1,0 0 1,0 1 0,1-1-1,-1 1 1,0 0 0,0 0-1,0 0 1,0 0 0,-1 0-1,1 0 1,0 0 0,0 0-1,-1 1 1,1 0 0,-3-1-1,-56-5-499,60 6-677,11 1-3920,18 7 529,4 2-2328</inkml:trace>
</inkml:ink>
</file>

<file path=ppt/ink/ink2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3:04.69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194 1 4185,'0'0'14079,"-4"0"-13368,-4-1-627,0 1 1,0 0-1,0 1 0,0 0 1,0 0-1,0 1 1,0 0-1,0 0 1,0 1-1,1 0 0,-1 1 1,1-1-1,0 1 1,0 1-1,0-1 1,1 1-1,0 0 0,-1 1 1,2-1-1,-1 1 1,1 1-1,0-1 1,0 1-1,1-1 0,-6 12 1,8-15-84,1-1 0,0 1 1,0 0-1,1-1 0,-1 1 0,0 0 1,1-1-1,0 1 0,0 0 0,0-1 1,0 1-1,0 0 0,0 0 1,0-1-1,1 1 0,1 3 0,-1-4 0,0 0-1,0-1 0,0 1 1,0-1-1,0 1 0,1-1 1,-1 1-1,1-1 0,-1 0 1,1 0-1,-1 1 1,1-1-1,0 0 0,0-1 1,-1 1-1,1 0 0,3 0 1,7 2-8,0-1 0,0-1 1,1 0-1,-1-1 0,25-2 1,-33 1 29,0 1 1,0-1-1,0 0 1,0-1-1,0 1 1,0-1-1,0 1 0,-1-1 1,1 0-1,0-1 1,-1 1-1,0-1 1,1 1-1,-1-1 1,0 0-1,0 0 1,-1 0-1,1-1 0,-1 1 1,4-7-1,-4 7-6,-1 0 0,0 0 0,0 0 0,0 0 0,0 0 0,0 0 0,0 0 0,-1 0-1,1 0 1,-1 0 0,0 0 0,0-1 0,0 1 0,-1 0 0,1 0 0,-1 0 0,0 0 0,0 0 0,0 0 0,0 0-1,0 0 1,0 0 0,-1 0 0,0 0 0,1 1 0,-1-1 0,0 1 0,-3-4 0,-6-13-10206,22 19 3878</inkml:trace>
</inkml:ink>
</file>

<file path=ppt/ink/ink2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3:04.69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84 23 2561,'0'0'9039,"-15"-18"1876,10 14-9225,4 3-1625,-1 1 0,1 0 0,0 0 0,0 0 1,0 0-1,-1 1 0,1-1 0,0 0 0,0 0 0,0 1 0,-1-1 0,1 1 0,0-1 0,0 1 0,0 0 0,0-1 1,0 1-1,0 0 0,0-1 0,0 1 0,0 0 0,-1 2 0,-5 25 184,3-5-73,-6 41-45,2 1 1,2 0-1,5 73 0,1-136-140,0 1 0,0-1-1,1 0 1,-1 1-1,0-1 1,1 0 0,0 0-1,0 0 1,0 0-1,0 0 1,0 0 0,0 0-1,0 0 1,0 0-1,1 0 1,-1 0-1,1-1 1,0 1 0,-1 0-1,1-1 1,0 0-1,0 1 1,0-1 0,0 0-1,0 0 1,0 0-1,0 0 1,0-1 0,0 1-1,1 0 1,2 0-1,8 1-238,0 0 0,1-1 0,0 0-1,15-2 1,-11 1-462,-12-1 364,0 0 0,0 0 0,0 0 0,0-1 0,0 0 0,-1 0 0,1-1 0,-1 1 0,1-1 0,5-5 0,35-14-7297,-32 19 845</inkml:trace>
</inkml:ink>
</file>

<file path=ppt/ink/ink2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3:04.69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7 1688,'0'0'19276,"32"-6"-18819,0 6-137,0 0-192,7 0-128,12 0-208,32 3-1401,-12 0-2560,0-3-5729</inkml:trace>
</inkml:ink>
</file>

<file path=ppt/ink/ink2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3:04.69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62 1432,'0'0'13258,"26"-2"-12253,185-19 446,-133 12-796,324-20 3265,-398 29-3885,-1-1 0,1 1 0,-1 0 0,0 1 0,1-1 0,-1 1 0,1-1 0,-1 1 0,0 0 0,1 0 1,-1 1-1,0-1 0,0 1 0,0-1 0,0 1 0,3 3 0,-3-1 26,0 0-1,0 1 1,0-1 0,-1 1 0,1 0-1,-1-1 1,-1 1 0,1 0-1,-1 1 1,2 5 0,6 45 310,-1 0 1,-3 1-1,-3 0 1,-5 63-1,1-12 521,2-81-736,1-6-38,-1-1-1,-1 1 1,-1-1 0,-1 0 0,-5 21-1,-3 3 376,-6 46 0,1-6 35,14-64-533,7-16-2411,16-24-5335,-14 10 2240</inkml:trace>
</inkml:ink>
</file>

<file path=ppt/ink/ink2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3:04.69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 0 5761,'0'0'11655,"-2"0"-8266,7 0-2291,7 2-868,1 1-1,-1 1 0,0 0 0,0 0 0,0 2 1,-1-1-1,1 1 0,19 15 0,2-2 44,-18-10-153,0 0 1,-1 1 0,0 0 0,17 16 0,-29-24-221,1 0-650</inkml:trace>
</inkml:ink>
</file>

<file path=ppt/ink/ink2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3:04.69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265 6 1568,'0'0'15640,"-3"-2"-14637,2 2-901,0-1 1,-1 0-1,1 1 1,0 0-1,-1-1 1,1 1-1,-1 0 1,1-1-1,-1 1 1,1 0-1,-1 0 1,1 0-1,0 0 1,-1 1-1,1-1 1,-1 0-1,1 1 1,-1-1-1,1 0 1,0 1-1,-3 1 1,-25 22 1731,5-2-1242,-23 17 726,-55 57 0,99-94-1375,0 1 0,0 0 1,1 0-1,0 1 0,-1-1 0,1 0 0,0 1 1,0 0-1,-2 6 0,4-9-222,0 0 1,0 0-1,-1 1 1,1-1-1,0 0 1,0 0-1,0 0 1,1 1-1,-1-1 1,0 0-1,0 0 1,1 0-1,-1 1 1,1-1-1,-1 0 1,1 0-1,-1 0 1,1 0-1,0 0 1,-1 0-1,1 0 1,0 0 0,0 0-1,0 0 1,0-1-1,0 1 1,0 0-1,0 0 1,0-1-1,0 1 1,0-1-1,0 1 1,0-1-1,2 1 1,22 9-10678</inkml:trace>
</inkml:ink>
</file>

<file path=ppt/ink/ink2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3:04.69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623 204 2617,'0'0'9502,"-3"-11"-8496,-6-37-45,8 47-831,1-1 1,-1 1 0,1 0 0,-1 0-1,0 0 1,1-1 0,-1 1 0,0 0-1,0 0 1,0 0 0,0 0 0,0 0-1,0 1 1,0-1 0,0 0 0,0 0-1,-1 1 1,1-1 0,0 0 0,0 1-1,-1-1 1,1 1 0,0 0 0,-1-1-1,1 1 1,-2 0 0,-36 0 446,30 1-279,-16-2 171,-1 1 1,1 1 0,0 1 0,0 1-1,0 2 1,0 0 0,1 2-1,-28 10 1,30-7-280,1 1 0,-1 1 0,2 0 0,-1 2 0,2 0 0,0 1 0,-19 20 0,28-24-77,1 0 0,0 0 1,1 1-1,0 0 0,0 0 1,2 1-1,-1 0 0,2 0 1,0 1-1,0-1 0,1 1 1,1 0-1,-2 21 0,0 15 294,2 66 0,4-98-371,1-1 0,0 0 0,1 0 0,1 0 1,1-1-1,0 1 0,12 24 0,-8-22 7,0 0 1,2-1-1,1 0 0,0-1 1,1 0-1,0-1 0,2-1 0,0 0 1,0 0-1,2-2 0,0 0 1,0-1-1,1-1 0,26 13 1,-14-10 34,1-1 1,1-2 0,0 0 0,0-3 0,1 0 0,0-3-1,0 0 1,44 0 0,-51-5-45,-2 0 31,-1 0 1,46-7-1,-61 5-51,0 0 0,1-1 0,-1 0 0,-1 0 0,1-1 0,0 0 0,-1 0 1,0-1-1,0 0 0,0 0 0,10-10 0,10-15 20,-1 0 0,-2-2 0,-1 0 0,31-62 0,-45 77-34,-1 0 0,-1 0 0,-1-1 0,-1-1-1,0 1 1,-1 0 0,1-23 0,-1-135 0,-4 116 0,-1 46 2,-1 0 0,0 0 0,-1-1 0,0 1 0,-1 1 0,-9-20 0,0 3 7,-30-50-1,38 72-8,0 0 0,-1 0 0,-1 1 0,1 0 0,-1 0 0,-1 0 0,1 1 0,-15-10 0,1 4 4,-1 2 0,-25-10-1,-19-9 51,15-2-35,44 25-18,-1 1 1,1 0-1,-1 0 0,0 1 1,0 0-1,-1 1 0,1 0 1,-1 0-1,1 0 0,-17-1 1,-55 2 61,74 2-92,0 1-1,0 0 0,0 0 0,0 0 0,0 1 1,0 0-1,1 0 0,-1 0 0,1 1 0,-11 6 0,2 0-1884,3-6-4420,4-2-2807</inkml:trace>
</inkml:ink>
</file>

<file path=ppt/ink/ink2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3:04.70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475 43 1736,'0'0'8399,"-5"10"2609,6-8-10202,12-3-791,-1-1 1,1-1-1,0 0 1,-1-1-1,0 0 1,0 0 0,0-2-1,16-9 1,-17 10-11,-9 0 2294,-10 3-980,7 2-1264,0 0-1,0 0 1,1 0 0,-1 0-1,0 0 1,0 0-1,0 1 1,0-1 0,1 0-1,-1 0 1,0 1-1,0-1 1,1 1-1,-1-1 1,0 0 0,1 1-1,-1 0 1,0-1-1,1 1 1,-1-1-1,0 1 1,1 0 0,-1-1-1,1 1 1,0 0-1,-1-1 1,0 3-1,-18 52 1090,-8 24-192,-17 85 0,34-120-823,-2 0 1,-3-1 0,-20 43-1,-68 120 266,41-87-109,-141 220 80,196-330-358,0 2 0,1-1-1,1 1 1,-1 0-1,2 0 1,0 0-1,0 1 1,1-1-1,0 1 1,-1 14-1,4-25-18,6-30-3053,-5 1-4635,-1 18 996</inkml:trace>
</inkml:ink>
</file>

<file path=ppt/ink/ink2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3:04.70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1284 201 1176,'0'0'13543,"-7"-18"-8734,-7 12-4074,1 1 0,-1 1 0,0 0 0,0 0 0,0 2 0,-24-2 0,-96 2-648,81 3 550,10 1-489,0 1 0,0 2-1,0 3 1,1 1-1,0 1 1,1 3-1,1 2 1,-57 27 0,50-17-12,1 1 0,2 3 0,1 1 1,1 2-1,2 2 0,-57 61 0,75-70-16,1 1-1,1 1 0,2 1 0,-26 49 1,35-57-58,1 0-1,0 0 1,2 0 0,1 1 0,0 0-1,1 0 1,2 0 0,-1 27 0,2-38-44,1-1 0,1 1 0,0 0 1,0 0-1,1-1 0,0 1 0,0-1 1,1 0-1,5 10 0,-4-12-6,1 0 0,0-1 0,0 1 0,0-1 0,1 0 0,0 0-1,0-1 1,0 0 0,1 0 0,0-1 0,11 6 0,4 1 5,0-1-1,0-1 1,1-1 0,0-1 0,0-1-1,1-1 1,31 2 0,176-1 23,-160-7 7,-32 0-46,0-1 0,-1-3-1,1-1 1,-1-2 0,0-1-1,-1-2 1,0-2 0,48-23-1,-56 21-14,-2 0 0,0-1 0,-1-2 0,0-1 0,-2-1-1,0-1 1,-2-1 0,0-1 0,-1-1 0,29-45 0,-35 43 8,-1 0 0,-1-2 0,-2 1-1,0-1 1,-2-1 0,-2 0 0,7-45 0,-5-12-9,-4-115 0,-5 189 16,-1 1 1,-1 0-1,0 0 0,-1 0 0,0 1 0,0-1 0,-1 1 1,0 0-1,-1 0 0,-1 0 0,1 0 0,-1 1 0,-11-13 1,7 10 10,0 1 1,-1 0 0,0 1 0,-1 1-1,0-1 1,0 2 0,-1 0 0,0 0-1,-19-7 1,14 9-147,14 9-1283,27 15-1979,14-2-1392,7-2-2960</inkml:trace>
</inkml:ink>
</file>

<file path=ppt/ink/ink2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3:04.70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37 46 4217,'0'0'6163,"-24"-16"-3236,21 19 1539,2-6-160,-2-4-5170,-3-15 1445,6 23-552,1-1-1,-1 0 1,0 0 0,0 0-1,0 0 1,0 0-1,0 0 1,0 0 0,0 0-1,0 0 1,0 0 0,0 0-1,0 0 1,0 0-1,0 0 1,0 0 0,1 0-1,-1 0 1,0 0 0,0 0-1,0 0 1,0 0-1,0 0 1,0 0 0,0 0-1,0 0 1,0 0 0,0 0-1,0 0 1,1 0-1,-1 0 1,0 0 0,0 0-1,0 0 1,0 0 0,0 0-1,0 0 1,0 0-1,0 0 1,0 0 0,0 0-1,0 0 1,0 0 0,0-1-1,0 1 1,0 0-1,1 0 1,-1 0 0,0 0-1,0 0 1,0 0 0,0 0-1,0 0 1,0 0-1,0 0 1,21 31 3027,-9-11-3336,143 186 2242,-19-53-978,-77-91-546,-4 2 0,55 83-1,-83-103-214,3-2 0,1-1 0,2-2-1,2 0 1,1-3 0,46 37 0,-23-40 93,-21 4-197,-28-27-65,0 1 0,0-2 0,1 0 0,0 0 1,15 9-1,-3-6-49,-1 2 1,26 20-1,18 11-8,-3-3 3,-62-40-15,-1-1-106,-39-1-5620,13 0 1307,9 0-2213,3 0-5745</inkml:trace>
</inkml:ink>
</file>

<file path=ppt/ink/ink2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3:04.70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1235 203 6225,'0'0'11113,"-12"-9"-10144,2 1-655,0 0 0,-1 1 0,0 1 1,0 0-1,0 0 0,-1 1 1,0 0-1,-24-5 0,-61-3 1163,0 5 0,-121 6 0,144 2-1125,44 2-276,1 1 0,0 1 1,0 2-1,0 1 0,1 1 1,0 1-1,0 2 1,1 1-1,1 1 0,0 1 1,0 1-1,2 1 0,0 2 1,1 0-1,1 1 1,0 2-1,2 0 0,0 1 1,2 1-1,0 1 1,-27 50-1,36-52 3,1 0-1,2 1 1,0 0 0,2 0-1,0 0 1,2 1 0,0-1-1,2 1 1,3 37 0,-1-50-71,0-1 0,0 0 0,1 0 0,1 0 0,0 0 0,0 0 0,1-1 0,0 0 0,0 0 0,1 0 0,1-1 0,-1 1 0,1-2 0,0 1 0,10 7 1,3 2 25,0-1 1,2-1-1,0 0 1,44 21-1,-29-21 20,1-1-1,0-2 1,1-2-1,0-1 0,66 5 1,200-3 110,-285-11-157,14 0 26,5 1-2,-1-2 0,67-10 1,-91 8-25,-1-1-1,0 0 1,0 0 0,0-1 0,-1-1 0,0 0 0,0-1 0,0-1 0,-1 1 0,0-2 0,13-12 0,-4 2-5,0-2 1,-1 0-1,-2 0 1,0-2-1,-2 0 1,0-1-1,-1-1 1,-2 0-1,-1-1 1,0 0-1,-2-1 1,-1 0-1,-2 0 1,0 0-1,-2-1 1,2-42-1,-6 58-3,1-3 9,-1 0-1,0-1 0,-1 1 0,0 0 1,-1-1-1,-1 1 0,0 0 1,-2 0-1,1 1 0,-2 0 1,-10-21-1,-8-1 21,-1 1 0,-2 1 0,-2 1 1,-1 2-1,-1 1 0,-2 1 0,-36-25 0,63 51 6,1-1 0,-1 1 1,1 0-1,-1 1 0,0-1 0,0 1 0,0 0 0,-1 1 0,1-1 0,0 1 0,-1 1 0,1-1 0,-1 1 0,-10 1 0,16-1 134,1 10-7228,0-4 911</inkml:trace>
</inkml:ink>
</file>

<file path=ppt/ink/ink2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3:04.70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957 53 1168,'0'0'8525,"0"-38"1096,0 27-9347,0 11-228,0 0 0,0 0 0,-1-1 0,1 1 0,0 0 0,-1 0 0,1-1 0,0 1 0,0 0 0,-1 0 0,1 0 0,0 0 0,-1-1 0,1 1 0,0 0 0,-1 0 0,1 0 0,0 0 0,-1 0 0,1 0 0,0 0 0,-1 0 0,1 0 0,-1 0 0,1 0 0,0 0 0,-1 0 0,1 0 0,0 0 0,-1 0 0,1 1 0,0-1 0,-1 0 0,1 0 0,0 0 0,-1 0 0,1 1 0,0-1 0,0 0 0,-1 0 0,1 1 0,0-1 0,0 0 0,-1 0 0,1 1 0,0-1 0,0 0 0,0 1 0,-17 12 514,9 0-179,0 0 0,1 0 0,-7 17 0,-14 26 361,-43 75 1302,-14 22-1076,50-85-385,-85 206 481,33-66-634,87-207-429,-140 278 339,44-96-171,-33 55 723,39-83-452,89-155-446,0 1 1,0 0-1,1 0 1,-1 0-1,1 0 1,-1 0 0,1 0-1,-1 0 1,1 0-1,-1 0 1,1 0-1,0 0 1,0 0-1,-1 1 1,1-1-1,0 0 1,0 0-1,0 0 1,0 0 0,0 0-1,1 2 1,0-3-71,-1 0 0,1 0 0,-1 0 0,1 0 0,0 1 0,-1-1 0,1 0 0,0 0 1,-1 0-1,1 0 0,0 0 0,-1 0 0,1-1 0,-1 1 0,1 0 0,0 0 0,-1 0 1,1-1-1,-1 1 0,1 0 0,0-1 0,-1 1 0,1 0 0,-1-1 0,1 1 0,-1-1 0,1 1 1,-1 0-1,0-1 0,1 0 0,-1 1 0,1-1 0,-1 0 0,12-13-4009,-4-1-2260</inkml:trace>
</inkml:ink>
</file>

<file path=ppt/ink/ink2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3:04.70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1661 57 8194,'0'0'9837,"-31"-9"-8636,-6-3-813,15 4-115,0 1 0,0 1 1,-1 1-1,0 1 0,0 1 0,-31 0 1,-324 12 3293,323-3-3152,0 3 0,0 2 1,1 2-1,-92 36 0,102-30-285,1 3 0,0 1-1,2 2 1,1 2 0,1 1 0,2 3-1,0 1 1,3 1 0,0 2-1,-37 52 1,45-52-90,3 1 1,1 1 0,2 1-1,1 0 1,2 2 0,2 0-1,1 1 1,3 1-1,1 0 1,2 0 0,-5 78-1,14 220 539,5-302-496,1 1-1,2-1 1,1 0-1,2-1 1,2 0-1,1-1 1,2-1-1,1-1 1,34 48 0,-40-66-66,0 0 0,2-1 0,0 0 1,1-1-1,0 0 0,1-1 1,0-1-1,1-1 0,1 0 1,35 15-1,-26-15 15,0-2 1,1-1 0,0-2-1,0 0 1,1-2-1,0-1 1,36-1-1,-45-2-13,27 1 16,-1-2-1,1-2 1,73-15 0,-70 5-31,-1-3 0,-1-1 0,0-3 0,-1-1 0,-1-3 0,-2-2 0,43-32 0,-55 34 1,0-2 1,-3-2-1,0 0 0,-2-2 1,0-1-1,-3-2 0,-1 0 0,-1-1 1,26-55-1,24-73-111,86-291 0,-149 420 66,-2-2-1,-1 1 1,3-64 0,-9 84 21,0 0 1,-1-1-1,0 1 1,-1 1-1,-1-1 0,0 0 1,-1 0-1,0 1 1,-1 0-1,-1 0 0,0 0 1,-9-14-1,0 9 11,0 0 0,-1 1 0,-1 1 0,0 0 0,-1 1 0,-1 1 0,0 1 0,-1 1 0,-39-18 0,-14-1 12,-119-31 0,73 25 6,87 21 40,29 13-47,0 1 0,0 0 0,-1 0 0,1 0 0,-1 1 1,0-1-1,1 1 0,-1 0 0,0 0 0,0 0 0,-4 0 1,7 1 9,-6 19-596,7-11-463,0-6 600,-1 0 0,1 0-1,0 0 1,0 1 0,0-1-1,0 0 1,1 0-1,-1 0 1,1-1 0,-1 1-1,1 0 1,-1 0 0,1 0-1,0 0 1,0 0 0,2 2-1,8 3-5881</inkml:trace>
</inkml:ink>
</file>

<file path=ppt/ink/ink2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3:04.70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149 135 3265,'0'0'14664,"-13"-22"-14532,6-4-117,7 23-14,-1 1 1,1-1-1,-1 1 1,0-1-1,1 1 1,-1 0-1,0-1 1,0 1-1,0 0 1,-1 0-1,1 0 1,0 0-1,-1 0 1,0 0-1,-1-2 1,-42-29 511,42 31-139,-25-10 4726,28 12-5044,-1 0 1,0 0-1,1-1 0,-1 1 0,1 0 0,-1 0 1,0 0-1,1 0 0,-1 0 0,0 0 1,1 0-1,-1 0 0,0 0 0,1 0 0,-1 0 1,0 0-1,1 0 0,-1 1 0,0-1 1,1 0-1,-1 0 0,1 1 0,-1-1 0,1 0 1,-1 1-1,1-1 0,-1 1 0,1-1 0,-1 1 1,1-1-1,-1 1 0,1-1 0,0 1 1,-1-1-1,1 1 0,0 0 0,-1-1 0,1 1 1,0-1-1,0 1 0,-1 1 0,-6 61 589,2 1 1,5 87-1,1-66-416,4 18 259,5-1-1,33 143 1,-20-129-138,12 166 0,-33 3 19,3 37 14,9-173-226,3 68 107,-17 24-418,0-243-335,-1 0 1,1 1 0,0-1-1,0 0 1,-1 1-1,1-1 1,-1 0 0,0 1-1,1-1 1,-1 1-1,0-1 1,0 1 0,0-1-1,0 1 1,0 0-1,0-1 1,-2 0 0,-9-8-6401</inkml:trace>
</inkml:ink>
</file>

<file path=ppt/ink/ink2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3:04.70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1643 174 11963,'0'0'4172,"-33"-10"-2765,-3-2-956,7 2-35,0 1 0,-1 1 0,0 2 1,0 0-1,-37 0 0,-15 2 922,-131 11 0,169-1-952,0 1 0,1 2 0,0 2 0,-71 27 0,68-17-159,2 2 1,0 2-1,2 2 0,1 1 1,1 3-1,1 1 0,2 1 1,2 2-1,-53 67 0,45-44-108,2 2 0,3 2 0,3 2 0,2 1 0,3 1 0,-23 77 0,42-102-43,1 0 0,2 0-1,-4 59 1,6 128 330,6-211-381,1 8 6,1 1 1,1-1-1,1 0 1,1 0-1,1-1 1,1 1-1,1-1 1,2-1-1,0 0 1,1 0-1,2-1 1,29 41-1,-28-45 0,0-1 0,2-1 0,0-1 0,0 0 0,2-1 0,-1 0 0,2-2 0,0 0-1,0-1 1,1-1 0,1-1 0,-1-1 0,1-1 0,1 0 0,22 3 0,-16-5 28,1-1 0,0-2 1,0 0-1,0-2 0,0-2 1,0 0-1,-1-2 0,1-1 1,-1-1-1,0-2 1,49-19-1,-5-6-39,-2-3-1,-1-3 1,-2-3 0,75-63-1,-99 70-17,-3-3 0,-1-1 0,-2-2-1,-2-1 1,-1-2 0,53-94 0,-74 112 5,-1-1 1,-1-1-1,-2 1 1,0-2 0,-2 1-1,3-31 1,-2-12 1,-3-96 1,-6 129-5,-3 1 0,-1 0 0,-1 0 0,-3 0 1,0 1-1,-3 0 0,-29-64 0,17 53-2,-1 1-1,-2 1 0,-3 2 1,-1 0-1,-40-40 1,42 53-2,-1 2 0,-2 1 1,-1 1-1,-1 2 0,-1 2 1,-1 1-1,0 1 0,-2 2 1,0 2-1,-56-15 0,54 23-6,40 37-39,1-26-12,-1 1-1,0-1 1,1 0 0,0 0 0,-1 1-1,1-1 1,0 0 0,1 0 0,-1 0-1,1 0 1,-1 0 0,1-1 0,0 1-1,0 0 1,0-1 0,0 1 0,0-1-1,1 0 1,-1 1 0,1-1 0,0 0-1,5 2 1,-1 0-844,0-1-1,0 0 1,1 0-1,-1-1 1,1 1-1,-1-2 1,1 1-1,13 0 1,11-2-5239</inkml:trace>
</inkml:ink>
</file>

<file path=ppt/ink/ink2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3:04.70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784 59 5169,'0'0'9098,"0"-10"-8123,0-18-393,0 8 5867,-14 40-4230,9-3-1945,-2 0 0,0 0 0,-1 0 0,-13 20-1,1-1-74,-128 278 1535,-22 133 181,167-439-1892,-36 111 174,-113 314 587,75-211-383,18-44-170,38-100-63,17-59-116,-1 0 0,0-1-1,-12 25 1,15-34 1293</inkml:trace>
</inkml:ink>
</file>

<file path=ppt/ink/ink2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3:04.70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1478 203 11162,'0'0'2238,"-36"-9"-712,-7-2-1001,-20-5 895,-92-12 0,98 22-542,-1 1 1,0 4-1,-92 8 1,112-2-544,0 2 1,0 1 0,0 2-1,1 1 1,1 3 0,-50 24-1,48-16-218,1 1 0,1 2 0,0 2 0,3 1 0,0 2 0,2 1 0,1 1 0,1 1 0,2 2 0,2 1 0,1 1 0,2 1 0,1 1 0,2 1 0,2 0-1,2 2 1,1 0 0,-12 69 0,11-1-69,-2 154 0,16-246 1,1-1-1,0 1 1,2-1-1,0 0 1,1 1-1,1-1 1,0-1-1,1 1 1,1-1-1,14 28 1,-10-26 53,1 0-1,0-1 1,1-1 0,1 0 0,1 0 0,27 23 0,-30-31-69,-1 0 0,2 0 0,-1-2 0,1 1 1,-1-2-1,2 1 0,-1-2 0,1 1 0,-1-2 0,1 0 1,23 3-1,5-3 27,1-1 1,0-3 0,0-1-1,-1-2 1,1-2 0,-1-1-1,57-19 1,-64 15-41,0-2-1,0-1 1,-2-2-1,52-33 1,-64 35-2,0-1 0,-2-1 0,0-1 0,0 0 0,-2-1 1,0-1-1,25-40 0,17-47 16,-4-1 0,-6-4 0,49-159 0,-81 220-33,-3-1 1,-1 0 0,-3-1-1,-2 0 1,0-61-1,-7 102 3,-1-1 0,0 1 0,-1 0-1,0 0 1,-1 0 0,0 0 0,-1 1 0,0-1 0,0 1-1,-1 0 1,-12-18 0,6 13-2,-1 0 0,-1 1 0,0 1 0,0 0 0,-1 1 0,-25-16 0,-6 1 0,-1 1 0,-1 3 0,-2 3 1,-57-18-1,-99-18 333,184 50-629,29 9-2357,23 9-1953,-6-5-1264</inkml:trace>
</inkml:ink>
</file>

<file path=ppt/ink/ink2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3:04.71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116 103 904,'0'0'11629,"-4"-8"-10383,0 3-1032,1-1 0,-1 1 0,0 0 0,0 0-1,0 0 1,-1 0 0,0 1 0,0 0 0,0 0 0,0 0 0,0 1 0,-8-4 0,-7-9 603,19 14-418,0 1 0,0 0 0,-1-1 0,1 1 0,0 0 0,-1 0 0,1 0 0,-1 0 1,1 0-1,-1 0 0,1 0 0,-1 1 0,0-1 0,1 1 0,-4-1 0,8 27 440,2-10-577,2-1-1,0 0 0,1 0 0,1 0 0,20 25 1,0 1 127,290 527 2227,-306-543-2548,88 213 797,-72-160-318,54 103 0,-38-110-241,3-3 0,2-2 0,102 102 0,-121-135-209,8 16 131,-38-46-236,-1-2-218,-51-1-9080,38 0 2467</inkml:trace>
</inkml:ink>
</file>

<file path=ppt/ink/ink2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3:04.71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1446 312 8146,'0'0'8427,"-34"-17"-6944,-110-55-303,126 64-948,0 1 1,0 1-1,-1 0 0,0 1 1,0 2-1,0-1 1,-1 2-1,1 1 0,-27 1 1,8 0 85,-7-2-50,1 1-1,-1 3 1,1 2 0,-1 2-1,1 1 1,-47 16 0,41-6-66,0 3 1,1 2-1,2 3 0,0 1 1,1 2-1,2 2 1,-64 58-1,88-70-141,0 2 0,2 1 0,0 0 0,1 1 0,1 1 0,2 1 0,0 0-1,1 0 1,2 2 0,0-1 0,2 2 0,1-1 0,1 1 0,1 0 0,1 0 0,-1 36 0,4-29-49,1 0 1,2 0-1,1 0 0,2 0 0,1-1 1,2 1-1,1-1 0,24 61 1,-12-49-11,2 0 1,47 67 0,-55-93 15,1 0 0,0-2 0,2 1 0,0-2 0,1 0 0,0-2 0,36 22 0,-26-20 41,1-2 1,0-1 0,1-2 0,0 0 0,1-3-1,36 7 1,-3-6 27,0-3 0,70-2 0,-111-5-41,0-1 1,0-1 0,0-2 0,0 0 0,0-1-1,-1-1 1,0-1 0,31-16 0,-14 3-5,-2-2 1,0-1-1,55-47 0,-65 46-32,-2-1 1,0 0-1,-2-2 0,-1-1 0,-1-1 0,-2-1 1,0-1-1,-3 0 0,21-56 0,-23 46-1,-1 0 0,-2-1-1,-3-1 1,-1 0 0,-2 0 0,-2 0 0,-4-69-1,-3 82-5,-1 0 1,-1 0-1,-2 0 0,-2 1 0,0 0 0,-2 1 0,-1 0 0,-2 1 0,0 1 1,-27-36-1,2 10 3,-3 1 1,-2 2 0,-96-82 0,116 112 0,0 1 0,0 2 0,-45-24 0,55 34-1,0 0 0,0 1 0,-1 1 0,0 1 0,0 0 0,0 1 0,0 0 0,-26 0 0,35 3 3,-1 0-1,1 0 1,-1 1-1,1 0 0,0 0 1,-1 1-1,1 0 1,0 0-1,0 1 0,-13 5 1,17-5-5,0-1 0,0 1 0,0 0-1,1 0 1,-1 0 0,1 0 0,-1 0 0,1 0 0,0 0 0,0 1 0,1-1 0,-1 1 0,1 0 0,-1 0 0,1-1 0,0 1 0,1 0-1,-1 0 1,1 0 0,0 0 0,0 0 0,0 4 0,0 0-4,-1-5-19,1-1 1,0 1-1,0 0 0,0 0 0,0-1 1,0 1-1,1 0 0,-1 0 1,1-1-1,0 1 0,-1 0 0,1-1 1,0 1-1,1-1 0,-1 1 1,0-1-1,1 0 0,-1 1 0,1-1 1,0 0-1,0 0 0,0 0 1,0 0-1,0-1 0,0 1 0,5 2 1,29 19-2655,43 18 0,-27-20-3631</inkml:trace>
</inkml:ink>
</file>

<file path=ppt/ink/ink2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3:04.71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6 1 4905,'0'0'10178,"-6"0"-3558,243 0-6373,-236 1-226,0 0 0,-1 0 0,1 0 0,0 1-1,-1-1 1,1 0 0,0 0 0,-1 1 0,1-1 0,-1 0 0,0 1 0,0-1 0,1 0 0,-1 1-1,0-1 1,0 0 0,0 1 0,0-1 0,-1 3 0,-3 32 597,0-30-517,0-1 0,-1 1 0,0-1-1,0 1 1,0-1 0,0-1 0,-1 1-1,-12 7 1,-55 27 299,60-32-254,76-4-69,-54-3-78,-1-1-3,-1 1 0,0 0 0,1 1-1,-1-1 1,0 1 0,1 1 0,12 3 0,-18-3 0,0-1 1,0 1-1,0 0 1,0-1-1,0 1 1,0 0-1,-1 0 1,1 0-1,-1 0 1,1 1-1,-1-1 1,0 0-1,1 1 1,-1-1-1,-1 1 1,1-1-1,0 1 1,0-1-1,-1 1 1,0-1-1,1 1 1,-1 0-1,0-1 1,0 1-1,-1 3 1,1 2 2,0-1 0,0 0 1,-1 1-1,0-1 1,0 0-1,0 0 1,-1 0-1,-1 0 1,1 0-1,-7 12 1,7-16 55,-1 0 1,0 0-1,1 0 1,-1 0-1,0 0 1,0-1-1,-1 0 1,1 1-1,-1-1 1,1-1-1,-1 1 1,1 0-1,-1-1 1,0 0-1,0 0 1,0 0-1,0 0 1,0 0-1,0-1 1,0 0-1,0 0 1,-4 0-1,4 0 26,0-1-1,1 1 0,-1 0 1,0-1-1,0 0 0,1 0 1,-1 0-1,1-1 0,-1 1 1,1-1-1,-1 0 0,1 0 0,0 0 1,0 0-1,0 0 0,0-1 1,0 1-1,0-1 0,1 0 1,-1 0-1,1 0 0,-3-5 1,-6 5-109,10 3-211,5 0-3413,45 2-4401,-12 8 1678</inkml:trace>
</inkml:ink>
</file>

<file path=ppt/ink/ink2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3:04.71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161 2 1744,'0'0'13934,"0"-2"-11491,-1 5-1280,-3 4-802,0 0 0,-1-1-1,0 0 1,0 0 0,0 0 0,-1 0 0,-8 6-1,-14 15 391,13-11-395,-32 46 113,43-56-467,2-1 0,-1 1 1,0 0-1,1 0 0,0 0 1,1 0-1,-1 0 1,1 0-1,1 0 0,-1 10 1,1-15-2,0-1 1,1 1 0,-1-1-1,0 1 1,1-1-1,-1 1 1,0-1 0,1 0-1,-1 1 1,1-1-1,-1 0 1,1 1-1,-1-1 1,1 0 0,-1 1-1,1-1 1,-1 0-1,1 0 1,-1 0 0,1 1-1,0-1 1,-1 0-1,1 0 1,-1 0 0,1 0-1,-1 0 1,1 0-1,0 0 1,24-1 35,-19 1-38,340 0-1370,-349 0 989,-12-1-3697,2-4-3908,12 2 2873</inkml:trace>
</inkml:ink>
</file>

<file path=ppt/ink/ink2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3:04.71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75 0 9562,'0'0'12797,"-12"29"-11580,-35 90-265,44-114-835,1 1-1,0 0 1,0 0 0,0 0 0,1 0-1,0 1 1,0-1 0,0 0 0,1 0-1,0 1 1,0-1 0,1 7 0,1 9-851,0-19 102,-1 0-1,0 0 1,1-1 0,-1 1-1,1 0 1,0-1 0,0 1-1,0-1 1,0 0 0,0 0-1,0 0 1,5 4 0,17 7-5522</inkml:trace>
</inkml:ink>
</file>

<file path=ppt/ink/ink2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3:04.71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102 45 928,'0'0'12832,"1"-7"-11206,1-3-1049,0-3-2,0-2 5771,-5 16-6137,0 0 1,0-1-1,0 1 1,0 1 0,1-1-1,-1 0 1,0 1 0,1-1-1,-3 3 1,-8 12 323,3-5-388,1 0 0,1 0-1,0 1 1,-9 18-1,17-29-150,0-1 0,0 1 0,0-1 1,0 1-1,0-1 0,0 1 0,0-1 0,1 1 0,-1-1 0,0 1 0,0-1 0,0 0 0,1 1 0,-1-1 0,0 1 0,1-1 0,-1 0 1,0 1-1,1-1 0,-1 0 0,1 0 0,-1 1 0,0-1 0,1 0 0,-1 0 0,1 1 0,-1-1 0,1 0 0,-1 0 0,1 0 0,-1 0 1,0 0-1,1 0 0,-1 0 0,1 0 0,-1 0 0,1 0 0,-1 0 0,1 0 0,-1 0 0,2 0 0,24 0 47,-23 0-66,11-1-27,1 2 0,0 0 0,-1 1 0,28 7 0,-40-9 46,0 0 0,0 1-1,1 0 1,-1-1 0,0 1 0,0 0 0,0 0 0,0 0 0,0 0 0,0 0-1,0 1 1,-1-1 0,1 1 0,0-1 0,-1 1 0,1 0 0,-1-1 0,1 1-1,-1 0 1,0 0 0,0 0 0,0 0 0,0 0 0,0 0 0,0 0-1,-1 1 1,1-1 0,-1 0 0,1 0 0,-1 0 0,0 1 0,0-1 0,0 0-1,0 0 1,0 1 0,-1-1 0,1 0 0,0 0 0,-1 1 0,0-1 0,-1 4-1,-3-2 28,1 0-1,0 0 1,-1 0-1,0 0 1,0-1-1,0 0 0,-1 0 1,1 0-1,-1-1 1,1 0-1,-7 2 1,3 0-20,-47 11 98,46-14-77,0 2 1,0-1-1,-19 9 0,25-10 1735,1 0-6086,9-12-11913</inkml:trace>
</inkml:ink>
</file>

<file path=ppt/ink/ink2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3:04.71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30 4889,'0'0'13215,"3"-2"-11896,3-2-885,1 0 0,0 1-1,0 0 1,0 0 0,0 1 0,0 0 0,0 0 0,1 1-1,8-1 1,75 1-347,-8 1-3925,-76 6-6146</inkml:trace>
</inkml:ink>
</file>

<file path=ppt/ink/ink2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3:04.71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371 50 384,'0'0'7083,"0"-5"-5799,0-4-975,0-25 7525,-4 33-4285,-18 0-2409,10 8-899,2 1 0,-1 1-1,1-1 1,0 2 0,-10 11 0,-22 20-21,-118 104 393,102-62-332,57-83-272,0 1-1,0 0 0,0 1 0,0-1 0,0 0 0,1 0 0,-1 0 0,0 0 1,1 1-1,-1-1 0,0 0 0,1 1 0,0-1 0,-1 0 0,1 1 0,0-1 1,0 1-1,0-1 0,-1 0 0,2 1 0,-1-1 0,0 1 0,0-1 0,0 0 1,1 1-1,-1-1 0,1 2 0,1-1 3,-1 0-1,1-1 1,0 1 0,-1-1 0,1 1-1,0-1 1,0 0 0,0 0 0,0 1-1,0-1 1,1-1 0,-1 1 0,0 0-1,4 0 1,10 2 18,1 0 0,-1-2 0,23 0 0,-36-1-31,-3 0 2,5 1 16,0-1 0,0 0 0,0-1 0,0 1 0,0-1 0,0 0 0,7-2 1,-11 2-1,1 0 0,-1 0 0,0 0 0,1 0 0,-1-1 0,0 1 0,0 0 0,0 0 0,0-1 0,0 1 0,0-1 0,-1 1 0,1-1 0,0 1 0,-1-1 0,1 1 0,-1-1 0,1 1 0,-1-1 0,0 0 0,0 1 1,0-1-1,0 0 0,0 1 0,0-4 0,13-46 92,-13 50-102,0 0 0,0 0 0,0 0 0,0 0 0,0 0 0,0 0 0,0 0 0,0 0 0,0 0 0,0 1 0,0-1 0,-1 0 0,1 0 0,0 0 0,-1 0 0,1 0 0,-1 0 0,1 1 0,-1-1 0,1 0 0,-1 0 0,0 1 1,1-1-1,-1 0 0,0 1 0,1-1 0,-1 0 0,0 1 0,0-1 0,0 1 0,0 0 0,1-1 0,-1 1 0,0 0 0,0-1 0,0 1 0,0 0 0,0 0 0,0 0 0,0 0 0,0 0 0,0 0 0,0 0 0,0 0 0,0 0 0,-1 1 0,-24-4 416,9 0-243,-3 1 489,18 1 1,10 1 304,-7 0-987,-1 6-7746,0 1 2308</inkml:trace>
</inkml:ink>
</file>

<file path=ppt/ink/ink2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3:04.718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78 8 4913,'0'0'9191,"6"-5"-8037,-6 4-1120,0 1 0,0 0 0,0 0 0,1 0 0,-1 0 0,0 0 0,0 0 0,0-1 0,0 1 0,0 0-1,0 0 1,0 0 0,0 0 0,1 0 0,-1 0 0,0 0 0,0 0 0,0 0 0,0 0 0,0 0 0,1 0 0,-1-1 0,0 1 0,0 0 0,0 0 0,0 0 0,0 0 0,1 0 0,-1 0 0,0 0 0,0 0-1,0 1 1,0-1 0,0 0 0,0 0 0,1 0 0,-1 0 0,0 0 0,0 0 0,0 0 0,0 0 0,0 0 0,0 0 0,1 0 0,-1 0 0,0 1 0,0-1 0,0 0 0,0 0 0,0 0 0,0 0-1,0 0 1,0 0 0,0 1 0,0-1 0,0 0 0,1 0 0,-1 0 0,0 0 0,0 1 0,0 22 394,-1 1 1,-1-1-1,-1 1 0,-1-1 0,-1 0 1,-1 0-1,-12 30 0,17-50-376,-1 0 0,1 1 0,0-1 0,-1 1 0,2-1 0,-1 1 0,0 0 0,1 5 0,7 0 429,14-11-324,1-2-256,0 1 1,1 1 0,-1 1-1,25 1 1,-9 1-125,-36-1 216,0 0 1,0 0-1,0 1 1,0-1-1,0 1 1,0-1-1,0 1 1,0 0-1,0-1 1,0 1-1,-1 0 1,1 0-1,0 1 1,0-1-1,-1 0 1,1 1-1,-1-1 1,1 0-1,1 3 1,0 0 2,0 1 0,-1-1 0,1 1 0,-1 0 0,0 0 0,0 0 0,2 7 0,0 5 26,-1 0 1,-1 1-1,0 30 1,-2-47 18,-1 1 0,0 0-1,0 0 1,0-1 0,0 1 0,0-1 0,-1 1 0,1-1 0,0 1-1,-1-1 1,1 0 0,-1 0 0,1 1 0,-1-1 0,1 0 0,-1 0-1,0-1 1,0 1 0,1 0 0,-1-1 0,0 1 0,0-1 0,0 1-1,-3-1 1,-54 10 452,-157 3-215,224-30-3965,22-17-2785,-17 18 1527</inkml:trace>
</inkml:ink>
</file>

<file path=ppt/ink/ink2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3:04.719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0 16 2665,'0'0'13386,"27"0"-11820,33 1-710,-36 1-549,-1-1 0,1-1 0,-1-2 1,1 0-1,-1-1 0,24-7 0,-44 8 114,0 1-1235</inkml:trace>
</inkml:ink>
</file>

<file path=ppt/ink/ink2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3:04.720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0 100 5297,'0'0'10792,"1"-6"-10052,0 4-687,-1 0 0,1 0 0,-1 0 1,1 0-1,0 0 0,0 1 0,0-1 0,0 0 1,0 0-1,0 1 0,0-1 0,1 1 0,-1-1 0,1 1 1,-1-1-1,1 1 0,-1 0 0,1 0 0,2-2 1,48-15 893,19 3-815,-1 3 0,2 4-1,-1 2 1,90 6 0,-160 1-134,0 1 0,-1 0 0,1 0-1,-1 0 1,1-1 0,-1 1 0,0 0 0,0 0 0,0 0 0,0 0 0,0 0 0,0 3 0,-1-3 10,1 3 12,0 0-1,-1 0 0,0 0 1,0 0-1,-1-1 0,1 1 1,-1 0-1,0-1 0,0 1 1,-1-1-1,1 1 0,-1-1 1,0 0-1,0 0 1,0-1-1,-1 1 0,1 0 1,-1-1-1,-5 3 0,-25 30 21,32-32-47,1-1 0,0 1 0,-1 0 0,1 0 0,1-1 0,-1 1 0,1 0 0,-1 0 0,1 0 0,0 0 0,0 0 0,1 0 0,-1 0 0,1 0 0,0 0 0,0-1 0,0 1 0,0 0 0,1-1 0,0 1 0,0 0 0,0-1 0,0 0 0,0 0 1,3 4-1,17 12-254,-9-9 180,0 1 0,-1 0 0,-1 0-1,0 1 1,0 1 0,-1 0 0,13 23 0,-23-35 85,0 0 0,0 0 0,0 0 0,0-1 1,0 1-1,0 0 0,0 0 0,-1-1 0,1 1 0,0 0 0,0 0 0,-1-1 0,1 1 1,-1 0-1,1-1 0,0 1 0,-1-1 0,1 1 0,-1 0 0,0-1 0,1 1 0,-1-1 0,1 1 1,-1-1-1,0 0 0,1 1 0,-1-1 0,0 1 0,0-1 0,1 0 0,-1 0 0,0 0 1,0 1-1,1-1 0,-1 0 0,0 0 0,0 0 0,-1 0 0,-39 6 572,33-5-508,-68 14 652,55-10-80,0-1 1,0 0-1,-25 0 0,45-4 485,2 9-10511,4-5 4284</inkml:trace>
</inkml:ink>
</file>

<file path=ppt/ink/ink2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3:04.721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14 61 3753,'0'0'14930,"8"-1"-14333,27-13-472,-13 5-110,-1 1-1,1 1 1,1 0-1,-1 2 1,35-4-1,39 8-54,-94 24-131,-3-16 228,0-1 0,0 1-1,0-1 1,0 0-1,-1 0 1,0 0 0,-1 0-1,1 0 1,-1 0 0,-7 10-1,-45 54 100,27-35-148,-8 6 19,-1-2 1,-62 51-1,96-87-32,-1 1 1,1-1-1,0 1 1,0 0-1,0 0 1,0 0-1,0 0 0,1 1 1,0-1-1,0 1 1,0-1-1,1 1 1,-1 0-1,1 0 1,0-1-1,1 1 1,-1 6-1,1-11 12,1 1-1,0 0 0,0-1 1,-1 1-1,1 0 0,0-1 1,0 1-1,0-1 0,-1 1 1,1-1-1,0 0 0,0 1 1,0-1-1,0 0 0,0 0 1,0 1-1,0-1 0,0 0 0,0 0 1,0 0-1,0 0 0,0 0 1,1-1-1,33 1 148,-28 0-97,84 2 306,-39 0 99,87-7-1,-117-2-97,6-1 8,-11 8-6612,-7 3 1285</inkml:trace>
</inkml:ink>
</file>

<file path=ppt/ink/ink2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3:04.72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17 7154,'0'0'8364,"2"-16"-2912,-4 16-3889,3 12-865,-1 0-1,2 0 1,0 0 0,0 0-1,5 15 1,23 108 316,-23-105-918,-1 1 1,2 51-1,-2-11 193,0 57 388,-6-128-635,17 0-1211,-11 1-3286,-3 11-14302</inkml:trace>
</inkml:ink>
</file>

<file path=ppt/ink/ink2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3:04.72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372 3 4609,'-1'-2'10862,"1"2"-10644,-10 9-131,0 1 0,0 1 0,1-1 0,-8 15 0,5-9-4,-83 97 1310,-35 50-186,125-156-1190,0-1 1,-1-1 0,1 1-1,-1-1 1,0 0 0,-1 0 0,1-1-1,-1 0 1,0 0 0,-10 4-1,68-5 812,95-14-703,-112 7-107,-17 2 22,0 0 1,0 1-1,0 1 1,0 0-1,0 2 1,0 0-1,0 1 1,-1 0-1,1 1 1,18 8-1,-27-8 146,0 0 0,1-1 0,-1 0 0,1-1 0,-1 0 0,1 0 0,15 1 0,-23-3 245,-1 0-482,0 0 0,0 0-1,1 0 1,-1 0 0,0 0-1,1 0 1,-1 0-1,0 0 1,0-1 0,1 1-1,-1 0 1,0 0-1,0 0 1,1 0 0,-1 0-1,0 0 1,0-1-1,0 1 1,1 0 0,-1 0-1,0 0 1,0-1 0,0 1-1,0 0 1,1 0-1,-1-1 1,0 1 0,0 0-1,0 0 1,0-1-1,0 1 1,0 0 0,0 0-1,0-1 1,0 1 0,1 0-1,-1 0 1,0-1-1,0 1 1,-1 0 0,1 0-1,0-1 1,0 1-1,0 0 1,0-1 0,-1-32-6493,-4 17 886</inkml:trace>
</inkml:ink>
</file>

<file path=ppt/ink/ink2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3:04.72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129 3 5097,'0'0'5989,"0"0"-5740,0 0-1,-1 0 0,1-1 1,-1 1-1,1 0 0,0 0 1,-1-1-1,1 1 0,-1 0 1,1 0-1,-1 0 0,1 0 1,-1 0-1,1 0 0,-1 0 1,1 0-1,-1 0 0,1 0 1,-1 0-1,1 0 0,-1 0 1,1 0-1,-1 0 0,-9 23 541,2 1 0,1-1 0,-8 45 0,1-5-511,-48 190 290,61-228-357,1-20-7408</inkml:trace>
</inkml:ink>
</file>

<file path=ppt/ink/ink2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3:04.73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230 49 6945,'-1'-3'422,"0"0"0,0 0 0,0 0 0,-1 0 0,1 0-1,-1 0 1,0 1 0,0-1 0,0 0 0,0 1-1,0 0 1,0-1 0,-1 1 0,1 0 0,-1 0-1,-3-2 1,4 4-221,0-1-1,0 1 1,0-1 0,0 1-1,0-1 1,0 1 0,0 0-1,0 0 1,0 0 0,0 0 0,0 1-1,0-1 1,0 1 0,0-1-1,0 1 1,0-1 0,0 1-1,0 0 1,1 0 0,-1 0-1,0 0 1,0 0 0,1 0-1,-1 1 1,1-1 0,-1 1-1,-1 2 1,-2 2 23,0 0 1,0 1-1,1-1 0,0 1 1,1 0-1,-1 0 1,1 1-1,1-1 0,-1 1 1,1-1-1,1 1 0,-2 15 1,0 12 123,3 57 0,1-58-130,6 354 603,-10-197 177,1-145-882,-68 721 371,62-721-544,6-44-645,0-8-203,-1-13-1142,3 17 1825,-4-50-3654,-3-76-1252</inkml:trace>
</inkml:ink>
</file>

<file path=ppt/ink/ink2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3:04.73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261 356 5081,'20'14'8665,"6"6"-6156,-9-16-2128,0 0-1,0-1 0,0 0 0,1-1 1,20-1-1,-7 0-88,53 1 246,121-13-1,91-26-524,-88 10 18,233-19-21,339-41 51,-512 52 117,174-19 182,3 34 321,-191 25-587,270 2-132,-5-28-107,-352 5 145,401-17 9,-90 49 149,31 1-158,-2-33-10,727-35-845,-733 79 703,-452-23 140,237 19-20,-195-21 43,102-8-1,-178 4 14,-9 1 60,-1 0-1,1-1 0,-1 0 0,1 0 1,0 0-1,6-3 0,-19 7 733,4-2-788,0 0 1,1 0-1,-1 0 1,1 1-1,-1-1 0,1 1 1,0-1-1,0 1 1,0 0-1,-3 2 0,-8 11 111,2 1-1,-1 0 1,2 0-1,0 1 0,-9 23 1,-33 98 363,36-93-417,-38 126 348,7 2-1,-35 248 1,69-334-219,-73 618 921,85-692-1133,-2 7 19,2-20-21,1 0 1,-1 0-1,0 0 0,0 1 1,0-1-1,1 0 0,-1 0 1,0-1-1,0 1 0,1 0 1,-1 0-1,0 0 0,0 0 1,1-1-1,-1 1 0,0 0 1,0-1-1,1 1 0,-1 0 1,0-1-1,1 1 0,-1-1 1,1 1-1,-1-1 1,1 1-1,-2-2 0,-4-2-36,-1 0 0,0 1 0,-1 0 0,1 0-1,-1 0 1,1 1 0,-1 0 0,-13-1 0,-69-2-264,71 4 277,-843 40-993,684-17 805,77-8 190,-169 1 0,-178-53 25,-94-1 6,-288 7 302,504 3-223,-533 19 0,680 9 46,-226-29 1,184 10-119,89 13 209,-1 6 0,-216 27 0,-60 39-59,375-61-163,-346 36 16,232-34 4,-158-14 0,-99-6-40,329 16 5,0 4 0,1 4-1,-98 24 1,128-22 7,-1-2-1,-1-2 1,1-3 0,-1-1 0,-74-4 0,-325-14 20,414 12-12,0 1 0,1 1 0,-57 9 0,93-10-11,5-1-459,0 0 1,0-1 0,-1 0-1,16-7 1,25-15-4179</inkml:trace>
</inkml:ink>
</file>

<file path=ppt/ink/ink2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3:04.73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102 27 4833,'-2'2'2197,"-12"11"1087,14-13-3215,0 0 0,0 0 0,0 0 0,-1 0-1,1 0 1,0 0 0,0 1 0,0-1 0,-1 0 0,1 0 0,0 0 0,0 0 0,0 0 0,0 0 0,0 0 0,-1 1 0,1-1-1,0 0 1,0 0 0,0 0 0,0 0 0,0 0 0,0 1 0,-1-1 0,1 0 0,0 0 0,0 0 0,0 1 0,0-1 0,0 0 0,0 0-1,0 0 1,0 0 0,0 1 0,0-1 0,0 0 0,0 0 0,0 0 0,0 1 0,0-1 0,0 0 0,0 0 0,0 0 0,0 1 0,1-1-1,-1 0 1,0 0 0,0 0 0,0 0 0,0 1 0,0-1 0,0 0 0,1 0 0,-1 0 0,0 0 0,1 0-33,0 0 0,-1 0 0,1 0 1,0 0-1,-1-1 0,1 1 1,0 0-1,0-1 0,-1 1 0,1 0 1,-1-1-1,1 1 0,0-1 0,-1 1 1,1-1-1,-1 1 0,1-1 0,-1 1 1,1-1-1,-1 0 0,1 1 1,-1-1-1,0 0 0,1 1 0,-1-1 1,0 0-1,0 1 0,0-1 0,1 0 1,-1 0-1,0 1 0,0-1 0,0 0 1,0 0-1,0 1 0,0-1 0,-1-1 1,-3-27 4,-20 105 5929,13-20-5026,2 1 1,-1 93-1,15 117-465,1-81-362,-19 127-76,2 69-21,13-355-339,8 33 0,0 2-614,-10-61 598,0 0-1,-1 0 1,1 0 0,0 1-1,0-1 1,-1 0-1,1 0 1,-1 0-1,1 0 1,-1 0-1,1 0 1,-1 0 0,0 0-1,1 0 1,-1 0-1,0 0 1,0 0-1,0 0 1,1-1 0,-1 1-1,0 0 1,0-1-1,0 1 1,0 0-1,-1-1 1,1 1-1,0-1 1,0 0 0,0 1-1,0-1 1,0 0-1,-1 0 1,1 0-1,0 0 1,-2 0-1,-16 3-3876</inkml:trace>
</inkml:ink>
</file>

<file path=ppt/ink/ink2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3:04.73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27 110 7410,'-4'8'7892,"5"-5"-5535,4-7-1045,-3 1-1279,-1-1-1,0 0 1,0 1 0,0-1 0,0 0 0,-1 0 0,0 1-1,0-6 1,1-2-30,10-56 185,-13 67 379,-1 6-188,-4 10 70,-4 32 247,2 0-1,2 0 1,-2 77-1,23 149 539,7-87-906,9 96 178,-24-189-386,-6 94 0,-5-143-320,-12 58 0,8-61-248,-4 61 1,15-84-801,4-50-8852</inkml:trace>
</inkml:ink>
</file>

<file path=ppt/ink/ink2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3:04.74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0 180 6649,'5'-27'6782,"13"-14"-3973,-13 33-2423,-1 0 0,-1 0 0,1-1 1,2-11-1,4-26 1290,-7 33-698,-6 36-58,-5 30-428,3 0-1,3 0 1,1 0 0,3 0 0,16 91 0,-14-117-363,38 215 1037,-30-175-1131,76 444 197,-74-388-551,-4 1 1,-9 158 0,-2-247 139,0-17-477,1-1 0,-2 0-1,-6 30 1,7-43-646,1-6-854,2-7 223,6-37-3645</inkml:trace>
</inkml:ink>
</file>

<file path=ppt/ink/ink2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3:04.74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149 0 5177,'-7'8'2070,"0"-1"0,1 1 0,0 0 1,-9 16-1,10-14-1680,1 1 1,-1 0 0,2 0 0,0 0 0,0 0 0,1 1-1,0-1 1,1 1 0,1-1 0,-1 1 0,3 11 0,-1 93 848,-4 0 0,-22 129 0,1 2-282,10 405-564,17-448-2446,-4-201-745,-3-12-952,-10-26-2316</inkml:trace>
</inkml:ink>
</file>

<file path=ppt/ink/ink2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3:04.74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222 23 2264,'0'-1'430,"0"-1"0,0 1-1,0 0 1,0-1 0,0 1-1,-1-1 1,1 1-1,0 0 1,-1-1 0,1 1-1,-1 0 1,1-1-1,-1 1 1,0 0 0,-1-2-1,-3 5 2873,1 10-545,3-4-1789,1 0 0,1-1 0,-1 1 0,1-1 1,0 1-1,5 13 0,1 16 243,-3 7-448,-2 0 0,-6 67 0,-20 89 198,17-155-674,-45 394 539,34 3-176,24-319-373,22 124-1,-27-235-231,0-1 0,-1 0 0,-1 1 0,-2 15 0,1-18-38,1-1 0,0 1 0,1-1-1,0 1 1,0-1 0,1 1 0,0-1 0,3 14 0,-41-56-4414,1 3-1763,-47-26-3641</inkml:trace>
</inkml:ink>
</file>

<file path=ppt/ink/ink2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3:04.74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45 5361,'-1'-9'2899,"1"-14"647,0 22-3292,0 1 1,0-1-1,0 1 1,0-1-1,0 1 1,0-1-1,0 1 1,0-1-1,1 1 1,-1-1-1,0 1 1,0-1-1,0 1 1,0 0-1,1-1 1,-1 1-1,0-1 1,0 1-1,1 0 1,-1-1-1,0 1 1,1 0-1,-1-1 1,0 1-1,1 0 1,-1-1-1,1 1 1,-1 0-1,1 0 1,-1 0-1,1-1 1,0 1 374,8 39 3094,-1-10-3017,-6-11-558,-1 0 0,-1 0-1,-3 31 1,0 11-110,2-60-91,1 0 0,0 1 0,0-1 0,0 0-1,0 0 1,0 0 0,0 0 0,0 0-1,0 1 1,0-1 0,0 0 0,0 0-1,0 0 1,0 0 0,0 1 0,0-1-1,0 0 1,0 0 0,0 0 0,0 0-1,0 1 1,1-1 0,-1 0 0,0 0 0,0 0-1,0 0 1,0 0 0,0 1 0,0-1-1,0 0 1,1 0 0,-1 0 0,0 0-1,0 0 1,0 0 0,0 0 0,0 0-1,1 1 1,-1-1 0,0 0 0,0 0-1,0 0 1,0 0 0,1 0 0,-1 0 0,0 0-1,0 0 1,0 0 0,0 0 0,1 0-1,-1 0 1,13-10-3921,18-24-1726</inkml:trace>
</inkml:ink>
</file>

<file path=ppt/ink/ink2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3:04.74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313 94 4505,'0'0'12276,"1"-6"-11509,4-65 2435,-5 70-3183,0 0-1,-1 0 1,1 0 0,-1 0 0,1 0 0,-1 1-1,1-1 1,-1 0 0,0 0 0,0 1 0,1-1 0,-1 0-1,0 1 1,0-1 0,1 1 0,-1-1 0,0 1-1,0-1 1,0 1 0,0 0 0,0-1 0,0 1 0,0 0-1,0 0 1,0 0 0,0-1 0,0 1 0,0 0-1,-1 1 1,-38-3-32,33 3 43,-5-2-32,1 2 0,0-1 0,0 2 0,0-1 1,0 2-1,0-1 0,0 2 0,0-1 0,1 1 0,-1 1 0,1 0 0,0 0 0,1 1 0,-1 1 0,1-1 0,1 1 0,-1 1 0,1 0 0,-8 9 1,11-8-4,0 0 0,0 0 1,1 0-1,0 0 0,1 1 1,0 0-1,0-1 0,1 1 1,0 0-1,1 0 1,0 0-1,1 1 0,0-1 1,1 0-1,0 0 0,0 0 1,1 0-1,0 0 0,1 0 1,5 12-1,-6-18 6,0 0 0,0 0-1,1 0 1,0 0-1,0-1 1,0 1 0,0-1-1,0 1 1,1-1 0,-1 0-1,1 0 1,0-1 0,0 1-1,0-1 1,0 0 0,0 0-1,9 2 1,-2-1 21,1-1 0,0-1-1,1 0 1,-1 0 0,21-3 0,-27 2-14,0-1-1,0-1 1,0 1 0,-1-1 0,1 0-1,0-1 1,-1 1 0,0-1 0,0 0 0,0 0-1,0-1 1,0 1 0,0-1 0,-1 0-1,0-1 1,0 1 0,0-1 0,0 0-1,3-6 1,5-9 12,-1 0-1,-1 0 1,14-38-1,-19 43 85,0-1 0,-1 1 0,0-1 0,-1 0 0,1-30 0,-4 45 778,-7 27-17,2-13-593,1-5-192,1-1 0,0 0 1,1 1-1,0 0 0,0-1 0,0 1 0,1 0 0,0 0 0,1 0 1,0 0-1,0 0 0,2 13 0,0-19-71,0 0 0,0 0 0,-1 0 0,2 0 0,-1 0 0,0 0 0,0-1 0,0 1 0,1-1 0,-1 1 0,1-1 0,-1 0 0,1 0 0,-1 0 0,1-1 0,0 1 0,0 0 0,-1-1 0,4 1-1,58 4 136,-58-5-142,181 1-6037,-108-1 1595,-56 0-4209</inkml:trace>
</inkml:ink>
</file>

<file path=ppt/ink/ink2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3:04.74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6 7618,'0'0'9359,"4"-3"-8580,-4 3-734,1-1 0,-1 1 0,1 0 0,-1 0 0,0 0 0,1-1 0,-1 1-1,1 0 1,-1 0 0,1 0 0,-1 0 0,1 0 0,-1 0 0,1 0 0,-1 0 0,1 0 0,-1 0 0,1 0 0,-1 0 0,1 0 0,-1 0 0,1 0 0,-1 1 0,0-1 0,1 0 0,-1 0 0,1 1 0,-1-1 0,0 0 0,1 0 0,-1 1 0,1-1 0,-1 0-1,0 1 1,1-1 0,-1 1 0,0-1 0,0 0 0,1 1 0,-1-1 0,0 1 0,0-1 0,0 1 0,9 36 1567,-7 64 451,-2-78-1759,0 398 931,0-408-1203,2-1-1,0 0 1,0 0-1,5 14 1,-4-15-537,0 1 0,-1-1 0,0 1 0,0 13 0,-2-65-9749,0 6 3768</inkml:trace>
</inkml:ink>
</file>

<file path=ppt/ink/ink2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3:04.74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142 282 4641,'0'0'9449,"23"-18"-8985,78-58 19,-92 69-403,1 1 1,0 0-1,0 0 1,1 1-1,-1 1 1,1-1-1,0 2 1,0-1 0,1 2-1,12-3 1,13-2 163,588-114 1487,-622 121-1697,21-4 539,1 2 1,46 1-1,-68 2-478,-1 0 0,0 1 0,0-1 0,0 0 0,0 1 0,0-1 0,0 1 0,0 0 0,-1 0 0,1 0 0,0 0 0,-1 0 0,0 0 0,1 0 0,-1 0 0,0 1 0,0-1 0,0 0 0,-1 1 0,2 3 0,14 54 1079,-15-57-1165,14 99 598,-5 1 1,-3 0-1,-10 125 0,1-70-533,15-74-15,-13-83 329,-39-10-125,4-1-294,-45 2-46,-151 5 1,126 4 39,-80 4 37,0 8 0,-190 39 0,341-48-2,33-4-20,40 0-281,0-3-132,-35 2-56,1 0-1,-1 0 1,0 0 0,1-1-1,-1 0 1,0 0-1,0 0 1,0 0 0,0-1-1,4-3 1,11-10-3126,1-3-3259</inkml:trace>
</inkml:ink>
</file>

<file path=ppt/ink/ink2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3:04.74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1348 9330,'0'0'6949,"12"0"-6788,15-1-213,42 1 620,-1 2 0,78 13 0,-84-7-384,-47-7-49,0 0 0,-1 2-1,1-1 1,0 2 0,-1 0-1,1 0 1,25 13-1,-32-11-10,1-2 0,-1 1 0,1-1 0,0-1 0,0 0 0,1 0-1,-1 0 1,0-1 0,15 1 0,-20-3-97,1 0 0,0-1 0,0 1 1,-1-1-1,1 0 0,0 0 0,-1 0 0,1-1 0,-1 0 0,1 0 1,-1 0-1,0 0 0,0 0 0,0-1 0,0 0 0,0 0 0,-1 0 0,1 0 1,-1-1-1,6-7 0,36-45 92,-3-3-1,-3-1 1,60-122 0,-33 5 219,-58 150-169,-1-1 0,-2 1 0,-1-1 0,2-47 0,-6 57-96,0-8 41,0-1 0,-7-38 0,5 56-98,0 0 1,-1 0 0,0 0 0,-1 0-1,1 0 1,-2 1 0,1-1-1,-1 1 1,-1 0 0,-8-10-1,7 9-17,-1 0 0,0 1 0,-1 0 0,1 0 0,-2 1 0,1 0-1,-1 1 1,0 0 0,0 0 0,-1 1 0,1 0 0,-1 1 0,0 1-1,0-1 1,-1 2 0,1-1 0,-1 2 0,1 0 0,-18 0 0,10 3-72,19 3-92,34 4 137,38-3 85,85-5 1,-78-2-43,51-6-56,178-32 0,-174 18-7,-41 9 21,174-25-234,291-77 0,-541 109 317,0 0 0,1 1 1,0 2-1,24-2 0,239 4 1803,-280 0-1515,32-12 610,-8 4-773,0 1 1,0 2-1,0 1 0,27-2 1,-51 6 98,0-7-8669,-2-9 6965,1 14 385,0-18-3344,0 1-747</inkml:trace>
</inkml:ink>
</file>

<file path=ppt/ink/ink2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3:04.74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199 1 2801,'0'0'12460,"-40"0"-6883,38 6-5307,-1 0 0,1 0 0,0 0 0,1 0 0,-1 0 0,1 0 0,0 0 0,0 11 0,1-14-194,0 1 0,-1-1 0,1 1 0,1 0-1,-1-1 1,0 1 0,1-1 0,0 1 0,0-1 0,0 0-1,0 1 1,1-1 0,-1 0 0,1 0 0,0 0-1,4 6 1,0-3 2,1-1-1,0 1 1,0-1 0,0-1-1,1 1 1,0-1-1,-1-1 1,2 0-1,-1 0 1,0 0 0,10 1-1,-18 45 1066,-4-38-1130,-1-1 0,0 0 0,-1 1 0,0-2 0,-1 1 0,0-1 0,0 0 0,-1 0 0,-11 9 0,-6 9 17,4-4-262,-1-1 0,-33 27-1,9-14-5923,27-22-1891</inkml:trace>
</inkml:ink>
</file>

<file path=ppt/ink/ink2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3:04.74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181 107 4017,'0'0'14310,"19"-20"-12749,-14 13-1253,-3 4-109,0 0 0,-1 0 0,1 0 0,-1 0 0,1 0 0,-1 0 1,0 0-1,0 0 0,-1 0 0,2-7 0,-2 10 160,-15 0 218,5 1-547,0 0 0,0 1 0,0 0-1,0 1 1,0 0 0,1 0 0,0 1 0,-1 1-1,1-1 1,1 1 0,-1 1 0,-9 8 0,12-10-15,0 0 1,1 1 0,0 0 0,-1 0 0,2 0 0,-1 1 0,1 0 0,0-1 0,0 1 0,0 1 0,1-1-1,0 1 1,0-1 0,1 1 0,0 0 0,0 0 0,1 0 0,-2 8 0,3-13-6,0 1-1,0-1 1,-1 1 0,2-1-1,-1 1 1,0-1 0,0 0 0,1 1-1,-1-1 1,1 0 0,0 1 0,0-1-1,0 0 1,0 0 0,0 1 0,0-1-1,0 0 1,1 0 0,-1 0 0,3 2-1,1-2 12,-1 0 0,1-1-1,0 1 1,0-1-1,-1 0 1,1 0 0,0-1-1,0 1 1,8-1 0,3 0-1,1 1 1,-1-2 0,0 0 0,0-1-1,0-1 1,0 0 0,0-1 0,18-8 0,-27 9-15,0 0 0,-1 0 0,1-1 0,-1 0 1,0-1-1,0 1 0,-1-1 0,1 0 0,-1 0 1,0-1-1,0 0 0,-1 0 0,0 0 0,0 0 1,0-1-1,-1 1 0,1-1 0,-2 0 1,1 0-1,1-10 0,-2 6 4,-1 1 0,0-1-1,-1 0 1,-1-15 0,0-1-26,1 25 14,0 1 0,0 0 0,0 0 0,-1-1 0,1 1 0,0 0 0,-1-1 0,0 1 0,1 0-1,-1 0 1,0 0 0,1 0 0,-1 0 0,0 0 0,0 0 0,0 0 0,0 0 0,0 0 0,0 0 0,0 0-1,0 1 1,0-1 0,0 0 0,-1 1 0,1-1 0,0 1 0,0-1 0,-1 1 0,1 0 0,0 0 0,0-1-1,-3 1 1,-51-1-4503,38 1-1530,4 0-6769</inkml:trace>
</inkml:ink>
</file>

<file path=ppt/ink/ink2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3:04.75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6953,'0'0'12610,"27"0"-11863,214 0 330,-139 0-838,-102 0-240,1 0 1,-1-1-1,1 1 1,-1 0-1,1 0 1,-1 0-1,1 0 0,0 0 1,-1 0-1,1 1 1,-1-1-1,1 0 1,-1 0-1,1 0 0,-1 0 1,1 1-1,-1-1 1,1 0-1,-1 0 1,1 1-1,-1-1 0,1 0 1,-1 1-1,0-1 1,1 1-1,-1-1 1,1 0-1,-1 1 1,0-1-1,0 1 0,1-1 1,-1 1-1,0-1 1,0 1-1,1-1 1,-1 1-1,0 0 0,0-1 1,0 1-1,0-1 1,0 1-1,0-1 1,0 1-1,0-1 0,0 1 1,0 0-1,0-1 1,0 1-1,-1-1 1,1 1-1,0-1 1,0 1-1,0-1 0,-1 1 1,-21 29 167,-41 20 303,48-40-361,1 0 1,-1 2 0,2 0 0,0 0 0,0 1 0,1 1 0,1 0 0,-13 20 0,22-32-98,1 0 1,0 1-1,0-1 1,0 0-1,0 0 1,0 1-1,1-1 1,-1 0-1,1 1 1,0-1-1,-1 0 0,1 1 1,0-1-1,1 4 1,-1-5-3,0 0 0,1 0 0,-1 0 0,1 1 0,0-1 0,-1 0 0,1 0 0,0 0 0,-1-1 0,1 1 0,0 0 0,0 0 0,0 0 0,0-1 0,0 1 0,0 0 0,0-1 0,0 1 0,0-1 0,2 2 0,6 0 29,0-1 1,0 1-1,0-1 0,-1-1 1,1 0-1,11-1 1,0 1-45,5-1-57,0-2 0,0 0 0,0-2 0,0 0 0,28-11 0,61-26-3393,-77 28 950,11-6-4162</inkml:trace>
</inkml:ink>
</file>

<file path=ppt/ink/ink2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3:04.75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17 8306,'0'0'9527,"15"-3"-9285,59-5 392,81 3 1,-153 5-622,0 0 0,0 1-1,0-1 1,1 0 0,-1 1-1,0 0 1,0 0 0,0 0-1,0 0 1,0 0 0,0 0-1,0 0 1,0 0 0,-1 1-1,1-1 1,0 1 0,-1-1 0,1 1-1,-1 0 1,0 0 0,3 3-1,-4-4 18,1 0 0,0 1 0,-1-1-1,1 0 1,-1 1 0,0-1 0,1 1 0,-1-1-1,0 1 1,0-1 0,0 1 0,0-1-1,0 1 1,0-1 0,0 1 0,-1-1 0,1 0-1,0 1 1,-1-1 0,1 1 0,-1-1 0,1 0-1,-1 1 1,0-1 0,0 0 0,0 0-1,0 0 1,1 1 0,-2-1 0,1 0 0,0 0-1,0 0 1,0-1 0,-2 3 0,-13 5 219,-26 15 53,41-23-305,0 1 0,0-1 0,0 1 0,0 0-1,0 0 1,0-1 0,0 1 0,0 0 0,0 0 0,1 0 0,-1 0 0,0 0 0,0 0 0,1 0-1,-1 0 1,1 0 0,-1 0 0,1 0 0,-1 1 0,1-1 0,0 0 0,0 0 0,0 0 0,-1 1 0,1-1-1,0 0 1,0 0 0,1 2 0,0-1-27,0-1 0,1 0-1,-1 1 1,1-1 0,-1 0-1,1 1 1,-1-1 0,1 0-1,0 0 1,0-1 0,-1 1-1,1 0 1,0 0 0,4 0 0,37 9-367,-27-6 195,-3-1 30,-6-2 97,0 1 0,1 0 0,-1 0 0,-1 1 0,9 4 0,-14-7 72,0 1 1,-1-1 0,1 1-1,0-1 1,0 1-1,-1 0 1,1-1-1,0 1 1,-1 0 0,1 0-1,-1-1 1,1 1-1,-1 0 1,1 0 0,-1 0-1,0 0 1,1-1-1,-1 1 1,0 0-1,0 0 1,0 0 0,1 0-1,-1 0 1,0 0-1,0 0 1,0 0 0,-1 0-1,1 0 1,0 0-1,0 0 1,0-1 0,-1 1-1,1 0 1,0 0-1,-1 0 1,1 0-1,-1 0 1,1-1 0,-1 1-1,1 0 1,-1-1-1,0 1 1,1 0 0,-1-1-1,0 1 1,0 0-1,1-1 1,-3 1-1,-6 7 201,-1 0-1,-1-1 0,0 0 0,0-1 0,0 0 0,-23 8 0,-77 20 215,102-32-1260,0-1-3720</inkml:trace>
</inkml:ink>
</file>

<file path=ppt/ink/ink2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3:04.75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77 0 4657,'0'0'11680,"3"0"-11182,0 0 1,-1 0-1,1 1 1,-1-1-1,1 0 1,-1 1 0,1 0-1,-1 0 1,1-1-1,3 4 1,-6 5-23,1-5-362,0 0-1,-1 0 0,0 0 0,0 0 0,-1 0 0,1 0 0,-1 0 1,1 0-1,-1 0 0,-1 0 0,1 0 0,0 0 0,-1 0 0,0-1 0,0 1 1,0-1-1,0 1 0,-1-1 0,1 0 0,-4 4 0,-11 6 87,-27 27 89,42-37-285,0 0 0,-1 0 0,1 0-1,1 0 1,-1 0 0,0 0 0,1 0 0,-1 1 0,1-1 0,0 0 0,0 1-1,1-1 1,-1 1 0,0 4 0,2-7-2,-1 0 0,0-1-1,1 1 1,-1 0 0,1-1-1,-1 1 1,1 0 0,-1-1 0,1 1-1,-1-1 1,1 1 0,0-1-1,-1 1 1,1-1 0,0 1 0,-1-1-1,1 0 1,0 1 0,0-1-1,-1 0 1,1 0 0,0 1 0,0-1-1,-1 0 1,1 0 0,0 0-1,0 0 1,0 0 0,0 0-1,36 1 66,-27-2-50,46 2 6,-28 1-12,0-1 1,0-2 0,0-1 0,0-1 0,-1-1-1,49-15 1,-42 0-534,-27 4-3041,-7 14 3107,-1 0 0,1 0 1,0 0-1,-1-1 0,1 1 1,0 0-1,-1 0 0,1 0 0,-1 0 1,0 0-1,1 1 0,-1-1 1,0 0-1,1 0 0,-1 0 1,0 0-1,-1 0 0,-15-11-7803</inkml:trace>
</inkml:ink>
</file>

<file path=ppt/ink/ink2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3:04.75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39 1 9882,'0'0'13475,"-39"186"-13283,39-161-96,0 1-96,13 0-168,0-7-936,12-3-1505,-5-6-2352,-7-7-2825</inkml:trace>
</inkml:ink>
</file>

<file path=ppt/ink/ink2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3:04.75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97 46 5857,'0'0'7783,"5"-8"-6689,16-22 53,-15 23 2315,-19 10-1448,-2 9-1469,0 2 1,1-1 0,1 2-1,-20 27 1,32-40-539,-1 0 0,1 0 0,-1 0-1,1 0 1,0 0 0,0 0 0,0 0 0,0 0 0,0 0-1,1 0 1,-1 1 0,1-1 0,-1 0 0,1 1-1,0-1 1,0 0 0,0 1 0,0-1 0,0 0 0,1 1-1,-1-1 1,2 4 0,0-3-3,-1-1-1,1 0 1,0 0-1,0 0 1,0 0-1,0 0 1,0-1-1,1 1 1,-1 0-1,0-1 1,1 0-1,-1 1 1,1-1-1,0 0 1,-1-1-1,4 2 1,14 2-108,-1-1 0,1 0 0,0-2 0,23-1 0,-37 0 10,22 5-151,-28-5 247,0 0 0,1 0 0,-1 1 0,0-1 1,1 0-1,-1 1 0,0-1 0,0 0 0,1 0 0,-1 1 0,0-1 0,0 0 0,1 1 0,-1-1 0,0 1 0,0-1 0,0 0 0,0 1 0,0-1 0,1 1 0,-1-1 1,0 0-1,0 1 0,0-1 0,0 1 0,0-1 0,0 0 0,0 1 0,-1-1 0,1 1 0,0-1 0,0 1 0,-2 3 50,-1-1 0,1 1 0,-1 0 0,1-1 0,-1 0 0,-1 1 0,1-1 0,-5 3-1,3-1-93,-2 0-1,1-1 1,0 0-1,-1 0 1,0-1-1,0 1 1,0-2-1,0 1 1,0-1-1,-1 0 1,1 0-1,-11 1 1,-18-2-3308,-1-3-3963,23-1 1119</inkml:trace>
</inkml:ink>
</file>

<file path=ppt/ink/ink2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3:04.75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9354,'0'0'13232,"11"7"-12449,0 0-635,1-1 0,0-1 0,-1 0-1,2 0 1,-1-1 0,0-1 0,23 3 0,-5-4-100,-19-2-202,0 1 0,0-1 1,0 2-1,0 0 0,17 5 0,-27-5-812</inkml:trace>
</inkml:ink>
</file>

<file path=ppt/ink/ink2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3:04.75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111 46 3241,'0'0'5561,"9"-2"111,33-9-4779,-17-1-758,-17 9 351,-1-1 0,1 1 0,-1 1 1,1-1-1,0 1 0,10-1 0,-17 3 579,-16 5-447,-8 10-510,1 0-1,0 2 0,1 0 0,1 2 1,1 0-1,-29 37 0,40-44-103,0 0 0,1 1 0,1 0 0,0 0 0,0 0 0,2 1 0,-1-1 0,2 1 0,0 0 0,1 1 0,0-1 0,1 0 0,0 1 0,1-1 0,3 20 0,-2-31 3,0 0 1,1 0-1,-1-1 0,1 1 0,-1 0 0,1-1 0,0 1 1,0-1-1,0 0 0,0 1 0,0-1 0,1 0 1,-1 0-1,1-1 0,-1 1 0,1 0 0,0-1 0,-1 0 1,1 1-1,0-1 0,0 0 0,0-1 0,0 1 1,0 0-1,0-1 0,0 0 0,5 0 0,11 2 65,0-1 0,38-4 0,-56 3-71,2-1 10,-1 1 1,1-1-1,-1 0 1,1-1-1,-1 1 1,0 0 0,1-1-1,-1 1 1,0-1-1,0 0 1,0 0-1,0 1 1,0-1-1,0-1 1,-1 1 0,1 0-1,-1 0 1,1-1-1,-1 1 1,0-1-1,0 1 1,0-1-1,0 1 1,-1-1 0,1 1-1,0-5 1,1-2 67,-1 1 0,1-1 0,-2 0 0,1 0 1,-1 0-1,-1 0 0,-1-11 0,1 17-63,1 1 0,-2 0 0,1 0 0,0-1 0,0 1 0,-1 0 0,1 0 1,-1 0-1,1 0 0,-1 0 0,0 1 0,0-1 0,0 1 0,0-1 0,0 1 0,0-1 0,0 1 0,0 0 0,-1 0 0,1 0 0,0 0 0,-1 1 0,1-1 0,-1 1 0,-2-1 0,-10-1 27,0 0-1,-29 1 0,36 1-46,7-14-3692,1 5-439</inkml:trace>
</inkml:ink>
</file>

<file path=ppt/ink/ink2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3:04.75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21 1112,'0'0'4077,"3"4"-4546,8 6 10844,-5-8-9144,880-34-825,-631 28-360,-152 5 306,-82-2 47,-17 1-271,1 0 0,-1-1 0,0 2 1,1-1-1,-1 0 0,0 1 0,0 0 0,1 0 0,-1 0 0,0 0 1,6 4-1,5 0 387,-14-5-441,0 0 0,0 1-1,0-1 1,0 0 0,-1 0 0,1 1-1,0-1 1,0 1 0,0-1 0,-1 1-1,1-1 1,0 1 0,-1-1 0,1 1 0,0-1-1,-1 1 1,1 0 0,-1-1 0,1 1-1,-1 0 1,1 0 0,-1-1 0,0 1-1,1 0 1,-1 0 0,0 0 0,1 0-1,-1-1 1,0 1 0,0 0 0,0 0-1,0 0 1,0 0 0,0 0 0,0 0-1,0-1 1,0 1 0,-1 0 0,1 0-1,-1 1 1,1 17 52,-2-1-1,-1 0 0,0 0 1,-1 0-1,-1 0 0,0-1 1,-1 1-1,-11 18 0,-7 20-90,8-22 54,1 2-1,2 0 0,-15 61 0,14-28-53,-5 39-4,5 45 313,-47 207 0,17-134-111,28-135-178,-3 24-23,14-70 3,5-44 43</inkml:trace>
</inkml:ink>
</file>

<file path=ppt/ink/ink2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3:04.75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1 123 4809,'0'0'6914,"4"-3"-6232,8-3-214,0 0-1,1 1 0,0 0 0,0 1 1,0 0-1,0 1 0,0 1 1,17-2-1,125 0-613,-72 4 611,233-18 129,108-2 431,-357 22-725,-40 0-71,0-2-1,1 0 0,-1-2 1,35-6-1,-44 0 1627,-21 1-1906,-29-2-4798,25 7 2789,-19-4-6161</inkml:trace>
</inkml:ink>
</file>

<file path=ppt/ink/ink2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3:04.76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105 42 6025,'0'0'9309,"5"-7"-8810,17-21-43,-17 21 647,-5 20-499,-2 10-306,-1 0 1,-1 0-1,-1 0 0,-1 0 1,-1 0-1,-2-1 1,0-1-1,-17 32 0,7-14-167,-18 53 0,35-85-128,0 0 0,0 0 0,1 0 0,0 0 0,0 0 1,1 0-1,0 0 0,0 0 0,2 13 0,-1-19-3,0 0 1,-1-1-1,1 1 1,0 0-1,0-1 1,-1 1 0,1-1-1,0 1 1,0-1-1,0 1 1,-1-1-1,1 1 1,0-1-1,0 0 1,0 0-1,0 1 1,0-1-1,0 0 1,0 0-1,0 0 1,0 0 0,1 0-1,31-1 33,-20 1-9,6-1-8,0-1 0,0-1-1,0 0 1,0-2 0,27-9 0,96-45 106,-64 24-32,-62 29-32,0 0 0,0 1-1,25-4 1,0 6-9086</inkml:trace>
</inkml:ink>
</file>

<file path=ppt/ink/ink2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3:04.76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163 0 4929,'0'0'10585,"-20"30"-9151,-63 95-365,76-116-888,2 1 1,-1-1-1,1 1 0,1 0 0,-1 1 1,2-1-1,0 1 0,0 0 0,-2 20 1,0-4 150,2-11-309,1-1 0,0 1 0,1 0 1,1 0-1,0-1 0,3 20 0,-2-32-574,1 0-1,-1 0 1,1 0-1,-1 0 1,1-1-1,0 1 1,0-1-1,0 1 0,1-1 1,-1 0-1,6 4 1,-5-3-946,10 8-5727</inkml:trace>
</inkml:ink>
</file>

<file path=ppt/ink/ink2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3:04.76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199 1 6601,'0'0'10292,"-6"7"-9452,-26 32 714,-37 58 0,-3 6-744,70-100-805,0-1-1,0 0 1,0 1-1,1 0 1,-1-1-1,1 1 0,-1 0 1,1 0-1,0 0 1,0 0-1,0 0 1,0 0-1,1 0 1,-1 3-1,11-5 15,16-3 13,1-1 0,30-6 0,-29 3-31,-1 2 1,34-1-1,-53 5-5,-1 0 0,0 0 0,0 1-1,1 0 1,-1 1 0,0-1 0,0 1 0,10 5 0,-14-6 3,-1 1-1,1-1 1,-1 1-1,0-1 1,0 1-1,0 0 1,0 0-1,0 0 1,0 0-1,-1 0 1,1 0 0,-1 1-1,1-1 1,-1 0-1,0 1 1,0-1-1,0 1 1,0 0-1,0-1 1,-1 1-1,1 0 1,-1-1-1,0 1 1,1 5-1,-2-5 10,0-1-1,1 1 1,-1-1-1,0 1 0,0-1 1,0 1-1,-1-1 1,1 0-1,-1 0 1,1 1-1,-1-1 0,0 0 1,1 0-1,-1-1 1,0 1-1,-3 2 0,-45 31 210,34-24-72,-5 3-106,0-1-1,0-1 0,-1-1 0,-1-1 1,0-1-1,0-1 0,-1 0 0,-25 3 0,22-10-1454,26-34-6316,1 17 2183</inkml:trace>
</inkml:ink>
</file>

<file path=ppt/ink/ink2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3:04.76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8346,'0'0'9083,"7"0"-8469,179 0 2809,-104 0-8659</inkml:trace>
</inkml:ink>
</file>

<file path=ppt/ink/ink2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3:04.76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 29 6305,'0'0'11429,"-8"2"-10780,5-1-519,5-1 638,16-1-577,0-1-1,0-1 1,24-7-1,-27 6-165,1 0-1,0 1 1,0 1 0,0 0-1,28 2 1,-42 0-23,0 0 1,0 1-1,-1-1 1,1 1-1,0-1 0,-1 1 1,1 0-1,0 0 1,-1 0-1,1 0 1,-1 0-1,1 0 0,-1 0 1,0 0-1,1 1 1,-1-1-1,0 0 0,0 1 1,0-1-1,0 1 1,0 0-1,0-1 1,-1 1-1,1-1 0,0 1 1,-1 0-1,1 0 1,-1 2-1,2 6 34,-1 0-1,0 0 1,-1 20-1,0-17 68,0-9-60,-1 0 1,1 0-1,-1 0 1,0 1-1,0-1 1,-1 0-1,1 0 1,-1-1-1,0 1 1,0 0-1,0 0 1,0-1-1,-1 1 1,1-1-1,-5 5 1,-6 4 132,-1 0 0,-22 15 0,-13 12 41,48-38-219,1-1-1,0 0 0,-1 0 1,1 0-1,0 1 1,-1-1-1,1 0 0,0 0 1,0 1-1,-1-1 0,1 0 1,0 1-1,0-1 0,0 0 1,-1 1-1,1-1 1,0 0-1,0 1 0,0-1 1,0 1-1,0-1 0,0 0 1,0 1-1,0-1 0,0 0 1,0 1-1,0-1 1,0 1-1,0-1 0,0 0 1,0 1-1,0-1 0,0 0 1,0 1-1,0-1 1,1 1-1,-1-1 0,0 0 1,0 1-1,0-1 0,1 0 1,-1 0-1,0 1 0,0-1 1,1 0-1,-1 0 1,0 1-1,1-1 0,-1 0 1,0 0-1,1 1 0,-1-1 1,0 0-1,1 0 0,-1 0 1,1 0-1,-1 0 1,0 0-1,1 0 0,-1 0 1,0 0-1,1 0 0,-1 0 1,1 0-1,38 3 67,-23-2-75,9 2 1,1 1-1,-1 2 1,29 10 0,-41-12 6,0 1 0,0 1 0,-1 0 0,0 0 1,0 1-1,-1 1 0,20 16 0,-30-23 3,1 1 0,0 0 0,-1 0 0,1-1 0,-1 1 0,0 0 0,0 0 1,1 0-1,-1 0 0,-1 1 0,1-1 0,0 0 0,0 0 0,-1 1 0,1-1 0,-1 0 1,0 1-1,0-1 0,0 0 0,0 1 0,0-1 0,0 0 0,-1 1 0,1-1 1,-1 0-1,1 0 0,-1 1 0,0-1 0,0 0 0,0 0 0,0 0 0,0 0 0,-1 0 1,1 0-1,-1 0 0,1-1 0,-3 3 0,-5 5 52,0-1 1,-1 0-1,0 0 1,-1-1-1,-17 10 0,-83 29 1665,73-33-4675,27-9-6411,31-9 3865</inkml:trace>
</inkml:ink>
</file>

<file path=ppt/ink/ink2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3:04.76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 1 6649,'0'0'10964,"0"11"-4986,-6 42-5460,1-30-405,2-1-1,1 1 1,0 0 0,2-1-1,3 36 1,-1 9 205,-2 119 360,0-160-9141,0-30 2411</inkml:trace>
</inkml:ink>
</file>

<file path=ppt/ink/ink2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3:04.76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23 5881,'0'0'9450,"27"4"-6076,0-6-2848,0 0-1,27-7 0,-27 4-393,-1 1 0,29 0-1,-43 4-96,-5 0-26,-1-1 1,1 1-1,-1 1 1,0-1-1,1 1 1,-1 1-1,9 2 1,-13-3-5,0 0 0,0 0 1,0 1-1,-1-1 0,1 0 0,-1 1 1,1 0-1,-1-1 0,0 1 0,1 0 1,-1 0-1,0-1 0,0 1 0,0 0 1,0 0-1,-1 0 0,1 0 0,0 0 1,-1 1-1,1-1 0,-1 0 0,0 0 0,0 0 1,0 0-1,0 0 0,-1 3 0,1 2 36,-1 0 0,0-1 0,0 1-1,-1 0 1,0-1 0,0 0 0,-1 1-1,0-1 1,0 0 0,0 0 0,-1 0-1,0-1 1,0 0 0,0 1 0,-7 5-1,-10 10 80,-2-2-1,-30 22 1,13-11-29,23-17-48,3-2 11,-1 1 0,-18 20 0,30-28-42,0-1 0,0 1 0,0 0-1,0 0 1,1 0 0,0 1 0,0-1-1,0 0 1,0 1 0,1-1 0,-1 1-1,1 0 1,1 0 0,-2 7-1,3-11-2,0 0 0,0 0 0,0 0 0,-1 0 0,1 0 0,0 0 0,0-1 0,1 1 0,-1 0 0,0-1 0,0 1-1,0-1 1,0 1 0,0-1 0,1 1 0,-1-1 0,0 0 0,0 0 0,1 0 0,-1 1 0,0-1 0,0 0-1,1-1 1,-1 1 0,0 0 0,1 0 0,-1 0 0,1-1 0,5 1 31,95 0 889,172-22 0,-64-10-750,-203 31-143,-5 1-24,8-2-2513,57-20-3452,-29 7-322</inkml:trace>
</inkml:ink>
</file>

<file path=ppt/ink/ink2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3:05.98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10882,'0'0'6650,"6"0"-5530,0 0-7809,1 0-385</inkml:trace>
</inkml:ink>
</file>

<file path=ppt/ink/ink2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3:18.04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555 0 4385,'0'0'11585,"-15"0"-10142,5 1-1342,1 0 0,0 0 0,0 1 0,0 0 0,0 0 0,0 1 0,0 0 0,1 1 0,-1 0 0,1 0 0,0 1 0,0 0 0,1 1 0,-11 9 0,-13 10 579,-34 37 1,59-56-646,-96 86 1986,79-72-1924,1 1-1,0 1 1,1 1 0,2 1 0,0 0 0,2 1 0,-21 41 0,34-55-56,1-1 1,0 1 0,1-1 0,0 1 0,1 0 0,0 0-1,1-1 1,2 23 0,-1 0 119,0-30-150,1 0 1,0 0-1,0-1 0,0 1 1,0-1-1,1 0 1,-1 1-1,0-1 0,1 0 1,0 0-1,3 2 0,9 7 74,-9-7-74,0 0 0,0 0-1,0-1 1,1 0 0,-1 0-1,1-1 1,0 0 0,0 0-1,0 0 1,0-1 0,0 0-1,0 0 1,0-1 0,1 0-1,-1 0 1,0-1 0,11-2-1,-13 2-2,-1 0-1,0-1 0,0 0 1,0 0-1,0 0 0,0 0 1,0-1-1,0 1 0,-1-1 1,1 0-1,-1 0 0,0-1 0,0 1 1,0 0-1,3-6 0,-3 4 0,0 1-1,1 0 0,-1 1 0,1-1 1,0 0-1,0 1 0,7-4 0,-9 5-5,0 0 1,0 1-1,0-1 0,0 0 0,0 0 0,0 0 1,0 0-1,-1 0 0,1-1 0,-1 1 0,0 0 1,0-1-1,1 1 0,-2-1 0,1 0 0,0 1 0,0-1 1,0-5-1,3-52 308,-4 56-250,-4 3-46,1 0-1,-1 0 1,1 0 0,-1 1 0,1-1-1,-1 1 1,1 0 0,-1 0 0,-5 1-1,4-1 0,-166 0 833,170 0-690,-8-1-870,18 2-7808,-3-1-1133</inkml:trace>
</inkml:ink>
</file>

<file path=ppt/ink/ink2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3:20.60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131 12 3529,'0'0'5884,"32"-7"-1897,-32 6-3427,-1-2 3057,-11 6-3094,6 0-394,0 1 1,1 0-1,0 1 0,0-1 1,0 1-1,0 0 1,1 1-1,0-1 0,0 1 1,-5 8-1,-5 6 196,7-10-155,-1 0 0,1 1 0,1 0-1,0 0 1,1 0 0,0 1 0,1-1 0,0 1 0,0 0-1,2 1 1,-3 17 0,-8 80 1194,13-89-1290,-1-14 36,1 0 0,0 0 0,0 0-1,1 0 1,0 0 0,2 7-1,-2-12-84,0 0 0,-1 0-1,2 0 1,-1 0 0,0 0-1,0 0 1,1 0-1,-1 0 1,1-1 0,-1 1-1,1 0 1,0-1-1,0 0 1,0 1 0,0-1-1,0 0 1,0 0 0,0 0-1,0 0 1,0 0-1,0-1 1,4 2 0,6 1-1,-1 1 1,1-2 0,0 0 0,0 0 0,-1-1 0,1 0 0,0-1-1,0-1 1,0 0 0,18-3 0,-23 0-11,-1 0 1,1 0-1,-1 0 0,1-1 1,-2 0-1,1 0 0,0-1 1,7-10-1,21-18 81,-28 28-44,-1 0 1,0 0-1,0 0 1,0-1-1,-1 0 1,0 0-1,0 0 1,-1 0-1,0-1 1,0 1-1,0-1 1,-1 0-1,-1 0 1,1 0-1,-1 0 0,0-9 1,5-82 585,-5 96-623,-1 0 1,0 1-1,0-1 0,0 1 0,-1-1 0,1 0 0,0 1 0,-1-1 0,0 1 0,1-1 0,-1 1 0,0-1 0,0 1 1,-1 0-1,1-1 0,0 1 0,-1 0 0,1 0 0,-1 0 0,0 0 0,0 0 0,0 0 0,0 1 0,0-1 1,0 1-1,0-1 0,0 1 0,-1 0 0,1 0 0,0 0 0,-6-2 0,-48-22 377,52 24-389,1 0 1,0 1-1,-1-1 1,1 1-1,-1 0 0,1 0 1,-1 0-1,1 0 1,-6 2-1,-3-1-1,11-1 21,-44 6 730,45-6-145,0 13-10602,0-7 3277</inkml:trace>
</inkml:ink>
</file>

<file path=ppt/ink/ink2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3:31.00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185 37 6145,'0'0'7481,"3"-1"-7172,42-32 6627,-56 31-6048,-14 1-1217,12 7 432,0 0 1,0 1-1,1 0 0,0 1 0,0 0 1,1 1-1,0 0 0,1 1 1,0 0-1,0 0 0,1 1 1,0 1-1,1-1 0,1 2 1,0-1-1,-11 26 0,15-23 130,0-1 0,0 1 0,2 0 0,0-1 0,1 1 0,0 0 0,1 0 0,1-1 0,0 1 0,1-1 0,6 21 0,-6-29-151,0 0 0,1 0 0,-1 0 1,1 0-1,0 0 0,0-1 0,1 0 1,0 0-1,0 0 0,0 0 1,0-1-1,1 0 0,0 0 0,0 0 1,0-1-1,0 0 0,0 0 0,1 0 1,10 2-1,6-1-66,-1 0-1,1-2 1,0-1 0,36-2 0,-10 0 95,-37 0-53,-1-1 0,0 0 1,0 0-1,0-1 0,-1 0 1,1-1-1,-1 0 0,0-1 1,0 0-1,13-9 0,-6 2 46,0 0 0,0-1-1,-1-1 1,23-26 0,-36 36-76,-1-2 0,1 1 0,-1 0 0,0 0 0,0-1 1,-1 1-1,0-1 0,0 1 0,0-1 0,0 0 0,-1 1 0,0-1 0,-1-9 0,0 4-14,0-1 0,0 1 0,-1-1 0,-1 1 0,-6-19 0,5 23-9,0 0-1,0 0 1,0 0 0,-1 0-1,0 1 1,0 0-1,-1 0 1,0 0-1,0 1 1,0-1 0,-1 2-1,1-1 1,-15-7-1,9 6 9,-1 0 0,1 0 0,-1 1 0,0 1 0,-1 0 0,1 1 0,-1 1 0,1 0 0,-1 0 0,-18 1 0,11 0 33,15 1 52,-1-1 0,0 1 0,0 0 0,0 0-1,0 1 1,0 0 0,0 1 0,-12 3 0,21-6-351,0 0 1,0 1-1,1 0 0,-1-1 1,0 1-1,0 0 1,0 0-1,0 0 1,0 0-1,1 1 0,-1-1 1,0 0-1,0 1 1,0 0-1,0-1 0,0 1 1,0 0-1,0 0 1,3 2-1,1 1-1106,1 1 0,-1-1 0,0 1-1,-1 0 1,10 11 0,4 6-5244</inkml:trace>
</inkml:ink>
</file>

<file path=ppt/ink/ink2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3:33.39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630 1 3505,'0'0'9562,"9"0"-8349,40 0 7112,-76 13-6989,-136 90 1570,-44 30-1532,186-116-1194,1 1 0,0 1 1,1 1-1,-27 37 1,30-36-64,-46 63 327,2-8-275,56-69-147,0 1-1,0 0 1,1-1 0,0 1 0,1 0-1,-4 17 1,6-4-16,0-8 7,0 0 0,0 1 0,5 20 0,-4-29-12,0-1 0,1 1 0,-1-1 0,1 0 1,0 0-1,0 0 0,1 0 0,-1 0 0,1-1 0,0 1 0,0-1 0,0 1 1,0-1-1,6 4 0,-2-3 7,0 0 1,0-1 0,0 0-1,0 0 1,0-1 0,1 0-1,-1 0 1,1 0 0,0-1-1,14 0 1,4-1 4,50-5 0,-74 4-7,0 0 0,1 1 0,-1-1 0,0 0 0,0 0 0,0 0 0,0-1 0,-1 1 0,1-1 0,0 1 0,0-1-1,-1 1 1,1-1 0,-1 0 0,0 0 0,1 1 0,-1-1 0,0 0 0,0 0 0,0 0 0,0-1 0,0 1 0,-1 0 0,1-3 0,2-3 23,-1 0 0,-1-1 0,1 1 0,-1-16 0,-1 13-15,1 8-6,-1 0 0,0 1 0,1-1 0,-1 0 0,-1 1 0,1-1 0,0 0-1,-1 1 1,1-1 0,-1 1 0,0-1 0,0 0 0,-1-2 0,-14-16 39,14 18-39,0 0 0,0 0-1,0 0 1,-1 0 0,1 1-1,-1-1 1,1 1 0,-1-1-1,-5-2 1,-15-8 31,19 10-37,-1 0 0,1 0 0,-1 1-1,1 0 1,-1 0 0,0 0 0,0 1 0,0-1 0,0 1 0,0 0 0,0 1 0,-6-1 0,-5 0 51,-9 1 114,26 0-166,-1 0 1,0 0 0,0 0-1,0 0 1,0 0 0,0 1-1,0-1 1,0 0-1,0 0 1,0 0 0,0 0-1,0 0 1,0 1 0,0-1-1,0 0 1,0 0-1,0 0 1,0 0 0,0 0-1,0 1 1,0-1-1,0 0 1,0 0 0,0 0-1,0 0 1,0 0 0,0 1-1,-1-1 1,1 0-1,0 0 1,0 0 0,0 0-1,0 0 1,0 0 0,0 0-1,0 1 1,-1-1-1,1 0 1,0 0 0,0 0-1,0 0 1,0 0 0,0 0-1,0 0 1,-1 0-1,1 0 1,0 0 0,0 0-1,0 0 1,0 0-1,-1 0 1,1 0 0,0 0-1,0 0 1,0 0 0,0 0-1,0 0 1,-1 0-1,1 0 1,0 0 0,43 32-2063,59 41-8917,-80-57 3932</inkml:trace>
</inkml:ink>
</file>

<file path=ppt/ink/ink2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3:36.55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19 1800,'0'0'11470,"33"6"-4468,-32-2-6846,0 0 0,1 0-1,-1-1 1,1 1-1,0 0 1,0-1-1,1 1 1,-1-1 0,1 0-1,0 0 1,0 0-1,0 0 1,0 0 0,4 3-1,5 4 343,-11-6-439,0-1 0,0 0 0,0 1 1,0-1-1,0 1 0,-1-1 1,0 1-1,1 5 0,0 9 41,1-9-25,1 0 0,-1 0 1,1 0-1,1-1 0,0 1 0,0-1 0,0 0 1,1 0-1,1 0 0,-1-1 0,1 0 0,0 0 1,1 0-1,-1-1 0,1 0 0,1 0 0,-1-1 1,1 0-1,0 0 0,0-1 0,1 0 0,-1 0 1,1-1-1,0 0 0,14 3 0,28 2 8,-29-3-58,-1-2 0,1 0 0,-1-1 0,1-1-1,40-4 1,-55 0-23,1 0 1,-1 0-1,0 0 0,0-1 0,-1 0 0,1-1 1,7-6-1,24-14 6,-26 21-18,1 0 1,-1 1 0,0 0-1,1 1 1,0 0 0,-1 1 0,1 1-1,0 0 1,18 2 0,12-1-4,-41 0 24,0-1 1,-1 1-1,1-1 0,0 1 0,-1 0 1,1 0-1,-1-1 0,0 1 0,1 0 0,-1 0 1,0 1-1,1-1 0,-1 0 0,0 0 0,0 1 1,0-1-1,0 0 0,0 1 0,0-1 1,-1 1-1,1 0 0,0-1 0,-1 1 0,1-1 1,-1 1-1,1 0 0,-1-1 0,0 1 1,0 0-1,0 0 0,0 2 0,1 71 1429,-2-55-930,0-33-423,1 0 0,0 1-1,1-1 1,0 0 0,4-15 0,-4 27-99,1-1 0,0 1 0,-1 0-1,1 0 1,0 0 0,0 0 0,0 0 0,0 0-1,0 0 1,0 1 0,0-1 0,0 1 0,0-1 0,0 1-1,0 0 1,1 0 0,-1 0 0,2 0 0,56 1 35,-36 0-42,55-2 6,85 3-23,23 10 44,-185-12-7,1 0 0,-1 0 0,0-1 0,1 1 0,-1-1-1,0 0 1,1 0 0,-1 1 0,0-1 0,0-1 0,0 1 0,1 0 0,-2-1-1,1 1 1,0-1 0,0 1 0,0-1 0,-1 0 0,1 0 0,-1 0 0,1 0 0,-1 0-1,0 0 1,1 0 0,-1 0 0,-1 0 0,1-1 0,0 1 0,0 0 0,-1-1 0,1-4-1,2-9 9,-2 0-1,0 0 0,-2-30 0,0 22-13,-5-81 85,6 104-56,-1 1 14,1-1-1,-1 0 0,1 0 1,-1 0-1,1 0 1,-1 0-1,1 0 0,-1 0 1,1 0-1,0 0 1,0 0-1,-1 0 0,1 0 1,0 0-1,0-1 1,0 1-1,0 0 0,0 0 1,1 0-1,-1 0 1,0 0-1,1-1 1,-1-2-441,-5 19-938,3-9-333,-1 1 0,-1-1-1,1 1 1,-1-1-1,-8 10 1,-2 4-8505</inkml:trace>
</inkml:ink>
</file>

<file path=ppt/ink/ink2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3:37.47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367 8 7842,'0'0'11769,"-7"-1"-11226,-11-2-442,0 1 1,0 1-1,0 0 1,0 2 0,-1 0-1,1 1 1,0 1-1,1 0 1,-1 2 0,0 0-1,1 1 1,0 0-1,1 2 1,-1 0 0,-18 13-1,34-21-107,0 0 0,0 1 0,0-1-1,0 1 1,0-1 0,0 1 0,1-1-1,-1 1 1,0 0 0,0-1 0,1 1 0,-1 0-1,1-1 1,-1 1 0,0 0 0,1 0-1,-1 0 1,1 0 0,0-1 0,-1 1 0,1 0-1,0 0 1,-1 0 0,1 0 0,0 0-1,0 0 1,0 0 0,0 0 0,0 0-1,0 0 1,0 0 0,0 0 0,0 0 0,0 0-1,1 0 1,-1 0 0,0 0 0,1 0-1,-1-1 1,1 1 0,-1 0 0,1 0 0,-1 0-1,1 0 1,0-1 0,-1 1 0,1 0-1,0-1 1,-1 1 0,1 0 0,0-1-1,0 1 1,0-1 0,0 1 0,-1-1 0,1 0-1,0 1 1,1-1 0,9 5 6,0 0 1,1-1-1,18 5 0,-25-7 16,14 2-13,48 18 3,-62-20-8,0 0-1,-1 0 0,1 1 0,-1-1 1,0 1-1,0 1 0,0-1 1,0 0-1,0 1 0,-1 0 1,4 4-1,-6-7 10,0 0-1,-1 0 1,1 0 0,-1 0 0,1 0-1,-1 0 1,1 0 0,-1 0 0,0 0-1,0 0 1,1 0 0,-1 0 0,0 0 0,0 0-1,0 0 1,0 0 0,0 0 0,0 0-1,0 0 1,0 0 0,-1 0 0,1 0-1,0 0 1,-1 0 0,1 0 0,0 0-1,-1 0 1,0 0 0,1 0 0,-1 0-1,1-1 1,-1 1 0,0 0 0,1 0-1,-1-1 1,0 1 0,0 0 0,0-1-1,0 1 1,0-1 0,0 1 0,1-1-1,-3 1 1,-49 15 862,45-15-596,-191 36 492,211-38-6175,16 1 2323,33-2-2151,-12-7-2981</inkml:trace>
</inkml:ink>
</file>

<file path=ppt/ink/ink2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3:37.92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143 31 4785,'0'0'12235,"-6"-1"-11402,2 0-773,-1 0-1,0 1 0,0 0 1,0 0-1,0 0 0,0 1 1,0-1-1,0 1 0,0 0 1,1 0-1,-1 1 1,0 0-1,1 0 0,-1 0 1,1 0-1,0 1 0,-1-1 1,1 1-1,0 0 0,1 0 1,-1 1-1,1-1 1,-1 1-1,1 0 0,0 0 1,0 0-1,1 0 0,-1 0 1,1 0-1,0 1 0,0 0 1,0-1-1,1 1 1,0 0-1,-1 0 0,1 9 1,0-11-46,0 0 0,1 0 0,0-1 0,-1 1-1,1 0 1,0 0 0,1 0 0,-1 0 0,0 0 0,1-1 0,0 1 0,-1 0 0,1 0 0,0-1 0,1 1 0,-1 0 0,0-1 0,1 1 0,-1-1 0,1 0 0,0 1 0,0-1 0,0 0 0,0 0 0,4 3 0,-2-3 11,1 0 1,-1 0-1,0-1 0,1 1 0,-1-1 1,1 0-1,0-1 0,-1 1 1,1-1-1,-1 0 0,1 0 1,0 0-1,-1 0 0,1-1 1,0 0-1,5-2 0,-7 2-12,0-1-1,0 0 0,0 0 1,0 0-1,0 0 0,0 0 1,0-1-1,-1 1 1,1-1-1,-1 0 0,0 1 1,0-1-1,0 0 0,0-1 1,0 1-1,-1 0 1,0 0-1,1-1 0,-1 1 1,0-1-1,0 1 1,0-7-1,2-8 40,0-1-1,-1-36 1,-1 53-45,-1 0-1,0 0 1,0 0-1,0 0 1,-1 0 0,1 0-1,0 0 1,-1 0-1,1 0 1,-1 0-1,0 0 1,0 0 0,0 0-1,0 1 1,0-1-1,0 0 1,0 0-1,0 1 1,-1-1 0,1 1-1,0-1 1,-3-1-1,1 2-38,0 0 0,0 0 0,-1 0-1,1 0 1,0 0 0,0 1 0,0-1-1,-1 1 1,1 0 0,0 0 0,0 0 0,-1 1-1,-5 1 1,8-2-201,0 1 0,0-1 0,0 1-1,0 0 1,0 0 0,0 0 0,0-1 0,0 1 0,0 0 0,1 0-1,-1 0 1,0 0 0,1 0 0,-1 0 0,1 1 0,-1-1-1,1 0 1,-1 0 0,1 0 0,0 0 0,-1 1 0,1-1-1,0 0 1,0 0 0,0 0 0,0 1 0,0-1 0,0 0-1,1 0 1,-1 1 0,1 0 0,-1 4-2564,0 4-3367</inkml:trace>
</inkml:ink>
</file>

<file path=ppt/ink/ink2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3:38.06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1 1 4097</inkml:trace>
</inkml:ink>
</file>

<file path=ppt/ink/ink2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3:38.32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1 158 4097,'151'40'4062,"-130"-34"-609,1 0 1317,-21-2-2802,-4 5-1461,3 74 3093,0-62-2523,0-59-749,-1 2-299,0 26-25,0 0 0,0 0 0,1 0 0,1 0-1,0 1 1,0-1 0,1 0 0,0 0 0,0 0 0,1 1-1,1 0 1,5-11 0,-2 8-124,2 1 0,-1 1 0,2-1 0,-1 1 0,1 1 0,1 0 0,0 1 0,0 0 0,0 0 0,24-11 0,-34 19-895</inkml:trace>
</inkml:ink>
</file>

<file path=ppt/ink/ink2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3:38.64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53 1 6849,'0'0'12795,"-8"34"-11093,-23 107-591,26-119-861,1 0 1,1 1-1,1-1 1,2 45-1,1-24-187,6-8 126,-4-29-4513</inkml:trace>
</inkml:ink>
</file>

<file path=ppt/ink/ink2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3:39.16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73 7842,'0'0'11546,"16"1"-10903,122 16 48,-102-10-622,0-2 0,1-2 0,0-1 0,59-6 0,-95 3-13,0 0 0,0 0 0,0 0 0,0 0 0,0-1 0,-1 1 0,1 0 0,-1 0 0,1-1 0,-1 1 0,1 0 1,-1-1-1,0 1 0,1-1 0,-1 1 0,0 0 0,0-1 0,0 1 0,-1-3 0,-2-31 762,1 32-788,0 0 0,0 0 0,0 1 0,-1-1 0,1 1 0,-1 0-1,1-1 1,-1 1 0,0 1 0,0-1 0,0 0 0,0 1 0,0-1 0,0 1 0,-1 0-1,1 0 1,-6-1 0,0 0 117,1 1 1,-1 0-1,1 0 0,-1 1 0,1 1 0,-13 1 1,18-1-140,1 0 1,-1 0 0,1 0 0,0 0 0,0 1 0,0-1 0,0 1 0,0-1 0,0 1 0,0 0 0,0 0-1,1 0 1,-1 0 0,1 0 0,0 0 0,-1 0 0,1 1 0,0-1 0,0 0 0,0 1 0,1-1-1,-1 1 1,0-1 0,1 1 0,0-1 0,-1 3 0,-1 13-2,0 1 0,2 26 0,0-34-23,0-6-62,1 1 0,0 0 1,0-1-1,1 1 0,0-1 0,0 1 0,0-1 1,1 0-1,-1 0 0,1 0 0,0 0 1,1 0-1,-1-1 0,1 0 0,0 1 0,0-1 1,0-1-1,1 1 0,6 4 0,14 8-1651,-1-1-1,45 20 0,-39-20-1083,11 5-4071</inkml:trace>
</inkml:ink>
</file>

<file path=ppt/ink/ink2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3:39.88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168 458 7922,'0'0'9982,"-12"-11"-9033,-37-35-102,47 45-794,1-1-1,-1 0 1,0 1 0,0-1-1,0 1 1,0 0 0,0-1-1,0 1 1,0 0 0,0 0-1,-1 1 1,1-1-1,0 0 1,0 1 0,-1-1-1,1 1 1,-1 0 0,1 0-1,0 0 1,-1 0 0,1 0-1,0 0 1,-1 1-1,1-1 1,0 1 0,-1-1-1,1 1 1,0 0 0,0 0-1,0 0 1,-1 0 0,1 1-1,0-1 1,1 0-1,-1 1 1,0 0 0,0-1-1,1 1 1,-1 0 0,1 0-1,-1 0 1,1 0 0,0 0-1,0 0 1,0 0-1,-1 3 1,-2 10-67,0 1 0,2 0-1,0 0 1,1 0 0,1 30-1,0-22-126,0-23 138,0-1 0,1 0 0,-1 1-1,0-1 1,1 0 0,-1 1 0,0-1-1,1 0 1,-1 1 0,0-1 0,1 0-1,-1 0 1,0 1 0,1-1 0,-1 0-1,1 0 1,-1 0 0,0 0 0,1 0-1,-1 1 1,1-1 0,-1 0 0,1 0-1,-1 0 1,1 0 0,-1 0 0,0 0-1,1-1 1,-1 1 0,1 0 0,-1 0-1,1 0 1,-1 0 0,0 0 0,1-1-1,17-4 117,-1-8-111,-2 0 0,1-1-1,-2 0 1,1-1 0,-2-1-1,18-27 1,3-1-202,-2 5-200,-3-1 0,36-64 0,-55 86 618,-2 1-1,0-2 1,-1 1 0,0-1-1,-2 0 1,-1-1 0,0 1-1,-1-1 1,0-24 0,-5 59-52,0-1 1,-1 0 0,0 0-1,-1 0 1,-1-1 0,-7 15-1,-7 23 336,-6 36 634,-15 100 0,33-138-846,2 0 0,2 0-1,6 84 1,-3-127-243,1-1 0,0 1-1,1-1 1,-1 1 0,1-1 0,0 0-1,0 1 1,1-1 0,-1-1-1,1 1 1,0 0 0,0 0-1,1-1 1,0 0 0,-1 0 0,1 0-1,1 0 1,-1-1 0,0 1-1,10 4 1,-5-3-212,1-1 0,1 0 0,-1 0-1,0-1 1,1 0 0,0-1 0,-1 0 0,1-1 0,19 0-1</inkml:trace>
</inkml:ink>
</file>

<file path=ppt/ink/ink2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3:53.42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1 263 1328,'0'0'8054,"12"-9"-2427,-11 4-4779,-1 0 1,0 1 0,1-1 0,0 0 0,0 1-1,1-1 1,2-7 0,-1 6-632,0 0 0,1 1 0,-1 0 1,1 0-1,0 0 0,0 0 0,1 1 0,-1-1 0,7-3 0,-4 3-259,0 0-1,0 1 1,0 0 0,1 0-1,-1 1 1,1 0-1,0 0 1,0 1-1,0 0 1,0 0-1,1 1 1,11 0-1,-16 2 74,0 0-1,0 0 1,-1 0-1,1 1 0,-1 0 1,1 0-1,-1 0 1,0 0-1,0 0 0,0 0 1,0 1-1,0 0 1,0-1-1,-1 1 0,1 0 1,2 6-1,42 60 305,-43-61-310,2 4 90,-2 0 0,1 0 0,-2 0 0,1 0 0,-2 0 0,1 1 0,-2 0 0,0-1 0,0 1 0,-1 0 0,-2 14 0,1 6 130,1-33-228,0 0 0,0-1 0,-1 1 0,1 0 0,0 0 0,0 0 0,0-1 0,-1 1 0,1 0 0,0 0-1,0 0 1,-1 0 0,1 0 0,0 0 0,0-1 0,-1 1 0,1 0 0,0 0 0,0 0 0,-1 0 0,1 0 0,0 0 0,0 0 0,-1 0-1,1 0 1,0 0 0,-1 0 0,1 0 0,0 0 0,0 0 0,-1 1 0,1-1 0,0 0 0,0 0 0,-1 0 0,1 0 0,0 0 0,0 0-1,0 1 1,-1-1 0,1 0 0,0 0 0,0 0 0,0 1 0,-1-1 0,1 0 0,0 0 0,0 1 0,0-1 0,0 0 0,0 0 0,0 1-1,0-1 1,0 0 0,0 0 0,-1 1 0,-13-27 404,11 7-407,1 1 0,0-1 0,1 0 0,2-27 1,0 8-11,0 25-13,1 0 1,1 0 0,0 0 0,0 0-1,1 1 1,1-1 0,0 1-1,1 0 1,0 1 0,1-1 0,0 1-1,1 0 1,0 1 0,1 0 0,10-10-1,-13 15-1,1 1-1,0-1 1,-1 1-1,1 0 1,1 1-1,-1-1 1,0 1-1,1 1 1,0 0-1,-1 0 0,16-2 1,7 0-60,51 1 1,-80 3 66,1 1 1,-1-1-1,1 0 0,-1 0 0,1 1 0,-1-1 1,0 1-1,1-1 0,-1 1 0,0 0 1,1 0-1,-1-1 0,0 1 0,0 0 0,0 0 1,0 0-1,0 0 0,0 1 0,0-1 1,0 0-1,0 0 0,0 0 0,0 1 0,-1-1 1,1 0-1,-1 1 0,1-1 0,-1 1 1,1-1-1,-1 1 0,0-1 0,0 3 0,1 60-34,-2-43 54,0-4-8,0 0-1,-1-1 1,-1 0-1,-1 1 1,0-1-1,-1-1 1,-1 1-1,-11 22 1,16-36-9,-4 12 59,1-1-1,1 1 1,0 0-1,1 0 1,0 1 0,1-1-1,1 19 1,0-32-50,1 0 0,-1 0 0,1 0 0,-1 0 0,1 0 1,-1 0-1,1 0 0,0 0 0,0 0 0,-1 0 1,1 0-1,0-1 0,0 1 0,0 0 0,0 0 1,0-1-1,0 1 0,0-1 0,0 1 0,0-1 0,0 1 1,2-1-1,32 11 57,-25-8-21,0-1-20,0-1 0,0 0-1,0-1 1,11 0 0,-7 0 38,-13 0-82,-14-3-12677</inkml:trace>
</inkml:ink>
</file>

<file path=ppt/ink/ink2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3:54.09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1 106 1632,'0'0'10359,"1"6"-2814,2-8-7108,0-1-1,0 1 0,0 0 1,0 0-1,1 0 0,-1 1 1,0-1-1,7-1 0,60-10 615,-34 7-469,-22 2-449,30-4 94,-1-3 1,0-2-1,56-24 1,-116 51-10680,-42 28 1349,26-19 3615</inkml:trace>
</inkml:ink>
</file>

<file path=ppt/ink/ink2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3:54.21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1 1 1304</inkml:trace>
</inkml:ink>
</file>

<file path=ppt/ink/ink2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3:54.53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 1304,'37'146'654,"-34"-135"-1064,8 27 8568,-3-36-1917,0-6-5065,-5 2-1777,23-10 2965,1 1-1,43-12 1,19 5-998,-14 9-3761,-2 6-4288</inkml:trace>
</inkml:ink>
</file>

<file path=ppt/ink/ink2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3:55.57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 1 1296,'0'0'13248,"0"0"-13116,0 0 0,0 0 0,0 0 0,-1 0 0,1 0-1,0 0 1,0 1 0,0-1 0,0 0 0,0 0-1,0 0 1,0 0 0,0 0 0,0 0 0,-1 1 0,1-1-1,0 0 1,0 0 0,0 0 0,0 0 0,0 0-1,0 1 1,0-1 0,0 0 0,0 0 0,0 0 0,0 0-1,0 0 1,0 1 0,0-1 0,0 0 0,0 0-1,0 0 1,1 0 0,-1 0 0,0 1 0,0-1 0,0 0-1,0 0 1,0 0 0,0 0 0,0 0 0,0 0-1,0 1 1,1-1 0,-1 0 0,0 0 0,0 0 0,0 0-1,0 0 1,0 0 0,0 0 0,1 0 0,-1 0-1,0 0 1,0 0 0,416 0 3479,-378-6-2658,-37 6-775,-1 6-66,-2 6-70,0 0 0,-1-1 0,0 1 0,-1-1 0,0 1-1,-1-1 1,0 0 0,-1-1 0,-8 13 0,-15 32-31,-163 390 668,172-383-218,20-64-712,0 0 1,0 0-1,-1 0 0,1 0 1,0 0-1,-1 1 0,1-1 1,-1 0-1,0 0 0,0 0 1,1 1-1,-1-1 0,0 1 0,-1-1 1,1 0-1,-2-1 0,-25-27-7605,5 12-386</inkml:trace>
</inkml:ink>
</file>

<file path=ppt/ink/ink2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3:56.61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69 1696,'0'0'1183,"7"0"-1141,12 3 74,32 3 2342,-35-7 2778,-1-4 3889,-7 2-8618,0 1 0,1 0 0,-1 0-1,1 0 1,-1 1 0,12 0 0,13-2-387,222-20 130,-56 8 1024,-171 8 3599,-6-1-6235,-19 6-3813,-30 15-1391,-4 0-4035</inkml:trace>
</inkml:ink>
</file>

<file path=ppt/ink/ink2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4:10.73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250 13 904,'0'0'14893,"5"-1"-13697,-4 0-1083,1 1 0,0 0 0,-1 0 0,1-1 0,0 1 0,-1-1 0,1 1 0,-1-1 0,1 0 0,-1 0 0,3-1 0,-4 1 297,-3 0 3246,-21 0-3545,11 6-97,0 0 0,1 1-1,-1 0 1,1 1 0,0 0 0,1 1 0,0 0-1,-19 19 1,25-23-19,1 0 0,0 1 0,0 0 0,0 0 0,1 0-1,0 1 1,-5 9 0,7-13 2,0 0 1,0 0-1,1-1 0,-1 1 0,1 0 1,-1 0-1,1 0 0,0 0 0,0 0 0,0 0 1,0 0-1,0 0 0,0-1 0,0 1 1,1 0-1,-1 0 0,1 0 0,-1 0 1,1 0-1,0-1 0,-1 1 0,1 0 1,0-1-1,0 1 0,1 0 0,-1-1 0,0 1 1,0-1-1,2 2 0,39 30-101,1-2 0,82 44 0,-125-75 110,1 1-1,-1-1 1,1 0 0,-1 0-1,1 0 1,-1 0 0,1 1-1,-1-1 1,0 0 0,1 0-1,-1 1 1,0-1 0,1 0-1,-1 0 1,0 1 0,1-1-1,-1 1 1,0-1 0,1 0-1,-1 1 1,0-1 0,0 1-1,0-1 1,1 0 0,-1 1-1,0-1 1,0 1 0,0-1-1,0 1 1,0-1-1,0 1 1,0-1 0,0 1-1,0-1 1,0 1 0,-15 11 445,-24 2 316,-221 40 761,258-53-1693,8-2-5634,13 2 1976,-5-1-1888</inkml:trace>
</inkml:ink>
</file>

<file path=ppt/ink/ink2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4:11.79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1 305 3905,'0'0'15022,"9"0"-13619,31 1-306,-37 0-1000,-1 0 0,1 0 0,-1 1-1,1-1 1,-1 0 0,1 1 0,-1 0-1,0-1 1,0 1 0,0 0 0,0 0-1,0 1 1,0-1 0,-1 0 0,1 0-1,-1 1 1,1-1 0,-1 1 0,0 0-1,0-1 1,0 1 0,0 0 0,0 3-1,3 5 97,-1-4-146,0 0-10,0 0 1,1-1-1,-1 1 1,2 0-1,-1-1 1,7 8-1,-10-13-30,0 0 0,0 0-1,1 0 1,-1 0 0,0-1-1,1 1 1,-1 0 0,1-1-1,-1 1 1,1-1 0,-1 1 0,1-1-1,0 1 1,-1-1 0,1 0-1,0 0 1,-1 0 0,1 0-1,-1 0 1,1 0 0,0-1-1,-1 1 1,1 0 0,-1-1-1,1 1 1,-1-1 0,1 0-1,-1 1 1,1-1 0,-1 0 0,0 0-1,1 0 1,-1 0 0,0 0-1,2-2 1,22-18-11,-12 9-23,1 1 1,0 0-1,20-11 0,-28 21 9,-1 1 1,1-1-1,0 1 0,-1 0 0,1 0 0,-1 1 0,1-1 0,-1 1 1,1 0-1,-1 1 0,1-1 0,6 4 0,-11-4 18,26 7 4,0-1 1,1-1-1,0-2 0,0 0 0,43-1 1,-70-4-2,0 1 1,1 0 0,-1-1 0,0 1-1,0-1 1,0 1 0,0-1 0,0 0-1,0 0 1,0 1 0,0-1 0,0 0-1,-1 0 1,1 0 0,0 0-1,0 0 1,-1 0 0,1 0 0,0 0-1,-1 0 1,1 0 0,-1 0 0,0 0-1,1 0 1,-1-1 0,0 1 0,0 0-1,0 0 1,0 0 0,0-1 0,0-1-1,0-49 130,-1 38-88,-5-137 490,10 149-696,0-1 0,0 1 1,0 1-1,1-1 1,-1 0-1,0 1 0,1 0 1,-1 0-1,8 0 1,-3-1-171,75-15-1155,-41 9 469,0-1 0,-1-3 1,0-1-1,41-18 1,-82 30 1132,1 0 1,-1 0-1,1 0 1,-1 0-1,0 0 1,0 0-1,1-1 1,-1 1-1,0 0 1,0-1-1,0 1 1,0-1-1,0 1 1,-1-1-1,1 1 1,0-1-1,-1 1 1,1-1-1,-1 0 1,1 1-1,-1-1 1,0-3-1,-28 4 3075,21 2-3023,-1 0-1,0 1 0,1-1 0,-1 2 1,1-1-1,-1 1 0,1 0 0,0 0 0,0 1 1,1 0-1,-1 0 0,1 1 0,-10 9 1,8-7-109,0 0 1,0 1-1,1 0 1,1 1-1,-1-1 1,1 1-1,0 1 1,1-1 0,-6 17-1,9-20-56,1 0-1,1 0 0,-1 0 1,1 0-1,1 11 1,-1 0-27,32-17-220,-26 0 180,0 0 0,0-1 0,-1 0 0,1 0-1,0 0 1,-1-1 0,0 1 0,1-1 0,-1-1 0,0 1 0,8-6 0,0-1-18,-1-1 0,21-21 0,-25 23 111,-8 8 38,1 0 0,0 0 0,-1 0 0,1 0 0,0 0 0,-1 0 0,1 0 0,0 0 0,-1 0-1,1 0 1,-1 1 0,1-1 0,0 0 0,-1 0 0,1 1 0,0-1 0,-1 0 0,1 1 0,-1-1 0,1 1 0,-1-1 0,1 1 0,-1-1-1,1 1 1,-1-1 0,0 1 0,1-1 0,-1 1 0,0-1 0,1 1 0,-1 0 0,0-1 0,0 1 0,0 0 0,1-1 0,-1 1 0,0 0-1,0 0 1,19 44-5,-9-21 89,-6-15-204,0 1-1,1-1 0,0 0 0,1-1 0,0 1 0,11 10 0,17 3-2456,11-12-3835,-24-10-1609</inkml:trace>
</inkml:ink>
</file>

<file path=ppt/ink/ink2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4:12.14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2 2777,'0'0'16554,"19"-1"-12347,-15 7-3932,0 0-1,0 1 1,-1-1 0,0 1-1,0 0 1,-1 0-1,0 0 1,0 1-1,-1-1 1,1 9-1,8 26 151,17 29-218,3-1 0,65 108-1,-89-167-211,4 7-331,-1 0 1,-1 0 0,7 21-1,-12-29-564,-1 0 0,0 0 0,0 0-1,-1 18 1,0-26 644,-1 0 1,0-1-1,-1 1 0,1 0 0,0 0 0,0 0 1,-1 0-1,1 0 0,-1 0 0,0-1 0,1 1 0,-1 0 1,0 0-1,0-1 0,0 1 0,0-1 0,-1 1 0,1-1 1,0 1-1,-1-1 0,1 0 0,-1 1 0,1-1 0,-1 0 1,1 0-1,-1 0 0,0 0 0,0-1 0,-3 2 0,-27 9-4614</inkml:trace>
</inkml:ink>
</file>

<file path=ppt/ink/ink2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4:12.49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91 1272,'0'0'17680,"17"-16"-16648,57-46-241,-72 61-750,-1-1 0,1 1 0,0 0-1,1 0 1,-1 0 0,0 0 0,0 0 0,0 0-1,1 0 1,-1 1 0,0-1 0,1 1 0,-1 0-1,0 0 1,1 0 0,-1 0 0,0 0 0,1 0-1,-1 0 1,0 1 0,1-1 0,-1 1 0,0 0 0,0 0-1,3 1 1,0 1 64,0 1 0,-1-1 0,1 1 0,-1 0 0,1 1 1,6 8-1,-3-4 5,-2-2-83,0 0 0,0 1 0,-1 0-1,0 0 1,0 0 0,-1 0 0,0 1 0,0-1 0,-1 1-1,0 0 1,-1 0 0,0 0 0,0 1 0,-1-1-1,0 0 1,-1 1 0,-1 9 0,1-17-20,0-1 0,-1 1 0,0 0 0,1-1 0,-1 1 1,0-1-1,0 1 0,0-1 0,0 1 0,0-1 0,0 0 0,0 1 0,0-1 0,-1 0 1,1 0-1,0 0 0,-1 0 0,1 0 0,-1 0 0,1 0 0,-1-1 0,1 1 0,-1-1 1,0 1-1,1-1 0,-1 1 0,0-1 0,1 0 0,-1 0 0,-2 0 0,-63 4 153,59-4-123,-86 0 331,53 0-8111</inkml:trace>
</inkml:ink>
</file>

<file path=ppt/ink/ink2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4:12.79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58 1 13571,'0'0'8495,"5"35"-6660,41 240 906,-33-57-1776,-13-216-951,0 0 0,0-1 0,0 1 0,0 0 0,0-1 0,0 1 0,-1 0 0,1-1 0,-1 1 0,1 0-1,-1-1 1,0 1 0,1-1 0,-1 1 0,0-1 0,0 1 0,0-1 0,-2 2 0,2-3-119,0 1 1,0 0-1,0-1 0,0 1 1,0-1-1,0 0 0,0 1 1,0-1-1,0 0 0,0 1 0,-1-1 1,1 0-1,0 0 0,0 0 1,0 0-1,0 0 0,-1-1 1,1 1-1,-2-1 0,-1 0-386,1 0 0,-1-1 0,0 0 0,1 1 0,-1-2-1,1 1 1,0 0 0,0 0 0,0-1 0,0 0 0,0 0 0,-4-6-1,-14-27-4801,2-2-2854</inkml:trace>
</inkml:ink>
</file>

<file path=ppt/ink/ink2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4:13.11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67 1744,'0'0'14098,"28"-13"-12094,85-34 50,-111 46-1979,-1 0 0,0 0 1,0 1-1,1-1 0,-1 1 0,1-1 0,-1 1 0,1-1 0,-1 1 0,0 0 0,1 0 1,-1 0-1,1 0 0,-1 0 0,1 0 0,-1 0 0,1 0 0,-1 0 0,1 1 0,-1-1 1,1 1-1,-1-1 0,0 1 0,1-1 0,-1 1 0,0 0 0,2 1 0,-2 0-14,0-1 0,-1 1 1,1-1-1,-1 1 0,1-1 0,-1 1 0,0-1 0,0 1 0,0 0 0,0-1 0,0 1 0,0 0 0,0 2 0,-1 2 259,3 11 177,-1 0-1,-1 1 0,-1-1 0,0 0 1,-6 27-1,4-34-349,-1 1 0,1-1-1,-2 1 1,0-1 0,0-1 0,-1 1 0,0-1 0,0 0 0,-13 14 0,13-16-145,4-5-43,0 1 0,1-1 1,-1 0-1,0 0 1,-1 0-1,1 0 0,0 0 1,0 0-1,-1 0 1,1-1-1,-1 1 1,0-1-1,1 0 0,-6 2 1,7-27-8951,1 3 1558</inkml:trace>
</inkml:ink>
</file>

<file path=ppt/ink/ink2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4:13.51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51 800,'0'0'22089,"16"16"-21294,53 48-338,-62-57-366,1 0-1,0-1 0,1-1 1,-1 1-1,1-1 0,0-1 1,1 0-1,-1 0 1,1-1-1,0 0 0,-1 0 1,1-1-1,0 0 1,0-1-1,1-1 0,-1 1 1,17-3-1,-26 2-83,1 0 0,-1 0 0,1-1-1,-1 1 1,1-1 0,-1 1 0,0-1 0,1 1 0,-1-1-1,1 0 1,-1 0 0,0 0 0,0 0 0,0 0 0,1 0-1,-1 0 1,0 0 0,0 0 0,-1 0 0,1-1-1,0 1 1,0 0 0,0-1 0,-1 1 0,1-1 0,-1 1-1,1-1 1,-1 1 0,0-1 0,1 1 0,-1-1 0,0-1-1,1-60 96,-1 46-53,0 14-32,-1 0 0,1 0 0,-1 0 0,1 0-1,-1 0 1,0 0 0,0 0 0,0 0 0,-1 0-1,1 0 1,-1 0 0,1 1 0,-1-1 0,0 1 0,0-1-1,0 1 1,-1 0 0,1 0 0,0 0 0,-1 0 0,0 0-1,1 0 1,-1 1 0,0-1 0,0 1 0,0 0-1,-4-2 1,1 1 74,0 0 0,-1 1 0,1 0 0,-1 0 0,1 0 0,-1 0-1,0 1 1,1 0 0,-1 1 0,1 0 0,-1 0 0,-7 2 0,11-2-31,0 1 1,0 0-1,0 0 1,0 0 0,0 1-1,1-1 1,-1 1-1,1-1 1,-1 1 0,1 0-1,0 0 1,0 0-1,0 0 1,0 0 0,1 0-1,0 1 1,-1-1-1,1 0 1,-1 5 0,-2 7 109,1 0 1,0-1 0,0 20 0,1-17-126,1 0 0,1 0 0,1 0 0,0 1 0,1-1 0,5 19 0,-6-31-88,1-1-1,0 1 1,0-1 0,0 1 0,0-1-1,0 0 1,1 0 0,0 0 0,0 0 0,0-1-1,0 1 1,1-1 0,-1 1 0,1-1-1,0 0 1,0-1 0,0 1 0,0-1-1,1 0 1,-1 0 0,1 0 0,-1 0-1,1-1 1,-1 0 0,1 0 0,8 1-1,2 0-621,0-1 0,0-1 0,0 0-1,0-1 1,1-1 0,15-3 0,-18 1-1248,0 0 0,0 0 0,23-13 1,10-8-7370</inkml:trace>
</inkml:ink>
</file>

<file path=ppt/ink/ink2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4:13.99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239 626 56,'0'0'24121,"-22"-3"-22862,-2-2-919,4 1 24,0 1-1,0 0 1,0 2-1,-33 1 1,51 1-340,-1-1 0,0 1 0,1 0 1,-1 0-1,1 0 0,-1 0 0,1 0 0,0 0 1,-1 1-1,1-1 0,0 1 0,0-1 0,0 1 0,0 0 1,0 0-1,0 0 0,1 0 0,-1 0 0,1 1 1,-1-1-1,1 0 0,0 1 0,0-1 0,0 1 0,0-1 1,0 1-1,1-1 0,-1 6 0,-2 8 2,1 1 0,0-1 0,2 25-1,0-27-2,0-10-23,0 0 0,0 0 1,0 0-1,0 1 0,1-1 1,0 0-1,0 0 0,0 0 1,0 0-1,0 0 0,1 0 1,0 0-1,0 0 0,3 5 1,-2-7-9,0 1 1,0-1 0,1 0 0,-1 0 0,0 0 0,1-1 0,-1 1-1,1-1 1,-1 0 0,1 0 0,-1 0 0,1-1 0,0 1-1,0-1 1,-1 0 0,1 0 0,5 0 0,-2-1-61,1 1 0,-1-1 1,1-1-1,-1 1 0,1-1 1,-1-1-1,0 1 0,0-1 1,0 0-1,-1-1 0,1 0 1,-1 0-1,0 0 1,0-1-1,0 0 0,0 0 1,-1 0-1,6-8 0,8-11-307,-2-1 0,0-1 0,16-34 0,-20 35 107,27-57-137,-3-2 0,-3-1 0,-5-2 0,-3-1 0,17-112 0,-87 296 3594,24-46-2771,2 1 0,3 1 0,2 0 0,3 1 0,1 0 1,-2 90-1,11-115-469,-1-10 77,1-1-1,1 1 1,0-1-1,1 0 1,6 22-1,-6-34-147,0 1-1,0-1 0,0 0 0,1 0 0,0 0 0,0-1 0,0 1 1,1-1-1,-1 1 0,1-1 0,0 0 0,0-1 0,1 1 0,-1-1 0,1 0 1,0 0-1,0 0 0,0 0 0,0-1 0,0 0 0,6 2 0,9 1-2231,0 0 1,1-2-1,35 3 0,3-5-7934</inkml:trace>
</inkml:ink>
</file>

<file path=ppt/ink/ink2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4:14.51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760 87 2497,'0'0'15027,"1"-15"-12929,0 7-1706,0-32 516,-1 39-867,0 0 0,-1-1 0,1 1 0,0 0 0,-1 0-1,1 0 1,-1 0 0,0 0 0,1 0 0,-1-1 0,0 2 0,0-1 0,0 0-1,0 0 1,0 0 0,0 0 0,0 0 0,0 1 0,0-1 0,0 0 0,0 1-1,0-1 1,0 1 0,0-1 0,-1 1 0,1 0 0,0 0 0,0-1 0,-1 1-1,1 0 1,0 0 0,0 0 0,-1 0 0,0 1 0,-8-1 133,0 2 0,0-1 1,0 1-1,0 1 0,0 0 0,1 0 0,-1 1 1,-11 6-1,-71 50 1085,67-43-958,-19 15 49,3 2 0,0 2-1,3 1 1,0 2-1,3 1 1,2 2 0,-44 70-1,53-70-223,1 0-1,3 1 0,1 2 1,2 0-1,2 0 0,2 2 1,2-1-1,-7 80 0,18-125-127,-4 31 2,3 0 0,0 0 0,2-1 0,8 51 1,-8-74-107,1 0 0,0-1 0,0 0 0,1 1 1,0-1-1,0 0 0,1 0 0,-1 0 0,2-1 1,-1 0-1,1 1 0,0-1 0,0-1 0,0 1 1,1-1-1,0 0 0,0 0 0,0-1 0,1 0 1,-1 0-1,1 0 0,0-1 0,0 0 0,1 0 1,7 1-1,15 2-1676,0-2 0,0-2 1,39-1-1,-3-1-5694</inkml:trace>
</inkml:ink>
</file>

<file path=ppt/ink/ink2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4:15.01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268 49 704,'0'0'20947,"-12"-8"-19760,3 2-975,0 0-1,0 1 0,0 1 0,-1 0 1,0 0-1,-10-3 0,15 6-106,0 0 0,0 0 0,0 0 0,0 1 0,0 0-1,0 0 1,0 0 0,0 1 0,0-1 0,0 1 0,0 0 0,0 1-1,1-1 1,-1 1 0,0 0 0,1 0 0,-1 0 0,-3 4 0,0 0 13,1 0 0,1 0 1,-1 1-1,1 0 0,1 0 0,-1 0 1,1 1-1,0 0 0,1 0 1,0 0-1,-4 11 0,6-13-105,0-1-1,0 1 0,0 1 0,1-1 0,0 0 0,0 0 1,0 0-1,1 1 0,0-1 0,0 0 0,1 1 1,-1-1-1,2 0 0,-1 0 0,1 0 0,-1 0 0,4 6 1,-2-8-19,-1-1 1,1 1-1,1-1 1,-1 0-1,0 0 1,1 0-1,-1-1 1,1 1-1,0-1 1,0 0-1,0 0 1,0 0-1,0 0 1,0-1-1,1 1 1,-1-1-1,0-1 1,1 1-1,-1 0 1,9-1-1,-5 0-17,0 0-1,0 0 0,0 0 0,-1-1 0,1-1 0,0 1 0,-1-1 1,1 0-1,-1-1 0,0 0 0,11-6 0,1-6-18,-1 0 0,-1-2 0,0 0-1,-1-1 1,-1 0 0,-1-1 0,-1-1-1,18-33 1,-19 33 459,-5 33 255,0 6-754,3 5 147,0-2 1,1 1-1,1-1 0,21 28 0,-28-43-264,1 0 0,0 0-1,0-1 1,1 0 0,0 0 0,0 0-1,0-1 1,1 0 0,0 0 0,0-1-1,0 0 1,0-1 0,0 1 0,1-2-1,16 4 1,40-2-3252,-18-7-2103,5-8-5496</inkml:trace>
</inkml:ink>
</file>

<file path=ppt/ink/ink2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4:15.60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501 23 13931,'0'0'11864,"-4"0"-10981,-287-19 714,262 19-1589,20-2-7,0 1-1,1 1 1,-1 0 0,0 0-1,0 1 1,0 0-1,1 1 1,-1 0 0,1 0-1,-1 0 1,1 1-1,0 1 1,-11 5-1,18-8-8,-1 1 0,0 0 0,1 0-1,-1 0 1,1-1 0,0 2-1,-1-1 1,1 0 0,0 0 0,0 0-1,0 0 1,1 1 0,-1-1-1,1 0 1,-1 1 0,1-1 0,0 1-1,-1-1 1,1 0 0,1 1 0,-1-1-1,0 1 1,0-1 0,1 0-1,0 1 1,0 2 0,3 7 8,1 0 0,0 0 1,12 18-1,-8-13 8,0 0-2,-2 1 0,0 0 1,-1 0-1,0 1 1,-2 0-1,0 0 0,-2 0 1,0 1-1,0-1 0,-2 1 1,-1-1-1,0 0 0,-1 1 1,-1-1-1,-1 0 1,-1 0-1,-9 22 0,-2-4 34,0 1 0,3 0 0,1 1 0,2 1-1,2 0 1,-7 79 0,16-118-38,-1 0-1,0 0 1,1 0 0,-1 0-1,1 0 1,-1 0 0,1-1-1,-1 1 1,1 0 0,0 0-1,-1-1 1,1 1 0,0 0-1,0-1 1,-1 1 0,1-1 0,0 1-1,0-1 1,0 1 0,0-1-1,0 0 1,0 1 0,0-1-1,0 0 1,-1 0 0,1 0-1,0 1 1,0-1 0,0 0-1,2-1 1,36 3 72,-31-3-51,12 2 4,10-1 32,60-7 0,-81 6-53,0-1 1,0 0-1,0-1 1,0 0-1,-1-1 1,1 1-1,-1-2 1,0 1-1,0-1 1,13-11-1,-20 15-19,0 0-1,0 0 0,0 0 0,0 0 0,-1 0 1,1 0-1,0-1 0,-1 1 0,1 0 0,-1 0 1,1-1-1,-1 1 0,0 0 0,0-1 0,1-1 1,-2-22-4462,1 13-193,0-1-1705</inkml:trace>
</inkml:ink>
</file>

<file path=ppt/ink/ink2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4:15.96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87 80 3201,'0'0'20332,"-12"15"-19160,-36 48-198,44-57-866,0 1 0,1-1 1,0 1-1,1 0 0,-1-1 0,1 1 1,1 0-1,-1 1 0,1-1 0,0 0 1,1 0-1,0 1 0,0-1 1,1 8-1,0 9-33,-1-22-72,0 0 1,0 1-1,1-1 0,-1 0 1,1 0-1,-1 0 1,1 0-1,0 0 1,-1 0-1,1 0 0,0-1 1,0 1-1,0 0 1,1 0-1,-1-1 0,0 1 1,1 0-1,-1-1 1,1 0-1,-1 1 0,1-1 1,0 0-1,0 0 1,-1 0-1,1 0 0,0 0 1,0 0-1,0 0 1,0-1-1,0 1 0,0-1 1,0 1-1,0-1 1,3 0-1,-1 1 7,0-1 0,0 0 0,0 0 0,0-1 0,0 1-1,0-1 1,0 0 0,0 0 0,0 0 0,-1 0 0,1-1 0,0 1 0,-1-1 0,1 0 0,-1 0-1,0 0 1,6-6 0,-4 2-2,1-1-1,-2-1 0,1 1 1,-1-1-1,0 0 1,-1 0-1,1 0 1,-2 0-1,1 0 0,-1-1 1,-1 1-1,2-13 1,0-16-253,-4-61 0,-1 42-1183,5 44-1225,7 10-4658,-4 2-865</inkml:trace>
</inkml:ink>
</file>

<file path=ppt/ink/ink2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4:16.51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0 116 10194,'0'0'9598,"32"-10"-8024,105-29-622,-90 27-262,82-8 0,-45 8 47,5-10 1006,-88 22-1691,-1 0 1,1 1 0,-1-1 0,1 0 0,0 1 0,-1-1 0,1 1 0,-1-1 0,1 1 0,0-1-1,-1 1 1,0-1 0,1 1 0,-1-1 0,1 1 0,-1 0 0,0-1 0,1 1 0,-1-1-1,0 1 1,1 0 0,-1 0 0,0-1 0,0 1 0,0 0 0,0-1 0,0 1 0,0 0 0,0 0-1,0-1 1,0 1 0,0 0 0,0-1 0,0 1 0,-1 0 0,1-1 0,0 1 0,0 0-1,-1 0 1,0 5 169,1 36 111,-1 34-77,3 0-1,3 0 1,16 76-1,4-58-224,-15-62-3,-2 0 1,-1 1 0,-1-1-1,1 41 1,-7-72-23,0 0 0,0 0 0,0-1 0,-1 1 1,1 0-1,0-1 0,0 1 0,-1 0 0,1-1 0,0 1 0,-1 0 1,1-1-1,-1 1 0,1-1 0,-1 1 0,1-1 0,-1 1 1,0-1-1,1 1 0,-1-1 0,1 1 0,-1-1 0,0 0 0,1 1 1,-1-1-1,0 0 0,0 0 0,1 0 0,-1 1 0,0-1 0,0 0 1,1 0-1,-2 0 0,-33 0 81,22-1-50,-99 0 29,-125 2-38,212 5 41,24-6-95,1 0 0,-1 0 0,1 0 0,-1 0 0,1 0 0,-1 1 0,1-1 0,-1 0 0,1 0 0,-1 1 0,1-1 0,-1 0 0,1 1 0,0-1 0,-1 0 0,1 1 0,0-1 0,-1 1 0,1-1 0,0 0 0,0 1 0,-1-1 0,1 1 0,0-1 0,0 1-1,0-1 1,0 1 0,-1-1 0,1 1 0,0-1 0,0 1 0,0-1 0,0 1 0,0 0 0,0-1 0,1 1 0,-1-1 0,0 1 0,0-1 0,0 1 0,0-1 0,0 0 0,1 1 0,-1-1 0,0 1 0,1 0 0,11 2-1504,77-2-7657,-43-1-1835</inkml:trace>
</inkml:ink>
</file>

<file path=ppt/ink/ink2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4:16.72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173 1 520,'0'0'24485,"-45"163"-23004,20-124-945,-1-10-536,-6-7-768,6-6-2225,7-16-6353</inkml:trace>
</inkml:ink>
</file>

<file path=ppt/ink/ink2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4:17.34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259 0 2977,'0'0'13884,"8"4"-11904,22 11-257,-23-11 1001,-7-5-2635,0 0 0,-1 0 0,1 0 0,-1 0 0,1 0 0,-1 0 0,1 1 0,-1-1 1,1 0-1,-1 0 0,0 1 0,1-1 0,-1 0 0,0 1 0,0-1 0,1 1 0,-1-1 0,0 1 1,0-1-1,0 1 0,0 0 0,0-1 0,0 1 0,0 0 0,0 0 0,0 0 0,0-1 0,0 1 1,0 0-1,-1 1 0,-40-2-192,31 2 292,2-1-155,-1 0 0,1 1 0,-1 0 0,1 0 0,-1 1 0,1 1 0,0 0 1,0 0-1,0 0 0,1 1 0,-1 1 0,1 0 0,0 0 0,0 0 0,0 1 0,1 0 0,0 0 0,0 1 0,1 0 0,-1 0 0,2 1 0,-1 0 0,1 0 0,0 0 0,1 0 0,-5 13 0,5-10 7,1 0-1,0 1 1,0-1 0,2 1-1,-1-1 1,2 1 0,-1 0 0,2 0-1,2 18 1,-3-28-38,1 0 0,0 0 0,0 0 0,0 1 0,0-1 0,0-1 0,0 1 0,1 0 0,-1 0 0,1 0 0,-1-1 0,1 1 0,0-1 0,-1 1 0,1-1 0,0 0 0,0 1 0,0-1 0,0 0 0,0 0 0,0 0 0,0-1 0,1 1 0,-1-1 0,0 1 0,0-1 0,1 0 0,-1 1 0,0-1 0,0 0 0,5-1 0,1 1 8,1 0 0,-1-1-1,0 0 1,0-1-1,0 0 1,0 0 0,0 0-1,9-5 1,-4 0-8,-1 0 0,1-1 1,-1-1-1,-1 0 0,0 0 1,0-1-1,-1-1 0,0 0 1,-1 0-1,0-1 0,0 0 0,-2-1 1,1 1-1,5-17 0,-13 28 15,0 1 0,0 0 0,1 0-1,-1 0 1,0-1 0,0 1 0,0 0-1,0 0 1,0-1 0,1 1 0,-1 0-1,0 0 1,0 0 0,0-1 0,1 1-1,-1 0 1,0 0 0,0 0 0,0 0-1,1 0 1,-1 0 0,0-1 0,0 1-1,1 0 1,-1 0 0,0 0 0,0 0-1,1 0 1,-1 0 0,0 0 0,1 0-1,-1 0 1,0 0 0,0 0 0,1 0-1,-1 0 1,0 0 0,0 1 0,1-1-1,-1 0 1,0 0 0,0 0 0,0 0-1,1 0 1,-1 1 0,0-1 0,0 0 0,0 0-1,1 0 1,-1 0 0,0 1 0,0-1-1,0 0 1,0 0 0,1 1 0,-1-1-1,0 0 1,0 0 0,0 1 0,0-1-1,0 0 1,0 0 0,0 1 0,0-1-1,0 0 1,0 0 0,0 1 0,13 25-69,-10-19 183,15 29 40,-9-14-182,1-1 0,1-1 0,1 0 0,1 0 1,22 25-1,-32-42-97,0-1 1,1 1-1,-1-1 0,0 1 1,1-1-1,0 0 0,0-1 1,-1 1-1,1-1 0,0 1 1,0-1-1,0 0 0,0-1 1,5 1-1,61-3-4111,-51 0 1803,37-6-8431</inkml:trace>
</inkml:ink>
</file>

<file path=ppt/ink/ink2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4:18.30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653 38 1672,'0'0'17992,"-7"-3"-16511,-15-4-836,0 0 0,-1 1 0,0 1 0,0 1 0,-36-1 0,-130 5-240,89 2-340,87-3-63,0 2-1,0 0 0,-1 0 0,1 1 1,0 0-1,0 1 0,1 1 0,-1 0 0,1 1 1,0 0-1,-15 9 0,26-13-15,0-1 0,0 1 0,0 0 0,0 0 0,0 0 0,0 0 1,0-1-1,0 1 0,0 1 0,0-1 0,0 0 0,1 0 0,-1 0 0,1 0 0,-1 0 0,0 1 0,1-1 0,0 0 0,-1 1 0,1-1 0,0 0 0,0 1 0,0-1 0,-1 0 1,2 1-1,-1-1 0,0 0 0,0 1 0,0-1 0,0 0 0,1 1 0,-1-1 0,1 0 0,-1 0 0,1 1 0,-1-1 0,1 0 0,1 2 0,5 7 43,0-1 0,1 0-1,17 17 1,8 9-33,-26-22 58,-1-1 1,0 1 0,0 0 0,-2 0-1,0 1 1,0-1 0,-1 1 0,2 22-1,-2 11 309,-4 58 0,0-39-9,-3-1 38,-2 1 0,-16 67 0,-3 27 64,24-103 238,16-58-683,62-18-3,16-2-2,-30 10 23,-39 7 573,50-4 1,-73 8-354,-1-2 777</inkml:trace>
</inkml:ink>
</file>

<file path=ppt/ink/ink2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4:19.83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29 1256,'0'0'18100,"10"-1"-16937,69-1 1328,-78 2-2454,0 0 0,-1 1-1,1-1 1,-1 1 0,1-1 0,-1 1-1,0-1 1,1 1 0,-1-1-1,1 1 1,-1-1 0,0 1 0,0 0-1,1-1 1,-1 1 0,0-1-1,0 1 1,0 0 0,1-1 0,-1 1-1,0 0 1,0-1 0,0 1 0,0 0-1,0-1 1,-1 2 0,1 26 348,0-20-199,1 39 428,1-31-532,-1 1 0,-1-1 0,-1 1 0,0-1 1,-1 1-1,-1-1 0,-6 19 0,28-72 44,2 0-1,2 1 1,1 1 0,2 1-1,51-52 1,-76 85-116,-1 1 1,0-1-1,0 0 1,0 1-1,1-1 1,-1 1-1,0 0 1,1-1-1,-1 1 1,0-1-1,1 1 1,-1-1-1,1 1 1,-1 0-1,1-1 1,-1 1-1,0 0 1,1 0-1,-1-1 1,1 1-1,0 0 1,-1 0-1,1-1 1,-1 1-1,1 0 1,-1 0-1,1 0 1,-1 0-1,1 0 1,-1 0-1,1 0 1,0 0-1,-1 0 1,1 0 0,-1 1-1,1-1 1,-1 0-1,1 0 1,-1 0-1,1 1 1,-1-1-1,1 0 1,-1 0-1,1 1 1,-1-1-1,1 0 1,-1 1-1,0-1 1,1 1-1,-1-1 1,0 1-1,1-1 1,-1 1-1,0-1 1,1 1-1,-1-1 1,0 1-1,0-1 1,0 1-1,1-1 1,-1 1-1,0-1 1,0 1-1,0-1 1,0 2-1,1 45 1071,-1-37-904,0 153 1234,17-163-2624,-6 0 241,-1 0 0,1-1 0,-1 0 0,15-4-1,7-7-4733</inkml:trace>
</inkml:ink>
</file>

<file path=ppt/ink/ink2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4:20.14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26 1816,'0'0'18834,"18"-1"-17583,137-4 1100,16 5-3405,-170 0 775,-1 0-1,1 0 1,-1 0-1,1 0 1,0 0-1,-1 0 0,1 0 1,-1 0-1,1-1 1,-1 1-1,1 0 1,0 0-1,-1 0 1,1-1-1,-1 1 0,1 0 1,-1 0-1,1-1 1,-1 1-1,1 0 1,-1-1-1,0 1 1,1-1-1,-1 1 0,1-1 1,-1 1-1,0-1 1,1 0-1,5-11-10458</inkml:trace>
</inkml:ink>
</file>

<file path=ppt/ink/ink2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4:20.44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46 0 824,'0'0'22865,"2"15"-21409,9 289 1781,-12-303-3406,1 0 0,0 0 0,-1 0 0,1 0 0,0 0 0,-1 0 0,1-1 0,-1 1 0,1 0 0,-1 0 0,0 0-1,1-1 1,-1 1 0,0 0 0,1-1 0,-1 1 0,0-1 0,0 1 0,0-1 0,1 1 0,-1-1 0,0 1 0,0-1 0,0 0 0,0 0 0,0 1 0,0-1 0,0 0 0,0 0 0,0 0 0,0 0-1,0 0 1,0 0 0,0 0 0,-2-1 0,-1 1-688,-21 1-6291</inkml:trace>
</inkml:ink>
</file>

<file path=ppt/ink/ink2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4:21.46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 0 1320,'0'0'6175,"-4"20"-583,125-11 1323,7 1-5176,-52-8-1279,-38 0-164,1-2 0,54-6 0,-66-2-241,-26 8 62,-1 0 0,0 0 0,1-1 1,-1 1-1,0 0 0,1 0 0,-1 0 0,1-1 1,-1 1-1,0 0 0,1 0 0,-1 0 0,1 0 1,-1 0-1,0 0 0,1 0 0,-1 0 0,1 0 1,-1 0-1,1 0 0,-1 0 0,0 0 0,1 0 1,-1 0-1,1 0 0,-1 0 0,0 1 0,1-1 1,0 1-1,1 25 1850,14 192-399,-1-63-826,30 269 415,-45-421-1146,2 18 262,-15-20-24,-15-1-316,-231 22-78,230-13-1224,31-5-2258,16-5-1661,-5-2-1536</inkml:trace>
</inkml:ink>
</file>

<file path=ppt/ink/ink2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4:22.08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 1616,'0'0'10496,"32"3"-4951,-24-3-5049,0 1 1,0 1-1,-1 0 0,1 0 0,-1 0 1,1 1-1,-1 0 0,0 0 0,9 6 0,64 44 697,-57-36-660,13 9-125,-1 2 1,-1 1-1,-2 1 0,-1 2 0,-1 1 1,27 40-1,-42-50-278,-1 0 0,0 1 0,-2 1 0,-1 0 0,-1 0 0,-1 1 0,-1 1 0,-1-1 0,-1 1 0,-2 0 0,1 30 0,-5 80 301,-2-120-336,0 1-1,-1-1 0,-1-1 0,-1 1 0,-12 30 1,1-14 146,-2-1 0,-1-1 0,-1-1 0,-39 44 0,-111 99 1307,91-96-1294,76-69-1554,3-8 1226,0 0 0,0 0 0,0 1 1,0-1-1,0 0 0,0 0 0,0 0 0,0 1 1,0-1-1,0 0 0,0 0 0,0 0 0,0 1 1,0-1-1,-1 0 0,1 0 0,0 0 0,0 1 1,0-1-1,0 0 0,0 0 0,-1 0 0,1 0 1,0 0-1,0 1 0,0-1 0,-1 0 0,1 0 1,0 0-1,0 0 0,0 0 0,-1 0 0,1 0 0,0 0 1,0 0-1,0 0 0,-1 0 0,1 0 0,0 0 1,0 0-1,-1 0 0,1 0 0,0 0 0,-12 2-3762,-1-1-1967</inkml:trace>
</inkml:ink>
</file>

<file path=ppt/ink/ink2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4:22.89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 1200,'0'0'20635,"11"0"-18522,32 0-397,-33 0 1439,-8 0-2060</inkml:trace>
</inkml:ink>
</file>

<file path=ppt/ink/ink2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4:23.11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335 1 10930,'0'0'11579,"-45"192"-10251,6-157-712,7 1-376,-6-4-240,-33 13-32,13-7-1584,7-12-4905</inkml:trace>
</inkml:ink>
</file>

<file path=ppt/ink/ink2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4:25.64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2 199 2345,'0'0'744,"0"4"-728,0-3 63,-1-1 0,1 1 0,0 0 1,0 0-1,0 0 0,0-1 0,0 1 0,0 0 1,0 0-1,0 0 0,0-1 0,0 1 1,0 0-1,1 0 0,-1-1 0,0 1 0,1 0 1,-1 0-1,0-1 0,1 1 0,-1 0 1,1-1-1,-1 1 0,1-1 0,-1 1 1,1 0-1,0-1 0,-1 1 0,1-1 0,-1 0 1,1 1-1,0-1 0,0 1 0,-1-1 1,1 0-1,1 1 0,-2-1 152,1 0 0,-1 0 1,1 0-1,-1-1 0,1 1 0,0 0 0,-1 0 1,1 0-1,-1 0 0,1-1 0,-1 1 0,1 0 0,-1 0 1,1-1-1,-1 1 0,1 0 0,-1-1 0,0 1 1,1-1-1,-1 1 0,0 0 0,1-1 0,-1 1 1,0-1-1,1 1 0,-1-1 0,0 0 0,1-1 101,-1 0 0,0 0 0,1-1-1,-1 1 1,1 0 0,0 0 0,-1 0 0,1 0-1,0 0 1,0 1 0,0-1 0,2-2-1,0 1-122,-1 0 0,1-1-1,0 1 1,0 1-1,0-1 1,0 0-1,1 1 1,-1 0-1,1 0 1,-1 0 0,1 0-1,0 0 1,0 1-1,0 0 1,0 0-1,0 0 1,5-1-1,-2 2-140,-1 0 0,0 0 0,0 1 0,0-1 0,0 1 0,0 1-1,0-1 1,0 1 0,0 0 0,-1 1 0,8 3 0,-10-4-12,1 1 0,-1 1 0,1-1 1,-1 0-1,0 1 0,0 0 0,0 0 0,-1 0 1,0 0-1,1 0 0,-1 0 0,-1 0 0,1 1 1,-1-1-1,2 9 0,5 28 439,-2 0 1,-2 1-1,-2 76 0,-2-82-191,0-35 133,-1-5-402,0 1 0,0-1-1,1 0 1,0 1 0,0-1 0,0 0-1,0 1 1,1-7 0,1-7-20,-2 4-14,1-1 0,1 1 0,1 0-1,0 0 1,0 0 0,1 0 0,11-23 0,6-4-70,26-38 0,-30 50-15,2 0-15,2 1 0,0 1-1,45-43 1,-62 65 81,1 1 1,-1-1-1,0 1 0,1 0 1,0 0-1,0 0 0,0 0 1,0 1-1,0 0 0,0 0 1,8-1-1,-10 2 13,-1 1 0,0 0 0,0 0 0,1 0-1,-1 0 1,0 0 0,1 1 0,-1-1 0,0 1 0,0 0-1,0-1 1,0 1 0,1 0 0,-1 0 0,0 0 0,0 0-1,0 1 1,-1-1 0,1 1 0,0-1 0,-1 1 0,1-1 0,0 1-1,-1 0 1,0 0 0,1 0 0,-1 0 0,1 3 0,95 194-21,-94-193 37,-1 1 0,1 0 0,-1-1-1,0 1 1,0 0 0,-1 0 0,0 1 0,0-1 0,-1 9-1,-6 74 196,1-21-90,5-59-65,0-4 29,-1 0 1,1 0-1,1-1 1,-1 1-1,1 0 0,0 0 1,4 11-1,-4-15-59,0 0 1,1-1 0,-1 1-1,1 0 1,-1-1-1,1 1 1,0-1-1,-1 1 1,1-1 0,0 0-1,0 1 1,0-1-1,0 0 1,0 0-1,0-1 1,0 1-1,0 0 1,0-1 0,1 1-1,-1-1 1,0 0-1,0 0 1,1 0-1,-1 0 1,4 0 0,3 0-42,-3 0-74,0 1 1,0-1 0,0-1 0,0 1 0,0-1 0,0 0-1,-1 0 1,1-1 0,0 1 0,0-1 0,-1-1 0,0 1-1,6-4 1,19-9-4092,-23 13-1160</inkml:trace>
</inkml:ink>
</file>

<file path=ppt/ink/ink2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4:26.45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5 1696,'0'0'13743,"14"7"-7332,94-8-2735,53-2-2446,107 0-887,-267-2 1060</inkml:trace>
</inkml:ink>
</file>

<file path=ppt/ink/ink2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4:27.14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32 4 2481,'0'0'4018,"0"4"-2110,-2 12 795,-6-14 3330,-13 2-1777,63-3-1040,-12 1-3031,371-21 3001,-337 12-2435,-64 7-782,0 0 0,0-1 0,0 1 0,0 0 0,-1-1 0,1 1 0,0 0 0,0 0 1,0-1-1,0 1 0,0 0 0,-1 0 0,1-1 0,0 1 0,0 0 0,0 0 0,-1-1 0,1 1 0,0 0 0,0 0 1,-1 0-1,1-1 0,0 1 0,0 0 0,-1 0 0,1 0 0,0 0 0,-1 0 0,1 0 0,0 0 0,-1-1 0,1 1 0,0 0 1,0 0-1,-1 0 0,1 0 0,0 0 0,-1 1 0,1-1 0,0 0 0,-1 0 0,1 0 0,0 0 0,-1 0 0,1 0 1,0 0-1,0 1 0,-1-1 0,-13 9-5374,2-3-297</inkml:trace>
</inkml:ink>
</file>

<file path=ppt/ink/ink2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4:27.80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10 13771,'0'0'16694,"5"-2"-16155,17-4-178,-17 4-9,-6 14-5694,-5 9 1710,0-7-1577,0-3-2923</inkml:trace>
</inkml:ink>
</file>

<file path=ppt/ink/ink2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4:28.07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591 0 3025,'0'0'22725,"-115"193"-21589,76-142-648,-6 4-296,0-4-120,0 0-72,-6 1-96,6-7-736,-32 16-1225,13-16-2792,0-10-4705</inkml:trace>
</inkml:ink>
</file>

<file path=ppt/ink/ink2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5:24.01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72 0 1776,'0'0'11327,"2"1"-11200,-1-1 90,-1 0-1,0 0 0,1 0 1,-1 0-1,1 0 1,-1 0-1,0 0 0,1 0 1,-1 0-1,0 0 1,0 0-1,1 0 0,-1 1 1,0-1-1,1 0 1,-1 0-1,0 0 0,1 0 1,-1 1-1,0-1 1,0 0-1,0 0 0,1 1 1,-1-1-1,0 0 1,0 1-1,0-1 0,1 0 1,-1 0-1,0 1 1,0-1-1,0 0 0,0 1 1,0-1-1,0 1 0,-30 62 794,22-49-791,1 0-1,0 0 1,-5 17 0,7-9 123,0 1-1,1-1 1,2 1 0,0 41-1,2-62-324,1 0-1,0-1 0,0 1 1,-1-1-1,1 1 0,0 0 1,0-1-1,0 1 1,0-1-1,1 0 0,-1 1 1,0-1-1,1 0 0,-1 0 1,1 0-1,-1 0 0,1 0 1,-1 0-1,1 0 1,-1-1-1,1 1 0,0-1 1,0 1-1,2 0 0,46 8 161,-33-9-149,-9 1-7,0-1 0,0 0 0,-1-1-1,1 0 1,0 0 0,8-3 0,-13 3-13,1-1 0,0 0 0,-1 0 0,0 0-1,1-1 1,-1 1 0,0-1 0,0 0 0,0 0 0,-1 0 0,1 0 0,-1 0 0,0-1 0,4-6 0,25-69 99,-30 76-106,-1 1 1,1 0 0,-1 0-1,1-1 1,-1 1-1,0 0 1,0-1 0,0 1-1,0 0 1,0-1-1,0 1 1,-1 0 0,1-1-1,-1 1 1,1 0-1,-1 0 1,0 0 0,0-1-1,0 1 1,-2-3-1,-32-42 39,18 26 39,15 19-53,0 1 0,0-1 0,-1 0 1,1 0-1,0 1 0,-1 0 0,1-1 0,-1 1 1,1 0-1,-1 0 0,0 0 0,1 1 0,-1-1 1,0 0-1,0 1 0,1 0 0,-6 0 0,2-1 62,5 1 81,-16 0-907,15 17-5908,2-1 770</inkml:trace>
</inkml:ink>
</file>

<file path=ppt/ink/ink2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5:24.01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9 1072,'0'0'11879,"0"-1"-12151,3-6 10220,-1 7-8375,0 8-1384,0 0 0,-1 0 0,0 0 0,0 0 1,0 12-1,5 69 1239,-6-81-1280,1-1 0,0 1 0,1-1 0,0 0 0,0 0 0,0 0 0,1 0 0,0 0 0,0 0 0,9 11 0,-4 18 610,2-16-466,-10-19-246,1 1-1,-1 0 0,1 0 1,0-1-1,-1 1 0,1 0 1,0-1-1,0 1 0,0-1 1,0 1-1,0-1 0,0 0 0,3 3 1,-3-4 11,12-12-20548</inkml:trace>
</inkml:ink>
</file>

<file path=ppt/ink/ink2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5:24.01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7 3 1536,'0'0'10972,"-7"-3"-1075,8 4-9854,0 0-1,0-1 1,1 1 0,-1 0 0,0-1 0,0 1 0,0-1 0,0 1-1,0-1 1,1 0 0,-1 1 0,0-1 0,0 0 0,1 0-1,-1 0 1,0 0 0,1 0 0,1-1 0,39 1 157,-32 0-147,125 0 160,-134 1-209,0-1 0,-1 1 0,1 0 0,-1 0-1,1-1 1,-1 1 0,1 0 0,-1 0 0,1 0 0,-1 0 0,1 0-1,-1 0 1,0-1 0,0 1 0,0 0 0,1 0 0,-1 0 0,0 0-1,0 0 1,0 0 0,0 0 0,-1 1 0,1 33 96,0-27-70,-1-6-24,1 0 0,0 0-1,-1 0 1,1 0 0,-1-1 0,0 1 0,0 0 0,1 0 0,-1-1 0,0 1 0,-1 0-1,1-1 1,0 1 0,0-1 0,-1 1 0,-2 1 0,-32 24 88,0 1 237,32-23-267,2-3-24,0 0 0,0 1 0,0-1 0,0 0 0,0 1 0,1 0 0,-1-1 0,1 1 0,0 0-1,0 0 1,0 0 0,0 0 0,0-1 0,0 1 0,1 0 0,0 0 0,0 1 0,-1-1 0,2 5 0,0-8-22,-1 1-1,1 0 1,-1-1 0,1 1 0,-1-1-1,1 1 1,0-1 0,-1 1-1,1-1 1,0 0 0,-1 1-1,1-1 1,0 0 0,0 1-1,-1-1 1,1 0 0,0 0 0,0 0-1,-1 0 1,1 0 0,0 0-1,0 0 1,0 0 0,1 0-1,29 0 57,-22-1 1,44 1-161,27 0 659,-57 0-1741,-20 0-118,-8 1-597,-15 3-3859,0 4-2995</inkml:trace>
</inkml:ink>
</file>

<file path=ppt/ink/ink2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5:24.01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0 196 5761,'0'0'9665,"5"-1"-8812,0 0-508,-1 0-1,1 0 0,0 0 0,0 0 0,0 1 1,0 0-1,9 1 0,-12-1-235,0 1 0,0 0-1,0-1 1,0 1 0,0 0 0,0 0 0,0 0 0,0 0-1,-1 0 1,1 1 0,0-1 0,-1 0 0,1 1-1,-1 0 1,0-1 0,1 1 0,-1 0 0,0-1 0,0 1-1,0 0 1,0 0 0,0 0 0,0 3 0,17 42 689,10 52 0,-20-76-501,-4-36 375,-4-49 173,0 54-1053,0-16 218,-1 15-9,0 1-1,1-1 0,0 0 0,1 0 1,0 0-1,0 0 0,1 1 1,0-1-1,0 1 0,1-1 0,0 1 1,1 0-1,0 0 0,7-12 0,1 4 57,1 1 0,0 0-1,1 1 1,1 0-1,20-14 1,-25 21-267,0 1 0,0 1 0,1-1 0,12-3 1,-15 6-749,1 1 1,0-1-1,0 2 1,0-1-1,17 1 1,-24 6-6046,-1-3 4872,4 7-6726</inkml:trace>
</inkml:ink>
</file>

<file path=ppt/ink/ink2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5:24.01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123 1 5209,'0'0'13126,"-6"3"-12570,-4 4-334,0-1 0,0 1 1,1 1-1,0 0 0,0 0 1,1 1-1,-13 16 1,17-20-180,1 1 1,-1 0 0,1 0-1,0 0 1,0 0 0,1 0-1,0 1 1,0-1 0,1 1 0,-1-1-1,1 1 1,1 0 0,-1-1-1,1 1 1,1 0 0,0 9 0,0-14-37,1 1 0,-1-1 0,0 0 0,1 1 0,-1-1 0,1 0 0,0 0 0,-1 0 0,1 0 0,0-1 0,0 1 0,0 0 0,1-1 0,-1 1 0,0-1 0,0 0 0,1 0 1,-1 0-1,1 0 0,-1 0 0,1 0 0,0-1 0,-1 1 0,1-1 0,0 0 0,-1 0 0,4 0 0,0 1 5,0-1 1,0 0-1,0 0 1,1-1-1,-1 1 1,0-1-1,0-1 1,0 1-1,0-1 0,0 0 1,7-3-1,-9 1 19,0 1 0,0-1 0,0 0 0,0 0 0,0 0 0,-1-1-1,1 1 1,-1-1 0,0 0 0,-1 0 0,1 0 0,-1 0 0,0 0 0,-1-1-1,1 1 1,-1-1 0,0 1 0,0-1 0,-1 1 0,1-1 0,-1 1 0,0-1 0,-1 0-1,0 1 1,-1-9 0,1 12-14,0 0 0,0 0-1,-1 0 1,1 0 0,0 0-1,-1 0 1,1 1 0,-1-1-1,0 0 1,0 1 0,1-1-1,-1 1 1,0 0 0,0 0-1,0 0 1,0 0 0,-1 0-1,1 0 1,0 0 0,0 0-1,-1 1 1,1 0 0,-3-1-1,-56-5-499,60 6-677,11 1-3920,18 7 529,4 2-2328</inkml:trace>
</inkml:ink>
</file>

<file path=ppt/ink/ink2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5:24.01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194 1 4185,'0'0'14079,"-4"0"-13368,-4-1-627,0 1 1,0 0-1,0 1 0,0 0 1,0 0-1,0 1 1,0 0-1,0 0 1,0 1-1,1 0 0,-1 1 1,1-1-1,0 1 1,0 1-1,0-1 1,1 1-1,0 0 0,-1 1 1,2-1-1,-1 1 1,1 1-1,0-1 1,0 1-1,1-1 0,-6 12 1,8-15-84,1-1 0,0 1 1,0 0-1,1-1 0,-1 1 0,0 0 1,1-1-1,0 1 0,0 0 0,0-1 1,0 1-1,0 0 0,0 0 1,0-1-1,1 1 0,1 3 0,-1-4 0,0 0-1,0-1 0,0 1 1,0-1-1,0 1 0,1-1 1,-1 1-1,1-1 0,-1 0 1,1 0-1,-1 1 1,1-1-1,0 0 0,0-1 1,-1 1-1,1 0 0,3 0 1,7 2-8,0-1 0,0-1 1,1 0-1,-1-1 0,25-2 1,-33 1 29,0 1 1,0-1-1,0 0 1,0-1-1,0 1 1,0-1-1,0 1 0,-1-1 1,1 0-1,0-1 1,-1 1-1,0-1 1,1 1-1,-1-1 1,0 0-1,0 0 1,-1 0-1,1-1 0,-1 1 1,4-7-1,-4 7-6,-1 0 0,0 0 0,0 0 0,0 0 0,0 0 0,0 0 0,0 0 0,-1 0-1,1 0 1,-1 0 0,0 0 0,0-1 0,0 1 0,-1 0 0,1 0 0,-1 0 0,0 0 0,0 0 0,0 0 0,0 0-1,0 0 1,0 0 0,-1 0 0,0 0 0,1 1 0,-1-1 0,0 1 0,-3-4 0,-6-13-10206,22 19 3878</inkml:trace>
</inkml:ink>
</file>

<file path=ppt/ink/ink2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5:24.01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84 23 2561,'0'0'9039,"-15"-18"1876,10 14-9225,4 3-1625,-1 1 0,1 0 0,0 0 0,0 0 1,0 0-1,-1 1 0,1-1 0,0 0 0,0 0 0,0 1 0,-1-1 0,1 1 0,0-1 0,0 1 0,0 0 0,0-1 1,0 1-1,0 0 0,0-1 0,0 1 0,0 0 0,-1 2 0,-5 25 184,3-5-73,-6 41-45,2 1 1,2 0-1,5 73 0,1-136-140,0 1 0,0-1-1,1 0 1,-1 1-1,0-1 1,1 0 0,0 0-1,0 0 1,0 0-1,0 0 1,0 0 0,0 0-1,0 0 1,0 0-1,1 0 1,-1 0-1,1-1 1,0 1 0,-1 0-1,1-1 1,0 0-1,0 1 1,0-1 0,0 0-1,0 0 1,0 0-1,0 0 1,0-1 0,0 1-1,1 0 1,2 0-1,8 1-238,0 0 0,1-1 0,0 0-1,15-2 1,-11 1-462,-12-1 364,0 0 0,0 0 0,0 0 0,0-1 0,0 0 0,-1 0 0,1-1 0,-1 1 0,1-1 0,5-5 0,35-14-7297,-32 19 845</inkml:trace>
</inkml:ink>
</file>

<file path=ppt/ink/ink2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5:24.01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7 1688,'0'0'19276,"32"-6"-18819,0 6-137,0 0-192,7 0-128,12 0-208,32 3-1401,-12 0-2560,0-3-5729</inkml:trace>
</inkml:ink>
</file>

<file path=ppt/ink/ink2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5:24.01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62 1432,'0'0'13258,"26"-2"-12253,185-19 446,-133 12-796,324-20 3265,-398 29-3885,-1-1 0,1 1 0,-1 0 0,0 1 0,1-1 0,-1 1 0,1-1 0,-1 1 0,0 0 0,1 0 1,-1 1-1,0-1 0,0 1 0,0-1 0,0 1 0,3 3 0,-3-1 26,0 0-1,0 1 1,0-1 0,-1 1 0,1 0-1,-1-1 1,-1 1 0,1 0-1,-1 1 1,2 5 0,6 45 310,-1 0 1,-3 1-1,-3 0 1,-5 63-1,1-12 521,2-81-736,1-6-38,-1-1-1,-1 1 1,-1-1 0,-1 0 0,-5 21-1,-3 3 376,-6 46 0,1-6 35,14-64-533,7-16-2411,16-24-5335,-14 10 2240</inkml:trace>
</inkml:ink>
</file>

<file path=ppt/ink/ink2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5:24.02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 0 5761,'0'0'11655,"-2"0"-8266,7 0-2291,7 2-868,1 1-1,-1 1 0,0 0 0,0 0 0,0 2 1,-1-1-1,1 1 0,19 15 0,2-2 44,-18-10-153,0 0 1,-1 1 0,0 0 0,17 16 0,-29-24-221,1 0-650</inkml:trace>
</inkml:ink>
</file>

<file path=ppt/ink/ink2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5:24.02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265 6 1568,'0'0'15640,"-3"-2"-14637,2 2-901,0-1 1,-1 0-1,1 1 1,0 0-1,-1-1 1,1 1-1,-1 0 1,1-1-1,-1 1 1,1 0-1,-1 0 1,1 0-1,0 0 1,-1 1-1,1-1 1,-1 0-1,1 1 1,-1-1-1,1 0 1,0 1-1,-3 1 1,-25 22 1731,5-2-1242,-23 17 726,-55 57 0,99-94-1375,0 1 0,0 0 1,1 0-1,0 1 0,-1-1 0,1 0 0,0 1 1,0 0-1,-2 6 0,4-9-222,0 0 1,0 0-1,-1 1 1,1-1-1,0 0 1,0 0-1,0 0 1,1 1-1,-1-1 1,0 0-1,0 0 1,1 0-1,-1 1 1,1-1-1,-1 0 1,1 0-1,-1 0 1,1 0-1,0 0 1,-1 0-1,1 0 1,0 0 0,0 0-1,0 0 1,0-1-1,0 1 1,0 0-1,0 0 1,0-1-1,0 1 1,0-1-1,0 1 1,0-1-1,2 1 1,22 9-10678</inkml:trace>
</inkml:ink>
</file>

<file path=ppt/ink/ink2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5:24.02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623 204 2617,'0'0'9502,"-3"-11"-8496,-6-37-45,8 47-831,1-1 1,-1 1 0,1 0 0,-1 0-1,0 0 1,1-1 0,-1 1 0,0 0-1,0 0 1,0 0 0,0 0 0,0 0-1,0 1 1,0-1 0,0 0 0,0 0-1,-1 1 1,1-1 0,0 0 0,0 1-1,-1-1 1,1 1 0,0 0 0,-1-1-1,1 1 1,-2 0 0,-36 0 446,30 1-279,-16-2 171,-1 1 1,1 1 0,0 1 0,0 1-1,0 2 1,0 0 0,1 2-1,-28 10 1,30-7-280,1 1 0,-1 1 0,2 0 0,-1 2 0,2 0 0,0 1 0,-19 20 0,28-24-77,1 0 0,0 0 1,1 1-1,0 0 0,0 0 1,2 1-1,-1 0 0,2 0 1,0 1-1,0-1 0,1 1 1,1 0-1,-2 21 0,0 15 294,2 66 0,4-98-371,1-1 0,0 0 0,1 0 0,1 0 1,1-1-1,0 1 0,12 24 0,-8-22 7,0 0 1,2-1-1,1 0 0,0-1 1,1 0-1,0-1 0,2-1 0,0 0 1,0 0-1,2-2 0,0 0 1,0-1-1,1-1 0,26 13 1,-14-10 34,1-1 1,1-2 0,0 0 0,0-3 0,1 0 0,0-3-1,0 0 1,44 0 0,-51-5-45,-2 0 31,-1 0 1,46-7-1,-61 5-51,0 0 0,1-1 0,-1 0 0,-1 0 0,1-1 0,0 0 0,-1 0 1,0-1-1,0 0 0,0 0 0,10-10 0,10-15 20,-1 0 0,-2-2 0,-1 0 0,31-62 0,-45 77-34,-1 0 0,-1 0 0,-1-1 0,-1-1-1,0 1 1,-1 0 0,1-23 0,-1-135 0,-4 116 0,-1 46 2,-1 0 0,0 0 0,-1-1 0,0 1 0,-1 1 0,-9-20 0,0 3 7,-30-50-1,38 72-8,0 0 0,-1 0 0,-1 1 0,1 0 0,-1 0 0,-1 0 0,1 1 0,-15-10 0,1 4 4,-1 2 0,-25-10-1,-19-9 51,15-2-35,44 25-18,-1 1 1,1 0-1,-1 0 0,0 1 1,0 0-1,-1 1 0,1 0 1,-1 0-1,1 0 0,-17-1 1,-55 2 61,74 2-92,0 1-1,0 0 0,0 0 0,0 0 0,0 1 1,0 0-1,1 0 0,-1 0 0,1 1 0,-11 6 0,2 0-1884,3-6-4420,4-2-2807</inkml:trace>
</inkml:ink>
</file>

<file path=ppt/ink/ink2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5:24.02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475 43 1736,'0'0'8399,"-5"10"2609,6-8-10202,12-3-791,-1-1 1,1-1-1,0 0 1,-1-1-1,0 0 1,0 0 0,0-2-1,16-9 1,-17 10-11,-9 0 2294,-10 3-980,7 2-1264,0 0-1,0 0 1,1 0 0,-1 0-1,0 0 1,0 0-1,0 1 1,0-1 0,1 0-1,-1 0 1,0 1-1,0-1 1,1 1-1,-1-1 1,0 0 0,1 1-1,-1 0 1,0-1-1,1 1 1,-1-1-1,0 1 1,1 0 0,-1-1-1,1 1 1,0 0-1,-1-1 1,0 3-1,-18 52 1090,-8 24-192,-17 85 0,34-120-823,-2 0 1,-3-1 0,-20 43-1,-68 120 266,41-87-109,-141 220 80,196-330-358,0 2 0,1-1-1,1 1 1,-1 0-1,2 0 1,0 0-1,0 1 1,1-1-1,0 1 1,-1 14-1,4-25-18,6-30-3053,-5 1-4635,-1 18 996</inkml:trace>
</inkml:ink>
</file>

<file path=ppt/ink/ink2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5:24.02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1284 201 1176,'0'0'13543,"-7"-18"-8734,-7 12-4074,1 1 0,-1 1 0,0 0 0,0 0 0,0 2 0,-24-2 0,-96 2-648,81 3 550,10 1-489,0 1 0,0 2-1,0 3 1,1 1-1,0 1 1,1 3-1,1 2 1,-57 27 0,50-17-12,1 1 0,2 3 0,1 1 1,1 2-1,2 2 0,-57 61 0,75-70-16,1 1-1,1 1 0,2 1 0,-26 49 1,35-57-58,1 0-1,0 0 1,2 0 0,1 1 0,0 0-1,1 0 1,2 0 0,-1 27 0,2-38-44,1-1 0,1 1 0,0 0 1,0 0-1,1-1 0,0 1 0,0-1 1,1 0-1,5 10 0,-4-12-6,1 0 0,0-1 0,0 1 0,0-1 0,1 0 0,0 0-1,0-1 1,0 0 0,1 0 0,0-1 0,11 6 0,4 1 5,0-1-1,0-1 1,1-1 0,0-1 0,0-1-1,1-1 1,31 2 0,176-1 23,-160-7 7,-32 0-46,0-1 0,-1-3-1,1-1 1,-1-2 0,0-1-1,-1-2 1,0-2 0,48-23-1,-56 21-14,-2 0 0,0-1 0,-1-2 0,0-1 0,-2-1-1,0-1 1,-2-1 0,0-1 0,-1-1 0,29-45 0,-35 43 8,-1 0 0,-1-2 0,-2 1-1,0-1 1,-2-1 0,-2 0 0,7-45 0,-5-12-9,-4-115 0,-5 189 16,-1 1 1,-1 0-1,0 0 0,-1 0 0,0 1 0,0-1 0,-1 1 1,0 0-1,-1 0 0,-1 0 0,1 0 0,-1 1 0,-11-13 1,7 10 10,0 1 1,-1 0 0,0 1 0,-1 1-1,0-1 1,0 2 0,-1 0 0,0 0-1,-19-7 1,14 9-147,14 9-1283,27 15-1979,14-2-1392,7-2-2960</inkml:trace>
</inkml:ink>
</file>

<file path=ppt/ink/ink2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5:24.02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37 46 4217,'0'0'6163,"-24"-16"-3236,21 19 1539,2-6-160,-2-4-5170,-3-15 1445,6 23-552,1-1-1,-1 0 1,0 0 0,0 0-1,0 0 1,0 0-1,0 0 1,0 0 0,0 0-1,0 0 1,0 0 0,0 0-1,0 0 1,0 0-1,0 0 1,0 0 0,1 0-1,-1 0 1,0 0 0,0 0-1,0 0 1,0 0-1,0 0 1,0 0 0,0 0-1,0 0 1,0 0 0,0 0-1,0 0 1,1 0-1,-1 0 1,0 0 0,0 0-1,0 0 1,0 0 0,0 0-1,0 0 1,0 0-1,0 0 1,0 0 0,0 0-1,0 0 1,0 0 0,0-1-1,0 1 1,0 0-1,1 0 1,-1 0 0,0 0-1,0 0 1,0 0 0,0 0-1,0 0 1,0 0-1,0 0 1,21 31 3027,-9-11-3336,143 186 2242,-19-53-978,-77-91-546,-4 2 0,55 83-1,-83-103-214,3-2 0,1-1 0,2-2-1,2 0 1,1-3 0,46 37 0,-23-40 93,-21 4-197,-28-27-65,0 1 0,0-2 0,1 0 0,0 0 1,15 9-1,-3-6-49,-1 2 1,26 20-1,18 11-8,-3-3 3,-62-40-15,-1-1-106,-39-1-5620,13 0 1307,9 0-2213,3 0-5745</inkml:trace>
</inkml:ink>
</file>

<file path=ppt/ink/ink2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5:24.02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1235 203 6225,'0'0'11113,"-12"-9"-10144,2 1-655,0 0 0,-1 1 0,0 1 1,0 0-1,0 0 0,-1 1 1,0 0-1,-24-5 0,-61-3 1163,0 5 0,-121 6 0,144 2-1125,44 2-276,1 1 0,0 1 1,0 2-1,0 1 0,1 1 1,0 1-1,0 2 1,1 1-1,1 1 0,0 1 1,0 1-1,2 1 0,0 2 1,1 0-1,1 1 1,0 2-1,2 0 0,0 1 1,2 1-1,0 1 1,-27 50-1,36-52 3,1 0-1,2 1 1,0 0 0,2 0-1,0 0 1,2 1 0,0-1-1,2 1 1,3 37 0,-1-50-71,0-1 0,0 0 0,1 0 0,1 0 0,0 0 0,0 0 0,1-1 0,0 0 0,0 0 0,1 0 0,1-1 0,-1 1 0,1-2 0,0 1 0,10 7 1,3 2 25,0-1 1,2-1-1,0 0 1,44 21-1,-29-21 20,1-1-1,0-2 1,1-2-1,0-1 0,66 5 1,200-3 110,-285-11-157,14 0 26,5 1-2,-1-2 0,67-10 1,-91 8-25,-1-1-1,0 0 1,0 0 0,0-1 0,-1-1 0,0 0 0,0-1 0,0-1 0,-1 1 0,0-2 0,13-12 0,-4 2-5,0-2 1,-1 0-1,-2 0 1,0-2-1,-2 0 1,0-1-1,-1-1 1,-2 0-1,-1-1 1,0 0-1,-2-1 1,-1 0-1,-2 0 1,0 0-1,-2-1 1,2-42-1,-6 58-3,1-3 9,-1 0-1,0-1 0,-1 1 0,0 0 1,-1-1-1,-1 1 0,0 0 1,-2 0-1,1 1 0,-2 0 1,-10-21-1,-8-1 21,-1 1 0,-2 1 0,-2 1 1,-1 2-1,-1 1 0,-2 1 0,-36-25 0,63 51 6,1-1 0,-1 1 1,1 0-1,-1 1 0,0-1 0,0 1 0,0 0 0,-1 1 0,1-1 0,0 1 0,-1 1 0,1-1 0,-1 1 0,-10 1 0,16-1 134,1 10-7228,0-4 911</inkml:trace>
</inkml:ink>
</file>

<file path=ppt/ink/ink2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5:24.02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957 53 1168,'0'0'8525,"0"-38"1096,0 27-9347,0 11-228,0 0 0,0 0 0,-1-1 0,1 1 0,0 0 0,-1 0 0,1-1 0,0 1 0,0 0 0,-1 0 0,1 0 0,0 0 0,-1-1 0,1 1 0,0 0 0,-1 0 0,1 0 0,0 0 0,-1 0 0,1 0 0,0 0 0,-1 0 0,1 0 0,-1 0 0,1 0 0,0 0 0,-1 0 0,1 0 0,0 0 0,-1 0 0,1 1 0,0-1 0,-1 0 0,1 0 0,0 0 0,-1 0 0,1 1 0,0-1 0,0 0 0,-1 0 0,1 1 0,0-1 0,0 0 0,-1 0 0,1 1 0,0-1 0,0 0 0,0 1 0,-17 12 514,9 0-179,0 0 0,1 0 0,-7 17 0,-14 26 361,-43 75 1302,-14 22-1076,50-85-385,-85 206 481,33-66-634,87-207-429,-140 278 339,44-96-171,-33 55 723,39-83-452,89-155-446,0 1 1,0 0-1,1 0 1,-1 0-1,1 0 1,-1 0 0,1 0-1,-1 0 1,1 0-1,-1 0 1,1 0-1,0 0 1,0 0-1,-1 1 1,1-1-1,0 0 1,0 0-1,0 0 1,0 0 0,0 0-1,1 2 1,0-3-71,-1 0 0,1 0 0,-1 0 0,1 0 0,0 1 0,-1-1 0,1 0 0,0 0 1,-1 0-1,1 0 0,0 0 0,-1 0 0,1-1 0,-1 1 0,1 0 0,0 0 0,-1 0 1,1-1-1,-1 1 0,1 0 0,0-1 0,-1 1 0,1 0 0,-1-1 0,1 1 0,-1-1 0,1 1 1,-1 0-1,0-1 0,1 0 0,-1 1 0,1-1 0,-1 0 0,12-13-4009,-4-1-2260</inkml:trace>
</inkml:ink>
</file>

<file path=ppt/ink/ink2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5:24.02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1661 57 8194,'0'0'9837,"-31"-9"-8636,-6-3-813,15 4-115,0 1 0,0 1 1,-1 1-1,0 1 0,0 1 0,-31 0 1,-324 12 3293,323-3-3152,0 3 0,0 2 1,1 2-1,-92 36 0,102-30-285,1 3 0,0 1-1,2 2 1,1 2 0,1 1 0,2 3-1,0 1 1,3 1 0,0 2-1,-37 52 1,45-52-90,3 1 1,1 1 0,2 1-1,1 0 1,2 2 0,2 0-1,1 1 1,3 1-1,1 0 1,2 0 0,-5 78-1,14 220 539,5-302-496,1 1-1,2-1 1,1 0-1,2-1 1,2 0-1,1-1 1,2-1-1,1-1 1,34 48 0,-40-66-66,0 0 0,2-1 0,0 0 1,1-1-1,0 0 0,1-1 1,0-1-1,1-1 0,1 0 1,35 15-1,-26-15 15,0-2 1,1-1 0,0-2-1,0 0 1,1-2-1,0-1 1,36-1-1,-45-2-13,27 1 16,-1-2-1,1-2 1,73-15 0,-70 5-31,-1-3 0,-1-1 0,0-3 0,-1-1 0,-1-3 0,-2-2 0,43-32 0,-55 34 1,0-2 1,-3-2-1,0 0 0,-2-2 1,0-1-1,-3-2 0,-1 0 0,-1-1 1,26-55-1,24-73-111,86-291 0,-149 420 66,-2-2-1,-1 1 1,3-64 0,-9 84 21,0 0 1,-1-1-1,0 1 1,-1 1-1,-1-1 0,0 0 1,-1 0-1,0 1 1,-1 0-1,-1 0 0,0 0 1,-9-14-1,0 9 11,0 0 0,-1 1 0,-1 1 0,0 0 0,-1 1 0,-1 1 0,0 1 0,-1 1 0,-39-18 0,-14-1 12,-119-31 0,73 25 6,87 21 40,29 13-47,0 1 0,0 0 0,-1 0 0,1 0 0,-1 1 1,0-1-1,1 1 0,-1 0 0,0 0 0,0 0 0,-4 0 1,7 1 9,-6 19-596,7-11-463,0-6 600,-1 0 0,1 0-1,0 0 1,0 1 0,0-1-1,0 0 1,1 0-1,-1 0 1,1-1 0,-1 1-1,1 0 1,-1 0 0,1 0-1,0 0 1,0 0 0,2 2-1,8 3-5881</inkml:trace>
</inkml:ink>
</file>

<file path=ppt/ink/ink2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5:24.02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149 135 3265,'0'0'14664,"-13"-22"-14532,6-4-117,7 23-14,-1 1 1,1-1-1,-1 1 1,0-1-1,1 1 1,-1 0-1,0-1 1,0 1-1,0 0 1,-1 0-1,1 0 1,0 0-1,-1 0 1,0 0-1,-1-2 1,-42-29 511,42 31-139,-25-10 4726,28 12-5044,-1 0 1,0 0-1,1-1 0,-1 1 0,1 0 0,-1 0 1,0 0-1,1 0 0,-1 0 0,0 0 1,1 0-1,-1 0 0,0 0 0,1 0 0,-1 0 1,0 0-1,1 0 0,-1 1 0,0-1 1,1 0-1,-1 0 0,1 1 0,-1-1 0,1 0 1,-1 1-1,1-1 0,-1 1 0,1-1 0,-1 1 1,1-1-1,-1 1 0,1-1 0,0 1 1,-1-1-1,1 1 0,0 0 0,-1-1 0,1 1 1,0-1-1,0 1 0,-1 1 0,-6 61 589,2 1 1,5 87-1,1-66-416,4 18 259,5-1-1,33 143 1,-20-129-138,12 166 0,-33 3 19,3 37 14,9-173-226,3 68 107,-17 24-418,0-243-335,-1 0 1,1 1 0,0-1-1,0 0 1,-1 1-1,1-1 1,-1 0 0,0 1-1,1-1 1,-1 1-1,0-1 1,0 1 0,0-1-1,0 1 1,0 0-1,0-1 1,-2 0 0,-9-8-6401</inkml:trace>
</inkml:ink>
</file>

<file path=ppt/ink/ink2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5:24.03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1643 174 11963,'0'0'4172,"-33"-10"-2765,-3-2-956,7 2-35,0 1 0,-1 1 0,0 2 1,0 0-1,-37 0 0,-15 2 922,-131 11 0,169-1-952,0 1 0,1 2 0,0 2 0,-71 27 0,68-17-159,2 2 1,0 2-1,2 2 0,1 1 1,1 3-1,1 1 0,2 1 1,2 2-1,-53 67 0,45-44-108,2 2 0,3 2 0,3 2 0,2 1 0,3 1 0,-23 77 0,42-102-43,1 0 0,2 0-1,-4 59 1,6 128 330,6-211-381,1 8 6,1 1 1,1-1-1,1 0 1,1 0-1,1-1 1,1 1-1,1-1 1,2-1-1,0 0 1,1 0-1,2-1 1,29 41-1,-28-45 0,0-1 0,2-1 0,0-1 0,0 0 0,2-1 0,-1 0 0,2-2 0,0 0-1,0-1 1,1-1 0,1-1 0,-1-1 0,1-1 0,1 0 0,22 3 0,-16-5 28,1-1 0,0-2 1,0 0-1,0-2 0,0-2 1,0 0-1,-1-2 0,1-1 1,-1-1-1,0-2 1,49-19-1,-5-6-39,-2-3-1,-1-3 1,-2-3 0,75-63-1,-99 70-17,-3-3 0,-1-1 0,-2-2-1,-2-1 1,-1-2 0,53-94 0,-74 112 5,-1-1 1,-1-1-1,-2 1 1,0-2 0,-2 1-1,3-31 1,-2-12 1,-3-96 1,-6 129-5,-3 1 0,-1 0 0,-1 0 0,-3 0 1,0 1-1,-3 0 0,-29-64 0,17 53-2,-1 1-1,-2 1 0,-3 2 1,-1 0-1,-40-40 1,42 53-2,-1 2 0,-2 1 1,-1 1-1,-1 2 0,-1 2 1,-1 1-1,0 1 0,-2 2 1,0 2-1,-56-15 0,54 23-6,40 37-39,1-26-12,-1 1-1,0-1 1,1 0 0,0 0 0,-1 1-1,1-1 1,0 0 0,1 0 0,-1 0-1,1 0 1,-1 0 0,1-1 0,0 1-1,0 0 1,0-1 0,0 1 0,0-1-1,1 0 1,-1 1 0,1-1 0,0 0-1,5 2 1,-1 0-844,0-1-1,0 0 1,1 0-1,-1-1 1,1 1-1,-1-2 1,1 1-1,13 0 1,11-2-5239</inkml:trace>
</inkml:ink>
</file>

<file path=ppt/ink/ink2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5:24.03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784 59 5169,'0'0'9098,"0"-10"-8123,0-18-393,0 8 5867,-14 40-4230,9-3-1945,-2 0 0,0 0 0,-1 0 0,-13 20-1,1-1-74,-128 278 1535,-22 133 181,167-439-1892,-36 111 174,-113 314 587,75-211-383,18-44-170,38-100-63,17-59-116,-1 0 0,0-1-1,-12 25 1,15-34 1293</inkml:trace>
</inkml:ink>
</file>

<file path=ppt/ink/ink2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5:24.03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1478 203 11162,'0'0'2238,"-36"-9"-712,-7-2-1001,-20-5 895,-92-12 0,98 22-542,-1 1 1,0 4-1,-92 8 1,112-2-544,0 2 1,0 1 0,0 2-1,1 1 1,1 3 0,-50 24-1,48-16-218,1 1 0,1 2 0,0 2 0,3 1 0,0 2 0,2 1 0,1 1 0,1 1 0,2 2 0,2 1 0,1 1 0,2 1 0,1 1 0,2 1 0,2 0-1,2 2 1,1 0 0,-12 69 0,11-1-69,-2 154 0,16-246 1,1-1-1,0 1 1,2-1-1,0 0 1,1 1-1,1-1 1,0-1-1,1 1 1,1-1-1,14 28 1,-10-26 53,1 0-1,0-1 1,1-1 0,1 0 0,1 0 0,27 23 0,-30-31-69,-1 0 0,2 0 0,-1-2 0,1 1 1,-1-2-1,2 1 0,-1-2 0,1 1 0,-1-2 0,1 0 1,23 3-1,5-3 27,1-1 1,0-3 0,0-1-1,-1-2 1,1-2 0,-1-1-1,57-19 1,-64 15-41,0-2-1,0-1 1,-2-2-1,52-33 1,-64 35-2,0-1 0,-2-1 0,0-1 0,0 0 0,-2-1 1,0-1-1,25-40 0,17-47 16,-4-1 0,-6-4 0,49-159 0,-81 220-33,-3-1 1,-1 0 0,-3-1-1,-2 0 1,0-61-1,-7 102 3,-1-1 0,0 1 0,-1 0-1,0 0 1,-1 0 0,0 0 0,-1 1 0,0-1 0,0 1-1,-1 0 1,-12-18 0,6 13-2,-1 0 0,-1 1 0,0 1 0,0 0 0,-1 1 0,-25-16 0,-6 1 0,-1 1 0,-1 3 0,-2 3 1,-57-18-1,-99-18 333,184 50-629,29 9-2357,23 9-1953,-6-5-1264</inkml:trace>
</inkml:ink>
</file>

<file path=ppt/ink/ink2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5:24.03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6 1 4905,'0'0'10178,"-6"0"-3558,243 0-6373,-236 1-226,0 0 0,-1 0 0,1 0 0,0 1-1,-1-1 1,1 0 0,0 0 0,-1 1 0,1-1 0,-1 0 0,0 1 0,0-1 0,1 0 0,-1 1-1,0-1 1,0 0 0,0 1 0,0-1 0,-1 3 0,-3 32 597,0-30-517,0-1 0,-1 1 0,0-1-1,0 1 1,0-1 0,0-1 0,-1 1-1,-12 7 1,-55 27 299,60-32-254,76-4-69,-54-3-78,-1-1-3,-1 1 0,0 0 0,1 1-1,-1-1 1,0 1 0,1 1 0,12 3 0,-18-3 0,0-1 1,0 1-1,0 0 1,0-1-1,0 1 1,0 0-1,-1 0 1,1 0-1,-1 0 1,1 1-1,-1-1 1,0 0-1,1 1 1,-1-1-1,-1 1 1,1-1-1,0 1 1,0-1-1,-1 1 1,0-1-1,1 1 1,-1 0-1,0-1 1,0 1-1,-1 3 1,1 2 2,0-1 0,0 0 1,-1 1-1,0-1 1,0 0-1,0 0 1,-1 0-1,-1 0 1,1 0-1,-7 12 1,7-16 55,-1 0 1,0 0-1,1 0 1,-1 0-1,0 0 1,0-1-1,-1 0 1,1 1-1,-1-1 1,1-1-1,-1 1 1,1 0-1,-1-1 1,0 0-1,0 0 1,0 0-1,0 0 1,0 0-1,0-1 1,0 0-1,0 0 1,-4 0-1,4 0 26,0-1-1,1 1 0,-1 0 1,0-1-1,0 0 0,1 0 1,-1 0-1,1-1 0,-1 1 1,1-1-1,-1 0 0,1 0 0,0 0 1,0 0-1,0 0 0,0-1 1,0 1-1,0-1 0,1 0 1,-1 0-1,1 0 0,-3-5 1,-6 5-109,10 3-211,5 0-3413,45 2-4401,-12 8 1678</inkml:trace>
</inkml:ink>
</file>

<file path=ppt/ink/ink2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5:24.03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161 2 1744,'0'0'13934,"0"-2"-11491,-1 5-1280,-3 4-802,0 0 0,-1-1-1,0 0 1,0 0 0,0 0 0,-1 0 0,-8 6-1,-14 15 391,13-11-395,-32 46 113,43-56-467,2-1 0,-1 1 1,0 0-1,1 0 0,0 0 1,1 0-1,-1 0 1,1 0-1,1 0 0,-1 10 1,1-15-2,0-1 1,1 1 0,-1-1-1,0 1 1,1-1-1,-1 1 1,0-1 0,1 0-1,-1 1 1,1-1-1,-1 0 1,1 1-1,-1-1 1,1 0 0,-1 1-1,1-1 1,-1 0-1,1 0 1,-1 0 0,1 1-1,0-1 1,-1 0-1,1 0 1,-1 0 0,1 0-1,-1 0 1,1 0-1,0 0 1,24-1 35,-19 1-38,340 0-1370,-349 0 989,-12-1-3697,2-4-3908,12 2 2873</inkml:trace>
</inkml:ink>
</file>

<file path=ppt/ink/ink2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5:24.03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75 0 9562,'0'0'12797,"-12"29"-11580,-35 90-265,44-114-835,1 1-1,0 0 1,0 0 0,0 0 0,1 0-1,0 1 1,0-1 0,0 0 0,1 0-1,0 1 1,0-1 0,1 7 0,1 9-851,0-19 102,-1 0-1,0 0 1,1-1 0,-1 1-1,1 0 1,0-1 0,0 1-1,0-1 1,0 0 0,0 0-1,0 0 1,5 4 0,17 7-5522</inkml:trace>
</inkml:ink>
</file>

<file path=ppt/ink/ink2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5:24.03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102 45 928,'0'0'12832,"1"-7"-11206,1-3-1049,0-3-2,0-2 5771,-5 16-6137,0 0 1,0-1-1,0 1 1,0 1 0,1-1-1,-1 0 1,0 1 0,1-1-1,-3 3 1,-8 12 323,3-5-388,1 0 0,1 0-1,0 1 1,-9 18-1,17-29-150,0-1 0,0 1 0,0-1 1,0 1-1,0-1 0,0 1 0,0-1 0,1 1 0,-1-1 0,0 1 0,0-1 0,0 0 0,1 1 0,-1-1 0,0 1 0,1-1 0,-1 0 1,0 1-1,1-1 0,-1 0 0,1 0 0,-1 1 0,0-1 0,1 0 0,-1 0 0,1 1 0,-1-1 0,1 0 0,-1 0 0,1 0 0,-1 0 1,0 0-1,1 0 0,-1 0 0,1 0 0,-1 0 0,1 0 0,-1 0 0,1 0 0,-1 0 0,2 0 0,24 0 47,-23 0-66,11-1-27,1 2 0,0 0 0,-1 1 0,28 7 0,-40-9 46,0 0 0,0 1-1,1 0 1,-1-1 0,0 1 0,0 0 0,0 0 0,0 0 0,0 0 0,0 0-1,0 1 1,-1-1 0,1 1 0,0-1 0,-1 1 0,1 0 0,-1-1 0,1 1-1,-1 0 1,0 0 0,0 0 0,0 0 0,0 0 0,0 0 0,0 0-1,-1 1 1,1-1 0,-1 0 0,1 0 0,-1 0 0,0 1 0,0-1 0,0 0-1,0 0 1,0 1 0,-1-1 0,1 0 0,0 0 0,-1 1 0,0-1 0,-1 4-1,-3-2 28,1 0-1,0 0 1,-1 0-1,0 0 1,0-1-1,0 0 0,-1 0 1,1 0-1,-1-1 1,1 0-1,-7 2 1,3 0-20,-47 11 98,46-14-77,0 2 1,0-1-1,-19 9 0,25-10 1735,1 0-6086,9-12-11913</inkml:trace>
</inkml:ink>
</file>

<file path=ppt/ink/ink2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5:24.03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30 4889,'0'0'13215,"3"-2"-11896,3-2-885,1 0 0,0 1-1,0 0 1,0 0 0,0 1 0,0 0 0,0 0 0,1 1-1,8-1 1,75 1-347,-8 1-3925,-76 6-6146</inkml:trace>
</inkml:ink>
</file>

<file path=ppt/ink/ink2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5:24.041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78 8 4913,'0'0'9191,"6"-5"-8037,-6 4-1120,0 1 0,0 0 0,0 0 0,1 0 0,-1 0 0,0 0 0,0 0 0,0-1 0,0 1 0,0 0-1,0 0 1,0 0 0,0 0 0,1 0 0,-1 0 0,0 0 0,0 0 0,0 0 0,0 0 0,0 0 0,1 0 0,-1-1 0,0 1 0,0 0 0,0 0 0,0 0 0,0 0 0,1 0 0,-1 0 0,0 0 0,0 0-1,0 1 1,0-1 0,0 0 0,0 0 0,1 0 0,-1 0 0,0 0 0,0 0 0,0 0 0,0 0 0,0 0 0,0 0 0,1 0 0,-1 0 0,0 1 0,0-1 0,0 0 0,0 0 0,0 0 0,0 0-1,0 0 1,0 0 0,0 1 0,0-1 0,0 0 0,1 0 0,-1 0 0,0 0 0,0 1 0,0 22 394,-1 1 1,-1-1-1,-1 1 0,-1-1 0,-1 0 1,-1 0-1,-12 30 0,17-50-376,-1 0 0,1 1 0,0-1 0,-1 1 0,2-1 0,-1 1 0,0 0 0,1 5 0,7 0 429,14-11-324,1-2-256,0 1 1,1 1 0,-1 1-1,25 1 1,-9 1-125,-36-1 216,0 0 1,0 0-1,0 1 1,0-1-1,0 1 1,0-1-1,0 1 1,0 0-1,0-1 1,0 1-1,-1 0 1,1 0-1,0 1 1,0-1-1,-1 0 1,1 1-1,-1-1 1,1 0-1,1 3 1,0 0 2,0 1 0,-1-1 0,1 1 0,-1 0 0,0 0 0,0 0 0,2 7 0,0 5 26,-1 0 1,-1 1-1,0 30 1,-2-47 18,-1 1 0,0 0-1,0 0 1,0-1 0,0 1 0,0-1 0,-1 1 0,1-1 0,0 1-1,-1-1 1,1 0 0,-1 0 0,1 1 0,-1-1 0,1 0 0,-1 0-1,0-1 1,0 1 0,1 0 0,-1-1 0,0 1 0,0-1 0,0 1-1,-3-1 1,-54 10 452,-157 3-215,224-30-3965,22-17-2785,-17 18 1527</inkml:trace>
</inkml:ink>
</file>

<file path=ppt/ink/ink2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5:24.042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0 16 2665,'0'0'13386,"27"0"-11820,33 1-710,-36 1-549,-1-1 0,1-1 0,-1-2 1,1 0-1,-1-1 0,24-7 0,-44 8 114,0 1-1235</inkml:trace>
</inkml:ink>
</file>

<file path=ppt/ink/ink2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5:24.043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0 100 5297,'0'0'10792,"1"-6"-10052,0 4-687,-1 0 0,1 0 0,-1 0 1,1 0-1,0 0 0,0 1 0,0-1 0,0 0 1,0 0-1,0 1 0,0-1 0,1 1 0,-1-1 0,1 1 1,-1-1-1,1 1 0,-1 0 0,1 0 0,2-2 1,48-15 893,19 3-815,-1 3 0,2 4-1,-1 2 1,90 6 0,-160 1-134,0 1 0,-1 0 0,1 0-1,-1 0 1,1-1 0,-1 1 0,0 0 0,0 0 0,0 0 0,0 0 0,0 0 0,0 3 0,-1-3 10,1 3 12,0 0-1,-1 0 0,0 0 1,0 0-1,-1-1 0,1 1 1,-1 0-1,0-1 0,0 1 1,-1-1-1,1 1 0,-1-1 1,0 0-1,0 0 1,0-1-1,-1 1 0,1 0 1,-1-1-1,-5 3 0,-25 30 21,32-32-47,1-1 0,0 1 0,-1 0 0,1 0 0,1-1 0,-1 1 0,1 0 0,-1 0 0,1 0 0,0 0 0,0 0 0,1 0 0,-1 0 0,1 0 0,0 0 0,0-1 0,0 1 0,0 0 0,1-1 0,0 1 0,0 0 0,0-1 0,0 0 0,0 0 1,3 4-1,17 12-254,-9-9 180,0 1 0,-1 0 0,-1 0-1,0 1 1,0 1 0,-1 0 0,13 23 0,-23-35 85,0 0 0,0 0 0,0 0 0,0-1 1,0 1-1,0 0 0,0 0 0,-1-1 0,1 1 0,0 0 0,0 0 0,-1-1 0,1 1 1,-1 0-1,1-1 0,0 1 0,-1-1 0,1 1 0,-1 0 0,0-1 0,1 1 0,-1-1 0,1 1 1,-1-1-1,0 0 0,1 1 0,-1-1 0,0 1 0,0-1 0,1 0 0,-1 0 0,0 0 1,0 1-1,1-1 0,-1 0 0,0 0 0,0 0 0,-1 0 0,-39 6 572,33-5-508,-68 14 652,55-10-80,0-1 1,0 0-1,-25 0 0,45-4 485,2 9-10511,4-5 4284</inkml:trace>
</inkml:ink>
</file>

<file path=ppt/ink/ink2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5:24.044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14 61 3753,'0'0'14930,"8"-1"-14333,27-13-472,-13 5-110,-1 1-1,1 1 1,1 0-1,-1 2 1,35-4-1,39 8-54,-94 24-131,-3-16 228,0-1 0,0 1-1,0-1 1,0 0-1,-1 0 1,0 0 0,-1 0-1,1 0 1,-1 0 0,-7 10-1,-45 54 100,27-35-148,-8 6 19,-1-2 1,-62 51-1,96-87-32,-1 1 1,1-1-1,0 1 1,0 0-1,0 0 1,0 0-1,0 0 0,1 1 1,0-1-1,0 1 1,0-1-1,1 1 1,-1 0-1,1 0 1,0-1-1,1 1 1,-1 6-1,1-11 12,1 1-1,0 0 0,0-1 1,-1 1-1,1 0 0,0-1 1,0 1-1,0-1 0,-1 1 1,1-1-1,0 0 0,0 1 1,0-1-1,0 0 0,0 0 1,0 1-1,0-1 0,0 0 0,0 0 1,0 0-1,0 0 0,0 0 1,1-1-1,33 1 148,-28 0-97,84 2 306,-39 0 99,87-7-1,-117-2-97,6-1 8,-11 8-6612,-7 3 1285</inkml:trace>
</inkml:ink>
</file>

<file path=ppt/ink/ink2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5:24.04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17 7154,'0'0'8364,"2"-16"-2912,-4 16-3889,3 12-865,-1 0-1,2 0 1,0 0 0,0 0-1,5 15 1,23 108 316,-23-105-918,-1 1 1,2 51-1,-2-11 193,0 57 388,-6-128-635,17 0-1211,-11 1-3286,-3 11-14302</inkml:trace>
</inkml:ink>
</file>

<file path=ppt/ink/ink2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5:24.04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372 3 4609,'-1'-2'10862,"1"2"-10644,-10 9-131,0 1 0,0 1 0,1-1 0,-8 15 0,5-9-4,-83 97 1310,-35 50-186,125-156-1190,0-1 1,-1-1 0,1 1-1,-1-1 1,0 0 0,-1 0 0,1-1-1,-1 0 1,0 0 0,-10 4-1,68-5 812,95-14-703,-112 7-107,-17 2 22,0 0 1,0 1-1,0 1 1,0 0-1,0 2 1,0 0-1,0 1 1,-1 0-1,1 1 1,18 8-1,-27-8 146,0 0 0,1-1 0,-1 0 0,1-1 0,-1 0 0,1 0 0,15 1 0,-23-3 245,-1 0-482,0 0 0,0 0-1,1 0 1,-1 0 0,0 0-1,1 0 1,-1 0-1,0 0 1,0-1 0,1 1-1,-1 0 1,0 0-1,0 0 1,1 0 0,-1 0-1,0 0 1,0-1-1,0 1 1,1 0 0,-1 0-1,0 0 1,0-1 0,0 1-1,0 0 1,1 0-1,-1-1 1,0 1 0,0 0-1,0 0 1,0-1-1,0 1 1,0 0 0,0 0-1,0-1 1,0 1 0,1 0-1,-1 0 1,0-1-1,0 1 1,-1 0 0,1 0-1,0-1 1,0 1-1,0 0 1,0-1 0,-1-32-6493,-4 17 886</inkml:trace>
</inkml:ink>
</file>

<file path=ppt/ink/ink2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5:24.04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129 3 5097,'0'0'5989,"0"0"-5740,0 0-1,-1 0 0,1-1 1,-1 1-1,1 0 0,0 0 1,-1-1-1,1 1 0,-1 0 1,1 0-1,-1 0 0,1 0 1,-1 0-1,1 0 0,-1 0 1,1 0-1,-1 0 0,1 0 1,-1 0-1,1 0 0,-1 0 1,1 0-1,-1 0 0,-9 23 541,2 1 0,1-1 0,-8 45 0,1-5-511,-48 190 290,61-228-357,1-20-7408</inkml:trace>
</inkml:ink>
</file>

<file path=ppt/ink/ink2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5:24.04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230 49 6945,'-1'-3'422,"0"0"0,0 0 0,0 0 0,-1 0 0,1 0-1,-1 0 1,0 1 0,0-1 0,0 0 0,0 1-1,0 0 1,0-1 0,-1 1 0,1 0 0,-1 0-1,-3-2 1,4 4-221,0-1-1,0 1 1,0-1 0,0 1-1,0-1 1,0 1 0,0 0-1,0 0 1,0 0 0,0 0 0,0 1-1,0-1 1,0 1 0,0-1-1,0 1 1,0-1 0,0 1-1,0 0 1,1 0 0,-1 0-1,0 0 1,0 0 0,1 0-1,-1 1 1,1-1 0,-1 1-1,-1 2 1,-2 2 23,0 0 1,0 1-1,1-1 0,0 1 1,1 0-1,-1 0 1,1 1-1,1-1 0,-1 1 1,1-1-1,1 1 0,-2 15 1,0 12 123,3 57 0,1-58-130,6 354 603,-10-197 177,1-145-882,-68 721 371,62-721-544,6-44-645,0-8-203,-1-13-1142,3 17 1825,-4-50-3654,-3-76-1252</inkml:trace>
</inkml:ink>
</file>

<file path=ppt/ink/ink2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5:24.04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261 356 5081,'20'14'8665,"6"6"-6156,-9-16-2128,0 0-1,0-1 0,0 0 0,1-1 1,20-1-1,-7 0-88,53 1 246,121-13-1,91-26-524,-88 10 18,233-19-21,339-41 51,-512 52 117,174-19 182,3 34 321,-191 25-587,270 2-132,-5-28-107,-352 5 145,401-17 9,-90 49 149,31 1-158,-2-33-10,727-35-845,-733 79 703,-452-23 140,237 19-20,-195-21 43,102-8-1,-178 4 14,-9 1 60,-1 0-1,1-1 0,-1 0 0,1 0 1,0 0-1,6-3 0,-19 7 733,4-2-788,0 0 1,1 0-1,-1 0 1,1 1-1,-1-1 0,1 1 1,0-1-1,0 1 1,0 0-1,-3 2 0,-8 11 111,2 1-1,-1 0 1,2 0-1,0 1 0,-9 23 1,-33 98 363,36-93-417,-38 126 348,7 2-1,-35 248 1,69-334-219,-73 618 921,85-692-1133,-2 7 19,2-20-21,1 0 1,-1 0-1,0 0 0,0 1 1,0-1-1,1 0 0,-1 0 1,0-1-1,0 1 0,1 0 1,-1 0-1,0 0 0,0 0 1,1-1-1,-1 1 0,0 0 1,0-1-1,1 1 0,-1 0 1,0-1-1,1 1 0,-1-1 1,1 1-1,-1-1 1,1 1-1,-2-2 0,-4-2-36,-1 0 0,0 1 0,-1 0 0,1 0-1,-1 0 1,1 1 0,-1 0 0,-13-1 0,-69-2-264,71 4 277,-843 40-993,684-17 805,77-8 190,-169 1 0,-178-53 25,-94-1 6,-288 7 302,504 3-223,-533 19 0,680 9 46,-226-29 1,184 10-119,89 13 209,-1 6 0,-216 27 0,-60 39-59,375-61-163,-346 36 16,232-34 4,-158-14 0,-99-6-40,329 16 5,0 4 0,1 4-1,-98 24 1,128-22 7,-1-2-1,-1-2 1,1-3 0,-1-1 0,-74-4 0,-325-14 20,414 12-12,0 1 0,1 1 0,-57 9 0,93-10-11,5-1-459,0 0 1,0-1 0,-1 0-1,16-7 1,25-15-4179</inkml:trace>
</inkml:ink>
</file>

<file path=ppt/ink/ink2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5:24.05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102 27 4833,'-2'2'2197,"-12"11"1087,14-13-3215,0 0 0,0 0 0,0 0 0,-1 0-1,1 0 1,0 0 0,0 1 0,0-1 0,-1 0 0,1 0 0,0 0 0,0 0 0,0 0 0,0 0 0,0 0 0,-1 1 0,1-1-1,0 0 1,0 0 0,0 0 0,0 0 0,0 0 0,0 1 0,-1-1 0,1 0 0,0 0 0,0 0 0,0 1 0,0-1 0,0 0 0,0 0-1,0 0 1,0 0 0,0 1 0,0-1 0,0 0 0,0 0 0,0 0 0,0 1 0,0-1 0,0 0 0,0 0 0,0 0 0,0 1 0,1-1-1,-1 0 1,0 0 0,0 0 0,0 0 0,0 1 0,0-1 0,0 0 0,1 0 0,-1 0 0,0 0 0,1 0-33,0 0 0,-1 0 0,1 0 1,0 0-1,-1-1 0,1 1 1,0 0-1,0-1 0,-1 1 0,1 0 1,-1-1-1,1 1 0,0-1 0,-1 1 1,1-1-1,-1 1 0,1-1 0,-1 1 1,1-1-1,-1 0 0,1 1 1,-1-1-1,0 0 0,1 1 0,-1-1 1,0 0-1,0 1 0,0-1 0,1 0 1,-1 0-1,0 1 0,0-1 0,0 0 1,0 0-1,0 1 0,0-1 0,-1-1 1,-3-27 4,-20 105 5929,13-20-5026,2 1 1,-1 93-1,15 117-465,1-81-362,-19 127-76,2 69-21,13-355-339,8 33 0,0 2-614,-10-61 598,0 0-1,-1 0 1,1 0 0,0 1-1,0-1 1,-1 0-1,1 0 1,-1 0-1,1 0 1,-1 0-1,1 0 1,-1 0 0,0 0-1,1 0 1,-1 0-1,0 0 1,0 0-1,0 0 1,1-1 0,-1 1-1,0 0 1,0-1-1,0 1 1,0 0-1,-1-1 1,1 1-1,0-1 1,0 0 0,0 1-1,0-1 1,0 0-1,-1 0 1,1 0-1,0 0 1,-2 0-1,-16 3-3876</inkml:trace>
</inkml:ink>
</file>

<file path=ppt/ink/ink2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5:24.05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27 110 7410,'-4'8'7892,"5"-5"-5535,4-7-1045,-3 1-1279,-1-1-1,0 0 1,0 1 0,0-1 0,0 0 0,-1 0 0,0 1-1,0-6 1,1-2-30,10-56 185,-13 67 379,-1 6-188,-4 10 70,-4 32 247,2 0-1,2 0 1,-2 77-1,23 149 539,7-87-906,9 96 178,-24-189-386,-6 94 0,-5-143-320,-12 58 0,8-61-248,-4 61 1,15-84-801,4-50-8852</inkml:trace>
</inkml:ink>
</file>

<file path=ppt/ink/ink2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5:24.05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0 180 6649,'5'-27'6782,"13"-14"-3973,-13 33-2423,-1 0 0,-1 0 0,1-1 1,2-11-1,4-26 1290,-7 33-698,-6 36-58,-5 30-428,3 0-1,3 0 1,1 0 0,3 0 0,16 91 0,-14-117-363,38 215 1037,-30-175-1131,76 444 197,-74-388-551,-4 1 1,-9 158 0,-2-247 139,0-17-477,1-1 0,-2 0-1,-6 30 1,7-43-646,1-6-854,2-7 223,6-37-3645</inkml:trace>
</inkml:ink>
</file>

<file path=ppt/ink/ink2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5:24.05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149 0 5177,'-7'8'2070,"0"-1"0,1 1 0,0 0 1,-9 16-1,10-14-1680,1 1 1,-1 0 0,2 0 0,0 0 0,0 0 0,1 1-1,0-1 1,1 1 0,1-1 0,-1 1 0,3 11 0,-1 93 848,-4 0 0,-22 129 0,1 2-282,10 405-564,17-448-2446,-4-201-745,-3-12-952,-10-26-2316</inkml:trace>
</inkml:ink>
</file>

<file path=ppt/ink/ink2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5:24.05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222 23 2264,'0'-1'430,"0"-1"0,0 1-1,0 0 1,0-1 0,0 1-1,-1-1 1,1 1-1,0 0 1,-1-1 0,1 1-1,-1 0 1,1-1-1,-1 1 1,0 0 0,-1-2-1,-3 5 2873,1 10-545,3-4-1789,1 0 0,1-1 0,-1 1 0,1-1 1,0 1-1,5 13 0,1 16 243,-3 7-448,-2 0 0,-6 67 0,-20 89 198,17-155-674,-45 394 539,34 3-176,24-319-373,22 124-1,-27-235-231,0-1 0,-1 0 0,-1 1 0,-2 15 0,1-18-38,1-1 0,0 1 0,1-1-1,0 1 1,0-1 0,1 1 0,0-1 0,3 14 0,-41-56-4414,1 3-1763,-47-26-3641</inkml:trace>
</inkml:ink>
</file>

<file path=ppt/ink/ink2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5:24.05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45 5361,'-1'-9'2899,"1"-14"647,0 22-3292,0 1 1,0-1-1,0 1 1,0-1-1,0 1 1,0-1-1,0 1 1,0-1-1,1 1 1,-1-1-1,0 1 1,0-1-1,0 1 1,0 0-1,1-1 1,-1 1-1,0-1 1,0 1-1,1 0 1,-1-1-1,0 1 1,1 0-1,-1-1 1,0 1-1,1 0 1,-1-1-1,1 1 1,-1 0-1,1 0 1,-1 0-1,1-1 1,0 1 374,8 39 3094,-1-10-3017,-6-11-558,-1 0 0,-1 0-1,-3 31 1,0 11-110,2-60-91,1 0 0,0 1 0,0-1 0,0 0-1,0 0 1,0 0 0,0 0 0,0 0-1,0 1 1,0-1 0,0 0 0,0 0-1,0 0 1,0 0 0,0 1 0,0-1-1,0 0 1,0 0 0,0 0 0,0 0-1,0 1 1,1-1 0,-1 0 0,0 0 0,0 0-1,0 0 1,0 0 0,0 1 0,0-1-1,0 0 1,1 0 0,-1 0 0,0 0-1,0 0 1,0 0 0,0 0 0,0 0-1,1 1 1,-1-1 0,0 0 0,0 0-1,0 0 1,0 0 0,1 0 0,-1 0 0,0 0-1,0 0 1,0 0 0,0 0 0,1 0-1,-1 0 1,13-10-3921,18-24-1726</inkml:trace>
</inkml:ink>
</file>

<file path=ppt/ink/ink2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5:24.05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313 94 4505,'0'0'12276,"1"-6"-11509,4-65 2435,-5 70-3183,0 0-1,-1 0 1,1 0 0,-1 0 0,1 0 0,-1 1-1,1-1 1,-1 0 0,0 0 0,0 1 0,1-1 0,-1 0-1,0 1 1,0-1 0,1 1 0,-1-1 0,0 1-1,0-1 1,0 1 0,0 0 0,0-1 0,0 1 0,0 0-1,0 0 1,0 0 0,0-1 0,0 1 0,0 0-1,-1 1 1,-38-3-32,33 3 43,-5-2-32,1 2 0,0-1 0,0 2 0,0-1 1,0 2-1,0-1 0,0 2 0,0-1 0,1 1 0,-1 1 0,1 0 0,0 0 0,1 1 0,-1 1 0,1-1 0,1 1 0,-1 1 0,1 0 0,-8 9 1,11-8-4,0 0 0,0 0 1,1 0-1,0 0 0,1 1 1,0 0-1,0-1 0,1 1 1,0 0-1,1 0 1,0 0-1,1 1 0,0-1 1,1 0-1,0 0 0,0 0 1,1 0-1,0 0 0,1 0 1,5 12-1,-6-18 6,0 0 0,0 0-1,1 0 1,0 0-1,0-1 1,0 1 0,0-1-1,0 1 1,1-1 0,-1 0-1,1 0 1,0-1 0,0 1-1,0-1 1,0 0 0,0 0-1,9 2 1,-2-1 21,1-1 0,0-1-1,1 0 1,-1 0 0,21-3 0,-27 2-14,0-1-1,0-1 1,0 1 0,-1-1 0,1 0-1,0-1 1,-1 1 0,0-1 0,0 0 0,0 0-1,0-1 1,0 1 0,0-1 0,-1 0-1,0-1 1,0 1 0,0-1 0,0 0-1,3-6 1,5-9 12,-1 0-1,-1 0 1,14-38-1,-19 43 85,0-1 0,-1 1 0,0-1 0,-1 0 0,1-30 0,-4 45 778,-7 27-17,2-13-593,1-5-192,1-1 0,0 0 1,1 1-1,0 0 0,0-1 0,0 1 0,1 0 0,0 0 0,1 0 1,0 0-1,0 0 0,2 13 0,0-19-71,0 0 0,0 0 0,-1 0 0,2 0 0,-1 0 0,0 0 0,0-1 0,0 1 0,1-1 0,-1 1 0,1-1 0,-1 0 0,1 0 0,-1 0 0,1-1 0,0 1 0,0 0 0,-1-1 0,4 1-1,58 4 136,-58-5-142,181 1-6037,-108-1 1595,-56 0-4209</inkml:trace>
</inkml:ink>
</file>

<file path=ppt/ink/ink2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5:24.05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6 7618,'0'0'9359,"4"-3"-8580,-4 3-734,1-1 0,-1 1 0,1 0 0,-1 0 0,0 0 0,1-1 0,-1 1-1,1 0 1,-1 0 0,1 0 0,-1 0 0,1 0 0,-1 0 0,1 0 0,-1 0 0,1 0 0,-1 0 0,1 0 0,-1 0 0,1 0 0,-1 0 0,1 0 0,-1 1 0,0-1 0,1 0 0,-1 0 0,1 1 0,-1-1 0,0 0 0,1 0 0,-1 1 0,1-1 0,-1 0-1,0 1 1,1-1 0,-1 1 0,0-1 0,0 0 0,1 1 0,-1-1 0,0 1 0,0-1 0,0 1 0,9 36 1567,-7 64 451,-2-78-1759,0 398 931,0-408-1203,2-1-1,0 0 1,0 0-1,5 14 1,-4-15-537,0 1 0,-1-1 0,0 1 0,0 13 0,-2-65-9749,0 6 3768</inkml:trace>
</inkml:ink>
</file>

<file path=ppt/ink/ink2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5:24.05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142 282 4641,'0'0'9449,"23"-18"-8985,78-58 19,-92 69-403,1 1 1,0 0-1,0 0 1,1 1-1,-1 1 1,1-1-1,0 2 1,0-1 0,1 2-1,12-3 1,13-2 163,588-114 1487,-622 121-1697,21-4 539,1 2 1,46 1-1,-68 2-478,-1 0 0,0 1 0,0-1 0,0 0 0,0 1 0,0-1 0,0 1 0,0 0 0,-1 0 0,1 0 0,0 0 0,-1 0 0,0 0 0,1 0 0,-1 0 0,0 1 0,0-1 0,0 0 0,-1 1 0,2 3 0,14 54 1079,-15-57-1165,14 99 598,-5 1 1,-3 0-1,-10 125 0,1-70-533,15-74-15,-13-83 329,-39-10-125,4-1-294,-45 2-46,-151 5 1,126 4 39,-80 4 37,0 8 0,-190 39 0,341-48-2,33-4-20,40 0-281,0-3-132,-35 2-56,1 0-1,-1 0 1,0 0 0,1-1-1,-1 0 1,0 0-1,0 0 1,0 0 0,0-1-1,4-3 1,11-10-3126,1-3-3259</inkml:trace>
</inkml:ink>
</file>

<file path=ppt/ink/ink2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5:24.05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1348 9330,'0'0'6949,"12"0"-6788,15-1-213,42 1 620,-1 2 0,78 13 0,-84-7-384,-47-7-49,0 0 0,-1 2-1,1-1 1,0 2 0,-1 0-1,1 0 1,25 13-1,-32-11-10,1-2 0,-1 1 0,1-1 0,0-1 0,0 0 0,1 0-1,-1 0 1,0-1 0,15 1 0,-20-3-97,1 0 0,0-1 0,0 1 1,-1-1-1,1 0 0,0 0 0,-1 0 0,1-1 0,-1 0 0,1 0 1,-1 0-1,0 0 0,0 0 0,0-1 0,0 0 0,0 0 0,-1 0 0,1 0 1,-1-1-1,6-7 0,36-45 92,-3-3-1,-3-1 1,60-122 0,-33 5 219,-58 150-169,-1-1 0,-2 1 0,-1-1 0,2-47 0,-6 57-96,0-8 41,0-1 0,-7-38 0,5 56-98,0 0 1,-1 0 0,0 0 0,-1 0-1,1 0 1,-2 1 0,1-1-1,-1 1 1,-1 0 0,-8-10-1,7 9-17,-1 0 0,0 1 0,-1 0 0,1 0 0,-2 1 0,1 0-1,-1 1 1,0 0 0,0 0 0,-1 1 0,1 0 0,-1 1 0,0 1-1,0-1 1,-1 2 0,1-1 0,-1 2 0,1 0 0,-18 0 0,10 3-72,19 3-92,34 4 137,38-3 85,85-5 1,-78-2-43,51-6-56,178-32 0,-174 18-7,-41 9 21,174-25-234,291-77 0,-541 109 317,0 0 0,1 1 1,0 2-1,24-2 0,239 4 1803,-280 0-1515,32-12 610,-8 4-773,0 1 1,0 2-1,0 1 0,27-2 1,-51 6 98,0-7-8669,-2-9 6965,1 14 385,0-18-3344,0 1-747</inkml:trace>
</inkml:ink>
</file>

<file path=ppt/ink/ink2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5:24.06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199 1 2801,'0'0'12460,"-40"0"-6883,38 6-5307,-1 0 0,1 0 0,0 0 0,1 0 0,-1 0 0,1 0 0,0 0 0,0 11 0,1-14-194,0 1 0,-1-1 0,1 1 0,1 0-1,-1-1 1,0 1 0,1-1 0,0 1 0,0-1 0,0 0-1,0 1 1,1-1 0,-1 0 0,1 0 0,0 0-1,4 6 1,0-3 2,1-1-1,0 1 1,0-1 0,0-1-1,1 1 1,0-1-1,-1-1 1,2 0-1,-1 0 1,0 0 0,10 1-1,-18 45 1066,-4-38-1130,-1-1 0,0 0 0,-1 1 0,0-2 0,-1 1 0,0-1 0,0 0 0,-1 0 0,-11 9 0,-6 9 17,4-4-262,-1-1 0,-33 27-1,9-14-5923,27-22-1891</inkml:trace>
</inkml:ink>
</file>

<file path=ppt/ink/ink2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5:24.06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181 107 4017,'0'0'14310,"19"-20"-12749,-14 13-1253,-3 4-109,0 0 0,-1 0 0,1 0 0,-1 0 0,1 0 0,-1 0 1,0 0-1,0 0 0,-1 0 0,2-7 0,-2 10 160,-15 0 218,5 1-547,0 0 0,0 1 0,0 0-1,0 1 1,0 0 0,1 0 0,0 1 0,-1 1-1,1-1 1,1 1 0,-1 1 0,-9 8 0,12-10-15,0 0 1,1 1 0,0 0 0,-1 0 0,2 0 0,-1 1 0,1 0 0,0-1 0,0 1 0,0 1 0,1-1-1,0 1 1,0-1 0,1 1 0,0 0 0,0 0 0,1 0 0,-2 8 0,3-13-6,0 1-1,0-1 1,-1 1 0,2-1-1,-1 1 1,0-1 0,0 0 0,1 1-1,-1-1 1,1 0 0,0 1 0,0-1-1,0 0 1,0 0 0,0 1 0,0-1-1,0 0 1,1 0 0,-1 0 0,3 2-1,1-2 12,-1 0 0,1-1-1,0 1 1,0-1-1,-1 0 1,1 0 0,0-1-1,0 1 1,8-1 0,3 0-1,1 1 1,-1-2 0,0 0 0,0-1-1,0-1 1,0 0 0,0-1 0,18-8 0,-27 9-15,0 0 0,-1 0 0,1-1 0,-1 0 1,0-1-1,0 1 0,-1-1 0,1 0 0,-1 0 1,0-1-1,0 0 0,-1 0 0,0 0 0,0 0 1,0-1-1,-1 1 0,1-1 0,-2 0 1,1 0-1,1-10 0,-2 6 4,-1 1 0,0-1-1,-1 0 1,-1-15 0,0-1-26,1 25 14,0 1 0,0 0 0,0 0 0,-1-1 0,1 1 0,0 0 0,-1-1 0,0 1 0,1 0-1,-1 0 1,0 0 0,1 0 0,-1 0 0,0 0 0,0 0 0,0 0 0,0 0 0,0 0 0,0 0 0,0 0-1,0 1 1,0-1 0,0 0 0,-1 1 0,1-1 0,0 1 0,0-1 0,-1 1 0,1 0 0,0 0 0,0-1-1,-3 1 1,-51-1-4503,38 1-1530,4 0-6769</inkml:trace>
</inkml:ink>
</file>

<file path=ppt/ink/ink2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5:24.06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6953,'0'0'12610,"27"0"-11863,214 0 330,-139 0-838,-102 0-240,1 0 1,-1-1-1,1 1 1,-1 0-1,1 0 1,-1 0-1,1 0 0,0 0 1,-1 0-1,1 1 1,-1-1-1,1 0 1,-1 0-1,1 0 0,-1 0 1,1 1-1,-1-1 1,1 0-1,-1 0 1,1 1-1,-1-1 0,1 0 1,-1 1-1,0-1 1,1 1-1,-1-1 1,1 0-1,-1 1 1,0-1-1,0 1 0,1-1 1,-1 1-1,0-1 1,0 1-1,1-1 1,-1 1-1,0 0 0,0-1 1,0 1-1,0-1 1,0 1-1,0-1 1,0 1-1,0-1 0,0 1 1,0 0-1,0-1 1,0 1-1,-1-1 1,1 1-1,0-1 1,0 1-1,0-1 0,-1 1 1,-21 29 167,-41 20 303,48-40-361,1 0 1,-1 2 0,2 0 0,0 0 0,0 1 0,1 1 0,1 0 0,-13 20 0,22-32-98,1 0 1,0 1-1,0-1 1,0 0-1,0 0 1,0 1-1,1-1 1,-1 0-1,1 1 1,0-1-1,-1 0 0,1 1 1,0-1-1,1 4 1,-1-5-3,0 0 0,1 0 0,-1 0 0,1 1 0,0-1 0,-1 0 0,1 0 0,0 0 0,-1-1 0,1 1 0,0 0 0,0 0 0,0 0 0,0-1 0,0 1 0,0 0 0,0-1 0,0 1 0,0-1 0,2 2 0,6 0 29,0-1 1,0 1-1,0-1 0,-1-1 1,1 0-1,11-1 1,0 1-45,5-1-57,0-2 0,0 0 0,0-2 0,0 0 0,28-11 0,61-26-3393,-77 28 950,11-6-4162</inkml:trace>
</inkml:ink>
</file>

<file path=ppt/ink/ink2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5:24.06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17 8306,'0'0'9527,"15"-3"-9285,59-5 392,81 3 1,-153 5-622,0 0 0,0 1-1,0-1 1,1 0 0,-1 1-1,0 0 1,0 0 0,0 0-1,0 0 1,0 0 0,0 0-1,0 0 1,0 0 0,-1 1-1,1-1 1,0 1 0,-1-1 0,1 1-1,-1 0 1,0 0 0,3 3-1,-4-4 18,1 0 0,0 1 0,-1-1-1,1 0 1,-1 1 0,0-1 0,1 1 0,-1-1-1,0 1 1,0-1 0,0 1 0,0-1-1,0 1 1,0-1 0,0 1 0,-1-1 0,1 0-1,0 1 1,-1-1 0,1 1 0,-1-1 0,1 0-1,-1 1 1,0-1 0,0 0 0,0 0-1,0 0 1,1 1 0,-2-1 0,1 0 0,0 0-1,0 0 1,0-1 0,-2 3 0,-13 5 219,-26 15 53,41-23-305,0 1 0,0-1 0,0 1 0,0 0-1,0 0 1,0-1 0,0 1 0,0 0 0,0 0 0,1 0 0,-1 0 0,0 0 0,0 0 0,1 0-1,-1 0 1,1 0 0,-1 0 0,1 0 0,-1 1 0,1-1 0,0 0 0,0 0 0,0 0 0,-1 1 0,1-1-1,0 0 1,0 0 0,1 2 0,0-1-27,0-1 0,1 0-1,-1 1 1,1-1 0,-1 0-1,1 1 1,-1-1 0,1 0-1,0 0 1,0-1 0,-1 1-1,1 0 1,0 0 0,4 0 0,37 9-367,-27-6 195,-3-1 30,-6-2 97,0 1 0,1 0 0,-1 0 0,-1 1 0,9 4 0,-14-7 72,0 1 1,-1-1 0,1 1-1,0-1 1,0 1-1,-1 0 1,1-1-1,0 1 1,-1 0 0,1 0-1,-1-1 1,1 1-1,-1 0 1,1 0 0,-1 0-1,0 0 1,1-1-1,-1 1 1,0 0-1,0 0 1,0 0 0,1 0-1,-1 0 1,0 0-1,0 0 1,0 0 0,-1 0-1,1 0 1,0 0-1,0 0 1,0-1 0,-1 1-1,1 0 1,0 0-1,-1 0 1,1 0-1,-1 0 1,1-1 0,-1 1-1,1 0 1,-1-1-1,0 1 1,1 0 0,-1-1-1,0 1 1,0 0-1,1-1 1,-3 1-1,-6 7 201,-1 0-1,-1-1 0,0 0 0,0-1 0,0 0 0,-23 8 0,-77 20 215,102-32-1260,0-1-3720</inkml:trace>
</inkml:ink>
</file>

<file path=ppt/ink/ink2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5:24.06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77 0 4657,'0'0'11680,"3"0"-11182,0 0 1,-1 0-1,1 1 1,-1-1-1,1 0 1,-1 1 0,1 0-1,-1 0 1,1-1-1,3 4 1,-6 5-23,1-5-362,0 0-1,-1 0 0,0 0 0,0 0 0,-1 0 0,1 0 0,-1 0 1,1 0-1,-1 0 0,-1 0 0,1 0 0,0 0 0,-1 0 0,0-1 0,0 1 1,0-1-1,0 1 0,-1-1 0,1 0 0,-4 4 0,-11 6 87,-27 27 89,42-37-285,0 0 0,-1 0 0,1 0-1,1 0 1,-1 0 0,0 0 0,1 0 0,-1 1 0,1-1 0,0 0 0,0 1-1,1-1 1,-1 1 0,0 4 0,2-7-2,-1 0 0,0-1-1,1 1 1,-1 0 0,1-1-1,-1 1 1,1 0 0,-1-1 0,1 1-1,-1-1 1,1 1 0,0-1-1,-1 1 1,1-1 0,0 1 0,-1-1-1,1 0 1,0 1 0,0-1-1,-1 0 1,1 0 0,0 1 0,0-1-1,-1 0 1,1 0 0,0 0-1,0 0 1,0 0 0,0 0-1,36 1 66,-27-2-50,46 2 6,-28 1-12,0-1 1,0-2 0,0-1 0,0-1 0,-1-1-1,49-15 1,-42 0-534,-27 4-3041,-7 14 3107,-1 0 0,1 0 1,0 0-1,-1-1 0,1 1 1,0 0-1,-1 0 0,1 0 0,-1 0 1,0 0-1,1 1 0,-1-1 1,0 0-1,1 0 0,-1 0 1,0 0-1,-1 0 0,-15-11-7803</inkml:trace>
</inkml:ink>
</file>

<file path=ppt/ink/ink2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5:24.06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39 1 9882,'0'0'13475,"-39"186"-13283,39-161-96,0 1-96,13 0-168,0-7-936,12-3-1505,-5-6-2352,-7-7-2825</inkml:trace>
</inkml:ink>
</file>

<file path=ppt/ink/ink2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5:24.06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97 46 5857,'0'0'7783,"5"-8"-6689,16-22 53,-15 23 2315,-19 10-1448,-2 9-1469,0 2 1,1-1 0,1 2-1,-20 27 1,32-40-539,-1 0 0,1 0 0,-1 0-1,1 0 1,0 0 0,0 0 0,0 0 0,0 0 0,0 0-1,1 0 1,-1 1 0,1-1 0,-1 0 0,1 1-1,0-1 1,0 0 0,0 1 0,0-1 0,0 0 0,1 1-1,-1-1 1,2 4 0,0-3-3,-1-1-1,1 0 1,0 0-1,0 0 1,0 0-1,0 0 1,0-1-1,1 1 1,-1 0-1,0-1 1,1 0-1,-1 1 1,1-1-1,0 0 1,-1-1-1,4 2 1,14 2-108,-1-1 0,1 0 0,0-2 0,23-1 0,-37 0 10,22 5-151,-28-5 247,0 0 0,1 0 0,-1 1 0,0-1 1,1 0-1,-1 1 0,0-1 0,0 0 0,1 0 0,-1 1 0,0-1 0,0 0 0,1 1 0,-1-1 0,0 1 0,0-1 0,0 0 0,0 1 0,0-1 0,1 1 0,-1-1 1,0 0-1,0 1 0,0-1 0,0 1 0,0-1 0,0 0 0,0 1 0,-1-1 0,1 1 0,0-1 0,0 1 0,-2 3 50,-1-1 0,1 1 0,-1 0 0,1-1 0,-1 0 0,-1 1 0,1-1 0,-5 3-1,3-1-93,-2 0-1,1-1 1,0 0-1,-1 0 1,0-1-1,0 1 1,0-2-1,0 1 1,0-1-1,-1 0 1,1 0-1,-11 1 1,-18-2-3308,-1-3-3963,23-1 1119</inkml:trace>
</inkml:ink>
</file>

<file path=ppt/ink/ink2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5:24.06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9354,'0'0'13232,"11"7"-12449,0 0-635,1-1 0,0-1 0,-1 0-1,2 0 1,-1-1 0,0-1 0,23 3 0,-5-4-100,-19-2-202,0 1 0,0-1 1,0 2-1,0 0 0,17 5 0,-27-5-812</inkml:trace>
</inkml:ink>
</file>

<file path=ppt/ink/ink2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5:24.06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111 46 3241,'0'0'5561,"9"-2"111,33-9-4779,-17-1-758,-17 9 351,-1-1 0,1 1 0,-1 1 1,1-1-1,0 1 0,10-1 0,-17 3 579,-16 5-447,-8 10-510,1 0-1,0 2 0,1 0 0,1 2 1,1 0-1,-29 37 0,40-44-103,0 0 0,1 1 0,1 0 0,0 0 0,0 0 0,2 1 0,-1-1 0,2 1 0,0 0 0,1 1 0,0-1 0,1 0 0,0 1 0,1-1 0,3 20 0,-2-31 3,0 0 1,1 0-1,-1-1 0,1 1 0,-1 0 0,1-1 0,0 1 1,0-1-1,0 0 0,0 1 0,0-1 0,1 0 1,-1 0-1,1-1 0,-1 1 0,1 0 0,0-1 0,-1 0 1,1 1-1,0-1 0,0 0 0,0-1 0,0 1 1,0 0-1,0-1 0,0 0 0,5 0 0,11 2 65,0-1 0,38-4 0,-56 3-71,2-1 10,-1 1 1,1-1-1,-1 0 1,1-1-1,-1 1 1,0 0 0,1-1-1,-1 1 1,0-1-1,0 0 1,0 0-1,0 1 1,0-1-1,0-1 1,-1 1 0,1 0-1,-1 0 1,1-1-1,-1 1 1,0-1-1,0 1 1,0-1-1,0 1 1,-1-1 0,1 1-1,0-5 1,1-2 67,-1 1 0,1-1 0,-2 0 0,1 0 1,-1 0-1,-1 0 0,-1-11 0,1 17-63,1 1 0,-2 0 0,1 0 0,0-1 0,0 1 0,-1 0 0,1 0 1,-1 0-1,1 0 0,-1 0 0,0 1 0,0-1 0,0 1 0,0-1 0,0 1 0,0-1 0,0 1 0,0 0 0,-1 0 0,1 0 0,0 0 0,-1 1 0,1-1 0,-1 1 0,-2-1 0,-10-1 27,0 0-1,-29 1 0,36 1-46,7-14-3692,1 5-439</inkml:trace>
</inkml:ink>
</file>

<file path=ppt/ink/ink2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5:24.06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21 1112,'0'0'4077,"3"4"-4546,8 6 10844,-5-8-9144,880-34-825,-631 28-360,-152 5 306,-82-2 47,-17 1-271,1 0 0,-1-1 0,0 2 1,1-1-1,-1 0 0,0 1 0,0 0 0,1 0 0,-1 0 0,0 0 1,6 4-1,5 0 387,-14-5-441,0 0 0,0 1-1,0-1 1,0 0 0,-1 0 0,1 1-1,0-1 1,0 1 0,0-1 0,-1 1-1,1-1 1,0 1 0,-1-1 0,1 1 0,0-1-1,-1 1 1,1 0 0,-1-1 0,1 1-1,-1 0 1,1 0 0,-1-1 0,0 1-1,1 0 1,-1 0 0,0 0 0,1 0-1,-1-1 1,0 1 0,0 0 0,0 0-1,0 0 1,0 0 0,0 0 0,0 0-1,0-1 1,0 1 0,-1 0 0,1 0-1,-1 1 1,1 17 52,-2-1-1,-1 0 0,0 0 1,-1 0-1,-1 0 0,0-1 1,-1 1-1,-11 18 0,-7 20-90,8-22 54,1 2-1,2 0 0,-15 61 0,14-28-53,-5 39-4,5 45 313,-47 207 0,17-134-111,28-135-178,-3 24-23,14-70 3,5-44 43</inkml:trace>
</inkml:ink>
</file>

<file path=ppt/ink/ink2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5:24.07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1 123 4809,'0'0'6914,"4"-3"-6232,8-3-214,0 0-1,1 1 0,0 0 0,0 1 1,0 0-1,0 1 0,0 1 1,17-2-1,125 0-613,-72 4 611,233-18 129,108-2 431,-357 22-725,-40 0-71,0-2-1,1 0 0,-1-2 1,35-6-1,-44 0 1627,-21 1-1906,-29-2-4798,25 7 2789,-19-4-6161</inkml:trace>
</inkml:ink>
</file>

<file path=ppt/ink/ink2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5:24.07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105 42 6025,'0'0'9309,"5"-7"-8810,17-21-43,-17 21 647,-5 20-499,-2 10-306,-1 0 1,-1 0-1,-1 0 0,-1 0 1,-1 0-1,-2-1 1,0-1-1,-17 32 0,7-14-167,-18 53 0,35-85-128,0 0 0,0 0 0,1 0 0,0 0 0,0 0 1,1 0-1,0 0 0,0 0 0,2 13 0,-1-19-3,0 0 1,-1-1-1,1 1 1,0 0-1,0-1 1,-1 1 0,1-1-1,0 1 1,0-1-1,0 1 1,-1-1-1,1 1 1,0-1-1,0 0 1,0 0-1,0 1 1,0-1-1,0 0 1,0 0-1,0 0 1,0 0 0,1 0-1,31-1 33,-20 1-9,6-1-8,0-1 0,0-1-1,0 0 1,0-2 0,27-9 0,96-45 106,-64 24-32,-62 29-32,0 0 0,0 1-1,25-4 1,0 6-9086</inkml:trace>
</inkml:ink>
</file>

<file path=ppt/ink/ink2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5:24.07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163 0 4929,'0'0'10585,"-20"30"-9151,-63 95-365,76-116-888,2 1 1,-1-1-1,1 1 0,1 0 0,-1 1 1,2-1-1,0 1 0,0 0 0,-2 20 1,0-4 150,2-11-309,1-1 0,0 1 0,1 0 1,1 0-1,0-1 0,3 20 0,-2-32-574,1 0-1,-1 0 1,1 0-1,-1 0 1,1-1-1,0 1 1,0-1-1,0 1 0,1-1 1,-1 0-1,6 4 1,-5-3-946,10 8-5727</inkml:trace>
</inkml:ink>
</file>

<file path=ppt/ink/ink2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5:24.07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199 1 6601,'0'0'10292,"-6"7"-9452,-26 32 714,-37 58 0,-3 6-744,70-100-805,0-1-1,0 0 1,0 1-1,1 0 1,-1-1-1,1 1 0,-1 0 1,1 0-1,0 0 1,0 0-1,0 0 1,0 0-1,1 0 1,-1 3-1,11-5 15,16-3 13,1-1 0,30-6 0,-29 3-31,-1 2 1,34-1-1,-53 5-5,-1 0 0,0 0 0,0 1-1,1 0 1,-1 1 0,0-1 0,0 1 0,10 5 0,-14-6 3,-1 1-1,1-1 1,-1 1-1,0-1 1,0 1-1,0 0 1,0 0-1,0 0 1,0 0-1,-1 0 1,1 0 0,-1 1-1,1-1 1,-1 0-1,0 1 1,0-1-1,0 1 1,0 0-1,0-1 1,-1 1-1,1 0 1,-1-1-1,0 1 1,1 5-1,-2-5 10,0-1-1,1 1 1,-1-1-1,0 1 0,0-1 1,0 1-1,-1-1 1,1 0-1,-1 0 1,1 1-1,-1-1 0,0 0 1,1 0-1,-1-1 1,0 1-1,-3 2 0,-45 31 210,34-24-72,-5 3-106,0-1-1,0-1 0,-1-1 0,-1-1 1,0-1-1,0-1 0,-1 0 0,-25 3 0,22-10-1454,26-34-6316,1 17 2183</inkml:trace>
</inkml:ink>
</file>

<file path=ppt/ink/ink2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5:24.07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8346,'0'0'9083,"7"0"-8469,179 0 2809,-104 0-8659</inkml:trace>
</inkml:ink>
</file>

<file path=ppt/ink/ink2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5:24.07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 29 6305,'0'0'11429,"-8"2"-10780,5-1-519,5-1 638,16-1-577,0-1-1,0-1 1,24-7-1,-27 6-165,1 0-1,0 1 1,0 1 0,0 0-1,28 2 1,-42 0-23,0 0 1,0 1-1,-1-1 1,1 1-1,0-1 0,-1 1 1,1 0-1,0 0 1,-1 0-1,1 0 1,-1 0-1,1 0 0,-1 0 1,0 0-1,1 1 1,-1-1-1,0 0 0,0 1 1,0-1-1,0 1 1,0 0-1,0-1 1,-1 1-1,1-1 0,0 1 1,-1 0-1,1 0 1,-1 2-1,2 6 34,-1 0-1,0 0 1,-1 20-1,0-17 68,0-9-60,-1 0 1,1 0-1,-1 0 1,0 1-1,0-1 1,-1 0-1,1 0 1,-1-1-1,0 1 1,0 0-1,0 0 1,0-1-1,-1 1 1,1-1-1,-5 5 1,-6 4 132,-1 0 0,-22 15 0,-13 12 41,48-38-219,1-1-1,0 0 0,-1 0 1,1 0-1,0 1 1,-1-1-1,1 0 0,0 0 1,0 1-1,-1-1 0,1 0 1,0 1-1,0-1 0,0 0 1,-1 1-1,1-1 1,0 0-1,0 1 0,0-1 1,0 1-1,0-1 0,0 0 1,0 1-1,0-1 0,0 0 1,0 1-1,0-1 1,0 1-1,0-1 0,0 0 1,0 1-1,0-1 0,0 0 1,0 1-1,0-1 1,1 1-1,-1-1 0,0 0 1,0 1-1,0-1 0,1 0 1,-1 0-1,0 1 0,0-1 1,1 0-1,-1 0 1,0 1-1,1-1 0,-1 0 1,0 0-1,1 1 0,-1-1 1,0 0-1,1 0 0,-1 0 1,1 0-1,-1 0 1,0 0-1,1 0 0,-1 0 1,0 0-1,1 0 0,-1 0 1,1 0-1,38 3 67,-23-2-75,9 2 1,1 1-1,-1 2 1,29 10 0,-41-12 6,0 1 0,0 1 0,-1 0 0,0 0 1,0 1-1,-1 1 0,20 16 0,-30-23 3,1 1 0,0 0 0,-1 0 0,1-1 0,-1 1 0,0 0 0,0 0 1,1 0-1,-1 0 0,-1 1 0,1-1 0,0 0 0,0 0 0,-1 1 0,1-1 0,-1 0 1,0 1-1,0-1 0,0 0 0,0 1 0,0-1 0,0 0 0,-1 1 0,1-1 1,-1 0-1,1 0 0,-1 1 0,0-1 0,0 0 0,0 0 0,0 0 0,0 0 0,-1 0 1,1 0-1,-1 0 0,1-1 0,-3 3 0,-5 5 52,0-1 1,-1 0-1,0 0 1,-1-1-1,-17 10 0,-83 29 1665,73-33-4675,27-9-6411,31-9 3865</inkml:trace>
</inkml:ink>
</file>

<file path=ppt/ink/ink2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5:24.07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 1 6649,'0'0'10964,"0"11"-4986,-6 42-5460,1-30-405,2-1-1,1 1 1,0 0 0,2-1-1,3 36 1,-1 9 205,-2 119 360,0-160-9141,0-30 2411</inkml:trace>
</inkml:ink>
</file>

<file path=ppt/ink/ink2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5:24.07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23 5881,'0'0'9450,"27"4"-6076,0-6-2848,0 0-1,27-7 0,-27 4-393,-1 1 0,29 0-1,-43 4-96,-5 0-26,-1-1 1,1 1-1,-1 1 1,0-1-1,1 1 1,-1 1-1,9 2 1,-13-3-5,0 0 0,0 0 1,0 1-1,-1-1 0,1 0 0,-1 1 1,1 0-1,-1-1 0,0 1 0,1 0 1,-1 0-1,0-1 0,0 1 0,0 0 1,0 0-1,-1 0 0,1 0 0,0 0 1,-1 1-1,1-1 0,-1 0 0,0 0 0,0 0 1,0 0-1,0 0 0,-1 3 0,1 2 36,-1 0 0,0-1 0,0 1-1,-1 0 1,0-1 0,0 0 0,-1 1-1,0-1 1,0 0 0,0 0 0,-1 0-1,0-1 1,0 0 0,0 1 0,-7 5-1,-10 10 80,-2-2-1,-30 22 1,13-11-29,23-17-48,3-2 11,-1 1 0,-18 20 0,30-28-42,0-1 0,0 1 0,0 0-1,0 0 1,1 0 0,0 1 0,0-1-1,0 0 1,0 1 0,1-1 0,-1 1-1,1 0 1,1 0 0,-2 7-1,3-11-2,0 0 0,0 0 0,0 0 0,-1 0 0,1 0 0,0 0 0,0-1 0,1 1 0,-1 0 0,0-1 0,0 1-1,0-1 1,0 1 0,0-1 0,1 1 0,-1-1 0,0 0 0,0 0 0,1 0 0,-1 1 0,0-1 0,0 0-1,1-1 1,-1 1 0,0 0 0,1 0 0,-1 0 0,1-1 0,5 1 31,95 0 889,172-22 0,-64-10-750,-203 31-143,-5 1-24,8-2-2513,57-20-3452,-29 7-322</inkml:trace>
</inkml:ink>
</file>

<file path=ppt/ink/ink2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5:24.07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131 12 3529,'0'0'5884,"32"-7"-1897,-32 6-3427,-1-2 3057,-11 6-3094,6 0-394,0 1 1,1 0-1,0 1 0,0-1 1,0 1-1,0 0 1,1 1-1,0-1 0,0 1 1,-5 8-1,-5 6 196,7-10-155,-1 0 0,1 1 0,1 0-1,0 0 1,1 0 0,0 1 0,1-1 0,0 1 0,0 0-1,2 1 1,-3 17 0,-8 80 1194,13-89-1290,-1-14 36,1 0 0,0 0 0,0 0-1,1 0 1,0 0 0,2 7-1,-2-12-84,0 0 0,-1 0-1,2 0 1,-1 0 0,0 0-1,0 0 1,1 0-1,-1 0 1,1-1 0,-1 1-1,1 0 1,0-1-1,0 0 1,0 1 0,0-1-1,0 0 1,0 0 0,0 0-1,0 0 1,0 0-1,0-1 1,4 2 0,6 1-1,-1 1 1,1-2 0,0 0 0,0 0 0,-1-1 0,1 0 0,0-1-1,0-1 1,0 0 0,18-3 0,-23 0-11,-1 0 1,1 0-1,-1 0 0,1-1 1,-2 0-1,1 0 0,0-1 1,7-10-1,21-18 81,-28 28-44,-1 0 1,0 0-1,0 0 1,0-1-1,-1 0 1,0 0-1,0 0 1,-1 0-1,0-1 1,0 1-1,0-1 1,-1 0-1,-1 0 1,1 0-1,-1 0 0,0-9 1,5-82 585,-5 96-623,-1 0 1,0 1-1,0-1 0,0 1 0,-1-1 0,1 0 0,0 1 0,-1-1 0,0 1 0,1-1 0,-1 1 0,0-1 0,0 1 1,-1 0-1,1-1 0,0 1 0,-1 0 0,1 0 0,-1 0 0,0 0 0,0 0 0,0 0 0,0 1 0,0-1 1,0 1-1,0-1 0,0 1 0,-1 0 0,1 0 0,0 0 0,-6-2 0,-48-22 377,52 24-389,1 0 1,0 1-1,-1-1 1,1 1-1,-1 0 0,1 0 1,-1 0-1,1 0 1,-6 2-1,-3-1-1,11-1 21,-44 6 730,45-6-145,0 13-10602,0-7 3277</inkml:trace>
</inkml:ink>
</file>

<file path=ppt/ink/ink2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5:24.08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185 37 6145,'0'0'7481,"3"-1"-7172,42-32 6627,-56 31-6048,-14 1-1217,12 7 432,0 0 1,0 1-1,1 0 0,0 1 0,0 0 1,1 1-1,0 0 0,1 1 1,0 0-1,0 0 0,1 1 1,0 1-1,1-1 0,1 2 1,0-1-1,-11 26 0,15-23 130,0-1 0,0 1 0,2 0 0,0-1 0,1 1 0,0 0 0,1 0 0,1-1 0,0 1 0,1-1 0,6 21 0,-6-29-151,0 0 0,1 0 0,-1 0 1,1 0-1,0 0 0,0-1 0,1 0 1,0 0-1,0 0 0,0 0 1,0-1-1,1 0 0,0 0 0,0 0 1,0-1-1,0 0 0,0 0 0,1 0 1,10 2-1,6-1-66,-1 0-1,1-2 1,0-1 0,36-2 0,-10 0 95,-37 0-53,-1-1 0,0 0 1,0 0-1,0-1 0,-1 0 1,1-1-1,-1 0 0,0-1 1,0 0-1,13-9 0,-6 2 46,0 0 0,0-1-1,-1-1 1,23-26 0,-36 36-76,-1-2 0,1 1 0,-1 0 0,0 0 0,0-1 1,-1 1-1,0-1 0,0 1 0,0-1 0,0 0 0,-1 1 0,0-1 0,-1-9 0,0 4-14,0-1 0,0 1 0,-1-1 0,-1 1 0,-6-19 0,5 23-9,0 0-1,0 0 1,0 0 0,-1 0-1,0 1 1,0 0-1,-1 0 1,0 0-1,0 1 1,0-1 0,-1 2-1,1-1 1,-15-7-1,9 6 9,-1 0 0,1 0 0,-1 1 0,0 1 0,-1 0 0,1 1 0,-1 1 0,1 0 0,-1 0 0,-18 1 0,11 0 33,15 1 52,-1-1 0,0 1 0,0 0 0,0 0-1,0 1 1,0 0 0,0 1 0,-12 3 0,21-6-351,0 0 1,0 1-1,1 0 0,-1-1 1,0 1-1,0 0 1,0 0-1,0 0 1,0 0-1,1 1 0,-1-1 1,0 0-1,0 1 1,0 0-1,0-1 0,0 1 1,0 0-1,0 0 1,3 2-1,1 1-1106,1 1 0,-1-1 0,0 1-1,-1 0 1,10 11 0,4 6-5244</inkml:trace>
</inkml:ink>
</file>

<file path=ppt/ink/ink2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5:24.08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630 1 3505,'0'0'9562,"9"0"-8349,40 0 7112,-76 13-6989,-136 90 1570,-44 30-1532,186-116-1194,1 1 0,0 1 1,1 1-1,-27 37 1,30-36-64,-46 63 327,2-8-275,56-69-147,0 1-1,0 0 1,1-1 0,0 1 0,1 0-1,-4 17 1,6-4-16,0-8 7,0 0 0,0 1 0,5 20 0,-4-29-12,0-1 0,1 1 0,-1-1 0,1 0 1,0 0-1,0 0 0,1 0 0,-1 0 0,1-1 0,0 1 0,0-1 0,0 1 1,0-1-1,6 4 0,-2-3 7,0 0 1,0-1 0,0 0-1,0 0 1,0-1 0,1 0-1,-1 0 1,1 0 0,0-1-1,14 0 1,4-1 4,50-5 0,-74 4-7,0 0 0,1 1 0,-1-1 0,0 0 0,0 0 0,0 0 0,0-1 0,-1 1 0,1-1 0,0 1 0,0-1-1,-1 1 1,1-1 0,-1 0 0,0 0 0,1 1 0,-1-1 0,0 0 0,0 0 0,0 0 0,0-1 0,0 1 0,-1 0 0,1-3 0,2-3 23,-1 0 0,-1-1 0,1 1 0,-1-16 0,-1 13-15,1 8-6,-1 0 0,0 1 0,1-1 0,-1 0 0,-1 1 0,1-1 0,0 0-1,-1 1 1,1-1 0,-1 1 0,0-1 0,0 0 0,-1-2 0,-14-16 39,14 18-39,0 0 0,0 0-1,0 0 1,-1 0 0,1 1-1,-1-1 1,1 1 0,-1-1-1,-5-2 1,-15-8 31,19 10-37,-1 0 0,1 0 0,-1 1-1,1 0 1,-1 0 0,0 0 0,0 1 0,0-1 0,0 1 0,0 0 0,0 1 0,-6-1 0,-5 0 51,-9 1 114,26 0-166,-1 0 1,0 0 0,0 0-1,0 0 1,0 0 0,0 1-1,0-1 1,0 0-1,0 0 1,0 0 0,0 0-1,0 0 1,0 1 0,0-1-1,0 0 1,0 0-1,0 0 1,0 0 0,0 0-1,0 1 1,0-1-1,0 0 1,0 0 0,0 0-1,0 0 1,0 0 0,0 1-1,-1-1 1,1 0-1,0 0 1,0 0 0,0 0-1,0 0 1,0 0 0,0 0-1,0 1 1,-1-1-1,1 0 1,0 0 0,0 0-1,0 0 1,0 0 0,0 0-1,0 0 1,-1 0-1,1 0 1,0 0 0,0 0-1,0 0 1,0 0-1,-1 0 1,1 0 0,0 0-1,0 0 1,0 0 0,0 0-1,0 0 1,-1 0-1,1 0 1,0 0 0,43 32-2063,59 41-8917,-80-57 3932</inkml:trace>
</inkml:ink>
</file>

<file path=ppt/ink/ink2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5:24.08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250 13 904,'0'0'14893,"5"-1"-13697,-4 0-1083,1 1 0,0 0 0,-1 0 0,1-1 0,0 1 0,-1-1 0,1 1 0,-1-1 0,1 0 0,-1 0 0,3-1 0,-4 1 297,-3 0 3246,-21 0-3545,11 6-97,0 0 0,1 1-1,-1 0 1,1 1 0,0 0 0,1 1 0,0 0-1,-19 19 1,25-23-19,1 0 0,0 1 0,0 0 0,0 0 0,1 0-1,0 1 1,-5 9 0,7-13 2,0 0 1,0 0-1,1-1 0,-1 1 0,1 0 1,-1 0-1,1 0 0,0 0 0,0 0 0,0 0 1,0 0-1,0 0 0,0-1 0,0 1 1,1 0-1,-1 0 0,1 0 0,-1 0 1,1 0-1,0-1 0,-1 1 0,1 0 1,0-1-1,0 1 0,1 0 0,-1-1 0,0 1 1,0-1-1,2 2 0,39 30-101,1-2 0,82 44 0,-125-75 110,1 1-1,-1-1 1,1 0 0,-1 0-1,1 0 1,-1 0 0,1 1-1,-1-1 1,0 0 0,1 0-1,-1 1 1,0-1 0,1 0-1,-1 0 1,0 1 0,1-1-1,-1 1 1,0-1 0,1 0-1,-1 1 1,0-1 0,0 1-1,0-1 1,1 0 0,-1 1-1,0-1 1,0 1 0,0-1-1,0 1 1,0-1-1,0 1 1,0-1 0,0 1-1,0-1 1,0 1 0,-15 11 445,-24 2 316,-221 40 761,258-53-1693,8-2-5634,13 2 1976,-5-1-1888</inkml:trace>
</inkml:ink>
</file>

<file path=ppt/ink/ink2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5:24.08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1 305 3905,'0'0'15022,"9"0"-13619,31 1-306,-37 0-1000,-1 0 0,1 0 0,-1 1-1,1-1 1,-1 0 0,1 1 0,-1 0-1,0-1 1,0 1 0,0 0 0,0 0-1,0 1 1,0-1 0,-1 0 0,1 0-1,-1 1 1,1-1 0,-1 1 0,0 0-1,0-1 1,0 1 0,0 0 0,0 3-1,3 5 97,-1-4-146,0 0-10,0 0 1,1-1-1,-1 1 1,2 0-1,-1-1 1,7 8-1,-10-13-30,0 0 0,0 0-1,1 0 1,-1 0 0,0-1-1,1 1 1,-1 0 0,1-1-1,-1 1 1,1-1 0,-1 1 0,1-1-1,0 1 1,-1-1 0,1 0-1,0 0 1,-1 0 0,1 0-1,-1 0 1,1 0 0,0-1-1,-1 1 1,1 0 0,-1-1-1,1 1 1,-1-1 0,1 0-1,-1 1 1,1-1 0,-1 0 0,0 0-1,1 0 1,-1 0 0,0 0-1,2-2 1,22-18-11,-12 9-23,1 1 1,0 0-1,20-11 0,-28 21 9,-1 1 1,1-1-1,0 1 0,-1 0 0,1 0 0,-1 1 0,1-1 0,-1 1 1,1 0-1,-1 1 0,1-1 0,6 4 0,-11-4 18,26 7 4,0-1 1,1-1-1,0-2 0,0 0 0,43-1 1,-70-4-2,0 1 1,1 0 0,-1-1 0,0 1-1,0-1 1,0 1 0,0-1 0,0 0-1,0 0 1,0 1 0,0-1 0,0 0-1,-1 0 1,1 0 0,0 0-1,0 0 1,-1 0 0,1 0 0,0 0-1,-1 0 1,1 0 0,-1 0 0,0 0-1,1 0 1,-1-1 0,0 1 0,0 0-1,0 0 1,0 0 0,0-1 0,0-1-1,0-49 130,-1 38-88,-5-137 490,10 149-696,0-1 0,0 1 1,0 1-1,1-1 1,-1 0-1,0 1 0,1 0 1,-1 0-1,8 0 1,-3-1-171,75-15-1155,-41 9 469,0-1 0,-1-3 1,0-1-1,41-18 1,-82 30 1132,1 0 1,-1 0-1,1 0 1,-1 0-1,0 0 1,0 0-1,1-1 1,-1 1-1,0 0 1,0-1-1,0 1 1,0-1-1,0 1 1,-1-1-1,1 1 1,0-1-1,-1 1 1,1-1-1,-1 0 1,1 1-1,-1-1 1,0-3-1,-28 4 3075,21 2-3023,-1 0-1,0 1 0,1-1 0,-1 2 1,1-1-1,-1 1 0,1 0 0,0 0 0,0 1 1,1 0-1,-1 0 0,1 1 0,-10 9 1,8-7-109,0 0 1,0 1-1,1 0 1,1 1-1,-1-1 1,1 1-1,0 1 1,1-1 0,-6 17-1,9-20-56,1 0-1,1 0 0,-1 0 1,1 0-1,1 11 1,-1 0-27,32-17-220,-26 0 180,0 0 0,0-1 0,-1 0 0,1 0-1,0 0 1,-1-1 0,0 1 0,1-1 0,-1-1 0,0 1 0,8-6 0,0-1-18,-1-1 0,21-21 0,-25 23 111,-8 8 38,1 0 0,0 0 0,-1 0 0,1 0 0,0 0 0,-1 0 0,1 0 0,0 0 0,-1 0-1,1 0 1,-1 1 0,1-1 0,0 0 0,-1 0 0,1 1 0,0-1 0,-1 0 0,1 1 0,-1-1 0,1 1 0,-1-1 0,1 1 0,-1-1-1,1 1 1,-1-1 0,0 1 0,1-1 0,-1 1 0,0-1 0,1 1 0,-1 0 0,0-1 0,0 1 0,0 0 0,1-1 0,-1 1 0,0 0-1,0 0 1,19 44-5,-9-21 89,-6-15-204,0 1-1,1-1 0,0 0 0,1-1 0,0 1 0,11 10 0,17 3-2456,11-12-3835,-24-10-1609</inkml:trace>
</inkml:ink>
</file>

<file path=ppt/ink/ink2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5:24.08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2 2777,'0'0'16554,"19"-1"-12347,-15 7-3932,0 0-1,0 1 1,-1-1 0,0 1-1,0 0 1,-1 0-1,0 0 1,0 1-1,-1-1 1,1 9-1,8 26 151,17 29-218,3-1 0,65 108-1,-89-167-211,4 7-331,-1 0 1,-1 0 0,7 21-1,-12-29-564,-1 0 0,0 0 0,0 0-1,-1 18 1,0-26 644,-1 0 1,0-1-1,-1 1 0,1 0 0,0 0 0,0 0 1,-1 0-1,1 0 0,-1 0 0,0-1 0,1 1 0,-1 0 1,0 0-1,0-1 0,0 1 0,0-1 0,-1 1 0,1-1 1,0 1-1,-1-1 0,1 0 0,-1 1 0,1-1 0,-1 0 1,1 0-1,-1 0 0,0 0 0,0-1 0,-3 2 0,-27 9-4614</inkml:trace>
</inkml:ink>
</file>

<file path=ppt/ink/ink2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5:24.08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91 1272,'0'0'17680,"17"-16"-16648,57-46-241,-72 61-750,-1-1 0,1 1 0,0 0-1,1 0 1,-1 0 0,0 0 0,0 0 0,0 0-1,1 0 1,-1 1 0,0-1 0,1 1 0,-1 0-1,0 0 1,1 0 0,-1 0 0,0 0 0,1 0-1,-1 0 1,0 1 0,1-1 0,-1 1 0,0 0 0,0 0-1,3 1 1,0 1 64,0 1 0,-1-1 0,1 1 0,-1 0 0,1 1 1,6 8-1,-3-4 5,-2-2-83,0 0 0,0 1 0,-1 0-1,0 0 1,0 0 0,-1 0 0,0 1 0,0-1 0,-1 1-1,0 0 1,-1 0 0,0 0 0,0 1 0,-1-1-1,0 0 1,-1 1 0,-1 9 0,1-17-20,0-1 0,-1 1 0,0 0 0,1-1 0,-1 1 1,0-1-1,0 1 0,0-1 0,0 1 0,0-1 0,0 0 0,0 1 0,0-1 0,-1 0 1,1 0-1,0 0 0,-1 0 0,1 0 0,-1 0 0,1 0 0,-1-1 0,1 1 0,-1-1 1,0 1-1,1-1 0,-1 1 0,0-1 0,1 0 0,-1 0 0,-2 0 0,-63 4 153,59-4-123,-86 0 331,53 0-8111</inkml:trace>
</inkml:ink>
</file>

<file path=ppt/ink/ink2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5:24.08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58 1 13571,'0'0'8495,"5"35"-6660,41 240 906,-33-57-1776,-13-216-951,0 0 0,0-1 0,0 1 0,0 0 0,0-1 0,0 1 0,-1 0 0,1-1 0,-1 1 0,1 0-1,-1-1 1,0 1 0,1-1 0,-1 1 0,0-1 0,0 1 0,0-1 0,-2 2 0,2-3-119,0 1 1,0 0-1,0-1 0,0 1 1,0-1-1,0 0 0,0 1 1,0-1-1,0 0 0,0 1 0,-1-1 1,1 0-1,0 0 0,0 0 1,0 0-1,0 0 0,-1-1 1,1 1-1,-2-1 0,-1 0-386,1 0 0,-1-1 0,0 0 0,1 1 0,-1-2-1,1 1 1,0 0 0,0 0 0,0-1 0,0 0 0,0 0 0,-4-6-1,-14-27-4801,2-2-2854</inkml:trace>
</inkml:ink>
</file>

<file path=ppt/ink/ink2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5:24.08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67 1744,'0'0'14098,"28"-13"-12094,85-34 50,-111 46-1979,-1 0 0,0 0 1,0 1-1,1-1 0,-1 1 0,1-1 0,-1 1 0,1-1 0,-1 1 0,0 0 0,1 0 1,-1 0-1,1 0 0,-1 0 0,1 0 0,-1 0 0,1 0 0,-1 0 0,1 1 0,-1-1 1,1 1-1,-1-1 0,0 1 0,1-1 0,-1 1 0,0 0 0,2 1 0,-2 0-14,0-1 0,-1 1 1,1-1-1,-1 1 0,1-1 0,-1 1 0,0-1 0,0 1 0,0 0 0,0-1 0,0 1 0,0 0 0,0 2 0,-1 2 259,3 11 177,-1 0-1,-1 1 0,-1-1 0,0 0 1,-6 27-1,4-34-349,-1 1 0,1-1-1,-2 1 1,0-1 0,0-1 0,-1 1 0,0-1 0,0 0 0,-13 14 0,13-16-145,4-5-43,0 1 0,1-1 1,-1 0-1,0 0 1,-1 0-1,1 0 0,0 0 1,0 0-1,-1 0 1,1-1-1,-1 1 1,0-1-1,1 0 0,-6 2 1,7-27-8951,1 3 1558</inkml:trace>
</inkml:ink>
</file>

<file path=ppt/ink/ink2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5:24.08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51 800,'0'0'22089,"16"16"-21294,53 48-338,-62-57-366,1 0-1,0-1 0,1-1 1,-1 1-1,1-1 0,0-1 1,1 0-1,-1 0 1,1-1-1,0 0 0,-1 0 1,1-1-1,0 0 1,0-1-1,1-1 0,-1 1 1,17-3-1,-26 2-83,1 0 0,-1 0 0,1-1-1,-1 1 1,1-1 0,-1 1 0,0-1 0,1 1 0,-1-1-1,1 0 1,-1 0 0,0 0 0,0 0 0,0 0 0,1 0-1,-1 0 1,0 0 0,0 0 0,-1 0 0,1-1-1,0 1 1,0 0 0,0-1 0,-1 1 0,1-1 0,-1 1-1,1-1 1,-1 1 0,0-1 0,1 1 0,-1-1 0,0-1-1,1-60 96,-1 46-53,0 14-32,-1 0 0,1 0 0,-1 0 0,1 0-1,-1 0 1,0 0 0,0 0 0,0 0 0,-1 0-1,1 0 1,-1 0 0,1 1 0,-1-1 0,0 1 0,0-1-1,0 1 1,-1 0 0,1 0 0,0 0 0,-1 0 0,0 0-1,1 0 1,-1 1 0,0-1 0,0 1 0,0 0-1,-4-2 1,1 1 74,0 0 0,-1 1 0,1 0 0,-1 0 0,1 0 0,-1 0-1,0 1 1,1 0 0,-1 1 0,1 0 0,-1 0 0,-7 2 0,11-2-31,0 1 1,0 0-1,0 0 1,0 0 0,0 1-1,1-1 1,-1 1-1,1-1 1,-1 1 0,1 0-1,0 0 1,0 0-1,0 0 1,0 0 0,1 0-1,0 1 1,-1-1-1,1 0 1,-1 5 0,-2 7 109,1 0 1,0-1 0,0 20 0,1-17-126,1 0 0,1 0 0,1 0 0,0 1 0,1-1 0,5 19 0,-6-31-88,1-1-1,0 1 1,0-1 0,0 1 0,0-1-1,0 0 1,1 0 0,0 0 0,0 0 0,0-1-1,0 1 1,1-1 0,-1 1 0,1-1-1,0 0 1,0-1 0,0 1 0,0-1-1,1 0 1,-1 0 0,1 0 0,-1 0-1,1-1 1,-1 0 0,1 0 0,8 1-1,2 0-621,0-1 0,0-1 0,0 0-1,0-1 1,1-1 0,15-3 0,-18 1-1248,0 0 0,0 0 0,23-13 1,10-8-7370</inkml:trace>
</inkml:ink>
</file>

<file path=ppt/ink/ink2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5:24.08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239 626 56,'0'0'24121,"-22"-3"-22862,-2-2-919,4 1 24,0 1-1,0 0 1,0 2-1,-33 1 1,51 1-340,-1-1 0,0 1 0,1 0 1,-1 0-1,1 0 0,-1 0 0,1 0 0,0 0 1,-1 1-1,1-1 0,0 1 0,0-1 0,0 1 0,0 0 1,0 0-1,0 0 0,1 0 0,-1 0 0,1 1 1,-1-1-1,1 0 0,0 1 0,0-1 0,0 1 0,0-1 1,0 1-1,1-1 0,-1 6 0,-2 8 2,1 1 0,0-1 0,2 25-1,0-27-2,0-10-23,0 0 0,0 0 1,0 0-1,0 1 0,1-1 1,0 0-1,0 0 0,0 0 1,0 0-1,0 0 0,1 0 1,0 0-1,0 0 0,3 5 1,-2-7-9,0 1 1,0-1 0,1 0 0,-1 0 0,0 0 0,1-1 0,-1 1-1,1-1 1,-1 0 0,1 0 0,-1 0 0,1-1 0,0 1-1,0-1 1,-1 0 0,1 0 0,5 0 0,-2-1-61,1 1 0,-1-1 1,1-1-1,-1 1 0,1-1 1,-1-1-1,0 1 0,0-1 1,0 0-1,-1-1 0,1 0 1,-1 0-1,0 0 1,0-1-1,0 0 0,0 0 1,-1 0-1,6-8 0,8-11-307,-2-1 0,0-1 0,16-34 0,-20 35 107,27-57-137,-3-2 0,-3-1 0,-5-2 0,-3-1 0,17-112 0,-87 296 3594,24-46-2771,2 1 0,3 1 0,2 0 0,3 1 0,1 0 1,-2 90-1,11-115-469,-1-10 77,1-1-1,1 1 1,0-1-1,1 0 1,6 22-1,-6-34-147,0 1-1,0-1 0,0 0 0,1 0 0,0 0 0,0-1 0,0 1 1,1-1-1,-1 1 0,1-1 0,0 0 0,0-1 0,1 1 0,-1-1 0,1 0 1,0 0-1,0 0 0,0 0 0,0-1 0,0 0 0,6 2 0,9 1-2231,0 0 1,1-2-1,35 3 0,3-5-7934</inkml:trace>
</inkml:ink>
</file>

<file path=ppt/ink/ink2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5:52.83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391 59 4825,'0'0'13163,"0"-10"-12123,0-18-413,0 8 2519,-8 21-2341,-203 98-415,156-71-380,48-25-24,1 1 0,-1 0-1,1 0 1,1 0 0,-1 1-1,-8 9 1,13-13-3,0 0-1,0-1 1,1 1 0,-1 0 0,0 0 0,1 0 0,-1 0-1,0 0 1,1 0 0,-1 0 0,1 0 0,0 0-1,-1 0 1,1 0 0,0 0 0,0 0 0,0 0-1,-1 1 1,1-1 0,0 0 0,0 0 0,1 0-1,-1 0 1,0 0 0,0 0 0,0 0 0,1 1-1,-1-1 1,1 0 0,-1 0 0,1 0 0,-1 0-1,1 0 1,-1-1 0,1 1 0,0 0 0,0 0-1,-1 0 1,1 0 0,0-1 0,0 1 0,0 0 0,0-1-1,0 1 1,0-1 0,0 1 0,0-1 0,0 1-1,0-1 1,2 1 0,37 15-91,-8-4 57,46 25-1,-71-33 49,-1 0 1,1 1-1,0-1 0,-1 1 0,0 0 1,-1 1-1,1 0 0,-1 0 0,0 0 0,0 0 1,-1 1-1,5 7 0,-8-11 7,0-1 1,0 0-1,-1 0 0,1 1 0,0-1 1,-1 1-1,0-1 0,1 0 0,-1 1 1,0-1-1,0 1 0,0-1 0,-1 0 1,1 1-1,-1-1 0,1 1 0,-1-1 1,0 0-1,0 0 0,0 1 0,0-1 1,0 0-1,0 0 0,-1 0 0,1 0 1,-1 0-1,1 0 0,-1-1 0,0 1 1,0 0-1,0-1 0,0 1 0,0-1 1,0 0-1,0 0 0,-4 2 0,-8 3 80,-1 1 0,-1-2 0,1 0 0,-23 4 0,27-7-47,-22 4-277,-1-2 0,-63 0 0,95-4-729,2-1 629,0-1 0,0 1 0,1-1 0,-1 1 0,0 0 0,1-1 0,-1 1 0,1 0 0,0-1 0,-1 1 0,1 0 0,0 0 0,-1 0 0,1-1 0,0 1 0,0 0 0,0 0 0,0 0 0,2-1 0,15-14-4949</inkml:trace>
</inkml:ink>
</file>

<file path=ppt/ink/ink2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5:53.11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39 0 5249,'0'0'15980,"-6"96"-15532,6-76-192,-7-4-136,7-4-64,-12 1-56,5 0-72,1-6-488,6-1-1321</inkml:trace>
</inkml:ink>
</file>

<file path=ppt/ink/ink2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5:53.31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20 7 10114,'0'0'12259,"-19"-6"-12443,19 12-688,0 7-569,0 3-1495,0-3-2193,19-4-2393</inkml:trace>
</inkml:ink>
</file>

<file path=ppt/ink/ink2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5:53.74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503 149 11402,'0'0'10917,"-13"-21"-10507,-43-64-93,53 81-305,1 1 0,-1-1-1,-1 1 1,1 0 0,0 0-1,-1 1 1,0-1-1,1 1 1,-1-1 0,0 1-1,0 0 1,0 1 0,-1-1-1,1 1 1,0-1 0,-1 1-1,1 1 1,0-1 0,-1 1-1,1-1 1,-1 1 0,1 1-1,-1-1 1,1 0 0,-6 2-1,-12 0-3,13-1-4,-1 0 0,1 1 0,0 0 0,0 0 0,0 1 0,1 0 0,-1 1 0,1 0 0,0 0 0,0 1 0,0 0 0,0 0 0,1 1 0,0 0 0,0 0 0,-7 10 0,-2 1-1,2 1 1,0 1-1,1 0 0,1 0 1,-15 33-1,16-25 7,0 1 0,2 0-1,1 1 1,2 0 0,0 0 0,2 0-1,2 1 1,0 38 0,2-22 15,-1 5-11,2-1 0,2 0-1,12 63 1,1-44-156,-4-1 1,-3 1-1,0 82 0,-11-152-2161,0-1 1658,0 0-1,0 0 1,0-1-1,0 1 1,0 0-1,1-1 1,-1 1-1,1-1 1,0 0-1,-1 1 1,1-1-1,-1-5 1,1 4-745,-12-27-5235</inkml:trace>
</inkml:ink>
</file>

<file path=ppt/ink/ink2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5:53.93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0 5801,'0'0'15612,"115"0"-15492,-89 7-120,0-1-72,-1-6-793,33 0-1495,-7 0-2881,1-13-1601</inkml:trace>
</inkml:ink>
</file>

<file path=ppt/ink/ink2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5:54.22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71 0 9690,'0'0'9658,"-8"33"-7588,-4 8-1408,2-6 17,1 0 0,2 0 0,-4 52 0,-2 300 1850,13-386-2625,0 0 1,-1 0-1,1 0 1,0 0-1,0 0 1,0 0-1,1 0 1,-1 0 0,0 0-1,0 0 1,0 0-1,1 0 1,-1 0-1,1-1 1,-1 1-1,0 0 1,1 0 0,0 0-1,-1 0 1,1-1-1,-1 1 1,1 0-1,0-1 1,0 1-1,-1 0 1,1-1 0,0 1-1,0-1 1,0 1-1,-1-1 1,1 0-1,0 1 1,0-1 0,0 0-1,0 1 1,0-1-1,0 0 1,0 0-1,0 0 1,0 0-1,0 0 1,0 0 0,0 0-1,0 0 1,0-1-1,0 1 1,0 0-1,-1 0 1,1-1-1,0 1 1,1-1 0,2-1-858,0 1 0,0-1 0,0 0 1,-1 0-1,1 0 0,-1-1 0,0 1 0,1-1 1,-1 0-1,4-4 0,7-18-8063</inkml:trace>
</inkml:ink>
</file>

<file path=ppt/ink/ink2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5:54.41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97 8954,'0'0'13411,"206"-48"-13267,-155 42-144,26-10-560,-13 3-1481,0 0-4000</inkml:trace>
</inkml:ink>
</file>

<file path=ppt/ink/ink2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5:54.79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449 1 5601,'0'0'14603,"-29"16"-13309,-95 61-103,113-69-1064,0 0 1,1 1-1,0 0 1,1 1-1,0 0 1,0 1-1,1 0 1,0 0-1,-9 19 1,2-4 24,-12 19-175,3 1 0,1 1 1,3 2-1,1 0 0,3 0 1,2 2-1,3 0 0,1 0 1,3 1-1,-1 99 0,8-137-356,1 0 0,0 0 0,1 0 0,0 0 0,8 26 0,-7-33-71,0 1 1,1-1 0,0 1 0,0-1-1,1 0 1,-1 0 0,1-1 0,1 0-1,-1 0 1,1 0 0,8 6 0,42 21-4766</inkml:trace>
</inkml:ink>
</file>

<file path=ppt/ink/ink2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5:55.42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167 7 7050,'0'0'10986,"-8"-1"-9806,0 1-1049,4-1 2,0 0 0,0 1 0,0-1 0,0 1 1,0 0-1,-1 1 0,1-1 0,0 1 0,0 0 1,0 0-1,0 0 0,0 0 0,0 1 0,1-1 1,-6 4-1,2 0-59,1 1-1,0-1 1,0 1 0,1 0-1,0 1 1,0-1 0,0 1 0,1 0-1,0 0 1,0 0 0,1 1-1,0-1 1,0 1 0,-2 12 0,1 6-43,0 0 1,2-1 0,1 35-1,1-57-31,1 0 1,-1 0-1,0 0 0,1 0 0,-1 0 1,1 0-1,0 0 0,0 0 0,0 0 1,1 0-1,-1 0 0,1-1 1,-1 1-1,1-1 0,0 1 0,0-1 1,0 1-1,0-1 0,1 0 0,-1 0 1,0 0-1,1 0 0,0-1 0,-1 1 1,5 1-1,-2-1-3,0 0 0,1 0 1,-1-1-1,0 0 0,1 0 0,-1 0 1,1-1-1,-1 0 0,1 0 0,0 0 0,-1 0 1,1-1-1,9-3 0,-11 3 13,-1-1 1,1 0-1,0 0 0,-1-1 0,0 1 0,1-1 0,-1 1 0,0-1 1,0 0-1,0 0 0,-1-1 0,1 1 0,-1 0 0,0-1 1,0 0-1,0 1 0,0-1 0,1-6 0,4-10 167,-1 0-1,5-28 0,-10 42-122,1-11 126,0-1-1,-1 0 1,-3-23-1,1 1-278,-2 24-1770,0-4-3879,3 7 422</inkml:trace>
</inkml:ink>
</file>

<file path=ppt/ink/ink2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5:56.10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39 17 4441,'0'0'10969,"-5"-3"-9843,0 0-744,3 1-230,1 1-1,-1 0 1,1 0-1,-1 1 1,1-1 0,-1 0-1,0 0 1,0 1-1,1-1 1,-1 1-1,0-1 1,0 1 0,-4 0 3461,14 14-2559,64 54 209,-46-46-832,29 33 0,13 24 645,56 89-1,-100-133-887,-3 2 0,-1 0 0,-1 2 0,-3 0 0,18 57 0,-30-78-126,0 0 1,-1 1 0,-1-1 0,-1 1-1,-1 27 1,-1-36-3,0 0 0,0-1-1,-1 1 1,-1 0 0,1-1 0,-1 0 0,-1 0-1,0 0 1,0 0 0,-1-1 0,0 1-1,-8 8 1,-22 20 275,-2-1 0,-1-2-1,-2-2 1,-1-2 0,-80 45 0,96-56-193,24-18-138</inkml:trace>
</inkml:ink>
</file>

<file path=ppt/ink/ink2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6:05.96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 4577,'0'0'11750,"0"8"-10819,1 2-611,-1 0 0,1 0 0,1 0-1,0-1 1,0 1 0,1-1-1,6 15 1,21 69-337,-22-65-1126,-6-22 501,0-1 0,1 0-1,0 1 1,0-1 0,0 0 0,0 0-1,1-1 1,-1 1 0,1-1 0,1 1-1,-1-1 1,1-1 0,9 8 0,12 6-5622</inkml:trace>
</inkml:ink>
</file>

<file path=ppt/ink/ink2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6:06.15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0 6433,'0'0'12851,"51"122"-12611,-44-112-144,-1 2-88,13-2-8,-12 0-224,12-1-1032,-6 4-1041,32 3-911,-13-3 1359,13-3-3496</inkml:trace>
</inkml:ink>
</file>

<file path=ppt/ink/ink2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6:06.31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 4657,'0'0'14523,"26"77"-14091,-19-71-200,-1 1-152,0-4-72,-6 0-8,0 0-8,-6-3-9722</inkml:trace>
</inkml:ink>
</file>

<file path=ppt/ink/ink2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6:07.51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9 7 3105,'0'0'13105,"-2"7"-12026,0-2-815,1 1 1,0 0-1,0-1 0,0 1 1,1 0-1,-1 0 0,2 0 1,-1-1-1,1 1 0,-1 0 1,1 0-1,1-1 0,3 11 1,2 4 250,-2 1 1,0-1-1,-1 1 0,2 40 1,-6 89 248,-2-64-508,-5-52-201,3-31 30,2-21-36,5-40-82,3 0-1,3 1 1,18-65 0,-14 67 37,-10 39-11,17-63-58,-18 75 62,-1 0-1,0 0 1,1 0 0,0 0 0,0 1 0,0-1 0,0 0 0,1 1 0,0-1-1,-1 1 1,1 0 0,0 0 0,1 0 0,4-3 0,-7 5 10,13 3 91,15 23 209,-25-22-281,-1 1 0,0-1 0,1 1 0,0-1 1,0 0-1,0-1 0,0 1 0,7 3 0,4-2 58,1-1 0,-1 0 1,1-1-1,0-1 0,0 0 1,27-3-1,50 3 937,-91 0-950,0 0 0,0-1 0,0 1 0,0 0 0,0 0 0,0 0 0,0 0 0,-1 0 0,1 0 0,0 1 0,-1-1 0,1 0 0,-1 1 0,1 0 0,-1-1 0,0 1 0,1 0 0,0 3 0,9 9 701,-10-14-795,0 1 0,-1 0 0,1 0 0,0 0 0,-1 0 0,1 1 0,0-1-1,-1 0 1,0 0 0,1 0 0,-1 0 0,0 0 0,1 1 0,-1-1-1,0 0 1,0 0 0,0 1 0,0 1 0,-1 1-901,0 0-1,0-1 1,0 1 0,0 0 0,-1 0-1,1-1 1,-4 6 0,-8 14-6283</inkml:trace>
</inkml:ink>
</file>

<file path=ppt/ink/ink2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6:09.03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196 77 8786,'0'0'10957,"-18"12"-10594,-57 41-142,72-51-209,0 0 0,0 0 0,1 0 0,-1 1 0,1-1 0,-1 1 0,1 0 0,0 0 0,0-1 0,0 1 0,1 1 0,-1-1 0,1 0 0,-1 0 0,1 0 0,0 1 0,0-1 0,1 1 0,-1-1-1,1 1 1,-1-1 0,1 1 0,0-1 0,1 1 0,0 5 0,0 8-60,-1-16 47,1 0-1,-1 0 1,1 0 0,-1 0 0,1-1 0,0 1 0,-1 0 0,1 0 0,0 0-1,0-1 1,-1 1 0,1 0 0,0-1 0,0 1 0,0-1 0,0 1 0,0-1-1,0 1 1,0-1 0,0 0 0,0 0 0,0 1 0,0-1 0,0 0 0,0 0-1,0 0 1,0 0 0,0 0 0,2-1 0,45 1 70,-33-1-66,-14 1 7,1 0 0,0 0-1,0 0 1,0 0 0,0 0-1,0 0 1,0 0 0,-1 1-1,1-1 1,0 1 0,0-1-1,0 1 1,2 1 0,-3-1 6,-1 1 0,1-1 0,-1 1 0,1 0 0,-1-1 0,1 1 0,-1 0 0,0-1 0,0 1 0,0 0 0,0-1 0,0 1 0,0 2 0,0 3-14,2 117 263,-5 141 1402,2-259-1622,1 0 0,-1 0 0,1-1 0,-2 1 0,1 0 0,-1 0 0,1-1 0,-2 1 0,1-1 0,-4 7 0,4-9-27,0-1 0,0-1 0,-1 1 0,1 0 1,0 0-1,-1-1 0,1 1 0,-1-1 0,1 0 0,-1 0 0,0 0 0,1 0 0,-1 0 0,0-1 0,0 1 1,1-1-1,-1 1 0,0-1 0,0 0 0,0 0 0,0-1 0,-3 0 0,2 0-9,0 0-1,1 0 1,-1-1-1,0 0 1,1 0-1,-1 0 1,1 0-1,-1 0 1,1-1 0,0 0-1,0 1 1,0-1-1,1 0 1,-1-1-1,0 1 1,1 0-1,0-1 1,0 1-1,-3-8 1,-2-4-3,0 0 0,1 0 0,-6-26 0,8 24-1,2 1 1,-1 0-1,2-1 0,1-30 1,0 41-31,1-1 1,0 1-1,0-1 1,0 1-1,1 0 1,0 0 0,0 0-1,1 0 1,-1 0-1,1 0 1,1 1-1,-1-1 1,1 1-1,8-10 1,21-12-1259,2 0 1,63-36 0,-53 35 821,46-35 0,-80 53 581,31-22-332,-40 30 343,0 1 0,0-1 0,0 1 0,1 0-1,-1 0 1,1 0 0,-1 0 0,1 0 0,-1 1 0,1-1-1,-1 1 1,1-1 0,0 1 0,-1 0 0,5 0-1,-5 2 1,0 1-1,0-1 0,0 0 0,-1 1 0,1-1 0,-1 1 0,1-1 0,-1 1 0,0 0 0,0-1 0,0 1 0,0 0 0,-1 0 0,1 0 0,-1 3 0,7 15 338,3 5-55,-9-21-385,0 0 0,1-1 0,0 1 0,-1-1 0,2 0-1,-1 1 1,0-1 0,1 0 0,0 0 0,4 4 0,-4-10-27,0 0 0,0 0 1,-1-1-1,1 1 0,-1-1 0,0 0 0,1 0 0,-1 1 0,0-1 1,-1-1-1,1 1 0,2-6 0,16-50 0,-13 37-2,0-4-15,-4 16 9,0-1-1,1 0 1,0 1-1,7-14 0,-11 23 63,1 0-1,-1 0 0,1 0 1,-1 1-1,0-1 0,0 0 0,1 0 1,-1 0-1,0 0 0,0 0 0,0 1 1,0-1-1,0 0 0,0 0 1,0 0-1,0 0 0,-1 0 0,1 0 1,0 0-1,0 1 0,-1-1 0,1 0 1,-1 0-1,1 0 0,-1-1 0,-23-22 200,-36-11-225,54 36 401,8 9-306,8 10-60,14 13 186,-17-21-154,2 0 0,0-1 0,0 0 0,20 17 0,-23-24-143,-1 0 1,1-1-1,0 1 0,0-2 0,0 1 0,1-1 0,-1 1 0,1-2 1,-1 1-1,1-1 0,-1 0 0,1 0 0,12-1 0,-9-2-747,-1 1-1,1-1 1,-1-1-1,0 0 1,0 0 0,0-1-1,0 0 1,0-1-1,-1 1 1,0-2-1,0 1 1,0-1-1,13-13 1,16-10-3802,8-4-2181</inkml:trace>
</inkml:ink>
</file>

<file path=ppt/ink/ink2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6:09.49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162 21 3849,'0'0'13477,"1"-5"-12124,-1 5-1281,0 0 0,1 0 0,-1-1 0,0 1 0,0 0 1,1-1-1,-1 1 0,0 0 0,0-1 0,0 1 0,0 0 1,1-1-1,-1 1 0,0-1 0,0 1 0,0 0 0,0-1 1,0 1-1,0-1 0,0 1 0,0 0 0,0-1 0,0 1 1,0 0-1,0-1 0,0 1 0,-1-1 0,1 1 0,0 0 1,0-1-1,0 1 0,0 0 0,-1-1 0,1 1 0,0 0 1,0-1-1,-1 1 0,1 0 0,0 0 0,0-1 0,-1 1 1,1 0-1,0 0 0,-1 0 0,1-1 0,0 1 0,-1 0 1,1 0-1,-1 0 0,1 0 0,0 0 0,-1 0 0,0 0 1,-26 13 2965,20-9-3559,-25 13 834,20-12-247,1 1 1,1 0-1,-18 13 1,25-17-62,1 0 0,0 1-1,-1-1 1,1 0 0,0 1 0,0 0 0,1-1 0,-1 1 0,0 0-1,1 0 1,0 0 0,0 0 0,0 0 0,0 0 0,0 0 0,0 1-1,1-1 1,-1 6 0,1-7-5,0-1 1,0 1-1,0 0 0,0 0 0,0 0 0,1 0 1,-1 0-1,0-1 0,1 1 0,0 0 1,-1 0-1,1-1 0,0 1 0,0 0 0,0-1 1,0 1-1,0 0 0,0-1 0,0 0 1,1 1-1,-1-1 0,0 0 0,1 0 0,-1 1 1,1-1-1,0 0 0,-1-1 0,1 1 1,2 1-1,4 0 0,1-1 1,-1 1 0,0-2 0,1 1-1,14-2 1,-2 1-1,-20 0 839,2 9-935,0 0 0,1 0 0,0 0 0,0-1 0,1 0 0,0 0 0,1 0 0,-1 0 0,12 11-1,-13-18-335,-1 1 0,0-1 0,1 1 0,-1-1 0,1 0 0,-1-1-1,1 1 1,0 0 0,-1-1 0,1 0 0,-1 0 0,1 0-1,0 0 1,-1-1 0,1 1 0,0-1 0,-1 0 0,1 0 0,-1 0-1,6-3 1,22-18-5376</inkml:trace>
</inkml:ink>
</file>

<file path=ppt/ink/ink2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6:09.72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58 1 11090,'0'0'11964,"-2"29"-10926,-9 210 1494,12-227-2401,0 0 0,1 0 0,4 17 0,4 32-1551,-54-61-9165,24 0 4716</inkml:trace>
</inkml:ink>
</file>

<file path=ppt/ink/ink2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6:10.02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0 101 8362,'0'0'12768,"33"-1"-11589,11 0-849,110-7 759,-138 7-870,32-5 157,-46 5-364,-1 1 0,0 0 0,1-1 0,-1 1 0,0-1 0,0 1 0,0-1 0,1 1 0,-1-1 1,0 0-1,0 0 0,0 0 0,0 1 0,0-1 0,0 0 0,-1 0 0,1 0 0,0 0 0,0-1 0,-1 1 0,1 0 1,-1 0-1,1 0 0,-1 0 0,1-1 0,-1 1 0,0 0 0,1-1 0,-1-1 0,0 1 12,0 0-1,0 0 0,0 0 1,0 0-1,0 0 0,-1-1 1,1 1-1,-1 0 0,1 0 0,-1 0 1,0 0-1,0 0 0,0 0 1,0 1-1,0-1 0,0 0 1,0 0-1,-1 1 0,1-1 1,-1 1-1,1-1 0,-1 1 1,1-1-1,-1 1 0,0 0 1,0 0-1,0 0 0,0 0 1,0 0-1,0 0 0,0 1 1,0-1-1,0 1 0,0-1 1,0 1-1,0 0 0,0 0 0,0 0 1,0 0-1,-4 0 0,5 34 272,1-2-323,-1-14 87,0-1 0,2 0 1,0 0-1,7 31 0,-7-43-122,0-1-1,0 0 0,1 0 0,0 0 1,0 0-1,0 0 0,1 0 0,-1 0 1,1-1-1,0 1 0,0-1 1,0 0-1,0 0 0,0 0 0,1 0 1,0 0-1,-1-1 0,1 0 0,0 0 1,0 0-1,0 0 0,0 0 0,9 1 1,-2-1-1136,1-1 0,0 0 0,19-1 0,-12-1-1323,15 1-4009</inkml:trace>
</inkml:ink>
</file>

<file path=ppt/ink/ink2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6:10.34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29 184 1320,'0'0'21572,"0"17"-20563,0 113 2197,0-130-3094,-13-2 60,11-3-167,-1 0 0,1 0 0,0 0 0,1 0 0,-1 0 0,1 0-1,0 0 1,0 0 0,1 0 0,-1-1 0,2-6 0,2-61-38,-3 72 33,2-6-22,-1 0 1,1-1 0,1 1 0,-1 0-1,1 0 1,0 1 0,1-1 0,-1 1-1,1-1 1,1 1 0,-1 0 0,10-8-1,1-2-525,1 1-1,0 2 1,21-14 0,-33 24 142,0 1 1,-1-1 0,1 1 0,1 1-1,-1-1 1,0 0 0,8-1-1,18 1-7485,-17 2-2935</inkml:trace>
</inkml:ink>
</file>

<file path=ppt/ink/ink2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6:10.76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232 1 1640,'0'0'21590,"-27"22"-20950,-84 73-181,103-88-379,0-1-1,1 1 0,-1 0 1,1 1-1,1 0 0,-1 0 0,2 0 1,-1 1-1,1 0 0,-7 16 1,7-13-15,3-6-43,0 0 0,0 0 1,1 0-1,0 1 0,0-1 0,1 0 1,0 13-1,0-12-16,0-6-7,1 0 1,-1 0-1,0 0 1,1 0-1,-1 0 0,1 0 1,-1 0-1,1 0 1,-1 0-1,1-1 1,0 1-1,-1 0 1,1 0-1,0-1 1,-1 1-1,1 0 0,0-1 1,0 1-1,0-1 1,0 1-1,0-1 1,0 1-1,0-1 1,0 0-1,0 1 1,0-1-1,0 0 0,0 0 1,0 0-1,0 0 1,1 0-1,41 2-163,-34-2 51,9-2-649,-1 0-1,0-1 1,1-1 0,-2 0 0,1-1-1,0-1 1,-1-1 0,0 0-1,29-19 1,21-14-5753</inkml:trace>
</inkml:ink>
</file>

<file path=ppt/ink/ink2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6:11.16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25 0 8466,'0'0'14939,"-4"26"-13280,-2 4-1143,1-4-72,0 0 0,2 0 0,1 1 0,2 34 1,2-26 15,8 268 1151,-10-302-1615,0-1-1,0 0 1,0 1 0,0-1 0,0 0 0,0 1 0,0-1-1,0 0 1,0 0 0,0 1 0,0-1 0,0 0 0,1 1 0,-1-1-1,0 0 1,0 0 0,0 1 0,0-1 0,1 0 0,-1 0-1,0 1 1,0-1 0,0 0 0,1 0 0,-1 0 0,0 1 0,0-1-1,1 0 1,-1 0 0,0 0 0,0 0 0,1 0 0,-1 1-1,0-1 1,1 0 0,-1 0 0,0 0 0,0 0 0,1 0-1,-1 0 1,0 0 0,1 0 0,-1 0 0,0 0 0,1 0 0,-1 0-1,0-1 1,0 1 0,1 0 0,-1 0 0,0 0 0,1 0-1,-1 0 1,0-1 0,0 1 0,1 0 0,-1 0 0,0 0 0,0-1-1,0 1 1,1 0 0,-1 0 0,0-1 0,14-11-269,6-11-15,-11 12 165,0 0-1,1 0 1,1 1 0,-1 1 0,1-1-1,15-8 1,-26 18 126,1 0 1,0 0-1,-1-1 1,1 1-1,-1 0 0,1 0 1,0 0-1,-1 0 1,1 0-1,0 0 1,-1 0-1,1 0 0,-1 0 1,1 0-1,0 0 1,-1 1-1,1-1 0,-1 0 1,1 0-1,0 0 1,-1 1-1,1-1 0,-1 0 1,1 1-1,-1-1 1,1 1-1,-1-1 0,1 0 1,-1 1-1,0-1 1,1 1-1,-1-1 1,0 1-1,1 0 0,-1-1 1,1 2-1,10 26 143,-7-14-69,-1-8-48,0-1 0,0 1 0,1 0 0,-1-1 0,9 10 0,-10-13-128,1 0 0,-1-1 0,1 1 0,-1 0 0,1-1 1,-1 0-1,1 0 0,0 1 0,0-1 0,0-1 0,-1 1 1,1 0-1,0-1 0,0 0 0,0 1 0,4-1 0,5 0-850,-7 0-71,0 1 0,1-1 0,-1-1 0,0 1 0,1-1 0,7-2 0,18-13-5608</inkml:trace>
</inkml:ink>
</file>

<file path=ppt/ink/ink2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6:11.34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46 1 8250,'0'0'18548,"-45"144"-18332,45-134-168,0-4-48,6-12-2881,1-20-2848,-1-9-7090</inkml:trace>
</inkml:ink>
</file>

<file path=ppt/ink/ink2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6:11.51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 13587,'0'0'9634,"0"96"-10554,19-93-1465,0-3-2512,7 0-3345</inkml:trace>
</inkml:ink>
</file>

<file path=ppt/ink/ink2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6:11.74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75 1 8106,'0'0'10907,"-10"37"-8353,-29 122-248,30-122-1587,3 0-1,1 1 1,1 0 0,2 1-1,2-1 1,5 42 0,-3-66-660,0 0 1,0 0 0,6 16 0,-8-27-156,1 0-1,0-1 1,0 1 0,0 0-1,0 0 1,0-1 0,1 1-1,-1-1 1,1 1 0,-1-1-1,1 0 1,0 1 0,0-1-1,0 0 1,1 0 0,-1 0-1,0-1 1,1 1 0,-1 0-1,1-1 1,-1 0 0,1 0-1,3 2 1,30-2-3769,-22-1 651,10 0-3935</inkml:trace>
</inkml:ink>
</file>

<file path=ppt/ink/ink2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6:12.25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156 379 13811,'0'0'12108,"-5"3"-11425,1-1-609,0 0 0,0-1 0,-1 0 0,1 0 0,-1 0 0,1 0 0,-1 0 0,0-1 0,-8-1 0,-39 7 70,49-4-143,0-1 1,0 1-1,0 0 0,1 0 1,-1 1-1,1-1 0,-1 0 1,1 1-1,0 0 0,0-1 1,0 1-1,0 0 0,1 0 1,-1 0-1,1 0 0,0 0 1,0 0-1,0 1 0,0-1 1,0 0-1,1 0 0,-1 1 1,1 3-1,-2 10 3,1 0 0,1 0 0,2 21 0,-2-34-3,1 0 1,0 0-1,0-1 0,1 1 0,-1 0 1,1-1-1,-1 0 0,1 1 1,0-1-1,1 0 0,-1 0 1,0 0-1,1 0 0,0 0 1,-1-1-1,1 1 0,0-1 1,1 0-1,-1 1 0,0-2 0,0 1 1,1 0-1,-1-1 0,1 1 1,0-1-1,-1 0 0,1 0 1,0 0-1,0-1 0,0 0 1,7 0-1,-4 1-7,1-1 1,-1 0 0,0 0-1,1-1 1,-1 0 0,0 0-1,1-1 1,-1 0 0,0 0-1,0-1 1,-1 0-1,1 0 1,0 0 0,-1-1-1,0 0 1,7-6 0,9-14-110,0-1 0,-2-2 0,34-56 1,38-99-434,-34 62 285,5-6 206,-60 122 497,-3 6-375,1 1 1,-1-1 0,0 0-1,0 1 1,0-1-1,0 1 1,0-1 0,0 0-1,0 1 1,-1-1-1,0 4 1,-1 1 72,-10 65 775,5-43-627,2 1 0,1 1 0,1 30 1,3-52-295,0 0 1,1 0 0,0-1 0,1 1-1,0-1 1,0 1 0,1-1 0,0 0 0,1 0-1,-1 0 1,1 0 0,1-1 0,0 1-1,0-1 1,7 7 0,-11-12-100,1 0-1,0 0 1,0-1 0,0 1-1,0-1 1,0 1 0,0-1-1,0 0 1,0 1 0,0-1-1,1-1 1,-1 1-1,5 1 1,17-1-4155,-18-1 2652,2 0-5477</inkml:trace>
</inkml:ink>
</file>

<file path=ppt/ink/ink2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6:49.11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72 0 1776,'0'0'11327,"2"1"-11200,-1-1 90,-1 0-1,0 0 0,1 0 1,-1 0-1,1 0 1,-1 0-1,0 0 0,1 0 1,-1 0-1,0 0 1,0 0-1,1 0 0,-1 1 1,0-1-1,1 0 1,-1 0-1,0 0 0,1 0 1,-1 1-1,0-1 1,0 0-1,0 0 0,1 1 1,-1-1-1,0 0 1,0 1-1,0-1 0,1 0 1,-1 0-1,0 1 1,0-1-1,0 0 0,0 1 1,0-1-1,0 1 0,-30 62 794,22-49-791,1 0-1,0 0 1,-5 17 0,7-9 123,0 1-1,1-1 1,2 1 0,0 41-1,2-62-324,1 0-1,0-1 0,0 1 1,-1-1-1,1 1 0,0 0 1,0-1-1,0 1 1,0-1-1,1 0 0,-1 1 1,0-1-1,1 0 0,-1 0 1,1 0-1,-1 0 0,1 0 1,-1 0-1,1 0 1,-1-1-1,1 1 0,0-1 1,0 1-1,2 0 0,46 8 161,-33-9-149,-9 1-7,0-1 0,0 0 0,-1-1-1,1 0 1,0 0 0,8-3 0,-13 3-13,1-1 0,0 0 0,-1 0 0,0 0-1,1-1 1,-1 1 0,0-1 0,0 0 0,0 0 0,-1 0 0,1 0 0,-1 0 0,0-1 0,4-6 0,25-69 99,-30 76-106,-1 1 1,1 0 0,-1 0-1,1-1 1,-1 1-1,0 0 1,0-1 0,0 1-1,0 0 1,0-1-1,0 1 1,-1 0 0,1-1-1,-1 1 1,1 0-1,-1 0 1,0 0 0,0-1-1,0 1 1,-2-3-1,-32-42 39,18 26 39,15 19-53,0 1 0,0-1 0,-1 0 1,1 0-1,0 1 0,-1 0 0,1-1 0,-1 1 1,1 0-1,-1 0 0,0 0 0,1 1 0,-1-1 1,0 0-1,0 1 0,1 0 0,-6 0 0,2-1 62,5 1 81,-16 0-907,15 17-5908,2-1 770</inkml:trace>
</inkml:ink>
</file>

<file path=ppt/ink/ink2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6:49.11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9 1072,'0'0'11879,"0"-1"-12151,3-6 10220,-1 7-8375,0 8-1384,0 0 0,-1 0 0,0 0 0,0 0 1,0 12-1,5 69 1239,-6-81-1280,1-1 0,0 1 0,1-1 0,0 0 0,0 0 0,0 0 0,1 0 0,0 0 0,0 0 0,9 11 0,-4 18 610,2-16-466,-10-19-246,1 1-1,-1 0 0,1 0 1,0-1-1,-1 1 0,1 0 1,0-1-1,0 1 0,0-1 1,0 1-1,0-1 0,0 0 0,3 3 1,-3-4 11,12-12-20548</inkml:trace>
</inkml:ink>
</file>

<file path=ppt/ink/ink2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6:49.11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7 3 1536,'0'0'10972,"-7"-3"-1075,8 4-9854,0 0-1,0-1 1,1 1 0,-1 0 0,0-1 0,0 1 0,0-1 0,0 1-1,0-1 1,1 0 0,-1 1 0,0-1 0,0 0 0,1 0-1,-1 0 1,0 0 0,1 0 0,1-1 0,39 1 157,-32 0-147,125 0 160,-134 1-209,0-1 0,-1 1 0,1 0 0,-1 0-1,1-1 1,-1 1 0,1 0 0,-1 0 0,1 0 0,-1 0 0,1 0-1,-1 0 1,0-1 0,0 1 0,0 0 0,1 0 0,-1 0 0,0 0-1,0 0 1,0 0 0,0 0 0,-1 1 0,1 33 96,0-27-70,-1-6-24,1 0 0,0 0-1,-1 0 1,1 0 0,-1-1 0,0 1 0,0 0 0,1 0 0,-1-1 0,0 1 0,-1 0-1,1-1 1,0 1 0,0-1 0,-1 1 0,-2 1 0,-32 24 88,0 1 237,32-23-267,2-3-24,0 0 0,0 1 0,0-1 0,0 0 0,0 1 0,1 0 0,-1-1 0,1 1 0,0 0-1,0 0 1,0 0 0,0 0 0,0-1 0,0 1 0,1 0 0,0 0 0,0 1 0,-1-1 0,2 5 0,0-8-22,-1 1-1,1 0 1,-1-1 0,1 1 0,-1-1-1,1 1 1,0-1 0,-1 1-1,1-1 1,0 0 0,-1 1-1,1-1 1,0 0 0,0 1-1,-1-1 1,1 0 0,0 0 0,0 0-1,-1 0 1,1 0 0,0 0-1,0 0 1,0 0 0,1 0-1,29 0 57,-22-1 1,44 1-161,27 0 659,-57 0-1741,-20 0-118,-8 1-597,-15 3-3859,0 4-2995</inkml:trace>
</inkml:ink>
</file>

<file path=ppt/ink/ink2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6:49.11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0 196 5761,'0'0'9665,"5"-1"-8812,0 0-508,-1 0-1,1 0 0,0 0 0,0 0 0,0 1 1,0 0-1,9 1 0,-12-1-235,0 1 0,0 0-1,0-1 1,0 1 0,0 0 0,0 0 0,0 0 0,0 0-1,-1 0 1,1 1 0,0-1 0,-1 0 0,1 1-1,-1 0 1,0-1 0,1 1 0,-1 0 0,0-1 0,0 1-1,0 0 1,0 0 0,0 0 0,0 3 0,17 42 689,10 52 0,-20-76-501,-4-36 375,-4-49 173,0 54-1053,0-16 218,-1 15-9,0 1-1,1-1 0,0 0 0,1 0 1,0 0-1,0 0 0,1 1 1,0-1-1,0 1 0,1-1 0,0 1 1,1 0-1,0 0 0,7-12 0,1 4 57,1 1 0,0 0-1,1 1 1,1 0-1,20-14 1,-25 21-267,0 1 0,0 1 0,1-1 0,12-3 1,-15 6-749,1 1 1,0-1-1,0 2 1,0-1-1,17 1 1,-24 6-6046,-1-3 4872,4 7-6726</inkml:trace>
</inkml:ink>
</file>

<file path=ppt/ink/ink2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6:49.11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123 1 5209,'0'0'13126,"-6"3"-12570,-4 4-334,0-1 0,0 1 1,1 1-1,0 0 0,0 0 1,1 1-1,-13 16 1,17-20-180,1 1 1,-1 0 0,1 0-1,0 0 1,0 0 0,1 0-1,0 1 1,0-1 0,1 1 0,-1-1-1,1 1 1,1 0 0,-1-1-1,1 1 1,1 0 0,0 9 0,0-14-37,1 1 0,-1-1 0,0 0 0,1 1 0,-1-1 0,1 0 0,0 0 0,-1 0 0,1 0 0,0-1 0,0 1 0,0 0 0,1-1 0,-1 1 0,0-1 0,0 0 0,1 0 1,-1 0-1,1 0 0,-1 0 0,1 0 0,0-1 0,-1 1 0,1-1 0,0 0 0,-1 0 0,4 0 0,0 1 5,0-1 1,0 0-1,0 0 1,1-1-1,-1 1 1,0-1-1,0-1 1,0 1-1,0-1 0,0 0 1,7-3-1,-9 1 19,0 1 0,0-1 0,0 0 0,0 0 0,0 0 0,-1-1-1,1 1 1,-1-1 0,0 0 0,-1 0 0,1 0 0,-1 0 0,0 0 0,-1-1-1,1 1 1,-1-1 0,0 1 0,0-1 0,-1 1 0,1-1 0,-1 1 0,0-1 0,-1 0-1,0 1 1,-1-9 0,1 12-14,0 0 0,0 0-1,-1 0 1,1 0 0,0 0-1,-1 0 1,1 1 0,-1-1-1,0 0 1,0 1 0,1-1-1,-1 1 1,0 0 0,0 0-1,0 0 1,0 0 0,-1 0-1,1 0 1,0 0 0,0 0-1,-1 1 1,1 0 0,-3-1-1,-56-5-499,60 6-677,11 1-3920,18 7 529,4 2-2328</inkml:trace>
</inkml:ink>
</file>

<file path=ppt/ink/ink2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6:49.11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194 1 4185,'0'0'14079,"-4"0"-13368,-4-1-627,0 1 1,0 0-1,0 1 0,0 0 1,0 0-1,0 1 1,0 0-1,0 0 1,0 1-1,1 0 0,-1 1 1,1-1-1,0 1 1,0 1-1,0-1 1,1 1-1,0 0 0,-1 1 1,2-1-1,-1 1 1,1 1-1,0-1 1,0 1-1,1-1 0,-6 12 1,8-15-84,1-1 0,0 1 1,0 0-1,1-1 0,-1 1 0,0 0 1,1-1-1,0 1 0,0 0 0,0-1 1,0 1-1,0 0 0,0 0 1,0-1-1,1 1 0,1 3 0,-1-4 0,0 0-1,0-1 0,0 1 1,0-1-1,0 1 0,1-1 1,-1 1-1,1-1 0,-1 0 1,1 0-1,-1 1 1,1-1-1,0 0 0,0-1 1,-1 1-1,1 0 0,3 0 1,7 2-8,0-1 0,0-1 1,1 0-1,-1-1 0,25-2 1,-33 1 29,0 1 1,0-1-1,0 0 1,0-1-1,0 1 1,0-1-1,0 1 0,-1-1 1,1 0-1,0-1 1,-1 1-1,0-1 1,1 1-1,-1-1 1,0 0-1,0 0 1,-1 0-1,1-1 0,-1 1 1,4-7-1,-4 7-6,-1 0 0,0 0 0,0 0 0,0 0 0,0 0 0,0 0 0,0 0 0,-1 0-1,1 0 1,-1 0 0,0 0 0,0-1 0,0 1 0,-1 0 0,1 0 0,-1 0 0,0 0 0,0 0 0,0 0 0,0 0-1,0 0 1,0 0 0,-1 0 0,0 0 0,1 1 0,-1-1 0,0 1 0,-3-4 0,-6-13-10206,22 19 3878</inkml:trace>
</inkml:ink>
</file>

<file path=ppt/ink/ink2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6:49.12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84 23 2561,'0'0'9039,"-15"-18"1876,10 14-9225,4 3-1625,-1 1 0,1 0 0,0 0 0,0 0 1,0 0-1,-1 1 0,1-1 0,0 0 0,0 0 0,0 1 0,-1-1 0,1 1 0,0-1 0,0 1 0,0 0 0,0-1 1,0 1-1,0 0 0,0-1 0,0 1 0,0 0 0,-1 2 0,-5 25 184,3-5-73,-6 41-45,2 1 1,2 0-1,5 73 0,1-136-140,0 1 0,0-1-1,1 0 1,-1 1-1,0-1 1,1 0 0,0 0-1,0 0 1,0 0-1,0 0 1,0 0 0,0 0-1,0 0 1,0 0-1,1 0 1,-1 0-1,1-1 1,0 1 0,-1 0-1,1-1 1,0 0-1,0 1 1,0-1 0,0 0-1,0 0 1,0 0-1,0 0 1,0-1 0,0 1-1,1 0 1,2 0-1,8 1-238,0 0 0,1-1 0,0 0-1,15-2 1,-11 1-462,-12-1 364,0 0 0,0 0 0,0 0 0,0-1 0,0 0 0,-1 0 0,1-1 0,-1 1 0,1-1 0,5-5 0,35-14-7297,-32 19 845</inkml:trace>
</inkml:ink>
</file>

<file path=ppt/ink/ink2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6:49.12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7 1688,'0'0'19276,"32"-6"-18819,0 6-137,0 0-192,7 0-128,12 0-208,32 3-1401,-12 0-2560,0-3-5729</inkml:trace>
</inkml:ink>
</file>

<file path=ppt/ink/ink2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6:49.12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62 1432,'0'0'13258,"26"-2"-12253,185-19 446,-133 12-796,324-20 3265,-398 29-3885,-1-1 0,1 1 0,-1 0 0,0 1 0,1-1 0,-1 1 0,1-1 0,-1 1 0,0 0 0,1 0 1,-1 1-1,0-1 0,0 1 0,0-1 0,0 1 0,3 3 0,-3-1 26,0 0-1,0 1 1,0-1 0,-1 1 0,1 0-1,-1-1 1,-1 1 0,1 0-1,-1 1 1,2 5 0,6 45 310,-1 0 1,-3 1-1,-3 0 1,-5 63-1,1-12 521,2-81-736,1-6-38,-1-1-1,-1 1 1,-1-1 0,-1 0 0,-5 21-1,-3 3 376,-6 46 0,1-6 35,14-64-533,7-16-2411,16-24-5335,-14 10 2240</inkml:trace>
</inkml:ink>
</file>

<file path=ppt/ink/ink2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6:49.12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 0 5761,'0'0'11655,"-2"0"-8266,7 0-2291,7 2-868,1 1-1,-1 1 0,0 0 0,0 0 0,0 2 1,-1-1-1,1 1 0,19 15 0,2-2 44,-18-10-153,0 0 1,-1 1 0,0 0 0,17 16 0,-29-24-221,1 0-650</inkml:trace>
</inkml:ink>
</file>

<file path=ppt/ink/ink2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6:49.12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265 6 1568,'0'0'15640,"-3"-2"-14637,2 2-901,0-1 1,-1 0-1,1 1 1,0 0-1,-1-1 1,1 1-1,-1 0 1,1-1-1,-1 1 1,1 0-1,-1 0 1,1 0-1,0 0 1,-1 1-1,1-1 1,-1 0-1,1 1 1,-1-1-1,1 0 1,0 1-1,-3 1 1,-25 22 1731,5-2-1242,-23 17 726,-55 57 0,99-94-1375,0 1 0,0 0 1,1 0-1,0 1 0,-1-1 0,1 0 0,0 1 1,0 0-1,-2 6 0,4-9-222,0 0 1,0 0-1,-1 1 1,1-1-1,0 0 1,0 0-1,0 0 1,1 1-1,-1-1 1,0 0-1,0 0 1,1 0-1,-1 1 1,1-1-1,-1 0 1,1 0-1,-1 0 1,1 0-1,0 0 1,-1 0-1,1 0 1,0 0 0,0 0-1,0 0 1,0-1-1,0 1 1,0 0-1,0 0 1,0-1-1,0 1 1,0-1-1,0 1 1,0-1-1,2 1 1,22 9-10678</inkml:trace>
</inkml:ink>
</file>

<file path=ppt/ink/ink2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6:49.12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623 204 2617,'0'0'9502,"-3"-11"-8496,-6-37-45,8 47-831,1-1 1,-1 1 0,1 0 0,-1 0-1,0 0 1,1-1 0,-1 1 0,0 0-1,0 0 1,0 0 0,0 0 0,0 0-1,0 1 1,0-1 0,0 0 0,0 0-1,-1 1 1,1-1 0,0 0 0,0 1-1,-1-1 1,1 1 0,0 0 0,-1-1-1,1 1 1,-2 0 0,-36 0 446,30 1-279,-16-2 171,-1 1 1,1 1 0,0 1 0,0 1-1,0 2 1,0 0 0,1 2-1,-28 10 1,30-7-280,1 1 0,-1 1 0,2 0 0,-1 2 0,2 0 0,0 1 0,-19 20 0,28-24-77,1 0 0,0 0 1,1 1-1,0 0 0,0 0 1,2 1-1,-1 0 0,2 0 1,0 1-1,0-1 0,1 1 1,1 0-1,-2 21 0,0 15 294,2 66 0,4-98-371,1-1 0,0 0 0,1 0 0,1 0 1,1-1-1,0 1 0,12 24 0,-8-22 7,0 0 1,2-1-1,1 0 0,0-1 1,1 0-1,0-1 0,2-1 0,0 0 1,0 0-1,2-2 0,0 0 1,0-1-1,1-1 0,26 13 1,-14-10 34,1-1 1,1-2 0,0 0 0,0-3 0,1 0 0,0-3-1,0 0 1,44 0 0,-51-5-45,-2 0 31,-1 0 1,46-7-1,-61 5-51,0 0 0,1-1 0,-1 0 0,-1 0 0,1-1 0,0 0 0,-1 0 1,0-1-1,0 0 0,0 0 0,10-10 0,10-15 20,-1 0 0,-2-2 0,-1 0 0,31-62 0,-45 77-34,-1 0 0,-1 0 0,-1-1 0,-1-1-1,0 1 1,-1 0 0,1-23 0,-1-135 0,-4 116 0,-1 46 2,-1 0 0,0 0 0,-1-1 0,0 1 0,-1 1 0,-9-20 0,0 3 7,-30-50-1,38 72-8,0 0 0,-1 0 0,-1 1 0,1 0 0,-1 0 0,-1 0 0,1 1 0,-15-10 0,1 4 4,-1 2 0,-25-10-1,-19-9 51,15-2-35,44 25-18,-1 1 1,1 0-1,-1 0 0,0 1 1,0 0-1,-1 1 0,1 0 1,-1 0-1,1 0 0,-17-1 1,-55 2 61,74 2-92,0 1-1,0 0 0,0 0 0,0 0 0,0 1 1,0 0-1,1 0 0,-1 0 0,1 1 0,-11 6 0,2 0-1884,3-6-4420,4-2-2807</inkml:trace>
</inkml:ink>
</file>

<file path=ppt/ink/ink2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6:49.12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475 43 1736,'0'0'8399,"-5"10"2609,6-8-10202,12-3-791,-1-1 1,1-1-1,0 0 1,-1-1-1,0 0 1,0 0 0,0-2-1,16-9 1,-17 10-11,-9 0 2294,-10 3-980,7 2-1264,0 0-1,0 0 1,1 0 0,-1 0-1,0 0 1,0 0-1,0 1 1,0-1 0,1 0-1,-1 0 1,0 1-1,0-1 1,1 1-1,-1-1 1,0 0 0,1 1-1,-1 0 1,0-1-1,1 1 1,-1-1-1,0 1 1,1 0 0,-1-1-1,1 1 1,0 0-1,-1-1 1,0 3-1,-18 52 1090,-8 24-192,-17 85 0,34-120-823,-2 0 1,-3-1 0,-20 43-1,-68 120 266,41-87-109,-141 220 80,196-330-358,0 2 0,1-1-1,1 1 1,-1 0-1,2 0 1,0 0-1,0 1 1,1-1-1,0 1 1,-1 14-1,4-25-18,6-30-3053,-5 1-4635,-1 18 996</inkml:trace>
</inkml:ink>
</file>

<file path=ppt/ink/ink2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6:49.12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1284 201 1176,'0'0'13543,"-7"-18"-8734,-7 12-4074,1 1 0,-1 1 0,0 0 0,0 0 0,0 2 0,-24-2 0,-96 2-648,81 3 550,10 1-489,0 1 0,0 2-1,0 3 1,1 1-1,0 1 1,1 3-1,1 2 1,-57 27 0,50-17-12,1 1 0,2 3 0,1 1 1,1 2-1,2 2 0,-57 61 0,75-70-16,1 1-1,1 1 0,2 1 0,-26 49 1,35-57-58,1 0-1,0 0 1,2 0 0,1 1 0,0 0-1,1 0 1,2 0 0,-1 27 0,2-38-44,1-1 0,1 1 0,0 0 1,0 0-1,1-1 0,0 1 0,0-1 1,1 0-1,5 10 0,-4-12-6,1 0 0,0-1 0,0 1 0,0-1 0,1 0 0,0 0-1,0-1 1,0 0 0,1 0 0,0-1 0,11 6 0,4 1 5,0-1-1,0-1 1,1-1 0,0-1 0,0-1-1,1-1 1,31 2 0,176-1 23,-160-7 7,-32 0-46,0-1 0,-1-3-1,1-1 1,-1-2 0,0-1-1,-1-2 1,0-2 0,48-23-1,-56 21-14,-2 0 0,0-1 0,-1-2 0,0-1 0,-2-1-1,0-1 1,-2-1 0,0-1 0,-1-1 0,29-45 0,-35 43 8,-1 0 0,-1-2 0,-2 1-1,0-1 1,-2-1 0,-2 0 0,7-45 0,-5-12-9,-4-115 0,-5 189 16,-1 1 1,-1 0-1,0 0 0,-1 0 0,0 1 0,0-1 0,-1 1 1,0 0-1,-1 0 0,-1 0 0,1 0 0,-1 1 0,-11-13 1,7 10 10,0 1 1,-1 0 0,0 1 0,-1 1-1,0-1 1,0 2 0,-1 0 0,0 0-1,-19-7 1,14 9-147,14 9-1283,27 15-1979,14-2-1392,7-2-2960</inkml:trace>
</inkml:ink>
</file>

<file path=ppt/ink/ink2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6:49.12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37 46 4217,'0'0'6163,"-24"-16"-3236,21 19 1539,2-6-160,-2-4-5170,-3-15 1445,6 23-552,1-1-1,-1 0 1,0 0 0,0 0-1,0 0 1,0 0-1,0 0 1,0 0 0,0 0-1,0 0 1,0 0 0,0 0-1,0 0 1,0 0-1,0 0 1,0 0 0,1 0-1,-1 0 1,0 0 0,0 0-1,0 0 1,0 0-1,0 0 1,0 0 0,0 0-1,0 0 1,0 0 0,0 0-1,0 0 1,1 0-1,-1 0 1,0 0 0,0 0-1,0 0 1,0 0 0,0 0-1,0 0 1,0 0-1,0 0 1,0 0 0,0 0-1,0 0 1,0 0 0,0-1-1,0 1 1,0 0-1,1 0 1,-1 0 0,0 0-1,0 0 1,0 0 0,0 0-1,0 0 1,0 0-1,0 0 1,21 31 3027,-9-11-3336,143 186 2242,-19-53-978,-77-91-546,-4 2 0,55 83-1,-83-103-214,3-2 0,1-1 0,2-2-1,2 0 1,1-3 0,46 37 0,-23-40 93,-21 4-197,-28-27-65,0 1 0,0-2 0,1 0 0,0 0 1,15 9-1,-3-6-49,-1 2 1,26 20-1,18 11-8,-3-3 3,-62-40-15,-1-1-106,-39-1-5620,13 0 1307,9 0-2213,3 0-5745</inkml:trace>
</inkml:ink>
</file>

<file path=ppt/ink/ink2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6:49.12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1235 203 6225,'0'0'11113,"-12"-9"-10144,2 1-655,0 0 0,-1 1 0,0 1 1,0 0-1,0 0 0,-1 1 1,0 0-1,-24-5 0,-61-3 1163,0 5 0,-121 6 0,144 2-1125,44 2-276,1 1 0,0 1 1,0 2-1,0 1 0,1 1 1,0 1-1,0 2 1,1 1-1,1 1 0,0 1 1,0 1-1,2 1 0,0 2 1,1 0-1,1 1 1,0 2-1,2 0 0,0 1 1,2 1-1,0 1 1,-27 50-1,36-52 3,1 0-1,2 1 1,0 0 0,2 0-1,0 0 1,2 1 0,0-1-1,2 1 1,3 37 0,-1-50-71,0-1 0,0 0 0,1 0 0,1 0 0,0 0 0,0 0 0,1-1 0,0 0 0,0 0 0,1 0 0,1-1 0,-1 1 0,1-2 0,0 1 0,10 7 1,3 2 25,0-1 1,2-1-1,0 0 1,44 21-1,-29-21 20,1-1-1,0-2 1,1-2-1,0-1 0,66 5 1,200-3 110,-285-11-157,14 0 26,5 1-2,-1-2 0,67-10 1,-91 8-25,-1-1-1,0 0 1,0 0 0,0-1 0,-1-1 0,0 0 0,0-1 0,0-1 0,-1 1 0,0-2 0,13-12 0,-4 2-5,0-2 1,-1 0-1,-2 0 1,0-2-1,-2 0 1,0-1-1,-1-1 1,-2 0-1,-1-1 1,0 0-1,-2-1 1,-1 0-1,-2 0 1,0 0-1,-2-1 1,2-42-1,-6 58-3,1-3 9,-1 0-1,0-1 0,-1 1 0,0 0 1,-1-1-1,-1 1 0,0 0 1,-2 0-1,1 1 0,-2 0 1,-10-21-1,-8-1 21,-1 1 0,-2 1 0,-2 1 1,-1 2-1,-1 1 0,-2 1 0,-36-25 0,63 51 6,1-1 0,-1 1 1,1 0-1,-1 1 0,0-1 0,0 1 0,0 0 0,-1 1 0,1-1 0,0 1 0,-1 1 0,1-1 0,-1 1 0,-10 1 0,16-1 134,1 10-7228,0-4 911</inkml:trace>
</inkml:ink>
</file>

<file path=ppt/ink/ink2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6:49.13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957 53 1168,'0'0'8525,"0"-38"1096,0 27-9347,0 11-228,0 0 0,0 0 0,-1-1 0,1 1 0,0 0 0,-1 0 0,1-1 0,0 1 0,0 0 0,-1 0 0,1 0 0,0 0 0,-1-1 0,1 1 0,0 0 0,-1 0 0,1 0 0,0 0 0,-1 0 0,1 0 0,0 0 0,-1 0 0,1 0 0,-1 0 0,1 0 0,0 0 0,-1 0 0,1 0 0,0 0 0,-1 0 0,1 1 0,0-1 0,-1 0 0,1 0 0,0 0 0,-1 0 0,1 1 0,0-1 0,0 0 0,-1 0 0,1 1 0,0-1 0,0 0 0,-1 0 0,1 1 0,0-1 0,0 0 0,0 1 0,-17 12 514,9 0-179,0 0 0,1 0 0,-7 17 0,-14 26 361,-43 75 1302,-14 22-1076,50-85-385,-85 206 481,33-66-634,87-207-429,-140 278 339,44-96-171,-33 55 723,39-83-452,89-155-446,0 1 1,0 0-1,1 0 1,-1 0-1,1 0 1,-1 0 0,1 0-1,-1 0 1,1 0-1,-1 0 1,1 0-1,0 0 1,0 0-1,-1 1 1,1-1-1,0 0 1,0 0-1,0 0 1,0 0 0,0 0-1,1 2 1,0-3-71,-1 0 0,1 0 0,-1 0 0,1 0 0,0 1 0,-1-1 0,1 0 0,0 0 1,-1 0-1,1 0 0,0 0 0,-1 0 0,1-1 0,-1 1 0,1 0 0,0 0 0,-1 0 1,1-1-1,-1 1 0,1 0 0,0-1 0,-1 1 0,1 0 0,-1-1 0,1 1 0,-1-1 0,1 1 1,-1 0-1,0-1 0,1 0 0,-1 1 0,1-1 0,-1 0 0,12-13-4009,-4-1-2260</inkml:trace>
</inkml:ink>
</file>

<file path=ppt/ink/ink2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6:49.13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1661 57 8194,'0'0'9837,"-31"-9"-8636,-6-3-813,15 4-115,0 1 0,0 1 1,-1 1-1,0 1 0,0 1 0,-31 0 1,-324 12 3293,323-3-3152,0 3 0,0 2 1,1 2-1,-92 36 0,102-30-285,1 3 0,0 1-1,2 2 1,1 2 0,1 1 0,2 3-1,0 1 1,3 1 0,0 2-1,-37 52 1,45-52-90,3 1 1,1 1 0,2 1-1,1 0 1,2 2 0,2 0-1,1 1 1,3 1-1,1 0 1,2 0 0,-5 78-1,14 220 539,5-302-496,1 1-1,2-1 1,1 0-1,2-1 1,2 0-1,1-1 1,2-1-1,1-1 1,34 48 0,-40-66-66,0 0 0,2-1 0,0 0 1,1-1-1,0 0 0,1-1 1,0-1-1,1-1 0,1 0 1,35 15-1,-26-15 15,0-2 1,1-1 0,0-2-1,0 0 1,1-2-1,0-1 1,36-1-1,-45-2-13,27 1 16,-1-2-1,1-2 1,73-15 0,-70 5-31,-1-3 0,-1-1 0,0-3 0,-1-1 0,-1-3 0,-2-2 0,43-32 0,-55 34 1,0-2 1,-3-2-1,0 0 0,-2-2 1,0-1-1,-3-2 0,-1 0 0,-1-1 1,26-55-1,24-73-111,86-291 0,-149 420 66,-2-2-1,-1 1 1,3-64 0,-9 84 21,0 0 1,-1-1-1,0 1 1,-1 1-1,-1-1 0,0 0 1,-1 0-1,0 1 1,-1 0-1,-1 0 0,0 0 1,-9-14-1,0 9 11,0 0 0,-1 1 0,-1 1 0,0 0 0,-1 1 0,-1 1 0,0 1 0,-1 1 0,-39-18 0,-14-1 12,-119-31 0,73 25 6,87 21 40,29 13-47,0 1 0,0 0 0,-1 0 0,1 0 0,-1 1 1,0-1-1,1 1 0,-1 0 0,0 0 0,0 0 0,-4 0 1,7 1 9,-6 19-596,7-11-463,0-6 600,-1 0 0,1 0-1,0 0 1,0 1 0,0-1-1,0 0 1,1 0-1,-1 0 1,1-1 0,-1 1-1,1 0 1,-1 0 0,1 0-1,0 0 1,0 0 0,2 2-1,8 3-5881</inkml:trace>
</inkml:ink>
</file>

<file path=ppt/ink/ink2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6:49.13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149 135 3265,'0'0'14664,"-13"-22"-14532,6-4-117,7 23-14,-1 1 1,1-1-1,-1 1 1,0-1-1,1 1 1,-1 0-1,0-1 1,0 1-1,0 0 1,-1 0-1,1 0 1,0 0-1,-1 0 1,0 0-1,-1-2 1,-42-29 511,42 31-139,-25-10 4726,28 12-5044,-1 0 1,0 0-1,1-1 0,-1 1 0,1 0 0,-1 0 1,0 0-1,1 0 0,-1 0 0,0 0 1,1 0-1,-1 0 0,0 0 0,1 0 0,-1 0 1,0 0-1,1 0 0,-1 1 0,0-1 1,1 0-1,-1 0 0,1 1 0,-1-1 0,1 0 1,-1 1-1,1-1 0,-1 1 0,1-1 0,-1 1 1,1-1-1,-1 1 0,1-1 0,0 1 1,-1-1-1,1 1 0,0 0 0,-1-1 0,1 1 1,0-1-1,0 1 0,-1 1 0,-6 61 589,2 1 1,5 87-1,1-66-416,4 18 259,5-1-1,33 143 1,-20-129-138,12 166 0,-33 3 19,3 37 14,9-173-226,3 68 107,-17 24-418,0-243-335,-1 0 1,1 1 0,0-1-1,0 0 1,-1 1-1,1-1 1,-1 0 0,0 1-1,1-1 1,-1 1-1,0-1 1,0 1 0,0-1-1,0 1 1,0 0-1,0-1 1,-2 0 0,-9-8-6401</inkml:trace>
</inkml:ink>
</file>

<file path=ppt/ink/ink2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6:49.13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1643 174 11963,'0'0'4172,"-33"-10"-2765,-3-2-956,7 2-35,0 1 0,-1 1 0,0 2 1,0 0-1,-37 0 0,-15 2 922,-131 11 0,169-1-952,0 1 0,1 2 0,0 2 0,-71 27 0,68-17-159,2 2 1,0 2-1,2 2 0,1 1 1,1 3-1,1 1 0,2 1 1,2 2-1,-53 67 0,45-44-108,2 2 0,3 2 0,3 2 0,2 1 0,3 1 0,-23 77 0,42-102-43,1 0 0,2 0-1,-4 59 1,6 128 330,6-211-381,1 8 6,1 1 1,1-1-1,1 0 1,1 0-1,1-1 1,1 1-1,1-1 1,2-1-1,0 0 1,1 0-1,2-1 1,29 41-1,-28-45 0,0-1 0,2-1 0,0-1 0,0 0 0,2-1 0,-1 0 0,2-2 0,0 0-1,0-1 1,1-1 0,1-1 0,-1-1 0,1-1 0,1 0 0,22 3 0,-16-5 28,1-1 0,0-2 1,0 0-1,0-2 0,0-2 1,0 0-1,-1-2 0,1-1 1,-1-1-1,0-2 1,49-19-1,-5-6-39,-2-3-1,-1-3 1,-2-3 0,75-63-1,-99 70-17,-3-3 0,-1-1 0,-2-2-1,-2-1 1,-1-2 0,53-94 0,-74 112 5,-1-1 1,-1-1-1,-2 1 1,0-2 0,-2 1-1,3-31 1,-2-12 1,-3-96 1,-6 129-5,-3 1 0,-1 0 0,-1 0 0,-3 0 1,0 1-1,-3 0 0,-29-64 0,17 53-2,-1 1-1,-2 1 0,-3 2 1,-1 0-1,-40-40 1,42 53-2,-1 2 0,-2 1 1,-1 1-1,-1 2 0,-1 2 1,-1 1-1,0 1 0,-2 2 1,0 2-1,-56-15 0,54 23-6,40 37-39,1-26-12,-1 1-1,0-1 1,1 0 0,0 0 0,-1 1-1,1-1 1,0 0 0,1 0 0,-1 0-1,1 0 1,-1 0 0,1-1 0,0 1-1,0 0 1,0-1 0,0 1 0,0-1-1,1 0 1,-1 1 0,1-1 0,0 0-1,5 2 1,-1 0-844,0-1-1,0 0 1,1 0-1,-1-1 1,1 1-1,-1-2 1,1 1-1,13 0 1,11-2-5239</inkml:trace>
</inkml:ink>
</file>

<file path=ppt/ink/ink2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6:49.13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784 59 5169,'0'0'9098,"0"-10"-8123,0-18-393,0 8 5867,-14 40-4230,9-3-1945,-2 0 0,0 0 0,-1 0 0,-13 20-1,1-1-74,-128 278 1535,-22 133 181,167-439-1892,-36 111 174,-113 314 587,75-211-383,18-44-170,38-100-63,17-59-116,-1 0 0,0-1-1,-12 25 1,15-34 1293</inkml:trace>
</inkml:ink>
</file>

<file path=ppt/ink/ink2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6:49.13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1478 203 11162,'0'0'2238,"-36"-9"-712,-7-2-1001,-20-5 895,-92-12 0,98 22-542,-1 1 1,0 4-1,-92 8 1,112-2-544,0 2 1,0 1 0,0 2-1,1 1 1,1 3 0,-50 24-1,48-16-218,1 1 0,1 2 0,0 2 0,3 1 0,0 2 0,2 1 0,1 1 0,1 1 0,2 2 0,2 1 0,1 1 0,2 1 0,1 1 0,2 1 0,2 0-1,2 2 1,1 0 0,-12 69 0,11-1-69,-2 154 0,16-246 1,1-1-1,0 1 1,2-1-1,0 0 1,1 1-1,1-1 1,0-1-1,1 1 1,1-1-1,14 28 1,-10-26 53,1 0-1,0-1 1,1-1 0,1 0 0,1 0 0,27 23 0,-30-31-69,-1 0 0,2 0 0,-1-2 0,1 1 1,-1-2-1,2 1 0,-1-2 0,1 1 0,-1-2 0,1 0 1,23 3-1,5-3 27,1-1 1,0-3 0,0-1-1,-1-2 1,1-2 0,-1-1-1,57-19 1,-64 15-41,0-2-1,0-1 1,-2-2-1,52-33 1,-64 35-2,0-1 0,-2-1 0,0-1 0,0 0 0,-2-1 1,0-1-1,25-40 0,17-47 16,-4-1 0,-6-4 0,49-159 0,-81 220-33,-3-1 1,-1 0 0,-3-1-1,-2 0 1,0-61-1,-7 102 3,-1-1 0,0 1 0,-1 0-1,0 0 1,-1 0 0,0 0 0,-1 1 0,0-1 0,0 1-1,-1 0 1,-12-18 0,6 13-2,-1 0 0,-1 1 0,0 1 0,0 0 0,-1 1 0,-25-16 0,-6 1 0,-1 1 0,-1 3 0,-2 3 1,-57-18-1,-99-18 333,184 50-629,29 9-2357,23 9-1953,-6-5-1264</inkml:trace>
</inkml:ink>
</file>

<file path=ppt/ink/ink2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6:49.13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6 1 4905,'0'0'10178,"-6"0"-3558,243 0-6373,-236 1-226,0 0 0,-1 0 0,1 0 0,0 1-1,-1-1 1,1 0 0,0 0 0,-1 1 0,1-1 0,-1 0 0,0 1 0,0-1 0,1 0 0,-1 1-1,0-1 1,0 0 0,0 1 0,0-1 0,-1 3 0,-3 32 597,0-30-517,0-1 0,-1 1 0,0-1-1,0 1 1,0-1 0,0-1 0,-1 1-1,-12 7 1,-55 27 299,60-32-254,76-4-69,-54-3-78,-1-1-3,-1 1 0,0 0 0,1 1-1,-1-1 1,0 1 0,1 1 0,12 3 0,-18-3 0,0-1 1,0 1-1,0 0 1,0-1-1,0 1 1,0 0-1,-1 0 1,1 0-1,-1 0 1,1 1-1,-1-1 1,0 0-1,1 1 1,-1-1-1,-1 1 1,1-1-1,0 1 1,0-1-1,-1 1 1,0-1-1,1 1 1,-1 0-1,0-1 1,0 1-1,-1 3 1,1 2 2,0-1 0,0 0 1,-1 1-1,0-1 1,0 0-1,0 0 1,-1 0-1,-1 0 1,1 0-1,-7 12 1,7-16 55,-1 0 1,0 0-1,1 0 1,-1 0-1,0 0 1,0-1-1,-1 0 1,1 1-1,-1-1 1,1-1-1,-1 1 1,1 0-1,-1-1 1,0 0-1,0 0 1,0 0-1,0 0 1,0 0-1,0-1 1,0 0-1,0 0 1,-4 0-1,4 0 26,0-1-1,1 1 0,-1 0 1,0-1-1,0 0 0,1 0 1,-1 0-1,1-1 0,-1 1 1,1-1-1,-1 0 0,1 0 0,0 0 1,0 0-1,0 0 0,0-1 1,0 1-1,0-1 0,1 0 1,-1 0-1,1 0 0,-3-5 1,-6 5-109,10 3-211,5 0-3413,45 2-4401,-12 8 1678</inkml:trace>
</inkml:ink>
</file>

<file path=ppt/ink/ink2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6:49.13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161 2 1744,'0'0'13934,"0"-2"-11491,-1 5-1280,-3 4-802,0 0 0,-1-1-1,0 0 1,0 0 0,0 0 0,-1 0 0,-8 6-1,-14 15 391,13-11-395,-32 46 113,43-56-467,2-1 0,-1 1 1,0 0-1,1 0 0,0 0 1,1 0-1,-1 0 1,1 0-1,1 0 0,-1 10 1,1-15-2,0-1 1,1 1 0,-1-1-1,0 1 1,1-1-1,-1 1 1,0-1 0,1 0-1,-1 1 1,1-1-1,-1 0 1,1 1-1,-1-1 1,1 0 0,-1 1-1,1-1 1,-1 0-1,1 0 1,-1 0 0,1 1-1,0-1 1,-1 0-1,1 0 1,-1 0 0,1 0-1,-1 0 1,1 0-1,0 0 1,24-1 35,-19 1-38,340 0-1370,-349 0 989,-12-1-3697,2-4-3908,12 2 2873</inkml:trace>
</inkml:ink>
</file>

<file path=ppt/ink/ink2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6:49.13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75 0 9562,'0'0'12797,"-12"29"-11580,-35 90-265,44-114-835,1 1-1,0 0 1,0 0 0,0 0 0,1 0-1,0 1 1,0-1 0,0 0 0,1 0-1,0 1 1,0-1 0,1 7 0,1 9-851,0-19 102,-1 0-1,0 0 1,1-1 0,-1 1-1,1 0 1,0-1 0,0 1-1,0-1 1,0 0 0,0 0-1,0 0 1,5 4 0,17 7-5522</inkml:trace>
</inkml:ink>
</file>

<file path=ppt/ink/ink2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6:49.13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102 45 928,'0'0'12832,"1"-7"-11206,1-3-1049,0-3-2,0-2 5771,-5 16-6137,0 0 1,0-1-1,0 1 1,0 1 0,1-1-1,-1 0 1,0 1 0,1-1-1,-3 3 1,-8 12 323,3-5-388,1 0 0,1 0-1,0 1 1,-9 18-1,17-29-150,0-1 0,0 1 0,0-1 1,0 1-1,0-1 0,0 1 0,0-1 0,1 1 0,-1-1 0,0 1 0,0-1 0,0 0 0,1 1 0,-1-1 0,0 1 0,1-1 0,-1 0 1,0 1-1,1-1 0,-1 0 0,1 0 0,-1 1 0,0-1 0,1 0 0,-1 0 0,1 1 0,-1-1 0,1 0 0,-1 0 0,1 0 0,-1 0 1,0 0-1,1 0 0,-1 0 0,1 0 0,-1 0 0,1 0 0,-1 0 0,1 0 0,-1 0 0,2 0 0,24 0 47,-23 0-66,11-1-27,1 2 0,0 0 0,-1 1 0,28 7 0,-40-9 46,0 0 0,0 1-1,1 0 1,-1-1 0,0 1 0,0 0 0,0 0 0,0 0 0,0 0 0,0 0-1,0 1 1,-1-1 0,1 1 0,0-1 0,-1 1 0,1 0 0,-1-1 0,1 1-1,-1 0 1,0 0 0,0 0 0,0 0 0,0 0 0,0 0 0,0 0-1,-1 1 1,1-1 0,-1 0 0,1 0 0,-1 0 0,0 1 0,0-1 0,0 0-1,0 0 1,0 1 0,-1-1 0,1 0 0,0 0 0,-1 1 0,0-1 0,-1 4-1,-3-2 28,1 0-1,0 0 1,-1 0-1,0 0 1,0-1-1,0 0 0,-1 0 1,1 0-1,-1-1 1,1 0-1,-7 2 1,3 0-20,-47 11 98,46-14-77,0 2 1,0-1-1,-19 9 0,25-10 1735,1 0-6086,9-12-11913</inkml:trace>
</inkml:ink>
</file>

<file path=ppt/ink/ink2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6:49.14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30 4889,'0'0'13215,"3"-2"-11896,3-2-885,1 0 0,0 1-1,0 0 1,0 0 0,0 1 0,0 0 0,0 0 0,1 1-1,8-1 1,75 1-347,-8 1-3925,-76 6-6146</inkml:trace>
</inkml:ink>
</file>

<file path=ppt/ink/ink2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6:49.143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0 100 5297,'0'0'10792,"1"-6"-10052,0 4-687,-1 0 0,1 0 0,-1 0 1,1 0-1,0 0 0,0 1 0,0-1 0,0 0 1,0 0-1,0 1 0,0-1 0,1 1 0,-1-1 0,1 1 1,-1-1-1,1 1 0,-1 0 0,1 0 0,2-2 1,48-15 893,19 3-815,-1 3 0,2 4-1,-1 2 1,90 6 0,-160 1-134,0 1 0,-1 0 0,1 0-1,-1 0 1,1-1 0,-1 1 0,0 0 0,0 0 0,0 0 0,0 0 0,0 0 0,0 3 0,-1-3 10,1 3 12,0 0-1,-1 0 0,0 0 1,0 0-1,-1-1 0,1 1 1,-1 0-1,0-1 0,0 1 1,-1-1-1,1 1 0,-1-1 1,0 0-1,0 0 1,0-1-1,-1 1 0,1 0 1,-1-1-1,-5 3 0,-25 30 21,32-32-47,1-1 0,0 1 0,-1 0 0,1 0 0,1-1 0,-1 1 0,1 0 0,-1 0 0,1 0 0,0 0 0,0 0 0,1 0 0,-1 0 0,1 0 0,0 0 0,0-1 0,0 1 0,0 0 0,1-1 0,0 1 0,0 0 0,0-1 0,0 0 0,0 0 1,3 4-1,17 12-254,-9-9 180,0 1 0,-1 0 0,-1 0-1,0 1 1,0 1 0,-1 0 0,13 23 0,-23-35 85,0 0 0,0 0 0,0 0 0,0-1 1,0 1-1,0 0 0,0 0 0,-1-1 0,1 1 0,0 0 0,0 0 0,-1-1 0,1 1 1,-1 0-1,1-1 0,0 1 0,-1-1 0,1 1 0,-1 0 0,0-1 0,1 1 0,-1-1 0,1 1 1,-1-1-1,0 0 0,1 1 0,-1-1 0,0 1 0,0-1 0,1 0 0,-1 0 0,0 0 1,0 1-1,1-1 0,-1 0 0,0 0 0,0 0 0,-1 0 0,-39 6 572,33-5-508,-68 14 652,55-10-80,0-1 1,0 0-1,-25 0 0,45-4 485,2 9-10511,4-5 4284</inkml:trace>
</inkml:ink>
</file>

<file path=ppt/ink/ink2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6:49.144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14 61 3753,'0'0'14930,"8"-1"-14333,27-13-472,-13 5-110,-1 1-1,1 1 1,1 0-1,-1 2 1,35-4-1,39 8-54,-94 24-131,-3-16 228,0-1 0,0 1-1,0-1 1,0 0-1,-1 0 1,0 0 0,-1 0-1,1 0 1,-1 0 0,-7 10-1,-45 54 100,27-35-148,-8 6 19,-1-2 1,-62 51-1,96-87-32,-1 1 1,1-1-1,0 1 1,0 0-1,0 0 1,0 0-1,0 0 0,1 1 1,0-1-1,0 1 1,0-1-1,1 1 1,-1 0-1,1 0 1,0-1-1,1 1 1,-1 6-1,1-11 12,1 1-1,0 0 0,0-1 1,-1 1-1,1 0 0,0-1 1,0 1-1,0-1 0,-1 1 1,1-1-1,0 0 0,0 1 1,0-1-1,0 0 0,0 0 1,0 1-1,0-1 0,0 0 0,0 0 1,0 0-1,0 0 0,0 0 1,1-1-1,33 1 148,-28 0-97,84 2 306,-39 0 99,87-7-1,-117-2-97,6-1 8,-11 8-6612,-7 3 1285</inkml:trace>
</inkml:ink>
</file>

<file path=ppt/ink/ink2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6:49.14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17 7154,'0'0'8364,"2"-16"-2912,-4 16-3889,3 12-865,-1 0-1,2 0 1,0 0 0,0 0-1,5 15 1,23 108 316,-23-105-918,-1 1 1,2 51-1,-2-11 193,0 57 388,-6-128-635,17 0-1211,-11 1-3286,-3 11-14302</inkml:trace>
</inkml:ink>
</file>

<file path=ppt/ink/ink2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6:49.14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372 3 4609,'-1'-2'10862,"1"2"-10644,-10 9-131,0 1 0,0 1 0,1-1 0,-8 15 0,5-9-4,-83 97 1310,-35 50-186,125-156-1190,0-1 1,-1-1 0,1 1-1,-1-1 1,0 0 0,-1 0 0,1-1-1,-1 0 1,0 0 0,-10 4-1,68-5 812,95-14-703,-112 7-107,-17 2 22,0 0 1,0 1-1,0 1 1,0 0-1,0 2 1,0 0-1,0 1 1,-1 0-1,1 1 1,18 8-1,-27-8 146,0 0 0,1-1 0,-1 0 0,1-1 0,-1 0 0,1 0 0,15 1 0,-23-3 245,-1 0-482,0 0 0,0 0-1,1 0 1,-1 0 0,0 0-1,1 0 1,-1 0-1,0 0 1,0-1 0,1 1-1,-1 0 1,0 0-1,0 0 1,1 0 0,-1 0-1,0 0 1,0-1-1,0 1 1,1 0 0,-1 0-1,0 0 1,0-1 0,0 1-1,0 0 1,1 0-1,-1-1 1,0 1 0,0 0-1,0 0 1,0-1-1,0 1 1,0 0 0,0 0-1,0-1 1,0 1 0,1 0-1,-1 0 1,0-1-1,0 1 1,-1 0 0,1 0-1,0-1 1,0 1-1,0 0 1,0-1 0,-1-32-6493,-4 17 886</inkml:trace>
</inkml:ink>
</file>

<file path=ppt/ink/ink2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6:49.14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129 3 5097,'0'0'5989,"0"0"-5740,0 0-1,-1 0 0,1-1 1,-1 1-1,1 0 0,0 0 1,-1-1-1,1 1 0,-1 0 1,1 0-1,-1 0 0,1 0 1,-1 0-1,1 0 0,-1 0 1,1 0-1,-1 0 0,1 0 1,-1 0-1,1 0 0,-1 0 1,1 0-1,-1 0 0,-9 23 541,2 1 0,1-1 0,-8 45 0,1-5-511,-48 190 290,61-228-357,1-20-7408</inkml:trace>
</inkml:ink>
</file>

<file path=ppt/ink/ink2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6:49.14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230 49 6945,'-1'-3'422,"0"0"0,0 0 0,0 0 0,-1 0 0,1 0-1,-1 0 1,0 1 0,0-1 0,0 0 0,0 1-1,0 0 1,0-1 0,-1 1 0,1 0 0,-1 0-1,-3-2 1,4 4-221,0-1-1,0 1 1,0-1 0,0 1-1,0-1 1,0 1 0,0 0-1,0 0 1,0 0 0,0 0 0,0 1-1,0-1 1,0 1 0,0-1-1,0 1 1,0-1 0,0 1-1,0 0 1,1 0 0,-1 0-1,0 0 1,0 0 0,1 0-1,-1 1 1,1-1 0,-1 1-1,-1 2 1,-2 2 23,0 0 1,0 1-1,1-1 0,0 1 1,1 0-1,-1 0 1,1 1-1,1-1 0,-1 1 1,1-1-1,1 1 0,-2 15 1,0 12 123,3 57 0,1-58-130,6 354 603,-10-197 177,1-145-882,-68 721 371,62-721-544,6-44-645,0-8-203,-1-13-1142,3 17 1825,-4-50-3654,-3-76-1252</inkml:trace>
</inkml:ink>
</file>

<file path=ppt/ink/ink2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6:49.14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261 356 5081,'20'14'8665,"6"6"-6156,-9-16-2128,0 0-1,0-1 0,0 0 0,1-1 1,20-1-1,-7 0-88,53 1 246,121-13-1,91-26-524,-88 10 18,233-19-21,339-41 51,-512 52 117,174-19 182,3 34 321,-191 25-587,270 2-132,-5-28-107,-352 5 145,401-17 9,-90 49 149,31 1-158,-2-33-10,727-35-845,-733 79 703,-452-23 140,237 19-20,-195-21 43,102-8-1,-178 4 14,-9 1 60,-1 0-1,1-1 0,-1 0 0,1 0 1,0 0-1,6-3 0,-19 7 733,4-2-788,0 0 1,1 0-1,-1 0 1,1 1-1,-1-1 0,1 1 1,0-1-1,0 1 1,0 0-1,-3 2 0,-8 11 111,2 1-1,-1 0 1,2 0-1,0 1 0,-9 23 1,-33 98 363,36-93-417,-38 126 348,7 2-1,-35 248 1,69-334-219,-73 618 921,85-692-1133,-2 7 19,2-20-21,1 0 1,-1 0-1,0 0 0,0 1 1,0-1-1,1 0 0,-1 0 1,0-1-1,0 1 0,1 0 1,-1 0-1,0 0 0,0 0 1,1-1-1,-1 1 0,0 0 1,0-1-1,1 1 0,-1 0 1,0-1-1,1 1 0,-1-1 1,1 1-1,-1-1 1,1 1-1,-2-2 0,-4-2-36,-1 0 0,0 1 0,-1 0 0,1 0-1,-1 0 1,1 1 0,-1 0 0,-13-1 0,-69-2-264,71 4 277,-843 40-993,684-17 805,77-8 190,-169 1 0,-178-53 25,-94-1 6,-288 7 302,504 3-223,-533 19 0,680 9 46,-226-29 1,184 10-119,89 13 209,-1 6 0,-216 27 0,-60 39-59,375-61-163,-346 36 16,232-34 4,-158-14 0,-99-6-40,329 16 5,0 4 0,1 4-1,-98 24 1,128-22 7,-1-2-1,-1-2 1,1-3 0,-1-1 0,-74-4 0,-325-14 20,414 12-12,0 1 0,1 1 0,-57 9 0,93-10-11,5-1-459,0 0 1,0-1 0,-1 0-1,16-7 1,25-15-4179</inkml:trace>
</inkml:ink>
</file>

<file path=ppt/ink/ink2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6:49.15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102 27 4833,'-2'2'2197,"-12"11"1087,14-13-3215,0 0 0,0 0 0,0 0 0,-1 0-1,1 0 1,0 0 0,0 1 0,0-1 0,-1 0 0,1 0 0,0 0 0,0 0 0,0 0 0,0 0 0,0 0 0,-1 1 0,1-1-1,0 0 1,0 0 0,0 0 0,0 0 0,0 0 0,0 1 0,-1-1 0,1 0 0,0 0 0,0 0 0,0 1 0,0-1 0,0 0 0,0 0-1,0 0 1,0 0 0,0 1 0,0-1 0,0 0 0,0 0 0,0 0 0,0 1 0,0-1 0,0 0 0,0 0 0,0 0 0,0 1 0,1-1-1,-1 0 1,0 0 0,0 0 0,0 0 0,0 1 0,0-1 0,0 0 0,1 0 0,-1 0 0,0 0 0,1 0-33,0 0 0,-1 0 0,1 0 1,0 0-1,-1-1 0,1 1 1,0 0-1,0-1 0,-1 1 0,1 0 1,-1-1-1,1 1 0,0-1 0,-1 1 1,1-1-1,-1 1 0,1-1 0,-1 1 1,1-1-1,-1 0 0,1 1 1,-1-1-1,0 0 0,1 1 0,-1-1 1,0 0-1,0 1 0,0-1 0,1 0 1,-1 0-1,0 1 0,0-1 0,0 0 1,0 0-1,0 1 0,0-1 0,-1-1 1,-3-27 4,-20 105 5929,13-20-5026,2 1 1,-1 93-1,15 117-465,1-81-362,-19 127-76,2 69-21,13-355-339,8 33 0,0 2-614,-10-61 598,0 0-1,-1 0 1,1 0 0,0 1-1,0-1 1,-1 0-1,1 0 1,-1 0-1,1 0 1,-1 0-1,1 0 1,-1 0 0,0 0-1,1 0 1,-1 0-1,0 0 1,0 0-1,0 0 1,1-1 0,-1 1-1,0 0 1,0-1-1,0 1 1,0 0-1,-1-1 1,1 1-1,0-1 1,0 0 0,0 1-1,0-1 1,0 0-1,-1 0 1,1 0-1,0 0 1,-2 0-1,-16 3-3876</inkml:trace>
</inkml:ink>
</file>

<file path=ppt/ink/ink2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6:49.15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27 110 7410,'-4'8'7892,"5"-5"-5535,4-7-1045,-3 1-1279,-1-1-1,0 0 1,0 1 0,0-1 0,0 0 0,-1 0 0,0 1-1,0-6 1,1-2-30,10-56 185,-13 67 379,-1 6-188,-4 10 70,-4 32 247,2 0-1,2 0 1,-2 77-1,23 149 539,7-87-906,9 96 178,-24-189-386,-6 94 0,-5-143-320,-12 58 0,8-61-248,-4 61 1,15-84-801,4-50-8852</inkml:trace>
</inkml:ink>
</file>

<file path=ppt/ink/ink2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6:49.15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0 180 6649,'5'-27'6782,"13"-14"-3973,-13 33-2423,-1 0 0,-1 0 0,1-1 1,2-11-1,4-26 1290,-7 33-698,-6 36-58,-5 30-428,3 0-1,3 0 1,1 0 0,3 0 0,16 91 0,-14-117-363,38 215 1037,-30-175-1131,76 444 197,-74-388-551,-4 1 1,-9 158 0,-2-247 139,0-17-477,1-1 0,-2 0-1,-6 30 1,7-43-646,1-6-854,2-7 223,6-37-3645</inkml:trace>
</inkml:ink>
</file>

<file path=ppt/ink/ink2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6:49.15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149 0 5177,'-7'8'2070,"0"-1"0,1 1 0,0 0 1,-9 16-1,10-14-1680,1 1 1,-1 0 0,2 0 0,0 0 0,0 0 0,1 1-1,0-1 1,1 1 0,1-1 0,-1 1 0,3 11 0,-1 93 848,-4 0 0,-22 129 0,1 2-282,10 405-564,17-448-2446,-4-201-745,-3-12-952,-10-26-2316</inkml:trace>
</inkml:ink>
</file>

<file path=ppt/ink/ink2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6:49.15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222 23 2264,'0'-1'430,"0"-1"0,0 1-1,0 0 1,0-1 0,0 1-1,-1-1 1,1 1-1,0 0 1,-1-1 0,1 1-1,-1 0 1,1-1-1,-1 1 1,0 0 0,-1-2-1,-3 5 2873,1 10-545,3-4-1789,1 0 0,1-1 0,-1 1 0,1-1 1,0 1-1,5 13 0,1 16 243,-3 7-448,-2 0 0,-6 67 0,-20 89 198,17-155-674,-45 394 539,34 3-176,24-319-373,22 124-1,-27-235-231,0-1 0,-1 0 0,-1 1 0,-2 15 0,1-18-38,1-1 0,0 1 0,1-1-1,0 1 1,0-1 0,1 1 0,0-1 0,3 14 0,-41-56-4414,1 3-1763,-47-26-3641</inkml:trace>
</inkml:ink>
</file>

<file path=ppt/ink/ink2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6:49.15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45 5361,'-1'-9'2899,"1"-14"647,0 22-3292,0 1 1,0-1-1,0 1 1,0-1-1,0 1 1,0-1-1,0 1 1,0-1-1,1 1 1,-1-1-1,0 1 1,0-1-1,0 1 1,0 0-1,1-1 1,-1 1-1,0-1 1,0 1-1,1 0 1,-1-1-1,0 1 1,1 0-1,-1-1 1,0 1-1,1 0 1,-1-1-1,1 1 1,-1 0-1,1 0 1,-1 0-1,1-1 1,0 1 374,8 39 3094,-1-10-3017,-6-11-558,-1 0 0,-1 0-1,-3 31 1,0 11-110,2-60-91,1 0 0,0 1 0,0-1 0,0 0-1,0 0 1,0 0 0,0 0 0,0 0-1,0 1 1,0-1 0,0 0 0,0 0-1,0 0 1,0 0 0,0 1 0,0-1-1,0 0 1,0 0 0,0 0 0,0 0-1,0 1 1,1-1 0,-1 0 0,0 0 0,0 0-1,0 0 1,0 0 0,0 1 0,0-1-1,0 0 1,1 0 0,-1 0 0,0 0-1,0 0 1,0 0 0,0 0 0,0 0-1,1 1 1,-1-1 0,0 0 0,0 0-1,0 0 1,0 0 0,1 0 0,-1 0 0,0 0-1,0 0 1,0 0 0,0 0 0,1 0-1,-1 0 1,13-10-3921,18-24-1726</inkml:trace>
</inkml:ink>
</file>

<file path=ppt/ink/ink2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6:49.15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313 94 4505,'0'0'12276,"1"-6"-11509,4-65 2435,-5 70-3183,0 0-1,-1 0 1,1 0 0,-1 0 0,1 0 0,-1 1-1,1-1 1,-1 0 0,0 0 0,0 1 0,1-1 0,-1 0-1,0 1 1,0-1 0,1 1 0,-1-1 0,0 1-1,0-1 1,0 1 0,0 0 0,0-1 0,0 1 0,0 0-1,0 0 1,0 0 0,0-1 0,0 1 0,0 0-1,-1 1 1,-38-3-32,33 3 43,-5-2-32,1 2 0,0-1 0,0 2 0,0-1 1,0 2-1,0-1 0,0 2 0,0-1 0,1 1 0,-1 1 0,1 0 0,0 0 0,1 1 0,-1 1 0,1-1 0,1 1 0,-1 1 0,1 0 0,-8 9 1,11-8-4,0 0 0,0 0 1,1 0-1,0 0 0,1 1 1,0 0-1,0-1 0,1 1 1,0 0-1,1 0 1,0 0-1,1 1 0,0-1 1,1 0-1,0 0 0,0 0 1,1 0-1,0 0 0,1 0 1,5 12-1,-6-18 6,0 0 0,0 0-1,1 0 1,0 0-1,0-1 1,0 1 0,0-1-1,0 1 1,1-1 0,-1 0-1,1 0 1,0-1 0,0 1-1,0-1 1,0 0 0,0 0-1,9 2 1,-2-1 21,1-1 0,0-1-1,1 0 1,-1 0 0,21-3 0,-27 2-14,0-1-1,0-1 1,0 1 0,-1-1 0,1 0-1,0-1 1,-1 1 0,0-1 0,0 0 0,0 0-1,0-1 1,0 1 0,0-1 0,-1 0-1,0-1 1,0 1 0,0-1 0,0 0-1,3-6 1,5-9 12,-1 0-1,-1 0 1,14-38-1,-19 43 85,0-1 0,-1 1 0,0-1 0,-1 0 0,1-30 0,-4 45 778,-7 27-17,2-13-593,1-5-192,1-1 0,0 0 1,1 1-1,0 0 0,0-1 0,0 1 0,1 0 0,0 0 0,1 0 1,0 0-1,0 0 0,2 13 0,0-19-71,0 0 0,0 0 0,-1 0 0,2 0 0,-1 0 0,0 0 0,0-1 0,0 1 0,1-1 0,-1 1 0,1-1 0,-1 0 0,1 0 0,-1 0 0,1-1 0,0 1 0,0 0 0,-1-1 0,4 1-1,58 4 136,-58-5-142,181 1-6037,-108-1 1595,-56 0-4209</inkml:trace>
</inkml:ink>
</file>

<file path=ppt/ink/ink2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6:49.15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6 7618,'0'0'9359,"4"-3"-8580,-4 3-734,1-1 0,-1 1 0,1 0 0,-1 0 0,0 0 0,1-1 0,-1 1-1,1 0 1,-1 0 0,1 0 0,-1 0 0,1 0 0,-1 0 0,1 0 0,-1 0 0,1 0 0,-1 0 0,1 0 0,-1 0 0,1 0 0,-1 0 0,1 0 0,-1 1 0,0-1 0,1 0 0,-1 0 0,1 1 0,-1-1 0,0 0 0,1 0 0,-1 1 0,1-1 0,-1 0-1,0 1 1,1-1 0,-1 1 0,0-1 0,0 0 0,1 1 0,-1-1 0,0 1 0,0-1 0,0 1 0,9 36 1567,-7 64 451,-2-78-1759,0 398 931,0-408-1203,2-1-1,0 0 1,0 0-1,5 14 1,-4-15-537,0 1 0,-1-1 0,0 1 0,0 13 0,-2-65-9749,0 6 3768</inkml:trace>
</inkml:ink>
</file>

<file path=ppt/ink/ink2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6:49.15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142 282 4641,'0'0'9449,"23"-18"-8985,78-58 19,-92 69-403,1 1 1,0 0-1,0 0 1,1 1-1,-1 1 1,1-1-1,0 2 1,0-1 0,1 2-1,12-3 1,13-2 163,588-114 1487,-622 121-1697,21-4 539,1 2 1,46 1-1,-68 2-478,-1 0 0,0 1 0,0-1 0,0 0 0,0 1 0,0-1 0,0 1 0,0 0 0,-1 0 0,1 0 0,0 0 0,-1 0 0,0 0 0,1 0 0,-1 0 0,0 1 0,0-1 0,0 0 0,-1 1 0,2 3 0,14 54 1079,-15-57-1165,14 99 598,-5 1 1,-3 0-1,-10 125 0,1-70-533,15-74-15,-13-83 329,-39-10-125,4-1-294,-45 2-46,-151 5 1,126 4 39,-80 4 37,0 8 0,-190 39 0,341-48-2,33-4-20,40 0-281,0-3-132,-35 2-56,1 0-1,-1 0 1,0 0 0,1-1-1,-1 0 1,0 0-1,0 0 1,0 0 0,0-1-1,4-3 1,11-10-3126,1-3-3259</inkml:trace>
</inkml:ink>
</file>

<file path=ppt/ink/ink2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6:49.15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1348 9330,'0'0'6949,"12"0"-6788,15-1-213,42 1 620,-1 2 0,78 13 0,-84-7-384,-47-7-49,0 0 0,-1 2-1,1-1 1,0 2 0,-1 0-1,1 0 1,25 13-1,-32-11-10,1-2 0,-1 1 0,1-1 0,0-1 0,0 0 0,1 0-1,-1 0 1,0-1 0,15 1 0,-20-3-97,1 0 0,0-1 0,0 1 1,-1-1-1,1 0 0,0 0 0,-1 0 0,1-1 0,-1 0 0,1 0 1,-1 0-1,0 0 0,0 0 0,0-1 0,0 0 0,0 0 0,-1 0 0,1 0 1,-1-1-1,6-7 0,36-45 92,-3-3-1,-3-1 1,60-122 0,-33 5 219,-58 150-169,-1-1 0,-2 1 0,-1-1 0,2-47 0,-6 57-96,0-8 41,0-1 0,-7-38 0,5 56-98,0 0 1,-1 0 0,0 0 0,-1 0-1,1 0 1,-2 1 0,1-1-1,-1 1 1,-1 0 0,-8-10-1,7 9-17,-1 0 0,0 1 0,-1 0 0,1 0 0,-2 1 0,1 0-1,-1 1 1,0 0 0,0 0 0,-1 1 0,1 0 0,-1 1 0,0 1-1,0-1 1,-1 2 0,1-1 0,-1 2 0,1 0 0,-18 0 0,10 3-72,19 3-92,34 4 137,38-3 85,85-5 1,-78-2-43,51-6-56,178-32 0,-174 18-7,-41 9 21,174-25-234,291-77 0,-541 109 317,0 0 0,1 1 1,0 2-1,24-2 0,239 4 1803,-280 0-1515,32-12 610,-8 4-773,0 1 1,0 2-1,0 1 0,27-2 1,-51 6 98,0-7-8669,-2-9 6965,1 14 385,0-18-3344,0 1-747</inkml:trace>
</inkml:ink>
</file>

<file path=ppt/ink/ink2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6:49.16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199 1 2801,'0'0'12460,"-40"0"-6883,38 6-5307,-1 0 0,1 0 0,0 0 0,1 0 0,-1 0 0,1 0 0,0 0 0,0 11 0,1-14-194,0 1 0,-1-1 0,1 1 0,1 0-1,-1-1 1,0 1 0,1-1 0,0 1 0,0-1 0,0 0-1,0 1 1,1-1 0,-1 0 0,1 0 0,0 0-1,4 6 1,0-3 2,1-1-1,0 1 1,0-1 0,0-1-1,1 1 1,0-1-1,-1-1 1,2 0-1,-1 0 1,0 0 0,10 1-1,-18 45 1066,-4-38-1130,-1-1 0,0 0 0,-1 1 0,0-2 0,-1 1 0,0-1 0,0 0 0,-1 0 0,-11 9 0,-6 9 17,4-4-262,-1-1 0,-33 27-1,9-14-5923,27-22-1891</inkml:trace>
</inkml:ink>
</file>

<file path=ppt/ink/ink2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6:49.16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181 107 4017,'0'0'14310,"19"-20"-12749,-14 13-1253,-3 4-109,0 0 0,-1 0 0,1 0 0,-1 0 0,1 0 0,-1 0 1,0 0-1,0 0 0,-1 0 0,2-7 0,-2 10 160,-15 0 218,5 1-547,0 0 0,0 1 0,0 0-1,0 1 1,0 0 0,1 0 0,0 1 0,-1 1-1,1-1 1,1 1 0,-1 1 0,-9 8 0,12-10-15,0 0 1,1 1 0,0 0 0,-1 0 0,2 0 0,-1 1 0,1 0 0,0-1 0,0 1 0,0 1 0,1-1-1,0 1 1,0-1 0,1 1 0,0 0 0,0 0 0,1 0 0,-2 8 0,3-13-6,0 1-1,0-1 1,-1 1 0,2-1-1,-1 1 1,0-1 0,0 0 0,1 1-1,-1-1 1,1 0 0,0 1 0,0-1-1,0 0 1,0 0 0,0 1 0,0-1-1,0 0 1,1 0 0,-1 0 0,3 2-1,1-2 12,-1 0 0,1-1-1,0 1 1,0-1-1,-1 0 1,1 0 0,0-1-1,0 1 1,8-1 0,3 0-1,1 1 1,-1-2 0,0 0 0,0-1-1,0-1 1,0 0 0,0-1 0,18-8 0,-27 9-15,0 0 0,-1 0 0,1-1 0,-1 0 1,0-1-1,0 1 0,-1-1 0,1 0 0,-1 0 1,0-1-1,0 0 0,-1 0 0,0 0 0,0 0 1,0-1-1,-1 1 0,1-1 0,-2 0 1,1 0-1,1-10 0,-2 6 4,-1 1 0,0-1-1,-1 0 1,-1-15 0,0-1-26,1 25 14,0 1 0,0 0 0,0 0 0,-1-1 0,1 1 0,0 0 0,-1-1 0,0 1 0,1 0-1,-1 0 1,0 0 0,1 0 0,-1 0 0,0 0 0,0 0 0,0 0 0,0 0 0,0 0 0,0 0 0,0 0-1,0 1 1,0-1 0,0 0 0,-1 1 0,1-1 0,0 1 0,0-1 0,-1 1 0,1 0 0,0 0 0,0-1-1,-3 1 1,-51-1-4503,38 1-1530,4 0-6769</inkml:trace>
</inkml:ink>
</file>

<file path=ppt/ink/ink2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6:49.16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6953,'0'0'12610,"27"0"-11863,214 0 330,-139 0-838,-102 0-240,1 0 1,-1-1-1,1 1 1,-1 0-1,1 0 1,-1 0-1,1 0 0,0 0 1,-1 0-1,1 1 1,-1-1-1,1 0 1,-1 0-1,1 0 0,-1 0 1,1 1-1,-1-1 1,1 0-1,-1 0 1,1 1-1,-1-1 0,1 0 1,-1 1-1,0-1 1,1 1-1,-1-1 1,1 0-1,-1 1 1,0-1-1,0 1 0,1-1 1,-1 1-1,0-1 1,0 1-1,1-1 1,-1 1-1,0 0 0,0-1 1,0 1-1,0-1 1,0 1-1,0-1 1,0 1-1,0-1 0,0 1 1,0 0-1,0-1 1,0 1-1,-1-1 1,1 1-1,0-1 1,0 1-1,0-1 0,-1 1 1,-21 29 167,-41 20 303,48-40-361,1 0 1,-1 2 0,2 0 0,0 0 0,0 1 0,1 1 0,1 0 0,-13 20 0,22-32-98,1 0 1,0 1-1,0-1 1,0 0-1,0 0 1,0 1-1,1-1 1,-1 0-1,1 1 1,0-1-1,-1 0 0,1 1 1,0-1-1,1 4 1,-1-5-3,0 0 0,1 0 0,-1 0 0,1 1 0,0-1 0,-1 0 0,1 0 0,0 0 0,-1-1 0,1 1 0,0 0 0,0 0 0,0 0 0,0-1 0,0 1 0,0 0 0,0-1 0,0 1 0,0-1 0,2 2 0,6 0 29,0-1 1,0 1-1,0-1 0,-1-1 1,1 0-1,11-1 1,0 1-45,5-1-57,0-2 0,0 0 0,0-2 0,0 0 0,28-11 0,61-26-3393,-77 28 950,11-6-4162</inkml:trace>
</inkml:ink>
</file>

<file path=ppt/ink/ink2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6:49.16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17 8306,'0'0'9527,"15"-3"-9285,59-5 392,81 3 1,-153 5-622,0 0 0,0 1-1,0-1 1,1 0 0,-1 1-1,0 0 1,0 0 0,0 0-1,0 0 1,0 0 0,0 0-1,0 0 1,0 0 0,-1 1-1,1-1 1,0 1 0,-1-1 0,1 1-1,-1 0 1,0 0 0,3 3-1,-4-4 18,1 0 0,0 1 0,-1-1-1,1 0 1,-1 1 0,0-1 0,1 1 0,-1-1-1,0 1 1,0-1 0,0 1 0,0-1-1,0 1 1,0-1 0,0 1 0,-1-1 0,1 0-1,0 1 1,-1-1 0,1 1 0,-1-1 0,1 0-1,-1 1 1,0-1 0,0 0 0,0 0-1,0 0 1,1 1 0,-2-1 0,1 0 0,0 0-1,0 0 1,0-1 0,-2 3 0,-13 5 219,-26 15 53,41-23-305,0 1 0,0-1 0,0 1 0,0 0-1,0 0 1,0-1 0,0 1 0,0 0 0,0 0 0,1 0 0,-1 0 0,0 0 0,0 0 0,1 0-1,-1 0 1,1 0 0,-1 0 0,1 0 0,-1 1 0,1-1 0,0 0 0,0 0 0,0 0 0,-1 1 0,1-1-1,0 0 1,0 0 0,1 2 0,0-1-27,0-1 0,1 0-1,-1 1 1,1-1 0,-1 0-1,1 1 1,-1-1 0,1 0-1,0 0 1,0-1 0,-1 1-1,1 0 1,0 0 0,4 0 0,37 9-367,-27-6 195,-3-1 30,-6-2 97,0 1 0,1 0 0,-1 0 0,-1 1 0,9 4 0,-14-7 72,0 1 1,-1-1 0,1 1-1,0-1 1,0 1-1,-1 0 1,1-1-1,0 1 1,-1 0 0,1 0-1,-1-1 1,1 1-1,-1 0 1,1 0 0,-1 0-1,0 0 1,1-1-1,-1 1 1,0 0-1,0 0 1,0 0 0,1 0-1,-1 0 1,0 0-1,0 0 1,0 0 0,-1 0-1,1 0 1,0 0-1,0 0 1,0-1 0,-1 1-1,1 0 1,0 0-1,-1 0 1,1 0-1,-1 0 1,1-1 0,-1 1-1,1 0 1,-1-1-1,0 1 1,1 0 0,-1-1-1,0 1 1,0 0-1,1-1 1,-3 1-1,-6 7 201,-1 0-1,-1-1 0,0 0 0,0-1 0,0 0 0,-23 8 0,-77 20 215,102-32-1260,0-1-3720</inkml:trace>
</inkml:ink>
</file>

<file path=ppt/ink/ink2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6:49.16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77 0 4657,'0'0'11680,"3"0"-11182,0 0 1,-1 0-1,1 1 1,-1-1-1,1 0 1,-1 1 0,1 0-1,-1 0 1,1-1-1,3 4 1,-6 5-23,1-5-362,0 0-1,-1 0 0,0 0 0,0 0 0,-1 0 0,1 0 0,-1 0 1,1 0-1,-1 0 0,-1 0 0,1 0 0,0 0 0,-1 0 0,0-1 0,0 1 1,0-1-1,0 1 0,-1-1 0,1 0 0,-4 4 0,-11 6 87,-27 27 89,42-37-285,0 0 0,-1 0 0,1 0-1,1 0 1,-1 0 0,0 0 0,1 0 0,-1 1 0,1-1 0,0 0 0,0 1-1,1-1 1,-1 1 0,0 4 0,2-7-2,-1 0 0,0-1-1,1 1 1,-1 0 0,1-1-1,-1 1 1,1 0 0,-1-1 0,1 1-1,-1-1 1,1 1 0,0-1-1,-1 1 1,1-1 0,0 1 0,-1-1-1,1 0 1,0 1 0,0-1-1,-1 0 1,1 0 0,0 1 0,0-1-1,-1 0 1,1 0 0,0 0-1,0 0 1,0 0 0,0 0-1,36 1 66,-27-2-50,46 2 6,-28 1-12,0-1 1,0-2 0,0-1 0,0-1 0,-1-1-1,49-15 1,-42 0-534,-27 4-3041,-7 14 3107,-1 0 0,1 0 1,0 0-1,-1-1 0,1 1 1,0 0-1,-1 0 0,1 0 0,-1 0 1,0 0-1,1 1 0,-1-1 1,0 0-1,1 0 0,-1 0 1,0 0-1,-1 0 0,-15-11-7803</inkml:trace>
</inkml:ink>
</file>

<file path=ppt/ink/ink2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6:49.16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39 1 9882,'0'0'13475,"-39"186"-13283,39-161-96,0 1-96,13 0-168,0-7-936,12-3-1505,-5-6-2352,-7-7-2825</inkml:trace>
</inkml:ink>
</file>

<file path=ppt/ink/ink2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6:49.16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97 46 5857,'0'0'7783,"5"-8"-6689,16-22 53,-15 23 2315,-19 10-1448,-2 9-1469,0 2 1,1-1 0,1 2-1,-20 27 1,32-40-539,-1 0 0,1 0 0,-1 0-1,1 0 1,0 0 0,0 0 0,0 0 0,0 0 0,0 0-1,1 0 1,-1 1 0,1-1 0,-1 0 0,1 1-1,0-1 1,0 0 0,0 1 0,0-1 0,0 0 0,1 1-1,-1-1 1,2 4 0,0-3-3,-1-1-1,1 0 1,0 0-1,0 0 1,0 0-1,0 0 1,0-1-1,1 1 1,-1 0-1,0-1 1,1 0-1,-1 1 1,1-1-1,0 0 1,-1-1-1,4 2 1,14 2-108,-1-1 0,1 0 0,0-2 0,23-1 0,-37 0 10,22 5-151,-28-5 247,0 0 0,1 0 0,-1 1 0,0-1 1,1 0-1,-1 1 0,0-1 0,0 0 0,1 0 0,-1 1 0,0-1 0,0 0 0,1 1 0,-1-1 0,0 1 0,0-1 0,0 0 0,0 1 0,0-1 0,1 1 0,-1-1 1,0 0-1,0 1 0,0-1 0,0 1 0,0-1 0,0 0 0,0 1 0,-1-1 0,1 1 0,0-1 0,0 1 0,-2 3 50,-1-1 0,1 1 0,-1 0 0,1-1 0,-1 0 0,-1 1 0,1-1 0,-5 3-1,3-1-93,-2 0-1,1-1 1,0 0-1,-1 0 1,0-1-1,0 1 1,0-2-1,0 1 1,0-1-1,-1 0 1,1 0-1,-11 1 1,-18-2-3308,-1-3-3963,23-1 1119</inkml:trace>
</inkml:ink>
</file>

<file path=ppt/ink/ink2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6:49.16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9354,'0'0'13232,"11"7"-12449,0 0-635,1-1 0,0-1 0,-1 0-1,2 0 1,-1-1 0,0-1 0,23 3 0,-5-4-100,-19-2-202,0 1 0,0-1 1,0 2-1,0 0 0,17 5 0,-27-5-812</inkml:trace>
</inkml:ink>
</file>

<file path=ppt/ink/ink2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6:49.16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111 46 3241,'0'0'5561,"9"-2"111,33-9-4779,-17-1-758,-17 9 351,-1-1 0,1 1 0,-1 1 1,1-1-1,0 1 0,10-1 0,-17 3 579,-16 5-447,-8 10-510,1 0-1,0 2 0,1 0 0,1 2 1,1 0-1,-29 37 0,40-44-103,0 0 0,1 1 0,1 0 0,0 0 0,0 0 0,2 1 0,-1-1 0,2 1 0,0 0 0,1 1 0,0-1 0,1 0 0,0 1 0,1-1 0,3 20 0,-2-31 3,0 0 1,1 0-1,-1-1 0,1 1 0,-1 0 0,1-1 0,0 1 1,0-1-1,0 0 0,0 1 0,0-1 0,1 0 1,-1 0-1,1-1 0,-1 1 0,1 0 0,0-1 0,-1 0 1,1 1-1,0-1 0,0 0 0,0-1 0,0 1 1,0 0-1,0-1 0,0 0 0,5 0 0,11 2 65,0-1 0,38-4 0,-56 3-71,2-1 10,-1 1 1,1-1-1,-1 0 1,1-1-1,-1 1 1,0 0 0,1-1-1,-1 1 1,0-1-1,0 0 1,0 0-1,0 1 1,0-1-1,0-1 1,-1 1 0,1 0-1,-1 0 1,1-1-1,-1 1 1,0-1-1,0 1 1,0-1-1,0 1 1,-1-1 0,1 1-1,0-5 1,1-2 67,-1 1 0,1-1 0,-2 0 0,1 0 1,-1 0-1,-1 0 0,-1-11 0,1 17-63,1 1 0,-2 0 0,1 0 0,0-1 0,0 1 0,-1 0 0,1 0 1,-1 0-1,1 0 0,-1 0 0,0 1 0,0-1 0,0 1 0,0-1 0,0 1 0,0-1 0,0 1 0,0 0 0,-1 0 0,1 0 0,0 0 0,-1 1 0,1-1 0,-1 1 0,-2-1 0,-10-1 27,0 0-1,-29 1 0,36 1-46,7-14-3692,1 5-439</inkml:trace>
</inkml:ink>
</file>

<file path=ppt/ink/ink2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6:49.16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21 1112,'0'0'4077,"3"4"-4546,8 6 10844,-5-8-9144,880-34-825,-631 28-360,-152 5 306,-82-2 47,-17 1-271,1 0 0,-1-1 0,0 2 1,1-1-1,-1 0 0,0 1 0,0 0 0,1 0 0,-1 0 0,0 0 1,6 4-1,5 0 387,-14-5-441,0 0 0,0 1-1,0-1 1,0 0 0,-1 0 0,1 1-1,0-1 1,0 1 0,0-1 0,-1 1-1,1-1 1,0 1 0,-1-1 0,1 1 0,0-1-1,-1 1 1,1 0 0,-1-1 0,1 1-1,-1 0 1,1 0 0,-1-1 0,0 1-1,1 0 1,-1 0 0,0 0 0,1 0-1,-1-1 1,0 1 0,0 0 0,0 0-1,0 0 1,0 0 0,0 0 0,0 0-1,0-1 1,0 1 0,-1 0 0,1 0-1,-1 1 1,1 17 52,-2-1-1,-1 0 0,0 0 1,-1 0-1,-1 0 0,0-1 1,-1 1-1,-11 18 0,-7 20-90,8-22 54,1 2-1,2 0 0,-15 61 0,14-28-53,-5 39-4,5 45 313,-47 207 0,17-134-111,28-135-178,-3 24-23,14-70 3,5-44 43</inkml:trace>
</inkml:ink>
</file>

<file path=ppt/ink/ink2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6:49.17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1 123 4809,'0'0'6914,"4"-3"-6232,8-3-214,0 0-1,1 1 0,0 0 0,0 1 1,0 0-1,0 1 0,0 1 1,17-2-1,125 0-613,-72 4 611,233-18 129,108-2 431,-357 22-725,-40 0-71,0-2-1,1 0 0,-1-2 1,35-6-1,-44 0 1627,-21 1-1906,-29-2-4798,25 7 2789,-19-4-6161</inkml:trace>
</inkml:ink>
</file>

<file path=ppt/ink/ink2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6:49.17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105 42 6025,'0'0'9309,"5"-7"-8810,17-21-43,-17 21 647,-5 20-499,-2 10-306,-1 0 1,-1 0-1,-1 0 0,-1 0 1,-1 0-1,-2-1 1,0-1-1,-17 32 0,7-14-167,-18 53 0,35-85-128,0 0 0,0 0 0,1 0 0,0 0 0,0 0 1,1 0-1,0 0 0,0 0 0,2 13 0,-1-19-3,0 0 1,-1-1-1,1 1 1,0 0-1,0-1 1,-1 1 0,1-1-1,0 1 1,0-1-1,0 1 1,-1-1-1,1 1 1,0-1-1,0 0 1,0 0-1,0 1 1,0-1-1,0 0 1,0 0-1,0 0 1,0 0 0,1 0-1,31-1 33,-20 1-9,6-1-8,0-1 0,0-1-1,0 0 1,0-2 0,27-9 0,96-45 106,-64 24-32,-62 29-32,0 0 0,0 1-1,25-4 1,0 6-9086</inkml:trace>
</inkml:ink>
</file>

<file path=ppt/ink/ink2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6:49.17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163 0 4929,'0'0'10585,"-20"30"-9151,-63 95-365,76-116-888,2 1 1,-1-1-1,1 1 0,1 0 0,-1 1 1,2-1-1,0 1 0,0 0 0,-2 20 1,0-4 150,2-11-309,1-1 0,0 1 0,1 0 1,1 0-1,0-1 0,3 20 0,-2-32-574,1 0-1,-1 0 1,1 0-1,-1 0 1,1-1-1,0 1 1,0-1-1,0 1 0,1-1 1,-1 0-1,6 4 1,-5-3-946,10 8-5727</inkml:trace>
</inkml:ink>
</file>

<file path=ppt/ink/ink2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6:49.17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 29 6305,'0'0'11429,"-8"2"-10780,5-1-519,5-1 638,16-1-577,0-1-1,0-1 1,24-7-1,-27 6-165,1 0-1,0 1 1,0 1 0,0 0-1,28 2 1,-42 0-23,0 0 1,0 1-1,-1-1 1,1 1-1,0-1 0,-1 1 1,1 0-1,0 0 1,-1 0-1,1 0 1,-1 0-1,1 0 0,-1 0 1,0 0-1,1 1 1,-1-1-1,0 0 0,0 1 1,0-1-1,0 1 1,0 0-1,0-1 1,-1 1-1,1-1 0,0 1 1,-1 0-1,1 0 1,-1 2-1,2 6 34,-1 0-1,0 0 1,-1 20-1,0-17 68,0-9-60,-1 0 1,1 0-1,-1 0 1,0 1-1,0-1 1,-1 0-1,1 0 1,-1-1-1,0 1 1,0 0-1,0 0 1,0-1-1,-1 1 1,1-1-1,-5 5 1,-6 4 132,-1 0 0,-22 15 0,-13 12 41,48-38-219,1-1-1,0 0 0,-1 0 1,1 0-1,0 1 1,-1-1-1,1 0 0,0 0 1,0 1-1,-1-1 0,1 0 1,0 1-1,0-1 0,0 0 1,-1 1-1,1-1 1,0 0-1,0 1 0,0-1 1,0 1-1,0-1 0,0 0 1,0 1-1,0-1 0,0 0 1,0 1-1,0-1 1,0 1-1,0-1 0,0 0 1,0 1-1,0-1 0,0 0 1,0 1-1,0-1 1,1 1-1,-1-1 0,0 0 1,0 1-1,0-1 0,1 0 1,-1 0-1,0 1 0,0-1 1,1 0-1,-1 0 1,0 1-1,1-1 0,-1 0 1,0 0-1,1 1 0,-1-1 1,0 0-1,1 0 0,-1 0 1,1 0-1,-1 0 1,0 0-1,1 0 0,-1 0 1,0 0-1,1 0 0,-1 0 1,1 0-1,38 3 67,-23-2-75,9 2 1,1 1-1,-1 2 1,29 10 0,-41-12 6,0 1 0,0 1 0,-1 0 0,0 0 1,0 1-1,-1 1 0,20 16 0,-30-23 3,1 1 0,0 0 0,-1 0 0,1-1 0,-1 1 0,0 0 0,0 0 1,1 0-1,-1 0 0,-1 1 0,1-1 0,0 0 0,0 0 0,-1 1 0,1-1 0,-1 0 1,0 1-1,0-1 0,0 0 0,0 1 0,0-1 0,0 0 0,-1 1 0,1-1 1,-1 0-1,1 0 0,-1 1 0,0-1 0,0 0 0,0 0 0,0 0 0,0 0 0,-1 0 1,1 0-1,-1 0 0,1-1 0,-3 3 0,-5 5 52,0-1 1,-1 0-1,0 0 1,-1-1-1,-17 10 0,-83 29 1665,73-33-4675,27-9-6411,31-9 3865</inkml:trace>
</inkml:ink>
</file>

<file path=ppt/ink/ink2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6:49.17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 1 6649,'0'0'10964,"0"11"-4986,-6 42-5460,1-30-405,2-1-1,1 1 1,0 0 0,2-1-1,3 36 1,-1 9 205,-2 119 360,0-160-9141,0-30 2411</inkml:trace>
</inkml:ink>
</file>

<file path=ppt/ink/ink2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6:49.17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23 5881,'0'0'9450,"27"4"-6076,0-6-2848,0 0-1,27-7 0,-27 4-393,-1 1 0,29 0-1,-43 4-96,-5 0-26,-1-1 1,1 1-1,-1 1 1,0-1-1,1 1 1,-1 1-1,9 2 1,-13-3-5,0 0 0,0 0 1,0 1-1,-1-1 0,1 0 0,-1 1 1,1 0-1,-1-1 0,0 1 0,1 0 1,-1 0-1,0-1 0,0 1 0,0 0 1,0 0-1,-1 0 0,1 0 0,0 0 1,-1 1-1,1-1 0,-1 0 0,0 0 0,0 0 1,0 0-1,0 0 0,-1 3 0,1 2 36,-1 0 0,0-1 0,0 1-1,-1 0 1,0-1 0,0 0 0,-1 1-1,0-1 1,0 0 0,0 0 0,-1 0-1,0-1 1,0 0 0,0 1 0,-7 5-1,-10 10 80,-2-2-1,-30 22 1,13-11-29,23-17-48,3-2 11,-1 1 0,-18 20 0,30-28-42,0-1 0,0 1 0,0 0-1,0 0 1,1 0 0,0 1 0,0-1-1,0 0 1,0 1 0,1-1 0,-1 1-1,1 0 1,1 0 0,-2 7-1,3-11-2,0 0 0,0 0 0,0 0 0,-1 0 0,1 0 0,0 0 0,0-1 0,1 1 0,-1 0 0,0-1 0,0 1-1,0-1 1,0 1 0,0-1 0,1 1 0,-1-1 0,0 0 0,0 0 0,1 0 0,-1 1 0,0-1 0,0 0-1,1-1 1,-1 1 0,0 0 0,1 0 0,-1 0 0,1-1 0,5 1 31,95 0 889,172-22 0,-64-10-750,-203 31-143,-5 1-24,8-2-2513,57-20-3452,-29 7-322</inkml:trace>
</inkml:ink>
</file>

<file path=ppt/ink/ink2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6:49.18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630 1 3505,'0'0'9562,"9"0"-8349,40 0 7112,-76 13-6989,-136 90 1570,-44 30-1532,186-116-1194,1 1 0,0 1 1,1 1-1,-27 37 1,30-36-64,-46 63 327,2-8-275,56-69-147,0 1-1,0 0 1,1-1 0,0 1 0,1 0-1,-4 17 1,6-4-16,0-8 7,0 0 0,0 1 0,5 20 0,-4-29-12,0-1 0,1 1 0,-1-1 0,1 0 1,0 0-1,0 0 0,1 0 0,-1 0 0,1-1 0,0 1 0,0-1 0,0 1 1,0-1-1,6 4 0,-2-3 7,0 0 1,0-1 0,0 0-1,0 0 1,0-1 0,1 0-1,-1 0 1,1 0 0,0-1-1,14 0 1,4-1 4,50-5 0,-74 4-7,0 0 0,1 1 0,-1-1 0,0 0 0,0 0 0,0 0 0,0-1 0,-1 1 0,1-1 0,0 1 0,0-1-1,-1 1 1,1-1 0,-1 0 0,0 0 0,1 1 0,-1-1 0,0 0 0,0 0 0,0 0 0,0-1 0,0 1 0,-1 0 0,1-3 0,2-3 23,-1 0 0,-1-1 0,1 1 0,-1-16 0,-1 13-15,1 8-6,-1 0 0,0 1 0,1-1 0,-1 0 0,-1 1 0,1-1 0,0 0-1,-1 1 1,1-1 0,-1 1 0,0-1 0,0 0 0,-1-2 0,-14-16 39,14 18-39,0 0 0,0 0-1,0 0 1,-1 0 0,1 1-1,-1-1 1,1 1 0,-1-1-1,-5-2 1,-15-8 31,19 10-37,-1 0 0,1 0 0,-1 1-1,1 0 1,-1 0 0,0 0 0,0 1 0,0-1 0,0 1 0,0 0 0,0 1 0,-6-1 0,-5 0 51,-9 1 114,26 0-166,-1 0 1,0 0 0,0 0-1,0 0 1,0 0 0,0 1-1,0-1 1,0 0-1,0 0 1,0 0 0,0 0-1,0 0 1,0 1 0,0-1-1,0 0 1,0 0-1,0 0 1,0 0 0,0 0-1,0 1 1,0-1-1,0 0 1,0 0 0,0 0-1,0 0 1,0 0 0,0 1-1,-1-1 1,1 0-1,0 0 1,0 0 0,0 0-1,0 0 1,0 0 0,0 0-1,0 1 1,-1-1-1,1 0 1,0 0 0,0 0-1,0 0 1,0 0 0,0 0-1,0 0 1,-1 0-1,1 0 1,0 0 0,0 0-1,0 0 1,0 0-1,-1 0 1,1 0 0,0 0-1,0 0 1,0 0 0,0 0-1,0 0 1,-1 0-1,1 0 1,0 0 0,43 32-2063,59 41-8917,-80-57 3932</inkml:trace>
</inkml:ink>
</file>

<file path=ppt/ink/ink2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6:50.29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58 1 9274,'0'0'2641,"-57"51"-3170,57-38 529,12 3 0,8 0 0,-1 0-208,0-3-1152,-6-7-1449</inkml:trace>
</inkml:ink>
</file>

<file path=ppt/ink/ink2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7:23.10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96 27 5961,'0'0'8493,"-1"-4"-8028,0 2-332,1 1-77,0 0 0,0 0 1,0 0-1,-1 0 0,1 0 0,0 0 0,0 1 1,-1-1-1,1 0 0,0 0 0,-1 0 1,1 1-1,-1-1 0,1 0 0,-1 1 0,0-1 1,1 0-1,-1 1 0,1-1 0,-1 1 0,0-1 1,0 1-1,1-1 0,-1 1 0,0-1 0,0 1 1,0 0-1,1-1 0,-2 1 0,0 0 1455,3 35-1012,-5 92 657,2-111-1065,-1 0 0,0-1 0,-1 0 0,0 0 0,-2 0 1,-7 16-1,11-26 16,0-1 0,0 0 0,0 1 0,1-1 0,0 1 0,0-1 0,-1 10 0,2-14 4,28-1 17,-16-2-122,0-1 0,0 0-1,-1 0 1,1-2 0,17-10 0,-19 10-12,0 0-1,0 1 0,1 0 1,0 0-1,0 1 1,0 1-1,23-4 0,-28 6 2,-1 1 3,0-1-1,0 1 1,0 0 0,0 0 0,0 0-1,0 1 1,7 1 0,-11-1 2,1 0 0,-1-1 0,0 1 0,0 0 0,0 0 0,0 0 0,0 0 0,0 0 0,0 0 0,0 0 0,0 1 0,0-1 0,0 0 0,-1 0 0,1 1 0,0-1 0,-1 0 0,0 1 0,1-1 0,-1 1 0,0-1 0,1 0 0,-1 1 0,0-1 1,0 1-1,0-1 0,0 1 0,-1 1 0,3 30 30,-1-19-21,-1 1 0,0-1 1,-1 0-1,-2 17 0,2-27-5,0-1 0,0 0 0,0 0 0,0 1 0,0-1 0,-1 0 0,1 0 0,-1 0 0,0-1 0,1 1 0,-2 0 0,1-1 0,0 1 1,0-1-1,-1 0 0,1 1 0,-1-1 0,0 0 0,0-1 0,0 1 0,0 0 0,0-1 0,-3 2 0,-22 4 135,0-1 0,-1-1 0,-50 2 0,-23 3 244,104-10-1534,1-1 610,0 1 0,-1-1 0,1 0 0,-1 0 0,0 0 0,1 0 0,-1 0 1,0-1-1,5-2 0,12-12-4686</inkml:trace>
</inkml:ink>
</file>

<file path=ppt/ink/ink2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7:23.68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 36 2881,'0'0'4110,"-11"3"7112,36-3-10661,10 1-110,-1-1-1,0-2 0,0-1 0,0-2 0,57-15 0,-84 18-261,-1 0 1,1 0-1,0 1 0,0 0 0,9-1 0,-15 2 26,6 14-569,-7 71-5665,0-55 1282</inkml:trace>
</inkml:ink>
</file>

<file path=ppt/ink/ink2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7:25.02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305 141 5673,'0'0'10366,"1"-6"-9287,3-23-141,-4 28-867,0 1 1,-1-1-1,1 0 1,0 0-1,-1 1 0,1-1 1,0 0-1,-1 0 1,1 1-1,-1-1 0,1 1 1,-1-1-1,1 0 1,-1 1-1,0-1 0,1 1 1,-1-1-1,0 1 1,1-1-1,-1 1 1,0 0-1,1-1 0,-1 1 1,0 0-1,0 0 1,0 0-1,1-1 0,-1 1 1,0 0-1,0 0 1,0 0-1,1 0 1,-2 0-1,-31-1 551,30 1-514,-7 0-52,-1 1 0,1 0 0,0 1 0,-1 0 0,1 0 0,0 1 0,0 0 0,0 1 0,1 1 0,-1-1 0,1 1 0,0 1 0,0-1 0,1 2 0,0-1 0,0 1 0,0 0 0,1 1 0,0 0 0,0 0 0,1 0 0,0 1 0,-9 18 0,10-17-45,0 0 1,0 1-1,1-1 0,0 1 0,1 0 1,1 0-1,-1 0 0,2 0 0,0 1 1,0-1-1,1 0 0,0 1 0,3 19 1,-1-28 2,-1 0 0,0 0 0,1-1 0,0 1 0,0 0 0,0-1 0,0 1 0,0-1 0,1 0 0,-1 1 0,1-1 0,4 3 0,39 24 357,-35-23-304,5 4 26,1-1 0,0-1 0,0-1 0,0 0 0,1-1 0,29 6 0,-37-11-63,-1 1 0,1-2 0,0 1 0,-1-2 0,1 1 0,0-1 0,-1 0 1,1-1-1,-1 0 0,0-1 0,1 0 0,-1 0 0,-1-1 0,14-7 1,1-3-17,-1 0 0,0-2 1,-1 0-1,0-2 1,20-22-1,-33 31 27,-1 0-1,-1 0 1,1 0-1,-2-1 1,1 1-1,-1-2 1,-1 1-1,0 0 1,0-1 0,-1 0-1,0 0 1,-1 0-1,0 0 1,0-21-1,-2 14 95,0 5-46,0-1 0,0 1 0,-1-1 0,-1 1 0,-4-14 0,5 23-83,-1-1 1,0 0-1,0 1 1,-1 0-1,1 0 1,-1 0-1,0 0 0,0 0 1,0 0-1,-1 1 1,1-1-1,-1 1 0,0 0 1,0 0-1,0 0 1,0 1-1,-7-4 1,-6 0 30,-1 0 0,0 1 1,0 1-1,0 0 0,0 1 1,-1 1-1,1 1 0,-1 1 1,1 0-1,-37 7 0,19 6 981,24-5-1773,12-8 626,0 0 0,0 0 0,0 1 0,0-1-1,0 0 1,0 0 0,0 1 0,0-1 0,0 0 0,0 0 0,1 0-1,-1 1 1,0-1 0,0 0 0,0 0 0,0 0 0,0 0 0,1 1-1,-1-1 1,0 0 0,0 0 0,0 0 0,1 0 0,-1 0 0,0 0-1,0 0 1,0 0 0,1 0 0,-1 1 0,0-1 0,0 0-1,1 0 1,-1 0 0,0 0 0,0 0 0,0 0 0,1 0 0,-1 0-1,0-1 1,0 1 0,1 0 0,-1 0 0,0 0 0,0 0 0,0 0-1,1 0 1,-1 0 0,0-1 0,13 1-5475</inkml:trace>
</inkml:ink>
</file>

<file path=ppt/ink/ink2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7:34.11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135 15 4625,'0'0'10745,"-5"-15"-8595,-3 66-667,-12 36-222,8-31-852,-33 94 0,44-146-363,-1 0 1,1 1-1,0-1 0,1 0 1,-1 1-1,1-1 0,0 8 1,0-11 74,15-1 338,0-1-346,0-1 0,0 0 0,25-7 0,-24 5-115,0 0 0,0 1 0,29-1 0,69 4 3,-113 0 3,1 1-1,-1-1 1,0 1-1,1 0 1,-1-1-1,1 1 1,-1 0-1,0 0 1,0 0-1,0 0 1,1 0-1,-1 0 1,0 0-1,0 0 1,0 0-1,0 0 1,-1 1-1,1-1 1,0 0-1,0 1 1,-1-1-1,1 1 1,-1-1-1,1 0 1,-1 1-1,0-1 1,0 1-1,1 0 1,-1-1-1,0 1 1,-1 2 0,2 62 212,-2-50-142,1-12-53,0 0 0,0 0-1,-1-1 1,0 1 0,0 0 0,0 0 0,0-1-1,0 1 1,-1-1 0,0 1 0,1-1 0,-1 0 0,-1 0-1,1 0 1,0 0 0,-4 4 0,-1-1 7,1-1 0,-1 0 0,0 0 0,0-1 0,0 0 0,0 0 0,-10 3 0,-9 2 220,-1-1 1,0-1-1,-37 4 0,16-5 180,-41 9 225,116-30-9726,-3-6 3367</inkml:trace>
</inkml:ink>
</file>

<file path=ppt/ink/ink2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7:34.56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55 6993,'1'2'14539,"6"-1"-14629,69-1 936,130-17 0,-146 7-829,5-2-19,128-7-1,-192 19-242,-38 2-5895,17 6 629</inkml:trace>
</inkml:ink>
</file>

<file path=ppt/ink/ink2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7:35.72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254 73 1632,'0'0'9778,"8"0"-9300,-3-1-141,1 1 0,-1-1 0,1 0 1,-1 0-1,1-1 0,-1 1 0,0-1 1,0-1-1,0 1 0,0-1 0,0 1 0,0-1 1,-1-1-1,1 1 0,-1-1 0,0 0 0,0 1 1,0-2-1,3-4 0,-6 8-267,-1 1 0,0-1-1,0 1 1,0-1 0,0 1 0,0-1-1,0 0 1,0 1 0,0-1 0,0 1 0,0-1-1,0 1 1,0-1 0,0 1 0,0-1 0,0 1-1,0-1 1,-1 1 0,1-1 0,0 1-1,0-1 1,-1 1 0,1-1 0,0 1 0,-1-1-1,1 1 1,0-1 0,-1 1 0,1 0-1,-1-1 1,1 1 0,-1 0 0,1 0 0,-1-1-1,1 1 1,-1 0 0,1 0 0,-1-1 0,1 1-1,-1 0 1,1 0 0,-1 0 0,1 0-1,-1 0 1,1 0 0,-1 0 0,1 0 0,-1 0-1,0 0 1,1 0 0,-1 1 0,-39 0-262,32-1 450,-3 2-186,0 0-1,1 0 0,-1 1 0,1 1 0,-1 0 0,1 0 1,0 1-1,0 0 0,1 1 0,0 0 0,0 0 0,0 1 1,-8 9-1,-2 1-10,1 2 0,1 0 0,1 1 0,-22 35 0,31-42-49,1 0 0,1 0 0,0 0 0,0 1 0,2 0 0,0 0 1,-3 28-1,4-11 60,1 0 1,5 50 0,-2-73-44,-1-1 0,1 0 1,1 0-1,-1 0 0,1 0 1,0-1-1,1 1 0,0-1 1,0 0-1,0 0 1,1 0-1,-1-1 0,2 1 1,-1-1-1,0 0 0,1 0 1,0-1-1,0 0 0,0 0 1,1 0-1,-1-1 0,1 0 1,0 0-1,0-1 0,0 0 1,0 0-1,0-1 0,1 1 1,8-1-1,-16-1-25,13 1 83,0-1-1,1 0 1,-1-1 0,0 0-1,0-1 1,0 0 0,0-1-1,0-1 1,-1 0 0,0-1 0,13-6-1,-13 5-6,0-1 0,-1 0-1,0-1 1,0 0-1,-1 0 1,0-1 0,-1-1-1,0 0 1,0 0 0,-1-1-1,0 1 1,-1-2 0,0 1-1,6-16 1,0-5 98,9-21-33,14-57 1,-32 93-76,0 0 1,-1 0-1,-1 0 1,0 0-1,-1 0 0,-1 0 1,-5-34-1,4 48-49,0 0-1,-1 0 1,1 0-1,-1 0 1,1 0 0,-1 1-1,0-1 1,0 1-1,-1-1 1,1 1-1,0 0 1,-1 0-1,1 0 1,-1 0-1,0 0 1,0 1 0,0-1-1,1 1 1,-1 0-1,-1 0 1,1 0-1,0 0 1,0 0-1,-5 0 1,-8-2 80,-1 0 1,0 2-1,-22-1 0,-25 2-408,74 5-5705,1 0 3845,13 2-3534</inkml:trace>
</inkml:ink>
</file>

<file path=ppt/ink/ink2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7:40.82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26 20 3929,'0'0'6668,"-14"-20"-3586,14 21-2962,-1-1 1,1 0-1,-1 0 0,0 0 0,1 0 1,-1 1-1,1-1 0,-1 0 1,1 0-1,-1 1 0,1-1 1,-1 0-1,1 1 0,-1-1 0,1 1 1,0-1-1,-1 1 0,1-1 1,0 0-1,-1 1 0,1 0 0,0-1 1,-1 1-1,1-1 0,0 1 1,0-1-1,0 1 0,-1-1 1,1 1-1,0 0 0,0-1 0,0 1 1,1 32 1174,11 29-472,-9-55-768,-1 0 0,1 0 0,0 0 0,1-1 0,0 1-1,0-1 1,0 0 0,1 0 0,-1 0 0,2-1 0,-1 1 0,0-1 0,1 0 0,0-1 0,0 0 0,1 0 0,-1 0 0,1-1 0,0 1 0,0-2-1,0 1 1,0-1 0,13 3 0,15 1 66,1-1 0,-1-2-1,65-2 1,-63-2-124,-17 0-11,0-2 1,0 0-1,0-1 1,-1-1-1,30-11 1,-24 7 13,1 1-1,42-6 1,-67 13 5,0 1 0,0 0-1,0 0 1,0 0 0,0 0-1,0 0 1,0 0 0,0 0 0,0 0-1,0 0 1,0 0 0,0 0-1,-1 1 1,1-1 0,0 0-1,0 1 1,0-1 0,0 0-1,0 1 1,-1-1 0,1 1 0,0-1-1,0 1 1,-1 0 0,2 1-1,3 22 276,-3-1-202,4-4-159,-4-11 1416,-13-22-598,10 13-751,0-1-8,-1 0 0,1-1 0,-1 1-1,1-1 1,0 1 0,0-1 0,0 1 0,1-1 0,-1 0 0,1 1 0,-1-1 0,1 0 0,0 0 0,0 0 0,0 1 0,0-1 0,0 0 0,1 0-1,0 1 1,-1-1 0,1 0 0,0 1 0,0-1 0,0 1 0,1-1 0,-1 1 0,0-1 0,1 1 0,0 0 0,-1 0 0,1 0 0,0 0-1,0 0 1,4-3 0,3-3-151,1 0 0,0 1 0,1 0 1,0 1-1,0 0 0,13-5 0,5 1-72,2 3 1,-1 0-1,1 2 1,0 1-1,0 2 1,0 0-1,43 5 1,-8-2 66,-56-1 172,0 1 1,0 0-1,0 1 1,0 0-1,-1 0 1,1 1-1,0 0 1,14 8-1,-1 2 33,41 29 0,-3-1 46,-9-17-9,-50-23-32,-1-1-1,1 1 0,-1-1 1,1 1-1,0-1 0,0 0 1,-1 1-1,1-1 1,0 0-1,-1 0 0,1 0 1,0 0-1,0-1 1,-1 1-1,1 0 0,0-1 1,-1 1-1,1-1 1,-1 0-1,1 1 0,0-1 1,-1 0-1,0 0 0,1 0 1,-1 0-1,1 0 1,-1 0-1,0 0 0,2-2 1,19-39 477,26-66-1,-46 104-231,-1 3 189,-3 11-3608,2-5-2379</inkml:trace>
</inkml:ink>
</file>

<file path=ppt/ink/ink2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7:50.40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91 1 3145,'0'0'17821,"13"74"-14032,-13-54-3588,1 2-151,-1 0-1,-1 0 0,0 0 1,-2 0-1,-1 0 0,0 0 0,-2-1 1,-9 24-1,-11 12-1428,-11 23-6680,30-60 2507</inkml:trace>
</inkml:ink>
</file>

<file path=ppt/ink/ink2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7:51.01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1 437 9074,'0'0'6973,"29"-15"-5287,3-3-1241,10-6 168,1 3 0,56-20 1,-58 26-375,242-95 324,-205 76-562,113-69 0,-182 97 26,7-3 86,-2-1-1,25-20 1,-45 40 185,0 0 0,0 1-1,1-1 1,0 1 0,1 1 0,-4 13-1,-8 19-112,-20 51-10,5 0 0,5 2 1,-22 147-1,42-214-168,-1 26 11,7-56-13,13-29-51,1 8-683,-9 13-389,0 0 0,0 1 0,1-1 0,1 1 0,8-8 0,-13 13 823,1 1 0,-1-1 1,0 1-1,0 0 0,1 0 0,-1 0 1,1 0-1,-1 0 0,1 0 0,-1 1 1,1-1-1,-1 1 0,1 0 0,0 0 1,-1 0-1,1 0 0,-1 0 0,1 0 1,0 1-1,-1-1 0,1 1 1,-1 0-1,1 0 0,1 1 0,16 9-6575</inkml:trace>
</inkml:ink>
</file>

<file path=ppt/ink/ink2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7:51.25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27 4 2481,'0'0'18756,"-13"-4"-17796,13 20-424,-7-3-312,7-3-152,0-1-72,-6-5-424,6-1-1008,0 0-593,0 7-760,0-1-2136,0-2-2728</inkml:trace>
</inkml:ink>
</file>

<file path=ppt/ink/ink2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7:51.46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20 2657,'0'0'17483,"0"-20"-17595,0 30-920,0 16-1400,0-4-2666,12-3-3735</inkml:trace>
</inkml:ink>
</file>

<file path=ppt/ink/ink2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7:51.78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140 0 488,'0'0'21699,"-21"10"-21208,-67 33-289,85-42-225,0 1 1,0-1 0,0 1-1,0 0 1,1 0 0,-1 0-1,0 0 1,1 0 0,-3 4-1,5-6-4,0 1 0,-1-1 0,1 0-1,0 1 1,0-1 0,0 0 0,0 0-1,0 1 1,0-1 0,0 0 0,0 1-1,0-1 1,0 0 0,0 1 0,0-1-1,1 0 1,-1 1 0,0-1 0,0 0-1,0 1 1,0-1 0,0 0 0,1 0-1,-1 1 1,0-1 0,0 0 0,1 0 0,-1 1-1,0-1 1,0 0 0,1 0 0,-1 0-1,0 0 1,0 1 0,1-1 0,-1 0-1,0 0 1,1 0 0,-1 0 0,0 0-1,1 0 1,-1 0 0,0 0 0,1 0-1,-1 0 1,54 3-1965,-47-4 2360,-4 1-373,0 0-1,-1 0 1,1 0 0,-1 1 0,1-1-1,-1 1 1,1-1 0,-1 1-1,0 0 1,1 0 0,-1 0 0,0 0-1,1 0 1,-1 1 0,0-1 0,0 1-1,0-1 1,3 4 0,-3-1 33,0-1 1,-1 1 0,0 0 0,0-1-1,0 1 1,0 0 0,0 0-1,-1-1 1,1 1 0,-1 0-1,-1 6 1,1-7 10,0 0-1,-1-1 1,0 1 0,1 0 0,-1-1-1,0 1 1,0-1 0,0 1 0,-1-1-1,1 0 1,0 1 0,-1-1 0,0 0-1,1 0 1,-1 0 0,-2 2 0,-42 31 132,6-3-386,32-17-495,7-5-1303,5-5-3543,12-3-2154</inkml:trace>
</inkml:ink>
</file>

<file path=ppt/ink/ink2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7:52.02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96 1 9434,'0'0'16964,"-96"141"-16964,96-128 0,0 0-456,0-7-721,0 4-903,0-1-1665,0 1-912</inkml:trace>
</inkml:ink>
</file>

<file path=ppt/ink/ink2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7:52.22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39 1 4673,'0'0'16339,"-38"86"-16339,38-60-464,0 9-1608,6-9-2705,7-7-2769</inkml:trace>
</inkml:ink>
</file>

<file path=ppt/ink/ink2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7:52.54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246 0 1768,'0'0'20230,"-31"16"-18490,-97 49-649,106-53-875,16-10-147,1 0 0,-1 1 1,1 0-1,-1 0 0,1 0 0,0 1 1,0 0-1,1 0 0,-1 0 1,-3 5-1,7-8-111,1-1 1,0 0-1,-1 1 1,1-1-1,0 0 0,0 1 1,-1-1-1,1 0 1,0 1-1,0-1 1,0 0-1,0 1 0,-1-1 1,1 1-1,0-1 1,0 0-1,0 1 1,0-1-1,0 1 1,0-1-1,0 0 0,0 1 1,0-1-1,0 1 1,0-1-1,0 0 1,0 1-1,1-1 0,-1 1 1,0-1-1,0 0 1,0 1-1,1-1 1,-1 0-1,0 1 0,0-1 1,1 0-1,-1 1 1,0-1-1,0 0 1,1 0-1,-1 1 0,0-1 1,1 0-1,18 7-1542,-15-6 1739,6 2-263,1 1 0,-1 0 0,-1 0 0,1 1 0,-1 0 0,17 12 0,-23-15 125,0 0 0,0 1 0,-1-1 0,1 0 0,-1 1 0,0 0 0,0-1 0,0 1 0,0 0 0,0 0 0,0 0 0,-1 0 0,1 1 0,-1-1 0,0 0 0,0 1 0,0-1 0,-1 0 0,1 1 0,-1-1 0,0 1 0,0-1 0,0 1 0,0-1 0,-1 5 0,0-7 12,1 0-1,-1 1 1,0-1 0,0 0-1,0 0 1,0 0 0,0 1 0,0-1-1,0 0 1,0 0 0,0 0 0,0-1-1,-1 1 1,1 0 0,0 0 0,-1-1-1,1 1 1,0-1 0,-1 1 0,-2 0-1,-33 4-526,36-5 287,1 1 0,-1-1 0,1 0 0,-1 0 1,1 1-1,0-1 0,-1 0 0,1 1 0,-1-1 0,1 1 0,0-1 0,-1 0 0,1 1 0,0-1 0,-1 1 0,1-1 1,0 1-1,0-1 0,0 1 0,-1-1 0,1 1 0,0-1 0,0 1 0,0-1 0,0 1 0,0-1 0,0 1 0,0 0 1,0-1-1,0 1 0,0-1 0,0 1 0,0-1 0,1 1 0,-1-1 0,0 1 0,0 4-2766,0 5-6083</inkml:trace>
</inkml:ink>
</file>

<file path=ppt/ink/ink2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7:52.98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 1 2737,'0'0'22415,"0"5"-21660,-2 26 132,1-19-792,0 0 0,0-1-1,1 1 1,1 0-1,0-1 1,0 1 0,1-1-1,4 13 1,-5-23-130,0 1 0,0-1 0,1 0 0,-1 1 0,0-1 0,1 0-1,-1 0 1,1 0 0,0 0 0,-1 0 0,1 0 0,0 0 0,-1-1 0,1 1 0,0-1 0,0 1 0,-1-1 0,1 0 0,0 1 0,0-1 0,0 0-1,0 0 1,-1 0 0,1-1 0,0 1 0,0 0 0,0-1 0,0 1 0,-1-1 0,1 1 0,0-1 0,2-2 0,54-27-898,63-49 678,-120 79 286,-1 0-1,0 0 0,0 0 0,0 0 0,1-1 0,-1 1 0,0 0 0,0 0 0,1 0 0,-1 0 1,0 0-1,0 0 0,1 0 0,-1 0 0,0 0 0,0 0 0,1 0 0,-1 0 0,0 0 1,0 0-1,1 0 0,-1 0 0,0 0 0,0 0 0,1 0 0,-1 0 0,0 0 0,0 1 0,1-1 1,-1 0-1,0 0 0,0 0 0,0 0 0,1 0 0,-1 1 0,0-1 0,0 0 0,0 0 1,0 0-1,0 1 0,1-1 0,-1 0 0,0 1 0,4 17 394,-3 30-628,-2-38 274,1-7-289,-1 0-1,1 0 0,0-1 1,0 1-1,0 0 0,1 0 1,-1 0-1,1 0 0,-1-1 0,1 1 1,0 0-1,0 0 0,0-1 1,0 1-1,1-1 0,-1 1 1,1-1-1,0 1 0,-1-1 1,1 0-1,0 0 0,0 0 0,0 0 1,1 0-1,-1 0 0,0-1 1,1 1-1,-1-1 0,1 0 1,-1 0-1,1 1 0,0-2 0,5 2 1,35 11-3547,2-8-2505</inkml:trace>
</inkml:ink>
</file>

<file path=ppt/ink/ink2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7:53.32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189 56 856,'0'0'22413,"-25"13"-21513,-76 44-333,96-54-539,0 1 0,0 0 0,1 0 0,-1 1 0,1-1 0,0 1-1,0 0 1,1 0 0,0 0 0,0 1 0,0-1 0,0 1 0,1-1 0,0 1 0,0 0 0,0 0 0,1 0 0,0 0 0,0 0-1,1 1 1,0-1 0,0 0 0,0 0 0,2 7 0,-2 1-42,0-13 9,0 0 0,0 0 1,0 0-1,0 1 0,0-1 0,1 0 0,-1 0 1,1 0-1,-1 0 0,0 0 0,1 0 0,0 0 1,-1 0-1,1 0 0,0 0 0,-1 0 0,1 0 1,0 0-1,0 0 0,0-1 0,0 1 0,0 0 1,0-1-1,0 1 0,0-1 0,1 2 0,2-1 1,0 0 0,-1 0 0,1 0 0,0-1 0,0 1-1,-1-1 1,1 0 0,7 0 0,-5-1 14,0 1-1,1-1 1,-1-1-1,0 1 1,1-1 0,-1 0-1,0 0 1,0-1 0,-1 0-1,9-5 1,-8 2 4,0-1 0,-1 1 0,0-1 0,-1-1 0,1 1 0,-1 0 0,-1-1 0,0 0 0,0 0 0,0 0 0,2-14 0,-2 7 19,-1-1 1,0 0 0,-1 0-1,-1 0 1,-2-19-1,2 32-30,0 0-1,-1 0 1,1 0-1,-1 0 1,0 0-1,0 0 1,0 1-1,0-1 1,-1 0 0,1 1-1,-1-1 1,1 1-1,-1-1 1,0 1-1,0 0 1,0 0-1,0 0 1,0 0-1,-1 0 1,1 0-1,0 1 1,-1-1-1,-3-1 1,0 1-130,-1 0 0,1 0 0,-1 1 0,1-1 0,-1 2 0,0-1 0,1 1 0,-1 0 0,-7 1 0,12-1 19,1 0 0,-1 1 1,1-1-1,-1 1 0,1 0 1,-1-1-1,1 1 0,-1 0 1,1 0-1,0 0 1,0 0-1,-1 0 0,1 0 1,0 0-1,0 0 0,0 0 1,0 1-1,0-1 1,0 0-1,0 1 0,1-1 1,-1 1-1,1-1 0,-1 1 1,1-1-1,-1 2 0,-7 45-4841,7-43 4153,0 28-5101</inkml:trace>
</inkml:ink>
</file>

<file path=ppt/ink/ink2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7:53.90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29 155 1776,'0'0'22955,"-4"5"-22226,-1 6-639,1 0 0,1 0 0,-1 0 0,2 0 0,0 0 0,0 1-1,1-1 1,0 0 0,1 1 0,0 0 0,4 21 0,-4-30-105,1 0-1,-1-1 1,1 1-1,0 0 1,0-1-1,0 1 1,0-1-1,1 1 1,-1-1 0,1 0-1,-1 0 1,1 1-1,0-1 1,0 0-1,0 0 1,0-1-1,0 1 1,0 0-1,1-1 1,-1 1 0,1-1-1,-1 0 1,1 0-1,-1 0 1,1 0-1,0 0 1,-1 0-1,1-1 1,0 1 0,-1-1-1,1 0 1,0 0-1,4 0 1,-2 0-47,1-1 0,-1 1 1,0-1-1,0 0 0,0 0 0,0-1 1,0 1-1,0-1 0,-1 0 0,1 0 1,-1-1-1,1 1 0,-1-1 1,0 0-1,0 0 0,0-1 0,4-3 1,8-14 44,-1-1 1,18-34-1,-33 55 19,1 1 0,-1 0 0,0-1-1,0 1 1,1-1 0,-1 1 0,0 0-1,1-1 1,-1 1 0,0 0 0,1 0-1,-1-1 1,1 1 0,-1 0 0,1 0 0,-1-1-1,0 1 1,1 0 0,-1 0 0,1 0-1,-1 0 1,1 0 0,-1 0 0,1 0-1,-1 0 1,1 0 0,-1 0 0,1 0-1,-1 0 1,0 0 0,1 0 0,-1 0 0,1 1-1,-1-1 1,1 0 0,-1 0 0,1 0-1,-1 1 1,0-1 0,1 0 0,-1 1-1,0-1 1,1 0 0,-1 1 0,0-1-1,1 1 1,22 25 114,-10-12-83,-7-9-27,0 0-1,0-1 1,1 0-1,-1 0 1,1 0-1,0-1 1,0 0-1,1 0 1,-1-1-1,1 0 1,-1 0-1,1-1 1,-1 0-1,1 0 1,12-1-1,-19 0 0,0 0-1,0 0 1,0-1-1,1 1 1,-1-1-1,0 1 1,0-1-1,0 1 1,0-1-1,0 1 1,0-1-1,0 0 0,0 0 1,-1 1-1,1-1 1,0 0-1,0 0 1,-1 0-1,1 0 1,0 0-1,-1 0 1,1 0-1,-1 0 1,1 0-1,-1 0 1,1-2-1,7-35 103,-6 29-91,3-10 82,-2-1-1,0 0 0,-1-1 0,-1 1 0,-1 0 0,-3-35 1,2 52-64,-1-1 0,1 1 0,-1-1 1,1 1-1,-1-1 0,0 1 0,0 0 1,0 0-1,-1 0 0,1 0 0,-1 0 1,0 1-1,1-1 0,-1 1 0,0 0 1,-1 0-1,1 0 0,0 0 1,-1 0-1,1 1 0,-7-3 0,-2 0-194,1 2 0,-1-1-1,0 1 1,0 1 0,-19 0 0,30 1 76,1 0 0,-1 0 0,1 0 0,-1 0 0,0 0 0,1 0 0,-1 0 0,1 0 0,-1 1 0,1-1 0,-1 0 0,1 0 0,-1 1 0,1-1 1,-1 0-1,1 1 0,-1-1 0,1 0 0,-1 1 0,1-1 0,0 1 0,-1-1 0,1 1 0,0-1 0,-1 1 0,1-1 0,0 1 0,0-1 1,-1 1-1,1-1 0,0 1 0,0 1 0,-1 22-4053,2-13 605,-1 9-5006</inkml:trace>
</inkml:ink>
</file>

<file path=ppt/ink/ink2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7:54.67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317 1 2905,'-2'3'17763,"-4"-1"-16246,-3-3-1398,-1 1 1,1-1 0,0 2-1,-1-1 1,1 1-1,-1 1 1,1-1 0,0 2-1,0-1 1,0 1 0,0 1-1,0-1 1,1 1-1,0 1 1,-14 9 0,3 0-135,1 1 1,0 1 0,2 0 0,0 1-1,-18 25 1,30-35 8,0 0 1,0 0-1,1 0 0,0 1 0,1 0 1,-1-1-1,1 1 0,1 0 0,-1 0 0,1 0 1,1 0-1,0 0 0,0 0 0,1 9 1,-1-1-24,1-14 22,-1 0 0,0-1 0,1 1 0,-1-1 0,1 1-1,-1-1 1,1 1 0,0-1 0,0 0 0,-1 1 0,1-1-1,0 0 1,0 0 0,0 1 0,1-1 0,-1 0 0,0 0-1,0 0 1,1 0 0,-1-1 0,0 1 0,1 0 0,-1 0-1,1-1 1,-1 1 0,1-1 0,-1 1 0,1-1 0,-1 0-1,1 0 1,-1 0 0,1 1 0,0-1 0,1-1 0,4 2 5,-1-1 1,1-1 0,0 1 0,-1-1 0,1 0 0,-1 0 0,10-4-1,1-5-1,-1 0 0,0-1 0,-1-1 0,0 0-1,-1-1 1,0 0 0,-1-1 0,-1-1 0,14-22-1,-3-15-91,-18 41 2832,-6 34-2685,1-14-34,0 0 0,0 1 1,0-1-1,4 15 0,-3-20-31,0-1 0,0 0-1,0 0 1,0 0 0,1 0-1,0-1 1,-1 1 0,1 0-1,0-1 1,0 1-1,1-1 1,-1 1 0,0-1-1,1 0 1,-1 0 0,1 0-1,5 2 1,4 2-213,0-1-1,0-1 1,1 0 0,0 0 0,0-1-1,0-1 1,20 1 0,-7 0-414,70 6-4465,4-7-5593</inkml:trace>
</inkml:ink>
</file>

<file path=ppt/ink/ink2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7:55.39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24 827 1088,'0'0'21515,"-4"-6"-20261,1 1-1164,0 1 0,1-1 0,0 1-1,0-1 1,0 0 0,1 0 0,-1 0 0,1 0-1,0 0 1,1-1 0,-1 1 0,1 0 0,0 0 0,0 0-1,1-1 1,0 1 0,0 0 0,0 0 0,3-8-1,6-12-60,0 1-1,2 0 0,1 1 1,22-31-1,73-84-87,-94 121 51,33-42-10,-14 16-138,72-71-1,-105 113 156,0 1-1,1-1 1,-1 1-1,0-1 1,0 1-1,1 0 0,-1-1 1,0 1-1,1 0 1,-1-1-1,0 1 0,1 0 1,-1-1-1,1 1 1,-1 0-1,0 0 1,1 0-1,-1-1 0,1 1 1,-1 0-1,1 0 1,-1 0-1,1 0 1,-1 0-1,1 0 0,-1 0 1,1 0-1,-1 0 1,0 0-1,1 0 1,-1 0-1,1 0 0,-1 0 1,1 0-1,-1 0 1,1 1-1,-1-1 0,1 0 1,-1 0-1,0 0 1,1 1-1,-1-1 1,0 0-1,1 1 0,-1-1 1,0 0-1,1 1 1,-1-1-1,0 0 1,1 1-1,-1-1 0,0 1 1,0-1-1,0 1 1,1-1-1,-1 1 0,0-1 1,0 0-1,0 1 1,0-1-1,0 1 1,0-1-1,0 1 0,0 0 1,0 41 102,-1-30-49,1 28 32,-1-2-45,1 1 0,2-1 0,2 0 0,1 0 0,11 39 0,-16-75-59,1 0 0,-1 0 0,1 0 0,0 0 1,-1-1-1,1 1 0,0 0 0,0-1 0,0 1 1,0-1-1,1 1 0,-1-1 0,0 1 1,1-1-1,-1 0 0,0 1 0,1-1 0,0 0 1,-1 0-1,1 0 0,0-1 0,-1 1 1,1 0-1,0 0 0,0-1 0,0 1 0,-1-1 1,1 0-1,0 0 0,0 1 0,0-1 0,0 0 1,0-1-1,0 1 0,2 0 0,2-2-75,1 0-1,-1 0 0,0-1 0,0 1 1,0-1-1,-1 0 0,1-1 0,-1 1 1,6-5-1,104-94-1396,103-119 1,-118 117 1129,-52 51 376,-26 28 937,35-32-1,-53 56 1436,-5 9-2327,0-1 242,-5 25 111,-2 0-1,-1 0 0,-2 0 1,-20 41-1,-15 47 174,-20 158-900,65-277 89,1 0-1,0 0 0,0 1 1,0-1-1,0 0 1,0 0-1,0 0 0,0 0 1,0 1-1,0-1 1,1 0-1,-1 0 0,0 0 1,1 0-1,-1 0 1,1 0-1,-1 0 0,1 0 1,0 0-1,-1 0 1,1 0-1,0 0 0,0 0 1,0 0-1,-1 0 1,1-1-1,0 1 1,0 0-1,0-1 0,0 1 1,2 0-1,38 8-6013,-34-8 5255,37 0-4220</inkml:trace>
</inkml:ink>
</file>

<file path=ppt/ink/ink2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7:55.89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258 46 3185,'0'0'13644,"3"-3"-11486,-3 2-1998,1 0 0,0 1 0,-1-1 0,1 0 0,-1 0 1,1 0-1,-1 0 0,1 1 0,-1-1 0,0 0 0,1 0 0,-1 0 1,0 0-1,0 0 0,0 0 0,0 0 0,0 0 0,0 0 1,0 0-1,0 0 0,0 0 0,0 0 0,0 0 0,-1 0 0,1 0 1,0 1-1,-1-1 0,1 0 0,0 0 0,-2-1 0,0 0 9,0 1 0,0-1 0,-1 1 0,1 0 0,0 0 0,-1 0-1,1 0 1,-1 1 0,1-1 0,-1 0 0,1 1 0,-1 0 0,1 0-1,-4 0 1,-2-1-161,-1 0 0,1 1 1,-1 0-1,0 1 0,1 0 0,-1 0 0,1 1 0,0 0 0,-1 1 0,1 0 0,0 0 0,1 0 0,-1 1 1,0 0-1,1 1 0,0 0 0,0 0 0,0 0 0,1 1 0,0 0 0,0 0 0,0 1 0,1 0 0,0 0 0,0 0 1,1 0-1,0 1 0,0-1 0,1 1 0,0 0 0,-4 15 0,6-18-22,-1 3-20,1 0 1,-1 0-1,1 1 1,1-1-1,0 14 1,0-21 7,0 1 0,1 0 1,-1-1-1,0 1 0,1 0 0,0-1 1,-1 1-1,1-1 0,0 1 0,0-1 1,0 1-1,0-1 0,0 0 0,0 1 1,0-1-1,0 0 0,0 0 0,1 0 0,-1 0 1,0 0-1,1 0 0,-1 0 0,1-1 1,-1 1-1,1 0 0,0-1 0,-1 1 1,1-1-1,0 1 0,-1-1 0,1 0 1,0 0-1,1 0 0,6 1-106,0-2 1,0 1-1,0-1 0,0 0 0,0-1 1,0 0-1,0 0 0,-1-1 1,1 0-1,-1 0 0,0-1 0,0 0 1,10-7-1,5-6-214,0-1-1,35-38 1,-51 49 290,-2 2 187,0 1-1,-1-1 1,1 0 0,-1 0-1,0-1 1,-1 1 0,1-1-1,-1 0 1,-1 0 0,5-12 1341,-13 30-1162,0 4-487,1 1 0,0-1 1,2 1-1,0 0 1,1 0-1,0 0 1,2 21-1,0-36-67,0 0 1,1 0-1,-1 0 0,1 0 0,0 0 0,-1-1 1,1 1-1,0 0 0,0 0 0,0 0 1,0-1-1,0 1 0,1 0 0,-1-1 0,0 1 1,1-1-1,-1 0 0,1 1 0,0-1 0,-1 0 1,1 0-1,0 0 0,0 0 0,0 0 0,0 0 1,3 0-1,62 14-5513,-59-14 4763,41 3-6237</inkml:trace>
</inkml:ink>
</file>

<file path=ppt/ink/ink2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7:56.16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283 0 1632,'0'0'22148,"-26"23"-21080,-81 74-98,95-85-794,1 0 1,0 0-1,1 1 1,1 1 0,0 0-1,0 0 1,2 1 0,-9 21-1,0 0-52,6-17-212,5-10-110,1-1-1,0 1 0,0 0 0,0 0 1,2 0-1,-5 18 0,7-26-1593,2-3-918,27-39-7810,-15 7 2371</inkml:trace>
</inkml:ink>
</file>

<file path=ppt/ink/ink2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7:56.38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19 1 576,'0'0'23901,"-19"109"-23309,45-80-152,6-4-15,-6-2-281,-1-1-136,1-6-8,0-3-673,-14-3-1063,27 2-1985,-13-2-1424,-1-7-3993</inkml:trace>
</inkml:ink>
</file>

<file path=ppt/ink/ink2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7:56.61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13 2737,'0'0'19484,"70"-12"-18660,-57 12-360,-6 0-264,-1 0-200,0 0-488,7 0-960,26 0-1289,-7 0-1480,6 3-2072</inkml:trace>
</inkml:ink>
</file>

<file path=ppt/ink/ink2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7:56.93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238 0 1504,'0'0'21458,"-18"11"-20332,-59 38-153,71-45-861,1 1-1,-1 1 1,1-1-1,0 1 0,1-1 1,-1 2-1,1-1 1,1 0-1,-1 1 1,1-1-1,0 1 0,0 0 1,1 0-1,0 0 1,-2 13-1,-3 6 115,-14 48 160,-21 129 0,34-84-4057,13-118 1297,1-1 1652,-1-1 0,1 0 0,-1 0 0,1 0 0,-1-1 0,1 0 0,-1 0 0,0 0 0,0-1 0,5-2 0,23-20-5843</inkml:trace>
</inkml:ink>
</file>

<file path=ppt/ink/ink2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7:57.41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110 35 1144,'0'0'1575,"10"3"-1249,-7-5 3116,3-26 5372,-1 21-4227,-3 22-2345,-5 20-1140,-1 0-1,-2-1 1,-1 0 0,-21 58-1,17-57-741,1-1 1,1 1-1,2 1 0,-5 65 1,12-68-392,0 40-2419,-1-73 1371,-1 0 0,0 0-1,0 0 1,0 0 0,1 0-1,-1-1 1,0 1 0,1 0 0,-1-1-1,0 1 1,1-1 0,-1 0-1,-1-1 1,-10-14-6817</inkml:trace>
</inkml:ink>
</file>

<file path=ppt/ink/ink2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7:57.59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29 1768,'0'0'23109,"58"-19"-22212,-7 19-425,1 0-248,12 0-224,-7-3 0,1-1-1105,13 4-1767,-13 0-2873,-7-3-2905</inkml:trace>
</inkml:ink>
</file>

<file path=ppt/ink/ink2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7:57.95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65 1528,'0'0'21073,"11"14"-20093,37 46-312,-43-56-605,0-1-1,0 1 0,0-1 1,0 0-1,1 0 0,0-1 1,-1 1-1,1-1 0,0 0 1,0-1-1,0 0 0,0 0 1,1 0-1,-1-1 0,0 1 1,0-1-1,10-2 0,-2 2 12,-12 0-64,1 0-1,-1 0 0,1 0 0,-1 0 0,1 0 0,-1 0 0,1-1 0,-1 1 0,0-1 1,1 0-1,-1 0 0,0 0 0,0 0 0,1 0 0,-1 0 0,0-1 0,0 1 0,0 0 1,0-1-1,2-3 0,-2 2-33,-1 0 1,0-1-1,1 1 0,-1-1 1,-1 1-1,1-1 1,0 1-1,-1-1 0,0 1 1,0-1-1,0 0 1,0 1-1,-1-1 0,0-5 1,0 5-7,-1-1 1,1 1 0,-1 0-1,0 0 1,1 1 0,-2-1-1,1 0 1,0 0 0,-1 1-1,0 0 1,0-1 0,0 1 0,0 0-1,0 0 1,0 1 0,-1-1-1,0 1 1,1 0 0,-1 0-1,-7-3 1,2 1 63,-1 0 0,0 1-1,0 0 1,0 0 0,0 1 0,0 1 0,-16-1-1,25 2-20,0 0-1,0 1 1,-1-1-1,1 1 0,0-1 1,0 1-1,0 0 1,0-1-1,-1 1 0,1 0 1,0 0-1,0 0 1,1 0-1,-1-1 0,0 1 1,0 1-1,0-1 0,1 0 1,-1 0-1,0 0 1,1 0-1,-1 0 0,1 1 1,-1-1-1,1 0 1,0 0-1,-1 1 0,1-1 1,0 3-1,-3 39 32,3-42-41,-1 32 41,0-22-145,0 0 1,1 1-1,1-1 0,0 0 1,2 13-1,-2-20-103,1-1 0,-1 1 0,0-1-1,1 0 1,0 1 0,0-1-1,0 0 1,0 0 0,0 0-1,0-1 1,1 1 0,-1 0-1,1-1 1,0 0 0,0 1-1,0-1 1,0 0 0,0 0-1,1-1 1,4 3 0,9 1-1729,0 0 0,0-1 0,1-1 0,30 2 0,10-4-6996</inkml:trace>
</inkml:ink>
</file>

<file path=ppt/ink/ink2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7:58.38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225 26 2785,'0'0'19645,"-15"-4"-18343,9 2-1251,-6-3 275,-1 2 1,0-1-1,0 2 0,0 0 1,-19-1-1,27 3-260,1 0 0,0 0-1,-1 1 1,1-1 0,0 1 0,-1 0 0,1 1 0,0-1-1,0 1 1,0 0 0,0 0 0,0 0 0,0 0-1,1 1 1,-1-1 0,1 1 0,-1 0 0,1 0-1,0 0 1,0 1 0,1-1 0,-1 1 0,-4 7 0,5-6-79,0 0 1,0 0-1,0 0 1,1 0-1,-1 1 1,1-1 0,0 0-1,1 1 1,0 10-1,2-15-9,1 0-1,0 0 0,0 0 0,0-1 0,0 1 0,0-1 0,0 0 0,0 0 0,0 0 1,0 0-1,3-1 0,2 1 17,-5 0 8,0 0 0,0-1 0,0 1 0,0-1 0,1 0 0,-1 1 0,0-1 0,0 0 0,0-1-1,0 1 1,-1-1 0,1 1 0,0-1 0,0 0 0,3-4 0,30-40 83,-29 36-22,-2 24-214,0-1 0,1 0 0,1 0 0,9 14 0,-11-22-331,0 0 0,1 0 0,-1 0 0,1-1 0,0 1 0,0-2 0,0 1 0,1-1 0,-1 1 0,1-2 0,0 1 0,7 1 0,5 0-1826,0-1-1,0-1 0,22 1 1,0-3-4867</inkml:trace>
</inkml:ink>
</file>

<file path=ppt/ink/ink2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7:58.60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185 1 1800,'0'0'18699,"-16"30"-16353,-51 103-403,55-105-1483,2 0 0,1 0 0,1 1-1,2 0 1,0 0 0,2 1 0,0 50 0,-2 4-258,-25 117-1588,27-192-2385,3-19-1013,3-30 438,46-107-2557,-17 71 3561</inkml:trace>
</inkml:ink>
</file>

<file path=ppt/ink/ink2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7:58.83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302 41 3289,'0'0'19483,"9"-9"-17892,-4 5-1324,23-21 517,-27 25-756,0 0-1,-1-1 1,1 1 0,0 0 0,-1-1 0,1 1 0,0 0 0,-1 0-1,1-1 1,0 1 0,0 0 0,-1 0 0,1 0 0,0 0 0,-1 0-1,1 0 1,0 0 0,0 0 0,-1 1 0,1-1 0,0 0 0,0 0-1,-1 1 1,1-1 0,0 0 0,-1 1 0,1-1 0,-1 0 0,1 1-1,0-1 1,-1 1 0,1-1 0,-1 1 0,1 0 0,-1-1 0,0 1-1,1-1 1,-1 1 0,1 0 0,-1-1 0,0 1 0,0 0 0,1-1-1,-1 1 1,0 0 0,0 1 0,6 16 458,-1-5-167,-1 0-1,-1 0 1,0 0 0,0 1-1,0 20 1,-3-34-313,-1 1 1,1 0 0,0 0-1,-1-1 1,1 1-1,-1 0 1,1 0-1,-1-1 1,1 1-1,-1-1 1,0 1-1,1 0 1,-1-1 0,0 1-1,1-1 1,-1 0-1,0 1 1,0-1-1,1 1 1,-1-1-1,0 0 1,0 0-1,0 0 1,0 1 0,1-1-1,-1 0 1,-2 0-1,-30 3 21,25-3-24,-50 4-258,-94 8-905,128-8-1517,0 2 0,-27 8 0,23-6-4768</inkml:trace>
</inkml:ink>
</file>

<file path=ppt/ink/ink2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7:59.66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259 80 864,'0'0'10169,"-30"8"-7638,-94 28-384,118-34-1922,1 0 0,-1 0 0,0 1 0,0 0 0,1 0 0,0 0 0,-1 0 0,1 1 0,1 0 0,-1 0 0,0 1 0,1-1-1,0 1 1,0 0 0,1 0 0,-1 0 0,1 1 0,-4 8 0,4-5-71,1-1-1,0 0 1,0 0 0,1 1-1,0-1 1,1 1 0,0-1-1,0 1 1,0-1 0,3 9-1,-2-14-128,0-1 0,0 0 0,0 1 0,0-1 0,1 0 0,-1 0 0,1 0 0,-1 0 0,1 0 0,0 0 0,0 0 0,0 0 0,0-1-1,0 1 1,0-1 0,0 0 0,0 0 0,1 1 0,-1-1 0,1-1 0,-1 1 0,1 0 0,-1 0 0,1-1 0,-1 0 0,5 1 0,-1 0 4,0-1 1,0 1-1,1-1 1,-1 0-1,0-1 1,0 1-1,0-1 0,0 0 1,0-1-1,12-4 1,-8 1-74,-1-1 1,1-1-1,-1 0 0,0 0 1,-1-1-1,1 0 0,8-12 1,50-73-962,-10 12 68,-45 66 901,30-35-266,-39 46 382,0 1 1,0 0-1,0 0 1,1 1-1,-1-1 1,1 1-1,-1-1 1,1 1-1,0 0 1,0 1-1,4-3 1,-7 5-17,0-1 1,-1 0 0,1 0-1,-1 1 1,1-1 0,-1 0-1,1 0 1,-1 1-1,0-1 1,1 1 0,-1-1-1,1 0 1,-1 1-1,0-1 1,1 1 0,-1-1-1,0 1 1,1-1 0,-1 1-1,0-1 1,0 1-1,0 0 1,1-1 0,-1 1-1,0-1 1,0 1-1,0-1 1,0 1 0,0 0-1,3 24 604,-3-21-476,-1 78 1606,0-65-1508,0 1-1,1 0 1,1 0-1,3 22 1,-4-40-279,1 1 0,-1 0 1,0 0-1,0 0 0,0 0 1,1-1-1,-1 1 0,0 0 1,1 0-1,-1-1 0,1 1 1,-1 0-1,1-1 0,-1 1 1,1 0-1,-1-1 0,1 1 1,0-1-1,-1 1 0,1-1 1,0 1-1,0-1 0,-1 1 1,1-1-1,0 0 0,0 0 1,-1 1-1,2-1 0,1 0 5,-1 0-1,0 0 1,0 0-1,1-1 1,-1 1-1,0-1 1,0 1-1,0-1 1,0 0-1,0 0 0,2-1 1,58-42 73,-46 31-108,23-13-34,2 2 1,0 2-1,1 2 1,63-22-1,-105 42 62,0 0-1,0 0 0,1 0 1,-1 0-1,0 0 0,1 0 1,-1 0-1,0 0 0,0 0 1,1 1-1,-1-1 0,0 0 1,1 0-1,-1 0 0,0 0 1,0 0-1,1 0 0,-1 1 1,0-1-1,0 0 0,0 0 1,1 0-1,-1 0 0,0 1 1,0-1-1,0 0 0,0 0 1,1 1-1,-1-1 0,0 0 1,0 0-1,0 1 1,0-1-1,0 0 0,0 0 1,0 1-1,0-1 0,0 0 1,0 1-1,0-1 0,0 0 1,0 0-1,0 1 0,0-1 1,0 0-1,0 1 0,0-1 1,0 0-1,0 0 0,0 1 1,0-1-1,-1 0 0,-3 21 183,3-17-112,-7 27-271,2 0 0,1 0 0,-2 53 0,11-83-723,0 1 0,-1-1 0,1 0 0,0 0 0,0-1 0,0 1 0,0-1 0,1 0 0,-1 0 0,0 0 0,7-1 0,-1 1-2152,28 0-6708</inkml:trace>
</inkml:ink>
</file>

<file path=ppt/ink/ink2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8:00.21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316 8 1512,'0'0'3949,"1"1"-863,6 14 4848,-11-16-7203,1 1 1,0 0-1,0-1 1,0 0-1,0 0 1,0 0-1,0 0 1,-5-3-1,4 2-640,0 0-1,0 0 1,0 1 0,0-1-1,0 1 1,0 0 0,-1 1-1,1-1 1,-6 0-1,3 1-80,-11 0-7,1 0 0,-1 1 0,-25 5 0,37-4 11,0 0 0,0 0-1,0 0 1,0 1 0,1 0 0,-1 0 0,1 0 0,0 1 0,0 0 0,0 0 0,0 0 0,0 0 0,-4 8 0,1-3 96,2 0 0,-1 1 0,1 0 0,1 0 0,0 1 0,0 0 0,1 0 0,1 0 0,0 0 1,0 0-1,1 1 0,0-1 0,1 1 0,1 0 0,1 21 0,-1-31-111,0 1 0,0-1 1,1 1-1,0 0 0,-1-1 0,1 1 0,0-1 0,0 0 0,0 1 0,0-1 1,1 0-1,-1 0 0,1 1 0,-1-1 0,1 0 0,0 0 0,0-1 0,0 1 1,0 0-1,0-1 0,0 1 0,0-1 0,0 0 0,1 1 0,-1-1 1,1 0-1,-1 0 0,1-1 0,-1 1 0,1 0 0,-1-1 0,6 1 0,10 1-421,0-1 0,1-1 0,30-2 0,-32 0-451,-4 1-484,0 0 1,0-1-1,0-1 0,0 0 0,-1-1 0,17-7 0,12-11-6710</inkml:trace>
</inkml:ink>
</file>

<file path=ppt/ink/ink2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8:00.37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0 1 1176</inkml:trace>
</inkml:ink>
</file>

<file path=ppt/ink/ink2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8:00.56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 1176,'41'32'475,"-18"-15"-1314,-6-3 3252,-1 1 2891,3 3 4069,22 16-3847,-36-31-5484,1 1 0,-1-1 0,1-1 0,0 1 0,0-1 0,0 0 1,0 0-1,0 0 0,1-1 0,-1 0 0,0 0 0,1-1 0,-1 0 0,0 0 0,1 0 0,-1-1 0,8-1 0,-13 1-60,1 0 0,0 0 0,-1 0 0,1 0 0,-1 0 1,0 0-1,1 0 0,-1 0 0,0 0 0,0 0 0,0-1 0,0 1 0,0-1 0,0 1 0,0-1 0,0 1 0,0-1 0,-1 1 0,1-1 0,0 0 0,-1 1 0,0-1 1,1 0-1,-1-2 0,3-45-340,-3 42 348,-1 5 16,1 0-1,-1 0 1,1-1-1,-1 1 1,0 0 0,1 0-1,-1 0 1,0 0-1,-1 0 1,1 0 0,0 1-1,0-1 1,-1 0-1,1 0 1,-1 1 0,0-1-1,1 1 1,-1 0-1,0-1 1,0 1 0,0 0-1,0 0 1,0 0 0,0 0-1,0 0 1,0 1-1,0-1 1,0 1 0,-1-1-1,1 1 1,0 0-1,-4 0 1,-12-2 296,1 1-1,-1 1 1,-18 2-1,25-1 87,8 0-330,-1-1 1,1 1-1,0-1 1,0 1-1,0 0 0,0 0 1,1 1-1,-1-1 0,0 0 1,0 1-1,1 0 0,-1 0 1,1 0-1,-1 0 1,1 0-1,0 0 0,0 0 1,0 1-1,0-1 0,0 1 1,1 0-1,-1-1 0,1 1 1,-1 0-1,1 0 1,0 0-1,0 0 0,1 0 1,-2 6-1,-1 10-33,1 0 0,1 0 1,1 36-1,1-26 9,-1-21-96,1 0 1,0 0 0,0 0 0,1 0-1,0-1 1,0 1 0,1 0-1,0-1 1,0 1 0,5 7 0,4 4-878,2 0 0,17 20 1,-18-23-201,32 34-5079</inkml:trace>
</inkml:ink>
</file>

<file path=ppt/ink/ink2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8:01.13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282 21 1112,'0'0'20811,"-13"-3"-20209,5 0-501,1 0-6,0 0 0,0 1 1,0 0-1,0 0 0,-1 1 0,1 0 0,0 1 0,-1-1 0,1 1 0,-1 0 0,1 1 0,-14 3 0,9 1 67,0 1-1,0 1 1,0 0-1,1 1 1,-20 17-1,24-19-138,1 0 0,-1 1 0,1 0 0,1 0 0,-1 0-1,1 1 1,1 0 0,-1 0 0,1 0 0,-3 9 0,7-16-33,0-1 0,0 1 0,-1-1 0,1 1 0,0 0 0,0-1 0,0 1 0,0-1 0,0 1 1,0-1-1,0 1 0,0-1 0,1 1 0,-1-1 0,0 1 0,0 0 0,0-1 0,1 1 0,-1-1 0,0 0 0,0 1 1,1-1-1,-1 1 0,1-1 0,-1 1 0,0-1 0,1 0 0,-1 1 0,1-1 0,-1 0 0,1 1 0,24 5-186,34-8-112,-53 1 239,7-1 23,1-1-1,-1 0 1,-1-1 0,1 0 0,-1-1 0,1 0-1,-1-1 1,-1-1 0,1 1 0,-1-2 0,0 0-1,-1 0 1,11-11 0,-11 8 1920,-10 19 422,-3 18-2365,3-18 50,0 3-21,0 0-1,1 0 1,0 0 0,3 14-1,-3-21-122,1 0 0,-1 0 0,1 0-1,0-1 1,0 1 0,0-1 0,0 1-1,1-1 1,-1 0 0,1 1 0,0-1-1,0-1 1,0 1 0,0 0 0,6 3-1,5 2-1245,0-1-1,0 0 0,1-1 1,21 6-1,15-1-4104</inkml:trace>
</inkml:ink>
</file>

<file path=ppt/ink/ink2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8:01.75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444 59 960,'0'0'16549,"-9"-9"-14793,5 4-1620,-1 1-1,1 0 1,-1-1-1,0 2 1,0-1-1,-1 1 1,1-1-1,-1 2 1,0-1-1,0 0 1,0 1-1,0 0 1,0 1-1,0-1 1,0 1-1,-1 1 1,1-1-1,-1 1 1,-8 0-1,-2 0 198,-1 1 0,0 0 0,0 1 0,0 1 0,1 0-1,-25 9 1,37-10-296,0 0-1,1 0 0,-1 0 0,1 1 1,-1-1-1,1 1 0,0 0 1,0 1-1,0-1 0,1 1 0,-1-1 1,1 1-1,0 0 0,0 0 1,0 1-1,0-1 0,1 1 0,0-1 1,0 1-1,0 0 0,0-1 1,1 1-1,0 0 0,0 0 1,0 0-1,1 0 0,0 9 0,-1-12-35,1-1 0,0 1 0,0 0 0,0 0 0,0 0 0,0 0 0,1 0 0,-1-1 0,1 1 0,-1 0-1,1 0 1,-1 0 0,1-1 0,0 1 0,0 0 0,0-1 0,0 1 0,0-1 0,0 1 0,1-1 0,0 2 0,2-2-1,0 1 1,-1-1 0,1 0-1,0 0 1,0 0-1,-1 0 1,1-1 0,0 1-1,7-1 1,9 0-90,0 0 1,0-2-1,-1 0 0,1-1 0,-1-1 1,0-1-1,0 0 0,0-2 1,-1 0-1,0-1 0,0-1 0,-1-1 1,0 0-1,0-1 0,-1-1 0,18-17 1,-32 27 49,0 0-1,0 0 1,0 0 0,-1 0 0,1 0 0,0 0-1,-1 0 1,0-1 0,1 1 0,-1-1-1,0 1 1,0-1 0,0 1 0,0-5 0,-29 7 23,21 1 18,0 1 1,1 0 0,-1 1-1,0-1 1,1 1-1,-1 0 1,1 1 0,0 0-1,0 0 1,0 0 0,1 1-1,-1-1 1,1 1-1,0 1 1,0-1 0,1 1-1,-6 9 1,0 0 55,1 1-1,0 0 1,1 1 0,1 0-1,-10 32 1,7 9 514,1 1 0,4-1 0,2 1-1,7 102 1,0-17 266,-5-143-820,1 0 1,-1 0 0,0 0-1,0 0 1,0-1-1,0 1 1,0 0-1,1-1 1,-1 1-1,0 0 1,-1-1 0,1 1-1,0-1 1,0 0-1,0 1 1,0-1-1,0 0 1,0 0-1,0 0 1,-1 0 0,1 1-1,0-2 1,0 1-1,0 0 1,0 0-1,0 0 1,-1 0-1,1-1 1,-1 0-1,-6 1 33,-2-1-85,-1 0 1,0-1-1,1 0 1,-1-1 0,1 0-1,-1 0 1,1-1-1,0 0 1,1-1-1,-1-1 1,1 1 0,0-1-1,0-1 1,1 1-1,0-2 1,0 1-1,1-1 1,-1 0 0,2-1-1,-1 1 1,1-1-1,1-1 1,0 1 0,0-1-1,1 0 1,0 0-1,0 0 1,1-1-1,1 1 1,0-1 0,0 0-1,0-13 1,2 16-128,0-5-424,0 0 0,0 0 0,2 0 0,4-21 0,-4 29 311,0 0-1,0 0 1,0 0 0,1 0-1,-1 1 1,1-1-1,1 1 1,-1 0 0,0 0-1,1 0 1,0 0-1,0 1 1,0-1 0,9-4-1,14-7-1860,-1 2 0,55-19 0,-21 11-3766</inkml:trace>
</inkml:ink>
</file>

<file path=ppt/ink/ink2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8:02.29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334 41 3329,'0'0'15788,"-5"-6"-14113,0 2-1495,0 1 0,0-1 0,-1 1 0,1 0 0,-1 0 0,1 0 0,-1 1 0,0 0 0,0 0 0,0 0 0,0 1 0,0 0 0,0 0 0,-1 0 0,1 1 0,0 0 0,0 0 0,0 1 0,-1 0 0,-6 1 0,4 2-150,1 0 0,0 1 1,-1 0-1,2 0 0,-1 1 0,1 0 1,-10 9-1,-47 54 167,55-58-180,3-6-34,1 1 1,0 0-1,0 1 1,0-1-1,1 1 1,0 0-1,0 0 1,1 0-1,0 0 0,0 1 1,-3 14-1,46-21-497,-27-2 443,-1-1 0,1-1 0,0 0 0,-1 0 0,0-2 0,0 1 0,0-1 1,0-1-1,12-8 0,4-1 103,-21 25 3499,10 34-2739,5 15-1414,-18-54-2,-1 1-1,1-1 0,1 0 1,-1 0-1,0-1 1,1 1-1,0-1 0,0 0 1,1-1-1,-1 1 1,1-1-1,-1 0 0,1 0 1,0 0-1,0-1 1,13 3-1,19 6-5326</inkml:trace>
</inkml:ink>
</file>

<file path=ppt/ink/ink2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8:02.51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26 1 3913,'0'0'18582,"-1"9"-16889,-2 33-408,3-22-1275,0 0-1,-2 0 1,-1-1 0,0 1-1,-10 31 1,12-49-35</inkml:trace>
</inkml:ink>
</file>

<file path=ppt/ink/ink2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8:02.69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65 1376,'0'0'20957,"0"-64"-20957,0 89 0,0 11-304,0 34-1193,0-6-2287,0-6-2754</inkml:trace>
</inkml:ink>
</file>

<file path=ppt/ink/ink2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8:03.25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 2593,'0'0'15752,"6"0"-14737,-1 1-888,0 0 0,0 0 1,0 0-1,0 1 0,-1-1 0,1 1 0,0 0 0,-1 1 0,1-1 1,-1 1-1,0 0 0,0 0 0,0 0 0,0 1 0,0-1 1,-1 1-1,1 0 0,-1 0 0,0 0 0,-1 0 0,1 1 0,-1-1 1,1 1-1,-1 0 0,-1-1 0,1 1 0,1 9 0,2 13 170,-1-1 0,-1 0 0,-1 1 1,-3 31-1,1-31-106,0-26 37,2-6-108,-1 1-1,1 0 1,0-1-1,1 1 1,-1 0-1,1 0 1,-1 1-1,1-1 1,6-5-1,-5 3-12,11-12-58,0 0-1,1 1 1,1 0 0,0 2-1,1 0 1,1 1 0,0 0-1,1 2 1,27-13 0,-47 25-24,1-1 0,0 1 0,0 0 0,-1 0 0,1 0 0,0-1 0,0 1 0,-1 0 0,1 0 0,0 0 0,0 0 0,0 0 0,-1 1 0,1-1 0,0 0 0,0 0 0,0 0 0,-1 1 0,1-1 0,0 0 0,-1 1 0,1-1 0,0 1 0,-1-1 0,1 1 1,0-1-1,-1 1 0,1-1 0,-1 1 0,1-1 0,-1 1 0,1 0 0,-1-1 0,1 1 0,-1 0 0,0 0 0,1-1 0,-1 1 0,0 0 0,0 0 0,0-1 0,0 1 0,1 0 0,-1 1 0,2 41 404,-3-34-233,1 13-50,0-1 1,1 1 0,1-1 0,1 0-1,9 35 1,-10-46-1195,-12-7-7319,-13-3-693</inkml:trace>
</inkml:ink>
</file>

<file path=ppt/ink/ink2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8:25.29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212 78 1512,'0'0'11357,"4"-12"-10171,13-35-207,-16 31 4386,-11 14-4180,-15 12-1921,23-9 1130,-19 10-362,0 2 0,1 1 1,0 0-1,-30 29 0,49-42-52,0 0-1,0 0 0,0 0 0,0 0 1,0 0-1,0 0 0,0 0 1,1 1-1,-1-1 0,0 0 1,1 1-1,-1-1 0,1 0 0,-1 1 1,1-1-1,0 1 0,-1-1 1,1 0-1,0 1 0,0-1 1,0 1-1,0 1 0,1-2-33,-1 0 1,1 0-1,0 1 0,-1-1 0,1 0 0,0 0 1,0 0-1,0-1 0,0 1 0,0 0 0,0 0 1,0 0-1,0-1 0,0 1 0,0 0 1,0-1-1,0 1 0,0-1 0,0 0 0,1 1 1,-1-1-1,0 0 0,2 1 0,25 4-196,-1 2 1,44 16-1,-62-20 200,1 2 0,0-1 1,-1 2-1,0-1 0,0 1 1,-1 0-1,0 1 0,0 0 0,0 0 1,7 10-1,-13-14 21,1 1-1,-1-1 1,0 1 0,-1-1-1,1 1 1,0 0 0,-1-1-1,0 1 1,0 0 0,0 0 0,-1 0-1,1 0 1,-1 0 0,0 0-1,0 0 1,0 0 0,-1 0-1,1 0 1,-1 0 0,0 0 0,0-1-1,0 1 1,-3 5 0,0-2 96,1 0 0,-1-1 0,0 1 1,-1-1-1,0-1 0,0 1 1,0 0-1,0-1 0,-1 0 0,0-1 1,-8 6-1,-2 0 130,-2-1 0,0-1-1,0 0 1,0-1 0,-1-1 0,0 0 0,0-2 0,0 0-1,-1-2 1,1 0 0,-26 0 0,43-2-239,4-2-189,-1 0 0,1 1 0,0-1 0,-1 1 0,1 0 0,0 0 0,0 0-1,0 0 1,0 0 0,0 0 0,0 0 0,0 0 0,0 1 0,0-1 0,0 1 0,0 0-1,1 0 1,-1-1 0,0 1 0,0 1 0,4-1 0,4 0-1370,10-3-2972</inkml:trace>
</inkml:ink>
</file>

<file path=ppt/ink/ink2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8:25.91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1 190 2841,'0'0'12002,"10"-11"-10431,-7 71 738,-5-32-1884,1-13-281,0 0-1,2 0 1,3 29 0,-4-41-146,0-1-1,1 1 1,-1-1-1,1 0 1,0 1 0,0-1-1,0 0 1,0 0-1,0 1 1,0-1 0,0 0-1,1 0 1,-1 0-1,1-1 1,0 1-1,-1 0 1,1 0 0,0-1-1,0 0 1,0 1-1,0-1 1,0 0 0,0 0-1,1 0 1,-1 0-1,0 0 1,1 0-1,-1-1 1,0 1 0,4 0-1,1-1-12,0-1 1,1 1-1,-1-1 0,0-1 0,0 1 0,0-1 1,0 0-1,0-1 0,-1 0 0,1 0 1,-1 0-1,1-1 0,-1 0 0,0 0 0,6-6 1,-3 3-28,-1-1 1,0 0 0,-1 0 0,1-1 0,-2 0 0,1 0 0,-1-1-1,-1 0 1,6-12 0,-7 8 455,0 8 693,8 17-1022,-10-10-167,1 3 61,1 0-1,1-1 0,-1 0 0,0 0 0,1 0 0,0 0 0,-1-1 0,1 0 0,0 0 0,0 0 1,10 2-1,57 0-439,-55-4 320,-14 0 108,0-1-1,1 1 1,-1-1-1,1 0 1,-1 0-1,0 0 1,0 0 0,0 0-1,1-1 1,-1 0-1,0 1 1,-1-1-1,1 0 1,0-1-1,-1 1 1,1 0-1,-1-1 1,1 1-1,-1-1 1,0 0 0,0 0-1,0 0 1,-1 0-1,1 0 1,-1 0-1,0 0 1,0 0-1,0-1 1,0 1-1,1-7 1,2-12 157,-1 0 0,-1 1 0,-2-39 0,0 42 225,0 14-257,-1 0-1,0 0 1,0 0-1,0 0 1,0 0-1,-1 0 1,1 0 0,-1 0-1,0 1 1,0-1-1,0 1 1,-1-1-1,1 1 1,-1 0-1,0 0 1,0 0 0,0 0-1,0 1 1,0-1-1,-1 1 1,1 0-1,-8-4 1,10 6-499,10 16-5334,8 2 945,2-1-969</inkml:trace>
</inkml:ink>
</file>

<file path=ppt/ink/ink2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8:26.36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315 0 3401,'0'0'17170,"-31"6"-16686,-98 19-193,123-23-267,0-1 0,0 1 0,0 0 0,0 1 0,0-1 0,1 1 0,-1 0 0,1 0 0,0 1 0,0 0 0,0 0 0,0 0 0,1 0 0,0 1 0,0 0 0,-6 8 0,-4 5 4,9-13-50,0 1 0,1-1-1,0 1 1,0 0 0,0 0 0,1 1 0,0-1-1,0 1 1,0 0 0,1 0 0,0 0 0,1 0-1,-2 13 1,44-20-606,-33-1 618,1-1 0,0 0 0,0 0 0,-1-1 0,1 0 0,-1 0 0,0-1 0,13-8 0,60-45 15,-80 56 88,0 0 0,0 0 0,0 0 0,0 0 0,-1 0 1,1 0-1,0 0 0,0 0 0,-1 0 0,1 0 0,0 0 0,-1 0 1,1-1-1,-1 1 0,1-2 920,3 16-289,1 4-975,2-1 1,0 0 0,1-1-1,15 24 1,-13-26-564,0 0 0,1-1 0,0-1 0,1 1 0,0-2 0,0 1 0,1-2 0,22 13 0,16 3-3939,-5-10-2215</inkml:trace>
</inkml:ink>
</file>

<file path=ppt/ink/ink2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8:26.61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11 0 1488,'0'0'18519,"-2"20"-17735,-6 105 279,7-104-770,2 1 0,1-1 1,0 0-1,11 41 0,75 190 355,-82-214-1146,-6-33-9237,-11-24 5274</inkml:trace>
</inkml:ink>
</file>

<file path=ppt/ink/ink2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8:26.90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0 129 1800,'0'0'16140,"15"-22"-15125,47-68-130,-42 73-83,-6 20-307,-12 0-427,0-1-1,0 1 0,0-1 0,-1 1 1,1 0-1,-1 0 0,0 0 0,2 5 1,0-1 196,2 2-142,0 1-1,0 0 1,-1 0 0,0 1-1,-1-1 1,3 13-1,-5-20-99,-1 0-1,1-1 0,-1 1 0,0-1 1,1 1-1,-1 0 0,-1-1 1,1 1-1,0 0 0,-1-1 0,1 1 1,-1-1-1,0 1 0,1-1 1,-1 1-1,0-1 0,-1 0 1,1 1-1,0-1 0,-1 0 0,1 0 1,-1 0-1,0 0 0,0 0 1,0 0-1,0 0 0,0-1 1,0 1-1,0-1 0,0 0 0,-3 2 1,-1-1 109,-1 0 0,1 0 0,-1-1 1,1 1-1,-1-2 0,-12 1 0,-7-1-2701,7 0-3531</inkml:trace>
</inkml:ink>
</file>

<file path=ppt/ink/ink2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8:27.35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13 1 1528,'0'0'1473,"-13"32"-2178</inkml:trace>
</inkml:ink>
</file>

<file path=ppt/ink/ink2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8:28.01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52 1 2457,'-43'50'2485,"37"-44"2315,3-9-2162,4-8 1408,-1 13-8501</inkml:trace>
</inkml:ink>
</file>

<file path=ppt/ink/ink2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8:28.47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1003 45 2697,'0'0'14129,"-21"-11"-12743,12 7-1278,3 0-56,0 0 0,-1 1 0,1 0 1,-1 0-1,0 0 0,0 1 0,0 0 0,0 0 1,0 1-1,0 0 0,-1 0 0,1 1 0,0 0 0,-1 0 1,1 1-1,0 0 0,0 0 0,-1 0 0,1 1 0,0 0 1,1 1-1,-1-1 0,-10 7 0,-92 56 776,-131 104-1,178-118-540,1 3-1,3 2 0,-60 75 1,99-107-181,1 2 1,1 0-1,2 1 1,0 0-1,2 2 1,1-1-1,-11 41 1,19-54-85,0-1 0,1 1 0,1 0 0,0 0 0,1 0 0,1 0 0,0 0 0,1-1 0,1 1 0,0 0 0,1 0 0,1-1 0,0 1 0,1-1 0,0 0 0,1 0 0,9 14 0,1-6-118,1-1 0,1-1 0,1 0 0,1-2 0,0 0 0,1-1 0,1-1 0,0-1 0,2-1 0,-1-1 0,2-2 0,-1 0 0,2-1 0,-1-2 0,1 0 0,0-2 0,1-1 0,0-1 0,27 1 0,-30-4-334,-5 0-957,0-1 0,37-4 0,-20-10-3488</inkml:trace>
</inkml:ink>
</file>

<file path=ppt/ink/ink2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8:28.96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303 83 832,'0'0'20196,"-11"-14"-19121,-37-41-368,46 53-689,0 1 0,0 0 0,0-1 0,0 1 0,0 0 0,0 0 0,0 0 0,0 1 0,0-1 0,-1 0 0,1 1 0,0-1 0,-1 1 0,1 0 0,0 0 0,-1 0 0,1 0 0,0 0 0,-1 1 0,1-1 0,0 1-1,0-1 1,-1 1 0,-2 1 0,-3 2 20,0 0-1,1 1 0,-1-1 0,-10 11 1,12-10 2,-5 3-15,1 0-1,0 1 1,0 0-1,1 1 1,0 0-1,1 0 1,0 1-1,0 0 1,2 1-1,-1-1 1,1 1-1,1 1 0,0-1 1,1 1-1,0 0 1,1 0-1,1 0 1,0 0-1,-1 17 1,3-28-33,0-1 0,0 1 0,0-1 0,0 1 0,0-1 0,0 1 1,0-1-1,1 1 0,-1-1 0,0 1 0,1-1 0,-1 0 0,1 1 0,0-1 0,-1 0 1,1 1-1,0-1 0,0 0 0,0 0 0,0 0 0,0 0 0,0 0 0,0 0 1,0 0-1,2 1 0,-1-1-4,1 0 1,0-1 0,0 1 0,0-1-1,0 0 1,0 0 0,0 0-1,0 0 1,0 0 0,0-1-1,0 1 1,3-2 0,-2 1 12,1-1 0,-1 0 0,0 0 1,0 0-1,0 0 0,0-1 0,0 1 1,0-1-1,-1 0 0,1 0 0,3-6 1,34-43-46,-30 38 6,-6 6 109,0 1 0,0-1 0,-1 0 1,0 0-1,0 0 0,-1 0 0,0-1 0,3-17 0,-6 25 675,2 2-739,1 1 1,-1-1 0,0 1 0,0-1 0,0 1 0,0 0-1,0-1 1,0 1 0,0 0 0,-1 0 0,1 0-1,-1 1 1,3 3 0,8 10-7,-2-7-116,0 0-1,1-1 1,0 0-1,0-1 1,1 0-1,0-1 1,0 0-1,24 7 1,-5-5-1529,1 0 0,45 4 1,-17-7-3173</inkml:trace>
</inkml:ink>
</file>

<file path=ppt/ink/ink2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8:29.50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594 13 4337,'0'0'19231,"-18"-3"-18837,-20-2-282,0 2-1,-1 1 1,-60 6-1,22 9 187,1 3 0,-89 31 1,162-46-301,-1 0 1,1 0 0,0 1 0,0-1-1,0 1 1,0 0 0,0 0-1,0 0 1,0 0 0,-4 5-1,6-6-7,1 0 0,-1 1 0,0-1 0,1 0-1,-1 0 1,1 1 0,0-1 0,-1 0-1,1 0 1,0 1 0,0-1 0,0 0-1,0 1 1,0-1 0,0 0 0,0 1 0,0-1-1,0 0 1,1 0 0,-1 1 0,0-1-1,1 0 1,0 0 0,-1 1 0,1-1 0,-1 0-1,1 0 1,0 0 0,0 0 0,0 0-1,0 0 1,0 0 0,1 1 0,27 28 32,-20-22-18,0 0 0,-1 1 1,-1 0-1,1 0 0,-1 1 1,-1 0-1,1 0 0,-2 0 0,0 1 1,7 20-1,-8-16 23,-1 1 0,0 0 0,-1 0 0,-1 0 0,-1 0 0,0 0 0,-1 0 0,-5 28 0,-2-13 4,-1 0-1,-1 0 1,-19 38 0,22-55-36,1 0 1,0 1 0,1-1-1,1 1 1,1 0-1,0 0 1,0 0 0,0 23-1,4-37-2,-1 0 0,0 0 0,0 0 0,1-1 0,-1 1 0,1 0 0,-1-1 0,1 1 0,-1 0 0,1-1 0,-1 1 0,1-1 0,-1 1 0,1-1 0,0 1 0,-1-1 0,1 1 0,0-1 0,-1 0 0,1 1 0,0-1 0,0 0 0,-1 1 0,1-1 0,0 0 0,0 0 0,0 0 0,-1 0 0,1 0 0,0 0 0,1 0 0,33 0-82,-25 0 123,-2 0 19,28 0 285,55-6 1,-78 3-304,0 1 1,-1-2-1,1 1 0,-1-2 1,0 0-1,0 0 1,20-13-1,-21 12-54,-9 5-6,0 0 0,1 0 0,-1 0-1,0 0 1,0-1 0,0 1 0,0-1-1,0 1 1,0-1 0,-1 1 0,1-1-1,0 0 1,-1 0 0,0 0-1,1 0 1,-1 0 0,0 0 0,0-1-1,1-2 1,25 5-9283,-9 0 944</inkml:trace>
</inkml:ink>
</file>

<file path=ppt/ink/ink2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8:29.81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257 171 2977,'0'0'18893,"-32"7"-17586,-101 27-434,127-32-811,1-1-1,-1 1 0,0 1 1,1-1-1,0 1 0,0 0 1,0 0-1,0 0 0,0 1 1,0 0-1,1 0 0,-5 5 1,7-5-32,-1 0 1,1 0-1,-1 0 0,1 0 1,1 1-1,-1-1 1,1 1-1,-1-1 1,0 8-1,2-11-38,0 0-1,-1 1 1,1-1-1,0 0 1,0 0-1,0 0 1,0 0-1,0 1 1,1-1-1,-1 0 0,0 0 1,0 0-1,1 0 1,-1 0-1,1 0 1,-1 0-1,1 0 1,-1 0-1,1 0 1,0 0-1,-1 0 1,1 0-1,0 0 1,0 0-1,0 0 1,1 0-1,1 1-14,-1-1 0,1 0-1,0 1 1,0-1 0,0 0-1,0-1 1,0 1 0,0-1-1,0 1 1,4-1-1,5 0 5,-1 0-1,1-1 0,-1-1 0,1 1 0,11-5 1,-13 3 34,-1-1 1,0 1 0,0-2-1,-1 1 1,1-1 0,-1-1-1,0 1 1,0-1 0,-1-1 0,0 0-1,0 0 1,0 0 0,-1 0-1,0-1 1,-1 0 0,0-1-1,0 1 1,-1-1 0,1 0-1,-2 0 1,0 0 0,0-1 0,0 1-1,-1-1 1,-1 1 0,0-1-1,0 0 1,-1 0 0,0-10-1,-1 15-143,-1 0-1,1 1 1,-1-1-1,1 1 1,-2-1-1,1 1 1,0 0-1,-1 0 1,1 0-1,-1 0 1,0 0-1,-1 1 1,1-1-1,-1 1 1,1 0-1,-9-5 1,-11-13-6619,21 15 959</inkml:trace>
</inkml:ink>
</file>

<file path=ppt/ink/ink2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8:30.37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164 87 2681,'0'0'21135,"1"-3"-20479,0 1-614,1 0 1,-1 0-1,1 0 1,0 0-1,0 0 1,0 0-1,0 1 1,0-1-1,0 1 0,0-1 1,1 1-1,-1 0 1,0 0-1,1 0 1,-1 0-1,4-1 1,52-12 199,-29 7-131,-10 2-48,1-1 92,0 0 0,25-12 0,-44 17 710,0 3-864,1-1-1,-1 1 0,0-1 0,0 1 1,1-1-1,-1 1 0,0 0 0,0 0 1,-1 0-1,1-1 0,0 1 0,-1 0 0,1 0 1,-1 0-1,1 0 0,-1 0 0,0 0 1,0 0-1,0 3 0,-1 53 50,0-34 22,-6 470 227,7-483-273,0 2 28,0 0 1,1-1-1,0 1 1,4 13 0,-21-26 1041,-55-1-581,-80 2-254,132 0-260,-1 1 0,1 2-1,0 0 1,0 0 0,-30 13 0,47-16-36,1-1 0,0 0-1,0 1 1,-1-1-1,1 1 1,0-1 0,0 1-1,-1 0 1,1-1-1,0 1 1,0 0 0,0 0-1,0 0 1,0 0-1,0 0 1,0 0 0,1 0-1,-1 0 1,0 0-1,0 0 1,1 0 0,-1 1-1,0 0 1,2-1-93,-1 0 0,1 0 1,-1 0-1,1 0 0,0 0 1,-1 0-1,1 0 0,0 0 1,0-1-1,0 1 0,0 0 1,-1-1-1,1 1 1,0 0-1,0-1 0,0 1 1,0-1-1,0 0 0,1 1 1,1-1-1,10 4-1458,0-1-1,0 0 1,16 1 0,34-3-5510</inkml:trace>
</inkml:ink>
</file>

<file path=ppt/ink/ink2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8:32.07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440 6 1696,'0'0'1193,"12"0"12207,-102-3-10430,42 0-2757,-59 5 0,93-1-210,-1 1-1,1 0 1,0 1-1,0 1 1,0 0 0,0 1-1,0 1 1,-18 10-1,27-13 6,-1 0 8,0 0 0,0 1 1,1 0-1,-1 0 0,1 0 0,0 1 0,0 0 0,-6 7 1,11-12 3,0 1 0,0-1 0,0 0 1,-1 0-1,1 0 0,0 0 0,0 0 1,0 1-1,0-1 0,0 0 1,0 0-1,0 0 0,0 0 0,-1 1 1,1-1-1,0 0 0,0 0 0,0 0 1,0 0-1,0 1 0,0-1 1,0 0-1,0 0 0,0 0 0,0 1 1,0-1-1,0 0 0,1 0 0,-1 0 1,0 0-1,0 1 0,0-1 1,0 0-1,0 0 0,0 0 0,0 0 1,0 1-1,0-1 0,1 0 0,-1 0 1,0 0-1,0 0 0,0 0 1,0 0-1,0 1 0,1-1 0,-1 0 1,0 0-1,0 0 0,0 0 0,0 0 1,1 0-1,-1 0 0,0 0 1,0 0-1,0 0 0,1 0 0,17 0-4743,-5-1-59,6 1-1749</inkml:trace>
</inkml:ink>
</file>

<file path=ppt/ink/ink2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8:32.50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26 231 1824,'0'0'17991,"12"-20"-17792,-12 20-199,6-11 2,0 0 1,1 1 0,0 0 0,1 0-1,0 0 1,0 1 0,1 0 0,0 1-1,1 0 1,0 1 0,0 0 0,0 0 0,17-7-1,66-19-3,-56 22 15,51-25 0,-124 38 531,-9 8-396,0 3 0,1 1 0,0 2 0,-42 23 0,76-35-101,-1 1-12,-33 16 59,42-20-96,0 0 0,1 0-1,-1-1 1,1 1 0,-1 1 0,1-1 0,-1 0 0,1 0-1,0 0 1,-1 1 0,1-1 0,0 1 0,0-1 0,0 1-1,0-1 1,0 1 0,0 0 0,1-1 0,-2 3 0,4-3-22,0 0 1,-1 0-1,1 0 1,0-1 0,-1 1-1,1-1 1,0 0 0,-1 1-1,1-1 1,0 0 0,0 0-1,0 0 1,-1 0-1,1 0 1,3-1 0,2 1-48,33-4-139,0-1 0,0-1 0,0-3 0,73-26 0,-48 15 140,-123 22 2519,25 6-2099,-60 23 0,45-13-233,42-16-129,0 0 0,0 0 0,0 0 1,1 1-1,-1 0 0,-9 7 0,14-8-97,-1 0-1,0 0 1,1 0 0,-1 0 0,1 0-1,0 0 1,0 1 0,0-1-1,0 0 1,0 1 0,0-1-1,1 1 1,-1-1 0,1 1-1,-1-1 1,1 1 0,0-1 0,0 4-1,0 28-3781,0-7-1905</inkml:trace>
</inkml:ink>
</file>

<file path=ppt/ink/ink2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8:33.07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385 33 2601,'0'0'19024,"-7"-4"-17171,-3-1-1578,-1 0-1,0 1 0,1 1 0,-1 0 0,0 0 1,-1 1-1,1 0 0,0 1 0,-1 0 0,1 1 1,-14 2-1,16-2-234,0 1 0,0 1 1,-1 0-1,1 0 0,1 0 1,-1 1-1,0 1 0,1 0 1,-1 0-1,1 0 0,0 1 1,1 0-1,-1 1 0,1-1 1,-8 9-1,6-4-47,0 1-1,0 0 1,1 0 0,0 1 0,1 0 0,1 0-1,0 1 1,0 0 0,1 0 0,1 0 0,0 1-1,1-1 1,1 1 0,-2 15 0,5-28-4,-1 0-1,1 0 1,-1 0 0,1 0 0,0 0 0,-1-1-1,1 1 1,0 0 0,-1 0 0,1 0-1,0-1 1,0 1 0,0 0 0,0-1 0,0 1-1,0 0 1,0-1 0,0 0 0,0 1-1,0-1 1,0 0 0,0 1 0,0-1 0,0 0-1,1 0 1,-1 0 0,0 0 0,0 0 0,0 0-1,0 0 1,0 0 0,2-1 0,44-7-63,-26-3 115,-2 0 0,0-1 0,0-1 0,-1 0-1,-1-1 1,0-2 0,-1 1 0,-1-2 0,20-27 0,-33 45 47,0 0-1,0 0 0,0 0 1,0 0-1,0 0 0,0 1 1,-1-1-1,1 0 0,-1 1 1,1 0-1,-1-1 0,1 1 1,-1 0-1,0-1 0,0 1 1,1 2-1,12 12-76,-1-5-305,0 0 0,0-2-1,1 1 1,1-2-1,0 0 1,0 0 0,25 8-1,-14-8-3589,52 9 0,-21-11-4742</inkml:trace>
</inkml:ink>
</file>

<file path=ppt/ink/ink2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8:33.73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558 151 1584,'0'0'21685,"0"-10"-20417,1-3-1125,0 9-3,-1 0 0,1 0 0,-1 0-1,0 1 1,0-1 0,0 0-1,-1 0 1,1 0 0,-1 1 0,0-1-1,0 0 1,0 0 0,0 1-1,-1-1 1,0 1 0,0-1 0,1 1-1,-2 0 1,1 0 0,0 0-1,-1 0 1,1 0 0,-1 0 0,0 1-1,0-1 1,-5-2 0,-6-1-110,-1 0-1,1 1 1,-1 1 0,0 0 0,0 1-1,-28-2 1,-95 6-64,135-1 24,-1 0-1,0 1 1,0-1-1,0 1 1,1 0-1,-1 0 1,0 0-1,1 1 1,-1 0-1,1-1 0,0 1 1,-1 0-1,1 0 1,0 1-1,0-1 1,0 1-1,1-1 1,-1 1-1,1 0 1,-1 0-1,1 0 0,0 1 1,0-1-1,0 0 1,0 1-1,1-1 1,0 1-1,-1 0 1,1-1-1,1 1 1,-1 0-1,0 5 0,-1 14-17,1 1-1,1-1 0,0 0 0,7 32 1,-3-9 18,1 4 14,-3 1 0,-2-1 0,-3 1 0,-1-1 0,-15 64 0,-1-38 28,-4-2-1,-45 99 1,63-162-30,0 1 1,0 0-1,2 1 0,0-1 1,0 1-1,1 0 1,0 0-1,2 0 0,-2 20 1,4-31-4,-1-1 1,1 1-1,0-1 1,-1 1-1,1-1 0,0 1 1,0-1-1,0 0 1,0 1-1,0-1 1,0 0-1,1 0 1,-1 0-1,0 0 1,1 0-1,-1 0 1,0 0-1,1 0 0,-1-1 1,1 1-1,-1-1 1,1 1-1,0-1 1,-1 1-1,1-1 1,0 0-1,-1 0 1,3 0-1,56 6 215,-54-6-172,19 2 55,-1-2 0,1 0 0,0-2 0,-1-1 0,1 0 1,-1-2-1,0-1 0,-1-1 0,1-1 0,-1-1 0,24-13 0,-12 1-150,-3 0-3513,45-25-8542,-28 18 2994</inkml:trace>
</inkml:ink>
</file>

<file path=ppt/ink/ink2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8:34.30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136 71 1168,'0'0'17979,"0"-10"-16807,0-24-558,0 7 5211,-13 33-5727,-40 54 152,10-8-136,40-51-116,1 1 0,0 0-1,0 0 1,1 0-1,-1 0 1,0 0-1,1 0 1,-1 1-1,1-1 1,-1 0-1,1 1 1,0-1-1,0 1 1,0-1-1,1 1 1,-1-1-1,1 1 1,-1 0-1,1 0 1,0 3-1,4-4-8,0 0 0,0-1 0,0 0 0,0 0 0,0 0 0,0 0-1,0-1 1,0 1 0,6-1 0,-5 0 1,59 4 6,-39-3 7,-1 1-1,0 0 1,1 2-1,-1 1 0,27 9 1,-50-13-4,0 0 0,0 0 0,1 0 0,-1 0 0,0 0 0,0 0 1,0 0-1,0 0 0,0 0 0,0 1 0,0-1 0,0 0 0,-1 1 0,1-1 0,-1 1 1,1-1-1,-1 1 0,1-1 0,-1 1 0,0-1 0,1 1 0,-1 0 0,0-1 0,0 1 1,0-1-1,-1 1 0,1-1 0,0 1 0,-1-1 0,1 1 0,-1 2 0,0-1 29,0 1 0,0-1 0,0 0-1,-1 1 1,1-1 0,-1 0 0,0 0-1,0 0 1,0 0 0,0 0 0,0-1-1,-1 1 1,-4 4 0,-105 56 1277,49-39-2487,54-22-315,-1 0 0,1 0 0,-1 0 0,-13-1 0</inkml:trace>
</inkml:ink>
</file>

<file path=ppt/ink/ink2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8:34.50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45 3185,'0'0'21660,"71"-16"-20932,-26 16-183,-7 0-321,14 0-104,-1 0-120,-13-7-464,7 1-1137,-13 3-2560,-19-10-4160</inkml:trace>
</inkml:ink>
</file>

<file path=ppt/ink/ink2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8:38.82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421 337 8666,'0'0'13823,"6"-12"-12624,15-38-202,-20 49-952,-1 1 1,0 0-1,0-1 0,1 1 0,-1-1 0,0 1 0,0-1 0,1 1 1,-1-1-1,0 1 0,0 0 0,0-1 0,0 1 0,0-1 0,0 0 1,0 1-1,0-1 0,0 1 0,0-1 0,0 1 0,0-1 0,0 1 1,0-1-1,0 1 0,0 0 0,-1-1 0,1 1 0,0-1 0,0 1 1,-1-1-1,1 1 0,0-1 0,-1 1 0,1 0 0,0-1 1,-1 1-1,1 0 0,0-1 0,-1 1 0,1 0 0,-1 0 0,1-1 1,-1 1-1,1 0 0,-1 0 0,1 0 0,-1 0 0,1-1 0,-1 1 1,1 0-1,-1 0 0,1 0 0,-1 0 0,-25 5-88,10 1-5,1 1 0,-1 0-1,1 1 1,1 1 0,0 0-1,0 1 1,-21 20 0,35-28-1296,10-7 1002,15-12 333,-20 13 6,66-54 26,103-108 1,-170 164 0,-1-1 0,-1 0 1,1 0-1,0-1 1,-1 1-1,1 0 1,-1-1-1,0 0 0,0 1 1,-1-1-1,1 0 1,-1 0-1,0 0 0,0 0 1,0 0-1,0 0 1,-1 0-1,1 0 0,-1-5 1,0 8-9,-1 1-1,1-1 1,0 1 0,0-1 0,-1 1-1,1-1 1,0 0 0,-1 1 0,1 0-1,0-1 1,-1 1 0,1-1 0,-1 1-1,1-1 1,-1 1 0,1 0-1,-1-1 1,1 1 0,-1 0 0,1 0-1,-1-1 1,1 1 0,-1 0 0,0 0-1,0 0 1,-17-4 35,1 1-1,-1 1 0,0 1 0,0 0 1,-25 3-1,-7 0-25,27-3-26,-1 2 0,1 1 1,0 1-1,-1 1 0,1 1 0,1 1 0,-1 0 1,1 2-1,-30 15 0,51-23-14,0 1 1,0-1-1,0 1 1,-1 0-1,1-1 1,0 1-1,0 0 0,0 0 1,0 0-1,0 0 1,1 0-1,-1 0 1,0 0-1,0 0 1,1 0-1,-2 2 1,2-3-6,0 1 0,0-1 0,1 0 1,-1 1-1,0-1 0,0 1 1,0-1-1,1 1 0,-1-1 1,0 0-1,0 1 0,1-1 1,-1 0-1,0 1 0,1-1 1,-1 0-1,0 1 0,1-1 1,-1 0-1,1 0 0,-1 1 1,0-1-1,1 0 0,-1 0 0,1 0 1,-1 0-1,1 0 0,-1 0 1,1 1-1,47 3-748,55-8 361,-1-6-1,154-32 0,-228 36 360,1 1-1,42-1 1,-87 30-137,-9-4 390,-1-2 0,-1-1 0,-51 25 0,28-16 67,-55 27 388,-54 31 522,137-66-1116,22-18-75,0 1 0,0-1 0,0 0 0,0 1 0,0-1 0,0 0 0,0 1 0,0-1 0,0 0 1,0 1-1,0-1 0,0 0 0,0 1 0,0-1 0,0 0 0,0 1 0,0-1 0,0 0 0,1 1 0,-1-1 0,0 0 0,0 1 0,0-1 0,1 0 0,-1 0 0,0 1 0,0-1 0,0 0 0,1 0 0,-1 1 0,0-1 0,1 0 0,-1 0 0,0 0 0,0 0 1,1 1-1,0-1 0,5 2-109,-1-1 0,1 0 0,0 0 1,1 0-1,11 0 0,271-11 76,-163 2-50,-106 11-60,-26 7 145,-34 13 142,35-20-123,-280 121 1679,94-45-762,182-75-919,7-4-18,0 1 0,1-1 0,-1 1-1,1-1 1,-1 1 0,0-1 0,1 1 0,-1 0 0,1 0 0,0 0 0,-1 0-1,1 0 1,0 0 0,-1 0 0,1 0 0,0 1 0,0-1 0,0 0-1,0 1 1,0-1 0,0 1 0,1-1 0,-2 3 0,3-3-31,0 0 0,-1 0-1,1 0 1,0 0 0,0 0 0,0-1 0,0 1 0,0 0 0,0-1 0,0 1-1,0-1 1,0 1 0,0-1 0,1 1 0,-1-1 0,0 0 0,0 1 0,0-1-1,0 0 1,1 0 0,-1 0 0,1 0 0,40 3-602,-35-2 473,212 6-181,-217-7 354,-1-1 0,0 1 0,1 0 0,-1 0 0,1 0-1,-1 0 1,1 0 0,-1 1 0,1-1 0,-1 0 0,0 1 0,1-1 0,-1 1 0,0-1-1,1 1 1,-1 0 0,0 0 0,0-1 0,1 1 0,-1 0 0,0 0 0,1 2 0,-2-2 22,0 0 0,0 0 0,0 0 1,-1 0-1,1 0 0,0 0 0,-1 0 1,1 0-1,-1 0 0,1 0 0,-1 0 1,1 0-1,-1 0 0,0 0 0,1 0 1,-1-1-1,0 1 0,0 0 0,0 0 1,1-1-1,-3 2 0,-11 8 320,0 0 0,-24 12-1,-191 83 1474,28-13-920,236-100-2039,97-43-1983,-30 6-2245,25-20-6535</inkml:trace>
</inkml:ink>
</file>

<file path=ppt/ink/ink2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8:39.81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0 187 2617,'0'0'14825,"9"-8"-13075,-3 1-1445,-2 2-59,0 1 1,0-1-1,0 1 1,1 0-1,-1 0 0,1 0 1,1 0-1,-1 1 1,0 0-1,1 0 1,-1 1-1,1 0 1,0-1-1,0 2 0,0-1 1,8-1-1,-13 4-184,1 0 0,-1-1 0,0 1 0,0-1 0,0 1 0,0 0 1,0 0-1,0 0 0,-1-1 0,1 1 0,0 0 0,0 0 0,-1 0 0,1 0 0,0 0 0,-1 1 0,1-1 0,-1 0 0,1 0 0,-1 0 0,0 0 0,1 1 0,-1-1 0,0 0 0,0 2 0,7 44 280,-6-34-103,4 67 537,-5-80-518,4-27-313,4 5-17,2 1 0,1 1 0,0 0 0,2 0 0,0 1 0,1 1 0,1 0 0,1 1 0,0 1 0,1 0 0,1 1 0,19-13 0,-36 28 70,-1-1 1,1 1-1,-1-1 1,1 1 0,-1 0-1,1-1 1,-1 1-1,1-1 1,-1 1-1,1 0 1,-1 0-1,1-1 1,0 1-1,-1 0 1,1 0-1,-1 0 1,1-1-1,0 1 1,-1 0-1,1 0 1,0 0-1,-1 0 1,1 0-1,-1 0 1,1 1 0,0-1-1,-1 0 1,1 0-1,0 0 1,-1 0-1,1 1 1,2 17 134,-2-4-20,3 26 316,-3 43 0,-1-73-426,1-9-46,0 1 1,0-1-1,-1 1 0,1-1 1,0 1-1,0-1 0,0 0 1,1 0-1,-1 1 0,0-1 1,0 0-1,1 0 0,-1 0 1,1 0-1,-1 0 0,1-1 1,2 2-1,13 9-1825,32 36-4986,-23-27 1476</inkml:trace>
</inkml:ink>
</file>

<file path=ppt/ink/ink2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8:40.11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42 1424,'0'0'17952,"14"-3"-15931,89 0 51,-67 3-2005,60-7-1,-60-7-2409,-7 3-4013,-9 7-481</inkml:trace>
</inkml:ink>
</file>

<file path=ppt/ink/ink2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8:40.41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103 1 1144,'0'0'20765,"-8"15"-19280,-8 21-412,2 1-1,1 1 1,-13 67 0,15-58-786,7-34-385,1 1 1,0 0-1,-2 26 1,8-39-593,0 0 0,-1 0 0,1-1 0,0 1 0,0-1 0,0 0 0,0 0 0,-1 0 0,1 0 0,4-1 0,-2 1-1026,26 0-6022</inkml:trace>
</inkml:ink>
</file>

<file path=ppt/ink/ink2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8:41.20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10 3537,'0'0'13107,"18"1"-11812,660-11 4914,-677 10-6153,-1 0 1,1 0 0,0 0-1,-1 0 1,1 0-1,0 0 1,-1 0 0,1 0-1,0 0 1,-1 0-1,1 1 1,-1-1 0,1 0-1,0 0 1,-1 1-1,1-1 1,-1 0 0,1 1-1,-1-1 1,1 0-1,-1 1 1,1-1-1,-1 1 1,1-1 0,-1 1-1,0-1 1,1 1-1,-1-1 1,0 1 0,1 0-1,-1-1 1,0 1-1,0-1 1,1 1 0,-1 0-1,0-1 1,0 1-1,0 0 1,0-1 0,0 1-1,0-1 1,0 1-1,0 0 1,0-1 0,0 1-1,-1 1 1,-10 34 17,8-30 164,-8 35-103,1 0 0,2 1-1,2-1 1,2 2-1,1 41 1,2-62-81,-2 99 95,6-1 1,20 131-1,-22-199 567,-30-52 79,-60-1-630,-101 3-98,161 0-69,1 1 1,-1 1-1,1 2 1,-41 14-1,67-19-15,-1 0 0,0 0 0,1 0-1,-1 0 1,1 1 0,-1-1 0,1 1-1,-1 0 1,1 0 0,0 0 0,0 0 0,0 0-1,0 0 1,1 0 0,-4 5 0,5-6-67,0 0 0,-1 1 0,1-1 0,0 0 0,0 1 0,0-1 0,0 0 0,0 1 0,0-1 0,0 0 0,0 1 0,1-1 0,-1 0 0,1 0 0,-1 1 0,1-1 0,-1 0 0,1 0 1,-1 0-1,1 1 0,0-1 0,0 0 0,0 0 0,-1 0 0,1 0 0,0-1 0,0 1 0,0 0 0,1 0 0,-1 0 0,0-1 0,0 1 0,0-1 0,0 1 0,2 0 0,38 13-4642,4-12-2876</inkml:trace>
</inkml:ink>
</file>

<file path=ppt/ink/ink2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8:41.92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18 1 1088,'0'0'5088,"-3"20"-4072,-10 64 103,13-82-988,-1 0-1,1 1 0,0-1 1,0 0-1,0 1 1,0-1-1,0 0 1,0 1-1,1-1 1,-1 0-1,1 0 0,0 1 1,0-1-1,0 0 1,0 0-1,0 0 1,0 0-1,0 0 1,1 0-1,-1 0 0,1 0 1,-1-1-1,1 1 1,0 0-1,-1-1 1,1 1-1,0-1 1,0 0-1,0 0 0,0 0 1,1 0-1,-1 0 1,0 0-1,0 0 1,1-1-1,-1 1 1,4-1-1,6 4 356,130 42 4566,7 2-1286,-131-41-3441,1 2-1,-1 0 0,-1 1 1,0 1-1,26 21 1,-14-4-128,-1 1 1,-1 1-1,-2 1 1,-1 1-1,-2 2 1,-1 0-1,-1 1 1,-3 1 0,0 1-1,19 67 1,-17-31 72,-2 0 1,-4 1-1,-4 0 1,1 134 0,-10-177-184,-2-1 0,-1 1 0,-2-1 0,0 0 0,-2 0 0,-2 0 0,0-1 0,-18 36 0,10-32-42,-2-1 0,-1-1-1,-1 0 1,-1-2 0,-2 0-1,-36 33 1,27-31-51,-1-1 0,-2-1 0,0-2 0,-2-2 0,-1-1 0,-50 22 1,85-44-478,-6 4 52,8 0-6676</inkml:trace>
</inkml:ink>
</file>

<file path=ppt/ink/ink2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8:44.32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84 2833,'0'0'11806,"0"-6"-10021,-1 1-1283,1 0 1,1 0 0,-1 0-1,1 0 1,0-1 0,0 1 0,2-5-1,-2 8-391,0 0 0,0 0 0,1 0-1,-1 0 1,0 0 0,1 1 0,-1-1-1,1 0 1,-1 1 0,1-1 0,0 1-1,-1 0 1,1 0 0,0 0 0,0 0 0,0 0-1,0 0 1,0 0 0,0 0 0,1 1-1,-1-1 1,0 1 0,0 0 0,3-1-1,0 1-84,1 0-1,-1 0 1,0 0-1,1 0 1,-1 1-1,0 0 1,0 0-1,1 0 1,-1 1-1,0 0 1,0 0-1,0 0 1,-1 1-1,1-1 1,0 1-1,-1 0 1,0 1-1,0-1 1,0 1 0,0-1-1,0 1 1,-1 1-1,0-1 1,0 0-1,0 1 1,0-1-1,-1 1 1,1 0-1,-1 0 1,3 10-1,-1-1 26,0 1 0,-1 0 0,2 17 0,-5-28-36,1 1-1,-1-1 0,0 0 0,0 1 0,0-1 0,-1 0 0,1 1 0,-1-1 1,0 0-1,-1 0 0,1 1 0,0-1 0,-1 0 0,-4 7 0,21-30-365,14-18 262,58-59 1,-82 91 108,0 0-1,0 0 1,1 0-1,0 1 1,0 0-1,0 0 1,0 0-1,0 1 1,1 0-1,0 0 1,-1 0 0,1 1-1,0 0 1,0 1-1,0 0 1,11-1-1,-17 3 20,0-1 0,1 1 0,-1 0 0,0 0 0,0 0 0,1 0 0,-1 0 0,0 1 1,0-1-1,0 0 0,-1 0 0,1 1 0,0-1 0,0 1 0,-1-1 0,1 0 0,-1 1 0,1-1 0,-1 1 0,0-1 0,1 1 0,-1 3 0,6 37 482,1 134 317,-7-135-865,1 14-218,-1-52 110,1 0-1,-1 0 1,1 0 0,0 0 0,0 0-1,0-1 1,0 1 0,0 0 0,1 0-1,-1-1 1,1 1 0,0-1 0,0 1-1,2 2 1,-2-4-18,-1 0-1,1 0 0,-1 0 1,1 0-1,0-1 0,-1 1 1,1 0-1,0-1 0,0 1 1,-1-1-1,1 1 0,0-1 1,3 0-1,14 2-1457,1-1-1,0-1 1,-1 0 0,30-6 0,21-18-5826</inkml:trace>
</inkml:ink>
</file>

<file path=ppt/ink/ink2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8:44.63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77 1280,'0'0'19544,"28"-11"-18330,276-55 1653,-303 66-3117,-1 0-1,1 0 0,-1 0 1,1 1-1,-1-1 1,0 0-1,1 0 0,-1 0 1,1 0-1,-1 1 1,1-1-1,-1 0 0,0 1 1,1-1-1,-1 0 1,0 1-1,1-1 0,-1 0 1,0 1-1,0-1 0,1 0 1,-1 1-1,0-1 1,0 1-1,0-1 0,1 1 1,-1-1-1,0 1 1,0-1-1,0 0 0,0 1 1,0-1-1,0 1 0,0-1 1,0 1-1,0-1 1,0 1-1,0-1 0,0 1 1,0-1-1,-1 1 1,1-1-1,0 0 0,0 1 1,-1 0-1,1 3-1630,0 13-6542</inkml:trace>
</inkml:ink>
</file>

<file path=ppt/ink/ink2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8:50.44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1 164 1800,'0'0'11291,"18"-23"-8397,-11 11 4018,0 2-3536,-3 6-3361,1 0 1,-1 0-1,1 1 1,0 0-1,0 0 1,0 0-1,0 0 1,9-2-1,31-14 496,0 2-1,1 2 0,1 2 0,57-9 1,-77 21 388,-23 3-4795</inkml:trace>
</inkml:ink>
</file>

<file path=ppt/ink/ink2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9:18.16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72 0 1776,'0'0'11327,"2"1"-11200,-1-1 90,-1 0-1,0 0 0,1 0 1,-1 0-1,1 0 1,-1 0-1,0 0 0,1 0 1,-1 0-1,0 0 1,0 0-1,1 0 0,-1 1 1,0-1-1,1 0 1,-1 0-1,0 0 0,1 0 1,-1 1-1,0-1 1,0 0-1,0 0 0,1 1 1,-1-1-1,0 0 1,0 1-1,0-1 0,1 0 1,-1 0-1,0 1 1,0-1-1,0 0 0,0 1 1,0-1-1,0 1 0,-30 62 794,22-49-791,1 0-1,0 0 1,-5 17 0,7-9 123,0 1-1,1-1 1,2 1 0,0 41-1,2-62-324,1 0-1,0-1 0,0 1 1,-1-1-1,1 1 0,0 0 1,0-1-1,0 1 1,0-1-1,1 0 0,-1 1 1,0-1-1,1 0 0,-1 0 1,1 0-1,-1 0 0,1 0 1,-1 0-1,1 0 1,-1-1-1,1 1 0,0-1 1,0 1-1,2 0 0,46 8 161,-33-9-149,-9 1-7,0-1 0,0 0 0,-1-1-1,1 0 1,0 0 0,8-3 0,-13 3-13,1-1 0,0 0 0,-1 0 0,0 0-1,1-1 1,-1 1 0,0-1 0,0 0 0,0 0 0,-1 0 0,1 0 0,-1 0 0,0-1 0,4-6 0,25-69 99,-30 76-106,-1 1 1,1 0 0,-1 0-1,1-1 1,-1 1-1,0 0 1,0-1 0,0 1-1,0 0 1,0-1-1,0 1 1,-1 0 0,1-1-1,-1 1 1,1 0-1,-1 0 1,0 0 0,0-1-1,0 1 1,-2-3-1,-32-42 39,18 26 39,15 19-53,0 1 0,0-1 0,-1 0 1,1 0-1,0 1 0,-1 0 0,1-1 0,-1 1 1,1 0-1,-1 0 0,0 0 0,1 1 0,-1-1 1,0 0-1,0 1 0,1 0 0,-6 0 0,2-1 62,5 1 81,-16 0-907,15 17-5908,2-1 770</inkml:trace>
</inkml:ink>
</file>

<file path=ppt/ink/ink2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9:18.16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9 1072,'0'0'11879,"0"-1"-12151,3-6 10220,-1 7-8375,0 8-1384,0 0 0,-1 0 0,0 0 0,0 0 1,0 12-1,5 69 1239,-6-81-1280,1-1 0,0 1 0,1-1 0,0 0 0,0 0 0,0 0 0,1 0 0,0 0 0,0 0 0,9 11 0,-4 18 610,2-16-466,-10-19-246,1 1-1,-1 0 0,1 0 1,0-1-1,-1 1 0,1 0 1,0-1-1,0 1 0,0-1 1,0 1-1,0-1 0,0 0 0,3 3 1,-3-4 11,12-12-20548</inkml:trace>
</inkml:ink>
</file>

<file path=ppt/ink/ink2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9:18.16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7 3 1536,'0'0'10972,"-7"-3"-1075,8 4-9854,0 0-1,0-1 1,1 1 0,-1 0 0,0-1 0,0 1 0,0-1 0,0 1-1,0-1 1,1 0 0,-1 1 0,0-1 0,0 0 0,1 0-1,-1 0 1,0 0 0,1 0 0,1-1 0,39 1 157,-32 0-147,125 0 160,-134 1-209,0-1 0,-1 1 0,1 0 0,-1 0-1,1-1 1,-1 1 0,1 0 0,-1 0 0,1 0 0,-1 0 0,1 0-1,-1 0 1,0-1 0,0 1 0,0 0 0,1 0 0,-1 0 0,0 0-1,0 0 1,0 0 0,0 0 0,-1 1 0,1 33 96,0-27-70,-1-6-24,1 0 0,0 0-1,-1 0 1,1 0 0,-1-1 0,0 1 0,0 0 0,1 0 0,-1-1 0,0 1 0,-1 0-1,1-1 1,0 1 0,0-1 0,-1 1 0,-2 1 0,-32 24 88,0 1 237,32-23-267,2-3-24,0 0 0,0 1 0,0-1 0,0 0 0,0 1 0,1 0 0,-1-1 0,1 1 0,0 0-1,0 0 1,0 0 0,0 0 0,0-1 0,0 1 0,1 0 0,0 0 0,0 1 0,-1-1 0,2 5 0,0-8-22,-1 1-1,1 0 1,-1-1 0,1 1 0,-1-1-1,1 1 1,0-1 0,-1 1-1,1-1 1,0 0 0,-1 1-1,1-1 1,0 0 0,0 1-1,-1-1 1,1 0 0,0 0 0,0 0-1,-1 0 1,1 0 0,0 0-1,0 0 1,0 0 0,1 0-1,29 0 57,-22-1 1,44 1-161,27 0 659,-57 0-1741,-20 0-118,-8 1-597,-15 3-3859,0 4-2995</inkml:trace>
</inkml:ink>
</file>

<file path=ppt/ink/ink2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9:18.16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0 196 5761,'0'0'9665,"5"-1"-8812,0 0-508,-1 0-1,1 0 0,0 0 0,0 0 0,0 1 1,0 0-1,9 1 0,-12-1-235,0 1 0,0 0-1,0-1 1,0 1 0,0 0 0,0 0 0,0 0 0,0 0-1,-1 0 1,1 1 0,0-1 0,-1 0 0,1 1-1,-1 0 1,0-1 0,1 1 0,-1 0 0,0-1 0,0 1-1,0 0 1,0 0 0,0 0 0,0 3 0,17 42 689,10 52 0,-20-76-501,-4-36 375,-4-49 173,0 54-1053,0-16 218,-1 15-9,0 1-1,1-1 0,0 0 0,1 0 1,0 0-1,0 0 0,1 1 1,0-1-1,0 1 0,1-1 0,0 1 1,1 0-1,0 0 0,7-12 0,1 4 57,1 1 0,0 0-1,1 1 1,1 0-1,20-14 1,-25 21-267,0 1 0,0 1 0,1-1 0,12-3 1,-15 6-749,1 1 1,0-1-1,0 2 1,0-1-1,17 1 1,-24 6-6046,-1-3 4872,4 7-6726</inkml:trace>
</inkml:ink>
</file>

<file path=ppt/ink/ink2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9:18.16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123 1 5209,'0'0'13126,"-6"3"-12570,-4 4-334,0-1 0,0 1 1,1 1-1,0 0 0,0 0 1,1 1-1,-13 16 1,17-20-180,1 1 1,-1 0 0,1 0-1,0 0 1,0 0 0,1 0-1,0 1 1,0-1 0,1 1 0,-1-1-1,1 1 1,1 0 0,-1-1-1,1 1 1,1 0 0,0 9 0,0-14-37,1 1 0,-1-1 0,0 0 0,1 1 0,-1-1 0,1 0 0,0 0 0,-1 0 0,1 0 0,0-1 0,0 1 0,0 0 0,1-1 0,-1 1 0,0-1 0,0 0 0,1 0 1,-1 0-1,1 0 0,-1 0 0,1 0 0,0-1 0,-1 1 0,1-1 0,0 0 0,-1 0 0,4 0 0,0 1 5,0-1 1,0 0-1,0 0 1,1-1-1,-1 1 1,0-1-1,0-1 1,0 1-1,0-1 0,0 0 1,7-3-1,-9 1 19,0 1 0,0-1 0,0 0 0,0 0 0,0 0 0,-1-1-1,1 1 1,-1-1 0,0 0 0,-1 0 0,1 0 0,-1 0 0,0 0 0,-1-1-1,1 1 1,-1-1 0,0 1 0,0-1 0,-1 1 0,1-1 0,-1 1 0,0-1 0,-1 0-1,0 1 1,-1-9 0,1 12-14,0 0 0,0 0-1,-1 0 1,1 0 0,0 0-1,-1 0 1,1 1 0,-1-1-1,0 0 1,0 1 0,1-1-1,-1 1 1,0 0 0,0 0-1,0 0 1,0 0 0,-1 0-1,1 0 1,0 0 0,0 0-1,-1 1 1,1 0 0,-3-1-1,-56-5-499,60 6-677,11 1-3920,18 7 529,4 2-2328</inkml:trace>
</inkml:ink>
</file>

<file path=ppt/ink/ink2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9:18.16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194 1 4185,'0'0'14079,"-4"0"-13368,-4-1-627,0 1 1,0 0-1,0 1 0,0 0 1,0 0-1,0 1 1,0 0-1,0 0 1,0 1-1,1 0 0,-1 1 1,1-1-1,0 1 1,0 1-1,0-1 1,1 1-1,0 0 0,-1 1 1,2-1-1,-1 1 1,1 1-1,0-1 1,0 1-1,1-1 0,-6 12 1,8-15-84,1-1 0,0 1 1,0 0-1,1-1 0,-1 1 0,0 0 1,1-1-1,0 1 0,0 0 0,0-1 1,0 1-1,0 0 0,0 0 1,0-1-1,1 1 0,1 3 0,-1-4 0,0 0-1,0-1 0,0 1 1,0-1-1,0 1 0,1-1 1,-1 1-1,1-1 0,-1 0 1,1 0-1,-1 1 1,1-1-1,0 0 0,0-1 1,-1 1-1,1 0 0,3 0 1,7 2-8,0-1 0,0-1 1,1 0-1,-1-1 0,25-2 1,-33 1 29,0 1 1,0-1-1,0 0 1,0-1-1,0 1 1,0-1-1,0 1 0,-1-1 1,1 0-1,0-1 1,-1 1-1,0-1 1,1 1-1,-1-1 1,0 0-1,0 0 1,-1 0-1,1-1 0,-1 1 1,4-7-1,-4 7-6,-1 0 0,0 0 0,0 0 0,0 0 0,0 0 0,0 0 0,0 0 0,-1 0-1,1 0 1,-1 0 0,0 0 0,0-1 0,0 1 0,-1 0 0,1 0 0,-1 0 0,0 0 0,0 0 0,0 0 0,0 0-1,0 0 1,0 0 0,-1 0 0,0 0 0,1 1 0,-1-1 0,0 1 0,-3-4 0,-6-13-10206,22 19 3878</inkml:trace>
</inkml:ink>
</file>

<file path=ppt/ink/ink2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9:18.16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84 23 2561,'0'0'9039,"-15"-18"1876,10 14-9225,4 3-1625,-1 1 0,1 0 0,0 0 0,0 0 1,0 0-1,-1 1 0,1-1 0,0 0 0,0 0 0,0 1 0,-1-1 0,1 1 0,0-1 0,0 1 0,0 0 0,0-1 1,0 1-1,0 0 0,0-1 0,0 1 0,0 0 0,-1 2 0,-5 25 184,3-5-73,-6 41-45,2 1 1,2 0-1,5 73 0,1-136-140,0 1 0,0-1-1,1 0 1,-1 1-1,0-1 1,1 0 0,0 0-1,0 0 1,0 0-1,0 0 1,0 0 0,0 0-1,0 0 1,0 0-1,1 0 1,-1 0-1,1-1 1,0 1 0,-1 0-1,1-1 1,0 0-1,0 1 1,0-1 0,0 0-1,0 0 1,0 0-1,0 0 1,0-1 0,0 1-1,1 0 1,2 0-1,8 1-238,0 0 0,1-1 0,0 0-1,15-2 1,-11 1-462,-12-1 364,0 0 0,0 0 0,0 0 0,0-1 0,0 0 0,-1 0 0,1-1 0,-1 1 0,1-1 0,5-5 0,35-14-7297,-32 19 845</inkml:trace>
</inkml:ink>
</file>

<file path=ppt/ink/ink2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9:18.16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7 1688,'0'0'19276,"32"-6"-18819,0 6-137,0 0-192,7 0-128,12 0-208,32 3-1401,-12 0-2560,0-3-5729</inkml:trace>
</inkml:ink>
</file>

<file path=ppt/ink/ink2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9:18.16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62 1432,'0'0'13258,"26"-2"-12253,185-19 446,-133 12-796,324-20 3265,-398 29-3885,-1-1 0,1 1 0,-1 0 0,0 1 0,1-1 0,-1 1 0,1-1 0,-1 1 0,0 0 0,1 0 1,-1 1-1,0-1 0,0 1 0,0-1 0,0 1 0,3 3 0,-3-1 26,0 0-1,0 1 1,0-1 0,-1 1 0,1 0-1,-1-1 1,-1 1 0,1 0-1,-1 1 1,2 5 0,6 45 310,-1 0 1,-3 1-1,-3 0 1,-5 63-1,1-12 521,2-81-736,1-6-38,-1-1-1,-1 1 1,-1-1 0,-1 0 0,-5 21-1,-3 3 376,-6 46 0,1-6 35,14-64-533,7-16-2411,16-24-5335,-14 10 2240</inkml:trace>
</inkml:ink>
</file>

<file path=ppt/ink/ink2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9:18.16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 0 5761,'0'0'11655,"-2"0"-8266,7 0-2291,7 2-868,1 1-1,-1 1 0,0 0 0,0 0 0,0 2 1,-1-1-1,1 1 0,19 15 0,2-2 44,-18-10-153,0 0 1,-1 1 0,0 0 0,17 16 0,-29-24-221,1 0-650</inkml:trace>
</inkml:ink>
</file>

<file path=ppt/ink/ink2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9:18.17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265 6 1568,'0'0'15640,"-3"-2"-14637,2 2-901,0-1 1,-1 0-1,1 1 1,0 0-1,-1-1 1,1 1-1,-1 0 1,1-1-1,-1 1 1,1 0-1,-1 0 1,1 0-1,0 0 1,-1 1-1,1-1 1,-1 0-1,1 1 1,-1-1-1,1 0 1,0 1-1,-3 1 1,-25 22 1731,5-2-1242,-23 17 726,-55 57 0,99-94-1375,0 1 0,0 0 1,1 0-1,0 1 0,-1-1 0,1 0 0,0 1 1,0 0-1,-2 6 0,4-9-222,0 0 1,0 0-1,-1 1 1,1-1-1,0 0 1,0 0-1,0 0 1,1 1-1,-1-1 1,0 0-1,0 0 1,1 0-1,-1 1 1,1-1-1,-1 0 1,1 0-1,-1 0 1,1 0-1,0 0 1,-1 0-1,1 0 1,0 0 0,0 0-1,0 0 1,0-1-1,0 1 1,0 0-1,0 0 1,0-1-1,0 1 1,0-1-1,0 1 1,0-1-1,2 1 1,22 9-10678</inkml:trace>
</inkml:ink>
</file>

<file path=ppt/ink/ink2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9:18.17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623 204 2617,'0'0'9502,"-3"-11"-8496,-6-37-45,8 47-831,1-1 1,-1 1 0,1 0 0,-1 0-1,0 0 1,1-1 0,-1 1 0,0 0-1,0 0 1,0 0 0,0 0 0,0 0-1,0 1 1,0-1 0,0 0 0,0 0-1,-1 1 1,1-1 0,0 0 0,0 1-1,-1-1 1,1 1 0,0 0 0,-1-1-1,1 1 1,-2 0 0,-36 0 446,30 1-279,-16-2 171,-1 1 1,1 1 0,0 1 0,0 1-1,0 2 1,0 0 0,1 2-1,-28 10 1,30-7-280,1 1 0,-1 1 0,2 0 0,-1 2 0,2 0 0,0 1 0,-19 20 0,28-24-77,1 0 0,0 0 1,1 1-1,0 0 0,0 0 1,2 1-1,-1 0 0,2 0 1,0 1-1,0-1 0,1 1 1,1 0-1,-2 21 0,0 15 294,2 66 0,4-98-371,1-1 0,0 0 0,1 0 0,1 0 1,1-1-1,0 1 0,12 24 0,-8-22 7,0 0 1,2-1-1,1 0 0,0-1 1,1 0-1,0-1 0,2-1 0,0 0 1,0 0-1,2-2 0,0 0 1,0-1-1,1-1 0,26 13 1,-14-10 34,1-1 1,1-2 0,0 0 0,0-3 0,1 0 0,0-3-1,0 0 1,44 0 0,-51-5-45,-2 0 31,-1 0 1,46-7-1,-61 5-51,0 0 0,1-1 0,-1 0 0,-1 0 0,1-1 0,0 0 0,-1 0 1,0-1-1,0 0 0,0 0 0,10-10 0,10-15 20,-1 0 0,-2-2 0,-1 0 0,31-62 0,-45 77-34,-1 0 0,-1 0 0,-1-1 0,-1-1-1,0 1 1,-1 0 0,1-23 0,-1-135 0,-4 116 0,-1 46 2,-1 0 0,0 0 0,-1-1 0,0 1 0,-1 1 0,-9-20 0,0 3 7,-30-50-1,38 72-8,0 0 0,-1 0 0,-1 1 0,1 0 0,-1 0 0,-1 0 0,1 1 0,-15-10 0,1 4 4,-1 2 0,-25-10-1,-19-9 51,15-2-35,44 25-18,-1 1 1,1 0-1,-1 0 0,0 1 1,0 0-1,-1 1 0,1 0 1,-1 0-1,1 0 0,-17-1 1,-55 2 61,74 2-92,0 1-1,0 0 0,0 0 0,0 0 0,0 1 1,0 0-1,1 0 0,-1 0 0,1 1 0,-11 6 0,2 0-1884,3-6-4420,4-2-2807</inkml:trace>
</inkml:ink>
</file>

<file path=ppt/ink/ink2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9:18.17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475 43 1736,'0'0'8399,"-5"10"2609,6-8-10202,12-3-791,-1-1 1,1-1-1,0 0 1,-1-1-1,0 0 1,0 0 0,0-2-1,16-9 1,-17 10-11,-9 0 2294,-10 3-980,7 2-1264,0 0-1,0 0 1,1 0 0,-1 0-1,0 0 1,0 0-1,0 1 1,0-1 0,1 0-1,-1 0 1,0 1-1,0-1 1,1 1-1,-1-1 1,0 0 0,1 1-1,-1 0 1,0-1-1,1 1 1,-1-1-1,0 1 1,1 0 0,-1-1-1,1 1 1,0 0-1,-1-1 1,0 3-1,-18 52 1090,-8 24-192,-17 85 0,34-120-823,-2 0 1,-3-1 0,-20 43-1,-68 120 266,41-87-109,-141 220 80,196-330-358,0 2 0,1-1-1,1 1 1,-1 0-1,2 0 1,0 0-1,0 1 1,1-1-1,0 1 1,-1 14-1,4-25-18,6-30-3053,-5 1-4635,-1 18 996</inkml:trace>
</inkml:ink>
</file>

<file path=ppt/ink/ink2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9:18.17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1284 201 1176,'0'0'13543,"-7"-18"-8734,-7 12-4074,1 1 0,-1 1 0,0 0 0,0 0 0,0 2 0,-24-2 0,-96 2-648,81 3 550,10 1-489,0 1 0,0 2-1,0 3 1,1 1-1,0 1 1,1 3-1,1 2 1,-57 27 0,50-17-12,1 1 0,2 3 0,1 1 1,1 2-1,2 2 0,-57 61 0,75-70-16,1 1-1,1 1 0,2 1 0,-26 49 1,35-57-58,1 0-1,0 0 1,2 0 0,1 1 0,0 0-1,1 0 1,2 0 0,-1 27 0,2-38-44,1-1 0,1 1 0,0 0 1,0 0-1,1-1 0,0 1 0,0-1 1,1 0-1,5 10 0,-4-12-6,1 0 0,0-1 0,0 1 0,0-1 0,1 0 0,0 0-1,0-1 1,0 0 0,1 0 0,0-1 0,11 6 0,4 1 5,0-1-1,0-1 1,1-1 0,0-1 0,0-1-1,1-1 1,31 2 0,176-1 23,-160-7 7,-32 0-46,0-1 0,-1-3-1,1-1 1,-1-2 0,0-1-1,-1-2 1,0-2 0,48-23-1,-56 21-14,-2 0 0,0-1 0,-1-2 0,0-1 0,-2-1-1,0-1 1,-2-1 0,0-1 0,-1-1 0,29-45 0,-35 43 8,-1 0 0,-1-2 0,-2 1-1,0-1 1,-2-1 0,-2 0 0,7-45 0,-5-12-9,-4-115 0,-5 189 16,-1 1 1,-1 0-1,0 0 0,-1 0 0,0 1 0,0-1 0,-1 1 1,0 0-1,-1 0 0,-1 0 0,1 0 0,-1 1 0,-11-13 1,7 10 10,0 1 1,-1 0 0,0 1 0,-1 1-1,0-1 1,0 2 0,-1 0 0,0 0-1,-19-7 1,14 9-147,14 9-1283,27 15-1979,14-2-1392,7-2-2960</inkml:trace>
</inkml:ink>
</file>

<file path=ppt/ink/ink2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9:18.17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37 46 4217,'0'0'6163,"-24"-16"-3236,21 19 1539,2-6-160,-2-4-5170,-3-15 1445,6 23-552,1-1-1,-1 0 1,0 0 0,0 0-1,0 0 1,0 0-1,0 0 1,0 0 0,0 0-1,0 0 1,0 0 0,0 0-1,0 0 1,0 0-1,0 0 1,0 0 0,1 0-1,-1 0 1,0 0 0,0 0-1,0 0 1,0 0-1,0 0 1,0 0 0,0 0-1,0 0 1,0 0 0,0 0-1,0 0 1,1 0-1,-1 0 1,0 0 0,0 0-1,0 0 1,0 0 0,0 0-1,0 0 1,0 0-1,0 0 1,0 0 0,0 0-1,0 0 1,0 0 0,0-1-1,0 1 1,0 0-1,1 0 1,-1 0 0,0 0-1,0 0 1,0 0 0,0 0-1,0 0 1,0 0-1,0 0 1,21 31 3027,-9-11-3336,143 186 2242,-19-53-978,-77-91-546,-4 2 0,55 83-1,-83-103-214,3-2 0,1-1 0,2-2-1,2 0 1,1-3 0,46 37 0,-23-40 93,-21 4-197,-28-27-65,0 1 0,0-2 0,1 0 0,0 0 1,15 9-1,-3-6-49,-1 2 1,26 20-1,18 11-8,-3-3 3,-62-40-15,-1-1-106,-39-1-5620,13 0 1307,9 0-2213,3 0-5745</inkml:trace>
</inkml:ink>
</file>

<file path=ppt/ink/ink2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9:18.17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1235 203 6225,'0'0'11113,"-12"-9"-10144,2 1-655,0 0 0,-1 1 0,0 1 1,0 0-1,0 0 0,-1 1 1,0 0-1,-24-5 0,-61-3 1163,0 5 0,-121 6 0,144 2-1125,44 2-276,1 1 0,0 1 1,0 2-1,0 1 0,1 1 1,0 1-1,0 2 1,1 1-1,1 1 0,0 1 1,0 1-1,2 1 0,0 2 1,1 0-1,1 1 1,0 2-1,2 0 0,0 1 1,2 1-1,0 1 1,-27 50-1,36-52 3,1 0-1,2 1 1,0 0 0,2 0-1,0 0 1,2 1 0,0-1-1,2 1 1,3 37 0,-1-50-71,0-1 0,0 0 0,1 0 0,1 0 0,0 0 0,0 0 0,1-1 0,0 0 0,0 0 0,1 0 0,1-1 0,-1 1 0,1-2 0,0 1 0,10 7 1,3 2 25,0-1 1,2-1-1,0 0 1,44 21-1,-29-21 20,1-1-1,0-2 1,1-2-1,0-1 0,66 5 1,200-3 110,-285-11-157,14 0 26,5 1-2,-1-2 0,67-10 1,-91 8-25,-1-1-1,0 0 1,0 0 0,0-1 0,-1-1 0,0 0 0,0-1 0,0-1 0,-1 1 0,0-2 0,13-12 0,-4 2-5,0-2 1,-1 0-1,-2 0 1,0-2-1,-2 0 1,0-1-1,-1-1 1,-2 0-1,-1-1 1,0 0-1,-2-1 1,-1 0-1,-2 0 1,0 0-1,-2-1 1,2-42-1,-6 58-3,1-3 9,-1 0-1,0-1 0,-1 1 0,0 0 1,-1-1-1,-1 1 0,0 0 1,-2 0-1,1 1 0,-2 0 1,-10-21-1,-8-1 21,-1 1 0,-2 1 0,-2 1 1,-1 2-1,-1 1 0,-2 1 0,-36-25 0,63 51 6,1-1 0,-1 1 1,1 0-1,-1 1 0,0-1 0,0 1 0,0 0 0,-1 1 0,1-1 0,0 1 0,-1 1 0,1-1 0,-1 1 0,-10 1 0,16-1 134,1 10-7228,0-4 911</inkml:trace>
</inkml:ink>
</file>

<file path=ppt/ink/ink2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9:18.17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957 53 1168,'0'0'8525,"0"-38"1096,0 27-9347,0 11-228,0 0 0,0 0 0,-1-1 0,1 1 0,0 0 0,-1 0 0,1-1 0,0 1 0,0 0 0,-1 0 0,1 0 0,0 0 0,-1-1 0,1 1 0,0 0 0,-1 0 0,1 0 0,0 0 0,-1 0 0,1 0 0,0 0 0,-1 0 0,1 0 0,-1 0 0,1 0 0,0 0 0,-1 0 0,1 0 0,0 0 0,-1 0 0,1 1 0,0-1 0,-1 0 0,1 0 0,0 0 0,-1 0 0,1 1 0,0-1 0,0 0 0,-1 0 0,1 1 0,0-1 0,0 0 0,-1 0 0,1 1 0,0-1 0,0 0 0,0 1 0,-17 12 514,9 0-179,0 0 0,1 0 0,-7 17 0,-14 26 361,-43 75 1302,-14 22-1076,50-85-385,-85 206 481,33-66-634,87-207-429,-140 278 339,44-96-171,-33 55 723,39-83-452,89-155-446,0 1 1,0 0-1,1 0 1,-1 0-1,1 0 1,-1 0 0,1 0-1,-1 0 1,1 0-1,-1 0 1,1 0-1,0 0 1,0 0-1,-1 1 1,1-1-1,0 0 1,0 0-1,0 0 1,0 0 0,0 0-1,1 2 1,0-3-71,-1 0 0,1 0 0,-1 0 0,1 0 0,0 1 0,-1-1 0,1 0 0,0 0 1,-1 0-1,1 0 0,0 0 0,-1 0 0,1-1 0,-1 1 0,1 0 0,0 0 0,-1 0 1,1-1-1,-1 1 0,1 0 0,0-1 0,-1 1 0,1 0 0,-1-1 0,1 1 0,-1-1 0,1 1 1,-1 0-1,0-1 0,1 0 0,-1 1 0,1-1 0,-1 0 0,12-13-4009,-4-1-2260</inkml:trace>
</inkml:ink>
</file>

<file path=ppt/ink/ink2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9:18.17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1661 57 8194,'0'0'9837,"-31"-9"-8636,-6-3-813,15 4-115,0 1 0,0 1 1,-1 1-1,0 1 0,0 1 0,-31 0 1,-324 12 3293,323-3-3152,0 3 0,0 2 1,1 2-1,-92 36 0,102-30-285,1 3 0,0 1-1,2 2 1,1 2 0,1 1 0,2 3-1,0 1 1,3 1 0,0 2-1,-37 52 1,45-52-90,3 1 1,1 1 0,2 1-1,1 0 1,2 2 0,2 0-1,1 1 1,3 1-1,1 0 1,2 0 0,-5 78-1,14 220 539,5-302-496,1 1-1,2-1 1,1 0-1,2-1 1,2 0-1,1-1 1,2-1-1,1-1 1,34 48 0,-40-66-66,0 0 0,2-1 0,0 0 1,1-1-1,0 0 0,1-1 1,0-1-1,1-1 0,1 0 1,35 15-1,-26-15 15,0-2 1,1-1 0,0-2-1,0 0 1,1-2-1,0-1 1,36-1-1,-45-2-13,27 1 16,-1-2-1,1-2 1,73-15 0,-70 5-31,-1-3 0,-1-1 0,0-3 0,-1-1 0,-1-3 0,-2-2 0,43-32 0,-55 34 1,0-2 1,-3-2-1,0 0 0,-2-2 1,0-1-1,-3-2 0,-1 0 0,-1-1 1,26-55-1,24-73-111,86-291 0,-149 420 66,-2-2-1,-1 1 1,3-64 0,-9 84 21,0 0 1,-1-1-1,0 1 1,-1 1-1,-1-1 0,0 0 1,-1 0-1,0 1 1,-1 0-1,-1 0 0,0 0 1,-9-14-1,0 9 11,0 0 0,-1 1 0,-1 1 0,0 0 0,-1 1 0,-1 1 0,0 1 0,-1 1 0,-39-18 0,-14-1 12,-119-31 0,73 25 6,87 21 40,29 13-47,0 1 0,0 0 0,-1 0 0,1 0 0,-1 1 1,0-1-1,1 1 0,-1 0 0,0 0 0,0 0 0,-4 0 1,7 1 9,-6 19-596,7-11-463,0-6 600,-1 0 0,1 0-1,0 0 1,0 1 0,0-1-1,0 0 1,1 0-1,-1 0 1,1-1 0,-1 1-1,1 0 1,-1 0 0,1 0-1,0 0 1,0 0 0,2 2-1,8 3-5881</inkml:trace>
</inkml:ink>
</file>

<file path=ppt/ink/ink2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9:18.17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149 135 3265,'0'0'14664,"-13"-22"-14532,6-4-117,7 23-14,-1 1 1,1-1-1,-1 1 1,0-1-1,1 1 1,-1 0-1,0-1 1,0 1-1,0 0 1,-1 0-1,1 0 1,0 0-1,-1 0 1,0 0-1,-1-2 1,-42-29 511,42 31-139,-25-10 4726,28 12-5044,-1 0 1,0 0-1,1-1 0,-1 1 0,1 0 0,-1 0 1,0 0-1,1 0 0,-1 0 0,0 0 1,1 0-1,-1 0 0,0 0 0,1 0 0,-1 0 1,0 0-1,1 0 0,-1 1 0,0-1 1,1 0-1,-1 0 0,1 1 0,-1-1 0,1 0 1,-1 1-1,1-1 0,-1 1 0,1-1 0,-1 1 1,1-1-1,-1 1 0,1-1 0,0 1 1,-1-1-1,1 1 0,0 0 0,-1-1 0,1 1 1,0-1-1,0 1 0,-1 1 0,-6 61 589,2 1 1,5 87-1,1-66-416,4 18 259,5-1-1,33 143 1,-20-129-138,12 166 0,-33 3 19,3 37 14,9-173-226,3 68 107,-17 24-418,0-243-335,-1 0 1,1 1 0,0-1-1,0 0 1,-1 1-1,1-1 1,-1 0 0,0 1-1,1-1 1,-1 1-1,0-1 1,0 1 0,0-1-1,0 1 1,0 0-1,0-1 1,-2 0 0,-9-8-6401</inkml:trace>
</inkml:ink>
</file>

<file path=ppt/ink/ink2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9:18.17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1643 174 11963,'0'0'4172,"-33"-10"-2765,-3-2-956,7 2-35,0 1 0,-1 1 0,0 2 1,0 0-1,-37 0 0,-15 2 922,-131 11 0,169-1-952,0 1 0,1 2 0,0 2 0,-71 27 0,68-17-159,2 2 1,0 2-1,2 2 0,1 1 1,1 3-1,1 1 0,2 1 1,2 2-1,-53 67 0,45-44-108,2 2 0,3 2 0,3 2 0,2 1 0,3 1 0,-23 77 0,42-102-43,1 0 0,2 0-1,-4 59 1,6 128 330,6-211-381,1 8 6,1 1 1,1-1-1,1 0 1,1 0-1,1-1 1,1 1-1,1-1 1,2-1-1,0 0 1,1 0-1,2-1 1,29 41-1,-28-45 0,0-1 0,2-1 0,0-1 0,0 0 0,2-1 0,-1 0 0,2-2 0,0 0-1,0-1 1,1-1 0,1-1 0,-1-1 0,1-1 0,1 0 0,22 3 0,-16-5 28,1-1 0,0-2 1,0 0-1,0-2 0,0-2 1,0 0-1,-1-2 0,1-1 1,-1-1-1,0-2 1,49-19-1,-5-6-39,-2-3-1,-1-3 1,-2-3 0,75-63-1,-99 70-17,-3-3 0,-1-1 0,-2-2-1,-2-1 1,-1-2 0,53-94 0,-74 112 5,-1-1 1,-1-1-1,-2 1 1,0-2 0,-2 1-1,3-31 1,-2-12 1,-3-96 1,-6 129-5,-3 1 0,-1 0 0,-1 0 0,-3 0 1,0 1-1,-3 0 0,-29-64 0,17 53-2,-1 1-1,-2 1 0,-3 2 1,-1 0-1,-40-40 1,42 53-2,-1 2 0,-2 1 1,-1 1-1,-1 2 0,-1 2 1,-1 1-1,0 1 0,-2 2 1,0 2-1,-56-15 0,54 23-6,40 37-39,1-26-12,-1 1-1,0-1 1,1 0 0,0 0 0,-1 1-1,1-1 1,0 0 0,1 0 0,-1 0-1,1 0 1,-1 0 0,1-1 0,0 1-1,0 0 1,0-1 0,0 1 0,0-1-1,1 0 1,-1 1 0,1-1 0,0 0-1,5 2 1,-1 0-844,0-1-1,0 0 1,1 0-1,-1-1 1,1 1-1,-1-2 1,1 1-1,13 0 1,11-2-5239</inkml:trace>
</inkml:ink>
</file>

<file path=ppt/ink/ink2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9:18.18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784 59 5169,'0'0'9098,"0"-10"-8123,0-18-393,0 8 5867,-14 40-4230,9-3-1945,-2 0 0,0 0 0,-1 0 0,-13 20-1,1-1-74,-128 278 1535,-22 133 181,167-439-1892,-36 111 174,-113 314 587,75-211-383,18-44-170,38-100-63,17-59-116,-1 0 0,0-1-1,-12 25 1,15-34 1293</inkml:trace>
</inkml:ink>
</file>

<file path=ppt/ink/ink2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9:18.18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1478 203 11162,'0'0'2238,"-36"-9"-712,-7-2-1001,-20-5 895,-92-12 0,98 22-542,-1 1 1,0 4-1,-92 8 1,112-2-544,0 2 1,0 1 0,0 2-1,1 1 1,1 3 0,-50 24-1,48-16-218,1 1 0,1 2 0,0 2 0,3 1 0,0 2 0,2 1 0,1 1 0,1 1 0,2 2 0,2 1 0,1 1 0,2 1 0,1 1 0,2 1 0,2 0-1,2 2 1,1 0 0,-12 69 0,11-1-69,-2 154 0,16-246 1,1-1-1,0 1 1,2-1-1,0 0 1,1 1-1,1-1 1,0-1-1,1 1 1,1-1-1,14 28 1,-10-26 53,1 0-1,0-1 1,1-1 0,1 0 0,1 0 0,27 23 0,-30-31-69,-1 0 0,2 0 0,-1-2 0,1 1 1,-1-2-1,2 1 0,-1-2 0,1 1 0,-1-2 0,1 0 1,23 3-1,5-3 27,1-1 1,0-3 0,0-1-1,-1-2 1,1-2 0,-1-1-1,57-19 1,-64 15-41,0-2-1,0-1 1,-2-2-1,52-33 1,-64 35-2,0-1 0,-2-1 0,0-1 0,0 0 0,-2-1 1,0-1-1,25-40 0,17-47 16,-4-1 0,-6-4 0,49-159 0,-81 220-33,-3-1 1,-1 0 0,-3-1-1,-2 0 1,0-61-1,-7 102 3,-1-1 0,0 1 0,-1 0-1,0 0 1,-1 0 0,0 0 0,-1 1 0,0-1 0,0 1-1,-1 0 1,-12-18 0,6 13-2,-1 0 0,-1 1 0,0 1 0,0 0 0,-1 1 0,-25-16 0,-6 1 0,-1 1 0,-1 3 0,-2 3 1,-57-18-1,-99-18 333,184 50-629,29 9-2357,23 9-1953,-6-5-1264</inkml:trace>
</inkml:ink>
</file>

<file path=ppt/ink/ink2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9:18.18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6 1 4905,'0'0'10178,"-6"0"-3558,243 0-6373,-236 1-226,0 0 0,-1 0 0,1 0 0,0 1-1,-1-1 1,1 0 0,0 0 0,-1 1 0,1-1 0,-1 0 0,0 1 0,0-1 0,1 0 0,-1 1-1,0-1 1,0 0 0,0 1 0,0-1 0,-1 3 0,-3 32 597,0-30-517,0-1 0,-1 1 0,0-1-1,0 1 1,0-1 0,0-1 0,-1 1-1,-12 7 1,-55 27 299,60-32-254,76-4-69,-54-3-78,-1-1-3,-1 1 0,0 0 0,1 1-1,-1-1 1,0 1 0,1 1 0,12 3 0,-18-3 0,0-1 1,0 1-1,0 0 1,0-1-1,0 1 1,0 0-1,-1 0 1,1 0-1,-1 0 1,1 1-1,-1-1 1,0 0-1,1 1 1,-1-1-1,-1 1 1,1-1-1,0 1 1,0-1-1,-1 1 1,0-1-1,1 1 1,-1 0-1,0-1 1,0 1-1,-1 3 1,1 2 2,0-1 0,0 0 1,-1 1-1,0-1 1,0 0-1,0 0 1,-1 0-1,-1 0 1,1 0-1,-7 12 1,7-16 55,-1 0 1,0 0-1,1 0 1,-1 0-1,0 0 1,0-1-1,-1 0 1,1 1-1,-1-1 1,1-1-1,-1 1 1,1 0-1,-1-1 1,0 0-1,0 0 1,0 0-1,0 0 1,0 0-1,0-1 1,0 0-1,0 0 1,-4 0-1,4 0 26,0-1-1,1 1 0,-1 0 1,0-1-1,0 0 0,1 0 1,-1 0-1,1-1 0,-1 1 1,1-1-1,-1 0 0,1 0 0,0 0 1,0 0-1,0 0 0,0-1 1,0 1-1,0-1 0,1 0 1,-1 0-1,1 0 0,-3-5 1,-6 5-109,10 3-211,5 0-3413,45 2-4401,-12 8 1678</inkml:trace>
</inkml:ink>
</file>

<file path=ppt/ink/ink2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9:18.18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161 2 1744,'0'0'13934,"0"-2"-11491,-1 5-1280,-3 4-802,0 0 0,-1-1-1,0 0 1,0 0 0,0 0 0,-1 0 0,-8 6-1,-14 15 391,13-11-395,-32 46 113,43-56-467,2-1 0,-1 1 1,0 0-1,1 0 0,0 0 1,1 0-1,-1 0 1,1 0-1,1 0 0,-1 10 1,1-15-2,0-1 1,1 1 0,-1-1-1,0 1 1,1-1-1,-1 1 1,0-1 0,1 0-1,-1 1 1,1-1-1,-1 0 1,1 1-1,-1-1 1,1 0 0,-1 1-1,1-1 1,-1 0-1,1 0 1,-1 0 0,1 1-1,0-1 1,-1 0-1,1 0 1,-1 0 0,1 0-1,-1 0 1,1 0-1,0 0 1,24-1 35,-19 1-38,340 0-1370,-349 0 989,-12-1-3697,2-4-3908,12 2 2873</inkml:trace>
</inkml:ink>
</file>

<file path=ppt/ink/ink2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9:18.18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75 0 9562,'0'0'12797,"-12"29"-11580,-35 90-265,44-114-835,1 1-1,0 0 1,0 0 0,0 0 0,1 0-1,0 1 1,0-1 0,0 0 0,1 0-1,0 1 1,0-1 0,1 7 0,1 9-851,0-19 102,-1 0-1,0 0 1,1-1 0,-1 1-1,1 0 1,0-1 0,0 1-1,0-1 1,0 0 0,0 0-1,0 0 1,5 4 0,17 7-5522</inkml:trace>
</inkml:ink>
</file>

<file path=ppt/ink/ink2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9:18.18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102 45 928,'0'0'12832,"1"-7"-11206,1-3-1049,0-3-2,0-2 5771,-5 16-6137,0 0 1,0-1-1,0 1 1,0 1 0,1-1-1,-1 0 1,0 1 0,1-1-1,-3 3 1,-8 12 323,3-5-388,1 0 0,1 0-1,0 1 1,-9 18-1,17-29-150,0-1 0,0 1 0,0-1 1,0 1-1,0-1 0,0 1 0,0-1 0,1 1 0,-1-1 0,0 1 0,0-1 0,0 0 0,1 1 0,-1-1 0,0 1 0,1-1 0,-1 0 1,0 1-1,1-1 0,-1 0 0,1 0 0,-1 1 0,0-1 0,1 0 0,-1 0 0,1 1 0,-1-1 0,1 0 0,-1 0 0,1 0 0,-1 0 1,0 0-1,1 0 0,-1 0 0,1 0 0,-1 0 0,1 0 0,-1 0 0,1 0 0,-1 0 0,2 0 0,24 0 47,-23 0-66,11-1-27,1 2 0,0 0 0,-1 1 0,28 7 0,-40-9 46,0 0 0,0 1-1,1 0 1,-1-1 0,0 1 0,0 0 0,0 0 0,0 0 0,0 0 0,0 0-1,0 1 1,-1-1 0,1 1 0,0-1 0,-1 1 0,1 0 0,-1-1 0,1 1-1,-1 0 1,0 0 0,0 0 0,0 0 0,0 0 0,0 0 0,0 0-1,-1 1 1,1-1 0,-1 0 0,1 0 0,-1 0 0,0 1 0,0-1 0,0 0-1,0 0 1,0 1 0,-1-1 0,1 0 0,0 0 0,-1 1 0,0-1 0,-1 4-1,-3-2 28,1 0-1,0 0 1,-1 0-1,0 0 1,0-1-1,0 0 0,-1 0 1,1 0-1,-1-1 1,1 0-1,-7 2 1,3 0-20,-47 11 98,46-14-77,0 2 1,0-1-1,-19 9 0,25-10 1735,1 0-6086,9-12-11913</inkml:trace>
</inkml:ink>
</file>

<file path=ppt/ink/ink2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9:18.18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30 4889,'0'0'13215,"3"-2"-11896,3-2-885,1 0 0,0 1-1,0 0 1,0 0 0,0 1 0,0 0 0,0 0 0,1 1-1,8-1 1,75 1-347,-8 1-3925,-76 6-6146</inkml:trace>
</inkml:ink>
</file>

<file path=ppt/ink/ink2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9:18.187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0 100 5297,'0'0'10792,"1"-6"-10052,0 4-687,-1 0 0,1 0 0,-1 0 1,1 0-1,0 0 0,0 1 0,0-1 0,0 0 1,0 0-1,0 1 0,0-1 0,1 1 0,-1-1 0,1 1 1,-1-1-1,1 1 0,-1 0 0,1 0 0,2-2 1,48-15 893,19 3-815,-1 3 0,2 4-1,-1 2 1,90 6 0,-160 1-134,0 1 0,-1 0 0,1 0-1,-1 0 1,1-1 0,-1 1 0,0 0 0,0 0 0,0 0 0,0 0 0,0 0 0,0 3 0,-1-3 10,1 3 12,0 0-1,-1 0 0,0 0 1,0 0-1,-1-1 0,1 1 1,-1 0-1,0-1 0,0 1 1,-1-1-1,1 1 0,-1-1 1,0 0-1,0 0 1,0-1-1,-1 1 0,1 0 1,-1-1-1,-5 3 0,-25 30 21,32-32-47,1-1 0,0 1 0,-1 0 0,1 0 0,1-1 0,-1 1 0,1 0 0,-1 0 0,1 0 0,0 0 0,0 0 0,1 0 0,-1 0 0,1 0 0,0 0 0,0-1 0,0 1 0,0 0 0,1-1 0,0 1 0,0 0 0,0-1 0,0 0 0,0 0 1,3 4-1,17 12-254,-9-9 180,0 1 0,-1 0 0,-1 0-1,0 1 1,0 1 0,-1 0 0,13 23 0,-23-35 85,0 0 0,0 0 0,0 0 0,0-1 1,0 1-1,0 0 0,0 0 0,-1-1 0,1 1 0,0 0 0,0 0 0,-1-1 0,1 1 1,-1 0-1,1-1 0,0 1 0,-1-1 0,1 1 0,-1 0 0,0-1 0,1 1 0,-1-1 0,1 1 1,-1-1-1,0 0 0,1 1 0,-1-1 0,0 1 0,0-1 0,1 0 0,-1 0 0,0 0 1,0 1-1,1-1 0,-1 0 0,0 0 0,0 0 0,-1 0 0,-39 6 572,33-5-508,-68 14 652,55-10-80,0-1 1,0 0-1,-25 0 0,45-4 485,2 9-10511,4-5 4284</inkml:trace>
</inkml:ink>
</file>

<file path=ppt/ink/ink2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9:18.18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17 7154,'0'0'8364,"2"-16"-2912,-4 16-3889,3 12-865,-1 0-1,2 0 1,0 0 0,0 0-1,5 15 1,23 108 316,-23-105-918,-1 1 1,2 51-1,-2-11 193,0 57 388,-6-128-635,17 0-1211,-11 1-3286,-3 11-14302</inkml:trace>
</inkml:ink>
</file>

<file path=ppt/ink/ink2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9:18.19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372 3 4609,'-1'-2'10862,"1"2"-10644,-10 9-131,0 1 0,0 1 0,1-1 0,-8 15 0,5-9-4,-83 97 1310,-35 50-186,125-156-1190,0-1 1,-1-1 0,1 1-1,-1-1 1,0 0 0,-1 0 0,1-1-1,-1 0 1,0 0 0,-10 4-1,68-5 812,95-14-703,-112 7-107,-17 2 22,0 0 1,0 1-1,0 1 1,0 0-1,0 2 1,0 0-1,0 1 1,-1 0-1,1 1 1,18 8-1,-27-8 146,0 0 0,1-1 0,-1 0 0,1-1 0,-1 0 0,1 0 0,15 1 0,-23-3 245,-1 0-482,0 0 0,0 0-1,1 0 1,-1 0 0,0 0-1,1 0 1,-1 0-1,0 0 1,0-1 0,1 1-1,-1 0 1,0 0-1,0 0 1,1 0 0,-1 0-1,0 0 1,0-1-1,0 1 1,1 0 0,-1 0-1,0 0 1,0-1 0,0 1-1,0 0 1,1 0-1,-1-1 1,0 1 0,0 0-1,0 0 1,0-1-1,0 1 1,0 0 0,0 0-1,0-1 1,0 1 0,1 0-1,-1 0 1,0-1-1,0 1 1,-1 0 0,1 0-1,0-1 1,0 1-1,0 0 1,0-1 0,-1-32-6493,-4 17 886</inkml:trace>
</inkml:ink>
</file>

<file path=ppt/ink/ink2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9:18.19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129 3 5097,'0'0'5989,"0"0"-5740,0 0-1,-1 0 0,1-1 1,-1 1-1,1 0 0,0 0 1,-1-1-1,1 1 0,-1 0 1,1 0-1,-1 0 0,1 0 1,-1 0-1,1 0 0,-1 0 1,1 0-1,-1 0 0,1 0 1,-1 0-1,1 0 0,-1 0 1,1 0-1,-1 0 0,-9 23 541,2 1 0,1-1 0,-8 45 0,1-5-511,-48 190 290,61-228-357,1-20-7408</inkml:trace>
</inkml:ink>
</file>

<file path=ppt/ink/ink2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9:18.19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230 49 6945,'-1'-3'422,"0"0"0,0 0 0,0 0 0,-1 0 0,1 0-1,-1 0 1,0 1 0,0-1 0,0 0 0,0 1-1,0 0 1,0-1 0,-1 1 0,1 0 0,-1 0-1,-3-2 1,4 4-221,0-1-1,0 1 1,0-1 0,0 1-1,0-1 1,0 1 0,0 0-1,0 0 1,0 0 0,0 0 0,0 1-1,0-1 1,0 1 0,0-1-1,0 1 1,0-1 0,0 1-1,0 0 1,1 0 0,-1 0-1,0 0 1,0 0 0,1 0-1,-1 1 1,1-1 0,-1 1-1,-1 2 1,-2 2 23,0 0 1,0 1-1,1-1 0,0 1 1,1 0-1,-1 0 1,1 1-1,1-1 0,-1 1 1,1-1-1,1 1 0,-2 15 1,0 12 123,3 57 0,1-58-130,6 354 603,-10-197 177,1-145-882,-68 721 371,62-721-544,6-44-645,0-8-203,-1-13-1142,3 17 1825,-4-50-3654,-3-76-1252</inkml:trace>
</inkml:ink>
</file>

<file path=ppt/ink/ink2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9:18.19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261 356 5081,'20'14'8665,"6"6"-6156,-9-16-2128,0 0-1,0-1 0,0 0 0,1-1 1,20-1-1,-7 0-88,53 1 246,121-13-1,91-26-524,-88 10 18,233-19-21,339-41 51,-512 52 117,174-19 182,3 34 321,-191 25-587,270 2-132,-5-28-107,-352 5 145,401-17 9,-90 49 149,31 1-158,-2-33-10,727-35-845,-733 79 703,-452-23 140,237 19-20,-195-21 43,102-8-1,-178 4 14,-9 1 60,-1 0-1,1-1 0,-1 0 0,1 0 1,0 0-1,6-3 0,-19 7 733,4-2-788,0 0 1,1 0-1,-1 0 1,1 1-1,-1-1 0,1 1 1,0-1-1,0 1 1,0 0-1,-3 2 0,-8 11 111,2 1-1,-1 0 1,2 0-1,0 1 0,-9 23 1,-33 98 363,36-93-417,-38 126 348,7 2-1,-35 248 1,69-334-219,-73 618 921,85-692-1133,-2 7 19,2-20-21,1 0 1,-1 0-1,0 0 0,0 1 1,0-1-1,1 0 0,-1 0 1,0-1-1,0 1 0,1 0 1,-1 0-1,0 0 0,0 0 1,1-1-1,-1 1 0,0 0 1,0-1-1,1 1 0,-1 0 1,0-1-1,1 1 0,-1-1 1,1 1-1,-1-1 1,1 1-1,-2-2 0,-4-2-36,-1 0 0,0 1 0,-1 0 0,1 0-1,-1 0 1,1 1 0,-1 0 0,-13-1 0,-69-2-264,71 4 277,-843 40-993,684-17 805,77-8 190,-169 1 0,-178-53 25,-94-1 6,-288 7 302,504 3-223,-533 19 0,680 9 46,-226-29 1,184 10-119,89 13 209,-1 6 0,-216 27 0,-60 39-59,375-61-163,-346 36 16,232-34 4,-158-14 0,-99-6-40,329 16 5,0 4 0,1 4-1,-98 24 1,128-22 7,-1-2-1,-1-2 1,1-3 0,-1-1 0,-74-4 0,-325-14 20,414 12-12,0 1 0,1 1 0,-57 9 0,93-10-11,5-1-459,0 0 1,0-1 0,-1 0-1,16-7 1,25-15-4179</inkml:trace>
</inkml:ink>
</file>

<file path=ppt/ink/ink2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9:18.19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102 27 4833,'-2'2'2197,"-12"11"1087,14-13-3215,0 0 0,0 0 0,0 0 0,-1 0-1,1 0 1,0 0 0,0 1 0,0-1 0,-1 0 0,1 0 0,0 0 0,0 0 0,0 0 0,0 0 0,0 0 0,-1 1 0,1-1-1,0 0 1,0 0 0,0 0 0,0 0 0,0 0 0,0 1 0,-1-1 0,1 0 0,0 0 0,0 0 0,0 1 0,0-1 0,0 0 0,0 0-1,0 0 1,0 0 0,0 1 0,0-1 0,0 0 0,0 0 0,0 0 0,0 1 0,0-1 0,0 0 0,0 0 0,0 0 0,0 1 0,1-1-1,-1 0 1,0 0 0,0 0 0,0 0 0,0 1 0,0-1 0,0 0 0,1 0 0,-1 0 0,0 0 0,1 0-33,0 0 0,-1 0 0,1 0 1,0 0-1,-1-1 0,1 1 1,0 0-1,0-1 0,-1 1 0,1 0 1,-1-1-1,1 1 0,0-1 0,-1 1 1,1-1-1,-1 1 0,1-1 0,-1 1 1,1-1-1,-1 0 0,1 1 1,-1-1-1,0 0 0,1 1 0,-1-1 1,0 0-1,0 1 0,0-1 0,1 0 1,-1 0-1,0 1 0,0-1 0,0 0 1,0 0-1,0 1 0,0-1 0,-1-1 1,-3-27 4,-20 105 5929,13-20-5026,2 1 1,-1 93-1,15 117-465,1-81-362,-19 127-76,2 69-21,13-355-339,8 33 0,0 2-614,-10-61 598,0 0-1,-1 0 1,1 0 0,0 1-1,0-1 1,-1 0-1,1 0 1,-1 0-1,1 0 1,-1 0-1,1 0 1,-1 0 0,0 0-1,1 0 1,-1 0-1,0 0 1,0 0-1,0 0 1,1-1 0,-1 1-1,0 0 1,0-1-1,0 1 1,0 0-1,-1-1 1,1 1-1,0-1 1,0 0 0,0 1-1,0-1 1,0 0-1,-1 0 1,1 0-1,0 0 1,-2 0-1,-16 3-3876</inkml:trace>
</inkml:ink>
</file>

<file path=ppt/ink/ink2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9:18.19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27 110 7410,'-4'8'7892,"5"-5"-5535,4-7-1045,-3 1-1279,-1-1-1,0 0 1,0 1 0,0-1 0,0 0 0,-1 0 0,0 1-1,0-6 1,1-2-30,10-56 185,-13 67 379,-1 6-188,-4 10 70,-4 32 247,2 0-1,2 0 1,-2 77-1,23 149 539,7-87-906,9 96 178,-24-189-386,-6 94 0,-5-143-320,-12 58 0,8-61-248,-4 61 1,15-84-801,4-50-8852</inkml:trace>
</inkml:ink>
</file>

<file path=ppt/ink/ink2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9:18.19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0 180 6649,'5'-27'6782,"13"-14"-3973,-13 33-2423,-1 0 0,-1 0 0,1-1 1,2-11-1,4-26 1290,-7 33-698,-6 36-58,-5 30-428,3 0-1,3 0 1,1 0 0,3 0 0,16 91 0,-14-117-363,38 215 1037,-30-175-1131,76 444 197,-74-388-551,-4 1 1,-9 158 0,-2-247 139,0-17-477,1-1 0,-2 0-1,-6 30 1,7-43-646,1-6-854,2-7 223,6-37-3645</inkml:trace>
</inkml:ink>
</file>

<file path=ppt/ink/ink2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9:18.19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149 0 5177,'-7'8'2070,"0"-1"0,1 1 0,0 0 1,-9 16-1,10-14-1680,1 1 1,-1 0 0,2 0 0,0 0 0,0 0 0,1 1-1,0-1 1,1 1 0,1-1 0,-1 1 0,3 11 0,-1 93 848,-4 0 0,-22 129 0,1 2-282,10 405-564,17-448-2446,-4-201-745,-3-12-952,-10-26-2316</inkml:trace>
</inkml:ink>
</file>

<file path=ppt/ink/ink2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9:18.19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222 23 2264,'0'-1'430,"0"-1"0,0 1-1,0 0 1,0-1 0,0 1-1,-1-1 1,1 1-1,0 0 1,-1-1 0,1 1-1,-1 0 1,1-1-1,-1 1 1,0 0 0,-1-2-1,-3 5 2873,1 10-545,3-4-1789,1 0 0,1-1 0,-1 1 0,1-1 1,0 1-1,5 13 0,1 16 243,-3 7-448,-2 0 0,-6 67 0,-20 89 198,17-155-674,-45 394 539,34 3-176,24-319-373,22 124-1,-27-235-231,0-1 0,-1 0 0,-1 1 0,-2 15 0,1-18-38,1-1 0,0 1 0,1-1-1,0 1 1,0-1 0,1 1 0,0-1 0,3 14 0,-41-56-4414,1 3-1763,-47-26-3641</inkml:trace>
</inkml:ink>
</file>

<file path=ppt/ink/ink2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9:18.19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45 5361,'-1'-9'2899,"1"-14"647,0 22-3292,0 1 1,0-1-1,0 1 1,0-1-1,0 1 1,0-1-1,0 1 1,0-1-1,1 1 1,-1-1-1,0 1 1,0-1-1,0 1 1,0 0-1,1-1 1,-1 1-1,0-1 1,0 1-1,1 0 1,-1-1-1,0 1 1,1 0-1,-1-1 1,0 1-1,1 0 1,-1-1-1,1 1 1,-1 0-1,1 0 1,-1 0-1,1-1 1,0 1 374,8 39 3094,-1-10-3017,-6-11-558,-1 0 0,-1 0-1,-3 31 1,0 11-110,2-60-91,1 0 0,0 1 0,0-1 0,0 0-1,0 0 1,0 0 0,0 0 0,0 0-1,0 1 1,0-1 0,0 0 0,0 0-1,0 0 1,0 0 0,0 1 0,0-1-1,0 0 1,0 0 0,0 0 0,0 0-1,0 1 1,1-1 0,-1 0 0,0 0 0,0 0-1,0 0 1,0 0 0,0 1 0,0-1-1,0 0 1,1 0 0,-1 0 0,0 0-1,0 0 1,0 0 0,0 0 0,0 0-1,1 1 1,-1-1 0,0 0 0,0 0-1,0 0 1,0 0 0,1 0 0,-1 0 0,0 0-1,0 0 1,0 0 0,0 0 0,1 0-1,-1 0 1,13-10-3921,18-24-1726</inkml:trace>
</inkml:ink>
</file>

<file path=ppt/ink/ink2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9:18.20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313 94 4505,'0'0'12276,"1"-6"-11509,4-65 2435,-5 70-3183,0 0-1,-1 0 1,1 0 0,-1 0 0,1 0 0,-1 1-1,1-1 1,-1 0 0,0 0 0,0 1 0,1-1 0,-1 0-1,0 1 1,0-1 0,1 1 0,-1-1 0,0 1-1,0-1 1,0 1 0,0 0 0,0-1 0,0 1 0,0 0-1,0 0 1,0 0 0,0-1 0,0 1 0,0 0-1,-1 1 1,-38-3-32,33 3 43,-5-2-32,1 2 0,0-1 0,0 2 0,0-1 1,0 2-1,0-1 0,0 2 0,0-1 0,1 1 0,-1 1 0,1 0 0,0 0 0,1 1 0,-1 1 0,1-1 0,1 1 0,-1 1 0,1 0 0,-8 9 1,11-8-4,0 0 0,0 0 1,1 0-1,0 0 0,1 1 1,0 0-1,0-1 0,1 1 1,0 0-1,1 0 1,0 0-1,1 1 0,0-1 1,1 0-1,0 0 0,0 0 1,1 0-1,0 0 0,1 0 1,5 12-1,-6-18 6,0 0 0,0 0-1,1 0 1,0 0-1,0-1 1,0 1 0,0-1-1,0 1 1,1-1 0,-1 0-1,1 0 1,0-1 0,0 1-1,0-1 1,0 0 0,0 0-1,9 2 1,-2-1 21,1-1 0,0-1-1,1 0 1,-1 0 0,21-3 0,-27 2-14,0-1-1,0-1 1,0 1 0,-1-1 0,1 0-1,0-1 1,-1 1 0,0-1 0,0 0 0,0 0-1,0-1 1,0 1 0,0-1 0,-1 0-1,0-1 1,0 1 0,0-1 0,0 0-1,3-6 1,5-9 12,-1 0-1,-1 0 1,14-38-1,-19 43 85,0-1 0,-1 1 0,0-1 0,-1 0 0,1-30 0,-4 45 778,-7 27-17,2-13-593,1-5-192,1-1 0,0 0 1,1 1-1,0 0 0,0-1 0,0 1 0,1 0 0,0 0 0,1 0 1,0 0-1,0 0 0,2 13 0,0-19-71,0 0 0,0 0 0,-1 0 0,2 0 0,-1 0 0,0 0 0,0-1 0,0 1 0,1-1 0,-1 1 0,1-1 0,-1 0 0,1 0 0,-1 0 0,1-1 0,0 1 0,0 0 0,-1-1 0,4 1-1,58 4 136,-58-5-142,181 1-6037,-108-1 1595,-56 0-4209</inkml:trace>
</inkml:ink>
</file>

<file path=ppt/ink/ink2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9:18.20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6 7618,'0'0'9359,"4"-3"-8580,-4 3-734,1-1 0,-1 1 0,1 0 0,-1 0 0,0 0 0,1-1 0,-1 1-1,1 0 1,-1 0 0,1 0 0,-1 0 0,1 0 0,-1 0 0,1 0 0,-1 0 0,1 0 0,-1 0 0,1 0 0,-1 0 0,1 0 0,-1 0 0,1 0 0,-1 1 0,0-1 0,1 0 0,-1 0 0,1 1 0,-1-1 0,0 0 0,1 0 0,-1 1 0,1-1 0,-1 0-1,0 1 1,1-1 0,-1 1 0,0-1 0,0 0 0,1 1 0,-1-1 0,0 1 0,0-1 0,0 1 0,9 36 1567,-7 64 451,-2-78-1759,0 398 931,0-408-1203,2-1-1,0 0 1,0 0-1,5 14 1,-4-15-537,0 1 0,-1-1 0,0 1 0,0 13 0,-2-65-9749,0 6 3768</inkml:trace>
</inkml:ink>
</file>

<file path=ppt/ink/ink2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9:18.20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142 282 4641,'0'0'9449,"23"-18"-8985,78-58 19,-92 69-403,1 1 1,0 0-1,0 0 1,1 1-1,-1 1 1,1-1-1,0 2 1,0-1 0,1 2-1,12-3 1,13-2 163,588-114 1487,-622 121-1697,21-4 539,1 2 1,46 1-1,-68 2-478,-1 0 0,0 1 0,0-1 0,0 0 0,0 1 0,0-1 0,0 1 0,0 0 0,-1 0 0,1 0 0,0 0 0,-1 0 0,0 0 0,1 0 0,-1 0 0,0 1 0,0-1 0,0 0 0,-1 1 0,2 3 0,14 54 1079,-15-57-1165,14 99 598,-5 1 1,-3 0-1,-10 125 0,1-70-533,15-74-15,-13-83 329,-39-10-125,4-1-294,-45 2-46,-151 5 1,126 4 39,-80 4 37,0 8 0,-190 39 0,341-48-2,33-4-20,40 0-281,0-3-132,-35 2-56,1 0-1,-1 0 1,0 0 0,1-1-1,-1 0 1,0 0-1,0 0 1,0 0 0,0-1-1,4-3 1,11-10-3126,1-3-3259</inkml:trace>
</inkml:ink>
</file>

<file path=ppt/ink/ink2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9:18.20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1348 9330,'0'0'6949,"12"0"-6788,15-1-213,42 1 620,-1 2 0,78 13 0,-84-7-384,-47-7-49,0 0 0,-1 2-1,1-1 1,0 2 0,-1 0-1,1 0 1,25 13-1,-32-11-10,1-2 0,-1 1 0,1-1 0,0-1 0,0 0 0,1 0-1,-1 0 1,0-1 0,15 1 0,-20-3-97,1 0 0,0-1 0,0 1 1,-1-1-1,1 0 0,0 0 0,-1 0 0,1-1 0,-1 0 0,1 0 1,-1 0-1,0 0 0,0 0 0,0-1 0,0 0 0,0 0 0,-1 0 0,1 0 1,-1-1-1,6-7 0,36-45 92,-3-3-1,-3-1 1,60-122 0,-33 5 219,-58 150-169,-1-1 0,-2 1 0,-1-1 0,2-47 0,-6 57-96,0-8 41,0-1 0,-7-38 0,5 56-98,0 0 1,-1 0 0,0 0 0,-1 0-1,1 0 1,-2 1 0,1-1-1,-1 1 1,-1 0 0,-8-10-1,7 9-17,-1 0 0,0 1 0,-1 0 0,1 0 0,-2 1 0,1 0-1,-1 1 1,0 0 0,0 0 0,-1 1 0,1 0 0,-1 1 0,0 1-1,0-1 1,-1 2 0,1-1 0,-1 2 0,1 0 0,-18 0 0,10 3-72,19 3-92,34 4 137,38-3 85,85-5 1,-78-2-43,51-6-56,178-32 0,-174 18-7,-41 9 21,174-25-234,291-77 0,-541 109 317,0 0 0,1 1 1,0 2-1,24-2 0,239 4 1803,-280 0-1515,32-12 610,-8 4-773,0 1 1,0 2-1,0 1 0,27-2 1,-51 6 98,0-7-8669,-2-9 6965,1 14 385,0-18-3344,0 1-747</inkml:trace>
</inkml:ink>
</file>

<file path=ppt/ink/ink2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9:18.20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199 1 2801,'0'0'12460,"-40"0"-6883,38 6-5307,-1 0 0,1 0 0,0 0 0,1 0 0,-1 0 0,1 0 0,0 0 0,0 11 0,1-14-194,0 1 0,-1-1 0,1 1 0,1 0-1,-1-1 1,0 1 0,1-1 0,0 1 0,0-1 0,0 0-1,0 1 1,1-1 0,-1 0 0,1 0 0,0 0-1,4 6 1,0-3 2,1-1-1,0 1 1,0-1 0,0-1-1,1 1 1,0-1-1,-1-1 1,2 0-1,-1 0 1,0 0 0,10 1-1,-18 45 1066,-4-38-1130,-1-1 0,0 0 0,-1 1 0,0-2 0,-1 1 0,0-1 0,0 0 0,-1 0 0,-11 9 0,-6 9 17,4-4-262,-1-1 0,-33 27-1,9-14-5923,27-22-1891</inkml:trace>
</inkml:ink>
</file>

<file path=ppt/ink/ink2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9:18.20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181 107 4017,'0'0'14310,"19"-20"-12749,-14 13-1253,-3 4-109,0 0 0,-1 0 0,1 0 0,-1 0 0,1 0 0,-1 0 1,0 0-1,0 0 0,-1 0 0,2-7 0,-2 10 160,-15 0 218,5 1-547,0 0 0,0 1 0,0 0-1,0 1 1,0 0 0,1 0 0,0 1 0,-1 1-1,1-1 1,1 1 0,-1 1 0,-9 8 0,12-10-15,0 0 1,1 1 0,0 0 0,-1 0 0,2 0 0,-1 1 0,1 0 0,0-1 0,0 1 0,0 1 0,1-1-1,0 1 1,0-1 0,1 1 0,0 0 0,0 0 0,1 0 0,-2 8 0,3-13-6,0 1-1,0-1 1,-1 1 0,2-1-1,-1 1 1,0-1 0,0 0 0,1 1-1,-1-1 1,1 0 0,0 1 0,0-1-1,0 0 1,0 0 0,0 1 0,0-1-1,0 0 1,1 0 0,-1 0 0,3 2-1,1-2 12,-1 0 0,1-1-1,0 1 1,0-1-1,-1 0 1,1 0 0,0-1-1,0 1 1,8-1 0,3 0-1,1 1 1,-1-2 0,0 0 0,0-1-1,0-1 1,0 0 0,0-1 0,18-8 0,-27 9-15,0 0 0,-1 0 0,1-1 0,-1 0 1,0-1-1,0 1 0,-1-1 0,1 0 0,-1 0 1,0-1-1,0 0 0,-1 0 0,0 0 0,0 0 1,0-1-1,-1 1 0,1-1 0,-2 0 1,1 0-1,1-10 0,-2 6 4,-1 1 0,0-1-1,-1 0 1,-1-15 0,0-1-26,1 25 14,0 1 0,0 0 0,0 0 0,-1-1 0,1 1 0,0 0 0,-1-1 0,0 1 0,1 0-1,-1 0 1,0 0 0,1 0 0,-1 0 0,0 0 0,0 0 0,0 0 0,0 0 0,0 0 0,0 0 0,0 0-1,0 1 1,0-1 0,0 0 0,-1 1 0,1-1 0,0 1 0,0-1 0,-1 1 0,1 0 0,0 0 0,0-1-1,-3 1 1,-51-1-4503,38 1-1530,4 0-6769</inkml:trace>
</inkml:ink>
</file>

<file path=ppt/ink/ink2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9:18.20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6953,'0'0'12610,"27"0"-11863,214 0 330,-139 0-838,-102 0-240,1 0 1,-1-1-1,1 1 1,-1 0-1,1 0 1,-1 0-1,1 0 0,0 0 1,-1 0-1,1 1 1,-1-1-1,1 0 1,-1 0-1,1 0 0,-1 0 1,1 1-1,-1-1 1,1 0-1,-1 0 1,1 1-1,-1-1 0,1 0 1,-1 1-1,0-1 1,1 1-1,-1-1 1,1 0-1,-1 1 1,0-1-1,0 1 0,1-1 1,-1 1-1,0-1 1,0 1-1,1-1 1,-1 1-1,0 0 0,0-1 1,0 1-1,0-1 1,0 1-1,0-1 1,0 1-1,0-1 0,0 1 1,0 0-1,0-1 1,0 1-1,-1-1 1,1 1-1,0-1 1,0 1-1,0-1 0,-1 1 1,-21 29 167,-41 20 303,48-40-361,1 0 1,-1 2 0,2 0 0,0 0 0,0 1 0,1 1 0,1 0 0,-13 20 0,22-32-98,1 0 1,0 1-1,0-1 1,0 0-1,0 0 1,0 1-1,1-1 1,-1 0-1,1 1 1,0-1-1,-1 0 0,1 1 1,0-1-1,1 4 1,-1-5-3,0 0 0,1 0 0,-1 0 0,1 1 0,0-1 0,-1 0 0,1 0 0,0 0 0,-1-1 0,1 1 0,0 0 0,0 0 0,0 0 0,0-1 0,0 1 0,0 0 0,0-1 0,0 1 0,0-1 0,2 2 0,6 0 29,0-1 1,0 1-1,0-1 0,-1-1 1,1 0-1,11-1 1,0 1-45,5-1-57,0-2 0,0 0 0,0-2 0,0 0 0,28-11 0,61-26-3393,-77 28 950,11-6-4162</inkml:trace>
</inkml:ink>
</file>

<file path=ppt/ink/ink2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9:18.20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17 8306,'0'0'9527,"15"-3"-9285,59-5 392,81 3 1,-153 5-622,0 0 0,0 1-1,0-1 1,1 0 0,-1 1-1,0 0 1,0 0 0,0 0-1,0 0 1,0 0 0,0 0-1,0 0 1,0 0 0,-1 1-1,1-1 1,0 1 0,-1-1 0,1 1-1,-1 0 1,0 0 0,3 3-1,-4-4 18,1 0 0,0 1 0,-1-1-1,1 0 1,-1 1 0,0-1 0,1 1 0,-1-1-1,0 1 1,0-1 0,0 1 0,0-1-1,0 1 1,0-1 0,0 1 0,-1-1 0,1 0-1,0 1 1,-1-1 0,1 1 0,-1-1 0,1 0-1,-1 1 1,0-1 0,0 0 0,0 0-1,0 0 1,1 1 0,-2-1 0,1 0 0,0 0-1,0 0 1,0-1 0,-2 3 0,-13 5 219,-26 15 53,41-23-305,0 1 0,0-1 0,0 1 0,0 0-1,0 0 1,0-1 0,0 1 0,0 0 0,0 0 0,1 0 0,-1 0 0,0 0 0,0 0 0,1 0-1,-1 0 1,1 0 0,-1 0 0,1 0 0,-1 1 0,1-1 0,0 0 0,0 0 0,0 0 0,-1 1 0,1-1-1,0 0 1,0 0 0,1 2 0,0-1-27,0-1 0,1 0-1,-1 1 1,1-1 0,-1 0-1,1 1 1,-1-1 0,1 0-1,0 0 1,0-1 0,-1 1-1,1 0 1,0 0 0,4 0 0,37 9-367,-27-6 195,-3-1 30,-6-2 97,0 1 0,1 0 0,-1 0 0,-1 1 0,9 4 0,-14-7 72,0 1 1,-1-1 0,1 1-1,0-1 1,0 1-1,-1 0 1,1-1-1,0 1 1,-1 0 0,1 0-1,-1-1 1,1 1-1,-1 0 1,1 0 0,-1 0-1,0 0 1,1-1-1,-1 1 1,0 0-1,0 0 1,0 0 0,1 0-1,-1 0 1,0 0-1,0 0 1,0 0 0,-1 0-1,1 0 1,0 0-1,0 0 1,0-1 0,-1 1-1,1 0 1,0 0-1,-1 0 1,1 0-1,-1 0 1,1-1 0,-1 1-1,1 0 1,-1-1-1,0 1 1,1 0 0,-1-1-1,0 1 1,0 0-1,1-1 1,-3 1-1,-6 7 201,-1 0-1,-1-1 0,0 0 0,0-1 0,0 0 0,-23 8 0,-77 20 215,102-32-1260,0-1-3720</inkml:trace>
</inkml:ink>
</file>

<file path=ppt/ink/ink2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9:18.20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77 0 4657,'0'0'11680,"3"0"-11182,0 0 1,-1 0-1,1 1 1,-1-1-1,1 0 1,-1 1 0,1 0-1,-1 0 1,1-1-1,3 4 1,-6 5-23,1-5-362,0 0-1,-1 0 0,0 0 0,0 0 0,-1 0 0,1 0 0,-1 0 1,1 0-1,-1 0 0,-1 0 0,1 0 0,0 0 0,-1 0 0,0-1 0,0 1 1,0-1-1,0 1 0,-1-1 0,1 0 0,-4 4 0,-11 6 87,-27 27 89,42-37-285,0 0 0,-1 0 0,1 0-1,1 0 1,-1 0 0,0 0 0,1 0 0,-1 1 0,1-1 0,0 0 0,0 1-1,1-1 1,-1 1 0,0 4 0,2-7-2,-1 0 0,0-1-1,1 1 1,-1 0 0,1-1-1,-1 1 1,1 0 0,-1-1 0,1 1-1,-1-1 1,1 1 0,0-1-1,-1 1 1,1-1 0,0 1 0,-1-1-1,1 0 1,0 1 0,0-1-1,-1 0 1,1 0 0,0 1 0,0-1-1,-1 0 1,1 0 0,0 0-1,0 0 1,0 0 0,0 0-1,36 1 66,-27-2-50,46 2 6,-28 1-12,0-1 1,0-2 0,0-1 0,0-1 0,-1-1-1,49-15 1,-42 0-534,-27 4-3041,-7 14 3107,-1 0 0,1 0 1,0 0-1,-1-1 0,1 1 1,0 0-1,-1 0 0,1 0 0,-1 0 1,0 0-1,1 1 0,-1-1 1,0 0-1,1 0 0,-1 0 1,0 0-1,-1 0 0,-15-11-7803</inkml:trace>
</inkml:ink>
</file>

<file path=ppt/ink/ink2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9:18.20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39 1 9882,'0'0'13475,"-39"186"-13283,39-161-96,0 1-96,13 0-168,0-7-936,12-3-1505,-5-6-2352,-7-7-2825</inkml:trace>
</inkml:ink>
</file>

<file path=ppt/ink/ink2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9:18.21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97 46 5857,'0'0'7783,"5"-8"-6689,16-22 53,-15 23 2315,-19 10-1448,-2 9-1469,0 2 1,1-1 0,1 2-1,-20 27 1,32-40-539,-1 0 0,1 0 0,-1 0-1,1 0 1,0 0 0,0 0 0,0 0 0,0 0 0,0 0-1,1 0 1,-1 1 0,1-1 0,-1 0 0,1 1-1,0-1 1,0 0 0,0 1 0,0-1 0,0 0 0,1 1-1,-1-1 1,2 4 0,0-3-3,-1-1-1,1 0 1,0 0-1,0 0 1,0 0-1,0 0 1,0-1-1,1 1 1,-1 0-1,0-1 1,1 0-1,-1 1 1,1-1-1,0 0 1,-1-1-1,4 2 1,14 2-108,-1-1 0,1 0 0,0-2 0,23-1 0,-37 0 10,22 5-151,-28-5 247,0 0 0,1 0 0,-1 1 0,0-1 1,1 0-1,-1 1 0,0-1 0,0 0 0,1 0 0,-1 1 0,0-1 0,0 0 0,1 1 0,-1-1 0,0 1 0,0-1 0,0 0 0,0 1 0,0-1 0,1 1 0,-1-1 1,0 0-1,0 1 0,0-1 0,0 1 0,0-1 0,0 0 0,0 1 0,-1-1 0,1 1 0,0-1 0,0 1 0,-2 3 50,-1-1 0,1 1 0,-1 0 0,1-1 0,-1 0 0,-1 1 0,1-1 0,-5 3-1,3-1-93,-2 0-1,1-1 1,0 0-1,-1 0 1,0-1-1,0 1 1,0-2-1,0 1 1,0-1-1,-1 0 1,1 0-1,-11 1 1,-18-2-3308,-1-3-3963,23-1 1119</inkml:trace>
</inkml:ink>
</file>

<file path=ppt/ink/ink2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9:18.21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9354,'0'0'13232,"11"7"-12449,0 0-635,1-1 0,0-1 0,-1 0-1,2 0 1,-1-1 0,0-1 0,23 3 0,-5-4-100,-19-2-202,0 1 0,0-1 1,0 2-1,0 0 0,17 5 0,-27-5-812</inkml:trace>
</inkml:ink>
</file>

<file path=ppt/ink/ink2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9:18.21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111 46 3241,'0'0'5561,"9"-2"111,33-9-4779,-17-1-758,-17 9 351,-1-1 0,1 1 0,-1 1 1,1-1-1,0 1 0,10-1 0,-17 3 579,-16 5-447,-8 10-510,1 0-1,0 2 0,1 0 0,1 2 1,1 0-1,-29 37 0,40-44-103,0 0 0,1 1 0,1 0 0,0 0 0,0 0 0,2 1 0,-1-1 0,2 1 0,0 0 0,1 1 0,0-1 0,1 0 0,0 1 0,1-1 0,3 20 0,-2-31 3,0 0 1,1 0-1,-1-1 0,1 1 0,-1 0 0,1-1 0,0 1 1,0-1-1,0 0 0,0 1 0,0-1 0,1 0 1,-1 0-1,1-1 0,-1 1 0,1 0 0,0-1 0,-1 0 1,1 1-1,0-1 0,0 0 0,0-1 0,0 1 1,0 0-1,0-1 0,0 0 0,5 0 0,11 2 65,0-1 0,38-4 0,-56 3-71,2-1 10,-1 1 1,1-1-1,-1 0 1,1-1-1,-1 1 1,0 0 0,1-1-1,-1 1 1,0-1-1,0 0 1,0 0-1,0 1 1,0-1-1,0-1 1,-1 1 0,1 0-1,-1 0 1,1-1-1,-1 1 1,0-1-1,0 1 1,0-1-1,0 1 1,-1-1 0,1 1-1,0-5 1,1-2 67,-1 1 0,1-1 0,-2 0 0,1 0 1,-1 0-1,-1 0 0,-1-11 0,1 17-63,1 1 0,-2 0 0,1 0 0,0-1 0,0 1 0,-1 0 0,1 0 1,-1 0-1,1 0 0,-1 0 0,0 1 0,0-1 0,0 1 0,0-1 0,0 1 0,0-1 0,0 1 0,0 0 0,-1 0 0,1 0 0,0 0 0,-1 1 0,1-1 0,-1 1 0,-2-1 0,-10-1 27,0 0-1,-29 1 0,36 1-46,7-14-3692,1 5-439</inkml:trace>
</inkml:ink>
</file>

<file path=ppt/ink/ink2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9:18.21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21 1112,'0'0'4077,"3"4"-4546,8 6 10844,-5-8-9144,880-34-825,-631 28-360,-152 5 306,-82-2 47,-17 1-271,1 0 0,-1-1 0,0 2 1,1-1-1,-1 0 0,0 1 0,0 0 0,1 0 0,-1 0 0,0 0 1,6 4-1,5 0 387,-14-5-441,0 0 0,0 1-1,0-1 1,0 0 0,-1 0 0,1 1-1,0-1 1,0 1 0,0-1 0,-1 1-1,1-1 1,0 1 0,-1-1 0,1 1 0,0-1-1,-1 1 1,1 0 0,-1-1 0,1 1-1,-1 0 1,1 0 0,-1-1 0,0 1-1,1 0 1,-1 0 0,0 0 0,1 0-1,-1-1 1,0 1 0,0 0 0,0 0-1,0 0 1,0 0 0,0 0 0,0 0-1,0-1 1,0 1 0,-1 0 0,1 0-1,-1 1 1,1 17 52,-2-1-1,-1 0 0,0 0 1,-1 0-1,-1 0 0,0-1 1,-1 1-1,-11 18 0,-7 20-90,8-22 54,1 2-1,2 0 0,-15 61 0,14-28-53,-5 39-4,5 45 313,-47 207 0,17-134-111,28-135-178,-3 24-23,14-70 3,5-44 43</inkml:trace>
</inkml:ink>
</file>

<file path=ppt/ink/ink2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9:18.21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1 123 4809,'0'0'6914,"4"-3"-6232,8-3-214,0 0-1,1 1 0,0 0 0,0 1 1,0 0-1,0 1 0,0 1 1,17-2-1,125 0-613,-72 4 611,233-18 129,108-2 431,-357 22-725,-40 0-71,0-2-1,1 0 0,-1-2 1,35-6-1,-44 0 1627,-21 1-1906,-29-2-4798,25 7 2789,-19-4-6161</inkml:trace>
</inkml:ink>
</file>

<file path=ppt/ink/ink2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9:18.21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105 42 6025,'0'0'9309,"5"-7"-8810,17-21-43,-17 21 647,-5 20-499,-2 10-306,-1 0 1,-1 0-1,-1 0 0,-1 0 1,-1 0-1,-2-1 1,0-1-1,-17 32 0,7-14-167,-18 53 0,35-85-128,0 0 0,0 0 0,1 0 0,0 0 0,0 0 1,1 0-1,0 0 0,0 0 0,2 13 0,-1-19-3,0 0 1,-1-1-1,1 1 1,0 0-1,0-1 1,-1 1 0,1-1-1,0 1 1,0-1-1,0 1 1,-1-1-1,1 1 1,0-1-1,0 0 1,0 0-1,0 1 1,0-1-1,0 0 1,0 0-1,0 0 1,0 0 0,1 0-1,31-1 33,-20 1-9,6-1-8,0-1 0,0-1-1,0 0 1,0-2 0,27-9 0,96-45 106,-64 24-32,-62 29-32,0 0 0,0 1-1,25-4 1,0 6-9086</inkml:trace>
</inkml:ink>
</file>

<file path=ppt/ink/ink2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9:18.21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163 0 4929,'0'0'10585,"-20"30"-9151,-63 95-365,76-116-888,2 1 1,-1-1-1,1 1 0,1 0 0,-1 1 1,2-1-1,0 1 0,0 0 0,-2 20 1,0-4 150,2-11-309,1-1 0,0 1 0,1 0 1,1 0-1,0-1 0,3 20 0,-2-32-574,1 0-1,-1 0 1,1 0-1,-1 0 1,1-1-1,0 1 1,0-1-1,0 1 0,1-1 1,-1 0-1,6 4 1,-5-3-946,10 8-5727</inkml:trace>
</inkml:ink>
</file>

<file path=ppt/ink/ink2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9:18.21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 29 6305,'0'0'11429,"-8"2"-10780,5-1-519,5-1 638,16-1-577,0-1-1,0-1 1,24-7-1,-27 6-165,1 0-1,0 1 1,0 1 0,0 0-1,28 2 1,-42 0-23,0 0 1,0 1-1,-1-1 1,1 1-1,0-1 0,-1 1 1,1 0-1,0 0 1,-1 0-1,1 0 1,-1 0-1,1 0 0,-1 0 1,0 0-1,1 1 1,-1-1-1,0 0 0,0 1 1,0-1-1,0 1 1,0 0-1,0-1 1,-1 1-1,1-1 0,0 1 1,-1 0-1,1 0 1,-1 2-1,2 6 34,-1 0-1,0 0 1,-1 20-1,0-17 68,0-9-60,-1 0 1,1 0-1,-1 0 1,0 1-1,0-1 1,-1 0-1,1 0 1,-1-1-1,0 1 1,0 0-1,0 0 1,0-1-1,-1 1 1,1-1-1,-5 5 1,-6 4 132,-1 0 0,-22 15 0,-13 12 41,48-38-219,1-1-1,0 0 0,-1 0 1,1 0-1,0 1 1,-1-1-1,1 0 0,0 0 1,0 1-1,-1-1 0,1 0 1,0 1-1,0-1 0,0 0 1,-1 1-1,1-1 1,0 0-1,0 1 0,0-1 1,0 1-1,0-1 0,0 0 1,0 1-1,0-1 0,0 0 1,0 1-1,0-1 1,0 1-1,0-1 0,0 0 1,0 1-1,0-1 0,0 0 1,0 1-1,0-1 1,1 1-1,-1-1 0,0 0 1,0 1-1,0-1 0,1 0 1,-1 0-1,0 1 0,0-1 1,1 0-1,-1 0 1,0 1-1,1-1 0,-1 0 1,0 0-1,1 1 0,-1-1 1,0 0-1,1 0 0,-1 0 1,1 0-1,-1 0 1,0 0-1,1 0 0,-1 0 1,0 0-1,1 0 0,-1 0 1,1 0-1,38 3 67,-23-2-75,9 2 1,1 1-1,-1 2 1,29 10 0,-41-12 6,0 1 0,0 1 0,-1 0 0,0 0 1,0 1-1,-1 1 0,20 16 0,-30-23 3,1 1 0,0 0 0,-1 0 0,1-1 0,-1 1 0,0 0 0,0 0 1,1 0-1,-1 0 0,-1 1 0,1-1 0,0 0 0,0 0 0,-1 1 0,1-1 0,-1 0 1,0 1-1,0-1 0,0 0 0,0 1 0,0-1 0,0 0 0,-1 1 0,1-1 1,-1 0-1,1 0 0,-1 1 0,0-1 0,0 0 0,0 0 0,0 0 0,0 0 0,-1 0 1,1 0-1,-1 0 0,1-1 0,-3 3 0,-5 5 52,0-1 1,-1 0-1,0 0 1,-1-1-1,-17 10 0,-83 29 1665,73-33-4675,27-9-6411,31-9 3865</inkml:trace>
</inkml:ink>
</file>

<file path=ppt/ink/ink2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9:18.21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 1 6649,'0'0'10964,"0"11"-4986,-6 42-5460,1-30-405,2-1-1,1 1 1,0 0 0,2-1-1,3 36 1,-1 9 205,-2 119 360,0-160-9141,0-30 2411</inkml:trace>
</inkml:ink>
</file>

<file path=ppt/ink/ink2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9:18.22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630 1 3505,'0'0'9562,"9"0"-8349,40 0 7112,-76 13-6989,-136 90 1570,-44 30-1532,186-116-1194,1 1 0,0 1 1,1 1-1,-27 37 1,30-36-64,-46 63 327,2-8-275,56-69-147,0 1-1,0 0 1,1-1 0,0 1 0,1 0-1,-4 17 1,6-4-16,0-8 7,0 0 0,0 1 0,5 20 0,-4-29-12,0-1 0,1 1 0,-1-1 0,1 0 1,0 0-1,0 0 0,1 0 0,-1 0 0,1-1 0,0 1 0,0-1 0,0 1 1,0-1-1,6 4 0,-2-3 7,0 0 1,0-1 0,0 0-1,0 0 1,0-1 0,1 0-1,-1 0 1,1 0 0,0-1-1,14 0 1,4-1 4,50-5 0,-74 4-7,0 0 0,1 1 0,-1-1 0,0 0 0,0 0 0,0 0 0,0-1 0,-1 1 0,1-1 0,0 1 0,0-1-1,-1 1 1,1-1 0,-1 0 0,0 0 0,1 1 0,-1-1 0,0 0 0,0 0 0,0 0 0,0-1 0,0 1 0,-1 0 0,1-3 0,2-3 23,-1 0 0,-1-1 0,1 1 0,-1-16 0,-1 13-15,1 8-6,-1 0 0,0 1 0,1-1 0,-1 0 0,-1 1 0,1-1 0,0 0-1,-1 1 1,1-1 0,-1 1 0,0-1 0,0 0 0,-1-2 0,-14-16 39,14 18-39,0 0 0,0 0-1,0 0 1,-1 0 0,1 1-1,-1-1 1,1 1 0,-1-1-1,-5-2 1,-15-8 31,19 10-37,-1 0 0,1 0 0,-1 1-1,1 0 1,-1 0 0,0 0 0,0 1 0,0-1 0,0 1 0,0 0 0,0 1 0,-6-1 0,-5 0 51,-9 1 114,26 0-166,-1 0 1,0 0 0,0 0-1,0 0 1,0 0 0,0 1-1,0-1 1,0 0-1,0 0 1,0 0 0,0 0-1,0 0 1,0 1 0,0-1-1,0 0 1,0 0-1,0 0 1,0 0 0,0 0-1,0 1 1,0-1-1,0 0 1,0 0 0,0 0-1,0 0 1,0 0 0,0 1-1,-1-1 1,1 0-1,0 0 1,0 0 0,0 0-1,0 0 1,0 0 0,0 0-1,0 1 1,-1-1-1,1 0 1,0 0 0,0 0-1,0 0 1,0 0 0,0 0-1,0 0 1,-1 0-1,1 0 1,0 0 0,0 0-1,0 0 1,0 0-1,-1 0 1,1 0 0,0 0-1,0 0 1,0 0 0,0 0-1,0 0 1,-1 0-1,1 0 1,0 0 0,43 32-2063,59 41-8917,-80-57 3932</inkml:trace>
</inkml:ink>
</file>

<file path=ppt/ink/ink2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9:18.22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305 141 5673,'0'0'10366,"1"-6"-9287,3-23-141,-4 28-867,0 1 1,-1-1-1,1 0 1,0 0-1,-1 1 0,1-1 1,0 0-1,-1 0 1,1 1-1,-1-1 0,1 1 1,-1-1-1,1 0 1,-1 1-1,0-1 0,1 1 1,-1-1-1,0 1 1,1-1-1,-1 1 1,0 0-1,1-1 0,-1 1 1,0 0-1,0 0 1,0 0-1,1-1 0,-1 1 1,0 0-1,0 0 1,0 0-1,1 0 1,-2 0-1,-31-1 551,30 1-514,-7 0-52,-1 1 0,1 0 0,0 1 0,-1 0 0,1 0 0,0 1 0,0 0 0,0 1 0,1 1 0,-1-1 0,1 1 0,0 1 0,0-1 0,1 2 0,0-1 0,0 1 0,0 0 0,1 1 0,0 0 0,0 0 0,1 0 0,0 1 0,-9 18 0,10-17-45,0 0 1,0 1-1,1-1 0,0 1 0,1 0 1,1 0-1,-1 0 0,2 0 0,0 1 1,0-1-1,1 0 0,0 1 0,3 19 1,-1-28 2,-1 0 0,0 0 0,1-1 0,0 1 0,0 0 0,0-1 0,0 1 0,0-1 0,1 0 0,-1 1 0,1-1 0,4 3 0,39 24 357,-35-23-304,5 4 26,1-1 0,0-1 0,0-1 0,0 0 0,1-1 0,29 6 0,-37-11-63,-1 1 0,1-2 0,0 1 0,-1-2 0,1 1 0,0-1 0,-1 0 1,1-1-1,-1 0 0,0-1 0,1 0 0,-1 0 0,-1-1 0,14-7 1,1-3-17,-1 0 0,0-2 1,-1 0-1,0-2 1,20-22-1,-33 31 27,-1 0-1,-1 0 1,1 0-1,-2-1 1,1 1-1,-1-2 1,-1 1-1,0 0 1,0-1 0,-1 0-1,0 0 1,-1 0-1,0 0 1,0-21-1,-2 14 95,0 5-46,0-1 0,0 1 0,-1-1 0,-1 1 0,-4-14 0,5 23-83,-1-1 1,0 0-1,0 1 1,-1 0-1,1 0 1,-1 0-1,0 0 0,0 0 1,0 0-1,-1 1 1,1-1-1,-1 1 0,0 0 1,0 0-1,0 0 1,0 1-1,-7-4 1,-6 0 30,-1 0 0,0 1 1,0 1-1,0 0 0,0 1 1,-1 1-1,1 1 0,-1 1 1,1 0-1,-37 7 0,19 6 981,24-5-1773,12-8 626,0 0 0,0 0 0,0 1 0,0-1-1,0 0 1,0 0 0,0 1 0,0-1 0,0 0 0,0 0 0,1 0-1,-1 1 1,0-1 0,0 0 0,0 0 0,0 0 0,0 0 0,1 1-1,-1-1 1,0 0 0,0 0 0,0 0 0,1 0 0,-1 0 0,0 0-1,0 0 1,0 0 0,1 0 0,-1 1 0,0-1 0,0 0-1,1 0 1,-1 0 0,0 0 0,0 0 0,0 0 0,1 0 0,-1 0-1,0-1 1,0 1 0,1 0 0,-1 0 0,0 0 0,0 0 0,0 0-1,1 0 1,-1 0 0,0-1 0,13 1-5475</inkml:trace>
</inkml:ink>
</file>

<file path=ppt/ink/ink2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9:18.22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254 73 1632,'0'0'9778,"8"0"-9300,-3-1-141,1 1 0,-1-1 0,1 0 1,-1 0-1,1-1 0,-1 1 0,0-1 1,0-1-1,0 1 0,0-1 0,0 1 0,0-1 1,-1-1-1,1 1 0,-1-1 0,0 0 0,0 1 1,0-2-1,3-4 0,-6 8-267,-1 1 0,0-1-1,0 1 1,0-1 0,0 1 0,0-1-1,0 0 1,0 1 0,0-1 0,0 1 0,0-1-1,0 1 1,0-1 0,0 1 0,0-1 0,0 1-1,0-1 1,-1 1 0,1-1 0,0 1-1,0-1 1,-1 1 0,1-1 0,0 1 0,-1-1-1,1 1 1,0-1 0,-1 1 0,1 0-1,-1-1 1,1 1 0,-1 0 0,1 0 0,-1-1-1,1 1 1,-1 0 0,1 0 0,-1-1 0,1 1-1,-1 0 1,1 0 0,-1 0 0,1 0-1,-1 0 1,1 0 0,-1 0 0,1 0 0,-1 0-1,0 0 1,1 0 0,-1 1 0,-39 0-262,32-1 450,-3 2-186,0 0-1,1 0 0,-1 1 0,1 1 0,-1 0 0,1 0 1,0 1-1,0 0 0,1 1 0,0 0 0,0 0 0,0 1 1,-8 9-1,-2 1-10,1 2 0,1 0 0,1 1 0,-22 35 0,31-42-49,1 0 0,1 0 0,0 0 0,0 1 0,2 0 0,0 0 1,-3 28-1,4-11 60,1 0 1,5 50 0,-2-73-44,-1-1 0,1 0 1,1 0-1,-1 0 0,1 0 1,0-1-1,1 1 0,0-1 1,0 0-1,0 0 1,1 0-1,-1-1 0,2 1 1,-1-1-1,0 0 0,1 0 1,0-1-1,0 0 0,0 0 1,1 0-1,-1-1 0,1 0 1,0 0-1,0-1 0,0 0 1,0 0-1,0-1 0,1 1 1,8-1-1,-16-1-25,13 1 83,0-1-1,1 0 1,-1-1 0,0 0-1,0-1 1,0 0 0,0-1-1,0-1 1,-1 0 0,0-1 0,13-6-1,-13 5-6,0-1 0,-1 0-1,0-1 1,0 0-1,-1 0 1,0-1 0,-1-1-1,0 0 1,0 0 0,-1-1-1,0 1 1,-1-2 0,0 1-1,6-16 1,0-5 98,9-21-33,14-57 1,-32 93-76,0 0 1,-1 0-1,-1 0 1,0 0-1,-1 0 0,-1 0 1,-5-34-1,4 48-49,0 0-1,-1 0 1,1 0-1,-1 0 1,1 0 0,-1 1-1,0-1 1,0 1-1,-1-1 1,1 1-1,0 0 1,-1 0-1,1 0 1,-1 0-1,0 0 1,0 1 0,0-1-1,1 1 1,-1 0-1,-1 0 1,1 0-1,0 0 1,0 0-1,-5 0 1,-8-2 80,-1 0 1,0 2-1,-22-1 0,-25 2-408,74 5-5705,1 0 3845,13 2-3534</inkml:trace>
</inkml:ink>
</file>

<file path=ppt/ink/ink2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9:18.22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91 1 3145,'0'0'17821,"13"74"-14032,-13-54-3588,1 2-151,-1 0-1,-1 0 0,0 0 1,-2 0-1,-1 0 0,0 0 0,-2-1 1,-9 24-1,-11 12-1428,-11 23-6680,30-60 2507</inkml:trace>
</inkml:ink>
</file>

<file path=ppt/ink/ink2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9:18.22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1 437 9074,'0'0'6973,"29"-15"-5287,3-3-1241,10-6 168,1 3 0,56-20 1,-58 26-375,242-95 324,-205 76-562,113-69 0,-182 97 26,7-3 86,-2-1-1,25-20 1,-45 40 185,0 0 0,0 1-1,1-1 1,0 1 0,1 1 0,-4 13-1,-8 19-112,-20 51-10,5 0 0,5 2 1,-22 147-1,42-214-168,-1 26 11,7-56-13,13-29-51,1 8-683,-9 13-389,0 0 0,0 1 0,1-1 0,1 1 0,8-8 0,-13 13 823,1 1 0,-1-1 1,0 1-1,0 0 0,1 0 0,-1 0 1,1 0-1,-1 0 0,1 0 0,-1 1 1,1-1-1,-1 1 0,1 0 0,0 0 1,-1 0-1,1 0 0,-1 0 0,1 0 1,0 1-1,-1-1 0,1 1 1,-1 0-1,1 0 0,1 1 0,16 9-6575</inkml:trace>
</inkml:ink>
</file>

<file path=ppt/ink/ink2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9:18.23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27 4 2481,'0'0'18756,"-13"-4"-17796,13 20-424,-7-3-312,7-3-152,0-1-72,-6-5-424,6-1-1008,0 0-593,0 7-760,0-1-2136,0-2-2728</inkml:trace>
</inkml:ink>
</file>

<file path=ppt/ink/ink2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9:18.23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20 2657,'0'0'17483,"0"-20"-17595,0 30-920,0 16-1400,0-4-2666,12-3-3735</inkml:trace>
</inkml:ink>
</file>

<file path=ppt/ink/ink2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9:18.23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140 0 488,'0'0'21699,"-21"10"-21208,-67 33-289,85-42-225,0 1 1,0-1 0,0 1-1,0 0 1,1 0 0,-1 0-1,0 0 1,1 0 0,-3 4-1,5-6-4,0 1 0,-1-1 0,1 0-1,0 1 1,0-1 0,0 0 0,0 0-1,0 1 1,0-1 0,0 0 0,0 1-1,0-1 1,0 0 0,0 1 0,0-1-1,1 0 1,-1 1 0,0-1 0,0 0-1,0 1 1,0-1 0,0 0 0,1 0-1,-1 1 1,0-1 0,0 0 0,1 0 0,-1 1-1,0-1 1,0 0 0,1 0 0,-1 0-1,0 0 1,0 1 0,1-1 0,-1 0-1,0 0 1,1 0 0,-1 0 0,0 0-1,1 0 1,-1 0 0,0 0 0,1 0-1,-1 0 1,54 3-1965,-47-4 2360,-4 1-373,0 0-1,-1 0 1,1 0 0,-1 1 0,1-1-1,-1 1 1,1-1 0,-1 1-1,0 0 1,1 0 0,-1 0 0,0 0-1,1 0 1,-1 1 0,0-1 0,0 1-1,0-1 1,3 4 0,-3-1 33,0-1 1,-1 1 0,0 0 0,0-1-1,0 1 1,0 0 0,0 0-1,-1-1 1,1 1 0,-1 0-1,-1 6 1,1-7 10,0 0-1,-1-1 1,0 1 0,1 0 0,-1-1-1,0 1 1,0-1 0,0 1 0,-1-1-1,1 0 1,0 1 0,-1-1 0,0 0-1,1 0 1,-1 0 0,-2 2 0,-42 31 132,6-3-386,32-17-495,7-5-1303,5-5-3543,12-3-2154</inkml:trace>
</inkml:ink>
</file>

<file path=ppt/ink/ink2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9:18.23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96 1 9434,'0'0'16964,"-96"141"-16964,96-128 0,0 0-456,0-7-721,0 4-903,0-1-1665,0 1-912</inkml:trace>
</inkml:ink>
</file>

<file path=ppt/ink/ink2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9:18.23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39 1 4673,'0'0'16339,"-38"86"-16339,38-60-464,0 9-1608,6-9-2705,7-7-2769</inkml:trace>
</inkml:ink>
</file>

<file path=ppt/ink/ink2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9:18.23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246 0 1768,'0'0'20230,"-31"16"-18490,-97 49-649,106-53-875,16-10-147,1 0 0,-1 1 1,1 0-1,-1 0 0,1 0 0,0 1 1,0 0-1,1 0 0,-1 0 1,-3 5-1,7-8-111,1-1 1,0 0-1,-1 1 1,1-1-1,0 0 0,0 1 1,-1-1-1,1 0 1,0 1-1,0-1 1,0 0-1,0 1 0,-1-1 1,1 1-1,0-1 1,0 0-1,0 1 1,0-1-1,0 1 1,0-1-1,0 0 0,0 1 1,0-1-1,0 1 1,0-1-1,0 0 1,0 1-1,1-1 0,-1 1 1,0-1-1,0 0 1,0 1-1,1-1 1,-1 0-1,0 1 0,0-1 1,1 0-1,-1 1 1,0-1-1,0 0 1,1 0-1,-1 1 0,0-1 1,1 0-1,18 7-1542,-15-6 1739,6 2-263,1 1 0,-1 0 0,-1 0 0,1 1 0,-1 0 0,17 12 0,-23-15 125,0 0 0,0 1 0,-1-1 0,1 0 0,-1 1 0,0 0 0,0-1 0,0 1 0,0 0 0,0 0 0,0 0 0,-1 0 0,1 1 0,-1-1 0,0 0 0,0 1 0,0-1 0,-1 0 0,1 1 0,-1-1 0,0 1 0,0-1 0,0 1 0,0-1 0,-1 5 0,0-7 12,1 0-1,-1 1 1,0-1 0,0 0-1,0 0 1,0 0 0,0 1 0,0-1-1,0 0 1,0 0 0,0 0 0,0-1-1,-1 1 1,1 0 0,0 0 0,-1-1-1,1 1 1,0-1 0,-1 1 0,-2 0-1,-33 4-526,36-5 287,1 1 0,-1-1 0,1 0 0,-1 0 1,1 1-1,0-1 0,-1 0 0,1 1 0,-1-1 0,1 1 0,0-1 0,-1 0 0,1 1 0,0-1 0,-1 1 0,1-1 1,0 1-1,0-1 0,0 1 0,-1-1 0,1 1 0,0-1 0,0 1 0,0-1 0,0 1 0,0-1 0,0 1 0,0 0 1,0-1-1,0 1 0,0-1 0,0 1 0,0-1 0,1 1 0,-1-1 0,0 1 0,0 4-2766,0 5-6083</inkml:trace>
</inkml:ink>
</file>

<file path=ppt/ink/ink2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9:18.23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 1 2737,'0'0'22415,"0"5"-21660,-2 26 132,1-19-792,0 0 0,0-1-1,1 1 1,1 0-1,0-1 1,0 1 0,1-1-1,4 13 1,-5-23-130,0 1 0,0-1 0,1 0 0,-1 1 0,0-1 0,1 0-1,-1 0 1,1 0 0,0 0 0,-1 0 0,1 0 0,0 0 0,-1-1 0,1 1 0,0-1 0,0 1 0,-1-1 0,1 0 0,0 1 0,0-1 0,0 0-1,0 0 1,-1 0 0,1-1 0,0 1 0,0 0 0,0-1 0,0 1 0,-1-1 0,1 1 0,0-1 0,2-2 0,54-27-898,63-49 678,-120 79 286,-1 0-1,0 0 0,0 0 0,0 0 0,1-1 0,-1 1 0,0 0 0,0 0 0,1 0 0,-1 0 1,0 0-1,0 0 0,1 0 0,-1 0 0,0 0 0,0 0 0,1 0 0,-1 0 0,0 0 1,0 0-1,1 0 0,-1 0 0,0 0 0,0 0 0,1 0 0,-1 0 0,0 0 0,0 1 0,1-1 1,-1 0-1,0 0 0,0 0 0,0 0 0,1 0 0,-1 1 0,0-1 0,0 0 0,0 0 1,0 0-1,0 1 0,1-1 0,-1 0 0,0 1 0,4 17 394,-3 30-628,-2-38 274,1-7-289,-1 0-1,1 0 0,0-1 1,0 1-1,0 0 0,1 0 1,-1 0-1,1 0 0,-1-1 0,1 1 1,0 0-1,0 0 0,0-1 1,0 1-1,1-1 0,-1 1 1,1-1-1,0 1 0,-1-1 1,1 0-1,0 0 0,0 0 0,0 0 1,1 0-1,-1 0 0,0-1 1,1 1-1,-1-1 0,1 0 1,-1 0-1,1 1 0,0-2 0,5 2 1,35 11-3547,2-8-2505</inkml:trace>
</inkml:ink>
</file>

<file path=ppt/ink/ink2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9:18.23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189 56 856,'0'0'22413,"-25"13"-21513,-76 44-333,96-54-539,0 1 0,0 0 0,1 0 0,-1 1 0,1-1 0,0 1-1,0 0 1,1 0 0,0 0 0,0 1 0,0-1 0,0 1 0,1-1 0,0 1 0,0 0 0,0 0 0,1 0 0,0 0 0,0 0-1,1 1 1,0-1 0,0 0 0,0 0 0,2 7 0,-2 1-42,0-13 9,0 0 0,0 0 1,0 0-1,0 1 0,0-1 0,1 0 0,-1 0 1,1 0-1,-1 0 0,0 0 0,1 0 0,0 0 1,-1 0-1,1 0 0,0 0 0,-1 0 0,1 0 1,0 0-1,0 0 0,0-1 0,0 1 0,0 0 1,0-1-1,0 1 0,0-1 0,1 2 0,2-1 1,0 0 0,-1 0 0,1 0 0,0-1 0,0 1-1,-1-1 1,1 0 0,7 0 0,-5-1 14,0 1-1,1-1 1,-1-1-1,0 1 1,1-1 0,-1 0-1,0 0 1,0-1 0,-1 0-1,9-5 1,-8 2 4,0-1 0,-1 1 0,0-1 0,-1-1 0,1 1 0,-1 0 0,-1-1 0,0 0 0,0 0 0,0 0 0,2-14 0,-2 7 19,-1-1 1,0 0 0,-1 0-1,-1 0 1,-2-19-1,2 32-30,0 0-1,-1 0 1,1 0-1,-1 0 1,0 0-1,0 0 1,0 1-1,0-1 1,-1 0 0,1 1-1,-1-1 1,1 1-1,-1-1 1,0 1-1,0 0 1,0 0-1,0 0 1,0 0-1,-1 0 1,1 0-1,0 1 1,-1-1-1,-3-1 1,0 1-130,-1 0 0,1 0 0,-1 1 0,1-1 0,-1 2 0,0-1 0,1 1 0,-1 0 0,-7 1 0,12-1 19,1 0 0,-1 1 1,1-1-1,-1 1 0,1 0 1,-1-1-1,1 1 0,-1 0 1,1 0-1,0 0 1,0 0-1,-1 0 0,1 0 1,0 0-1,0 0 0,0 0 1,0 1-1,0-1 1,0 0-1,0 1 0,1-1 1,-1 1-1,1-1 0,-1 1 1,1-1-1,-1 2 0,-7 45-4841,7-43 4153,0 28-5101</inkml:trace>
</inkml:ink>
</file>

<file path=ppt/ink/ink2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9:18.23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29 155 1776,'0'0'22955,"-4"5"-22226,-1 6-639,1 0 0,1 0 0,-1 0 0,2 0 0,0 0 0,0 1-1,1-1 1,0 0 0,1 1 0,0 0 0,4 21 0,-4-30-105,1 0-1,-1-1 1,1 1-1,0 0 1,0-1-1,0 1 1,0-1-1,1 1 1,-1-1 0,1 0-1,-1 0 1,1 1-1,0-1 1,0 0-1,0 0 1,0-1-1,0 1 1,0 0-1,1-1 1,-1 1 0,1-1-1,-1 0 1,1 0-1,-1 0 1,1 0-1,0 0 1,-1 0-1,1-1 1,0 1 0,-1-1-1,1 0 1,0 0-1,4 0 1,-2 0-47,1-1 0,-1 1 1,0-1-1,0 0 0,0 0 0,0-1 1,0 1-1,0-1 0,-1 0 0,1 0 1,-1-1-1,1 1 0,-1-1 1,0 0-1,0 0 0,0-1 0,4-3 1,8-14 44,-1-1 1,18-34-1,-33 55 19,1 1 0,-1 0 0,0-1-1,0 1 1,1-1 0,-1 1 0,0 0-1,1-1 1,-1 1 0,0 0 0,1 0-1,-1-1 1,1 1 0,-1 0 0,1 0 0,-1-1-1,0 1 1,1 0 0,-1 0 0,1 0-1,-1 0 1,1 0 0,-1 0 0,1 0-1,-1 0 1,1 0 0,-1 0 0,1 0-1,-1 0 1,0 0 0,1 0 0,-1 0 0,1 1-1,-1-1 1,1 0 0,-1 0 0,1 0-1,-1 1 1,0-1 0,1 0 0,-1 1-1,0-1 1,1 0 0,-1 1 0,0-1-1,1 1 1,22 25 114,-10-12-83,-7-9-27,0 0-1,0-1 1,1 0-1,-1 0 1,1 0-1,0-1 1,0 0-1,1 0 1,-1-1-1,1 0 1,-1 0-1,1-1 1,-1 0-1,1 0 1,12-1-1,-19 0 0,0 0-1,0 0 1,0-1-1,1 1 1,-1-1-1,0 1 1,0-1-1,0 1 1,0-1-1,0 1 1,0-1-1,0 0 0,0 0 1,-1 1-1,1-1 1,0 0-1,0 0 1,-1 0-1,1 0 1,0 0-1,-1 0 1,1 0-1,-1 0 1,1 0-1,-1 0 1,1-2-1,7-35 103,-6 29-91,3-10 82,-2-1-1,0 0 0,-1-1 0,-1 1 0,-1 0 0,-3-35 1,2 52-64,-1-1 0,1 1 0,-1-1 1,1 1-1,-1-1 0,0 1 0,0 0 1,0 0-1,-1 0 0,1 0 0,-1 0 1,0 1-1,1-1 0,-1 1 0,0 0 1,-1 0-1,1 0 0,0 0 1,-1 0-1,1 1 0,-7-3 0,-2 0-194,1 2 0,-1-1-1,0 1 1,0 1 0,-19 0 0,30 1 76,1 0 0,-1 0 0,1 0 0,-1 0 0,0 0 0,1 0 0,-1 0 0,1 0 0,-1 1 0,1-1 0,-1 0 0,1 0 0,-1 1 0,1-1 1,-1 0-1,1 1 0,-1-1 0,1 0 0,-1 1 0,1-1 0,0 1 0,-1-1 0,1 1 0,0-1 0,-1 1 0,1-1 0,0 1 0,0-1 1,-1 1-1,1-1 0,0 1 0,0 1 0,-1 22-4053,2-13 605,-1 9-5006</inkml:trace>
</inkml:ink>
</file>

<file path=ppt/ink/ink2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9:18.23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317 1 2905,'-2'3'17763,"-4"-1"-16246,-3-3-1398,-1 1 1,1-1 0,0 2-1,-1-1 1,1 1-1,-1 1 1,1-1 0,0 2-1,0-1 1,0 1 0,0 1-1,0-1 1,1 1-1,0 1 1,-14 9 0,3 0-135,1 1 1,0 1 0,2 0 0,0 1-1,-18 25 1,30-35 8,0 0 1,0 0-1,1 0 0,0 1 0,1 0 1,-1-1-1,1 1 0,1 0 0,-1 0 0,1 0 1,1 0-1,0 0 0,0 0 0,1 9 1,-1-1-24,1-14 22,-1 0 0,0-1 0,1 1 0,-1-1 0,1 1-1,-1-1 1,1 1 0,0-1 0,0 0 0,-1 1 0,1-1-1,0 0 1,0 0 0,0 1 0,1-1 0,-1 0 0,0 0-1,0 0 1,1 0 0,-1-1 0,0 1 0,1 0 0,-1 0-1,1-1 1,-1 1 0,1-1 0,-1 1 0,1-1 0,-1 0-1,1 0 1,-1 0 0,1 1 0,0-1 0,1-1 0,4 2 5,-1-1 1,1-1 0,0 1 0,-1-1 0,1 0 0,-1 0 0,10-4-1,1-5-1,-1 0 0,0-1 0,-1-1 0,0 0-1,-1-1 1,0 0 0,-1-1 0,-1-1 0,14-22-1,-3-15-91,-18 41 2832,-6 34-2685,1-14-34,0 0 0,0 1 1,0-1-1,4 15 0,-3-20-31,0-1 0,0 0-1,0 0 1,0 0 0,1 0-1,0-1 1,-1 1 0,1 0-1,0-1 1,0 1-1,1-1 1,-1 1 0,0-1-1,1 0 1,-1 0 0,1 0-1,5 2 1,4 2-213,0-1-1,0-1 1,1 0 0,0 0 0,0-1-1,0-1 1,20 1 0,-7 0-414,70 6-4465,4-7-5593</inkml:trace>
</inkml:ink>
</file>

<file path=ppt/ink/ink2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9:18.24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24 827 1088,'0'0'21515,"-4"-6"-20261,1 1-1164,0 1 0,1-1 0,0 1-1,0-1 1,0 0 0,1 0 0,-1 0 0,1 0-1,0 0 1,1-1 0,-1 1 0,1 0 0,0 0 0,0 0-1,1-1 1,0 1 0,0 0 0,0 0 0,3-8-1,6-12-60,0 1-1,2 0 0,1 1 1,22-31-1,73-84-87,-94 121 51,33-42-10,-14 16-138,72-71-1,-105 113 156,0 1-1,1-1 1,-1 1-1,0-1 1,0 1-1,1 0 0,-1-1 1,0 1-1,1 0 1,-1-1-1,0 1 0,1 0 1,-1-1-1,1 1 1,-1 0-1,0 0 1,1 0-1,-1-1 0,1 1 1,-1 0-1,1 0 1,-1 0-1,1 0 1,-1 0-1,1 0 0,-1 0 1,1 0-1,-1 0 1,0 0-1,1 0 1,-1 0-1,1 0 0,-1 0 1,1 0-1,-1 0 1,1 1-1,-1-1 0,1 0 1,-1 0-1,0 0 1,1 1-1,-1-1 1,0 0-1,1 1 0,-1-1 1,0 0-1,1 1 1,-1-1-1,0 0 1,1 1-1,-1-1 0,0 1 1,0-1-1,0 1 1,1-1-1,-1 1 0,0-1 1,0 0-1,0 1 1,0-1-1,0 1 1,0-1-1,0 1 0,0 0 1,0 41 102,-1-30-49,1 28 32,-1-2-45,1 1 0,2-1 0,2 0 0,1 0 0,11 39 0,-16-75-59,1 0 0,-1 0 0,1 0 0,0 0 1,-1-1-1,1 1 0,0 0 0,0-1 0,0 1 1,0-1-1,1 1 0,-1-1 0,0 1 1,1-1-1,-1 0 0,0 1 0,1-1 0,0 0 1,-1 0-1,1 0 0,0-1 0,-1 1 1,1 0-1,0 0 0,0-1 0,0 1 0,-1-1 1,1 0-1,0 0 0,0 1 0,0-1 0,0 0 1,0-1-1,0 1 0,2 0 0,2-2-75,1 0-1,-1 0 0,0-1 0,0 1 1,0-1-1,-1 0 0,1-1 0,-1 1 1,6-5-1,104-94-1396,103-119 1,-118 117 1129,-52 51 376,-26 28 937,35-32-1,-53 56 1436,-5 9-2327,0-1 242,-5 25 111,-2 0-1,-1 0 0,-2 0 1,-20 41-1,-15 47 174,-20 158-900,65-277 89,1 0-1,0 0 0,0 1 1,0-1-1,0 0 1,0 0-1,0 0 0,0 0 1,0 1-1,0-1 1,1 0-1,-1 0 0,0 0 1,1 0-1,-1 0 1,1 0-1,-1 0 0,1 0 1,0 0-1,-1 0 1,1 0-1,0 0 0,0 0 1,0 0-1,-1 0 1,1-1-1,0 1 1,0 0-1,0-1 0,0 1 1,2 0-1,38 8-6013,-34-8 5255,37 0-4220</inkml:trace>
</inkml:ink>
</file>

<file path=ppt/ink/ink2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9:18.24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258 46 3185,'0'0'13644,"3"-3"-11486,-3 2-1998,1 0 0,0 1 0,-1-1 0,1 0 0,-1 0 1,1 0-1,-1 0 0,1 1 0,-1-1 0,0 0 0,1 0 0,-1 0 1,0 0-1,0 0 0,0 0 0,0 0 0,0 0 0,0 0 1,0 0-1,0 0 0,0 0 0,0 0 0,0 0 0,-1 0 0,1 0 1,0 1-1,-1-1 0,1 0 0,0 0 0,-2-1 0,0 0 9,0 1 0,0-1 0,-1 1 0,1 0 0,0 0 0,-1 0-1,1 0 1,-1 1 0,1-1 0,-1 0 0,1 1 0,-1 0 0,1 0-1,-4 0 1,-2-1-161,-1 0 0,1 1 1,-1 0-1,0 1 0,1 0 0,-1 0 0,1 1 0,0 0 0,-1 1 0,1 0 0,0 0 0,1 0 0,-1 1 1,0 0-1,1 1 0,0 0 0,0 0 0,0 0 0,1 1 0,0 0 0,0 0 0,0 1 0,1 0 0,0 0 0,0 0 1,1 0-1,0 1 0,0-1 0,1 1 0,0 0 0,-4 15 0,6-18-22,-1 3-20,1 0 1,-1 0-1,1 1 1,1-1-1,0 14 1,0-21 7,0 1 0,1 0 1,-1-1-1,0 1 0,1 0 0,0-1 1,-1 1-1,1-1 0,0 1 0,0-1 1,0 1-1,0-1 0,0 0 0,0 1 1,0-1-1,0 0 0,0 0 0,1 0 0,-1 0 1,0 0-1,1 0 0,-1 0 0,1-1 1,-1 1-1,1 0 0,0-1 0,-1 1 1,1-1-1,0 1 0,-1-1 0,1 0 1,0 0-1,1 0 0,6 1-106,0-2 1,0 1-1,0-1 0,0 0 0,0-1 1,0 0-1,0 0 0,-1-1 1,1 0-1,-1 0 0,0-1 0,0 0 1,10-7-1,5-6-214,0-1-1,35-38 1,-51 49 290,-2 2 187,0 1-1,-1-1 1,1 0 0,-1 0-1,0-1 1,-1 1 0,1-1-1,-1 0 1,-1 0 0,5-12 1341,-13 30-1162,0 4-487,1 1 0,0-1 1,2 1-1,0 0 1,1 0-1,0 0 1,2 21-1,0-36-67,0 0 1,1 0-1,-1 0 0,1 0 0,0 0 0,-1-1 1,1 1-1,0 0 0,0 0 0,0 0 1,0-1-1,0 1 0,1 0 0,-1-1 0,0 1 1,1-1-1,-1 0 0,1 1 0,0-1 0,-1 0 1,1 0-1,0 0 0,0 0 0,0 0 0,0 0 1,3 0-1,62 14-5513,-59-14 4763,41 3-6237</inkml:trace>
</inkml:ink>
</file>

<file path=ppt/ink/ink2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9:18.24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283 0 1632,'0'0'22148,"-26"23"-21080,-81 74-98,95-85-794,1 0 1,0 0-1,1 1 1,1 1 0,0 0-1,0 0 1,2 1 0,-9 21-1,0 0-52,6-17-212,5-10-110,1-1-1,0 1 0,0 0 0,0 0 1,2 0-1,-5 18 0,7-26-1593,2-3-918,27-39-7810,-15 7 2371</inkml:trace>
</inkml:ink>
</file>

<file path=ppt/ink/ink2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9:18.24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19 1 576,'0'0'23901,"-19"109"-23309,45-80-152,6-4-15,-6-2-281,-1-1-136,1-6-8,0-3-673,-14-3-1063,27 2-1985,-13-2-1424,-1-7-3993</inkml:trace>
</inkml:ink>
</file>

<file path=ppt/ink/ink2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9:18.24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13 2737,'0'0'19484,"70"-12"-18660,-57 12-360,-6 0-264,-1 0-200,0 0-488,7 0-960,26 0-1289,-7 0-1480,6 3-2072</inkml:trace>
</inkml:ink>
</file>

<file path=ppt/ink/ink2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9:18.24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238 0 1504,'0'0'21458,"-18"11"-20332,-59 38-153,71-45-861,1 1-1,-1 1 1,1-1-1,0 1 0,1-1 1,-1 2-1,1-1 1,1 0-1,-1 1 1,1-1-1,0 1 0,0 0 1,1 0-1,0 0 1,-2 13-1,-3 6 115,-14 48 160,-21 129 0,34-84-4057,13-118 1297,1-1 1652,-1-1 0,1 0 0,-1 0 0,1 0 0,-1-1 0,1 0 0,-1 0 0,0 0 0,0-1 0,5-2 0,23-20-5843</inkml:trace>
</inkml:ink>
</file>

<file path=ppt/ink/ink2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9:18.24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110 35 1144,'0'0'1575,"10"3"-1249,-7-5 3116,3-26 5372,-1 21-4227,-3 22-2345,-5 20-1140,-1 0-1,-2-1 1,-1 0 0,-21 58-1,17-57-741,1-1 1,1 1-1,2 1 0,-5 65 1,12-68-392,0 40-2419,-1-73 1371,-1 0 0,0 0-1,0 0 1,0 0 0,1 0-1,-1-1 1,0 1 0,1 0 0,-1-1-1,0 1 1,1-1 0,-1 0-1,-1-1 1,-10-14-6817</inkml:trace>
</inkml:ink>
</file>

<file path=ppt/ink/ink2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9:18.24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29 1768,'0'0'23109,"58"-19"-22212,-7 19-425,1 0-248,12 0-224,-7-3 0,1-1-1105,13 4-1767,-13 0-2873,-7-3-2905</inkml:trace>
</inkml:ink>
</file>

<file path=ppt/ink/ink2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9:18.24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65 1528,'0'0'21073,"11"14"-20093,37 46-312,-43-56-605,0-1-1,0 1 0,0-1 1,0 0-1,1 0 0,0-1 1,-1 1-1,1-1 0,0 0 1,0-1-1,0 0 0,0 0 1,1 0-1,-1-1 0,0 1 1,0-1-1,10-2 0,-2 2 12,-12 0-64,1 0-1,-1 0 0,1 0 0,-1 0 0,1 0 0,-1 0 0,1-1 0,-1 1 0,0-1 1,1 0-1,-1 0 0,0 0 0,0 0 0,1 0 0,-1 0 0,0-1 0,0 1 0,0 0 1,0-1-1,2-3 0,-2 2-33,-1 0 1,0-1-1,1 1 0,-1-1 1,-1 1-1,1-1 1,0 1-1,-1-1 0,0 1 1,0-1-1,0 0 1,0 1-1,-1-1 0,0-5 1,0 5-7,-1-1 1,1 1 0,-1 0-1,0 0 1,1 1 0,-2-1-1,1 0 1,0 0 0,-1 1-1,0 0 1,0-1 0,0 1 0,0 0-1,0 0 1,0 1 0,-1-1-1,0 1 1,1 0 0,-1 0-1,-7-3 1,2 1 63,-1 0 0,0 1-1,0 0 1,0 0 0,0 1 0,0 1 0,-16-1-1,25 2-20,0 0-1,0 1 1,-1-1-1,1 1 0,0-1 1,0 1-1,0 0 1,0-1-1,-1 1 0,1 0 1,0 0-1,0 0 1,1 0-1,-1-1 0,0 1 1,0 1-1,0-1 0,1 0 1,-1 0-1,0 0 1,1 0-1,-1 0 0,1 1 1,-1-1-1,1 0 1,0 0-1,-1 1 0,1-1 1,0 3-1,-3 39 32,3-42-41,-1 32 41,0-22-145,0 0 1,1 1-1,1-1 0,0 0 1,2 13-1,-2-20-103,1-1 0,-1 1 0,0-1-1,1 0 1,0 1 0,0-1-1,0 0 1,0 0 0,0 0-1,0-1 1,1 1 0,-1 0-1,1-1 1,0 0 0,0 1-1,0-1 1,0 0 0,0 0-1,1-1 1,4 3 0,9 1-1729,0 0 0,0-1 0,1-1 0,30 2 0,10-4-6996</inkml:trace>
</inkml:ink>
</file>

<file path=ppt/ink/ink2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9:18.24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225 26 2785,'0'0'19645,"-15"-4"-18343,9 2-1251,-6-3 275,-1 2 1,0-1-1,0 2 0,0 0 1,-19-1-1,27 3-260,1 0 0,0 0-1,-1 1 1,1-1 0,0 1 0,-1 0 0,1 1 0,0-1-1,0 1 1,0 0 0,0 0 0,0 0 0,0 0-1,1 1 1,-1-1 0,1 1 0,-1 0 0,1 0-1,0 0 1,0 1 0,1-1 0,-1 1 0,-4 7 0,5-6-79,0 0 1,0 0-1,0 0 1,1 0-1,-1 1 1,1-1 0,0 0-1,1 1 1,0 10-1,2-15-9,1 0-1,0 0 0,0 0 0,0-1 0,0 1 0,0-1 0,0 0 0,0 0 0,0 0 1,0 0-1,3-1 0,2 1 17,-5 0 8,0 0 0,0-1 0,0 1 0,0-1 0,1 0 0,-1 1 0,0-1 0,0 0 0,0-1-1,0 1 1,-1-1 0,1 1 0,0-1 0,0 0 0,3-4 0,30-40 83,-29 36-22,-2 24-214,0-1 0,1 0 0,1 0 0,9 14 0,-11-22-331,0 0 0,1 0 0,-1 0 0,1-1 0,0 1 0,0-2 0,0 1 0,1-1 0,-1 1 0,1-2 0,0 1 0,7 1 0,5 0-1826,0-1-1,0-1 0,22 1 1,0-3-4867</inkml:trace>
</inkml:ink>
</file>

<file path=ppt/ink/ink2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9:18.25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185 1 1800,'0'0'18699,"-16"30"-16353,-51 103-403,55-105-1483,2 0 0,1 0 0,1 1-1,2 0 1,0 0 0,2 1 0,0 50 0,-2 4-258,-25 117-1588,27-192-2385,3-19-1013,3-30 438,46-107-2557,-17 71 3561</inkml:trace>
</inkml:ink>
</file>

<file path=ppt/ink/ink2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9:18.25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302 41 3289,'0'0'19483,"9"-9"-17892,-4 5-1324,23-21 517,-27 25-756,0 0-1,-1-1 1,1 1 0,0 0 0,-1-1 0,1 1 0,0 0 0,-1 0-1,1-1 1,0 1 0,0 0 0,-1 0 0,1 0 0,0 0 0,-1 0-1,1 0 1,0 0 0,0 0 0,-1 1 0,1-1 0,0 0 0,0 0-1,-1 1 1,1-1 0,0 0 0,-1 1 0,1-1 0,-1 0 0,1 1-1,0-1 1,-1 1 0,1-1 0,-1 1 0,1 0 0,-1-1 0,0 1-1,1-1 1,-1 1 0,1 0 0,-1-1 0,0 1 0,0 0 0,1-1-1,-1 1 1,0 0 0,0 1 0,6 16 458,-1-5-167,-1 0-1,-1 0 1,0 0 0,0 1-1,0 20 1,-3-34-313,-1 1 1,1 0 0,0 0-1,-1-1 1,1 1-1,-1 0 1,1 0-1,-1-1 1,1 1-1,-1-1 1,0 1-1,1 0 1,-1-1 0,0 1-1,1-1 1,-1 0-1,0 1 1,0-1-1,1 1 1,-1-1-1,0 0 1,0 0-1,0 0 1,0 1 0,1-1-1,-1 0 1,-2 0-1,-30 3 21,25-3-24,-50 4-258,-94 8-905,128-8-1517,0 2 0,-27 8 0,23-6-4768</inkml:trace>
</inkml:ink>
</file>

<file path=ppt/ink/ink2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9:18.25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259 80 864,'0'0'10169,"-30"8"-7638,-94 28-384,118-34-1922,1 0 0,-1 0 0,0 1 0,0 0 0,1 0 0,0 0 0,-1 0 0,1 1 0,1 0 0,-1 0 0,0 1 0,1-1-1,0 1 1,0 0 0,1 0 0,-1 0 0,1 1 0,-4 8 0,4-5-71,1-1-1,0 0 1,0 0 0,1 1-1,0-1 1,1 1 0,0-1-1,0 1 1,0-1 0,3 9-1,-2-14-128,0-1 0,0 0 0,0 1 0,0-1 0,1 0 0,-1 0 0,1 0 0,-1 0 0,1 0 0,0 0 0,0 0 0,0 0 0,0-1-1,0 1 1,0-1 0,0 0 0,0 0 0,1 1 0,-1-1 0,1-1 0,-1 1 0,1 0 0,-1 0 0,1-1 0,-1 0 0,5 1 0,-1 0 4,0-1 1,0 1-1,1-1 1,-1 0-1,0-1 1,0 1-1,0-1 0,0 0 1,0-1-1,12-4 1,-8 1-74,-1-1 1,1-1-1,-1 0 0,0 0 1,-1-1-1,1 0 0,8-12 1,50-73-962,-10 12 68,-45 66 901,30-35-266,-39 46 382,0 1 1,0 0-1,0 0 1,1 1-1,-1-1 1,1 1-1,-1-1 1,1 1-1,0 0 1,0 1-1,4-3 1,-7 5-17,0-1 1,-1 0 0,1 0-1,-1 1 1,1-1 0,-1 0-1,1 0 1,-1 1-1,0-1 1,1 1 0,-1-1-1,1 0 1,-1 1-1,0-1 1,1 1 0,-1-1-1,0 1 1,1-1 0,-1 1-1,0-1 1,0 1-1,0 0 1,1-1 0,-1 1-1,0-1 1,0 1-1,0-1 1,0 1 0,0 0-1,3 24 604,-3-21-476,-1 78 1606,0-65-1508,0 1-1,1 0 1,1 0-1,3 22 1,-4-40-279,1 1 0,-1 0 1,0 0-1,0 0 0,0 0 1,1-1-1,-1 1 0,0 0 1,1 0-1,-1-1 0,1 1 1,-1 0-1,1-1 0,-1 1 1,1 0-1,-1-1 0,1 1 1,0-1-1,-1 1 0,1-1 1,0 1-1,0-1 0,-1 1 1,1-1-1,0 0 0,0 0 1,-1 1-1,2-1 0,1 0 5,-1 0-1,0 0 1,0 0-1,1-1 1,-1 1-1,0-1 1,0 1-1,0-1 1,0 0-1,0 0 0,2-1 1,58-42 73,-46 31-108,23-13-34,2 2 1,0 2-1,1 2 1,63-22-1,-105 42 62,0 0-1,0 0 0,1 0 1,-1 0-1,0 0 0,1 0 1,-1 0-1,0 0 0,0 0 1,1 1-1,-1-1 0,0 0 1,1 0-1,-1 0 0,0 0 1,0 0-1,1 0 0,-1 1 1,0-1-1,0 0 0,0 0 1,1 0-1,-1 0 0,0 1 1,0-1-1,0 0 0,0 0 1,1 1-1,-1-1 0,0 0 1,0 0-1,0 1 1,0-1-1,0 0 0,0 0 1,0 1-1,0-1 0,0 0 1,0 1-1,0-1 0,0 0 1,0 0-1,0 1 0,0-1 1,0 0-1,0 1 0,0-1 1,0 0-1,0 0 0,0 1 1,0-1-1,-1 0 0,-3 21 183,3-17-112,-7 27-271,2 0 0,1 0 0,-2 53 0,11-83-723,0 1 0,-1-1 0,1 0 0,0 0 0,0-1 0,0 1 0,0-1 0,1 0 0,-1 0 0,0 0 0,7-1 0,-1 1-2152,28 0-6708</inkml:trace>
</inkml:ink>
</file>

<file path=ppt/ink/ink2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9:18.25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316 8 1512,'0'0'3949,"1"1"-863,6 14 4848,-11-16-7203,1 1 1,0 0-1,0-1 1,0 0-1,0 0 1,0 0-1,0 0 1,-5-3-1,4 2-640,0 0-1,0 0 1,0 1 0,0-1-1,0 1 1,0 0 0,-1 1-1,1-1 1,-6 0-1,3 1-80,-11 0-7,1 0 0,-1 1 0,-25 5 0,37-4 11,0 0 0,0 0-1,0 0 1,0 1 0,1 0 0,-1 0 0,1 0 0,0 1 0,0 0 0,0 0 0,0 0 0,0 0 0,-4 8 0,1-3 96,2 0 0,-1 1 0,1 0 0,1 0 0,0 1 0,0 0 0,1 0 0,1 0 0,0 0 1,0 0-1,1 1 0,0-1 0,1 1 0,1 0 0,1 21 0,-1-31-111,0 1 0,0-1 1,1 1-1,0 0 0,-1-1 0,1 1 0,0-1 0,0 0 0,0 1 0,0-1 1,1 0-1,-1 0 0,1 1 0,-1-1 0,1 0 0,0 0 0,0-1 0,0 1 1,0 0-1,0-1 0,0 1 0,0-1 0,0 0 0,1 1 0,-1-1 1,1 0-1,-1 0 0,1-1 0,-1 1 0,1 0 0,-1-1 0,6 1 0,10 1-421,0-1 0,1-1 0,30-2 0,-32 0-451,-4 1-484,0 0 1,0-1-1,0-1 0,0 0 0,-1-1 0,17-7 0,12-11-6710</inkml:trace>
</inkml:ink>
</file>

<file path=ppt/ink/ink2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9:18.25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0 1 1176</inkml:trace>
</inkml:ink>
</file>

<file path=ppt/ink/ink2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9:18.25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 1176,'41'32'475,"-18"-15"-1314,-6-3 3252,-1 1 2891,3 3 4069,22 16-3847,-36-31-5484,1 1 0,-1-1 0,1-1 0,0 1 0,0-1 0,0 0 1,0 0-1,0 0 0,1-1 0,-1 0 0,0 0 0,1-1 0,-1 0 0,0 0 0,1 0 0,-1-1 0,8-1 0,-13 1-60,1 0 0,0 0 0,-1 0 0,1 0 0,-1 0 1,0 0-1,1 0 0,-1 0 0,0 0 0,0 0 0,0-1 0,0 1 0,0-1 0,0 1 0,0-1 0,0 1 0,0-1 0,-1 1 0,1-1 0,0 0 0,-1 1 0,0-1 1,1 0-1,-1-2 0,3-45-340,-3 42 348,-1 5 16,1 0-1,-1 0 1,1-1-1,-1 1 1,0 0 0,1 0-1,-1 0 1,0 0-1,-1 0 1,1 0 0,0 1-1,0-1 1,-1 0-1,1 0 1,-1 1 0,0-1-1,1 1 1,-1 0-1,0-1 1,0 1 0,0 0-1,0 0 1,0 0 0,0 0-1,0 0 1,0 1-1,0-1 1,0 1 0,-1-1-1,1 1 1,0 0-1,-4 0 1,-12-2 296,1 1-1,-1 1 1,-18 2-1,25-1 87,8 0-330,-1-1 1,1 1-1,0-1 1,0 1-1,0 0 0,0 0 1,1 1-1,-1-1 0,0 0 1,0 1-1,1 0 0,-1 0 1,1 0-1,-1 0 1,1 0-1,0 0 0,0 0 1,0 1-1,0-1 0,0 1 1,1 0-1,-1-1 0,1 1 1,-1 0-1,1 0 1,0 0-1,0 0 0,1 0 1,-2 6-1,-1 10-33,1 0 0,1 0 1,1 36-1,1-26 9,-1-21-96,1 0 1,0 0 0,0 0 0,1 0-1,0-1 1,0 1 0,1 0-1,0-1 1,0 1 0,5 7 0,4 4-878,2 0 0,17 20 1,-18-23-201,32 34-5079</inkml:trace>
</inkml:ink>
</file>

<file path=ppt/ink/ink2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9:18.25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282 21 1112,'0'0'20811,"-13"-3"-20209,5 0-501,1 0-6,0 0 0,0 1 1,0 0-1,0 0 0,-1 1 0,1 0 0,0 1 0,-1-1 0,1 1 0,-1 0 0,1 1 0,-14 3 0,9 1 67,0 1-1,0 1 1,0 0-1,1 1 1,-20 17-1,24-19-138,1 0 0,-1 1 0,1 0 0,1 0 0,-1 0-1,1 1 1,1 0 0,-1 0 0,1 0 0,-3 9 0,7-16-33,0-1 0,0 1 0,-1-1 0,1 1 0,0 0 0,0-1 0,0 1 0,0-1 0,0 1 1,0-1-1,0 1 0,0-1 0,1 1 0,-1-1 0,0 1 0,0 0 0,0-1 0,1 1 0,-1-1 0,0 0 0,0 1 1,1-1-1,-1 1 0,1-1 0,-1 1 0,0-1 0,1 0 0,-1 1 0,1-1 0,-1 0 0,1 1 0,24 5-186,34-8-112,-53 1 239,7-1 23,1-1-1,-1 0 1,-1-1 0,1 0 0,-1-1 0,1 0-1,-1-1 1,-1-1 0,1 1 0,-1-2 0,0 0-1,-1 0 1,11-11 0,-11 8 1920,-10 19 422,-3 18-2365,3-18 50,0 3-21,0 0-1,1 0 1,0 0 0,3 14-1,-3-21-122,1 0 0,-1 0 0,1 0-1,0-1 1,0 1 0,0-1 0,0 1-1,1-1 1,-1 0 0,1 1 0,0-1-1,0-1 1,0 1 0,0 0 0,6 3-1,5 2-1245,0-1-1,0 0 0,1-1 1,21 6-1,15-1-4104</inkml:trace>
</inkml:ink>
</file>

<file path=ppt/ink/ink2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9:18.25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444 59 960,'0'0'16549,"-9"-9"-14793,5 4-1620,-1 1-1,1 0 1,-1-1-1,0 2 1,0-1-1,-1 1 1,1-1-1,-1 2 1,0-1-1,0 0 1,0 1-1,0 0 1,0 1-1,0-1 1,0 1-1,-1 1 1,1-1-1,-1 1 1,-8 0-1,-2 0 198,-1 1 0,0 0 0,0 1 0,0 1 0,1 0-1,-25 9 1,37-10-296,0 0-1,1 0 0,-1 0 0,1 1 1,-1-1-1,1 1 0,0 0 1,0 1-1,0-1 0,1 1 0,-1-1 1,1 1-1,0 0 0,0 0 1,0 1-1,0-1 0,1 1 0,0-1 1,0 1-1,0 0 0,0-1 1,1 1-1,0 0 0,0 0 1,0 0-1,1 0 0,0 9 0,-1-12-35,1-1 0,0 1 0,0 0 0,0 0 0,0 0 0,0 0 0,1 0 0,-1-1 0,1 1 0,-1 0-1,1 0 1,-1 0 0,1-1 0,0 1 0,0 0 0,0-1 0,0 1 0,0-1 0,0 1 0,1-1 0,0 2 0,2-2-1,0 1 1,-1-1 0,1 0-1,0 0 1,0 0-1,-1 0 1,1-1 0,0 1-1,7-1 1,9 0-90,0 0 1,0-2-1,-1 0 0,1-1 0,-1-1 1,0-1-1,0 0 0,0-2 1,-1 0-1,0-1 0,0-1 0,-1-1 1,0 0-1,0-1 0,-1-1 0,18-17 1,-32 27 49,0 0-1,0 0 1,0 0 0,-1 0 0,1 0 0,0 0-1,-1 0 1,0-1 0,1 1 0,-1-1-1,0 1 1,0-1 0,0 1 0,0-5 0,-29 7 23,21 1 18,0 1 1,1 0 0,-1 1-1,0-1 1,1 1-1,-1 0 1,1 1 0,0 0-1,0 0 1,0 0 0,1 1-1,-1-1 1,1 1-1,0 1 1,0-1 0,1 1-1,-6 9 1,0 0 55,1 1-1,0 0 1,1 1 0,1 0-1,-10 32 1,7 9 514,1 1 0,4-1 0,2 1-1,7 102 1,0-17 266,-5-143-820,1 0 1,-1 0 0,0 0-1,0 0 1,0-1-1,0 1 1,0 0-1,1-1 1,-1 1-1,0 0 1,-1-1 0,1 1-1,0-1 1,0 0-1,0 1 1,0-1-1,0 0 1,0 0-1,0 0 1,-1 0 0,1 1-1,0-2 1,0 1-1,0 0 1,0 0-1,0 0 1,-1 0-1,1-1 1,-1 0-1,-6 1 33,-2-1-85,-1 0 1,0-1-1,1 0 1,-1-1 0,1 0-1,-1 0 1,1-1-1,0 0 1,1-1-1,-1-1 1,1 1 0,0-1-1,0-1 1,1 1-1,0-2 1,0 1-1,1-1 1,-1 0 0,2-1-1,-1 1 1,1-1-1,1-1 1,0 1 0,0-1-1,1 0 1,0 0-1,0 0 1,1-1-1,1 1 1,0-1 0,0 0-1,0-13 1,2 16-128,0-5-424,0 0 0,0 0 0,2 0 0,4-21 0,-4 29 311,0 0-1,0 0 1,0 0 0,1 0-1,-1 1 1,1-1-1,1 1 1,-1 0 0,0 0-1,1 0 1,0 0-1,0 1 1,0-1 0,9-4-1,14-7-1860,-1 2 0,55-19 0,-21 11-3766</inkml:trace>
</inkml:ink>
</file>

<file path=ppt/ink/ink2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9:18.25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334 41 3329,'0'0'15788,"-5"-6"-14113,0 2-1495,0 1 0,0-1 0,-1 1 0,1 0 0,-1 0 0,1 0 0,-1 1 0,0 0 0,0 0 0,0 0 0,0 1 0,0 0 0,0 0 0,-1 0 0,1 1 0,0 0 0,0 0 0,0 1 0,-1 0 0,-6 1 0,4 2-150,1 0 0,0 1 1,-1 0-1,2 0 0,-1 1 0,1 0 1,-10 9-1,-47 54 167,55-58-180,3-6-34,1 1 1,0 0-1,0 1 1,0-1-1,1 1 1,0 0-1,0 0 1,1 0-1,0 0 0,0 1 1,-3 14-1,46-21-497,-27-2 443,-1-1 0,1-1 0,0 0 0,-1 0 0,0-2 0,0 1 0,0-1 1,0-1-1,12-8 0,4-1 103,-21 25 3499,10 34-2739,5 15-1414,-18-54-2,-1 1-1,1-1 0,1 0 1,-1 0-1,0-1 1,1 1-1,0-1 0,0 0 1,1-1-1,-1 1 1,1-1-1,-1 0 0,1 0 1,0 0-1,0-1 1,13 3-1,19 6-5326</inkml:trace>
</inkml:ink>
</file>

<file path=ppt/ink/ink2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9:18.25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26 1 3913,'0'0'18582,"-1"9"-16889,-2 33-408,3-22-1275,0 0-1,-2 0 1,-1-1 0,0 1-1,-10 31 1,12-49-35</inkml:trace>
</inkml:ink>
</file>

<file path=ppt/ink/ink2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9:18.26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65 1376,'0'0'20957,"0"-64"-20957,0 89 0,0 11-304,0 34-1193,0-6-2287,0-6-2754</inkml:trace>
</inkml:ink>
</file>

<file path=ppt/ink/ink2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9:18.26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 2593,'0'0'15752,"6"0"-14737,-1 1-888,0 0 0,0 0 1,0 0-1,0 1 0,-1-1 0,1 1 0,0 0 0,-1 1 0,1-1 1,-1 1-1,0 0 0,0 0 0,0 0 0,0 1 0,0-1 1,-1 1-1,1 0 0,-1 0 0,0 0 0,-1 0 0,1 1 0,-1-1 1,1 1-1,-1 0 0,-1-1 0,1 1 0,1 9 0,2 13 170,-1-1 0,-1 0 0,-1 1 1,-3 31-1,1-31-106,0-26 37,2-6-108,-1 1-1,1 0 1,0-1-1,1 1 1,-1 0-1,1 0 1,-1 1-1,1-1 1,6-5-1,-5 3-12,11-12-58,0 0-1,1 1 1,1 0 0,0 2-1,1 0 1,1 1 0,0 0-1,1 2 1,27-13 0,-47 25-24,1-1 0,0 1 0,0 0 0,-1 0 0,1 0 0,0-1 0,0 1 0,-1 0 0,1 0 0,0 0 0,0 0 0,0 0 0,-1 1 0,1-1 0,0 0 0,0 0 0,0 0 0,-1 1 0,1-1 0,0 0 0,-1 1 0,1-1 0,0 1 0,-1-1 0,1 1 1,0-1-1,-1 1 0,1-1 0,-1 1 0,1-1 0,-1 1 0,1 0 0,-1-1 0,1 1 0,-1 0 0,0 0 0,1-1 0,-1 1 0,0 0 0,0 0 0,0-1 0,0 1 0,1 0 0,-1 1 0,2 41 404,-3-34-233,1 13-50,0-1 1,1 1 0,1-1 0,1 0-1,9 35 1,-10-46-1195,-12-7-7319,-13-3-693</inkml:trace>
</inkml:ink>
</file>

<file path=ppt/ink/ink2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9:18.26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212 78 1512,'0'0'11357,"4"-12"-10171,13-35-207,-16 31 4386,-11 14-4180,-15 12-1921,23-9 1130,-19 10-362,0 2 0,1 1 1,0 0-1,-30 29 0,49-42-52,0 0-1,0 0 0,0 0 0,0 0 1,0 0-1,0 0 0,0 0 1,1 1-1,-1-1 0,0 0 1,1 1-1,-1-1 0,1 0 0,-1 1 1,1-1-1,0 1 0,-1-1 1,1 0-1,0 1 0,0-1 1,0 1-1,0 1 0,1-2-33,-1 0 1,1 0-1,0 1 0,-1-1 0,1 0 0,0 0 1,0 0-1,0-1 0,0 1 0,0 0 0,0 0 1,0 0-1,0-1 0,0 1 0,0 0 1,0-1-1,0 1 0,0-1 0,0 0 0,1 1 1,-1-1-1,0 0 0,2 1 0,25 4-196,-1 2 1,44 16-1,-62-20 200,1 2 0,0-1 1,-1 2-1,0-1 0,0 1 1,-1 0-1,0 1 0,0 0 0,0 0 1,7 10-1,-13-14 21,1 1-1,-1-1 1,0 1 0,-1-1-1,1 1 1,0 0 0,-1-1-1,0 1 1,0 0 0,0 0 0,-1 0-1,1 0 1,-1 0 0,0 0-1,0 0 1,0 0 0,-1 0-1,1 0 1,-1 0 0,0 0 0,0-1-1,0 1 1,-3 5 0,0-2 96,1 0 0,-1-1 0,0 1 1,-1-1-1,0-1 0,0 1 1,0 0-1,0-1 0,-1 0 0,0-1 1,-8 6-1,-2 0 130,-2-1 0,0-1-1,0 0 1,0-1 0,-1-1 0,0 0 0,0-2 0,0 0-1,-1-2 1,1 0 0,-26 0 0,43-2-239,4-2-189,-1 0 0,1 1 0,0-1 0,-1 1 0,1 0 0,0 0 0,0 0-1,0 0 1,0 0 0,0 0 0,0 0 0,0 0 0,0 1 0,0-1 0,0 1 0,0 0-1,1 0 1,-1-1 0,0 1 0,0 1 0,4-1 0,4 0-1370,10-3-2972</inkml:trace>
</inkml:ink>
</file>

<file path=ppt/ink/ink2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9:18.26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1 190 2841,'0'0'12002,"10"-11"-10431,-7 71 738,-5-32-1884,1-13-281,0 0-1,2 0 1,3 29 0,-4-41-146,0-1-1,1 1 1,-1-1-1,1 0 1,0 1 0,0-1-1,0 0 1,0 0-1,0 1 1,0-1 0,0 0-1,1 0 1,-1 0-1,1-1 1,0 1-1,-1 0 1,1 0 0,0-1-1,0 0 1,0 1-1,0-1 1,0 0 0,0 0-1,1 0 1,-1 0-1,0 0 1,1 0-1,-1-1 1,0 1 0,4 0-1,1-1-12,0-1 1,1 1-1,-1-1 0,0-1 0,0 1 0,0-1 1,0 0-1,0-1 0,-1 0 0,1 0 1,-1 0-1,1-1 0,-1 0 0,0 0 0,6-6 1,-3 3-28,-1-1 1,0 0 0,-1 0 0,1-1 0,-2 0 0,1 0 0,-1-1-1,-1 0 1,6-12 0,-7 8 455,0 8 693,8 17-1022,-10-10-167,1 3 61,1 0-1,1-1 0,-1 0 0,0 0 0,1 0 0,0 0 0,-1-1 0,1 0 0,0 0 0,0 0 1,10 2-1,57 0-439,-55-4 320,-14 0 108,0-1-1,1 1 1,-1-1-1,1 0 1,-1 0-1,0 0 1,0 0 0,0 0-1,1-1 1,-1 0-1,0 1 1,-1-1-1,1 0 1,0-1-1,-1 1 1,1 0-1,-1-1 1,1 1-1,-1-1 1,0 0 0,0 0-1,0 0 1,-1 0-1,1 0 1,-1 0-1,0 0 1,0 0-1,0-1 1,0 1-1,1-7 1,2-12 157,-1 0 0,-1 1 0,-2-39 0,0 42 225,0 14-257,-1 0-1,0 0 1,0 0-1,0 0 1,0 0-1,-1 0 1,1 0 0,-1 0-1,0 1 1,0-1-1,0 1 1,-1-1-1,1 1 1,-1 0-1,0 0 1,0 0 0,0 0-1,0 1 1,0-1-1,-1 1 1,1 0-1,-8-4 1,10 6-499,10 16-5334,8 2 945,2-1-969</inkml:trace>
</inkml:ink>
</file>

<file path=ppt/ink/ink2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9:18.26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315 0 3401,'0'0'17170,"-31"6"-16686,-98 19-193,123-23-267,0-1 0,0 1 0,0 0 0,0 1 0,0-1 0,1 1 0,-1 0 0,1 0 0,0 1 0,0 0 0,0 0 0,0 0 0,1 0 0,0 1 0,0 0 0,-6 8 0,-4 5 4,9-13-50,0 1 0,1-1-1,0 1 1,0 0 0,0 0 0,1 1 0,0-1-1,0 1 1,0 0 0,1 0 0,0 0 0,1 0-1,-2 13 1,44-20-606,-33-1 618,1-1 0,0 0 0,0 0 0,-1-1 0,1 0 0,-1 0 0,0-1 0,13-8 0,60-45 15,-80 56 88,0 0 0,0 0 0,0 0 0,0 0 0,-1 0 1,1 0-1,0 0 0,0 0 0,-1 0 0,1 0 0,0 0 0,-1 0 1,1-1-1,-1 1 0,1-2 920,3 16-289,1 4-975,2-1 1,0 0 0,1-1-1,15 24 1,-13-26-564,0 0 0,1-1 0,0-1 0,1 1 0,0-2 0,0 1 0,1-2 0,22 13 0,16 3-3939,-5-10-2215</inkml:trace>
</inkml:ink>
</file>

<file path=ppt/ink/ink2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9:18.26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11 0 1488,'0'0'18519,"-2"20"-17735,-6 105 279,7-104-770,2 1 0,1-1 1,0 0-1,11 41 0,75 190 355,-82-214-1146,-6-33-9237,-11-24 5274</inkml:trace>
</inkml:ink>
</file>

<file path=ppt/ink/ink2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9:18.26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0 129 1800,'0'0'16140,"15"-22"-15125,47-68-130,-42 73-83,-6 20-307,-12 0-427,0-1-1,0 1 0,0-1 0,-1 1 1,1 0-1,-1 0 0,0 0 0,2 5 1,0-1 196,2 2-142,0 1-1,0 0 1,-1 0 0,0 1-1,-1-1 1,3 13-1,-5-20-99,-1 0-1,1-1 0,-1 1 0,0-1 1,1 1-1,-1 0 0,-1-1 1,1 1-1,0 0 0,-1-1 0,1 1 1,-1-1-1,0 1 0,1-1 1,-1 1-1,0-1 0,-1 0 1,1 1-1,0-1 0,-1 0 0,1 0 1,-1 0-1,0 0 0,0 0 1,0 0-1,0 0 0,0-1 1,0 1-1,0-1 0,0 0 0,-3 2 1,-1-1 109,-1 0 0,1 0 0,-1-1 1,1 1-1,-1-2 0,-12 1 0,-7-1-2701,7 0-3531</inkml:trace>
</inkml:ink>
</file>

<file path=ppt/ink/ink2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9:18.26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13 1 1528,'0'0'1473,"-13"32"-2178</inkml:trace>
</inkml:ink>
</file>

<file path=ppt/ink/ink2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9:18.26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52 1 2457,'-43'50'2485,"37"-44"2315,3-9-2162,4-8 1408,-1 13-8501</inkml:trace>
</inkml:ink>
</file>

<file path=ppt/ink/ink2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9:18.26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1003 45 2697,'0'0'14129,"-21"-11"-12743,12 7-1278,3 0-56,0 0 0,-1 1 0,1 0 1,-1 0-1,0 0 0,0 1 0,0 0 0,0 0 1,0 1-1,0 0 0,-1 0 0,1 1 0,0 0 0,-1 0 1,1 1-1,0 0 0,0 0 0,-1 0 0,1 1 0,0 0 1,1 1-1,-1-1 0,-10 7 0,-92 56 776,-131 104-1,178-118-540,1 3-1,3 2 0,-60 75 1,99-107-181,1 2 1,1 0-1,2 1 1,0 0-1,2 2 1,1-1-1,-11 41 1,19-54-85,0-1 0,1 1 0,1 0 0,0 0 0,1 0 0,1 0 0,0 0 0,1-1 0,1 1 0,0 0 0,1 0 0,1-1 0,0 1 0,1-1 0,0 0 0,1 0 0,9 14 0,1-6-118,1-1 0,1-1 0,1 0 0,1-2 0,0 0 0,1-1 0,1-1 0,0-1 0,2-1 0,-1-1 0,2-2 0,-1 0 0,2-1 0,-1-2 0,1 0 0,0-2 0,1-1 0,0-1 0,27 1 0,-30-4-334,-5 0-957,0-1 0,37-4 0,-20-10-3488</inkml:trace>
</inkml:ink>
</file>

<file path=ppt/ink/ink2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9:18.27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303 83 832,'0'0'20196,"-11"-14"-19121,-37-41-368,46 53-689,0 1 0,0 0 0,0-1 0,0 1 0,0 0 0,0 0 0,0 0 0,0 1 0,0-1 0,-1 0 0,1 1 0,0-1 0,-1 1 0,1 0 0,0 0 0,-1 0 0,1 0 0,0 0 0,-1 1 0,1-1 0,0 1-1,0-1 1,-1 1 0,-2 1 0,-3 2 20,0 0-1,1 1 0,-1-1 0,-10 11 1,12-10 2,-5 3-15,1 0-1,0 1 1,0 0-1,1 1 1,0 0-1,1 0 1,0 1-1,0 0 1,2 1-1,-1-1 1,1 1-1,1 1 0,0-1 1,1 1-1,0 0 1,1 0-1,1 0 1,0 0-1,-1 17 1,3-28-33,0-1 0,0 1 0,0-1 0,0 1 0,0-1 0,0 1 1,0-1-1,1 1 0,-1-1 0,0 1 0,1-1 0,-1 0 0,1 1 0,0-1 0,-1 0 1,1 1-1,0-1 0,0 0 0,0 0 0,0 0 0,0 0 0,0 0 0,0 0 1,0 0-1,2 1 0,-1-1-4,1 0 1,0-1 0,0 1 0,0-1-1,0 0 1,0 0 0,0 0-1,0 0 1,0 0 0,0-1-1,0 1 1,3-2 0,-2 1 12,1-1 0,-1 0 0,0 0 1,0 0-1,0 0 0,0-1 0,0 1 1,0-1-1,-1 0 0,1 0 0,3-6 1,34-43-46,-30 38 6,-6 6 109,0 1 0,0-1 0,-1 0 1,0 0-1,0 0 0,-1 0 0,0-1 0,3-17 0,-6 25 675,2 2-739,1 1 1,-1-1 0,0 1 0,0-1 0,0 1 0,0 0-1,0-1 1,0 1 0,0 0 0,-1 0 0,1 0-1,-1 1 1,3 3 0,8 10-7,-2-7-116,0 0-1,1-1 1,0 0-1,0-1 1,1 0-1,0-1 1,0 0-1,24 7 1,-5-5-1529,1 0 0,45 4 1,-17-7-3173</inkml:trace>
</inkml:ink>
</file>

<file path=ppt/ink/ink2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9:18.27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594 13 4337,'0'0'19231,"-18"-3"-18837,-20-2-282,0 2-1,-1 1 1,-60 6-1,22 9 187,1 3 0,-89 31 1,162-46-301,-1 0 1,1 0 0,0 1 0,0-1-1,0 1 1,0 0 0,0 0-1,0 0 1,0 0 0,-4 5-1,6-6-7,1 0 0,-1 1 0,0-1 0,1 0-1,-1 0 1,1 1 0,0-1 0,-1 0-1,1 0 1,0 1 0,0-1 0,0 0-1,0 1 1,0-1 0,0 0 0,0 1 0,0-1-1,0 0 1,1 0 0,-1 1 0,0-1-1,1 0 1,0 0 0,-1 1 0,1-1 0,-1 0-1,1 0 1,0 0 0,0 0 0,0 0-1,0 0 1,0 0 0,1 1 0,27 28 32,-20-22-18,0 0 0,-1 1 1,-1 0-1,1 0 0,-1 1 1,-1 0-1,1 0 0,-2 0 0,0 1 1,7 20-1,-8-16 23,-1 1 0,0 0 0,-1 0 0,-1 0 0,-1 0 0,0 0 0,-1 0 0,-5 28 0,-2-13 4,-1 0-1,-1 0 1,-19 38 0,22-55-36,1 0 1,0 1 0,1-1-1,1 1 1,1 0-1,0 0 1,0 0 0,0 23-1,4-37-2,-1 0 0,0 0 0,0 0 0,1-1 0,-1 1 0,1 0 0,-1-1 0,1 1 0,-1 0 0,1-1 0,-1 1 0,1-1 0,-1 1 0,1-1 0,0 1 0,-1-1 0,1 1 0,0-1 0,-1 0 0,1 1 0,0-1 0,0 0 0,-1 1 0,1-1 0,0 0 0,0 0 0,0 0 0,-1 0 0,1 0 0,0 0 0,1 0 0,33 0-82,-25 0 123,-2 0 19,28 0 285,55-6 1,-78 3-304,0 1 1,-1-2-1,1 1 0,-1-2 1,0 0-1,0 0 1,20-13-1,-21 12-54,-9 5-6,0 0 0,1 0 0,-1 0-1,0 0 1,0-1 0,0 1 0,0-1-1,0 1 1,0-1 0,-1 1 0,1-1-1,0 0 1,-1 0 0,0 0-1,1 0 1,-1 0 0,0 0 0,0-1-1,1-2 1,25 5-9283,-9 0 944</inkml:trace>
</inkml:ink>
</file>

<file path=ppt/ink/ink2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9:18.27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257 171 2977,'0'0'18893,"-32"7"-17586,-101 27-434,127-32-811,1-1-1,-1 1 0,0 1 1,1-1-1,0 1 0,0 0 1,0 0-1,0 0 0,0 1 1,0 0-1,1 0 0,-5 5 1,7-5-32,-1 0 1,1 0-1,-1 0 0,1 0 1,1 1-1,-1-1 1,1 1-1,-1-1 1,0 8-1,2-11-38,0 0-1,-1 1 1,1-1-1,0 0 1,0 0-1,0 0 1,0 0-1,0 1 1,1-1-1,-1 0 0,0 0 1,0 0-1,1 0 1,-1 0-1,1 0 1,-1 0-1,1 0 1,-1 0-1,1 0 1,0 0-1,-1 0 1,1 0-1,0 0 1,0 0-1,0 0 1,1 0-1,1 1-14,-1-1 0,1 0-1,0 1 1,0-1 0,0 0-1,0-1 1,0 1 0,0-1-1,0 1 1,4-1-1,5 0 5,-1 0-1,1-1 0,-1-1 0,1 1 0,11-5 1,-13 3 34,-1-1 1,0 1 0,0-2-1,-1 1 1,1-1 0,-1-1-1,0 1 1,0-1 0,-1-1 0,0 0-1,0 0 1,0 0 0,-1 0-1,0-1 1,-1 0 0,0-1-1,0 1 1,-1-1 0,1 0-1,-2 0 1,0 0 0,0-1 0,0 1-1,-1-1 1,-1 1 0,0-1-1,0 0 1,-1 0 0,0-10-1,-1 15-143,-1 0-1,1 1 1,-1-1-1,1 1 1,-2-1-1,1 1 1,0 0-1,-1 0 1,1 0-1,-1 0 1,0 0-1,-1 1 1,1-1-1,-1 1 1,1 0-1,-9-5 1,-11-13-6619,21 15 959</inkml:trace>
</inkml:ink>
</file>

<file path=ppt/ink/ink2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9:18.27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164 87 2681,'0'0'21135,"1"-3"-20479,0 1-614,1 0 1,-1 0-1,1 0 1,0 0-1,0 0 1,0 0-1,0 1 1,0-1-1,0 1 0,0-1 1,1 1-1,-1 0 1,0 0-1,1 0 1,-1 0-1,4-1 1,52-12 199,-29 7-131,-10 2-48,1-1 92,0 0 0,25-12 0,-44 17 710,0 3-864,1-1-1,-1 1 0,0-1 0,0 1 1,1-1-1,-1 1 0,0 0 0,0 0 1,-1 0-1,1-1 0,0 1 0,-1 0 0,1 0 1,-1 0-1,1 0 0,-1 0 0,0 0 1,0 0-1,0 3 0,-1 53 50,0-34 22,-6 470 227,7-483-273,0 2 28,0 0 1,1-1-1,0 1 1,4 13 0,-21-26 1041,-55-1-581,-80 2-254,132 0-260,-1 1 0,1 2-1,0 0 1,0 0 0,-30 13 0,47-16-36,1-1 0,0 0-1,0 1 1,-1-1-1,1 1 1,0-1 0,0 1-1,-1 0 1,1-1-1,0 1 1,0 0 0,0 0-1,0 0 1,0 0-1,0 0 1,0 0 0,1 0-1,-1 0 1,0 0-1,0 0 1,1 0 0,-1 1-1,0 0 1,2-1-93,-1 0 0,1 0 1,-1 0-1,1 0 0,0 0 1,-1 0-1,1 0 0,0 0 1,0-1-1,0 1 0,0 0 1,-1-1-1,1 1 1,0 0-1,0-1 0,0 1 1,0-1-1,0 0 0,1 1 1,1-1-1,10 4-1458,0-1-1,0 0 1,16 1 0,34-3-5510</inkml:trace>
</inkml:ink>
</file>

<file path=ppt/ink/ink2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9:18.27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440 6 1696,'0'0'1193,"12"0"12207,-102-3-10430,42 0-2757,-59 5 0,93-1-210,-1 1-1,1 0 1,0 1-1,0 1 1,0 0 0,0 1-1,0 1 1,-18 10-1,27-13 6,-1 0 8,0 0 0,0 1 1,1 0-1,-1 0 0,1 0 0,0 1 0,0 0 0,-6 7 1,11-12 3,0 1 0,0-1 0,0 0 1,-1 0-1,1 0 0,0 0 0,0 0 1,0 1-1,0-1 0,0 0 1,0 0-1,0 0 0,0 0 0,-1 1 1,1-1-1,0 0 0,0 0 0,0 0 1,0 0-1,0 1 0,0-1 1,0 0-1,0 0 0,0 0 0,0 1 1,0-1-1,0 0 0,1 0 0,-1 0 1,0 0-1,0 1 0,0-1 1,0 0-1,0 0 0,0 0 0,0 0 1,0 1-1,0-1 0,1 0 0,-1 0 1,0 0-1,0 0 0,0 0 1,0 0-1,0 1 0,1-1 0,-1 0 1,0 0-1,0 0 0,0 0 0,0 0 1,1 0-1,-1 0 0,0 0 1,0 0-1,0 0 0,1 0 0,17 0-4743,-5-1-59,6 1-1749</inkml:trace>
</inkml:ink>
</file>

<file path=ppt/ink/ink2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9:18.27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26 231 1824,'0'0'17991,"12"-20"-17792,-12 20-199,6-11 2,0 0 1,1 1 0,0 0 0,1 0-1,0 0 1,0 1 0,1 0 0,0 1-1,1 0 1,0 1 0,0 0 0,0 0 0,17-7-1,66-19-3,-56 22 15,51-25 0,-124 38 531,-9 8-396,0 3 0,1 1 0,0 2 0,-42 23 0,76-35-101,-1 1-12,-33 16 59,42-20-96,0 0 0,1 0-1,-1-1 1,1 1 0,-1 1 0,1-1 0,-1 0 0,1 0-1,0 0 1,-1 1 0,1-1 0,0 1 0,0-1 0,0 1-1,0-1 1,0 1 0,0 0 0,1-1 0,-2 3 0,4-3-22,0 0 1,-1 0-1,1 0 1,0-1 0,-1 1-1,1-1 1,0 0 0,-1 1-1,1-1 1,0 0 0,0 0-1,0 0 1,-1 0-1,1 0 1,3-1 0,2 1-48,33-4-139,0-1 0,0-1 0,0-3 0,73-26 0,-48 15 140,-123 22 2519,25 6-2099,-60 23 0,45-13-233,42-16-129,0 0 0,0 0 0,0 0 1,1 1-1,-1 0 0,-9 7 0,14-8-97,-1 0-1,0 0 1,1 0 0,-1 0 0,1 0-1,0 0 1,0 1 0,0-1-1,0 0 1,0 1 0,0-1-1,1 1 1,-1-1 0,1 1-1,-1-1 1,1 1 0,0-1 0,0 4-1,0 28-3781,0-7-1905</inkml:trace>
</inkml:ink>
</file>

<file path=ppt/ink/ink2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9:18.27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385 33 2601,'0'0'19024,"-7"-4"-17171,-3-1-1578,-1 0-1,0 1 0,1 1 0,-1 0 0,0 0 1,-1 1-1,1 0 0,0 1 0,-1 0 0,1 1 1,-14 2-1,16-2-234,0 1 0,0 1 1,-1 0-1,1 0 0,1 0 1,-1 1-1,0 1 0,1 0 1,-1 0-1,1 0 0,0 1 1,1 0-1,-1 1 0,1-1 1,-8 9-1,6-4-47,0 1-1,0 0 1,1 0 0,0 1 0,1 0 0,1 0-1,0 1 1,0 0 0,1 0 0,1 0 0,0 1-1,1-1 1,1 1 0,-2 15 0,5-28-4,-1 0-1,1 0 1,-1 0 0,1 0 0,0 0 0,-1-1-1,1 1 1,0 0 0,-1 0 0,1 0-1,0-1 1,0 1 0,0 0 0,0-1 0,0 1-1,0 0 1,0-1 0,0 0 0,0 1-1,0-1 1,0 0 0,0 1 0,0-1 0,0 0-1,1 0 1,-1 0 0,0 0 0,0 0 0,0 0-1,0 0 1,0 0 0,2-1 0,44-7-63,-26-3 115,-2 0 0,0-1 0,0-1 0,-1 0-1,-1-1 1,0-2 0,-1 1 0,-1-2 0,20-27 0,-33 45 47,0 0-1,0 0 0,0 0 1,0 0-1,0 0 0,0 1 1,-1-1-1,1 0 0,-1 1 1,1 0-1,-1-1 0,1 1 1,-1 0-1,0-1 0,0 1 1,1 2-1,12 12-76,-1-5-305,0 0 0,0-2-1,1 1 1,1-2-1,0 0 1,0 0 0,25 8-1,-14-8-3589,52 9 0,-21-11-4742</inkml:trace>
</inkml:ink>
</file>

<file path=ppt/ink/ink2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9:18.27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558 151 1584,'0'0'21685,"0"-10"-20417,1-3-1125,0 9-3,-1 0 0,1 0 0,-1 0-1,0 1 1,0-1 0,0 0-1,-1 0 1,1 0 0,-1 1 0,0-1-1,0 0 1,0 0 0,0 1-1,-1-1 1,0 1 0,0-1 0,1 1-1,-2 0 1,1 0 0,0 0-1,-1 0 1,1 0 0,-1 0 0,0 1-1,0-1 1,-5-2 0,-6-1-110,-1 0-1,1 1 1,-1 1 0,0 0 0,0 1-1,-28-2 1,-95 6-64,135-1 24,-1 0-1,0 1 1,0-1-1,0 1 1,1 0-1,-1 0 1,0 0-1,1 1 1,-1 0-1,1-1 0,0 1 1,-1 0-1,1 0 1,0 1-1,0-1 1,0 1-1,1-1 1,-1 1-1,1 0 1,-1 0-1,1 0 0,0 1 1,0-1-1,0 0 1,0 1-1,1-1 1,0 1-1,-1 0 1,1-1-1,1 1 1,-1 0-1,0 5 0,-1 14-17,1 1-1,1-1 0,0 0 0,7 32 1,-3-9 18,1 4 14,-3 1 0,-2-1 0,-3 1 0,-1-1 0,-15 64 0,-1-38 28,-4-2-1,-45 99 1,63-162-30,0 1 1,0 0-1,2 1 0,0-1 1,0 1-1,1 0 1,0 0-1,2 0 0,-2 20 1,4-31-4,-1-1 1,1 1-1,0-1 1,-1 1-1,1-1 0,0 1 1,0-1-1,0 0 1,0 1-1,0-1 1,0 0-1,1 0 1,-1 0-1,0 0 1,1 0-1,-1 0 1,0 0-1,1 0 0,-1-1 1,1 1-1,-1-1 1,1 1-1,0-1 1,-1 1-1,1-1 1,0 0-1,-1 0 1,3 0-1,56 6 215,-54-6-172,19 2 55,-1-2 0,1 0 0,0-2 0,-1-1 0,1 0 1,-1-2-1,0-1 0,-1-1 0,1-1 0,-1-1 0,24-13 0,-12 1-150,-3 0-3513,45-25-8542,-28 18 2994</inkml:trace>
</inkml:ink>
</file>

<file path=ppt/ink/ink2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9:18.27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136 71 1168,'0'0'17979,"0"-10"-16807,0-24-558,0 7 5211,-13 33-5727,-40 54 152,10-8-136,40-51-116,1 1 0,0 0-1,0 0 1,1 0-1,-1 0 1,0 0-1,1 0 1,-1 1-1,1-1 1,-1 0-1,1 1 1,0-1-1,0 1 1,0-1-1,1 1 1,-1-1-1,1 1 1,-1 0-1,1 0 1,0 3-1,4-4-8,0 0 0,0-1 0,0 0 0,0 0 0,0 0 0,0 0-1,0-1 1,0 1 0,6-1 0,-5 0 1,59 4 6,-39-3 7,-1 1-1,0 0 1,1 2-1,-1 1 0,27 9 1,-50-13-4,0 0 0,0 0 0,1 0 0,-1 0 0,0 0 0,0 0 1,0 0-1,0 0 0,0 0 0,0 1 0,0-1 0,0 0 0,-1 1 0,1-1 0,-1 1 1,1-1-1,-1 1 0,1-1 0,-1 1 0,0-1 0,1 1 0,-1 0 0,0-1 0,0 1 1,0-1-1,-1 1 0,1-1 0,0 1 0,-1-1 0,1 1 0,-1 2 0,0-1 29,0 1 0,0-1 0,0 0-1,-1 1 1,1-1 0,-1 0 0,0 0-1,0 0 1,0 0 0,0 0 0,0-1-1,-1 1 1,-4 4 0,-105 56 1277,49-39-2487,54-22-315,-1 0 0,1 0 0,-1 0 0,-13-1 0</inkml:trace>
</inkml:ink>
</file>

<file path=ppt/ink/ink2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9:18.27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45 3185,'0'0'21660,"71"-16"-20932,-26 16-183,-7 0-321,14 0-104,-1 0-120,-13-7-464,7 1-1137,-13 3-2560,-19-10-4160</inkml:trace>
</inkml:ink>
</file>

<file path=ppt/ink/ink2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9:18.28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421 337 8666,'0'0'13823,"6"-12"-12624,15-38-202,-20 49-952,-1 1 1,0 0-1,0-1 0,1 1 0,-1-1 0,0 1 0,0-1 0,1 1 1,-1-1-1,0 1 0,0 0 0,0-1 0,0 1 0,0-1 0,0 0 1,0 1-1,0-1 0,0 1 0,0-1 0,0 1 0,0-1 0,0 1 1,0-1-1,0 1 0,0 0 0,-1-1 0,1 1 0,0-1 0,0 1 1,-1-1-1,1 1 0,0-1 0,-1 1 0,1 0 0,0-1 1,-1 1-1,1 0 0,0-1 0,-1 1 0,1 0 0,-1 0 0,1-1 1,-1 1-1,1 0 0,-1 0 0,1 0 0,-1 0 0,1-1 0,-1 1 1,1 0-1,-1 0 0,1 0 0,-1 0 0,-25 5-88,10 1-5,1 1 0,-1 0-1,1 1 1,1 1 0,0 0-1,0 1 1,-21 20 0,35-28-1296,10-7 1002,15-12 333,-20 13 6,66-54 26,103-108 1,-170 164 0,-1-1 0,-1 0 1,1 0-1,0-1 1,-1 1-1,1 0 1,-1-1-1,0 0 0,0 1 1,-1-1-1,1 0 1,-1 0-1,0 0 0,0 0 1,0 0-1,0 0 1,-1 0-1,1 0 0,-1-5 1,0 8-9,-1 1-1,1-1 1,0 1 0,0-1 0,-1 1-1,1-1 1,0 0 0,-1 1 0,1 0-1,0-1 1,-1 1 0,1-1 0,-1 1-1,1-1 1,-1 1 0,1 0-1,-1-1 1,1 1 0,-1 0 0,1 0-1,-1-1 1,1 1 0,-1 0 0,0 0-1,0 0 1,-17-4 35,1 1-1,-1 1 0,0 1 0,0 0 1,-25 3-1,-7 0-25,27-3-26,-1 2 0,1 1 1,0 1-1,-1 1 0,1 1 0,1 1 0,-1 0 1,1 2-1,-30 15 0,51-23-14,0 1 1,0-1-1,0 1 1,-1 0-1,1-1 1,0 1-1,0 0 0,0 0 1,0 0-1,0 0 1,1 0-1,-1 0 1,0 0-1,0 0 1,1 0-1,-2 2 1,2-3-6,0 1 0,0-1 0,1 0 1,-1 1-1,0-1 0,0 1 1,0-1-1,1 1 0,-1-1 1,0 0-1,0 1 0,1-1 1,-1 0-1,0 1 0,1-1 1,-1 0-1,0 1 0,1-1 1,-1 0-1,1 0 0,-1 1 1,0-1-1,1 0 0,-1 0 0,1 0 1,-1 0-1,1 0 0,-1 0 1,1 1-1,47 3-748,55-8 361,-1-6-1,154-32 0,-228 36 360,1 1-1,42-1 1,-87 30-137,-9-4 390,-1-2 0,-1-1 0,-51 25 0,28-16 67,-55 27 388,-54 31 522,137-66-1116,22-18-75,0 1 0,0-1 0,0 0 0,0 1 0,0-1 0,0 0 0,0 1 0,0-1 0,0 0 1,0 1-1,0-1 0,0 0 0,0 1 0,0-1 0,0 0 0,0 1 0,0-1 0,0 0 0,1 1 0,-1-1 0,0 0 0,0 1 0,0-1 0,1 0 0,-1 0 0,0 1 0,0-1 0,0 0 0,1 0 0,-1 1 0,0-1 0,1 0 0,-1 0 0,0 0 0,0 0 1,1 1-1,0-1 0,5 2-109,-1-1 0,1 0 0,0 0 1,1 0-1,11 0 0,271-11 76,-163 2-50,-106 11-60,-26 7 145,-34 13 142,35-20-123,-280 121 1679,94-45-762,182-75-919,7-4-18,0 1 0,1-1 0,-1 1-1,1-1 1,-1 1 0,0-1 0,1 1 0,-1 0 0,1 0 0,0 0 0,-1 0-1,1 0 1,0 0 0,-1 0 0,1 0 0,0 1 0,0-1 0,0 0-1,0 1 1,0-1 0,0 1 0,1-1 0,-2 3 0,3-3-31,0 0 0,-1 0-1,1 0 1,0 0 0,0 0 0,0-1 0,0 1 0,0 0 0,0-1 0,0 1-1,0-1 1,0 1 0,0-1 0,1 1 0,-1-1 0,0 0 0,0 1 0,0-1-1,0 0 1,1 0 0,-1 0 0,1 0 0,40 3-602,-35-2 473,212 6-181,-217-7 354,-1-1 0,0 1 0,1 0 0,-1 0 0,1 0-1,-1 0 1,1 0 0,-1 1 0,1-1 0,-1 0 0,0 1 0,1-1 0,-1 1 0,0-1-1,1 1 1,-1 0 0,0 0 0,0-1 0,1 1 0,-1 0 0,0 0 0,1 2 0,-2-2 22,0 0 0,0 0 0,0 0 1,-1 0-1,1 0 0,0 0 0,-1 0 1,1 0-1,-1 0 0,1 0 0,-1 0 1,1 0-1,-1 0 0,0 0 0,1 0 1,-1-1-1,0 1 0,0 0 0,0 0 1,1-1-1,-3 2 0,-11 8 320,0 0 0,-24 12-1,-191 83 1474,28-13-920,236-100-2039,97-43-1983,-30 6-2245,25-20-6535</inkml:trace>
</inkml:ink>
</file>

<file path=ppt/ink/ink2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9:18.28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0 187 2617,'0'0'14825,"9"-8"-13075,-3 1-1445,-2 2-59,0 1 1,0-1-1,0 1 1,1 0-1,-1 0 0,1 0 1,1 0-1,-1 1 1,0 0-1,1 0 1,-1 1-1,1 0 1,0-1-1,0 2 0,0-1 1,8-1-1,-13 4-184,1 0 0,-1-1 0,0 1 0,0-1 0,0 1 0,0 0 1,0 0-1,0 0 0,-1-1 0,1 1 0,0 0 0,0 0 0,-1 0 0,1 0 0,0 0 0,-1 1 0,1-1 0,-1 0 0,1 0 0,-1 0 0,0 0 0,1 1 0,-1-1 0,0 0 0,0 2 0,7 44 280,-6-34-103,4 67 537,-5-80-518,4-27-313,4 5-17,2 1 0,1 1 0,0 0 0,2 0 0,0 1 0,1 1 0,1 0 0,1 1 0,0 1 0,1 0 0,1 1 0,19-13 0,-36 28 70,-1-1 1,1 1-1,-1-1 1,1 1 0,-1 0-1,1-1 1,-1 1-1,1-1 1,-1 1-1,1 0 1,-1 0-1,1-1 1,0 1-1,-1 0 1,1 0-1,-1 0 1,1-1-1,0 1 1,-1 0-1,1 0 1,0 0-1,-1 0 1,1 0-1,-1 0 1,1 1 0,0-1-1,-1 0 1,1 0-1,0 0 1,-1 0-1,1 1 1,2 17 134,-2-4-20,3 26 316,-3 43 0,-1-73-426,1-9-46,0 1 1,0-1-1,-1 1 0,1-1 1,0 1-1,0-1 0,0 0 1,1 0-1,-1 1 0,0-1 1,0 0-1,1 0 0,-1 0 1,1 0-1,-1 0 0,1-1 1,2 2-1,13 9-1825,32 36-4986,-23-27 1476</inkml:trace>
</inkml:ink>
</file>

<file path=ppt/ink/ink2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9:18.28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42 1424,'0'0'17952,"14"-3"-15931,89 0 51,-67 3-2005,60-7-1,-60-7-2409,-7 3-4013,-9 7-481</inkml:trace>
</inkml:ink>
</file>

<file path=ppt/ink/ink2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9:18.28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103 1 1144,'0'0'20765,"-8"15"-19280,-8 21-412,2 1-1,1 1 1,-13 67 0,15-58-786,7-34-385,1 1 1,0 0-1,-2 26 1,8-39-593,0 0 0,-1 0 0,1-1 0,0 1 0,0-1 0,0 0 0,0 0 0,-1 0 0,1 0 0,4-1 0,-2 1-1026,26 0-6022</inkml:trace>
</inkml:ink>
</file>

<file path=ppt/ink/ink2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9:18.28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10 3537,'0'0'13107,"18"1"-11812,660-11 4914,-677 10-6153,-1 0 1,1 0 0,0 0-1,-1 0 1,1 0-1,0 0 1,-1 0 0,1 0-1,0 0 1,-1 0-1,1 1 1,-1-1 0,1 0-1,0 0 1,-1 1-1,1-1 1,-1 0 0,1 1-1,-1-1 1,1 0-1,-1 1 1,1-1-1,-1 1 1,1-1 0,-1 1-1,0-1 1,1 1-1,-1-1 1,0 1 0,1 0-1,-1-1 1,0 1-1,0-1 1,1 1 0,-1 0-1,0-1 1,0 1-1,0 0 1,0-1 0,0 1-1,0-1 1,0 1-1,0 0 1,0-1 0,0 1-1,-1 1 1,-10 34 17,8-30 164,-8 35-103,1 0 0,2 1-1,2-1 1,2 2-1,1 41 1,2-62-81,-2 99 95,6-1 1,20 131-1,-22-199 567,-30-52 79,-60-1-630,-101 3-98,161 0-69,1 1 1,-1 1-1,1 2 1,-41 14-1,67-19-15,-1 0 0,0 0 0,1 0-1,-1 0 1,1 1 0,-1-1 0,1 1-1,-1 0 1,1 0 0,0 0 0,0 0 0,0 0-1,0 0 1,1 0 0,-4 5 0,5-6-67,0 0 0,-1 1 0,1-1 0,0 0 0,0 1 0,0-1 0,0 0 0,0 1 0,0-1 0,0 0 0,0 1 0,1-1 0,-1 0 0,1 0 0,-1 1 0,1-1 0,-1 0 0,1 0 1,-1 0-1,1 1 0,0-1 0,0 0 0,0 0 0,-1 0 0,1 0 0,0-1 0,0 1 0,0 0 0,1 0 0,-1 0 0,0-1 0,0 1 0,0-1 0,0 1 0,2 0 0,38 13-4642,4-12-2876</inkml:trace>
</inkml:ink>
</file>

<file path=ppt/ink/ink2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9:18.28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18 1 1088,'0'0'5088,"-3"20"-4072,-10 64 103,13-82-988,-1 0-1,1 1 0,0-1 1,0 0-1,0 1 1,0-1-1,0 0 1,0 1-1,1-1 1,-1 0-1,1 0 0,0 1 1,0-1-1,0 0 1,0 0-1,0 0 1,0 0-1,0 0 1,1 0-1,-1 0 0,1 0 1,-1-1-1,1 1 1,0 0-1,-1-1 1,1 1-1,0-1 1,0 0-1,0 0 0,0 0 1,1 0-1,-1 0 1,0 0-1,0 0 1,1-1-1,-1 1 1,4-1-1,6 4 356,130 42 4566,7 2-1286,-131-41-3441,1 2-1,-1 0 0,-1 1 1,0 1-1,26 21 1,-14-4-128,-1 1 1,-1 1-1,-2 1 1,-1 1-1,-2 2 1,-1 0-1,-1 1 1,-3 1 0,0 1-1,19 67 1,-17-31 72,-2 0 1,-4 1-1,-4 0 1,1 134 0,-10-177-184,-2-1 0,-1 1 0,-2-1 0,0 0 0,-2 0 0,-2 0 0,0-1 0,-18 36 0,10-32-42,-2-1 0,-1-1-1,-1 0 1,-1-2 0,-2 0-1,-36 33 1,27-31-51,-1-1 0,-2-1 0,0-2 0,-2-2 0,-1-1 0,-50 22 1,85-44-478,-6 4 52,8 0-6676</inkml:trace>
</inkml:ink>
</file>

<file path=ppt/ink/ink2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9:18.28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84 2833,'0'0'11806,"0"-6"-10021,-1 1-1283,1 0 1,1 0 0,-1 0-1,1 0 1,0-1 0,0 1 0,2-5-1,-2 8-391,0 0 0,0 0 0,1 0-1,-1 0 1,0 0 0,1 1 0,-1-1-1,1 0 1,-1 1 0,1-1 0,0 1-1,-1 0 1,1 0 0,0 0 0,0 0 0,0 0-1,0 0 1,0 0 0,0 0 0,1 1-1,-1-1 1,0 1 0,0 0 0,3-1-1,0 1-84,1 0-1,-1 0 1,0 0-1,1 0 1,-1 1-1,0 0 1,0 0-1,1 0 1,-1 1-1,0 0 1,0 0-1,0 0 1,-1 1-1,1-1 1,0 1-1,-1 0 1,0 1-1,0-1 1,0 1 0,0-1-1,0 1 1,-1 1-1,0-1 1,0 0-1,0 1 1,0-1-1,-1 1 1,1 0-1,-1 0 1,3 10-1,-1-1 26,0 1 0,-1 0 0,2 17 0,-5-28-36,1 1-1,-1-1 0,0 0 0,0 1 0,0-1 0,-1 0 0,1 1 0,-1-1 1,0 0-1,-1 0 0,1 1 0,0-1 0,-1 0 0,-4 7 0,21-30-365,14-18 262,58-59 1,-82 91 108,0 0-1,0 0 1,1 0-1,0 1 1,0 0-1,0 0 1,0 0-1,0 1 1,1 0-1,0 0 1,-1 0 0,1 1-1,0 0 1,0 1-1,0 0 1,11-1-1,-17 3 20,0-1 0,1 1 0,-1 0 0,0 0 0,0 0 0,1 0 0,-1 0 0,0 1 1,0-1-1,0 0 0,-1 0 0,1 1 0,0-1 0,0 1 0,-1-1 0,1 0 0,-1 1 0,1-1 0,-1 1 0,0-1 0,1 1 0,-1 3 0,6 37 482,1 134 317,-7-135-865,1 14-218,-1-52 110,1 0-1,-1 0 1,1 0 0,0 0 0,0 0-1,0-1 1,0 1 0,0 0 0,1 0-1,-1-1 1,1 1 0,0-1 0,0 1-1,2 2 1,-2-4-18,-1 0-1,1 0 0,-1 0 1,1 0-1,0-1 0,-1 1 1,1 0-1,0-1 0,0 1 1,-1-1-1,1 1 0,0-1 1,3 0-1,14 2-1457,1-1-1,0-1 1,-1 0 0,30-6 0,21-18-5826</inkml:trace>
</inkml:ink>
</file>

<file path=ppt/ink/ink2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9:18.28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77 1280,'0'0'19544,"28"-11"-18330,276-55 1653,-303 66-3117,-1 0-1,1 0 0,-1 0 1,1 1-1,-1-1 1,0 0-1,1 0 0,-1 0 1,1 0-1,-1 1 1,1-1-1,-1 0 0,0 1 1,1-1-1,-1 0 1,0 1-1,1-1 0,-1 0 1,0 1-1,0-1 0,1 0 1,-1 1-1,0-1 1,0 1-1,0-1 0,1 1 1,-1-1-1,0 1 1,0-1-1,0 0 0,0 1 1,0-1-1,0 1 0,0-1 1,0 1-1,0-1 1,0 1-1,0-1 0,0 1 1,0-1-1,-1 1 1,1-1-1,0 0 0,0 1 1,-1 0-1,1 3-1630,0 13-6542</inkml:trace>
</inkml:ink>
</file>

<file path=ppt/ink/ink2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9:18.28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1 164 1800,'0'0'11291,"18"-23"-8397,-11 11 4018,0 2-3536,-3 6-3361,1 0 1,-1 0-1,1 1 1,0 0-1,0 0 1,0 0-1,0 0 1,9-2-1,31-14 496,0 2-1,1 2 0,1 2 0,57-9 1,-77 21 388,-23 3-4795</inkml:trace>
</inkml:ink>
</file>

<file path=ppt/ink/ink2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9:19.380"/>
    </inkml:context>
    <inkml:brush xml:id="br0">
      <inkml:brushProperty name="width" value="0.25" units="cm"/>
      <inkml:brushProperty name="height" value="0.25" units="cm"/>
    </inkml:brush>
  </inkml:definitions>
  <inkml:trace contextRef="#ctx0" brushRef="#br0">20 19 6209,'0'0'7234,"-19"-19"-8298,38 38-273,-6 7-1191</inkml:trace>
</inkml:ink>
</file>

<file path=ppt/ink/ink2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9:30.21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1 280 1664,'0'0'7685,"1"-6"-6806,4-91 5758,-2 89-6606,1 0 0,0 0-1,0 0 1,0 1 0,1 0 0,0 0 0,0 0-1,1 1 1,7-7 0,-2 1 72,1 2 0,0-1 1,0 2-1,1 0 0,1 0 0,-1 1 1,1 1-1,1 0 0,22-7 0,-36 14-80,0-1 0,1 1 0,-1 0-1,1 0 1,-1 0 0,1 0 0,-1 0-1,0 0 1,1 1 0,-1-1 0,1 0-1,-1 1 1,0-1 0,1 1 0,-1-1 0,0 1-1,0 0 1,1-1 0,-1 1 0,0 0-1,0 0 1,0 0 0,0 0 0,0 0-1,0 0 1,0 0 0,0 0 0,0 1 0,-1-1-1,1 0 1,0 0 0,-1 1 0,1-1-1,-1 0 1,0 1 0,1-1 0,-1 1-1,0-1 1,1 3 0,1 8 196,-1 0 0,0 1-1,-1 19 1,0-19 21,0 224 672,-1-227-879,-1 0-1,1-1 0,-1 1 1,-1 0-1,0-1 1,0 1-1,-1-1 1,0 0-1,-1 0 0,0 0 1,0-1-1,-7 9 1,4-6-7,-1 0 1,0-1 0,-1-1 0,0 1 0,0-1 0,-1-1-1,0 0 1,-17 9 0,23-15-12,0 1 0,0-1 0,0 0 0,-1 0-1,1-1 1,-1 0 0,0 0 0,1 0 0,-8 0 0,11-1-10,1 0 0,-1-1 0,1 1 0,-1 0 0,1-1 0,-1 1 0,1-1 0,0 1 0,-1-1 1,1 0-1,-1 1 0,1-1 0,0 0 0,0 0 0,0 0 0,-1 0 0,1 0 0,0 0 0,0 0 0,0-1 0,1 1 0,-1 0 0,0 0 0,0-1 1,1 1-1,-1-1 0,1 1 0,-1 0 0,1-1 0,-1 1 0,1-1 0,0 1 0,0-1 0,0 0 0,0 1 0,0-1 0,0-2 0,0-6 2,0 0-1,0-1 1,1 1-1,1 0 0,0 0 1,0 0-1,4-11 1,-4 18 0,-1 0 1,1 0-1,0 0 0,-1 0 1,1 1-1,1-1 0,-1 1 1,0-1-1,0 1 1,1 0-1,0 0 0,-1 0 1,1 0-1,0 1 1,0-1-1,0 1 0,0-1 1,0 1-1,0 0 0,0 0 1,0 1-1,1-1 1,-1 1-1,0-1 0,0 1 1,7 1-1,0-2 50,0 1-1,0 0 1,0 0 0,0 1-1,0 1 1,-1 0 0,1 0-1,0 1 1,-1 0-1,0 1 1,1-1 0,8 7-1,65 48 887,-59-40-432,-1-1 0,33 17 1,-52-33-322,1 0 0,-1 0 0,1 0 0,-1 0 0,1-1 0,0 1 0,-1-1 0,1-1 0,0 1 0,5-2 0,-8 2-165,-1 0 1,1 0-1,0 0 1,0 0-1,-1-1 1,1 1-1,0-1 1,-1 1-1,1-1 1,0 0-1,-1 0 0,1 0 1,-1 0-1,1 0 1,-1 0-1,0 0 1,1 0-1,-1 0 1,0-1-1,0 1 1,0 0-1,0-1 0,0 1 1,0-1-1,0 1 1,-1-1-1,1 0 1,0 1-1,-1-1 1,1-3-1,-1 5-185,1 8-1562,10 86-3974,-10-46-1093</inkml:trace>
</inkml:ink>
</file>

<file path=ppt/ink/ink2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9:31.72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100 73 2865,'0'0'7317,"7"-8"-6635,3-2-430,23-31 1156,-30 36-943,1-4 4018,2 19-2417,-1 25-1463,-1 1 1,-1-1 0,-3 1 0,-6 63 0,-2-55-376,5-33-142,1 0 0,0 1 0,-1 20 0,30-49 96,-22 15-169,9-5-19,0 2 0,0 0 0,0 0 1,1 1-1,0 1 0,0 0 0,-1 2 0,1-1 1,0 2-1,1 0 0,28 4 0,-42-3 1,0-1 0,1 1 0,-1 1 0,0-1 0,0 0 0,0 1 0,0-1 0,0 1 0,0-1-1,0 1 1,-1 0 0,1 0 0,0 0 0,-1 0 0,0 0 0,1 0 0,-1 0 0,0 1 0,0-1 0,0 0 0,0 1-1,-1-1 1,1 0 0,-1 1 0,1-1 0,-1 6 0,1 0 21,0-1 1,0 1-1,-1 0 0,0 0 1,0-1-1,-1 1 0,-3 14 1,1-17 0,0 1 0,0-1 0,0 0 1,-1 0-1,0 0 0,0-1 0,0 1 0,0-1 1,-1 0-1,0 0 0,1-1 0,-2 1 1,-7 3-1,-75 35 120,28-20 333,-91 19 0,107-30 16,43-11-537,0 0 1,0 0-1,1 0 1,-1 0-1,0 0 1,1-1-1,-1 1 0,1 0 1,-1 0-1,0-1 1,1 1-1,-1 0 0,0-1 1,1 1-1,-1-1 1,1 1-1,-1 0 0,1-1 1,-1 1-1,1-1 1,0 1-1,-1-1 1,1 0-1,0 1 0,-1-1 1,1 1-1,0-1 1,-1 0-1,1 1 0,0-1 1,0 0-1,0 1 1,0-1-1,0 0 0,0 1 1,0-1-1,0 0 1,0 1-1,0-1 1,0 0-1,0 1 0,0-1 1,1 0-1,-1 1 1,0-1-1,0 0 0,1 1 1,-1-1-1,0 1 1,1-1-1,-1 0 1,1 1-1,-1-1 0,1 1 1,-1 0-1,1-1 1,0 0-1,40-27-5597,-22 15 300</inkml:trace>
</inkml:ink>
</file>

<file path=ppt/ink/ink2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9:32.33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87 2697,'1'-2'18429,"11"-6"-17850,60-8 515,-41 10-749,0-2 1,0 0 0,0-3-1,30-14 1,-60 25-547,0 0 0,0-1 0,0 1 0,1 0 0,-1-1 1,0 1-1,0 0 0,0 0 0,1 0 0,-1 0 0,0 0 0,0 0 1,1 0-1,-1 1 0,0-1 0,0 0 0,0 1 0,1-1 1,-1 1-1,0-1 0,0 1 0,0 0 0,0-1 0,0 1 1,0 0-1,1 1 0,21 25-5427,-22-25 5068,13 20-6203</inkml:trace>
</inkml:ink>
</file>

<file path=ppt/ink/ink2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9:45.40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151 158 2905,'0'0'10407,"19"-30"-4262,-10 19-6095,1 0 0,-1 1-1,2 0 1,-1 1-1,2 0 1,-1 0-1,1 1 1,0 1 0,1 0-1,-1 0 1,1 2-1,1-1 1,-1 2-1,1 0 1,0 0 0,0 2-1,20-3 1,-33 6-46,0-1 0,-1 1 0,1-1 0,0 1 0,0-1 0,0 1 1,0-1-1,-1 1 0,1 0 0,0-1 0,-1 1 0,1 0 0,0 0 0,-1 0 1,1 0-1,-1-1 0,1 1 0,-1 0 0,1 0 0,-1 0 0,0 0 0,0 0 1,1 0-1,-1 0 0,0 0 0,0 0 0,0 0 0,0 0 0,0 0 0,0 1 0,-1 43 304,1-34-170,-1 29 142,-2 0-1,-1 0 1,-2 0 0,-12 40-1,10-53-128,0 0 1,-2 0-1,-2-1 0,0-1 0,-1 0 0,-27 37 1,34-54-103,-1-1 0,1 1 0,-1-2 0,0 1 0,-1-1 0,0 0 0,0-1 1,0 0-1,0 0 0,-1 0 0,0-1 0,-15 4 0,4-3-8,-1 0 1,1-2-1,-1 0 1,-39-1-1,59-2-35,-1-1 0,1 1 0,0 0 0,-1-1 0,1 1 0,0-1 1,0 1-1,-1-1 0,1 0 0,0 1 0,0-1 0,0 0 0,0 0 0,0 0 0,0 0 0,0 0 0,0 0 0,0 0 0,0 0 0,1 0 0,-1 0 0,0-1 0,1 1 0,-1 0 0,1 0 1,-1-1-1,1 1 0,0 0 0,-1-1 0,1 1 0,0 0 0,0-3 0,0 1-3,-1 0 0,1 0 0,0 0 0,1 0 0,-1 0 1,0-1-1,1 1 0,0 0 0,-1 0 0,1 1 0,0-1 0,1 0 0,-1 0 0,0 0 0,3-3 1,7-3-16,0 0 1,0 1-1,1 0 1,0 1-1,0 0 1,1 0-1,0 2 1,0 0-1,0 0 1,1 1-1,0 1 1,15-3-1,-9 3 88,1 0-1,0 2 1,0 0-1,36 4 1,-50-1 28,0 2 1,0-1-1,0 1 0,0 0 1,-1 1-1,1-1 1,-1 1-1,0 1 1,-1-1-1,1 1 1,-1 0-1,0 0 1,5 9-1,33 33 1113,-28-36-1087,0-1 1,0 0-1,1-1 1,0-1-1,0 0 1,1-1 0,27 8-1,-42-15-88,-1-1-1,1 1 1,-1-1 0,1 0-1,-1 0 1,1 1-1,0-1 1,-1 0 0,1 0-1,-1-1 1,1 1 0,-1 0-1,1 0 1,-1-1-1,1 1 1,-1-1 0,1 1-1,-1-1 1,0 0 0,1 1-1,-1-1 1,0 0-1,0 0 1,3-2 0,-2-1 80,1 1 1,-1-1-1,0 0 1,0 0-1,0-1 1,2-7-1,5-11-173,-2 8 128,0-1-1,-1 0 1,-1 0 0,-1 0 0,5-28-1,-9 43 179,0 33-183,2-18-210,7-3-4189,23-12-4386,-28 1 8295,39-8-11245</inkml:trace>
</inkml:ink>
</file>

<file path=ppt/ink/ink2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9:46.68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263 3 2817,'0'0'16198,"0"-1"-16135,1 1 0,-1 0 0,0 0 1,0 0-1,0-1 0,1 1 0,-1 0 0,0 0 1,0 0-1,1 0 0,-1 0 0,0-1 0,1 1 1,-1 0-1,0 0 0,0 0 0,1 0 0,-1 0 1,0 0-1,1 0 0,-1 0 0,0 0 1,0 0-1,1 0 0,-1 0 0,0 0 0,0 0 1,1 0-1,-1 1 0,0-1 0,1 0 0,-1 0 1,0 0-1,0 0 0,1 0 0,-1 1 0,0-1 1,0 0-1,0 0 0,1 0 0,-1 1 1,0-1-1,0 0 0,0 0 0,0 1 0,0-1 1,1 0-1,-1 0 0,0 1 0,0-1 0,0 0 1,0 1-1,-5 15 360,-1 0 0,-1 0 0,0 0 0,-1-1 1,-20 27-1,-5 13 104,-13 19 27,30-50-387,2 0 0,-19 40 0,33-64-152,0 0 0,0 1 0,0-1 0,0 0 0,0 0 0,0 1 0,0-1 0,0 0 0,0 1 0,0-1 0,0 0 0,0 0 0,0 1 0,0-1 0,0 0 0,0 0 0,0 1 0,0-1 0,1 0 0,-1 0 0,0 1 0,0-1 0,0 0 0,0 0 0,1 0 0,-1 1 0,0-1 1,0 0-1,1 0 0,-1 0 0,0 0 0,0 0 0,1 1 0,-1-1 0,0 0 0,0 0 0,1 0 0,-1 0 0,0 0 0,0 0 0,1 0 0,21 2 119,19-6-123,8-2-39,76 0 1,-123 6 20,1 0 0,0 0 0,0 1 0,0-1 1,-1 1-1,1 0 0,0-1 0,0 1 0,-1 1 0,1-1 0,-1 0 0,1 0 0,-1 1 0,0 0 0,1-1 0,-1 1 1,0 0-1,0 0 0,2 3 0,0 0-3,-1 0 1,0 1 0,1-1-1,-2 1 1,1 0 0,-1 0-1,0 0 1,2 8 0,0 13-8,0-1 1,-2 1 0,-2 32 0,0-49 14,0-9 7,0 1 1,-1-1-1,0 0 0,1 0 1,-1 0-1,0 1 0,0-1 1,1 0-1,-1 0 0,0 0 1,0 0-1,0-1 1,0 1-1,0 0 0,-1 0 1,1 0-1,0-1 0,0 1 1,0-1-1,-1 1 1,1-1-1,0 1 0,0-1 1,-1 0-1,1 0 0,-2 1 1,-45 6 126,36-5-108,-71 8 70,-149-2-1,231-8-85,1-3-476,1-1 1,0 1-1,-1 0 0,1-1 1,0 1-1,0 0 0,1 0 1,-1-1-1,1 1 0,0 0 1,-1 0-1,1 1 1,0-1-1,1 0 0,-1 1 1,0-1-1,1 1 0,0 0 1,-1 0-1,1 0 0,0 0 1,5-3-1,17-8-5308</inkml:trace>
</inkml:ink>
</file>

<file path=ppt/ink/ink2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9:47.19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1696,'0'0'16408,"7"2"-15281,22 5-330,1-1 0,0-2 1,0-1-1,1-1 0,37-3 1,-31 1 538,-36 0-273,-1 3-1316,1 5-1095,-1-1 1,-1 1-1,0 0 1,0 0-1,-3 11 1,-2 3-3438</inkml:trace>
</inkml:ink>
</file>

<file path=ppt/ink/ink2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9:54.72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 23 2593,'0'0'8351,"-1"-4"-7559,0-11 148,21 11 1586,-19 6-2293,1 0-1,-1 0 1,0 0 0,0 0-1,-1 0 1,1 0-1,0 0 1,-1 0 0,1 1-1,-1-1 1,0 0 0,0 0-1,1 1 1,-2-1 0,1 0-1,0 0 1,-1 4 0,2 9 701,4-1-363,1-1-259,-1 0 0,0 0 1,-1 1-1,0-1 0,-1 1 0,-1 0 1,1 23-1,-2-20-123,1 1 0,1-1 0,1 0 1,0-1-1,1 1 0,0-1 0,2 0 0,0 0 0,0-1 0,20 28 0,-22-36-145,1-1 0,-1 1 0,2-1 0,-1-1 0,1 1 0,-1-1 0,1 0 0,1-1 0,-1 0 0,1 0 0,0 0 0,-1-1 0,2 0 0,-1-1 0,0 0 0,0 0 0,10 0 0,20 2-2,0-1 0,60-5 1,-39 1 32,-32 1-69,0-1-1,1-1 1,-1-1 0,0-2-1,-1 0 1,1-2-1,-1-1 1,42-19 0,-5-3 1,-35 14-6,0 2 0,2 1 0,-1 2 0,2 1 0,-1 1 0,36-6 0,-63 15-4,1 0 0,-1 1 0,1-1 0,-1 1 0,0 0 0,0 0 0,1 0 0,-1 0 0,0 0 0,0 1 0,0-1 0,0 1 0,0 0 0,-1 0 0,1 0 0,0 0 0,-1 1 0,0-1 0,3 4 1,6 7 201,0 2 1,13 22 0,-9-12-89,12 35 2090,-27-70-2224,0 1 1,1-1-1,0 1 1,1-1-1,0 1 0,0 0 1,1-1-1,0 1 1,1 1-1,0-1 1,0 0-1,1 1 1,8-10-1,-9 12-8,1 1-1,0 0 1,0 0-1,1 1 1,-1-1 0,1 1-1,0 1 1,0-1-1,1 1 1,-1 0-1,0 0 1,1 1 0,0 0-1,0 0 1,0 0-1,0 1 1,0 0-1,0 1 1,8-1-1,82 6-19,139 24 0,-117-12 25,-37-8-72,-1-4 0,1-3-1,149-17 1,-139 10 77,-65 5 14,-1-1 1,52-10 0,-73 9 11,0 0 0,0-1 0,-1 1 1,1-1-1,-1 0 0,1 0 0,-1-1 0,0 1 0,0-1 0,-1 0 1,1 0-1,-1 0 0,1 0 0,-2-1 0,1 1 0,0-1 0,-1 0 1,3-7-1,2-4 15,-1-1 1,-1 0 0,-1 0 0,4-22-1,-4 2 29,-1-47 0,-3 83-39,-1 0 0,1 0 0,-1-1 0,1 1 1,-1 0-1,1 0 0,-1 0 0,0 0 0,0 0 1,1 0-1,-1 0 0,0 0 0,0 1 0,0-1 1,0 0-1,0 0 0,0 1 0,0-1 0,0 1 1,0-1-1,0 1 0,-1-1 0,1 1 0,0 0 0,0-1 1,0 1-1,-1 0 0,1 0 0,0 0 0,0 0 1,-1 0-1,1 0 0,0 0 0,0 0 0,0 1 1,-1-1-1,1 0 0,-2 2 0,0-2-16,0 0 0,0 1 1,0 0-1,0-1 0,0 1 0,0 1 0,0-1 0,0 0 1,0 1-1,0-1 0,1 1 0,-1 0 0,1 0 0,-1 0 1,-3 4-1,3 1-329,1 0 0,-1 0-1,2 0 1,-1 0 0,0 0 0,1 0 0,1 1 0,-1-1 0,1 0 0,1 10 0,-1 0-1953,0 12-3463</inkml:trace>
</inkml:ink>
</file>

<file path=ppt/ink/ink2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9:55.43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204 29 2897,'0'0'18408,"10"-5"-16797,-5 4-1385,25-13 719,-26 8-264,-24 3 198,-1 5-765,0 0 0,1 2 1,-1 0-1,1 1 0,0 1 0,0 1 1,1 1-1,-27 15 0,44-23-128,1 1 0,-1 0 0,1 0 1,-1 0-1,1-1 0,0 1 0,-1 1 0,1-1 0,0 0 0,0 0 1,0 0-1,0 1 0,0-1 0,0 0 0,0 1 0,0-1 0,0 1 0,1-1 1,-1 1-1,1-1 0,-1 1 0,1 0 0,0-1 0,-1 1 0,1 2 1,1-2-12,-1 0 1,1 0-1,0-1 1,0 1-1,0-1 1,0 1-1,0 0 1,0-1 0,0 0-1,1 1 1,-1-1-1,1 0 1,-1 0-1,1 1 1,-1-1-1,1 0 1,-1-1-1,1 1 1,0 0 0,0 0-1,-1-1 1,4 1-1,66 20-81,-47-15 94,0 1 0,0 1 1,-1 1-1,0 1 1,42 25-1,-64-35 10,0 1-1,0-1 1,0 1-1,1-1 1,-1 1-1,0 0 1,0 0-1,0-1 1,0 1-1,0 0 1,0 0 0,0 0-1,-1 0 1,1 0-1,0 0 1,0 1-1,-1-1 1,1 0-1,-1 0 1,1 0-1,-1 1 1,1-1-1,-1 0 1,0 1-1,0-1 1,1 0 0,-1 0-1,0 1 1,0-1-1,-1 0 1,1 1-1,0-1 1,0 0-1,0 1 1,-1-1-1,1 0 1,-1 0-1,1 1 1,-1-1-1,0 0 1,1 0 0,-1 0-1,0 0 1,0 0-1,0 0 1,1 0-1,-1 0 1,0 0-1,0 0 1,-1 0-1,-1 1 1,-5 3 80,-1 0 0,0 0 1,0-1-1,0 0 0,-16 4 1,-135 23 1215,134-26-5550,131-6-5406,-48-5 1481</inkml:trace>
</inkml:ink>
</file>

<file path=ppt/ink/ink2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9:56.09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264 158 1216,'0'0'21131,"-28"2"-19784,-87 10-333,109-11-954,1 0 1,-1 1-1,1-1 0,0 1 0,-1 0 1,1 1-1,0-1 0,0 1 1,0 0-1,1 0 0,-1 1 1,1-1-1,0 1 0,0 0 0,0 0 1,0 1-1,1-1 0,-1 1 1,1-1-1,0 1 0,1 0 1,-1 0-1,1 1 0,-2 7 0,-2 0-28,4-7-37,0 0 0,1-1 1,-1 1-1,2 0 0,-1 0 0,0-1 1,1 1-1,1 9 0,-1-2-72,1-12 73,-1 0 1,1 0 0,0-1-1,-1 1 1,1 0-1,0-1 1,0 1-1,0-1 1,-1 1 0,1-1-1,0 1 1,0-1-1,0 0 1,0 1-1,0-1 1,0 0 0,0 0-1,0 0 1,0 1-1,0-1 1,0 0-1,0 0 1,0-1 0,0 1-1,0 0 1,-1 0-1,1 0 1,0-1-1,2 0 1,32-8 233,-29 5-228,-1-1 1,1 1-1,-1-1 1,0 0-1,-1-1 1,1 1-1,-1-1 1,0 0-1,-1 0 1,1 0-1,-1 0 1,-1-1 0,1 0-1,1-7 1,1-3-5,-2 1 0,0-1 0,-1 0 0,0-29 0,-2 46-15,0 0 1,1-1 0,-1 1 0,0-1-1,0 1 1,0 0 0,0-1 0,0 1 0,1 0-1,-1-1 1,0 1 0,0 0 0,1-1-1,-1 1 1,0 0 0,0 0 0,1-1-1,-1 1 1,0 0 0,1 0 0,-1-1-1,0 1 1,1 0 0,-1 0 0,0 0 0,1 0-1,-1 0 1,1 0 0,-1 0 0,0-1-1,1 1 1,-1 0 0,1 0 0,-1 0-1,0 0 1,1 1 0,-1-1 0,0 0-1,1 0 1,0 0 0,21 5-49,-16-3 10,63 12 110,-32-7-49,0 2-1,48 17 1,-76-23 8,0 1 1,-1 0-1,0 0 1,0 0 0,0 1-1,0 1 1,-1-1-1,0 1 1,0 1 0,-1-1-1,1 1 1,-1 0 0,-1 0-1,9 15 1,-5-7 244,-7-12-152,0 0 1,0 0 0,-1 0 0,1 1 0,-1-1-1,1 0 1,-1 1 0,0-1 0,0 1-1,0 5 1,-1-8 587,-7-13-102,0-2-566,0 0 0,1-1 0,1 0 0,1 0 0,0 0 0,1-1 0,1 1 0,0-1 0,1 0 0,0 1 0,2-1 0,3-27 0,-3 39-115,0 0 1,0 0-1,1 0 0,-1 1 0,1-1 1,0 0-1,0 1 0,0-1 0,1 1 0,-1 0 1,1-1-1,0 1 0,0 1 0,0-1 1,0 0-1,0 1 0,1-1 0,-1 1 1,1 0-1,4-2 0,9-4-1944,1 1 0,0 1 0,22-4 0,-10 2-2576,2-4-4042</inkml:trace>
</inkml:ink>
</file>

<file path=ppt/ink/ink2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9:56.24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1464,'0'0'937</inkml:trace>
</inkml:ink>
</file>

<file path=ppt/ink/ink2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9:56.69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1 1 3169</inkml:trace>
</inkml:ink>
</file>

<file path=ppt/ink/ink2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9:56.86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122 1 3169,'27'42'1041,"-25"-35"9113,-3 2-4869,-9 22-4152,5-17 419,-10 41-265,3 0 1,1 1-1,-2 66 0,6 171-1705,7-269 368,0-23-100,0 0 1,0 1-1,0-1 0,-1 0 0,1 0 0,0 0 1,-1 0-1,1 0 0,-1 0 0,1 0 1,-1 0-1,1 0 0,-1 0 0,0 0 0,1 0 1,-1 0-1,0-1 0,0 1 0,0 0 1,0 0-1,1-1 0,-1 1 0,0-1 0,0 1 1,0-1-1,0 1 0,-1-1 0,1 1 1,0-1-1,0 0 0,-2 1 0,-36-2-9257,25-4 4082</inkml:trace>
</inkml:ink>
</file>

<file path=ppt/ink/ink2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9:57.21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83 3001,'0'0'17257,"18"-4"-15938,-6 1-1090,-2 0-70,1 0 1,0 1 0,0 1 0,0-1-1,-1 2 1,1-1 0,1 2-1,-2-1 1,1 2 0,11 1-1,29 7 96,-1-2 0,1-3 1,90-2-1,-138-3-249,0 0 0,0 0 0,0 0 0,0 0 0,0 0 1,0-1-1,0 0 0,-1 1 0,1-1 0,0 0 0,0 0 1,-1-1-1,1 1 0,3-3 0,-4 2 17,-1 0 0,1 1 1,-1-1-1,0 0 0,0 0 0,0 0 0,0 0 0,0-1 1,0 1-1,0 0 0,-1 0 0,1-1 0,-1 1 0,0 0 1,0 0-1,0-1 0,0-3 0,0 4-4,-1 1 1,0-1-1,1 1 0,-1-1 1,0 0-1,0 1 0,0-1 0,0 1 1,0 0-1,0-1 0,0 1 1,0 0-1,0 0 0,-1 0 0,1-1 1,0 1-1,-1 1 0,1-1 1,-1 0-1,0 0 0,1 0 1,-1 1-1,1-1 0,-1 1 0,0 0 1,-3-1-1,-50-7-1,37 6-16,8 1-4,0 0 0,0 1 0,0 0 0,0 1 0,-16 2 0,25-1-14,-1 0-1,1 0 0,0 1 1,0-1-1,0 0 0,1 0 0,-1 1 1,0-1-1,1 0 0,-1 1 0,1-1 1,0 1-1,0-1 0,0 1 0,0-1 1,0 0-1,1 1 0,0 2 1,0 5-29,-1-1-22,1-1 0,0 0 0,1 0 1,0 0-1,0 0 0,1 0 0,0-1 1,0 1-1,1-1 0,0 0 0,0 0 1,1 0-1,0 0 0,0-1 0,1 0 1,10 11-1,0-4-1449,0 0 1,1-1-1,0-1 0,0 0 1,31 13-1,5-4-7185</inkml:trace>
</inkml:ink>
</file>

<file path=ppt/ink/ink2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09:57.78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295 633 984,'0'0'18060,"-29"-15"-16413,-92-47-397,116 59-1132,-1 0 0,0 1 0,0 0 0,-1 0 0,1 0 1,0 1-1,-1 0 0,1 0 0,-1 1 0,-6 0 0,10 0-75,1 1-1,-1-1 1,0 1-1,1 0 1,-1 0-1,0 0 0,1 0 1,-1 0-1,1 0 1,-1 1-1,1-1 1,0 1-1,0 0 0,-1 0 1,1-1-1,-2 4 1,0 1 1,1 0 1,0 0 0,0 0-1,0 0 1,1 1-1,0-1 1,0 1-1,1 0 1,0-1 0,0 1-1,0 0 1,1 13-1,0-17-34,0-1-1,0 1 0,1 0 1,-1-1-1,1 1 0,-1 0 0,1-1 1,0 1-1,0-1 0,0 1 1,1-1-1,-1 1 0,0-1 1,1 0-1,0 0 0,-1 1 1,1-1-1,3 2 0,0 0 23,-1-1-1,1 0 1,0-1-1,-1 1 1,1-1-1,0 0 1,1 0 0,9 2-1,2-1 30,0-1 0,0-1-1,0 0 1,0-1 0,22-3 0,-27 0-45,0 0 1,1-1 0,-2 0 0,1 0-1,-1-2 1,1 1 0,-1-2 0,-1 1-1,1-1 1,-1-1 0,-1 0-1,12-12 1,16-17 8,48-65 0,-81 96-27,145-204-243,-122 167 140,-3-1 0,-2-1 0,18-52 0,-37 89 198,0 0-1,-1 0 1,0 0 0,0 0 0,0-12 0,-2 19-70,0 1 0,0 0 0,0-1 0,0 1-1,0-1 1,0 1 0,-1 0 0,1 0 0,0-1 0,0 1-1,0 0 1,-1-1 0,1 1 0,0 0 0,0-1 0,-1 1-1,1 0 1,0 0 0,0 0 0,-1-1 0,1 1 0,0 0 0,-1 0-1,1 0 1,0 0 0,-1-1 0,1 1 0,0 0 0,-1 0-1,1 0 1,-1 0 0,1 0 0,0 0 0,-1 0 0,1 0 0,0 0-1,-1 0 1,1 0 0,0 0 0,-1 1 0,1-1 0,-1 0-1,1 0 1,0 0 0,0 0 0,-1 0 0,1 1 0,0-1 0,-1 0-1,1 0 1,0 1 0,0-1 0,-1 1 0,-1-1 61,-7 5 35,-1 0 0,1 1 0,1-1 0,-1 2 1,1-1-1,0 1 0,0 0 0,1 1 0,0 0 0,0 0 0,-6 11 1,-7 12 425,-31 63 0,31-48-255,2 1 0,2 1 0,3 0 0,1 1 0,3 0 0,1 1 0,3 0 0,2 80 0,3 31 303,0-127-5539,0 0-5411</inkml:trace>
</inkml:ink>
</file>

<file path=ppt/ink/ink2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0:23.01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72 0 1776,'0'0'11327,"2"1"-11200,-1-1 90,-1 0-1,0 0 0,1 0 1,-1 0-1,1 0 1,-1 0-1,0 0 0,1 0 1,-1 0-1,0 0 1,0 0-1,1 0 0,-1 1 1,0-1-1,1 0 1,-1 0-1,0 0 0,1 0 1,-1 1-1,0-1 1,0 0-1,0 0 0,1 1 1,-1-1-1,0 0 1,0 1-1,0-1 0,1 0 1,-1 0-1,0 1 1,0-1-1,0 0 0,0 1 1,0-1-1,0 1 0,-30 62 794,22-49-791,1 0-1,0 0 1,-5 17 0,7-9 123,0 1-1,1-1 1,2 1 0,0 41-1,2-62-324,1 0-1,0-1 0,0 1 1,-1-1-1,1 1 0,0 0 1,0-1-1,0 1 1,0-1-1,1 0 0,-1 1 1,0-1-1,1 0 0,-1 0 1,1 0-1,-1 0 0,1 0 1,-1 0-1,1 0 1,-1-1-1,1 1 0,0-1 1,0 1-1,2 0 0,46 8 161,-33-9-149,-9 1-7,0-1 0,0 0 0,-1-1-1,1 0 1,0 0 0,8-3 0,-13 3-13,1-1 0,0 0 0,-1 0 0,0 0-1,1-1 1,-1 1 0,0-1 0,0 0 0,0 0 0,-1 0 0,1 0 0,-1 0 0,0-1 0,4-6 0,25-69 99,-30 76-106,-1 1 1,1 0 0,-1 0-1,1-1 1,-1 1-1,0 0 1,0-1 0,0 1-1,0 0 1,0-1-1,0 1 1,-1 0 0,1-1-1,-1 1 1,1 0-1,-1 0 1,0 0 0,0-1-1,0 1 1,-2-3-1,-32-42 39,18 26 39,15 19-53,0 1 0,0-1 0,-1 0 1,1 0-1,0 1 0,-1 0 0,1-1 0,-1 1 1,1 0-1,-1 0 0,0 0 0,1 1 0,-1-1 1,0 0-1,0 1 0,1 0 0,-6 0 0,2-1 62,5 1 81,-16 0-907,15 17-5908,2-1 770</inkml:trace>
</inkml:ink>
</file>

<file path=ppt/ink/ink2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0:23.01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9 1072,'0'0'11879,"0"-1"-12151,3-6 10220,-1 7-8375,0 8-1384,0 0 0,-1 0 0,0 0 0,0 0 1,0 12-1,5 69 1239,-6-81-1280,1-1 0,0 1 0,1-1 0,0 0 0,0 0 0,0 0 0,1 0 0,0 0 0,0 0 0,9 11 0,-4 18 610,2-16-466,-10-19-246,1 1-1,-1 0 0,1 0 1,0-1-1,-1 1 0,1 0 1,0-1-1,0 1 0,0-1 1,0 1-1,0-1 0,0 0 0,3 3 1,-3-4 11,12-12-20548</inkml:trace>
</inkml:ink>
</file>

<file path=ppt/ink/ink2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0:23.01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7 3 1536,'0'0'10972,"-7"-3"-1075,8 4-9854,0 0-1,0-1 1,1 1 0,-1 0 0,0-1 0,0 1 0,0-1 0,0 1-1,0-1 1,1 0 0,-1 1 0,0-1 0,0 0 0,1 0-1,-1 0 1,0 0 0,1 0 0,1-1 0,39 1 157,-32 0-147,125 0 160,-134 1-209,0-1 0,-1 1 0,1 0 0,-1 0-1,1-1 1,-1 1 0,1 0 0,-1 0 0,1 0 0,-1 0 0,1 0-1,-1 0 1,0-1 0,0 1 0,0 0 0,1 0 0,-1 0 0,0 0-1,0 0 1,0 0 0,0 0 0,-1 1 0,1 33 96,0-27-70,-1-6-24,1 0 0,0 0-1,-1 0 1,1 0 0,-1-1 0,0 1 0,0 0 0,1 0 0,-1-1 0,0 1 0,-1 0-1,1-1 1,0 1 0,0-1 0,-1 1 0,-2 1 0,-32 24 88,0 1 237,32-23-267,2-3-24,0 0 0,0 1 0,0-1 0,0 0 0,0 1 0,1 0 0,-1-1 0,1 1 0,0 0-1,0 0 1,0 0 0,0 0 0,0-1 0,0 1 0,1 0 0,0 0 0,0 1 0,-1-1 0,2 5 0,0-8-22,-1 1-1,1 0 1,-1-1 0,1 1 0,-1-1-1,1 1 1,0-1 0,-1 1-1,1-1 1,0 0 0,-1 1-1,1-1 1,0 0 0,0 1-1,-1-1 1,1 0 0,0 0 0,0 0-1,-1 0 1,1 0 0,0 0-1,0 0 1,0 0 0,1 0-1,29 0 57,-22-1 1,44 1-161,27 0 659,-57 0-1741,-20 0-118,-8 1-597,-15 3-3859,0 4-2995</inkml:trace>
</inkml:ink>
</file>

<file path=ppt/ink/ink2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0:23.01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0 196 5761,'0'0'9665,"5"-1"-8812,0 0-508,-1 0-1,1 0 0,0 0 0,0 0 0,0 1 1,0 0-1,9 1 0,-12-1-235,0 1 0,0 0-1,0-1 1,0 1 0,0 0 0,0 0 0,0 0 0,0 0-1,-1 0 1,1 1 0,0-1 0,-1 0 0,1 1-1,-1 0 1,0-1 0,1 1 0,-1 0 0,0-1 0,0 1-1,0 0 1,0 0 0,0 0 0,0 3 0,17 42 689,10 52 0,-20-76-501,-4-36 375,-4-49 173,0 54-1053,0-16 218,-1 15-9,0 1-1,1-1 0,0 0 0,1 0 1,0 0-1,0 0 0,1 1 1,0-1-1,0 1 0,1-1 0,0 1 1,1 0-1,0 0 0,7-12 0,1 4 57,1 1 0,0 0-1,1 1 1,1 0-1,20-14 1,-25 21-267,0 1 0,0 1 0,1-1 0,12-3 1,-15 6-749,1 1 1,0-1-1,0 2 1,0-1-1,17 1 1,-24 6-6046,-1-3 4872,4 7-6726</inkml:trace>
</inkml:ink>
</file>

<file path=ppt/ink/ink2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0:23.01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123 1 5209,'0'0'13126,"-6"3"-12570,-4 4-334,0-1 0,0 1 1,1 1-1,0 0 0,0 0 1,1 1-1,-13 16 1,17-20-180,1 1 1,-1 0 0,1 0-1,0 0 1,0 0 0,1 0-1,0 1 1,0-1 0,1 1 0,-1-1-1,1 1 1,1 0 0,-1-1-1,1 1 1,1 0 0,0 9 0,0-14-37,1 1 0,-1-1 0,0 0 0,1 1 0,-1-1 0,1 0 0,0 0 0,-1 0 0,1 0 0,0-1 0,0 1 0,0 0 0,1-1 0,-1 1 0,0-1 0,0 0 0,1 0 1,-1 0-1,1 0 0,-1 0 0,1 0 0,0-1 0,-1 1 0,1-1 0,0 0 0,-1 0 0,4 0 0,0 1 5,0-1 1,0 0-1,0 0 1,1-1-1,-1 1 1,0-1-1,0-1 1,0 1-1,0-1 0,0 0 1,7-3-1,-9 1 19,0 1 0,0-1 0,0 0 0,0 0 0,0 0 0,-1-1-1,1 1 1,-1-1 0,0 0 0,-1 0 0,1 0 0,-1 0 0,0 0 0,-1-1-1,1 1 1,-1-1 0,0 1 0,0-1 0,-1 1 0,1-1 0,-1 1 0,0-1 0,-1 0-1,0 1 1,-1-9 0,1 12-14,0 0 0,0 0-1,-1 0 1,1 0 0,0 0-1,-1 0 1,1 1 0,-1-1-1,0 0 1,0 1 0,1-1-1,-1 1 1,0 0 0,0 0-1,0 0 1,0 0 0,-1 0-1,1 0 1,0 0 0,0 0-1,-1 1 1,1 0 0,-3-1-1,-56-5-499,60 6-677,11 1-3920,18 7 529,4 2-2328</inkml:trace>
</inkml:ink>
</file>

<file path=ppt/ink/ink2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0:23.02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194 1 4185,'0'0'14079,"-4"0"-13368,-4-1-627,0 1 1,0 0-1,0 1 0,0 0 1,0 0-1,0 1 1,0 0-1,0 0 1,0 1-1,1 0 0,-1 1 1,1-1-1,0 1 1,0 1-1,0-1 1,1 1-1,0 0 0,-1 1 1,2-1-1,-1 1 1,1 1-1,0-1 1,0 1-1,1-1 0,-6 12 1,8-15-84,1-1 0,0 1 1,0 0-1,1-1 0,-1 1 0,0 0 1,1-1-1,0 1 0,0 0 0,0-1 1,0 1-1,0 0 0,0 0 1,0-1-1,1 1 0,1 3 0,-1-4 0,0 0-1,0-1 0,0 1 1,0-1-1,0 1 0,1-1 1,-1 1-1,1-1 0,-1 0 1,1 0-1,-1 1 1,1-1-1,0 0 0,0-1 1,-1 1-1,1 0 0,3 0 1,7 2-8,0-1 0,0-1 1,1 0-1,-1-1 0,25-2 1,-33 1 29,0 1 1,0-1-1,0 0 1,0-1-1,0 1 1,0-1-1,0 1 0,-1-1 1,1 0-1,0-1 1,-1 1-1,0-1 1,1 1-1,-1-1 1,0 0-1,0 0 1,-1 0-1,1-1 0,-1 1 1,4-7-1,-4 7-6,-1 0 0,0 0 0,0 0 0,0 0 0,0 0 0,0 0 0,0 0 0,-1 0-1,1 0 1,-1 0 0,0 0 0,0-1 0,0 1 0,-1 0 0,1 0 0,-1 0 0,0 0 0,0 0 0,0 0 0,0 0-1,0 0 1,0 0 0,-1 0 0,0 0 0,1 1 0,-1-1 0,0 1 0,-3-4 0,-6-13-10206,22 19 3878</inkml:trace>
</inkml:ink>
</file>

<file path=ppt/ink/ink2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0:23.02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84 23 2561,'0'0'9039,"-15"-18"1876,10 14-9225,4 3-1625,-1 1 0,1 0 0,0 0 0,0 0 1,0 0-1,-1 1 0,1-1 0,0 0 0,0 0 0,0 1 0,-1-1 0,1 1 0,0-1 0,0 1 0,0 0 0,0-1 1,0 1-1,0 0 0,0-1 0,0 1 0,0 0 0,-1 2 0,-5 25 184,3-5-73,-6 41-45,2 1 1,2 0-1,5 73 0,1-136-140,0 1 0,0-1-1,1 0 1,-1 1-1,0-1 1,1 0 0,0 0-1,0 0 1,0 0-1,0 0 1,0 0 0,0 0-1,0 0 1,0 0-1,1 0 1,-1 0-1,1-1 1,0 1 0,-1 0-1,1-1 1,0 0-1,0 1 1,0-1 0,0 0-1,0 0 1,0 0-1,0 0 1,0-1 0,0 1-1,1 0 1,2 0-1,8 1-238,0 0 0,1-1 0,0 0-1,15-2 1,-11 1-462,-12-1 364,0 0 0,0 0 0,0 0 0,0-1 0,0 0 0,-1 0 0,1-1 0,-1 1 0,1-1 0,5-5 0,35-14-7297,-32 19 845</inkml:trace>
</inkml:ink>
</file>

<file path=ppt/ink/ink2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0:23.02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7 1688,'0'0'19276,"32"-6"-18819,0 6-137,0 0-192,7 0-128,12 0-208,32 3-1401,-12 0-2560,0-3-5729</inkml:trace>
</inkml:ink>
</file>

<file path=ppt/ink/ink2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0:23.02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62 1432,'0'0'13258,"26"-2"-12253,185-19 446,-133 12-796,324-20 3265,-398 29-3885,-1-1 0,1 1 0,-1 0 0,0 1 0,1-1 0,-1 1 0,1-1 0,-1 1 0,0 0 0,1 0 1,-1 1-1,0-1 0,0 1 0,0-1 0,0 1 0,3 3 0,-3-1 26,0 0-1,0 1 1,0-1 0,-1 1 0,1 0-1,-1-1 1,-1 1 0,1 0-1,-1 1 1,2 5 0,6 45 310,-1 0 1,-3 1-1,-3 0 1,-5 63-1,1-12 521,2-81-736,1-6-38,-1-1-1,-1 1 1,-1-1 0,-1 0 0,-5 21-1,-3 3 376,-6 46 0,1-6 35,14-64-533,7-16-2411,16-24-5335,-14 10 2240</inkml:trace>
</inkml:ink>
</file>

<file path=ppt/ink/ink2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0:23.02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 0 5761,'0'0'11655,"-2"0"-8266,7 0-2291,7 2-868,1 1-1,-1 1 0,0 0 0,0 0 0,0 2 1,-1-1-1,1 1 0,19 15 0,2-2 44,-18-10-153,0 0 1,-1 1 0,0 0 0,17 16 0,-29-24-221,1 0-650</inkml:trace>
</inkml:ink>
</file>

<file path=ppt/ink/ink2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0:23.02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265 6 1568,'0'0'15640,"-3"-2"-14637,2 2-901,0-1 1,-1 0-1,1 1 1,0 0-1,-1-1 1,1 1-1,-1 0 1,1-1-1,-1 1 1,1 0-1,-1 0 1,1 0-1,0 0 1,-1 1-1,1-1 1,-1 0-1,1 1 1,-1-1-1,1 0 1,0 1-1,-3 1 1,-25 22 1731,5-2-1242,-23 17 726,-55 57 0,99-94-1375,0 1 0,0 0 1,1 0-1,0 1 0,-1-1 0,1 0 0,0 1 1,0 0-1,-2 6 0,4-9-222,0 0 1,0 0-1,-1 1 1,1-1-1,0 0 1,0 0-1,0 0 1,1 1-1,-1-1 1,0 0-1,0 0 1,1 0-1,-1 1 1,1-1-1,-1 0 1,1 0-1,-1 0 1,1 0-1,0 0 1,-1 0-1,1 0 1,0 0 0,0 0-1,0 0 1,0-1-1,0 1 1,0 0-1,0 0 1,0-1-1,0 1 1,0-1-1,0 1 1,0-1-1,2 1 1,22 9-10678</inkml:trace>
</inkml:ink>
</file>

<file path=ppt/ink/ink2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0:23.02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623 204 2617,'0'0'9502,"-3"-11"-8496,-6-37-45,8 47-831,1-1 1,-1 1 0,1 0 0,-1 0-1,0 0 1,1-1 0,-1 1 0,0 0-1,0 0 1,0 0 0,0 0 0,0 0-1,0 1 1,0-1 0,0 0 0,0 0-1,-1 1 1,1-1 0,0 0 0,0 1-1,-1-1 1,1 1 0,0 0 0,-1-1-1,1 1 1,-2 0 0,-36 0 446,30 1-279,-16-2 171,-1 1 1,1 1 0,0 1 0,0 1-1,0 2 1,0 0 0,1 2-1,-28 10 1,30-7-280,1 1 0,-1 1 0,2 0 0,-1 2 0,2 0 0,0 1 0,-19 20 0,28-24-77,1 0 0,0 0 1,1 1-1,0 0 0,0 0 1,2 1-1,-1 0 0,2 0 1,0 1-1,0-1 0,1 1 1,1 0-1,-2 21 0,0 15 294,2 66 0,4-98-371,1-1 0,0 0 0,1 0 0,1 0 1,1-1-1,0 1 0,12 24 0,-8-22 7,0 0 1,2-1-1,1 0 0,0-1 1,1 0-1,0-1 0,2-1 0,0 0 1,0 0-1,2-2 0,0 0 1,0-1-1,1-1 0,26 13 1,-14-10 34,1-1 1,1-2 0,0 0 0,0-3 0,1 0 0,0-3-1,0 0 1,44 0 0,-51-5-45,-2 0 31,-1 0 1,46-7-1,-61 5-51,0 0 0,1-1 0,-1 0 0,-1 0 0,1-1 0,0 0 0,-1 0 1,0-1-1,0 0 0,0 0 0,10-10 0,10-15 20,-1 0 0,-2-2 0,-1 0 0,31-62 0,-45 77-34,-1 0 0,-1 0 0,-1-1 0,-1-1-1,0 1 1,-1 0 0,1-23 0,-1-135 0,-4 116 0,-1 46 2,-1 0 0,0 0 0,-1-1 0,0 1 0,-1 1 0,-9-20 0,0 3 7,-30-50-1,38 72-8,0 0 0,-1 0 0,-1 1 0,1 0 0,-1 0 0,-1 0 0,1 1 0,-15-10 0,1 4 4,-1 2 0,-25-10-1,-19-9 51,15-2-35,44 25-18,-1 1 1,1 0-1,-1 0 0,0 1 1,0 0-1,-1 1 0,1 0 1,-1 0-1,1 0 0,-17-1 1,-55 2 61,74 2-92,0 1-1,0 0 0,0 0 0,0 0 0,0 1 1,0 0-1,1 0 0,-1 0 0,1 1 0,-11 6 0,2 0-1884,3-6-4420,4-2-2807</inkml:trace>
</inkml:ink>
</file>

<file path=ppt/ink/ink2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0:23.02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475 43 1736,'0'0'8399,"-5"10"2609,6-8-10202,12-3-791,-1-1 1,1-1-1,0 0 1,-1-1-1,0 0 1,0 0 0,0-2-1,16-9 1,-17 10-11,-9 0 2294,-10 3-980,7 2-1264,0 0-1,0 0 1,1 0 0,-1 0-1,0 0 1,0 0-1,0 1 1,0-1 0,1 0-1,-1 0 1,0 1-1,0-1 1,1 1-1,-1-1 1,0 0 0,1 1-1,-1 0 1,0-1-1,1 1 1,-1-1-1,0 1 1,1 0 0,-1-1-1,1 1 1,0 0-1,-1-1 1,0 3-1,-18 52 1090,-8 24-192,-17 85 0,34-120-823,-2 0 1,-3-1 0,-20 43-1,-68 120 266,41-87-109,-141 220 80,196-330-358,0 2 0,1-1-1,1 1 1,-1 0-1,2 0 1,0 0-1,0 1 1,1-1-1,0 1 1,-1 14-1,4-25-18,6-30-3053,-5 1-4635,-1 18 996</inkml:trace>
</inkml:ink>
</file>

<file path=ppt/ink/ink2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0:23.02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1284 201 1176,'0'0'13543,"-7"-18"-8734,-7 12-4074,1 1 0,-1 1 0,0 0 0,0 0 0,0 2 0,-24-2 0,-96 2-648,81 3 550,10 1-489,0 1 0,0 2-1,0 3 1,1 1-1,0 1 1,1 3-1,1 2 1,-57 27 0,50-17-12,1 1 0,2 3 0,1 1 1,1 2-1,2 2 0,-57 61 0,75-70-16,1 1-1,1 1 0,2 1 0,-26 49 1,35-57-58,1 0-1,0 0 1,2 0 0,1 1 0,0 0-1,1 0 1,2 0 0,-1 27 0,2-38-44,1-1 0,1 1 0,0 0 1,0 0-1,1-1 0,0 1 0,0-1 1,1 0-1,5 10 0,-4-12-6,1 0 0,0-1 0,0 1 0,0-1 0,1 0 0,0 0-1,0-1 1,0 0 0,1 0 0,0-1 0,11 6 0,4 1 5,0-1-1,0-1 1,1-1 0,0-1 0,0-1-1,1-1 1,31 2 0,176-1 23,-160-7 7,-32 0-46,0-1 0,-1-3-1,1-1 1,-1-2 0,0-1-1,-1-2 1,0-2 0,48-23-1,-56 21-14,-2 0 0,0-1 0,-1-2 0,0-1 0,-2-1-1,0-1 1,-2-1 0,0-1 0,-1-1 0,29-45 0,-35 43 8,-1 0 0,-1-2 0,-2 1-1,0-1 1,-2-1 0,-2 0 0,7-45 0,-5-12-9,-4-115 0,-5 189 16,-1 1 1,-1 0-1,0 0 0,-1 0 0,0 1 0,0-1 0,-1 1 1,0 0-1,-1 0 0,-1 0 0,1 0 0,-1 1 0,-11-13 1,7 10 10,0 1 1,-1 0 0,0 1 0,-1 1-1,0-1 1,0 2 0,-1 0 0,0 0-1,-19-7 1,14 9-147,14 9-1283,27 15-1979,14-2-1392,7-2-2960</inkml:trace>
</inkml:ink>
</file>

<file path=ppt/ink/ink2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0:23.02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37 46 4217,'0'0'6163,"-24"-16"-3236,21 19 1539,2-6-160,-2-4-5170,-3-15 1445,6 23-552,1-1-1,-1 0 1,0 0 0,0 0-1,0 0 1,0 0-1,0 0 1,0 0 0,0 0-1,0 0 1,0 0 0,0 0-1,0 0 1,0 0-1,0 0 1,0 0 0,1 0-1,-1 0 1,0 0 0,0 0-1,0 0 1,0 0-1,0 0 1,0 0 0,0 0-1,0 0 1,0 0 0,0 0-1,0 0 1,1 0-1,-1 0 1,0 0 0,0 0-1,0 0 1,0 0 0,0 0-1,0 0 1,0 0-1,0 0 1,0 0 0,0 0-1,0 0 1,0 0 0,0-1-1,0 1 1,0 0-1,1 0 1,-1 0 0,0 0-1,0 0 1,0 0 0,0 0-1,0 0 1,0 0-1,0 0 1,21 31 3027,-9-11-3336,143 186 2242,-19-53-978,-77-91-546,-4 2 0,55 83-1,-83-103-214,3-2 0,1-1 0,2-2-1,2 0 1,1-3 0,46 37 0,-23-40 93,-21 4-197,-28-27-65,0 1 0,0-2 0,1 0 0,0 0 1,15 9-1,-3-6-49,-1 2 1,26 20-1,18 11-8,-3-3 3,-62-40-15,-1-1-106,-39-1-5620,13 0 1307,9 0-2213,3 0-5745</inkml:trace>
</inkml:ink>
</file>

<file path=ppt/ink/ink2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0:23.03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1235 203 6225,'0'0'11113,"-12"-9"-10144,2 1-655,0 0 0,-1 1 0,0 1 1,0 0-1,0 0 0,-1 1 1,0 0-1,-24-5 0,-61-3 1163,0 5 0,-121 6 0,144 2-1125,44 2-276,1 1 0,0 1 1,0 2-1,0 1 0,1 1 1,0 1-1,0 2 1,1 1-1,1 1 0,0 1 1,0 1-1,2 1 0,0 2 1,1 0-1,1 1 1,0 2-1,2 0 0,0 1 1,2 1-1,0 1 1,-27 50-1,36-52 3,1 0-1,2 1 1,0 0 0,2 0-1,0 0 1,2 1 0,0-1-1,2 1 1,3 37 0,-1-50-71,0-1 0,0 0 0,1 0 0,1 0 0,0 0 0,0 0 0,1-1 0,0 0 0,0 0 0,1 0 0,1-1 0,-1 1 0,1-2 0,0 1 0,10 7 1,3 2 25,0-1 1,2-1-1,0 0 1,44 21-1,-29-21 20,1-1-1,0-2 1,1-2-1,0-1 0,66 5 1,200-3 110,-285-11-157,14 0 26,5 1-2,-1-2 0,67-10 1,-91 8-25,-1-1-1,0 0 1,0 0 0,0-1 0,-1-1 0,0 0 0,0-1 0,0-1 0,-1 1 0,0-2 0,13-12 0,-4 2-5,0-2 1,-1 0-1,-2 0 1,0-2-1,-2 0 1,0-1-1,-1-1 1,-2 0-1,-1-1 1,0 0-1,-2-1 1,-1 0-1,-2 0 1,0 0-1,-2-1 1,2-42-1,-6 58-3,1-3 9,-1 0-1,0-1 0,-1 1 0,0 0 1,-1-1-1,-1 1 0,0 0 1,-2 0-1,1 1 0,-2 0 1,-10-21-1,-8-1 21,-1 1 0,-2 1 0,-2 1 1,-1 2-1,-1 1 0,-2 1 0,-36-25 0,63 51 6,1-1 0,-1 1 1,1 0-1,-1 1 0,0-1 0,0 1 0,0 0 0,-1 1 0,1-1 0,0 1 0,-1 1 0,1-1 0,-1 1 0,-10 1 0,16-1 134,1 10-7228,0-4 911</inkml:trace>
</inkml:ink>
</file>

<file path=ppt/ink/ink2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0:23.03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957 53 1168,'0'0'8525,"0"-38"1096,0 27-9347,0 11-228,0 0 0,0 0 0,-1-1 0,1 1 0,0 0 0,-1 0 0,1-1 0,0 1 0,0 0 0,-1 0 0,1 0 0,0 0 0,-1-1 0,1 1 0,0 0 0,-1 0 0,1 0 0,0 0 0,-1 0 0,1 0 0,0 0 0,-1 0 0,1 0 0,-1 0 0,1 0 0,0 0 0,-1 0 0,1 0 0,0 0 0,-1 0 0,1 1 0,0-1 0,-1 0 0,1 0 0,0 0 0,-1 0 0,1 1 0,0-1 0,0 0 0,-1 0 0,1 1 0,0-1 0,0 0 0,-1 0 0,1 1 0,0-1 0,0 0 0,0 1 0,-17 12 514,9 0-179,0 0 0,1 0 0,-7 17 0,-14 26 361,-43 75 1302,-14 22-1076,50-85-385,-85 206 481,33-66-634,87-207-429,-140 278 339,44-96-171,-33 55 723,39-83-452,89-155-446,0 1 1,0 0-1,1 0 1,-1 0-1,1 0 1,-1 0 0,1 0-1,-1 0 1,1 0-1,-1 0 1,1 0-1,0 0 1,0 0-1,-1 1 1,1-1-1,0 0 1,0 0-1,0 0 1,0 0 0,0 0-1,1 2 1,0-3-71,-1 0 0,1 0 0,-1 0 0,1 0 0,0 1 0,-1-1 0,1 0 0,0 0 1,-1 0-1,1 0 0,0 0 0,-1 0 0,1-1 0,-1 1 0,1 0 0,0 0 0,-1 0 1,1-1-1,-1 1 0,1 0 0,0-1 0,-1 1 0,1 0 0,-1-1 0,1 1 0,-1-1 0,1 1 1,-1 0-1,0-1 0,1 0 0,-1 1 0,1-1 0,-1 0 0,12-13-4009,-4-1-2260</inkml:trace>
</inkml:ink>
</file>

<file path=ppt/ink/ink2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0:23.03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1661 57 8194,'0'0'9837,"-31"-9"-8636,-6-3-813,15 4-115,0 1 0,0 1 1,-1 1-1,0 1 0,0 1 0,-31 0 1,-324 12 3293,323-3-3152,0 3 0,0 2 1,1 2-1,-92 36 0,102-30-285,1 3 0,0 1-1,2 2 1,1 2 0,1 1 0,2 3-1,0 1 1,3 1 0,0 2-1,-37 52 1,45-52-90,3 1 1,1 1 0,2 1-1,1 0 1,2 2 0,2 0-1,1 1 1,3 1-1,1 0 1,2 0 0,-5 78-1,14 220 539,5-302-496,1 1-1,2-1 1,1 0-1,2-1 1,2 0-1,1-1 1,2-1-1,1-1 1,34 48 0,-40-66-66,0 0 0,2-1 0,0 0 1,1-1-1,0 0 0,1-1 1,0-1-1,1-1 0,1 0 1,35 15-1,-26-15 15,0-2 1,1-1 0,0-2-1,0 0 1,1-2-1,0-1 1,36-1-1,-45-2-13,27 1 16,-1-2-1,1-2 1,73-15 0,-70 5-31,-1-3 0,-1-1 0,0-3 0,-1-1 0,-1-3 0,-2-2 0,43-32 0,-55 34 1,0-2 1,-3-2-1,0 0 0,-2-2 1,0-1-1,-3-2 0,-1 0 0,-1-1 1,26-55-1,24-73-111,86-291 0,-149 420 66,-2-2-1,-1 1 1,3-64 0,-9 84 21,0 0 1,-1-1-1,0 1 1,-1 1-1,-1-1 0,0 0 1,-1 0-1,0 1 1,-1 0-1,-1 0 0,0 0 1,-9-14-1,0 9 11,0 0 0,-1 1 0,-1 1 0,0 0 0,-1 1 0,-1 1 0,0 1 0,-1 1 0,-39-18 0,-14-1 12,-119-31 0,73 25 6,87 21 40,29 13-47,0 1 0,0 0 0,-1 0 0,1 0 0,-1 1 1,0-1-1,1 1 0,-1 0 0,0 0 0,0 0 0,-4 0 1,7 1 9,-6 19-596,7-11-463,0-6 600,-1 0 0,1 0-1,0 0 1,0 1 0,0-1-1,0 0 1,1 0-1,-1 0 1,1-1 0,-1 1-1,1 0 1,-1 0 0,1 0-1,0 0 1,0 0 0,2 2-1,8 3-5881</inkml:trace>
</inkml:ink>
</file>

<file path=ppt/ink/ink2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0:23.03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149 135 3265,'0'0'14664,"-13"-22"-14532,6-4-117,7 23-14,-1 1 1,1-1-1,-1 1 1,0-1-1,1 1 1,-1 0-1,0-1 1,0 1-1,0 0 1,-1 0-1,1 0 1,0 0-1,-1 0 1,0 0-1,-1-2 1,-42-29 511,42 31-139,-25-10 4726,28 12-5044,-1 0 1,0 0-1,1-1 0,-1 1 0,1 0 0,-1 0 1,0 0-1,1 0 0,-1 0 0,0 0 1,1 0-1,-1 0 0,0 0 0,1 0 0,-1 0 1,0 0-1,1 0 0,-1 1 0,0-1 1,1 0-1,-1 0 0,1 1 0,-1-1 0,1 0 1,-1 1-1,1-1 0,-1 1 0,1-1 0,-1 1 1,1-1-1,-1 1 0,1-1 0,0 1 1,-1-1-1,1 1 0,0 0 0,-1-1 0,1 1 1,0-1-1,0 1 0,-1 1 0,-6 61 589,2 1 1,5 87-1,1-66-416,4 18 259,5-1-1,33 143 1,-20-129-138,12 166 0,-33 3 19,3 37 14,9-173-226,3 68 107,-17 24-418,0-243-335,-1 0 1,1 1 0,0-1-1,0 0 1,-1 1-1,1-1 1,-1 0 0,0 1-1,1-1 1,-1 1-1,0-1 1,0 1 0,0-1-1,0 1 1,0 0-1,0-1 1,-2 0 0,-9-8-6401</inkml:trace>
</inkml:ink>
</file>

<file path=ppt/ink/ink2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0:23.03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1643 174 11963,'0'0'4172,"-33"-10"-2765,-3-2-956,7 2-35,0 1 0,-1 1 0,0 2 1,0 0-1,-37 0 0,-15 2 922,-131 11 0,169-1-952,0 1 0,1 2 0,0 2 0,-71 27 0,68-17-159,2 2 1,0 2-1,2 2 0,1 1 1,1 3-1,1 1 0,2 1 1,2 2-1,-53 67 0,45-44-108,2 2 0,3 2 0,3 2 0,2 1 0,3 1 0,-23 77 0,42-102-43,1 0 0,2 0-1,-4 59 1,6 128 330,6-211-381,1 8 6,1 1 1,1-1-1,1 0 1,1 0-1,1-1 1,1 1-1,1-1 1,2-1-1,0 0 1,1 0-1,2-1 1,29 41-1,-28-45 0,0-1 0,2-1 0,0-1 0,0 0 0,2-1 0,-1 0 0,2-2 0,0 0-1,0-1 1,1-1 0,1-1 0,-1-1 0,1-1 0,1 0 0,22 3 0,-16-5 28,1-1 0,0-2 1,0 0-1,0-2 0,0-2 1,0 0-1,-1-2 0,1-1 1,-1-1-1,0-2 1,49-19-1,-5-6-39,-2-3-1,-1-3 1,-2-3 0,75-63-1,-99 70-17,-3-3 0,-1-1 0,-2-2-1,-2-1 1,-1-2 0,53-94 0,-74 112 5,-1-1 1,-1-1-1,-2 1 1,0-2 0,-2 1-1,3-31 1,-2-12 1,-3-96 1,-6 129-5,-3 1 0,-1 0 0,-1 0 0,-3 0 1,0 1-1,-3 0 0,-29-64 0,17 53-2,-1 1-1,-2 1 0,-3 2 1,-1 0-1,-40-40 1,42 53-2,-1 2 0,-2 1 1,-1 1-1,-1 2 0,-1 2 1,-1 1-1,0 1 0,-2 2 1,0 2-1,-56-15 0,54 23-6,40 37-39,1-26-12,-1 1-1,0-1 1,1 0 0,0 0 0,-1 1-1,1-1 1,0 0 0,1 0 0,-1 0-1,1 0 1,-1 0 0,1-1 0,0 1-1,0 0 1,0-1 0,0 1 0,0-1-1,1 0 1,-1 1 0,1-1 0,0 0-1,5 2 1,-1 0-844,0-1-1,0 0 1,1 0-1,-1-1 1,1 1-1,-1-2 1,1 1-1,13 0 1,11-2-5239</inkml:trace>
</inkml:ink>
</file>

<file path=ppt/ink/ink2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0:23.03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6 1 4905,'0'0'10178,"-6"0"-3558,243 0-6373,-236 1-226,0 0 0,-1 0 0,1 0 0,0 1-1,-1-1 1,1 0 0,0 0 0,-1 1 0,1-1 0,-1 0 0,0 1 0,0-1 0,1 0 0,-1 1-1,0-1 1,0 0 0,0 1 0,0-1 0,-1 3 0,-3 32 597,0-30-517,0-1 0,-1 1 0,0-1-1,0 1 1,0-1 0,0-1 0,-1 1-1,-12 7 1,-55 27 299,60-32-254,76-4-69,-54-3-78,-1-1-3,-1 1 0,0 0 0,1 1-1,-1-1 1,0 1 0,1 1 0,12 3 0,-18-3 0,0-1 1,0 1-1,0 0 1,0-1-1,0 1 1,0 0-1,-1 0 1,1 0-1,-1 0 1,1 1-1,-1-1 1,0 0-1,1 1 1,-1-1-1,-1 1 1,1-1-1,0 1 1,0-1-1,-1 1 1,0-1-1,1 1 1,-1 0-1,0-1 1,0 1-1,-1 3 1,1 2 2,0-1 0,0 0 1,-1 1-1,0-1 1,0 0-1,0 0 1,-1 0-1,-1 0 1,1 0-1,-7 12 1,7-16 55,-1 0 1,0 0-1,1 0 1,-1 0-1,0 0 1,0-1-1,-1 0 1,1 1-1,-1-1 1,1-1-1,-1 1 1,1 0-1,-1-1 1,0 0-1,0 0 1,0 0-1,0 0 1,0 0-1,0-1 1,0 0-1,0 0 1,-4 0-1,4 0 26,0-1-1,1 1 0,-1 0 1,0-1-1,0 0 0,1 0 1,-1 0-1,1-1 0,-1 1 1,1-1-1,-1 0 0,1 0 0,0 0 1,0 0-1,0 0 0,0-1 1,0 1-1,0-1 0,1 0 1,-1 0-1,1 0 0,-3-5 1,-6 5-109,10 3-211,5 0-3413,45 2-4401,-12 8 1678</inkml:trace>
</inkml:ink>
</file>

<file path=ppt/ink/ink2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0:23.03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161 2 1744,'0'0'13934,"0"-2"-11491,-1 5-1280,-3 4-802,0 0 0,-1-1-1,0 0 1,0 0 0,0 0 0,-1 0 0,-8 6-1,-14 15 391,13-11-395,-32 46 113,43-56-467,2-1 0,-1 1 1,0 0-1,1 0 0,0 0 1,1 0-1,-1 0 1,1 0-1,1 0 0,-1 10 1,1-15-2,0-1 1,1 1 0,-1-1-1,0 1 1,1-1-1,-1 1 1,0-1 0,1 0-1,-1 1 1,1-1-1,-1 0 1,1 1-1,-1-1 1,1 0 0,-1 1-1,1-1 1,-1 0-1,1 0 1,-1 0 0,1 1-1,0-1 1,-1 0-1,1 0 1,-1 0 0,1 0-1,-1 0 1,1 0-1,0 0 1,24-1 35,-19 1-38,340 0-1370,-349 0 989,-12-1-3697,2-4-3908,12 2 2873</inkml:trace>
</inkml:ink>
</file>

<file path=ppt/ink/ink2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0:23.03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75 0 9562,'0'0'12797,"-12"29"-11580,-35 90-265,44-114-835,1 1-1,0 0 1,0 0 0,0 0 0,1 0-1,0 1 1,0-1 0,0 0 0,1 0-1,0 1 1,0-1 0,1 7 0,1 9-851,0-19 102,-1 0-1,0 0 1,1-1 0,-1 1-1,1 0 1,0-1 0,0 1-1,0-1 1,0 0 0,0 0-1,0 0 1,5 4 0,17 7-5522</inkml:trace>
</inkml:ink>
</file>

<file path=ppt/ink/ink2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0:23.042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0 100 5297,'0'0'10792,"1"-6"-10052,0 4-687,-1 0 0,1 0 0,-1 0 1,1 0-1,0 0 0,0 1 0,0-1 0,0 0 1,0 0-1,0 1 0,0-1 0,1 1 0,-1-1 0,1 1 1,-1-1-1,1 1 0,-1 0 0,1 0 0,2-2 1,48-15 893,19 3-815,-1 3 0,2 4-1,-1 2 1,90 6 0,-160 1-134,0 1 0,-1 0 0,1 0-1,-1 0 1,1-1 0,-1 1 0,0 0 0,0 0 0,0 0 0,0 0 0,0 0 0,0 3 0,-1-3 10,1 3 12,0 0-1,-1 0 0,0 0 1,0 0-1,-1-1 0,1 1 1,-1 0-1,0-1 0,0 1 1,-1-1-1,1 1 0,-1-1 1,0 0-1,0 0 1,0-1-1,-1 1 0,1 0 1,-1-1-1,-5 3 0,-25 30 21,32-32-47,1-1 0,0 1 0,-1 0 0,1 0 0,1-1 0,-1 1 0,1 0 0,-1 0 0,1 0 0,0 0 0,0 0 0,1 0 0,-1 0 0,1 0 0,0 0 0,0-1 0,0 1 0,0 0 0,1-1 0,0 1 0,0 0 0,0-1 0,0 0 0,0 0 1,3 4-1,17 12-254,-9-9 180,0 1 0,-1 0 0,-1 0-1,0 1 1,0 1 0,-1 0 0,13 23 0,-23-35 85,0 0 0,0 0 0,0 0 0,0-1 1,0 1-1,0 0 0,0 0 0,-1-1 0,1 1 0,0 0 0,0 0 0,-1-1 0,1 1 1,-1 0-1,1-1 0,0 1 0,-1-1 0,1 1 0,-1 0 0,0-1 0,1 1 0,-1-1 0,1 1 1,-1-1-1,0 0 0,1 1 0,-1-1 0,0 1 0,0-1 0,1 0 0,-1 0 0,0 0 1,0 1-1,1-1 0,-1 0 0,0 0 0,0 0 0,-1 0 0,-39 6 572,33-5-508,-68 14 652,55-10-80,0-1 1,0 0-1,-25 0 0,45-4 485,2 9-10511,4-5 4284</inkml:trace>
</inkml:ink>
</file>

<file path=ppt/ink/ink2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0:23.04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17 7154,'0'0'8364,"2"-16"-2912,-4 16-3889,3 12-865,-1 0-1,2 0 1,0 0 0,0 0-1,5 15 1,23 108 316,-23-105-918,-1 1 1,2 51-1,-2-11 193,0 57 388,-6-128-635,17 0-1211,-11 1-3286,-3 11-14302</inkml:trace>
</inkml:ink>
</file>

<file path=ppt/ink/ink2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0:23.04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372 3 4609,'-1'-2'10862,"1"2"-10644,-10 9-131,0 1 0,0 1 0,1-1 0,-8 15 0,5-9-4,-83 97 1310,-35 50-186,125-156-1190,0-1 1,-1-1 0,1 1-1,-1-1 1,0 0 0,-1 0 0,1-1-1,-1 0 1,0 0 0,-10 4-1,68-5 812,95-14-703,-112 7-107,-17 2 22,0 0 1,0 1-1,0 1 1,0 0-1,0 2 1,0 0-1,0 1 1,-1 0-1,1 1 1,18 8-1,-27-8 146,0 0 0,1-1 0,-1 0 0,1-1 0,-1 0 0,1 0 0,15 1 0,-23-3 245,-1 0-482,0 0 0,0 0-1,1 0 1,-1 0 0,0 0-1,1 0 1,-1 0-1,0 0 1,0-1 0,1 1-1,-1 0 1,0 0-1,0 0 1,1 0 0,-1 0-1,0 0 1,0-1-1,0 1 1,1 0 0,-1 0-1,0 0 1,0-1 0,0 1-1,0 0 1,1 0-1,-1-1 1,0 1 0,0 0-1,0 0 1,0-1-1,0 1 1,0 0 0,0 0-1,0-1 1,0 1 0,1 0-1,-1 0 1,0-1-1,0 1 1,-1 0 0,1 0-1,0-1 1,0 1-1,0 0 1,0-1 0,-1-32-6493,-4 17 886</inkml:trace>
</inkml:ink>
</file>

<file path=ppt/ink/ink2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0:23.04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129 3 5097,'0'0'5989,"0"0"-5740,0 0-1,-1 0 0,1-1 1,-1 1-1,1 0 0,0 0 1,-1-1-1,1 1 0,-1 0 1,1 0-1,-1 0 0,1 0 1,-1 0-1,1 0 0,-1 0 1,1 0-1,-1 0 0,1 0 1,-1 0-1,1 0 0,-1 0 1,1 0-1,-1 0 0,-9 23 541,2 1 0,1-1 0,-8 45 0,1-5-511,-48 190 290,61-228-357,1-20-7408</inkml:trace>
</inkml:ink>
</file>

<file path=ppt/ink/ink2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0:23.04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305 141 5673,'0'0'10366,"1"-6"-9287,3-23-141,-4 28-867,0 1 1,-1-1-1,1 0 1,0 0-1,-1 1 0,1-1 1,0 0-1,-1 0 1,1 1-1,-1-1 0,1 1 1,-1-1-1,1 0 1,-1 1-1,0-1 0,1 1 1,-1-1-1,0 1 1,1-1-1,-1 1 1,0 0-1,1-1 0,-1 1 1,0 0-1,0 0 1,0 0-1,1-1 0,-1 1 1,0 0-1,0 0 1,0 0-1,1 0 1,-2 0-1,-31-1 551,30 1-514,-7 0-52,-1 1 0,1 0 0,0 1 0,-1 0 0,1 0 0,0 1 0,0 0 0,0 1 0,1 1 0,-1-1 0,1 1 0,0 1 0,0-1 0,1 2 0,0-1 0,0 1 0,0 0 0,1 1 0,0 0 0,0 0 0,1 0 0,0 1 0,-9 18 0,10-17-45,0 0 1,0 1-1,1-1 0,0 1 0,1 0 1,1 0-1,-1 0 0,2 0 0,0 1 1,0-1-1,1 0 0,0 1 0,3 19 1,-1-28 2,-1 0 0,0 0 0,1-1 0,0 1 0,0 0 0,0-1 0,0 1 0,0-1 0,1 0 0,-1 1 0,1-1 0,4 3 0,39 24 357,-35-23-304,5 4 26,1-1 0,0-1 0,0-1 0,0 0 0,1-1 0,29 6 0,-37-11-63,-1 1 0,1-2 0,0 1 0,-1-2 0,1 1 0,0-1 0,-1 0 1,1-1-1,-1 0 0,0-1 0,1 0 0,-1 0 0,-1-1 0,14-7 1,1-3-17,-1 0 0,0-2 1,-1 0-1,0-2 1,20-22-1,-33 31 27,-1 0-1,-1 0 1,1 0-1,-2-1 1,1 1-1,-1-2 1,-1 1-1,0 0 1,0-1 0,-1 0-1,0 0 1,-1 0-1,0 0 1,0-21-1,-2 14 95,0 5-46,0-1 0,0 1 0,-1-1 0,-1 1 0,-4-14 0,5 23-83,-1-1 1,0 0-1,0 1 1,-1 0-1,1 0 1,-1 0-1,0 0 0,0 0 1,0 0-1,-1 1 1,1-1-1,-1 1 0,0 0 1,0 0-1,0 0 1,0 1-1,-7-4 1,-6 0 30,-1 0 0,0 1 1,0 1-1,0 0 0,0 1 1,-1 1-1,1 1 0,-1 1 1,1 0-1,-37 7 0,19 6 981,24-5-1773,12-8 626,0 0 0,0 0 0,0 1 0,0-1-1,0 0 1,0 0 0,0 1 0,0-1 0,0 0 0,0 0 0,1 0-1,-1 1 1,0-1 0,0 0 0,0 0 0,0 0 0,0 0 0,1 1-1,-1-1 1,0 0 0,0 0 0,0 0 0,1 0 0,-1 0 0,0 0-1,0 0 1,0 0 0,1 0 0,-1 1 0,0-1 0,0 0-1,1 0 1,-1 0 0,0 0 0,0 0 0,0 0 0,1 0 0,-1 0-1,0-1 1,0 1 0,1 0 0,-1 0 0,0 0 0,0 0 0,0 0-1,1 0 1,-1 0 0,0-1 0,13 1-5475</inkml:trace>
</inkml:ink>
</file>

<file path=ppt/ink/ink2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0:23.04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1 280 1664,'0'0'7685,"1"-6"-6806,4-91 5758,-2 89-6606,1 0 0,0 0-1,0 0 1,0 1 0,1 0 0,0 0 0,0 0-1,1 1 1,7-7 0,-2 1 72,1 2 0,0-1 1,0 2-1,1 0 0,1 0 0,-1 1 1,1 1-1,1 0 0,22-7 0,-36 14-80,0-1 0,1 1 0,-1 0-1,1 0 1,-1 0 0,1 0 0,-1 0-1,0 0 1,1 1 0,-1-1 0,1 0-1,-1 1 1,0-1 0,1 1 0,-1-1 0,0 1-1,0 0 1,1-1 0,-1 1 0,0 0-1,0 0 1,0 0 0,0 0 0,0 0-1,0 0 1,0 0 0,0 0 0,0 1 0,-1-1-1,1 0 1,0 0 0,-1 1 0,1-1-1,-1 0 1,0 1 0,1-1 0,-1 1-1,0-1 1,1 3 0,1 8 196,-1 0 0,0 1-1,-1 19 1,0-19 21,0 224 672,-1-227-879,-1 0-1,1-1 0,-1 1 1,-1 0-1,0-1 1,0 1-1,-1-1 1,0 0-1,-1 0 0,0 0 1,0-1-1,-7 9 1,4-6-7,-1 0 1,0-1 0,-1-1 0,0 1 0,0-1 0,-1-1-1,0 0 1,-17 9 0,23-15-12,0 1 0,0-1 0,0 0 0,-1 0-1,1-1 1,-1 0 0,0 0 0,1 0 0,-8 0 0,11-1-10,1 0 0,-1-1 0,1 1 0,-1 0 0,1-1 0,-1 1 0,1-1 0,0 1 0,-1-1 1,1 0-1,-1 1 0,1-1 0,0 0 0,0 0 0,0 0 0,-1 0 0,1 0 0,0 0 0,0 0 0,0-1 0,1 1 0,-1 0 0,0 0 0,0-1 1,1 1-1,-1-1 0,1 1 0,-1 0 0,1-1 0,-1 1 0,1-1 0,0 1 0,0-1 0,0 0 0,0 1 0,0-1 0,0-2 0,0-6 2,0 0-1,0-1 1,1 1-1,1 0 0,0 0 1,0 0-1,4-11 1,-4 18 0,-1 0 1,1 0-1,0 0 0,-1 0 1,1 1-1,1-1 0,-1 1 1,0-1-1,0 1 1,1 0-1,0 0 0,-1 0 1,1 0-1,0 1 1,0-1-1,0 1 0,0-1 1,0 1-1,0 0 0,0 0 1,0 1-1,1-1 1,-1 1-1,0-1 0,0 1 1,7 1-1,0-2 50,0 1-1,0 0 1,0 0 0,0 1-1,0 1 1,-1 0 0,1 0-1,0 1 1,-1 0-1,0 1 1,1-1 0,8 7-1,65 48 887,-59-40-432,-1-1 0,33 17 1,-52-33-322,1 0 0,-1 0 0,1 0 0,-1 0 0,1-1 0,0 1 0,-1-1 0,1-1 0,0 1 0,5-2 0,-8 2-165,-1 0 1,1 0-1,0 0 1,0 0-1,-1-1 1,1 1-1,0-1 1,-1 1-1,1-1 1,0 0-1,-1 0 0,1 0 1,-1 0-1,1 0 1,-1 0-1,0 0 1,1 0-1,-1 0 1,0-1-1,0 1 1,0 0-1,0-1 0,0 1 1,0-1-1,0 1 1,-1-1-1,1 0 1,0 1-1,-1-1 1,1-3-1,-1 5-185,1 8-1562,10 86-3974,-10-46-1093</inkml:trace>
</inkml:ink>
</file>

<file path=ppt/ink/ink2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0:24.22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64 1 8706,'0'0'11642,"-6"0"-11226,0 0-416,-1 0-208,-12 0-1112,0 0-2401,12 0-4512</inkml:trace>
</inkml:ink>
</file>

<file path=ppt/ink/ink2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0:54.07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230 49 6945,'-1'-3'422,"0"0"0,0 0 0,0 0 0,-1 0 0,1 0-1,-1 0 1,0 1 0,0-1 0,0 0 0,0 1-1,0 0 1,0-1 0,-1 1 0,1 0 0,-1 0-1,-3-2 1,4 4-221,0-1-1,0 1 1,0-1 0,0 1-1,0-1 1,0 1 0,0 0-1,0 0 1,0 0 0,0 0 0,0 1-1,0-1 1,0 1 0,0-1-1,0 1 1,0-1 0,0 1-1,0 0 1,1 0 0,-1 0-1,0 0 1,0 0 0,1 0-1,-1 1 1,1-1 0,-1 1-1,-1 2 1,-2 2 23,0 0 1,0 1-1,1-1 0,0 1 1,1 0-1,-1 0 1,1 1-1,1-1 0,-1 1 1,1-1-1,1 1 0,-2 15 1,0 12 123,3 57 0,1-58-130,6 354 603,-10-197 177,1-145-882,-68 721 371,62-721-544,6-44-645,0-8-203,-1-13-1142,3 17 1825,-4-50-3654,-3-76-1252</inkml:trace>
</inkml:ink>
</file>

<file path=ppt/ink/ink2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0:54.07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261 356 5081,'20'14'8665,"6"6"-6156,-9-16-2128,0 0-1,0-1 0,0 0 0,1-1 1,20-1-1,-7 0-88,53 1 246,121-13-1,91-26-524,-88 10 18,233-19-21,339-41 51,-512 52 117,174-19 182,3 34 321,-191 25-587,270 2-132,-5-28-107,-352 5 145,401-17 9,-90 49 149,31 1-158,-2-33-10,727-35-845,-733 79 703,-452-23 140,237 19-20,-195-21 43,102-8-1,-178 4 14,-9 1 60,-1 0-1,1-1 0,-1 0 0,1 0 1,0 0-1,6-3 0,-19 7 733,4-2-788,0 0 1,1 0-1,-1 0 1,1 1-1,-1-1 0,1 1 1,0-1-1,0 1 1,0 0-1,-3 2 0,-8 11 111,2 1-1,-1 0 1,2 0-1,0 1 0,-9 23 1,-33 98 363,36-93-417,-38 126 348,7 2-1,-35 248 1,69-334-219,-73 618 921,85-692-1133,-2 7 19,2-20-21,1 0 1,-1 0-1,0 0 0,0 1 1,0-1-1,1 0 0,-1 0 1,0-1-1,0 1 0,1 0 1,-1 0-1,0 0 0,0 0 1,1-1-1,-1 1 0,0 0 1,0-1-1,1 1 0,-1 0 1,0-1-1,1 1 0,-1-1 1,1 1-1,-1-1 1,1 1-1,-2-2 0,-4-2-36,-1 0 0,0 1 0,-1 0 0,1 0-1,-1 0 1,1 1 0,-1 0 0,-13-1 0,-69-2-264,71 4 277,-843 40-993,684-17 805,77-8 190,-169 1 0,-178-53 25,-94-1 6,-288 7 302,504 3-223,-533 19 0,680 9 46,-226-29 1,184 10-119,89 13 209,-1 6 0,-216 27 0,-60 39-59,375-61-163,-346 36 16,232-34 4,-158-14 0,-99-6-40,329 16 5,0 4 0,1 4-1,-98 24 1,128-22 7,-1-2-1,-1-2 1,1-3 0,-1-1 0,-74-4 0,-325-14 20,414 12-12,0 1 0,1 1 0,-57 9 0,93-10-11,5-1-459,0 0 1,0-1 0,-1 0-1,16-7 1,25-15-4179</inkml:trace>
</inkml:ink>
</file>

<file path=ppt/ink/ink2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0:54.07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102 27 4833,'-2'2'2197,"-12"11"1087,14-13-3215,0 0 0,0 0 0,0 0 0,-1 0-1,1 0 1,0 0 0,0 1 0,0-1 0,-1 0 0,1 0 0,0 0 0,0 0 0,0 0 0,0 0 0,0 0 0,-1 1 0,1-1-1,0 0 1,0 0 0,0 0 0,0 0 0,0 0 0,0 1 0,-1-1 0,1 0 0,0 0 0,0 0 0,0 1 0,0-1 0,0 0 0,0 0-1,0 0 1,0 0 0,0 1 0,0-1 0,0 0 0,0 0 0,0 0 0,0 1 0,0-1 0,0 0 0,0 0 0,0 0 0,0 1 0,1-1-1,-1 0 1,0 0 0,0 0 0,0 0 0,0 1 0,0-1 0,0 0 0,1 0 0,-1 0 0,0 0 0,1 0-33,0 0 0,-1 0 0,1 0 1,0 0-1,-1-1 0,1 1 1,0 0-1,0-1 0,-1 1 0,1 0 1,-1-1-1,1 1 0,0-1 0,-1 1 1,1-1-1,-1 1 0,1-1 0,-1 1 1,1-1-1,-1 0 0,1 1 1,-1-1-1,0 0 0,1 1 0,-1-1 1,0 0-1,0 1 0,0-1 0,1 0 1,-1 0-1,0 1 0,0-1 0,0 0 1,0 0-1,0 1 0,0-1 0,-1-1 1,-3-27 4,-20 105 5929,13-20-5026,2 1 1,-1 93-1,15 117-465,1-81-362,-19 127-76,2 69-21,13-355-339,8 33 0,0 2-614,-10-61 598,0 0-1,-1 0 1,1 0 0,0 1-1,0-1 1,-1 0-1,1 0 1,-1 0-1,1 0 1,-1 0-1,1 0 1,-1 0 0,0 0-1,1 0 1,-1 0-1,0 0 1,0 0-1,0 0 1,1-1 0,-1 1-1,0 0 1,0-1-1,0 1 1,0 0-1,-1-1 1,1 1-1,0-1 1,0 0 0,0 1-1,0-1 1,0 0-1,-1 0 1,1 0-1,0 0 1,-2 0-1,-16 3-3876</inkml:trace>
</inkml:ink>
</file>

<file path=ppt/ink/ink2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0:54.07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27 110 7410,'-4'8'7892,"5"-5"-5535,4-7-1045,-3 1-1279,-1-1-1,0 0 1,0 1 0,0-1 0,0 0 0,-1 0 0,0 1-1,0-6 1,1-2-30,10-56 185,-13 67 379,-1 6-188,-4 10 70,-4 32 247,2 0-1,2 0 1,-2 77-1,23 149 539,7-87-906,9 96 178,-24-189-386,-6 94 0,-5-143-320,-12 58 0,8-61-248,-4 61 1,15-84-801,4-50-8852</inkml:trace>
</inkml:ink>
</file>

<file path=ppt/ink/ink2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0:54.08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0 180 6649,'5'-27'6782,"13"-14"-3973,-13 33-2423,-1 0 0,-1 0 0,1-1 1,2-11-1,4-26 1290,-7 33-698,-6 36-58,-5 30-428,3 0-1,3 0 1,1 0 0,3 0 0,16 91 0,-14-117-363,38 215 1037,-30-175-1131,76 444 197,-74-388-551,-4 1 1,-9 158 0,-2-247 139,0-17-477,1-1 0,-2 0-1,-6 30 1,7-43-646,1-6-854,2-7 223,6-37-3645</inkml:trace>
</inkml:ink>
</file>

<file path=ppt/ink/ink2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0:54.08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149 0 5177,'-7'8'2070,"0"-1"0,1 1 0,0 0 1,-9 16-1,10-14-1680,1 1 1,-1 0 0,2 0 0,0 0 0,0 0 0,1 1-1,0-1 1,1 1 0,1-1 0,-1 1 0,3 11 0,-1 93 848,-4 0 0,-22 129 0,1 2-282,10 405-564,17-448-2446,-4-201-745,-3-12-952,-10-26-2316</inkml:trace>
</inkml:ink>
</file>

<file path=ppt/ink/ink2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0:54.08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222 23 2264,'0'-1'430,"0"-1"0,0 1-1,0 0 1,0-1 0,0 1-1,-1-1 1,1 1-1,0 0 1,-1-1 0,1 1-1,-1 0 1,1-1-1,-1 1 1,0 0 0,-1-2-1,-3 5 2873,1 10-545,3-4-1789,1 0 0,1-1 0,-1 1 0,1-1 1,0 1-1,5 13 0,1 16 243,-3 7-448,-2 0 0,-6 67 0,-20 89 198,17-155-674,-45 394 539,34 3-176,24-319-373,22 124-1,-27-235-231,0-1 0,-1 0 0,-1 1 0,-2 15 0,1-18-38,1-1 0,0 1 0,1-1-1,0 1 1,0-1 0,1 1 0,0-1 0,3 14 0,-41-56-4414,1 3-1763,-47-26-3641</inkml:trace>
</inkml:ink>
</file>

<file path=ppt/ink/ink2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0:54.08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45 5361,'-1'-9'2899,"1"-14"647,0 22-3292,0 1 1,0-1-1,0 1 1,0-1-1,0 1 1,0-1-1,0 1 1,0-1-1,1 1 1,-1-1-1,0 1 1,0-1-1,0 1 1,0 0-1,1-1 1,-1 1-1,0-1 1,0 1-1,1 0 1,-1-1-1,0 1 1,1 0-1,-1-1 1,0 1-1,1 0 1,-1-1-1,1 1 1,-1 0-1,1 0 1,-1 0-1,1-1 1,0 1 374,8 39 3094,-1-10-3017,-6-11-558,-1 0 0,-1 0-1,-3 31 1,0 11-110,2-60-91,1 0 0,0 1 0,0-1 0,0 0-1,0 0 1,0 0 0,0 0 0,0 0-1,0 1 1,0-1 0,0 0 0,0 0-1,0 0 1,0 0 0,0 1 0,0-1-1,0 0 1,0 0 0,0 0 0,0 0-1,0 1 1,1-1 0,-1 0 0,0 0 0,0 0-1,0 0 1,0 0 0,0 1 0,0-1-1,0 0 1,1 0 0,-1 0 0,0 0-1,0 0 1,0 0 0,0 0 0,0 0-1,1 1 1,-1-1 0,0 0 0,0 0-1,0 0 1,0 0 0,1 0 0,-1 0 0,0 0-1,0 0 1,0 0 0,0 0 0,1 0-1,-1 0 1,13-10-3921,18-24-1726</inkml:trace>
</inkml:ink>
</file>

<file path=ppt/ink/ink2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0:54.08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313 94 4505,'0'0'12276,"1"-6"-11509,4-65 2435,-5 70-3183,0 0-1,-1 0 1,1 0 0,-1 0 0,1 0 0,-1 1-1,1-1 1,-1 0 0,0 0 0,0 1 0,1-1 0,-1 0-1,0 1 1,0-1 0,1 1 0,-1-1 0,0 1-1,0-1 1,0 1 0,0 0 0,0-1 0,0 1 0,0 0-1,0 0 1,0 0 0,0-1 0,0 1 0,0 0-1,-1 1 1,-38-3-32,33 3 43,-5-2-32,1 2 0,0-1 0,0 2 0,0-1 1,0 2-1,0-1 0,0 2 0,0-1 0,1 1 0,-1 1 0,1 0 0,0 0 0,1 1 0,-1 1 0,1-1 0,1 1 0,-1 1 0,1 0 0,-8 9 1,11-8-4,0 0 0,0 0 1,1 0-1,0 0 0,1 1 1,0 0-1,0-1 0,1 1 1,0 0-1,1 0 1,0 0-1,1 1 0,0-1 1,1 0-1,0 0 0,0 0 1,1 0-1,0 0 0,1 0 1,5 12-1,-6-18 6,0 0 0,0 0-1,1 0 1,0 0-1,0-1 1,0 1 0,0-1-1,0 1 1,1-1 0,-1 0-1,1 0 1,0-1 0,0 1-1,0-1 1,0 0 0,0 0-1,9 2 1,-2-1 21,1-1 0,0-1-1,1 0 1,-1 0 0,21-3 0,-27 2-14,0-1-1,0-1 1,0 1 0,-1-1 0,1 0-1,0-1 1,-1 1 0,0-1 0,0 0 0,0 0-1,0-1 1,0 1 0,0-1 0,-1 0-1,0-1 1,0 1 0,0-1 0,0 0-1,3-6 1,5-9 12,-1 0-1,-1 0 1,14-38-1,-19 43 85,0-1 0,-1 1 0,0-1 0,-1 0 0,1-30 0,-4 45 778,-7 27-17,2-13-593,1-5-192,1-1 0,0 0 1,1 1-1,0 0 0,0-1 0,0 1 0,1 0 0,0 0 0,1 0 1,0 0-1,0 0 0,2 13 0,0-19-71,0 0 0,0 0 0,-1 0 0,2 0 0,-1 0 0,0 0 0,0-1 0,0 1 0,1-1 0,-1 1 0,1-1 0,-1 0 0,1 0 0,-1 0 0,1-1 0,0 1 0,0 0 0,-1-1 0,4 1-1,58 4 136,-58-5-142,181 1-6037,-108-1 1595,-56 0-4209</inkml:trace>
</inkml:ink>
</file>

<file path=ppt/ink/ink2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0:54.08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6 7618,'0'0'9359,"4"-3"-8580,-4 3-734,1-1 0,-1 1 0,1 0 0,-1 0 0,0 0 0,1-1 0,-1 1-1,1 0 1,-1 0 0,1 0 0,-1 0 0,1 0 0,-1 0 0,1 0 0,-1 0 0,1 0 0,-1 0 0,1 0 0,-1 0 0,1 0 0,-1 0 0,1 0 0,-1 1 0,0-1 0,1 0 0,-1 0 0,1 1 0,-1-1 0,0 0 0,1 0 0,-1 1 0,1-1 0,-1 0-1,0 1 1,1-1 0,-1 1 0,0-1 0,0 0 0,1 1 0,-1-1 0,0 1 0,0-1 0,0 1 0,9 36 1567,-7 64 451,-2-78-1759,0 398 931,0-408-1203,2-1-1,0 0 1,0 0-1,5 14 1,-4-15-537,0 1 0,-1-1 0,0 1 0,0 13 0,-2-65-9749,0 6 3768</inkml:trace>
</inkml:ink>
</file>

<file path=ppt/ink/ink2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0:54.08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142 282 4641,'0'0'9449,"23"-18"-8985,78-58 19,-92 69-403,1 1 1,0 0-1,0 0 1,1 1-1,-1 1 1,1-1-1,0 2 1,0-1 0,1 2-1,12-3 1,13-2 163,588-114 1487,-622 121-1697,21-4 539,1 2 1,46 1-1,-68 2-478,-1 0 0,0 1 0,0-1 0,0 0 0,0 1 0,0-1 0,0 1 0,0 0 0,-1 0 0,1 0 0,0 0 0,-1 0 0,0 0 0,1 0 0,-1 0 0,0 1 0,0-1 0,0 0 0,-1 1 0,2 3 0,14 54 1079,-15-57-1165,14 99 598,-5 1 1,-3 0-1,-10 125 0,1-70-533,15-74-15,-13-83 329,-39-10-125,4-1-294,-45 2-46,-151 5 1,126 4 39,-80 4 37,0 8 0,-190 39 0,341-48-2,33-4-20,40 0-281,0-3-132,-35 2-56,1 0-1,-1 0 1,0 0 0,1-1-1,-1 0 1,0 0-1,0 0 1,0 0 0,0-1-1,4-3 1,11-10-3126,1-3-3259</inkml:trace>
</inkml:ink>
</file>

<file path=ppt/ink/ink2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0:54.08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1348 9330,'0'0'6949,"12"0"-6788,15-1-213,42 1 620,-1 2 0,78 13 0,-84-7-384,-47-7-49,0 0 0,-1 2-1,1-1 1,0 2 0,-1 0-1,1 0 1,25 13-1,-32-11-10,1-2 0,-1 1 0,1-1 0,0-1 0,0 0 0,1 0-1,-1 0 1,0-1 0,15 1 0,-20-3-97,1 0 0,0-1 0,0 1 1,-1-1-1,1 0 0,0 0 0,-1 0 0,1-1 0,-1 0 0,1 0 1,-1 0-1,0 0 0,0 0 0,0-1 0,0 0 0,0 0 0,-1 0 0,1 0 1,-1-1-1,6-7 0,36-45 92,-3-3-1,-3-1 1,60-122 0,-33 5 219,-58 150-169,-1-1 0,-2 1 0,-1-1 0,2-47 0,-6 57-96,0-8 41,0-1 0,-7-38 0,5 56-98,0 0 1,-1 0 0,0 0 0,-1 0-1,1 0 1,-2 1 0,1-1-1,-1 1 1,-1 0 0,-8-10-1,7 9-17,-1 0 0,0 1 0,-1 0 0,1 0 0,-2 1 0,1 0-1,-1 1 1,0 0 0,0 0 0,-1 1 0,1 0 0,-1 1 0,0 1-1,0-1 1,-1 2 0,1-1 0,-1 2 0,1 0 0,-18 0 0,10 3-72,19 3-92,34 4 137,38-3 85,85-5 1,-78-2-43,51-6-56,178-32 0,-174 18-7,-41 9 21,174-25-234,291-77 0,-541 109 317,0 0 0,1 1 1,0 2-1,24-2 0,239 4 1803,-280 0-1515,32-12 610,-8 4-773,0 1 1,0 2-1,0 1 0,27-2 1,-51 6 98,0-7-8669,-2-9 6965,1 14 385,0-18-3344,0 1-747</inkml:trace>
</inkml:ink>
</file>

<file path=ppt/ink/ink2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0:54.08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199 1 2801,'0'0'12460,"-40"0"-6883,38 6-5307,-1 0 0,1 0 0,0 0 0,1 0 0,-1 0 0,1 0 0,0 0 0,0 11 0,1-14-194,0 1 0,-1-1 0,1 1 0,1 0-1,-1-1 1,0 1 0,1-1 0,0 1 0,0-1 0,0 0-1,0 1 1,1-1 0,-1 0 0,1 0 0,0 0-1,4 6 1,0-3 2,1-1-1,0 1 1,0-1 0,0-1-1,1 1 1,0-1-1,-1-1 1,2 0-1,-1 0 1,0 0 0,10 1-1,-18 45 1066,-4-38-1130,-1-1 0,0 0 0,-1 1 0,0-2 0,-1 1 0,0-1 0,0 0 0,-1 0 0,-11 9 0,-6 9 17,4-4-262,-1-1 0,-33 27-1,9-14-5923,27-22-1891</inkml:trace>
</inkml:ink>
</file>

<file path=ppt/ink/ink2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0:54.08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181 107 4017,'0'0'14310,"19"-20"-12749,-14 13-1253,-3 4-109,0 0 0,-1 0 0,1 0 0,-1 0 0,1 0 0,-1 0 1,0 0-1,0 0 0,-1 0 0,2-7 0,-2 10 160,-15 0 218,5 1-547,0 0 0,0 1 0,0 0-1,0 1 1,0 0 0,1 0 0,0 1 0,-1 1-1,1-1 1,1 1 0,-1 1 0,-9 8 0,12-10-15,0 0 1,1 1 0,0 0 0,-1 0 0,2 0 0,-1 1 0,1 0 0,0-1 0,0 1 0,0 1 0,1-1-1,0 1 1,0-1 0,1 1 0,0 0 0,0 0 0,1 0 0,-2 8 0,3-13-6,0 1-1,0-1 1,-1 1 0,2-1-1,-1 1 1,0-1 0,0 0 0,1 1-1,-1-1 1,1 0 0,0 1 0,0-1-1,0 0 1,0 0 0,0 1 0,0-1-1,0 0 1,1 0 0,-1 0 0,3 2-1,1-2 12,-1 0 0,1-1-1,0 1 1,0-1-1,-1 0 1,1 0 0,0-1-1,0 1 1,8-1 0,3 0-1,1 1 1,-1-2 0,0 0 0,0-1-1,0-1 1,0 0 0,0-1 0,18-8 0,-27 9-15,0 0 0,-1 0 0,1-1 0,-1 0 1,0-1-1,0 1 0,-1-1 0,1 0 0,-1 0 1,0-1-1,0 0 0,-1 0 0,0 0 0,0 0 1,0-1-1,-1 1 0,1-1 0,-2 0 1,1 0-1,1-10 0,-2 6 4,-1 1 0,0-1-1,-1 0 1,-1-15 0,0-1-26,1 25 14,0 1 0,0 0 0,0 0 0,-1-1 0,1 1 0,0 0 0,-1-1 0,0 1 0,1 0-1,-1 0 1,0 0 0,1 0 0,-1 0 0,0 0 0,0 0 0,0 0 0,0 0 0,0 0 0,0 0 0,0 0-1,0 1 1,0-1 0,0 0 0,-1 1 0,1-1 0,0 1 0,0-1 0,-1 1 0,1 0 0,0 0 0,0-1-1,-3 1 1,-51-1-4503,38 1-1530,4 0-6769</inkml:trace>
</inkml:ink>
</file>

<file path=ppt/ink/ink2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0:54.09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6953,'0'0'12610,"27"0"-11863,214 0 330,-139 0-838,-102 0-240,1 0 1,-1-1-1,1 1 1,-1 0-1,1 0 1,-1 0-1,1 0 0,0 0 1,-1 0-1,1 1 1,-1-1-1,1 0 1,-1 0-1,1 0 0,-1 0 1,1 1-1,-1-1 1,1 0-1,-1 0 1,1 1-1,-1-1 0,1 0 1,-1 1-1,0-1 1,1 1-1,-1-1 1,1 0-1,-1 1 1,0-1-1,0 1 0,1-1 1,-1 1-1,0-1 1,0 1-1,1-1 1,-1 1-1,0 0 0,0-1 1,0 1-1,0-1 1,0 1-1,0-1 1,0 1-1,0-1 0,0 1 1,0 0-1,0-1 1,0 1-1,-1-1 1,1 1-1,0-1 1,0 1-1,0-1 0,-1 1 1,-21 29 167,-41 20 303,48-40-361,1 0 1,-1 2 0,2 0 0,0 0 0,0 1 0,1 1 0,1 0 0,-13 20 0,22-32-98,1 0 1,0 1-1,0-1 1,0 0-1,0 0 1,0 1-1,1-1 1,-1 0-1,1 1 1,0-1-1,-1 0 0,1 1 1,0-1-1,1 4 1,-1-5-3,0 0 0,1 0 0,-1 0 0,1 1 0,0-1 0,-1 0 0,1 0 0,0 0 0,-1-1 0,1 1 0,0 0 0,0 0 0,0 0 0,0-1 0,0 1 0,0 0 0,0-1 0,0 1 0,0-1 0,2 2 0,6 0 29,0-1 1,0 1-1,0-1 0,-1-1 1,1 0-1,11-1 1,0 1-45,5-1-57,0-2 0,0 0 0,0-2 0,0 0 0,28-11 0,61-26-3393,-77 28 950,11-6-4162</inkml:trace>
</inkml:ink>
</file>

<file path=ppt/ink/ink2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0:54.09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17 8306,'0'0'9527,"15"-3"-9285,59-5 392,81 3 1,-153 5-622,0 0 0,0 1-1,0-1 1,1 0 0,-1 1-1,0 0 1,0 0 0,0 0-1,0 0 1,0 0 0,0 0-1,0 0 1,0 0 0,-1 1-1,1-1 1,0 1 0,-1-1 0,1 1-1,-1 0 1,0 0 0,3 3-1,-4-4 18,1 0 0,0 1 0,-1-1-1,1 0 1,-1 1 0,0-1 0,1 1 0,-1-1-1,0 1 1,0-1 0,0 1 0,0-1-1,0 1 1,0-1 0,0 1 0,-1-1 0,1 0-1,0 1 1,-1-1 0,1 1 0,-1-1 0,1 0-1,-1 1 1,0-1 0,0 0 0,0 0-1,0 0 1,1 1 0,-2-1 0,1 0 0,0 0-1,0 0 1,0-1 0,-2 3 0,-13 5 219,-26 15 53,41-23-305,0 1 0,0-1 0,0 1 0,0 0-1,0 0 1,0-1 0,0 1 0,0 0 0,0 0 0,1 0 0,-1 0 0,0 0 0,0 0 0,1 0-1,-1 0 1,1 0 0,-1 0 0,1 0 0,-1 1 0,1-1 0,0 0 0,0 0 0,0 0 0,-1 1 0,1-1-1,0 0 1,0 0 0,1 2 0,0-1-27,0-1 0,1 0-1,-1 1 1,1-1 0,-1 0-1,1 1 1,-1-1 0,1 0-1,0 0 1,0-1 0,-1 1-1,1 0 1,0 0 0,4 0 0,37 9-367,-27-6 195,-3-1 30,-6-2 97,0 1 0,1 0 0,-1 0 0,-1 1 0,9 4 0,-14-7 72,0 1 1,-1-1 0,1 1-1,0-1 1,0 1-1,-1 0 1,1-1-1,0 1 1,-1 0 0,1 0-1,-1-1 1,1 1-1,-1 0 1,1 0 0,-1 0-1,0 0 1,1-1-1,-1 1 1,0 0-1,0 0 1,0 0 0,1 0-1,-1 0 1,0 0-1,0 0 1,0 0 0,-1 0-1,1 0 1,0 0-1,0 0 1,0-1 0,-1 1-1,1 0 1,0 0-1,-1 0 1,1 0-1,-1 0 1,1-1 0,-1 1-1,1 0 1,-1-1-1,0 1 1,1 0 0,-1-1-1,0 1 1,0 0-1,1-1 1,-3 1-1,-6 7 201,-1 0-1,-1-1 0,0 0 0,0-1 0,0 0 0,-23 8 0,-77 20 215,102-32-1260,0-1-3720</inkml:trace>
</inkml:ink>
</file>

<file path=ppt/ink/ink2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0:54.09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77 0 4657,'0'0'11680,"3"0"-11182,0 0 1,-1 0-1,1 1 1,-1-1-1,1 0 1,-1 1 0,1 0-1,-1 0 1,1-1-1,3 4 1,-6 5-23,1-5-362,0 0-1,-1 0 0,0 0 0,0 0 0,-1 0 0,1 0 0,-1 0 1,1 0-1,-1 0 0,-1 0 0,1 0 0,0 0 0,-1 0 0,0-1 0,0 1 1,0-1-1,0 1 0,-1-1 0,1 0 0,-4 4 0,-11 6 87,-27 27 89,42-37-285,0 0 0,-1 0 0,1 0-1,1 0 1,-1 0 0,0 0 0,1 0 0,-1 1 0,1-1 0,0 0 0,0 1-1,1-1 1,-1 1 0,0 4 0,2-7-2,-1 0 0,0-1-1,1 1 1,-1 0 0,1-1-1,-1 1 1,1 0 0,-1-1 0,1 1-1,-1-1 1,1 1 0,0-1-1,-1 1 1,1-1 0,0 1 0,-1-1-1,1 0 1,0 1 0,0-1-1,-1 0 1,1 0 0,0 1 0,0-1-1,-1 0 1,1 0 0,0 0-1,0 0 1,0 0 0,0 0-1,36 1 66,-27-2-50,46 2 6,-28 1-12,0-1 1,0-2 0,0-1 0,0-1 0,-1-1-1,49-15 1,-42 0-534,-27 4-3041,-7 14 3107,-1 0 0,1 0 1,0 0-1,-1-1 0,1 1 1,0 0-1,-1 0 0,1 0 0,-1 0 1,0 0-1,1 1 0,-1-1 1,0 0-1,1 0 0,-1 0 1,0 0-1,-1 0 0,-15-11-7803</inkml:trace>
</inkml:ink>
</file>

<file path=ppt/ink/ink2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0:54.09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39 1 9882,'0'0'13475,"-39"186"-13283,39-161-96,0 1-96,13 0-168,0-7-936,12-3-1505,-5-6-2352,-7-7-2825</inkml:trace>
</inkml:ink>
</file>

<file path=ppt/ink/ink2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0:54.09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97 46 5857,'0'0'7783,"5"-8"-6689,16-22 53,-15 23 2315,-19 10-1448,-2 9-1469,0 2 1,1-1 0,1 2-1,-20 27 1,32-40-539,-1 0 0,1 0 0,-1 0-1,1 0 1,0 0 0,0 0 0,0 0 0,0 0 0,0 0-1,1 0 1,-1 1 0,1-1 0,-1 0 0,1 1-1,0-1 1,0 0 0,0 1 0,0-1 0,0 0 0,1 1-1,-1-1 1,2 4 0,0-3-3,-1-1-1,1 0 1,0 0-1,0 0 1,0 0-1,0 0 1,0-1-1,1 1 1,-1 0-1,0-1 1,1 0-1,-1 1 1,1-1-1,0 0 1,-1-1-1,4 2 1,14 2-108,-1-1 0,1 0 0,0-2 0,23-1 0,-37 0 10,22 5-151,-28-5 247,0 0 0,1 0 0,-1 1 0,0-1 1,1 0-1,-1 1 0,0-1 0,0 0 0,1 0 0,-1 1 0,0-1 0,0 0 0,1 1 0,-1-1 0,0 1 0,0-1 0,0 0 0,0 1 0,0-1 0,1 1 0,-1-1 1,0 0-1,0 1 0,0-1 0,0 1 0,0-1 0,0 0 0,0 1 0,-1-1 0,1 1 0,0-1 0,0 1 0,-2 3 50,-1-1 0,1 1 0,-1 0 0,1-1 0,-1 0 0,-1 1 0,1-1 0,-5 3-1,3-1-93,-2 0-1,1-1 1,0 0-1,-1 0 1,0-1-1,0 1 1,0-2-1,0 1 1,0-1-1,-1 0 1,1 0-1,-11 1 1,-18-2-3308,-1-3-3963,23-1 1119</inkml:trace>
</inkml:ink>
</file>

<file path=ppt/ink/ink2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0:54.09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9354,'0'0'13232,"11"7"-12449,0 0-635,1-1 0,0-1 0,-1 0-1,2 0 1,-1-1 0,0-1 0,23 3 0,-5-4-100,-19-2-202,0 1 0,0-1 1,0 2-1,0 0 0,17 5 0,-27-5-812</inkml:trace>
</inkml:ink>
</file>

<file path=ppt/ink/ink2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0:54.09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111 46 3241,'0'0'5561,"9"-2"111,33-9-4779,-17-1-758,-17 9 351,-1-1 0,1 1 0,-1 1 1,1-1-1,0 1 0,10-1 0,-17 3 579,-16 5-447,-8 10-510,1 0-1,0 2 0,1 0 0,1 2 1,1 0-1,-29 37 0,40-44-103,0 0 0,1 1 0,1 0 0,0 0 0,0 0 0,2 1 0,-1-1 0,2 1 0,0 0 0,1 1 0,0-1 0,1 0 0,0 1 0,1-1 0,3 20 0,-2-31 3,0 0 1,1 0-1,-1-1 0,1 1 0,-1 0 0,1-1 0,0 1 1,0-1-1,0 0 0,0 1 0,0-1 0,1 0 1,-1 0-1,1-1 0,-1 1 0,1 0 0,0-1 0,-1 0 1,1 1-1,0-1 0,0 0 0,0-1 0,0 1 1,0 0-1,0-1 0,0 0 0,5 0 0,11 2 65,0-1 0,38-4 0,-56 3-71,2-1 10,-1 1 1,1-1-1,-1 0 1,1-1-1,-1 1 1,0 0 0,1-1-1,-1 1 1,0-1-1,0 0 1,0 0-1,0 1 1,0-1-1,0-1 1,-1 1 0,1 0-1,-1 0 1,1-1-1,-1 1 1,0-1-1,0 1 1,0-1-1,0 1 1,-1-1 0,1 1-1,0-5 1,1-2 67,-1 1 0,1-1 0,-2 0 0,1 0 1,-1 0-1,-1 0 0,-1-11 0,1 17-63,1 1 0,-2 0 0,1 0 0,0-1 0,0 1 0,-1 0 0,1 0 1,-1 0-1,1 0 0,-1 0 0,0 1 0,0-1 0,0 1 0,0-1 0,0 1 0,0-1 0,0 1 0,0 0 0,-1 0 0,1 0 0,0 0 0,-1 1 0,1-1 0,-1 1 0,-2-1 0,-10-1 27,0 0-1,-29 1 0,36 1-46,7-14-3692,1 5-439</inkml:trace>
</inkml:ink>
</file>

<file path=ppt/ink/ink2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0:54.09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21 1112,'0'0'4077,"3"4"-4546,8 6 10844,-5-8-9144,880-34-825,-631 28-360,-152 5 306,-82-2 47,-17 1-271,1 0 0,-1-1 0,0 2 1,1-1-1,-1 0 0,0 1 0,0 0 0,1 0 0,-1 0 0,0 0 1,6 4-1,5 0 387,-14-5-441,0 0 0,0 1-1,0-1 1,0 0 0,-1 0 0,1 1-1,0-1 1,0 1 0,0-1 0,-1 1-1,1-1 1,0 1 0,-1-1 0,1 1 0,0-1-1,-1 1 1,1 0 0,-1-1 0,1 1-1,-1 0 1,1 0 0,-1-1 0,0 1-1,1 0 1,-1 0 0,0 0 0,1 0-1,-1-1 1,0 1 0,0 0 0,0 0-1,0 0 1,0 0 0,0 0 0,0 0-1,0-1 1,0 1 0,-1 0 0,1 0-1,-1 1 1,1 17 52,-2-1-1,-1 0 0,0 0 1,-1 0-1,-1 0 0,0-1 1,-1 1-1,-11 18 0,-7 20-90,8-22 54,1 2-1,2 0 0,-15 61 0,14-28-53,-5 39-4,5 45 313,-47 207 0,17-134-111,28-135-178,-3 24-23,14-70 3,5-44 43</inkml:trace>
</inkml:ink>
</file>

<file path=ppt/ink/ink2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0:54.09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1 123 4809,'0'0'6914,"4"-3"-6232,8-3-214,0 0-1,1 1 0,0 0 0,0 1 1,0 0-1,0 1 0,0 1 1,17-2-1,125 0-613,-72 4 611,233-18 129,108-2 431,-357 22-725,-40 0-71,0-2-1,1 0 0,-1-2 1,35-6-1,-44 0 1627,-21 1-1906,-29-2-4798,25 7 2789,-19-4-6161</inkml:trace>
</inkml:ink>
</file>

<file path=ppt/ink/ink2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0:54.09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105 42 6025,'0'0'9309,"5"-7"-8810,17-21-43,-17 21 647,-5 20-499,-2 10-306,-1 0 1,-1 0-1,-1 0 0,-1 0 1,-1 0-1,-2-1 1,0-1-1,-17 32 0,7-14-167,-18 53 0,35-85-128,0 0 0,0 0 0,1 0 0,0 0 0,0 0 1,1 0-1,0 0 0,0 0 0,2 13 0,-1-19-3,0 0 1,-1-1-1,1 1 1,0 0-1,0-1 1,-1 1 0,1-1-1,0 1 1,0-1-1,0 1 1,-1-1-1,1 1 1,0-1-1,0 0 1,0 0-1,0 1 1,0-1-1,0 0 1,0 0-1,0 0 1,0 0 0,1 0-1,31-1 33,-20 1-9,6-1-8,0-1 0,0-1-1,0 0 1,0-2 0,27-9 0,96-45 106,-64 24-32,-62 29-32,0 0 0,0 1-1,25-4 1,0 6-9086</inkml:trace>
</inkml:ink>
</file>

<file path=ppt/ink/ink2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0:54.10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163 0 4929,'0'0'10585,"-20"30"-9151,-63 95-365,76-116-888,2 1 1,-1-1-1,1 1 0,1 0 0,-1 1 1,2-1-1,0 1 0,0 0 0,-2 20 1,0-4 150,2-11-309,1-1 0,0 1 0,1 0 1,1 0-1,0-1 0,3 20 0,-2-32-574,1 0-1,-1 0 1,1 0-1,-1 0 1,1-1-1,0 1 1,0-1-1,0 1 0,1-1 1,-1 0-1,6 4 1,-5-3-946,10 8-5727</inkml:trace>
</inkml:ink>
</file>

<file path=ppt/ink/ink2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0:54.10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 29 6305,'0'0'11429,"-8"2"-10780,5-1-519,5-1 638,16-1-577,0-1-1,0-1 1,24-7-1,-27 6-165,1 0-1,0 1 1,0 1 0,0 0-1,28 2 1,-42 0-23,0 0 1,0 1-1,-1-1 1,1 1-1,0-1 0,-1 1 1,1 0-1,0 0 1,-1 0-1,1 0 1,-1 0-1,1 0 0,-1 0 1,0 0-1,1 1 1,-1-1-1,0 0 0,0 1 1,0-1-1,0 1 1,0 0-1,0-1 1,-1 1-1,1-1 0,0 1 1,-1 0-1,1 0 1,-1 2-1,2 6 34,-1 0-1,0 0 1,-1 20-1,0-17 68,0-9-60,-1 0 1,1 0-1,-1 0 1,0 1-1,0-1 1,-1 0-1,1 0 1,-1-1-1,0 1 1,0 0-1,0 0 1,0-1-1,-1 1 1,1-1-1,-5 5 1,-6 4 132,-1 0 0,-22 15 0,-13 12 41,48-38-219,1-1-1,0 0 0,-1 0 1,1 0-1,0 1 1,-1-1-1,1 0 0,0 0 1,0 1-1,-1-1 0,1 0 1,0 1-1,0-1 0,0 0 1,-1 1-1,1-1 1,0 0-1,0 1 0,0-1 1,0 1-1,0-1 0,0 0 1,0 1-1,0-1 0,0 0 1,0 1-1,0-1 1,0 1-1,0-1 0,0 0 1,0 1-1,0-1 0,0 0 1,0 1-1,0-1 1,1 1-1,-1-1 0,0 0 1,0 1-1,0-1 0,1 0 1,-1 0-1,0 1 0,0-1 1,1 0-1,-1 0 1,0 1-1,1-1 0,-1 0 1,0 0-1,1 1 0,-1-1 1,0 0-1,1 0 0,-1 0 1,1 0-1,-1 0 1,0 0-1,1 0 0,-1 0 1,0 0-1,1 0 0,-1 0 1,1 0-1,38 3 67,-23-2-75,9 2 1,1 1-1,-1 2 1,29 10 0,-41-12 6,0 1 0,0 1 0,-1 0 0,0 0 1,0 1-1,-1 1 0,20 16 0,-30-23 3,1 1 0,0 0 0,-1 0 0,1-1 0,-1 1 0,0 0 0,0 0 1,1 0-1,-1 0 0,-1 1 0,1-1 0,0 0 0,0 0 0,-1 1 0,1-1 0,-1 0 1,0 1-1,0-1 0,0 0 0,0 1 0,0-1 0,0 0 0,-1 1 0,1-1 1,-1 0-1,1 0 0,-1 1 0,0-1 0,0 0 0,0 0 0,0 0 0,0 0 0,-1 0 1,1 0-1,-1 0 0,1-1 0,-3 3 0,-5 5 52,0-1 1,-1 0-1,0 0 1,-1-1-1,-17 10 0,-83 29 1665,73-33-4675,27-9-6411,31-9 3865</inkml:trace>
</inkml:ink>
</file>

<file path=ppt/ink/ink2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0:54.10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 1 6649,'0'0'10964,"0"11"-4986,-6 42-5460,1-30-405,2-1-1,1 1 1,0 0 0,2-1-1,3 36 1,-1 9 205,-2 119 360,0-160-9141,0-30 2411</inkml:trace>
</inkml:ink>
</file>

<file path=ppt/ink/ink2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0:54.10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630 1 3505,'0'0'9562,"9"0"-8349,40 0 7112,-76 13-6989,-136 90 1570,-44 30-1532,186-116-1194,1 1 0,0 1 1,1 1-1,-27 37 1,30-36-64,-46 63 327,2-8-275,56-69-147,0 1-1,0 0 1,1-1 0,0 1 0,1 0-1,-4 17 1,6-4-16,0-8 7,0 0 0,0 1 0,5 20 0,-4-29-12,0-1 0,1 1 0,-1-1 0,1 0 1,0 0-1,0 0 0,1 0 0,-1 0 0,1-1 0,0 1 0,0-1 0,0 1 1,0-1-1,6 4 0,-2-3 7,0 0 1,0-1 0,0 0-1,0 0 1,0-1 0,1 0-1,-1 0 1,1 0 0,0-1-1,14 0 1,4-1 4,50-5 0,-74 4-7,0 0 0,1 1 0,-1-1 0,0 0 0,0 0 0,0 0 0,0-1 0,-1 1 0,1-1 0,0 1 0,0-1-1,-1 1 1,1-1 0,-1 0 0,0 0 0,1 1 0,-1-1 0,0 0 0,0 0 0,0 0 0,0-1 0,0 1 0,-1 0 0,1-3 0,2-3 23,-1 0 0,-1-1 0,1 1 0,-1-16 0,-1 13-15,1 8-6,-1 0 0,0 1 0,1-1 0,-1 0 0,-1 1 0,1-1 0,0 0-1,-1 1 1,1-1 0,-1 1 0,0-1 0,0 0 0,-1-2 0,-14-16 39,14 18-39,0 0 0,0 0-1,0 0 1,-1 0 0,1 1-1,-1-1 1,1 1 0,-1-1-1,-5-2 1,-15-8 31,19 10-37,-1 0 0,1 0 0,-1 1-1,1 0 1,-1 0 0,0 0 0,0 1 0,0-1 0,0 1 0,0 0 0,0 1 0,-6-1 0,-5 0 51,-9 1 114,26 0-166,-1 0 1,0 0 0,0 0-1,0 0 1,0 0 0,0 1-1,0-1 1,0 0-1,0 0 1,0 0 0,0 0-1,0 0 1,0 1 0,0-1-1,0 0 1,0 0-1,0 0 1,0 0 0,0 0-1,0 1 1,0-1-1,0 0 1,0 0 0,0 0-1,0 0 1,0 0 0,0 1-1,-1-1 1,1 0-1,0 0 1,0 0 0,0 0-1,0 0 1,0 0 0,0 0-1,0 1 1,-1-1-1,1 0 1,0 0 0,0 0-1,0 0 1,0 0 0,0 0-1,0 0 1,-1 0-1,1 0 1,0 0 0,0 0-1,0 0 1,0 0-1,-1 0 1,1 0 0,0 0-1,0 0 1,0 0 0,0 0-1,0 0 1,-1 0-1,1 0 1,0 0 0,43 32-2063,59 41-8917,-80-57 3932</inkml:trace>
</inkml:ink>
</file>

<file path=ppt/ink/ink2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0:54.10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254 73 1632,'0'0'9778,"8"0"-9300,-3-1-141,1 1 0,-1-1 0,1 0 1,-1 0-1,1-1 0,-1 1 0,0-1 1,0-1-1,0 1 0,0-1 0,0 1 0,0-1 1,-1-1-1,1 1 0,-1-1 0,0 0 0,0 1 1,0-2-1,3-4 0,-6 8-267,-1 1 0,0-1-1,0 1 1,0-1 0,0 1 0,0-1-1,0 0 1,0 1 0,0-1 0,0 1 0,0-1-1,0 1 1,0-1 0,0 1 0,0-1 0,0 1-1,0-1 1,-1 1 0,1-1 0,0 1-1,0-1 1,-1 1 0,1-1 0,0 1 0,-1-1-1,1 1 1,0-1 0,-1 1 0,1 0-1,-1-1 1,1 1 0,-1 0 0,1 0 0,-1-1-1,1 1 1,-1 0 0,1 0 0,-1-1 0,1 1-1,-1 0 1,1 0 0,-1 0 0,1 0-1,-1 0 1,1 0 0,-1 0 0,1 0 0,-1 0-1,0 0 1,1 0 0,-1 1 0,-39 0-262,32-1 450,-3 2-186,0 0-1,1 0 0,-1 1 0,1 1 0,-1 0 0,1 0 1,0 1-1,0 0 0,1 1 0,0 0 0,0 0 0,0 1 1,-8 9-1,-2 1-10,1 2 0,1 0 0,1 1 0,-22 35 0,31-42-49,1 0 0,1 0 0,0 0 0,0 1 0,2 0 0,0 0 1,-3 28-1,4-11 60,1 0 1,5 50 0,-2-73-44,-1-1 0,1 0 1,1 0-1,-1 0 0,1 0 1,0-1-1,1 1 0,0-1 1,0 0-1,0 0 1,1 0-1,-1-1 0,2 1 1,-1-1-1,0 0 0,1 0 1,0-1-1,0 0 0,0 0 1,1 0-1,-1-1 0,1 0 1,0 0-1,0-1 0,0 0 1,0 0-1,0-1 0,1 1 1,8-1-1,-16-1-25,13 1 83,0-1-1,1 0 1,-1-1 0,0 0-1,0-1 1,0 0 0,0-1-1,0-1 1,-1 0 0,0-1 0,13-6-1,-13 5-6,0-1 0,-1 0-1,0-1 1,0 0-1,-1 0 1,0-1 0,-1-1-1,0 0 1,0 0 0,-1-1-1,0 1 1,-1-2 0,0 1-1,6-16 1,0-5 98,9-21-33,14-57 1,-32 93-76,0 0 1,-1 0-1,-1 0 1,0 0-1,-1 0 0,-1 0 1,-5-34-1,4 48-49,0 0-1,-1 0 1,1 0-1,-1 0 1,1 0 0,-1 1-1,0-1 1,0 1-1,-1-1 1,1 1-1,0 0 1,-1 0-1,1 0 1,-1 0-1,0 0 1,0 1 0,0-1-1,1 1 1,-1 0-1,-1 0 1,1 0-1,0 0 1,0 0-1,-5 0 1,-8-2 80,-1 0 1,0 2-1,-22-1 0,-25 2-408,74 5-5705,1 0 3845,13 2-3534</inkml:trace>
</inkml:ink>
</file>

<file path=ppt/ink/ink2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0:54.10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151 158 2905,'0'0'10407,"19"-30"-4262,-10 19-6095,1 0 0,-1 1-1,2 0 1,-1 1-1,2 0 1,-1 0-1,1 1 1,0 1 0,1 0-1,-1 0 1,1 2-1,1-1 1,-1 2-1,1 0 1,0 0 0,0 2-1,20-3 1,-33 6-46,0-1 0,-1 1 0,1-1 0,0 1 0,0-1 0,0 1 1,0-1-1,-1 1 0,1 0 0,0-1 0,-1 1 0,1 0 0,0 0 0,-1 0 1,1 0-1,-1-1 0,1 1 0,-1 0 0,1 0 0,-1 0 0,0 0 0,0 0 1,1 0-1,-1 0 0,0 0 0,0 0 0,0 0 0,0 0 0,0 0 0,0 1 0,-1 43 304,1-34-170,-1 29 142,-2 0-1,-1 0 1,-2 0 0,-12 40-1,10-53-128,0 0 1,-2 0-1,-2-1 0,0-1 0,-1 0 0,-27 37 1,34-54-103,-1-1 0,1 1 0,-1-2 0,0 1 0,-1-1 0,0 0 0,0-1 1,0 0-1,0 0 0,-1 0 0,0-1 0,-15 4 0,4-3-8,-1 0 1,1-2-1,-1 0 1,-39-1-1,59-2-35,-1-1 0,1 1 0,0 0 0,-1-1 0,1 1 0,0-1 1,0 1-1,-1-1 0,1 0 0,0 1 0,0-1 0,0 0 0,0 0 0,0 0 0,0 0 0,0 0 0,0 0 0,0 0 0,0 0 0,1 0 0,-1 0 0,0-1 0,1 1 0,-1 0 0,1 0 1,-1-1-1,1 1 0,0 0 0,-1-1 0,1 1 0,0 0 0,0-3 0,0 1-3,-1 0 0,1 0 0,0 0 0,1 0 0,-1 0 1,0-1-1,1 1 0,0 0 0,-1 0 0,1 1 0,0-1 0,1 0 0,-1 0 0,0 0 0,3-3 1,7-3-16,0 0 1,0 1-1,1 0 1,0 1-1,0 0 1,1 0-1,0 2 1,0 0-1,0 0 1,1 1-1,0 1 1,15-3-1,-9 3 88,1 0-1,0 2 1,0 0-1,36 4 1,-50-1 28,0 2 1,0-1-1,0 1 0,0 0 1,-1 1-1,1-1 1,-1 1-1,0 1 1,-1-1-1,1 1 1,-1 0-1,0 0 1,5 9-1,33 33 1113,-28-36-1087,0-1 1,0 0-1,1-1 1,0-1-1,0 0 1,1-1 0,27 8-1,-42-15-88,-1-1-1,1 1 1,-1-1 0,1 0-1,-1 0 1,1 1-1,0-1 1,-1 0 0,1 0-1,-1-1 1,1 1 0,-1 0-1,1 0 1,-1-1-1,1 1 1,-1-1 0,1 1-1,-1-1 1,0 0 0,1 1-1,-1-1 1,0 0-1,0 0 1,3-2 0,-2-1 80,1 1 1,-1-1-1,0 0 1,0 0-1,0-1 1,2-7-1,5-11-173,-2 8 128,0-1-1,-1 0 1,-1 0 0,-1 0 0,5-28-1,-9 43 179,0 33-183,2-18-210,7-3-4189,23-12-4386,-28 1 8295,39-8-11245</inkml:trace>
</inkml:ink>
</file>

<file path=ppt/ink/ink2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0:54.10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263 3 2817,'0'0'16198,"0"-1"-16135,1 1 0,-1 0 0,0 0 1,0 0-1,0-1 0,1 1 0,-1 0 0,0 0 1,0 0-1,1 0 0,-1 0 0,0-1 0,1 1 1,-1 0-1,0 0 0,0 0 0,1 0 0,-1 0 1,0 0-1,1 0 0,-1 0 0,0 0 1,0 0-1,1 0 0,-1 0 0,0 0 0,0 0 1,1 0-1,-1 1 0,0-1 0,1 0 0,-1 0 1,0 0-1,0 0 0,1 0 0,-1 1 0,0-1 1,0 0-1,0 0 0,1 0 0,-1 1 1,0-1-1,0 0 0,0 0 0,0 1 0,0-1 1,1 0-1,-1 0 0,0 1 0,0-1 0,0 0 1,0 1-1,-5 15 360,-1 0 0,-1 0 0,0 0 0,-1-1 1,-20 27-1,-5 13 104,-13 19 27,30-50-387,2 0 0,-19 40 0,33-64-152,0 0 0,0 1 0,0-1 0,0 0 0,0 0 0,0 1 0,0-1 0,0 0 0,0 1 0,0-1 0,0 0 0,0 0 0,0 1 0,0-1 0,0 0 0,0 0 0,0 1 0,0-1 0,1 0 0,-1 0 0,0 1 0,0-1 0,0 0 0,0 0 0,1 0 0,-1 1 0,0-1 1,0 0-1,1 0 0,-1 0 0,0 0 0,0 0 0,1 1 0,-1-1 0,0 0 0,0 0 0,1 0 0,-1 0 0,0 0 0,0 0 0,1 0 0,21 2 119,19-6-123,8-2-39,76 0 1,-123 6 20,1 0 0,0 0 0,0 1 0,0-1 1,-1 1-1,1 0 0,0-1 0,0 1 0,-1 1 0,1-1 0,-1 0 0,1 0 0,-1 1 0,0 0 0,1-1 0,-1 1 1,0 0-1,0 0 0,2 3 0,0 0-3,-1 0 1,0 1 0,1-1-1,-2 1 1,1 0 0,-1 0-1,0 0 1,2 8 0,0 13-8,0-1 1,-2 1 0,-2 32 0,0-49 14,0-9 7,0 1 1,-1-1-1,0 0 0,1 0 1,-1 0-1,0 1 0,0-1 1,1 0-1,-1 0 0,0 0 1,0 0-1,0-1 1,0 1-1,0 0 0,-1 0 1,1 0-1,0-1 0,0 1 1,0-1-1,-1 1 1,1-1-1,0 1 0,0-1 1,-1 0-1,1 0 0,-2 1 1,-45 6 126,36-5-108,-71 8 70,-149-2-1,231-8-85,1-3-476,1-1 1,0 1-1,-1 0 0,1-1 1,0 1-1,0 0 0,1 0 1,-1-1-1,1 1 0,0 0 1,-1 0-1,1 1 1,0-1-1,1 0 0,-1 1 1,0-1-1,1 1 0,0 0 1,-1 0-1,1 0 0,0 0 1,5-3-1,17-8-5308</inkml:trace>
</inkml:ink>
</file>

<file path=ppt/ink/ink2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0:54.10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1696,'0'0'16408,"7"2"-15281,22 5-330,1-1 0,0-2 1,0-1-1,1-1 0,37-3 1,-31 1 538,-36 0-273,-1 3-1316,1 5-1095,-1-1 1,-1 1-1,0 0 1,0 0-1,-3 11 1,-2 3-3438</inkml:trace>
</inkml:ink>
</file>

<file path=ppt/ink/ink2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0:54.10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 23 2593,'0'0'8351,"-1"-4"-7559,0-11 148,21 11 1586,-19 6-2293,1 0-1,-1 0 1,0 0 0,0 0-1,-1 0 1,1 0-1,0 0 1,-1 0 0,1 1-1,-1-1 1,0 0 0,0 0-1,1 1 1,-2-1 0,1 0-1,0 0 1,-1 4 0,2 9 701,4-1-363,1-1-259,-1 0 0,0 0 1,-1 1-1,0-1 0,-1 1 0,-1 0 1,1 23-1,-2-20-123,1 1 0,1-1 0,1 0 1,0-1-1,1 1 0,0-1 0,2 0 0,0 0 0,0-1 0,20 28 0,-22-36-145,1-1 0,-1 1 0,2-1 0,-1-1 0,1 1 0,-1-1 0,1 0 0,1-1 0,-1 0 0,1 0 0,0 0 0,-1-1 0,2 0 0,-1-1 0,0 0 0,0 0 0,10 0 0,20 2-2,0-1 0,60-5 1,-39 1 32,-32 1-69,0-1-1,1-1 1,-1-1 0,0-2-1,-1 0 1,1-2-1,-1-1 1,42-19 0,-5-3 1,-35 14-6,0 2 0,2 1 0,-1 2 0,2 1 0,-1 1 0,36-6 0,-63 15-4,1 0 0,-1 1 0,1-1 0,-1 1 0,0 0 0,0 0 0,1 0 0,-1 0 0,0 0 0,0 1 0,0-1 0,0 1 0,0 0 0,-1 0 0,1 0 0,0 0 0,-1 1 0,0-1 0,3 4 1,6 7 201,0 2 1,13 22 0,-9-12-89,12 35 2090,-27-70-2224,0 1 1,1-1-1,0 1 1,1-1-1,0 1 0,0 0 1,1-1-1,0 1 1,1 1-1,0-1 1,0 0-1,1 1 1,8-10-1,-9 12-8,1 1-1,0 0 1,0 0-1,1 1 1,-1-1 0,1 1-1,0 1 1,0-1-1,1 1 1,-1 0-1,0 0 1,1 1 0,0 0-1,0 0 1,0 0-1,0 1 1,0 0-1,0 1 1,8-1-1,82 6-19,139 24 0,-117-12 25,-37-8-72,-1-4 0,1-3-1,149-17 1,-139 10 77,-65 5 14,-1-1 1,52-10 0,-73 9 11,0 0 0,0-1 0,-1 1 1,1-1-1,-1 0 0,1 0 0,-1-1 0,0 1 0,0-1 0,-1 0 1,1 0-1,-1 0 0,1 0 0,-2-1 0,1 1 0,0-1 0,-1 0 1,3-7-1,2-4 15,-1-1 1,-1 0 0,-1 0 0,4-22-1,-4 2 29,-1-47 0,-3 83-39,-1 0 0,1 0 0,-1-1 0,1 1 1,-1 0-1,1 0 0,-1 0 0,0 0 0,0 0 1,1 0-1,-1 0 0,0 0 0,0 1 0,0-1 1,0 0-1,0 0 0,0 1 0,0-1 0,0 1 1,0-1-1,0 1 0,-1-1 0,1 1 0,0 0 0,0-1 1,0 1-1,-1 0 0,1 0 0,0 0 0,0 0 1,-1 0-1,1 0 0,0 0 0,0 0 0,0 1 1,-1-1-1,1 0 0,-2 2 0,0-2-16,0 0 0,0 1 1,0 0-1,0-1 0,0 1 0,0 1 0,0-1 0,0 0 1,0 1-1,0-1 0,1 1 0,-1 0 0,1 0 0,-1 0 1,-3 4-1,3 1-329,1 0 0,-1 0-1,2 0 1,-1 0 0,0 0 0,1 0 0,1 1 0,-1-1 0,1 0 0,1 10 0,-1 0-1953,0 12-3463</inkml:trace>
</inkml:ink>
</file>

<file path=ppt/ink/ink2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0:54.10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204 29 2897,'0'0'18408,"10"-5"-16797,-5 4-1385,25-13 719,-26 8-264,-24 3 198,-1 5-765,0 0 0,1 2 1,-1 0-1,1 1 0,0 1 0,0 1 1,1 1-1,-27 15 0,44-23-128,1 1 0,-1 0 0,1 0 1,-1 0-1,1-1 0,0 1 0,-1 1 0,1-1 0,0 0 0,0 0 1,0 0-1,0 1 0,0-1 0,0 0 0,0 1 0,0-1 0,0 1 0,1-1 1,-1 1-1,1-1 0,-1 1 0,1 0 0,0-1 0,-1 1 0,1 2 1,1-2-12,-1 0 1,1 0-1,0-1 1,0 1-1,0-1 1,0 1-1,0 0 1,0-1 0,0 0-1,1 1 1,-1-1-1,1 0 1,-1 0-1,1 1 1,-1-1-1,1 0 1,-1-1-1,1 1 1,0 0 0,0 0-1,-1-1 1,4 1-1,66 20-81,-47-15 94,0 1 0,0 1 1,-1 1-1,0 1 1,42 25-1,-64-35 10,0 1-1,0-1 1,0 1-1,1-1 1,-1 1-1,0 0 1,0 0-1,0-1 1,0 1-1,0 0 1,0 0 0,0 0-1,-1 0 1,1 0-1,0 0 1,0 1-1,-1-1 1,1 0-1,-1 0 1,1 0-1,-1 1 1,1-1-1,-1 0 1,0 1-1,0-1 1,1 0 0,-1 0-1,0 1 1,0-1-1,-1 0 1,1 1-1,0-1 1,0 0-1,0 1 1,-1-1-1,1 0 1,-1 0-1,1 1 1,-1-1-1,0 0 1,1 0 0,-1 0-1,0 0 1,0 0-1,0 0 1,1 0-1,-1 0 1,0 0-1,0 0 1,-1 0-1,-1 1 1,-5 3 80,-1 0 0,0 0 1,0-1-1,0 0 0,-16 4 1,-135 23 1215,134-26-5550,131-6-5406,-48-5 1481</inkml:trace>
</inkml:ink>
</file>

<file path=ppt/ink/ink2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0:54.11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264 158 1216,'0'0'21131,"-28"2"-19784,-87 10-333,109-11-954,1 0 1,-1 1-1,1-1 0,0 1 0,-1 0 1,1 1-1,0-1 0,0 1 1,0 0-1,1 0 0,-1 1 1,1-1-1,0 1 0,0 0 0,0 0 1,0 1-1,1-1 0,-1 1 1,1-1-1,0 1 0,1 0 1,-1 0-1,1 1 0,-2 7 0,-2 0-28,4-7-37,0 0 0,1-1 1,-1 1-1,2 0 0,-1 0 0,0-1 1,1 1-1,1 9 0,-1-2-72,1-12 73,-1 0 1,1 0 0,0-1-1,-1 1 1,1 0-1,0-1 1,0 1-1,0-1 1,-1 1 0,1-1-1,0 1 1,0-1-1,0 0 1,0 1-1,0-1 1,0 0 0,0 0-1,0 0 1,0 1-1,0-1 1,0 0-1,0 0 1,0-1 0,0 1-1,0 0 1,-1 0-1,1 0 1,0-1-1,2 0 1,32-8 233,-29 5-228,-1-1 1,1 1-1,-1-1 1,0 0-1,-1-1 1,1 1-1,-1-1 1,0 0-1,-1 0 1,1 0-1,-1 0 1,-1-1 0,1 0-1,1-7 1,1-3-5,-2 1 0,0-1 0,-1 0 0,0-29 0,-2 46-15,0 0 1,1-1 0,-1 1 0,0-1-1,0 1 1,0 0 0,0-1 0,0 1 0,1 0-1,-1-1 1,0 1 0,0 0 0,1-1-1,-1 1 1,0 0 0,0 0 0,1-1-1,-1 1 1,0 0 0,1 0 0,-1-1-1,0 1 1,1 0 0,-1 0 0,0 0 0,1 0-1,-1 0 1,1 0 0,-1 0 0,0-1-1,1 1 1,-1 0 0,1 0 0,-1 0-1,0 0 1,1 1 0,-1-1 0,0 0-1,1 0 1,0 0 0,21 5-49,-16-3 10,63 12 110,-32-7-49,0 2-1,48 17 1,-76-23 8,0 1 1,-1 0-1,0 0 1,0 0 0,0 1-1,0 1 1,-1-1-1,0 1 1,0 1 0,-1-1-1,1 1 1,-1 0 0,-1 0-1,9 15 1,-5-7 244,-7-12-152,0 0 1,0 0 0,-1 0 0,1 1 0,-1-1-1,1 0 1,-1 1 0,0-1 0,0 1-1,0 5 1,-1-8 587,-7-13-102,0-2-566,0 0 0,1-1 0,1 0 0,1 0 0,0 0 0,1-1 0,1 1 0,0-1 0,1 0 0,0 1 0,2-1 0,3-27 0,-3 39-115,0 0 1,0 0-1,1 0 0,-1 1 0,1-1 1,0 0-1,0 1 0,0-1 0,1 1 0,-1 0 1,1-1-1,0 1 0,0 1 0,0-1 1,0 0-1,0 1 0,1-1 0,-1 1 1,1 0-1,4-2 0,9-4-1944,1 1 0,0 1 0,22-4 0,-10 2-2576,2-4-4042</inkml:trace>
</inkml:ink>
</file>

<file path=ppt/ink/ink2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0:54.11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1464,'0'0'937</inkml:trace>
</inkml:ink>
</file>

<file path=ppt/ink/ink2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0:54.11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1 1 3169</inkml:trace>
</inkml:ink>
</file>

<file path=ppt/ink/ink2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0:54.11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122 1 3169,'27'42'1041,"-25"-35"9113,-3 2-4869,-9 22-4152,5-17 419,-10 41-265,3 0 1,1 1-1,-2 66 0,6 171-1705,7-269 368,0-23-100,0 0 1,0 1-1,0-1 0,-1 0 0,1 0 0,0 0 1,-1 0-1,1 0 0,-1 0 0,1 0 1,-1 0-1,1 0 0,-1 0 0,0 0 0,1 0 1,-1 0-1,0-1 0,0 1 0,0 0 1,0 0-1,1-1 0,-1 1 0,0-1 0,0 1 1,0-1-1,0 1 0,-1-1 0,1 1 1,0-1-1,0 0 0,-2 1 0,-36-2-9257,25-4 4082</inkml:trace>
</inkml:ink>
</file>

<file path=ppt/ink/ink2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0:54.11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83 3001,'0'0'17257,"18"-4"-15938,-6 1-1090,-2 0-70,1 0 1,0 1 0,0 1 0,0-1-1,-1 2 1,1-1 0,1 2-1,-2-1 1,1 2 0,11 1-1,29 7 96,-1-2 0,1-3 1,90-2-1,-138-3-249,0 0 0,0 0 0,0 0 0,0 0 0,0 0 1,0-1-1,0 0 0,-1 1 0,1-1 0,0 0 0,0 0 1,-1-1-1,1 1 0,3-3 0,-4 2 17,-1 0 0,1 1 1,-1-1-1,0 0 0,0 0 0,0 0 0,0 0 0,0-1 1,0 1-1,0 0 0,-1 0 0,1-1 0,-1 1 0,0 0 1,0 0-1,0-1 0,0-3 0,0 4-4,-1 1 1,0-1-1,1 1 0,-1-1 1,0 0-1,0 1 0,0-1 0,0 1 1,0 0-1,0-1 0,0 1 1,0 0-1,0 0 0,-1 0 0,1-1 1,0 1-1,-1 1 0,1-1 1,-1 0-1,0 0 0,1 0 1,-1 1-1,1-1 0,-1 1 0,0 0 1,-3-1-1,-50-7-1,37 6-16,8 1-4,0 0 0,0 1 0,0 0 0,0 1 0,-16 2 0,25-1-14,-1 0-1,1 0 0,0 1 1,0-1-1,0 0 0,1 0 0,-1 1 1,0-1-1,1 0 0,-1 1 0,1-1 1,0 1-1,0-1 0,0 1 0,0-1 1,0 0-1,1 1 0,0 2 1,0 5-29,-1-1-22,1-1 0,0 0 0,1 0 1,0 0-1,0 0 0,1 0 0,0-1 1,0 1-1,1-1 0,0 0 0,0 0 1,1 0-1,0 0 0,0-1 0,1 0 1,10 11-1,0-4-1449,0 0 1,1-1-1,0-1 0,0 0 1,31 13-1,5-4-7185</inkml:trace>
</inkml:ink>
</file>

<file path=ppt/ink/ink2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0:54.11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295 633 984,'0'0'18060,"-29"-15"-16413,-92-47-397,116 59-1132,-1 0 0,0 1 0,0 0 0,-1 0 0,1 0 1,0 1-1,-1 0 0,1 0 0,-1 1 0,-6 0 0,10 0-75,1 1-1,-1-1 1,0 1-1,1 0 1,-1 0-1,0 0 0,1 0 1,-1 0-1,1 0 1,-1 1-1,1-1 1,0 1-1,0 0 0,-1 0 1,1-1-1,-2 4 1,0 1 1,1 0 1,0 0 0,0 0-1,0 0 1,1 1-1,0-1 1,0 1-1,1 0 1,0-1 0,0 1-1,0 0 1,1 13-1,0-17-34,0-1-1,0 1 0,1 0 1,-1-1-1,1 1 0,-1 0 0,1-1 1,0 1-1,0-1 0,0 1 1,1-1-1,-1 1 0,0-1 1,1 0-1,0 0 0,-1 1 1,1-1-1,3 2 0,0 0 23,-1-1-1,1 0 1,0-1-1,-1 1 1,1-1-1,0 0 1,1 0 0,9 2-1,2-1 30,0-1 0,0-1-1,0 0 1,0-1 0,22-3 0,-27 0-45,0 0 1,1-1 0,-2 0 0,1 0-1,-1-2 1,1 1 0,-1-2 0,-1 1-1,1-1 1,-1-1 0,-1 0-1,12-12 1,16-17 8,48-65 0,-81 96-27,145-204-243,-122 167 140,-3-1 0,-2-1 0,18-52 0,-37 89 198,0 0-1,-1 0 1,0 0 0,0 0 0,0-12 0,-2 19-70,0 1 0,0 0 0,0-1 0,0 1-1,0-1 1,0 1 0,-1 0 0,1 0 0,0-1 0,0 1-1,0 0 1,-1-1 0,1 1 0,0 0 0,0-1 0,-1 1-1,1 0 1,0 0 0,0 0 0,-1-1 0,1 1 0,0 0 0,-1 0-1,1 0 1,0 0 0,-1-1 0,1 1 0,0 0 0,-1 0-1,1 0 1,-1 0 0,1 0 0,0 0 0,-1 0 0,1 0 0,0 0-1,-1 0 1,1 0 0,0 0 0,-1 1 0,1-1 0,-1 0-1,1 0 1,0 0 0,0 0 0,-1 0 0,1 1 0,0-1 0,-1 0-1,1 0 1,0 1 0,0-1 0,-1 1 0,-1-1 61,-7 5 35,-1 0 0,1 1 0,1-1 0,-1 2 1,1-1-1,0 1 0,0 0 0,1 1 0,0 0 0,0 0 0,-6 11 1,-7 12 425,-31 63 0,31-48-255,2 1 0,2 1 0,3 0 0,1 1 0,3 0 0,1 1 0,3 0 0,2 80 0,3 31 303,0-127-5539,0 0-5411</inkml:trace>
</inkml:ink>
</file>

<file path=ppt/ink/ink27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0:55.100"/>
    </inkml:context>
    <inkml:brush xml:id="br0">
      <inkml:brushProperty name="width" value="0.25" units="cm"/>
      <inkml:brushProperty name="height" value="0.25" units="cm"/>
    </inkml:brush>
  </inkml:definitions>
  <inkml:trace contextRef="#ctx0" brushRef="#br0">65 29 7786,'0'0'10234,"-39"-13"-9898,33 7-208,-7-1-80,7 7-48,6-3-104</inkml:trace>
</inkml:ink>
</file>

<file path=ppt/ink/ink27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1:08.43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338 46 1408,'0'0'19658,"-13"-7"-19155,0-1-402,9 4-74,-1 1 1,0 0-1,0 0 1,0 0-1,0 1 1,-1-1-1,1 1 0,0 1 1,-1-1-1,0 1 1,1 0-1,-1 0 1,-10 0-1,-5 1 16,0 0-3,-1 0 0,-36 6 0,51-4-46,0-1 0,1 1-1,-1 0 1,1 1 0,0 0 0,0 0 0,0 0 0,0 1-1,0-1 1,1 1 0,-1 1 0,-8 8 0,12-12-5,1 1 0,0-1 1,-1 0-1,1 0 0,0 1 1,0-1-1,0 1 0,0-1 1,0 1-1,0-1 0,0 1 1,1 0-1,-1-1 0,0 1 1,1 0-1,-1-1 0,1 1 1,0 0-1,0 0 0,0 0 1,0-1-1,0 1 0,0 0 1,0 0-1,0-1 0,1 1 1,-1 0-1,1 0 0,-1-1 1,1 1-1,0 0 0,-1-1 1,1 1-1,0-1 0,0 1 0,0-1 1,0 1-1,1-1 0,-1 0 1,0 1-1,1-1 0,-1 0 1,0 0-1,1 0 0,-1 0 1,3 1-1,9 5-59,1-1-1,-1 0 1,1-1 0,24 6 0,-17-5 47,0-1 7,-16-4 8,0-1-1,0 1 0,0 0 0,-1 1 1,1-1-1,0 1 0,-1 0 1,1 0-1,-1 1 0,0-1 0,0 1 1,0 0-1,6 5 0,-10-8 32,0 1 0,1 0 0,-1 0-1,0 0 1,0 0 0,0 0 0,0 0 0,0 0-1,0 0 1,0 0 0,0 0 0,0 0 0,0 0-1,0 0 1,0 0 0,-1 0 0,1 0 0,-1 0-1,1 0 1,0 0 0,-1 0 0,1 0 0,-1 0-1,0 0 1,1-1 0,-1 1 0,0 0 0,0-1-1,1 1 1,-1 0 0,0-1 0,0 1 0,0-1-1,0 1 1,0-1 0,-1 1 0,-45 17 750,32-13-615,3-2-189,0 1 0,0-1 0,-1-1 0,-20 2 1,32-4-1211,4-2-2209,13-6-3361</inkml:trace>
</inkml:ink>
</file>

<file path=ppt/ink/ink27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1:08.64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71 1 496,'0'0'23117,"-45"61"-22941,39-42-88,-1-3-88,1-3-80,0-4-400</inkml:trace>
</inkml:ink>
</file>

<file path=ppt/ink/ink27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1:08.81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11626,'0'0'7210,"90"64"-10427,-58-54-3928</inkml:trace>
</inkml:ink>
</file>

<file path=ppt/ink/ink27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1:09.16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758 133 11282,'0'0'8240,"-33"-19"-6511,-110-60-589,132 73-1080,0 1-1,0 0 1,-1 1-1,1 0 1,-1 1-1,0 1 0,0 0 1,0 0-1,0 1 1,0 0-1,-1 1 0,-18 3 1,-6-1-26,29-2-32,1 1-1,-1 0 0,1 0 1,-1 1-1,1 0 0,-1 0 1,1 0-1,0 1 0,0 0 1,0 1-1,1 0 0,-1 0 1,1 0-1,-8 7 0,6-3 2,-1 1 0,1 0 0,1 1 0,0-1 0,0 1 0,1 1 0,0-1 0,-5 16 0,-2 10 3,2 1 1,2 0-1,2 0 1,-6 70-1,-2 489 95,16-443-102,-1-151-45,0 0 1,0 1-1,0-1 1,0 0-1,-1 0 1,1 0-1,-1 0 1,1 0-1,-1 0 1,0 0-1,0 0 1,1 0-1,-2 0 1,1 0-1,0 0 1,0 0-1,0-1 1,-1 1-1,1-1 1,-1 1-1,0-1 0,1 1 1,-4 1-1,3-2-269,-1 0-1,1 0 0,-1 0 0,0-1 0,0 1 0,1-1 1,-1 0-1,0 1 0,0-1 0,0 0 0,1-1 0,-1 1 1,0 0-1,0-1 0,0 1 0,1-1 0,-5-2 1,-18-14-5160,5-11-4578</inkml:trace>
</inkml:ink>
</file>

<file path=ppt/ink/ink27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1:09.31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13 9882,'0'0'7730,"199"-6"-9939,-160-1-4720</inkml:trace>
</inkml:ink>
</file>

<file path=ppt/ink/ink27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1:09.61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161 1 12515,'0'0'7997,"-18"39"-6799,-57 130-264,67-149-756,1 1 1,1-1-1,1 1 1,0 1-1,-1 23 1,1-5 104,-7 58 145,-1 152-1,13-247-482,0-1-1,0 1 0,1-1 1,-1 1-1,1-1 0,0 1 0,0-1 1,0 1-1,0-1 0,0 0 1,0 0-1,1 1 0,3 3 1,-5-5-63,1-1 1,0 1 0,0 0 0,-1-1-1,1 1 1,0-1 0,0 1 0,0-1-1,0 0 1,-1 1 0,1-1 0,0 0-1,0 1 1,0-1 0,0 0 0,0 0-1,0 0 1,0 0 0,0 0 0,0 0-1,0 0 1,0 0 0,0 0 0,0 0 0,0-1-1,0 1 1,0 0 0,0-1 0,0 1-1,-1-1 1,1 1 0,0-1 0,0 1-1,0-1 1,-1 1 0,1-1 0,0 0-1,-1 0 1,1 1 0,0-1 0,0-1-1,11-21-3961,-5-5-1909</inkml:trace>
</inkml:ink>
</file>

<file path=ppt/ink/ink28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1:09.79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77 8618,'0'0'11378,"205"-22"-11018,-134 19-360,44-13-184,-19 3-2952,-6-10-9291</inkml:trace>
</inkml:ink>
</file>

<file path=ppt/ink/ink28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1:10.46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613 56 6361,'0'0'12500,"0"-10"-10943,1 8-1489,-1 0 1,0 0 0,0 1-1,0-1 1,0 0 0,0 0-1,0 1 1,0-1-1,-1 0 1,1 0 0,-1 1-1,1-1 1,-1 0 0,0 1-1,1-1 1,-1 1-1,0-1 1,0 1 0,0-1-1,0 1 1,-1-1 0,1 1-1,0 0 1,0 0 0,-1 0-1,1 0 1,-4-2-1,1 3-10,-1-1-1,1 2 1,-1-1-1,1 0 0,-1 1 1,1 0-1,0 0 0,-1 0 1,1 0-1,0 1 0,0 0 1,0 0-1,0 0 0,0 0 1,-5 4-1,-42 26 218,1 1 0,2 3 0,-70 65 0,90-73-131,0 1 0,2 2 0,1 0 0,2 2 0,1 0 0,-25 52 0,37-62-114,1 0 0,1 1-1,1 0 1,2 1 0,0 0 0,-2 39-1,6-47-206,1 0-1,1 0 0,0 1 1,1-1-1,1 0 1,1 0-1,1-1 0,0 1 1,1-1-1,8 17 1,-11-27-311,0 0 1,1-1 0,-1 0-1,1 0 1,0 0 0,1 0-1,-1-1 1,1 1 0,0-1 0,0 0-1,0-1 1,0 1 0,1-1-1,-1 0 1,1-1 0,6 3-1,20 3-4637</inkml:trace>
</inkml:ink>
</file>

<file path=ppt/ink/ink28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1:10.96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231 83 3729,'0'0'15376,"0"-6"-14143,0-15-125,-1 20-990,0 0 0,-1 0 0,1 1 0,0-1 0,-1 0 0,1 1 0,-1 0 0,1-1 0,-1 1 0,1 0 0,-1-1 0,0 1 0,1 0 0,-1 0 0,1 0 0,-1 0 0,1 1 0,-1-1 0,1 0 0,-3 1 0,3 0 0,-8 1-91,-1 0 0,1 1 0,0 0 0,0 1 0,0 0 0,0 0 0,1 1 0,-1 0 0,1 1 0,0 0-1,1 0 1,0 0 0,0 1 0,0 0 0,1 1 0,-8 11 0,7-10-7,1 0 0,1 0-1,-1 1 1,2 0 0,-1 0 0,1 0 0,1 0 0,0 1-1,0-1 1,1 1 0,1 0 0,0-1 0,0 1-1,1 18 1,1-26-19,0-1-1,0 0 1,0 1-1,0-1 1,0 0-1,1 0 1,-1 0-1,1 0 1,-1 0-1,1-1 1,-1 1-1,1 0 1,0-1-1,0 1 1,0-1 0,0 1-1,0-1 1,0 0-1,1 0 1,-1 0-1,0 0 1,1-1-1,-1 1 1,0 0-1,1-1 1,-1 0-1,5 1 1,13 1 15,-1-1 0,31-2 0,-27 1 9,-14 0-12,-1-1 0,0 1 0,1-2 0,-1 1 0,0-1 0,0 0 0,0 0 0,0-1 0,-1-1 0,1 1 0,-1-1 0,1 0 0,-1-1 0,-1 1 0,1-1-1,-1-1 1,0 1 0,0-1 0,0 0 0,-1-1 0,8-10 0,-6 4 20,1-1-1,-2 1 1,0-1 0,-1 0-1,0-1 1,-1 1-1,-1-1 1,0 0 0,-1 0-1,0 0 1,-2-17-1,0 27-15,0 0-1,-1 1 0,0-1 0,0 0 0,0 1 0,0-1 0,-1 1 0,1-1 0,-1 1 1,-1 0-1,1 0 0,-4-6 0,4 9-138,1-1 1,0 0-1,-1 1 1,1 0-1,-1-1 1,1 1-1,-1 0 1,0 0-1,1 0 1,-1 0-1,0 0 1,0 0-1,0 0 1,0 0-1,1 1 0,-1-1 1,0 1-1,0 0 1,0 0-1,0-1 1,-1 1-1,1 0 1,0 0-1,0 1 1,0-1-1,0 0 1,0 1-1,0-1 1,1 1-1,-1 0 1,0 0-1,-2 1 1,-1 4-3814,4 3-1560</inkml:trace>
</inkml:ink>
</file>

<file path=ppt/ink/ink28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1:11.44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38 22 6857,'0'0'10093,"-8"-4"-9104,-22-13-295,42 25-262,0 1-1,0 0 0,-1 1 0,-1 0 0,15 18 0,50 70 1307,-60-77-1395,36 49 777,61 112 1,-98-155-944,-1 0 0,-1 1 1,-1 0-1,-2 1 0,-1 0 1,-1 0-1,5 57 0,-11-66-83,1 5 72,-2 1 0,-3 34 1,2-53-137,0 0 1,-1 0-1,1-1 1,-1 1-1,-1-1 1,1 0 0,-1 1-1,0-1 1,0 0-1,-1-1 1,0 1 0,0-1-1,-7 8 1,-14 9 73,0-1 1,-56 33-1,77-48-3011,16-4 77,16-4-3914,10-3-5740</inkml:trace>
</inkml:ink>
</file>

<file path=ppt/ink/ink28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1:16.81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1 123 10066,'0'0'6874,"96"-51"-6770,-77 44-40,-6 1 8,0-1-64,13 4-8,-1 0-104,14-13-833,6 3-3447,0-3-5507</inkml:trace>
</inkml:ink>
</file>

<file path=ppt/ink/ink28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1:17.32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0 290 8306,'0'0'11364,"11"-8"-11194,4-3-299,1 2 0,0 0 0,1 1 0,-1 0 0,2 2 0,21-6 0,21-3-3627,76-20-764,-91 22 4525,1-2-1,57-28 0,-76 31 8430,1 2-8962,33-15-10662,-36 10 10847,-18 10 431,14-11 314,-16 2 9347</inkml:trace>
</inkml:ink>
</file>

<file path=ppt/ink/ink28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1:18.04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 6 4065,'0'0'6772,"-12"-6"2190,22 14-8789,0-1 0,1-1 0,0 0 1,0-1-1,0 0 0,13 4 0,3 2-89,8 5 2,-24-9 13,0-2 1,0 0 0,1 0-1,0-1 1,0 0 0,0-1-1,18 3 1,-52 0 2955,11-1-3023,0 1 0,1-1 0,0 1 0,0 1 0,-11 10 0,9-3 55,2 0-1,0 0 0,1 1 1,0 1-1,1-1 0,1 2 0,0-1 1,-7 31-1,-10 20 124,18-56 134,1-2-1288,4-2-8490</inkml:trace>
</inkml:ink>
</file>

<file path=ppt/ink/ink28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1:19.17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380 87 4217,'0'0'10333,"3"-13"-9238,2-2-699,-3 9-63,0 0 0,0 1 0,-1-1 0,1 0 0,-1 0 0,-1 0 0,1-12 1006,-4 18-403,-3 1-851,0 0 0,1 1 0,-1 0 0,1 0 0,-1 0 0,1 1 0,0-1 0,0 1 0,0 0 0,0 1 0,1-1 0,-1 1 0,-3 4 0,-6 5-89,1 1 1,-21 28-1,28-34 3,2-1 0,-1 1 0,1 0 1,0 0-1,1 1 0,0-1 0,0 1 0,1 0 0,0-1 1,0 1-1,1 0 0,0 0 0,1 0 0,0 0 0,1 11 1,0-18-2,-1 0 0,1 0 0,0 0-1,0 0 1,0 0 0,0 0 0,0-1 0,0 1 0,1 0 0,-1 0 0,0-1 0,1 1 0,0-1 0,-1 0 0,1 1 0,0-1 0,0 0 0,-1 0 0,1 0 0,0 0 0,0 0 0,0 0-1,0-1 1,0 1 0,1-1 0,-1 1 0,0-1 0,0 0 0,4 0 0,-1 1 2,0-1 0,0 0 0,-1 0-1,1-1 1,0 1 0,0-1 0,-1 0 0,1-1 0,-1 1-1,1-1 1,-1 0 0,1 0 0,4-3 0,-2-1 6,0-1 0,-1 0 0,0 0-1,0 0 1,-1-1 0,0 0 0,0 0 0,6-16 0,-4 6 1,0 0-1,-1 0 0,5-25 0,-25 124 423,-3 92 0,19-96-420,0-50-4,-1 1-1,-1-1 0,-1 1 1,-1-1-1,-2 1 0,-13 50 1,14-72-4,0-1 0,1 1 1,-2-1-1,1 0 0,0 0 1,-1 0-1,0 0 0,0-1 1,-1 1-1,1-1 0,-1 0 1,0-1-1,0 1 0,0-1 0,-1 0 1,1 0-1,-1-1 0,0 1 1,1-1-1,-1 0 0,0-1 1,-9 2-1,-11 0 13,1-1 1,-1-1-1,0-1 1,-25-3-1,49 2-12,-5 1 1,-1-1-1,1 0 1,-1-1 0,1 0-1,0 0 1,0-1 0,-13-6-1,17 8 0,1-1 0,-1 1 1,1-1-1,0 0 0,-1 0 0,1 0 0,0 0 0,0 0 1,0 0-1,0 0 0,1-1 0,-1 1 0,1-1 0,-1 1 0,1-1 1,0 0-1,0 1 0,0-1 0,0 0 0,0 0 0,1 0 0,-1-5 1,1 4-67,-1-1 1,1 1 0,1 0 0,-1-1 0,1 1 0,-1 0 0,1 0 0,1-1 0,-1 1 0,0 0 0,1 0-1,0 0 1,0 1 0,0-1 0,0 0 0,1 1 0,0-1 0,-1 1 0,1 0 0,0 0 0,1 0 0,-1 0-1,0 0 1,1 1 0,6-4 0,63-47-5047,-46 28-69</inkml:trace>
</inkml:ink>
</file>

<file path=ppt/ink/ink28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1:19.77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0 179 4793,'0'0'12688,"11"6"-11477,-4-1-1019,-2-2-51,0 0 0,0 0-1,0 0 1,0 1 0,0 0 0,-1 0 0,1 1-1,-1-1 1,0 1 0,-1 0 0,1 0 0,-1 0-1,5 11 1,-4-6 116,-2-1 0,1 2-1,-2-1 1,1 0 0,-1 13-1,-1-234-192,40 215-173,-13 3 122,0-1-1,0-1 1,1-2-1,39 1 1,-63-5-12,1 0 0,-1 0 0,0 0 0,0 0 0,0-1 0,0 1 1,-1-1-1,1 0 0,0 0 0,-1-1 0,1 1 0,-1-1 0,0 0 0,0 0 0,0 0 0,0 0 1,0 0-1,-1 0 0,1-1 0,2-5 0,-3 5 9,1 0 0,-1 0 0,0-1 0,0 1-1,0 0 1,0-1 0,-1 1 0,0-1 0,0 0 0,0 1 0,-1-1 0,1 0 0,-1 0 0,0 1-1,-1-1 1,1 0 0,-3-8 0,1 12 18,0 0 1,0 0-1,0 0 0,-1 0 0,1 1 0,0-1 0,0 1 1,-1 0-1,1-1 0,0 1 0,-1 0 0,1 0 0,0 1 1,0-1-1,-5 1 0,2 0-7,-2 0-16,0 1-1,0 0 0,0 0 1,0 1-1,0 0 0,0 0 0,1 1 1,0 0-1,0 0 0,0 0 1,0 1-1,0 0 0,1 0 1,0 0-1,0 1 0,0 0 1,1 0-1,0 0 0,-6 12 1,7-14-17,0 1 1,1-1 0,0 1-1,0 0 1,0-1 0,0 1 0,1 0-1,-1 0 1,1 0 0,1 1-1,-1-1 1,1 0 0,0 0-1,0 0 1,0 1 0,1-1 0,0 0-1,0 0 1,0 0 0,0 0-1,1 0 1,0 0 0,0 0-1,0-1 1,1 1 0,-1-1 0,1 0-1,7 8 1,-5-7-266,0-1 0,0 0 0,0 0 0,0-1 0,1 0 0,0 0 0,0 0 0,7 2 0,-5-3-869,1 0 1,0 0-1,-1-1 1,1 0-1,12 0 1,5-1-3420</inkml:trace>
</inkml:ink>
</file>

<file path=ppt/ink/ink28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1:20.17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98 0 7810,'0'0'11213,"-14"3"-10589,-42 9 119,54-11-703,0 0 0,1-1 0,-1 1 1,1 1-1,-1-1 0,1 0 0,-1 0 0,1 0 1,0 1-1,0-1 0,-1 1 0,1-1 1,0 1-1,0-1 0,1 1 0,-1 0 0,0-1 1,0 1-1,1 0 0,-1 0 0,1 0 0,-1 1 1,0 42 347,2-33-272,-1 1-56,-1-10-49,1-1 0,0 1 1,0-1-1,0 1 0,0-1 1,0 1-1,1-1 0,-1 0 0,1 1 1,-1-1-1,1 1 0,2 3 0,-1-4-5,0-1 0,0 0 0,0 0-1,0 0 1,1 0 0,-1-1 0,0 1-1,0 0 1,1-1 0,-1 1 0,0-1 0,1 0-1,-1 0 1,1 0 0,-1 0 0,3-1-1,-2 0-3,0 1 0,1-1-1,-1 0 1,0 0 0,0-1-1,0 1 1,0-1-1,0 1 1,0-1 0,-1 0-1,1 0 1,0 0 0,-1 0-1,0-1 1,4-3-1,20-16 72,-25 22-50,18 2-6,-17 1-6,1 0-1,-1 0 1,0 1 0,0-1-1,-1 0 1,1 1-1,-1-1 1,3 8 0,-4-8-147,1 0 0,0 0 0,0 1 0,1-1 0,-1 0 1,1 0-1,0-1 0,-1 1 0,1 0 0,3 2 0,-4-4-187,0 0 0,1 0-1,-1 0 1,1 0 0,-1 0-1,1-1 1,0 1 0,-1-1-1,1 1 1,0-1 0,-1 1-1,1-1 1,0 0 0,-1 0-1,3 0 1,15 0-3893,1-3-208</inkml:trace>
</inkml:ink>
</file>

<file path=ppt/ink/ink28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1:20.42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24 1 8954,'0'0'10945,"-4"28"-9808,-13 94-276,15-106-686,1-1 1,1 1-1,1-1 1,0 0-1,1 1 1,0-1 0,1 0-1,1 0 1,6 16-1,4 18-1967,-8 6-4602,-13-58-1228,-5-10 586</inkml:trace>
</inkml:ink>
</file>

<file path=ppt/ink/ink28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1:20.78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59 6129,'0'0'11647,"23"6"-10814,108 32 81,-128-37-842,0 0 1,0 0 0,0 0-1,0-1 1,0 1 0,0-1-1,0 0 1,0 0-1,0 0 1,0 0 0,0-1-1,5-1 1,-7 1-49,1 0 1,-1 0-1,0 0 0,0 0 1,0-1-1,0 1 1,0 0-1,0-1 0,0 1 1,-1-1-1,1 1 1,-1-1-1,1 1 0,-1-1 1,1 1-1,-1-1 1,0 0-1,1 1 0,-1-1 1,0 1-1,0-1 1,0 0-1,-1-2 1,1-11-228,1 11 336,-1 1 0,0-1-1,0 1 1,0-1 0,-1 1 0,1-1-1,-1 1 1,-2-7 0,2 9-78,0 0-1,0 0 1,0 0-1,0 0 1,0 0 0,0 0-1,0 0 1,0 0-1,-1 0 1,1 0 0,0 1-1,-1-1 1,1 1 0,-1-1-1,1 1 1,-1-1-1,1 1 1,-1 0 0,1 0-1,-1 0 1,1-1-1,-1 2 1,1-1 0,-3 0-1,3 0-46,1 1 0,-1-1-1,0 1 1,0-1 0,0 1-1,1-1 1,-1 1 0,0 0-1,0-1 1,1 1 0,-1 0-1,1 0 1,-1-1 0,0 1-1,1 0 1,-1 0 0,1 0-1,0 0 1,-1 0 0,1-1-1,0 1 1,0 0 0,-1 0-1,1 0 1,0 0 0,0 0-1,0 0 1,0 0 0,0 0-1,1 1 1,-1 44 237,1-30-157,-1-8-186,0 1 1,1-1-1,0 0 1,1 0-1,-1 1 0,2-1 1,-1 0-1,1 0 1,1-1-1,-1 1 0,1-1 1,0 1-1,1-1 0,0 0 1,0-1-1,0 1 1,1-1-1,0 0 0,11 7 1,-15-11-442,0-1 0,0 0 0,0 0 0,0 1 0,0-2 0,1 1 0,-1 0 0,0 0 0,1-1 0,-1 1 0,0-1 0,1 0 0,-1 0 0,1 0 0,-1 0 0,4 0 0,2 0-2166,6 0-5176</inkml:trace>
</inkml:ink>
</file>

<file path=ppt/ink/ink28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1:21.11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17 206 9154,'0'0'11460,"9"8"-10801,31 29-177,-38-35-432,0 0 0,0 0 0,0 0 0,-1 0 0,1 1 0,0-1 0,-1 0 0,0 1-1,3 5 1,-4-7-37,0 0 0,0 0 0,0-1 0,0 1 0,0 0 0,0 0 0,0 0 0,0 0 0,0 0 0,0 0 0,0-1 0,0 1-1,-1 0 1,1 0 0,0 0 0,-1 0 0,1-1 0,0 1 0,-1 0 0,0 1 0,-1-1-5,0 1 1,0-1-1,1 0 1,-1 0-1,0 1 0,0-1 1,0 0-1,0-1 1,-1 1-1,1 0 0,0-1 1,0 1-1,0-1 1,0 0-1,-1 1 0,-2-1 1,4 0-8,-1-1 1,0 1 0,1 0-1,-1 0 1,0-1-1,1 1 1,-1-1-1,0 1 1,1-1 0,-1 1-1,1-1 1,-1 0-1,1 0 1,0 0-1,-1 0 1,1 0 0,0 0-1,0 0 1,-1-1-1,1 1 1,0 0-1,0-1 1,0 1 0,1-1-1,-1 1 1,0-1-1,0 1 1,1-1 0,-1 1-1,1-1 1,0 0-1,-1-2 1,-1-8 5,1 1 0,1-1 0,0 1 0,2-13 0,-1-2-7,-1 17 0,1-1 0,0 1 1,0 0-1,1 0 1,0 0-1,1 0 0,0 0 1,1 0-1,-1 1 1,2 0-1,-1 0 0,1 0 1,0 0-1,1 0 1,0 1-1,0 0 0,0 1 1,1-1-1,11-8 1,-17 15-42,0-1 0,0 0 0,-1 1 0,1-1 1,0 0-1,0 1 0,0-1 0,-1 1 1,1-1-1,0 1 0,0 0 0,0-1 0,0 1 1,0 0-1,0-1 0,0 1 0,0 0 1,0 0-1,0 0 0,0 0 0,0 0 1,0 0-1,0 0 0,0 1 0,0-1 0,0 0 1,1 1-1,-1 0-446,0 0 1,0 0-1,-1 1 0,1-1 1,-1 0-1,1 0 1,-1 1-1,1-1 0,-1 0 1,0 1-1,1-1 1,-1 1-1,0-1 0,0 0 1,0 1-1,0 1 1,0 20-8919</inkml:trace>
</inkml:ink>
</file>

<file path=ppt/ink/ink28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1:21.58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278 35 6409,'0'0'10627,"0"-6"-9632,0 5-937,0 0 0,0 0 1,0 0-1,0 0 0,0 0 1,0 0-1,-1-1 0,1 1 1,0 0-1,0 0 1,-1 0-1,1 0 0,-1 0 1,1 0-1,-1 0 0,1 0 1,-1 1-1,0-1 1,0 0-1,1 0 0,-1 0 1,0 1-1,0-1 0,0 0 1,0 1-1,1-1 0,-1 0 1,0 1-1,0 0 1,0-1-1,0 1 0,-2-1 1,-1 1 39,0 0 0,0 0 0,0 0 1,0 0-1,0 1 0,0 0 0,0 0 0,0 0 1,0 0-1,0 1 0,-5 2 0,-12 8 28,1 0-1,0 1 1,1 1-1,1 1 1,0 1-1,1 1 1,1 0-1,-16 21 1,29-34-107,1 0 1,-1 0-1,1 0 1,-1 1 0,1-1-1,1 1 1,-1-1-1,1 1 1,-1 0-1,1-1 1,1 1-1,-1 0 1,1 0 0,-1 0-1,1 0 1,1-1-1,-1 1 1,1 0-1,0 0 1,0 0 0,0-1-1,1 1 1,-1 0-1,1-1 1,0 0-1,1 1 1,4 6-1,-3-5-147,1 0 0,0-1 0,0 0 0,0 0 0,0 0 0,1 0 0,-1-1 0,8 4 0,-8-5-443,2 0-1,-1 0 1,0 0 0,0-1 0,1 0 0,0 0 0,-1-1 0,11 1 0,3-1-4387</inkml:trace>
</inkml:ink>
</file>

<file path=ppt/ink/ink28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1:22.08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 0 3185,'0'0'15807,"0"20"-14660,0 159 1451,0-167-2450,-1 1-85,1 0 1,0 0-1,1-1 0,0 1 0,1 0 0,1-1 0,0 1 0,6 14 0,-9-26-72,1 0 0,0 0 1,-1-1-1,1 1 0,-1 0 0,1-1 0,0 1 1,0-1-1,-1 1 0,1-1 0,0 1 1,0-1-1,0 1 0,-1-1 0,1 0 0,0 1 1,0-1-1,0 0 0,0 0 0,0 0 0,0 0 1,0 0-1,0 0 0,-1 0 0,1 0 0,0 0 1,0 0-1,0 0 0,0 0 0,0-1 1,0 1-1,0 0 0,-1-1 0,1 1 0,0-1 1,0 1-1,0-1 0,-1 1 0,1-1 0,0 1 1,-1-1-1,2-1 0,29-29-36,-25 23 14,-3 2 28,1 0-1,-1 1 1,1-1 0,1 1 0,-1 0-1,1 0 1,0 1 0,0-1 0,7-4-1,-10 11 38,0 0 0,0 1 0,0-1 0,0 0 0,0 1 0,0-1 0,-1 1 1,1 0-1,-1 0 0,0-1 0,0 1 0,0 0 0,0 0 0,0 0 0,0 4 0,2 1 49,-1-2-66,1 0 0,0 1-1,0-1 1,1 0-1,0-1 1,9 11 0,9 1-2953,6-11-5599,-14-6 928</inkml:trace>
</inkml:ink>
</file>

<file path=ppt/ink/ink28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1:22.26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33 1 9026,'0'0'13099,"0"83"-12931,0-70-96,0-7-72,0 1-592,-13-4-1961,6 0-2040,-5-3-1088</inkml:trace>
</inkml:ink>
</file>

<file path=ppt/ink/ink28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1:22.48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20 1 12603,'0'0'9098,"-19"54"-8978,19-47-72,0-4-40,0 0 8,0 0-16,6-3-88,0 4-576,1-1-5650</inkml:trace>
</inkml:ink>
</file>

<file path=ppt/ink/ink28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1:22.90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6 7842,'0'0'10982,"0"-4"-10131,0 2 1330,0 28-1606,2 0 0,1 0 1,0-1-1,9 29 0,7 9-551,-9-44 583,-3-9-2324,-5 0-5484</inkml:trace>
</inkml:ink>
</file>

<file path=ppt/ink/ink28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1:23.56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65 555 8186,'0'0'10605,"-2"-4"-6865,-7-5-2999,6 9-667,0-1 0,0 0-1,0 1 1,1 0 0,-1 0 0,0 0 0,0 0 0,0 0 0,0 0 0,0 1 0,1-1 0,-6 2 0,7 0-75,0-1 1,0 0-1,0 0 1,0 0-1,0 1 1,0-1 0,0 0-1,1 1 1,-1-1-1,0 1 1,1-1-1,0 1 1,-1-1-1,1 1 1,0-1-1,0 1 1,-1-1-1,1 1 1,0 0-1,1-1 1,-1 3 0,0-2 3,1 1 1,-1-1-1,0 0 1,1 1-1,0-1 1,-1 0 0,1 1-1,0-1 1,0 0-1,0 0 1,1 0 0,-1 0-1,0 0 1,1 0-1,0 0 1,-1 0 0,1-1-1,0 1 1,0-1-1,0 1 1,0-1 0,0 0-1,0 1 1,0-1-1,0 0 1,0 0-1,1-1 1,3 2 0,-3-1 2,0 0 0,0-1 0,0 1-1,0-1 1,0 0 0,0 0 0,0 0 0,0 0 0,0-1 0,0 1 0,0-1 0,0 1 0,-1-1 0,1 0 0,0 0 0,0-1 0,0 1 0,-1 0 0,1-1-1,-1 0 1,1 1 0,-1-1 0,4-4 0,5-8-9,-1-1 0,0 0 0,-1-1 0,0 0 0,8-24 0,25-90-52,-29 73 85,-3-1 0,-2 0 0,-3-1 0,-2-73 1,-10 138 838,-4 16-731,1 1-1,1 1 0,1 0 1,1 0-1,1 0 1,-4 46-1,1 157 337,9-201-475,0-20-4,1 0 1,0 0-1,0 1 0,0-1 0,0 0 1,1 0-1,0 0 0,6 10 0,0 3-539,-7-8-3151,-1-9-133</inkml:trace>
</inkml:ink>
</file>

<file path=ppt/ink/ink28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1:24.19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33 190 1384,'0'0'8371,"-6"-30"-2184,5-23-4647,2-54-2108,-14 112-4873,0 6-463</inkml:trace>
</inkml:ink>
</file>

<file path=ppt/ink/ink28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26:28.066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26 1 1432,'0'0'19359,"-5"0"-17759,-15 2-1016,36 10-2756,0-4 1055,20 14-3416,-8-5-618</inkml:trace>
</inkml:ink>
</file>

<file path=ppt/ink/ink28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0:23.01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72 0 1776,'0'0'11327,"2"1"-11200,-1-1 90,-1 0-1,0 0 0,1 0 1,-1 0-1,1 0 1,-1 0-1,0 0 0,1 0 1,-1 0-1,0 0 1,0 0-1,1 0 0,-1 1 1,0-1-1,1 0 1,-1 0-1,0 0 0,1 0 1,-1 1-1,0-1 1,0 0-1,0 0 0,1 1 1,-1-1-1,0 0 1,0 1-1,0-1 0,1 0 1,-1 0-1,0 1 1,0-1-1,0 0 0,0 1 1,0-1-1,0 1 0,-30 62 794,22-49-791,1 0-1,0 0 1,-5 17 0,7-9 123,0 1-1,1-1 1,2 1 0,0 41-1,2-62-324,1 0-1,0-1 0,0 1 1,-1-1-1,1 1 0,0 0 1,0-1-1,0 1 1,0-1-1,1 0 0,-1 1 1,0-1-1,1 0 0,-1 0 1,1 0-1,-1 0 0,1 0 1,-1 0-1,1 0 1,-1-1-1,1 1 0,0-1 1,0 1-1,2 0 0,46 8 161,-33-9-149,-9 1-7,0-1 0,0 0 0,-1-1-1,1 0 1,0 0 0,8-3 0,-13 3-13,1-1 0,0 0 0,-1 0 0,0 0-1,1-1 1,-1 1 0,0-1 0,0 0 0,0 0 0,-1 0 0,1 0 0,-1 0 0,0-1 0,4-6 0,25-69 99,-30 76-106,-1 1 1,1 0 0,-1 0-1,1-1 1,-1 1-1,0 0 1,0-1 0,0 1-1,0 0 1,0-1-1,0 1 1,-1 0 0,1-1-1,-1 1 1,1 0-1,-1 0 1,0 0 0,0-1-1,0 1 1,-2-3-1,-32-42 39,18 26 39,15 19-53,0 1 0,0-1 0,-1 0 1,1 0-1,0 1 0,-1 0 0,1-1 0,-1 1 1,1 0-1,-1 0 0,0 0 0,1 1 0,-1-1 1,0 0-1,0 1 0,1 0 0,-6 0 0,2-1 62,5 1 81,-16 0-907,15 17-5908,2-1 770</inkml:trace>
</inkml:ink>
</file>

<file path=ppt/ink/ink28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0:23.01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9 1072,'0'0'11879,"0"-1"-12151,3-6 10220,-1 7-8375,0 8-1384,0 0 0,-1 0 0,0 0 0,0 0 1,0 12-1,5 69 1239,-6-81-1280,1-1 0,0 1 0,1-1 0,0 0 0,0 0 0,0 0 0,1 0 0,0 0 0,0 0 0,9 11 0,-4 18 610,2-16-466,-10-19-246,1 1-1,-1 0 0,1 0 1,0-1-1,-1 1 0,1 0 1,0-1-1,0 1 0,0-1 1,0 1-1,0-1 0,0 0 0,3 3 1,-3-4 11,12-12-20548</inkml:trace>
</inkml:ink>
</file>

<file path=ppt/ink/ink28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0:23.01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7 3 1536,'0'0'10972,"-7"-3"-1075,8 4-9854,0 0-1,0-1 1,1 1 0,-1 0 0,0-1 0,0 1 0,0-1 0,0 1-1,0-1 1,1 0 0,-1 1 0,0-1 0,0 0 0,1 0-1,-1 0 1,0 0 0,1 0 0,1-1 0,39 1 157,-32 0-147,125 0 160,-134 1-209,0-1 0,-1 1 0,1 0 0,-1 0-1,1-1 1,-1 1 0,1 0 0,-1 0 0,1 0 0,-1 0 0,1 0-1,-1 0 1,0-1 0,0 1 0,0 0 0,1 0 0,-1 0 0,0 0-1,0 0 1,0 0 0,0 0 0,-1 1 0,1 33 96,0-27-70,-1-6-24,1 0 0,0 0-1,-1 0 1,1 0 0,-1-1 0,0 1 0,0 0 0,1 0 0,-1-1 0,0 1 0,-1 0-1,1-1 1,0 1 0,0-1 0,-1 1 0,-2 1 0,-32 24 88,0 1 237,32-23-267,2-3-24,0 0 0,0 1 0,0-1 0,0 0 0,0 1 0,1 0 0,-1-1 0,1 1 0,0 0-1,0 0 1,0 0 0,0 0 0,0-1 0,0 1 0,1 0 0,0 0 0,0 1 0,-1-1 0,2 5 0,0-8-22,-1 1-1,1 0 1,-1-1 0,1 1 0,-1-1-1,1 1 1,0-1 0,-1 1-1,1-1 1,0 0 0,-1 1-1,1-1 1,0 0 0,0 1-1,-1-1 1,1 0 0,0 0 0,0 0-1,-1 0 1,1 0 0,0 0-1,0 0 1,0 0 0,1 0-1,29 0 57,-22-1 1,44 1-161,27 0 659,-57 0-1741,-20 0-118,-8 1-597,-15 3-3859,0 4-2995</inkml:trace>
</inkml:ink>
</file>

<file path=ppt/ink/ink28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0:23.01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0 196 5761,'0'0'9665,"5"-1"-8812,0 0-508,-1 0-1,1 0 0,0 0 0,0 0 0,0 1 1,0 0-1,9 1 0,-12-1-235,0 1 0,0 0-1,0-1 1,0 1 0,0 0 0,0 0 0,0 0 0,0 0-1,-1 0 1,1 1 0,0-1 0,-1 0 0,1 1-1,-1 0 1,0-1 0,1 1 0,-1 0 0,0-1 0,0 1-1,0 0 1,0 0 0,0 0 0,0 3 0,17 42 689,10 52 0,-20-76-501,-4-36 375,-4-49 173,0 54-1053,0-16 218,-1 15-9,0 1-1,1-1 0,0 0 0,1 0 1,0 0-1,0 0 0,1 1 1,0-1-1,0 1 0,1-1 0,0 1 1,1 0-1,0 0 0,7-12 0,1 4 57,1 1 0,0 0-1,1 1 1,1 0-1,20-14 1,-25 21-267,0 1 0,0 1 0,1-1 0,12-3 1,-15 6-749,1 1 1,0-1-1,0 2 1,0-1-1,17 1 1,-24 6-6046,-1-3 4872,4 7-6726</inkml:trace>
</inkml:ink>
</file>

<file path=ppt/ink/ink28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0:23.01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123 1 5209,'0'0'13126,"-6"3"-12570,-4 4-334,0-1 0,0 1 1,1 1-1,0 0 0,0 0 1,1 1-1,-13 16 1,17-20-180,1 1 1,-1 0 0,1 0-1,0 0 1,0 0 0,1 0-1,0 1 1,0-1 0,1 1 0,-1-1-1,1 1 1,1 0 0,-1-1-1,1 1 1,1 0 0,0 9 0,0-14-37,1 1 0,-1-1 0,0 0 0,1 1 0,-1-1 0,1 0 0,0 0 0,-1 0 0,1 0 0,0-1 0,0 1 0,0 0 0,1-1 0,-1 1 0,0-1 0,0 0 0,1 0 1,-1 0-1,1 0 0,-1 0 0,1 0 0,0-1 0,-1 1 0,1-1 0,0 0 0,-1 0 0,4 0 0,0 1 5,0-1 1,0 0-1,0 0 1,1-1-1,-1 1 1,0-1-1,0-1 1,0 1-1,0-1 0,0 0 1,7-3-1,-9 1 19,0 1 0,0-1 0,0 0 0,0 0 0,0 0 0,-1-1-1,1 1 1,-1-1 0,0 0 0,-1 0 0,1 0 0,-1 0 0,0 0 0,-1-1-1,1 1 1,-1-1 0,0 1 0,0-1 0,-1 1 0,1-1 0,-1 1 0,0-1 0,-1 0-1,0 1 1,-1-9 0,1 12-14,0 0 0,0 0-1,-1 0 1,1 0 0,0 0-1,-1 0 1,1 1 0,-1-1-1,0 0 1,0 1 0,1-1-1,-1 1 1,0 0 0,0 0-1,0 0 1,0 0 0,-1 0-1,1 0 1,0 0 0,0 0-1,-1 1 1,1 0 0,-3-1-1,-56-5-499,60 6-677,11 1-3920,18 7 529,4 2-2328</inkml:trace>
</inkml:ink>
</file>

<file path=ppt/ink/ink28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0:23.02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194 1 4185,'0'0'14079,"-4"0"-13368,-4-1-627,0 1 1,0 0-1,0 1 0,0 0 1,0 0-1,0 1 1,0 0-1,0 0 1,0 1-1,1 0 0,-1 1 1,1-1-1,0 1 1,0 1-1,0-1 1,1 1-1,0 0 0,-1 1 1,2-1-1,-1 1 1,1 1-1,0-1 1,0 1-1,1-1 0,-6 12 1,8-15-84,1-1 0,0 1 1,0 0-1,1-1 0,-1 1 0,0 0 1,1-1-1,0 1 0,0 0 0,0-1 1,0 1-1,0 0 0,0 0 1,0-1-1,1 1 0,1 3 0,-1-4 0,0 0-1,0-1 0,0 1 1,0-1-1,0 1 0,1-1 1,-1 1-1,1-1 0,-1 0 1,1 0-1,-1 1 1,1-1-1,0 0 0,0-1 1,-1 1-1,1 0 0,3 0 1,7 2-8,0-1 0,0-1 1,1 0-1,-1-1 0,25-2 1,-33 1 29,0 1 1,0-1-1,0 0 1,0-1-1,0 1 1,0-1-1,0 1 0,-1-1 1,1 0-1,0-1 1,-1 1-1,0-1 1,1 1-1,-1-1 1,0 0-1,0 0 1,-1 0-1,1-1 0,-1 1 1,4-7-1,-4 7-6,-1 0 0,0 0 0,0 0 0,0 0 0,0 0 0,0 0 0,0 0 0,-1 0-1,1 0 1,-1 0 0,0 0 0,0-1 0,0 1 0,-1 0 0,1 0 0,-1 0 0,0 0 0,0 0 0,0 0 0,0 0-1,0 0 1,0 0 0,-1 0 0,0 0 0,1 1 0,-1-1 0,0 1 0,-3-4 0,-6-13-10206,22 19 3878</inkml:trace>
</inkml:ink>
</file>

<file path=ppt/ink/ink28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0:23.02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84 23 2561,'0'0'9039,"-15"-18"1876,10 14-9225,4 3-1625,-1 1 0,1 0 0,0 0 0,0 0 1,0 0-1,-1 1 0,1-1 0,0 0 0,0 0 0,0 1 0,-1-1 0,1 1 0,0-1 0,0 1 0,0 0 0,0-1 1,0 1-1,0 0 0,0-1 0,0 1 0,0 0 0,-1 2 0,-5 25 184,3-5-73,-6 41-45,2 1 1,2 0-1,5 73 0,1-136-140,0 1 0,0-1-1,1 0 1,-1 1-1,0-1 1,1 0 0,0 0-1,0 0 1,0 0-1,0 0 1,0 0 0,0 0-1,0 0 1,0 0-1,1 0 1,-1 0-1,1-1 1,0 1 0,-1 0-1,1-1 1,0 0-1,0 1 1,0-1 0,0 0-1,0 0 1,0 0-1,0 0 1,0-1 0,0 1-1,1 0 1,2 0-1,8 1-238,0 0 0,1-1 0,0 0-1,15-2 1,-11 1-462,-12-1 364,0 0 0,0 0 0,0 0 0,0-1 0,0 0 0,-1 0 0,1-1 0,-1 1 0,1-1 0,5-5 0,35-14-7297,-32 19 845</inkml:trace>
</inkml:ink>
</file>

<file path=ppt/ink/ink28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0:23.02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7 1688,'0'0'19276,"32"-6"-18819,0 6-137,0 0-192,7 0-128,12 0-208,32 3-1401,-12 0-2560,0-3-5729</inkml:trace>
</inkml:ink>
</file>

<file path=ppt/ink/ink28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0:23.02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62 1432,'0'0'13258,"26"-2"-12253,185-19 446,-133 12-796,324-20 3265,-398 29-3885,-1-1 0,1 1 0,-1 0 0,0 1 0,1-1 0,-1 1 0,1-1 0,-1 1 0,0 0 0,1 0 1,-1 1-1,0-1 0,0 1 0,0-1 0,0 1 0,3 3 0,-3-1 26,0 0-1,0 1 1,0-1 0,-1 1 0,1 0-1,-1-1 1,-1 1 0,1 0-1,-1 1 1,2 5 0,6 45 310,-1 0 1,-3 1-1,-3 0 1,-5 63-1,1-12 521,2-81-736,1-6-38,-1-1-1,-1 1 1,-1-1 0,-1 0 0,-5 21-1,-3 3 376,-6 46 0,1-6 35,14-64-533,7-16-2411,16-24-5335,-14 10 2240</inkml:trace>
</inkml:ink>
</file>

<file path=ppt/ink/ink28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0:23.02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 0 5761,'0'0'11655,"-2"0"-8266,7 0-2291,7 2-868,1 1-1,-1 1 0,0 0 0,0 0 0,0 2 1,-1-1-1,1 1 0,19 15 0,2-2 44,-18-10-153,0 0 1,-1 1 0,0 0 0,17 16 0,-29-24-221,1 0-650</inkml:trace>
</inkml:ink>
</file>

<file path=ppt/ink/ink28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0:23.02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265 6 1568,'0'0'15640,"-3"-2"-14637,2 2-901,0-1 1,-1 0-1,1 1 1,0 0-1,-1-1 1,1 1-1,-1 0 1,1-1-1,-1 1 1,1 0-1,-1 0 1,1 0-1,0 0 1,-1 1-1,1-1 1,-1 0-1,1 1 1,-1-1-1,1 0 1,0 1-1,-3 1 1,-25 22 1731,5-2-1242,-23 17 726,-55 57 0,99-94-1375,0 1 0,0 0 1,1 0-1,0 1 0,-1-1 0,1 0 0,0 1 1,0 0-1,-2 6 0,4-9-222,0 0 1,0 0-1,-1 1 1,1-1-1,0 0 1,0 0-1,0 0 1,1 1-1,-1-1 1,0 0-1,0 0 1,1 0-1,-1 1 1,1-1-1,-1 0 1,1 0-1,-1 0 1,1 0-1,0 0 1,-1 0-1,1 0 1,0 0 0,0 0-1,0 0 1,0-1-1,0 1 1,0 0-1,0 0 1,0-1-1,0 1 1,0-1-1,0 1 1,0-1-1,2 1 1,22 9-10678</inkml:trace>
</inkml:ink>
</file>

<file path=ppt/ink/ink28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0:23.02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623 204 2617,'0'0'9502,"-3"-11"-8496,-6-37-45,8 47-831,1-1 1,-1 1 0,1 0 0,-1 0-1,0 0 1,1-1 0,-1 1 0,0 0-1,0 0 1,0 0 0,0 0 0,0 0-1,0 1 1,0-1 0,0 0 0,0 0-1,-1 1 1,1-1 0,0 0 0,0 1-1,-1-1 1,1 1 0,0 0 0,-1-1-1,1 1 1,-2 0 0,-36 0 446,30 1-279,-16-2 171,-1 1 1,1 1 0,0 1 0,0 1-1,0 2 1,0 0 0,1 2-1,-28 10 1,30-7-280,1 1 0,-1 1 0,2 0 0,-1 2 0,2 0 0,0 1 0,-19 20 0,28-24-77,1 0 0,0 0 1,1 1-1,0 0 0,0 0 1,2 1-1,-1 0 0,2 0 1,0 1-1,0-1 0,1 1 1,1 0-1,-2 21 0,0 15 294,2 66 0,4-98-371,1-1 0,0 0 0,1 0 0,1 0 1,1-1-1,0 1 0,12 24 0,-8-22 7,0 0 1,2-1-1,1 0 0,0-1 1,1 0-1,0-1 0,2-1 0,0 0 1,0 0-1,2-2 0,0 0 1,0-1-1,1-1 0,26 13 1,-14-10 34,1-1 1,1-2 0,0 0 0,0-3 0,1 0 0,0-3-1,0 0 1,44 0 0,-51-5-45,-2 0 31,-1 0 1,46-7-1,-61 5-51,0 0 0,1-1 0,-1 0 0,-1 0 0,1-1 0,0 0 0,-1 0 1,0-1-1,0 0 0,0 0 0,10-10 0,10-15 20,-1 0 0,-2-2 0,-1 0 0,31-62 0,-45 77-34,-1 0 0,-1 0 0,-1-1 0,-1-1-1,0 1 1,-1 0 0,1-23 0,-1-135 0,-4 116 0,-1 46 2,-1 0 0,0 0 0,-1-1 0,0 1 0,-1 1 0,-9-20 0,0 3 7,-30-50-1,38 72-8,0 0 0,-1 0 0,-1 1 0,1 0 0,-1 0 0,-1 0 0,1 1 0,-15-10 0,1 4 4,-1 2 0,-25-10-1,-19-9 51,15-2-35,44 25-18,-1 1 1,1 0-1,-1 0 0,0 1 1,0 0-1,-1 1 0,1 0 1,-1 0-1,1 0 0,-17-1 1,-55 2 61,74 2-92,0 1-1,0 0 0,0 0 0,0 0 0,0 1 1,0 0-1,1 0 0,-1 0 0,1 1 0,-11 6 0,2 0-1884,3-6-4420,4-2-2807</inkml:trace>
</inkml:ink>
</file>

<file path=ppt/ink/ink28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0:23.02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475 43 1736,'0'0'8399,"-5"10"2609,6-8-10202,12-3-791,-1-1 1,1-1-1,0 0 1,-1-1-1,0 0 1,0 0 0,0-2-1,16-9 1,-17 10-11,-9 0 2294,-10 3-980,7 2-1264,0 0-1,0 0 1,1 0 0,-1 0-1,0 0 1,0 0-1,0 1 1,0-1 0,1 0-1,-1 0 1,0 1-1,0-1 1,1 1-1,-1-1 1,0 0 0,1 1-1,-1 0 1,0-1-1,1 1 1,-1-1-1,0 1 1,1 0 0,-1-1-1,1 1 1,0 0-1,-1-1 1,0 3-1,-18 52 1090,-8 24-192,-17 85 0,34-120-823,-2 0 1,-3-1 0,-20 43-1,-68 120 266,41-87-109,-141 220 80,196-330-358,0 2 0,1-1-1,1 1 1,-1 0-1,2 0 1,0 0-1,0 1 1,1-1-1,0 1 1,-1 14-1,4-25-18,6-30-3053,-5 1-4635,-1 18 996</inkml:trace>
</inkml:ink>
</file>

<file path=ppt/ink/ink28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0:23.02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1284 201 1176,'0'0'13543,"-7"-18"-8734,-7 12-4074,1 1 0,-1 1 0,0 0 0,0 0 0,0 2 0,-24-2 0,-96 2-648,81 3 550,10 1-489,0 1 0,0 2-1,0 3 1,1 1-1,0 1 1,1 3-1,1 2 1,-57 27 0,50-17-12,1 1 0,2 3 0,1 1 1,1 2-1,2 2 0,-57 61 0,75-70-16,1 1-1,1 1 0,2 1 0,-26 49 1,35-57-58,1 0-1,0 0 1,2 0 0,1 1 0,0 0-1,1 0 1,2 0 0,-1 27 0,2-38-44,1-1 0,1 1 0,0 0 1,0 0-1,1-1 0,0 1 0,0-1 1,1 0-1,5 10 0,-4-12-6,1 0 0,0-1 0,0 1 0,0-1 0,1 0 0,0 0-1,0-1 1,0 0 0,1 0 0,0-1 0,11 6 0,4 1 5,0-1-1,0-1 1,1-1 0,0-1 0,0-1-1,1-1 1,31 2 0,176-1 23,-160-7 7,-32 0-46,0-1 0,-1-3-1,1-1 1,-1-2 0,0-1-1,-1-2 1,0-2 0,48-23-1,-56 21-14,-2 0 0,0-1 0,-1-2 0,0-1 0,-2-1-1,0-1 1,-2-1 0,0-1 0,-1-1 0,29-45 0,-35 43 8,-1 0 0,-1-2 0,-2 1-1,0-1 1,-2-1 0,-2 0 0,7-45 0,-5-12-9,-4-115 0,-5 189 16,-1 1 1,-1 0-1,0 0 0,-1 0 0,0 1 0,0-1 0,-1 1 1,0 0-1,-1 0 0,-1 0 0,1 0 0,-1 1 0,-11-13 1,7 10 10,0 1 1,-1 0 0,0 1 0,-1 1-1,0-1 1,0 2 0,-1 0 0,0 0-1,-19-7 1,14 9-147,14 9-1283,27 15-1979,14-2-1392,7-2-2960</inkml:trace>
</inkml:ink>
</file>

<file path=ppt/ink/ink28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0:23.02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37 46 4217,'0'0'6163,"-24"-16"-3236,21 19 1539,2-6-160,-2-4-5170,-3-15 1445,6 23-552,1-1-1,-1 0 1,0 0 0,0 0-1,0 0 1,0 0-1,0 0 1,0 0 0,0 0-1,0 0 1,0 0 0,0 0-1,0 0 1,0 0-1,0 0 1,0 0 0,1 0-1,-1 0 1,0 0 0,0 0-1,0 0 1,0 0-1,0 0 1,0 0 0,0 0-1,0 0 1,0 0 0,0 0-1,0 0 1,1 0-1,-1 0 1,0 0 0,0 0-1,0 0 1,0 0 0,0 0-1,0 0 1,0 0-1,0 0 1,0 0 0,0 0-1,0 0 1,0 0 0,0-1-1,0 1 1,0 0-1,1 0 1,-1 0 0,0 0-1,0 0 1,0 0 0,0 0-1,0 0 1,0 0-1,0 0 1,21 31 3027,-9-11-3336,143 186 2242,-19-53-978,-77-91-546,-4 2 0,55 83-1,-83-103-214,3-2 0,1-1 0,2-2-1,2 0 1,1-3 0,46 37 0,-23-40 93,-21 4-197,-28-27-65,0 1 0,0-2 0,1 0 0,0 0 1,15 9-1,-3-6-49,-1 2 1,26 20-1,18 11-8,-3-3 3,-62-40-15,-1-1-106,-39-1-5620,13 0 1307,9 0-2213,3 0-5745</inkml:trace>
</inkml:ink>
</file>

<file path=ppt/ink/ink28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0:23.03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1235 203 6225,'0'0'11113,"-12"-9"-10144,2 1-655,0 0 0,-1 1 0,0 1 1,0 0-1,0 0 0,-1 1 1,0 0-1,-24-5 0,-61-3 1163,0 5 0,-121 6 0,144 2-1125,44 2-276,1 1 0,0 1 1,0 2-1,0 1 0,1 1 1,0 1-1,0 2 1,1 1-1,1 1 0,0 1 1,0 1-1,2 1 0,0 2 1,1 0-1,1 1 1,0 2-1,2 0 0,0 1 1,2 1-1,0 1 1,-27 50-1,36-52 3,1 0-1,2 1 1,0 0 0,2 0-1,0 0 1,2 1 0,0-1-1,2 1 1,3 37 0,-1-50-71,0-1 0,0 0 0,1 0 0,1 0 0,0 0 0,0 0 0,1-1 0,0 0 0,0 0 0,1 0 0,1-1 0,-1 1 0,1-2 0,0 1 0,10 7 1,3 2 25,0-1 1,2-1-1,0 0 1,44 21-1,-29-21 20,1-1-1,0-2 1,1-2-1,0-1 0,66 5 1,200-3 110,-285-11-157,14 0 26,5 1-2,-1-2 0,67-10 1,-91 8-25,-1-1-1,0 0 1,0 0 0,0-1 0,-1-1 0,0 0 0,0-1 0,0-1 0,-1 1 0,0-2 0,13-12 0,-4 2-5,0-2 1,-1 0-1,-2 0 1,0-2-1,-2 0 1,0-1-1,-1-1 1,-2 0-1,-1-1 1,0 0-1,-2-1 1,-1 0-1,-2 0 1,0 0-1,-2-1 1,2-42-1,-6 58-3,1-3 9,-1 0-1,0-1 0,-1 1 0,0 0 1,-1-1-1,-1 1 0,0 0 1,-2 0-1,1 1 0,-2 0 1,-10-21-1,-8-1 21,-1 1 0,-2 1 0,-2 1 1,-1 2-1,-1 1 0,-2 1 0,-36-25 0,63 51 6,1-1 0,-1 1 1,1 0-1,-1 1 0,0-1 0,0 1 0,0 0 0,-1 1 0,1-1 0,0 1 0,-1 1 0,1-1 0,-1 1 0,-10 1 0,16-1 134,1 10-7228,0-4 911</inkml:trace>
</inkml:ink>
</file>

<file path=ppt/ink/ink28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0:23.03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957 53 1168,'0'0'8525,"0"-38"1096,0 27-9347,0 11-228,0 0 0,0 0 0,-1-1 0,1 1 0,0 0 0,-1 0 0,1-1 0,0 1 0,0 0 0,-1 0 0,1 0 0,0 0 0,-1-1 0,1 1 0,0 0 0,-1 0 0,1 0 0,0 0 0,-1 0 0,1 0 0,0 0 0,-1 0 0,1 0 0,-1 0 0,1 0 0,0 0 0,-1 0 0,1 0 0,0 0 0,-1 0 0,1 1 0,0-1 0,-1 0 0,1 0 0,0 0 0,-1 0 0,1 1 0,0-1 0,0 0 0,-1 0 0,1 1 0,0-1 0,0 0 0,-1 0 0,1 1 0,0-1 0,0 0 0,0 1 0,-17 12 514,9 0-179,0 0 0,1 0 0,-7 17 0,-14 26 361,-43 75 1302,-14 22-1076,50-85-385,-85 206 481,33-66-634,87-207-429,-140 278 339,44-96-171,-33 55 723,39-83-452,89-155-446,0 1 1,0 0-1,1 0 1,-1 0-1,1 0 1,-1 0 0,1 0-1,-1 0 1,1 0-1,-1 0 1,1 0-1,0 0 1,0 0-1,-1 1 1,1-1-1,0 0 1,0 0-1,0 0 1,0 0 0,0 0-1,1 2 1,0-3-71,-1 0 0,1 0 0,-1 0 0,1 0 0,0 1 0,-1-1 0,1 0 0,0 0 1,-1 0-1,1 0 0,0 0 0,-1 0 0,1-1 0,-1 1 0,1 0 0,0 0 0,-1 0 1,1-1-1,-1 1 0,1 0 0,0-1 0,-1 1 0,1 0 0,-1-1 0,1 1 0,-1-1 0,1 1 1,-1 0-1,0-1 0,1 0 0,-1 1 0,1-1 0,-1 0 0,12-13-4009,-4-1-2260</inkml:trace>
</inkml:ink>
</file>

<file path=ppt/ink/ink28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0:23.03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1661 57 8194,'0'0'9837,"-31"-9"-8636,-6-3-813,15 4-115,0 1 0,0 1 1,-1 1-1,0 1 0,0 1 0,-31 0 1,-324 12 3293,323-3-3152,0 3 0,0 2 1,1 2-1,-92 36 0,102-30-285,1 3 0,0 1-1,2 2 1,1 2 0,1 1 0,2 3-1,0 1 1,3 1 0,0 2-1,-37 52 1,45-52-90,3 1 1,1 1 0,2 1-1,1 0 1,2 2 0,2 0-1,1 1 1,3 1-1,1 0 1,2 0 0,-5 78-1,14 220 539,5-302-496,1 1-1,2-1 1,1 0-1,2-1 1,2 0-1,1-1 1,2-1-1,1-1 1,34 48 0,-40-66-66,0 0 0,2-1 0,0 0 1,1-1-1,0 0 0,1-1 1,0-1-1,1-1 0,1 0 1,35 15-1,-26-15 15,0-2 1,1-1 0,0-2-1,0 0 1,1-2-1,0-1 1,36-1-1,-45-2-13,27 1 16,-1-2-1,1-2 1,73-15 0,-70 5-31,-1-3 0,-1-1 0,0-3 0,-1-1 0,-1-3 0,-2-2 0,43-32 0,-55 34 1,0-2 1,-3-2-1,0 0 0,-2-2 1,0-1-1,-3-2 0,-1 0 0,-1-1 1,26-55-1,24-73-111,86-291 0,-149 420 66,-2-2-1,-1 1 1,3-64 0,-9 84 21,0 0 1,-1-1-1,0 1 1,-1 1-1,-1-1 0,0 0 1,-1 0-1,0 1 1,-1 0-1,-1 0 0,0 0 1,-9-14-1,0 9 11,0 0 0,-1 1 0,-1 1 0,0 0 0,-1 1 0,-1 1 0,0 1 0,-1 1 0,-39-18 0,-14-1 12,-119-31 0,73 25 6,87 21 40,29 13-47,0 1 0,0 0 0,-1 0 0,1 0 0,-1 1 1,0-1-1,1 1 0,-1 0 0,0 0 0,0 0 0,-4 0 1,7 1 9,-6 19-596,7-11-463,0-6 600,-1 0 0,1 0-1,0 0 1,0 1 0,0-1-1,0 0 1,1 0-1,-1 0 1,1-1 0,-1 1-1,1 0 1,-1 0 0,1 0-1,0 0 1,0 0 0,2 2-1,8 3-5881</inkml:trace>
</inkml:ink>
</file>

<file path=ppt/ink/ink28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0:23.03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149 135 3265,'0'0'14664,"-13"-22"-14532,6-4-117,7 23-14,-1 1 1,1-1-1,-1 1 1,0-1-1,1 1 1,-1 0-1,0-1 1,0 1-1,0 0 1,-1 0-1,1 0 1,0 0-1,-1 0 1,0 0-1,-1-2 1,-42-29 511,42 31-139,-25-10 4726,28 12-5044,-1 0 1,0 0-1,1-1 0,-1 1 0,1 0 0,-1 0 1,0 0-1,1 0 0,-1 0 0,0 0 1,1 0-1,-1 0 0,0 0 0,1 0 0,-1 0 1,0 0-1,1 0 0,-1 1 0,0-1 1,1 0-1,-1 0 0,1 1 0,-1-1 0,1 0 1,-1 1-1,1-1 0,-1 1 0,1-1 0,-1 1 1,1-1-1,-1 1 0,1-1 0,0 1 1,-1-1-1,1 1 0,0 0 0,-1-1 0,1 1 1,0-1-1,0 1 0,-1 1 0,-6 61 589,2 1 1,5 87-1,1-66-416,4 18 259,5-1-1,33 143 1,-20-129-138,12 166 0,-33 3 19,3 37 14,9-173-226,3 68 107,-17 24-418,0-243-335,-1 0 1,1 1 0,0-1-1,0 0 1,-1 1-1,1-1 1,-1 0 0,0 1-1,1-1 1,-1 1-1,0-1 1,0 1 0,0-1-1,0 1 1,0 0-1,0-1 1,-2 0 0,-9-8-6401</inkml:trace>
</inkml:ink>
</file>

<file path=ppt/ink/ink28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0:23.03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1643 174 11963,'0'0'4172,"-33"-10"-2765,-3-2-956,7 2-35,0 1 0,-1 1 0,0 2 1,0 0-1,-37 0 0,-15 2 922,-131 11 0,169-1-952,0 1 0,1 2 0,0 2 0,-71 27 0,68-17-159,2 2 1,0 2-1,2 2 0,1 1 1,1 3-1,1 1 0,2 1 1,2 2-1,-53 67 0,45-44-108,2 2 0,3 2 0,3 2 0,2 1 0,3 1 0,-23 77 0,42-102-43,1 0 0,2 0-1,-4 59 1,6 128 330,6-211-381,1 8 6,1 1 1,1-1-1,1 0 1,1 0-1,1-1 1,1 1-1,1-1 1,2-1-1,0 0 1,1 0-1,2-1 1,29 41-1,-28-45 0,0-1 0,2-1 0,0-1 0,0 0 0,2-1 0,-1 0 0,2-2 0,0 0-1,0-1 1,1-1 0,1-1 0,-1-1 0,1-1 0,1 0 0,22 3 0,-16-5 28,1-1 0,0-2 1,0 0-1,0-2 0,0-2 1,0 0-1,-1-2 0,1-1 1,-1-1-1,0-2 1,49-19-1,-5-6-39,-2-3-1,-1-3 1,-2-3 0,75-63-1,-99 70-17,-3-3 0,-1-1 0,-2-2-1,-2-1 1,-1-2 0,53-94 0,-74 112 5,-1-1 1,-1-1-1,-2 1 1,0-2 0,-2 1-1,3-31 1,-2-12 1,-3-96 1,-6 129-5,-3 1 0,-1 0 0,-1 0 0,-3 0 1,0 1-1,-3 0 0,-29-64 0,17 53-2,-1 1-1,-2 1 0,-3 2 1,-1 0-1,-40-40 1,42 53-2,-1 2 0,-2 1 1,-1 1-1,-1 2 0,-1 2 1,-1 1-1,0 1 0,-2 2 1,0 2-1,-56-15 0,54 23-6,40 37-39,1-26-12,-1 1-1,0-1 1,1 0 0,0 0 0,-1 1-1,1-1 1,0 0 0,1 0 0,-1 0-1,1 0 1,-1 0 0,1-1 0,0 1-1,0 0 1,0-1 0,0 1 0,0-1-1,1 0 1,-1 1 0,1-1 0,0 0-1,5 2 1,-1 0-844,0-1-1,0 0 1,1 0-1,-1-1 1,1 1-1,-1-2 1,1 1-1,13 0 1,11-2-5239</inkml:trace>
</inkml:ink>
</file>

<file path=ppt/ink/ink28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0:23.03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6 1 4905,'0'0'10178,"-6"0"-3558,243 0-6373,-236 1-226,0 0 0,-1 0 0,1 0 0,0 1-1,-1-1 1,1 0 0,0 0 0,-1 1 0,1-1 0,-1 0 0,0 1 0,0-1 0,1 0 0,-1 1-1,0-1 1,0 0 0,0 1 0,0-1 0,-1 3 0,-3 32 597,0-30-517,0-1 0,-1 1 0,0-1-1,0 1 1,0-1 0,0-1 0,-1 1-1,-12 7 1,-55 27 299,60-32-254,76-4-69,-54-3-78,-1-1-3,-1 1 0,0 0 0,1 1-1,-1-1 1,0 1 0,1 1 0,12 3 0,-18-3 0,0-1 1,0 1-1,0 0 1,0-1-1,0 1 1,0 0-1,-1 0 1,1 0-1,-1 0 1,1 1-1,-1-1 1,0 0-1,1 1 1,-1-1-1,-1 1 1,1-1-1,0 1 1,0-1-1,-1 1 1,0-1-1,1 1 1,-1 0-1,0-1 1,0 1-1,-1 3 1,1 2 2,0-1 0,0 0 1,-1 1-1,0-1 1,0 0-1,0 0 1,-1 0-1,-1 0 1,1 0-1,-7 12 1,7-16 55,-1 0 1,0 0-1,1 0 1,-1 0-1,0 0 1,0-1-1,-1 0 1,1 1-1,-1-1 1,1-1-1,-1 1 1,1 0-1,-1-1 1,0 0-1,0 0 1,0 0-1,0 0 1,0 0-1,0-1 1,0 0-1,0 0 1,-4 0-1,4 0 26,0-1-1,1 1 0,-1 0 1,0-1-1,0 0 0,1 0 1,-1 0-1,1-1 0,-1 1 1,1-1-1,-1 0 0,1 0 0,0 0 1,0 0-1,0 0 0,0-1 1,0 1-1,0-1 0,1 0 1,-1 0-1,1 0 0,-3-5 1,-6 5-109,10 3-211,5 0-3413,45 2-4401,-12 8 1678</inkml:trace>
</inkml:ink>
</file>

<file path=ppt/ink/ink28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0:23.03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161 2 1744,'0'0'13934,"0"-2"-11491,-1 5-1280,-3 4-802,0 0 0,-1-1-1,0 0 1,0 0 0,0 0 0,-1 0 0,-8 6-1,-14 15 391,13-11-395,-32 46 113,43-56-467,2-1 0,-1 1 1,0 0-1,1 0 0,0 0 1,1 0-1,-1 0 1,1 0-1,1 0 0,-1 10 1,1-15-2,0-1 1,1 1 0,-1-1-1,0 1 1,1-1-1,-1 1 1,0-1 0,1 0-1,-1 1 1,1-1-1,-1 0 1,1 1-1,-1-1 1,1 0 0,-1 1-1,1-1 1,-1 0-1,1 0 1,-1 0 0,1 1-1,0-1 1,-1 0-1,1 0 1,-1 0 0,1 0-1,-1 0 1,1 0-1,0 0 1,24-1 35,-19 1-38,340 0-1370,-349 0 989,-12-1-3697,2-4-3908,12 2 2873</inkml:trace>
</inkml:ink>
</file>

<file path=ppt/ink/ink28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0:23.03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75 0 9562,'0'0'12797,"-12"29"-11580,-35 90-265,44-114-835,1 1-1,0 0 1,0 0 0,0 0 0,1 0-1,0 1 1,0-1 0,0 0 0,1 0-1,0 1 1,0-1 0,1 7 0,1 9-851,0-19 102,-1 0-1,0 0 1,1-1 0,-1 1-1,1 0 1,0-1 0,0 1-1,0-1 1,0 0 0,0 0-1,0 0 1,5 4 0,17 7-5522</inkml:trace>
</inkml:ink>
</file>

<file path=ppt/ink/ink28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0:23.042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0 100 5297,'0'0'10792,"1"-6"-10052,0 4-687,-1 0 0,1 0 0,-1 0 1,1 0-1,0 0 0,0 1 0,0-1 0,0 0 1,0 0-1,0 1 0,0-1 0,1 1 0,-1-1 0,1 1 1,-1-1-1,1 1 0,-1 0 0,1 0 0,2-2 1,48-15 893,19 3-815,-1 3 0,2 4-1,-1 2 1,90 6 0,-160 1-134,0 1 0,-1 0 0,1 0-1,-1 0 1,1-1 0,-1 1 0,0 0 0,0 0 0,0 0 0,0 0 0,0 0 0,0 3 0,-1-3 10,1 3 12,0 0-1,-1 0 0,0 0 1,0 0-1,-1-1 0,1 1 1,-1 0-1,0-1 0,0 1 1,-1-1-1,1 1 0,-1-1 1,0 0-1,0 0 1,0-1-1,-1 1 0,1 0 1,-1-1-1,-5 3 0,-25 30 21,32-32-47,1-1 0,0 1 0,-1 0 0,1 0 0,1-1 0,-1 1 0,1 0 0,-1 0 0,1 0 0,0 0 0,0 0 0,1 0 0,-1 0 0,1 0 0,0 0 0,0-1 0,0 1 0,0 0 0,1-1 0,0 1 0,0 0 0,0-1 0,0 0 0,0 0 1,3 4-1,17 12-254,-9-9 180,0 1 0,-1 0 0,-1 0-1,0 1 1,0 1 0,-1 0 0,13 23 0,-23-35 85,0 0 0,0 0 0,0 0 0,0-1 1,0 1-1,0 0 0,0 0 0,-1-1 0,1 1 0,0 0 0,0 0 0,-1-1 0,1 1 1,-1 0-1,1-1 0,0 1 0,-1-1 0,1 1 0,-1 0 0,0-1 0,1 1 0,-1-1 0,1 1 1,-1-1-1,0 0 0,1 1 0,-1-1 0,0 1 0,0-1 0,1 0 0,-1 0 0,0 0 1,0 1-1,1-1 0,-1 0 0,0 0 0,0 0 0,-1 0 0,-39 6 572,33-5-508,-68 14 652,55-10-80,0-1 1,0 0-1,-25 0 0,45-4 485,2 9-10511,4-5 4284</inkml:trace>
</inkml:ink>
</file>

<file path=ppt/ink/ink28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0:23.04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17 7154,'0'0'8364,"2"-16"-2912,-4 16-3889,3 12-865,-1 0-1,2 0 1,0 0 0,0 0-1,5 15 1,23 108 316,-23-105-918,-1 1 1,2 51-1,-2-11 193,0 57 388,-6-128-635,17 0-1211,-11 1-3286,-3 11-14302</inkml:trace>
</inkml:ink>
</file>

<file path=ppt/ink/ink28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0:23.04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305 141 5673,'0'0'10366,"1"-6"-9287,3-23-141,-4 28-867,0 1 1,-1-1-1,1 0 1,0 0-1,-1 1 0,1-1 1,0 0-1,-1 0 1,1 1-1,-1-1 0,1 1 1,-1-1-1,1 0 1,-1 1-1,0-1 0,1 1 1,-1-1-1,0 1 1,1-1-1,-1 1 1,0 0-1,1-1 0,-1 1 1,0 0-1,0 0 1,0 0-1,1-1 0,-1 1 1,0 0-1,0 0 1,0 0-1,1 0 1,-2 0-1,-31-1 551,30 1-514,-7 0-52,-1 1 0,1 0 0,0 1 0,-1 0 0,1 0 0,0 1 0,0 0 0,0 1 0,1 1 0,-1-1 0,1 1 0,0 1 0,0-1 0,1 2 0,0-1 0,0 1 0,0 0 0,1 1 0,0 0 0,0 0 0,1 0 0,0 1 0,-9 18 0,10-17-45,0 0 1,0 1-1,1-1 0,0 1 0,1 0 1,1 0-1,-1 0 0,2 0 0,0 1 1,0-1-1,1 0 0,0 1 0,3 19 1,-1-28 2,-1 0 0,0 0 0,1-1 0,0 1 0,0 0 0,0-1 0,0 1 0,0-1 0,1 0 0,-1 1 0,1-1 0,4 3 0,39 24 357,-35-23-304,5 4 26,1-1 0,0-1 0,0-1 0,0 0 0,1-1 0,29 6 0,-37-11-63,-1 1 0,1-2 0,0 1 0,-1-2 0,1 1 0,0-1 0,-1 0 1,1-1-1,-1 0 0,0-1 0,1 0 0,-1 0 0,-1-1 0,14-7 1,1-3-17,-1 0 0,0-2 1,-1 0-1,0-2 1,20-22-1,-33 31 27,-1 0-1,-1 0 1,1 0-1,-2-1 1,1 1-1,-1-2 1,-1 1-1,0 0 1,0-1 0,-1 0-1,0 0 1,-1 0-1,0 0 1,0-21-1,-2 14 95,0 5-46,0-1 0,0 1 0,-1-1 0,-1 1 0,-4-14 0,5 23-83,-1-1 1,0 0-1,0 1 1,-1 0-1,1 0 1,-1 0-1,0 0 0,0 0 1,0 0-1,-1 1 1,1-1-1,-1 1 0,0 0 1,0 0-1,0 0 1,0 1-1,-7-4 1,-6 0 30,-1 0 0,0 1 1,0 1-1,0 0 0,0 1 1,-1 1-1,1 1 0,-1 1 1,1 0-1,-37 7 0,19 6 981,24-5-1773,12-8 626,0 0 0,0 0 0,0 1 0,0-1-1,0 0 1,0 0 0,0 1 0,0-1 0,0 0 0,0 0 0,1 0-1,-1 1 1,0-1 0,0 0 0,0 0 0,0 0 0,0 0 0,1 1-1,-1-1 1,0 0 0,0 0 0,0 0 0,1 0 0,-1 0 0,0 0-1,0 0 1,0 0 0,1 0 0,-1 1 0,0-1 0,0 0-1,1 0 1,-1 0 0,0 0 0,0 0 0,0 0 0,1 0 0,-1 0-1,0-1 1,0 1 0,1 0 0,-1 0 0,0 0 0,0 0 0,0 0-1,1 0 1,-1 0 0,0-1 0,13 1-5475</inkml:trace>
</inkml:ink>
</file>

<file path=ppt/ink/ink28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0:24.22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64 1 8706,'0'0'11642,"-6"0"-11226,0 0-416,-1 0-208,-12 0-1112,0 0-2401,12 0-4512</inkml:trace>
</inkml:ink>
</file>

<file path=ppt/ink/ink28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0:54.07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230 49 6945,'-1'-3'422,"0"0"0,0 0 0,0 0 0,-1 0 0,1 0-1,-1 0 1,0 1 0,0-1 0,0 0 0,0 1-1,0 0 1,0-1 0,-1 1 0,1 0 0,-1 0-1,-3-2 1,4 4-221,0-1-1,0 1 1,0-1 0,0 1-1,0-1 1,0 1 0,0 0-1,0 0 1,0 0 0,0 0 0,0 1-1,0-1 1,0 1 0,0-1-1,0 1 1,0-1 0,0 1-1,0 0 1,1 0 0,-1 0-1,0 0 1,0 0 0,1 0-1,-1 1 1,1-1 0,-1 1-1,-1 2 1,-2 2 23,0 0 1,0 1-1,1-1 0,0 1 1,1 0-1,-1 0 1,1 1-1,1-1 0,-1 1 1,1-1-1,1 1 0,-2 15 1,0 12 123,3 57 0,1-58-130,6 354 603,-10-197 177,1-145-882,-68 721 371,62-721-544,6-44-645,0-8-203,-1-13-1142,3 17 1825,-4-50-3654,-3-76-1252</inkml:trace>
</inkml:ink>
</file>

<file path=ppt/ink/ink28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0:54.07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261 356 5081,'20'14'8665,"6"6"-6156,-9-16-2128,0 0-1,0-1 0,0 0 0,1-1 1,20-1-1,-7 0-88,53 1 246,121-13-1,91-26-524,-88 10 18,233-19-21,339-41 51,-512 52 117,174-19 182,3 34 321,-191 25-587,270 2-132,-5-28-107,-352 5 145,401-17 9,-90 49 149,31 1-158,-2-33-10,727-35-845,-733 79 703,-452-23 140,237 19-20,-195-21 43,102-8-1,-178 4 14,-9 1 60,-1 0-1,1-1 0,-1 0 0,1 0 1,0 0-1,6-3 0,-19 7 733,4-2-788,0 0 1,1 0-1,-1 0 1,1 1-1,-1-1 0,1 1 1,0-1-1,0 1 1,0 0-1,-3 2 0,-8 11 111,2 1-1,-1 0 1,2 0-1,0 1 0,-9 23 1,-33 98 363,36-93-417,-38 126 348,7 2-1,-35 248 1,69-334-219,-73 618 921,85-692-1133,-2 7 19,2-20-21,1 0 1,-1 0-1,0 0 0,0 1 1,0-1-1,1 0 0,-1 0 1,0-1-1,0 1 0,1 0 1,-1 0-1,0 0 0,0 0 1,1-1-1,-1 1 0,0 0 1,0-1-1,1 1 0,-1 0 1,0-1-1,1 1 0,-1-1 1,1 1-1,-1-1 1,1 1-1,-2-2 0,-4-2-36,-1 0 0,0 1 0,-1 0 0,1 0-1,-1 0 1,1 1 0,-1 0 0,-13-1 0,-69-2-264,71 4 277,-843 40-993,684-17 805,77-8 190,-169 1 0,-178-53 25,-94-1 6,-288 7 302,504 3-223,-533 19 0,680 9 46,-226-29 1,184 10-119,89 13 209,-1 6 0,-216 27 0,-60 39-59,375-61-163,-346 36 16,232-34 4,-158-14 0,-99-6-40,329 16 5,0 4 0,1 4-1,-98 24 1,128-22 7,-1-2-1,-1-2 1,1-3 0,-1-1 0,-74-4 0,-325-14 20,414 12-12,0 1 0,1 1 0,-57 9 0,93-10-11,5-1-459,0 0 1,0-1 0,-1 0-1,16-7 1,25-15-4179</inkml:trace>
</inkml:ink>
</file>

<file path=ppt/ink/ink28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0:54.07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102 27 4833,'-2'2'2197,"-12"11"1087,14-13-3215,0 0 0,0 0 0,0 0 0,-1 0-1,1 0 1,0 0 0,0 1 0,0-1 0,-1 0 0,1 0 0,0 0 0,0 0 0,0 0 0,0 0 0,0 0 0,-1 1 0,1-1-1,0 0 1,0 0 0,0 0 0,0 0 0,0 0 0,0 1 0,-1-1 0,1 0 0,0 0 0,0 0 0,0 1 0,0-1 0,0 0 0,0 0-1,0 0 1,0 0 0,0 1 0,0-1 0,0 0 0,0 0 0,0 0 0,0 1 0,0-1 0,0 0 0,0 0 0,0 0 0,0 1 0,1-1-1,-1 0 1,0 0 0,0 0 0,0 0 0,0 1 0,0-1 0,0 0 0,1 0 0,-1 0 0,0 0 0,1 0-33,0 0 0,-1 0 0,1 0 1,0 0-1,-1-1 0,1 1 1,0 0-1,0-1 0,-1 1 0,1 0 1,-1-1-1,1 1 0,0-1 0,-1 1 1,1-1-1,-1 1 0,1-1 0,-1 1 1,1-1-1,-1 0 0,1 1 1,-1-1-1,0 0 0,1 1 0,-1-1 1,0 0-1,0 1 0,0-1 0,1 0 1,-1 0-1,0 1 0,0-1 0,0 0 1,0 0-1,0 1 0,0-1 0,-1-1 1,-3-27 4,-20 105 5929,13-20-5026,2 1 1,-1 93-1,15 117-465,1-81-362,-19 127-76,2 69-21,13-355-339,8 33 0,0 2-614,-10-61 598,0 0-1,-1 0 1,1 0 0,0 1-1,0-1 1,-1 0-1,1 0 1,-1 0-1,1 0 1,-1 0-1,1 0 1,-1 0 0,0 0-1,1 0 1,-1 0-1,0 0 1,0 0-1,0 0 1,1-1 0,-1 1-1,0 0 1,0-1-1,0 1 1,0 0-1,-1-1 1,1 1-1,0-1 1,0 0 0,0 1-1,0-1 1,0 0-1,-1 0 1,1 0-1,0 0 1,-2 0-1,-16 3-3876</inkml:trace>
</inkml:ink>
</file>

<file path=ppt/ink/ink28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0:54.07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27 110 7410,'-4'8'7892,"5"-5"-5535,4-7-1045,-3 1-1279,-1-1-1,0 0 1,0 1 0,0-1 0,0 0 0,-1 0 0,0 1-1,0-6 1,1-2-30,10-56 185,-13 67 379,-1 6-188,-4 10 70,-4 32 247,2 0-1,2 0 1,-2 77-1,23 149 539,7-87-906,9 96 178,-24-189-386,-6 94 0,-5-143-320,-12 58 0,8-61-248,-4 61 1,15-84-801,4-50-8852</inkml:trace>
</inkml:ink>
</file>

<file path=ppt/ink/ink28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0:54.08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0 180 6649,'5'-27'6782,"13"-14"-3973,-13 33-2423,-1 0 0,-1 0 0,1-1 1,2-11-1,4-26 1290,-7 33-698,-6 36-58,-5 30-428,3 0-1,3 0 1,1 0 0,3 0 0,16 91 0,-14-117-363,38 215 1037,-30-175-1131,76 444 197,-74-388-551,-4 1 1,-9 158 0,-2-247 139,0-17-477,1-1 0,-2 0-1,-6 30 1,7-43-646,1-6-854,2-7 223,6-37-3645</inkml:trace>
</inkml:ink>
</file>

<file path=ppt/ink/ink28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0:54.08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149 0 5177,'-7'8'2070,"0"-1"0,1 1 0,0 0 1,-9 16-1,10-14-1680,1 1 1,-1 0 0,2 0 0,0 0 0,0 0 0,1 1-1,0-1 1,1 1 0,1-1 0,-1 1 0,3 11 0,-1 93 848,-4 0 0,-22 129 0,1 2-282,10 405-564,17-448-2446,-4-201-745,-3-12-952,-10-26-2316</inkml:trace>
</inkml:ink>
</file>

<file path=ppt/ink/ink28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0:54.08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222 23 2264,'0'-1'430,"0"-1"0,0 1-1,0 0 1,0-1 0,0 1-1,-1-1 1,1 1-1,0 0 1,-1-1 0,1 1-1,-1 0 1,1-1-1,-1 1 1,0 0 0,-1-2-1,-3 5 2873,1 10-545,3-4-1789,1 0 0,1-1 0,-1 1 0,1-1 1,0 1-1,5 13 0,1 16 243,-3 7-448,-2 0 0,-6 67 0,-20 89 198,17-155-674,-45 394 539,34 3-176,24-319-373,22 124-1,-27-235-231,0-1 0,-1 0 0,-1 1 0,-2 15 0,1-18-38,1-1 0,0 1 0,1-1-1,0 1 1,0-1 0,1 1 0,0-1 0,3 14 0,-41-56-4414,1 3-1763,-47-26-3641</inkml:trace>
</inkml:ink>
</file>

<file path=ppt/ink/ink28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0:54.08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45 5361,'-1'-9'2899,"1"-14"647,0 22-3292,0 1 1,0-1-1,0 1 1,0-1-1,0 1 1,0-1-1,0 1 1,0-1-1,1 1 1,-1-1-1,0 1 1,0-1-1,0 1 1,0 0-1,1-1 1,-1 1-1,0-1 1,0 1-1,1 0 1,-1-1-1,0 1 1,1 0-1,-1-1 1,0 1-1,1 0 1,-1-1-1,1 1 1,-1 0-1,1 0 1,-1 0-1,1-1 1,0 1 374,8 39 3094,-1-10-3017,-6-11-558,-1 0 0,-1 0-1,-3 31 1,0 11-110,2-60-91,1 0 0,0 1 0,0-1 0,0 0-1,0 0 1,0 0 0,0 0 0,0 0-1,0 1 1,0-1 0,0 0 0,0 0-1,0 0 1,0 0 0,0 1 0,0-1-1,0 0 1,0 0 0,0 0 0,0 0-1,0 1 1,1-1 0,-1 0 0,0 0 0,0 0-1,0 0 1,0 0 0,0 1 0,0-1-1,0 0 1,1 0 0,-1 0 0,0 0-1,0 0 1,0 0 0,0 0 0,0 0-1,1 1 1,-1-1 0,0 0 0,0 0-1,0 0 1,0 0 0,1 0 0,-1 0 0,0 0-1,0 0 1,0 0 0,0 0 0,1 0-1,-1 0 1,13-10-3921,18-24-1726</inkml:trace>
</inkml:ink>
</file>

<file path=ppt/ink/ink28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0:54.08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313 94 4505,'0'0'12276,"1"-6"-11509,4-65 2435,-5 70-3183,0 0-1,-1 0 1,1 0 0,-1 0 0,1 0 0,-1 1-1,1-1 1,-1 0 0,0 0 0,0 1 0,1-1 0,-1 0-1,0 1 1,0-1 0,1 1 0,-1-1 0,0 1-1,0-1 1,0 1 0,0 0 0,0-1 0,0 1 0,0 0-1,0 0 1,0 0 0,0-1 0,0 1 0,0 0-1,-1 1 1,-38-3-32,33 3 43,-5-2-32,1 2 0,0-1 0,0 2 0,0-1 1,0 2-1,0-1 0,0 2 0,0-1 0,1 1 0,-1 1 0,1 0 0,0 0 0,1 1 0,-1 1 0,1-1 0,1 1 0,-1 1 0,1 0 0,-8 9 1,11-8-4,0 0 0,0 0 1,1 0-1,0 0 0,1 1 1,0 0-1,0-1 0,1 1 1,0 0-1,1 0 1,0 0-1,1 1 0,0-1 1,1 0-1,0 0 0,0 0 1,1 0-1,0 0 0,1 0 1,5 12-1,-6-18 6,0 0 0,0 0-1,1 0 1,0 0-1,0-1 1,0 1 0,0-1-1,0 1 1,1-1 0,-1 0-1,1 0 1,0-1 0,0 1-1,0-1 1,0 0 0,0 0-1,9 2 1,-2-1 21,1-1 0,0-1-1,1 0 1,-1 0 0,21-3 0,-27 2-14,0-1-1,0-1 1,0 1 0,-1-1 0,1 0-1,0-1 1,-1 1 0,0-1 0,0 0 0,0 0-1,0-1 1,0 1 0,0-1 0,-1 0-1,0-1 1,0 1 0,0-1 0,0 0-1,3-6 1,5-9 12,-1 0-1,-1 0 1,14-38-1,-19 43 85,0-1 0,-1 1 0,0-1 0,-1 0 0,1-30 0,-4 45 778,-7 27-17,2-13-593,1-5-192,1-1 0,0 0 1,1 1-1,0 0 0,0-1 0,0 1 0,1 0 0,0 0 0,1 0 1,0 0-1,0 0 0,2 13 0,0-19-71,0 0 0,0 0 0,-1 0 0,2 0 0,-1 0 0,0 0 0,0-1 0,0 1 0,1-1 0,-1 1 0,1-1 0,-1 0 0,1 0 0,-1 0 0,1-1 0,0 1 0,0 0 0,-1-1 0,4 1-1,58 4 136,-58-5-142,181 1-6037,-108-1 1595,-56 0-4209</inkml:trace>
</inkml:ink>
</file>

<file path=ppt/ink/ink28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0:54.08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6 7618,'0'0'9359,"4"-3"-8580,-4 3-734,1-1 0,-1 1 0,1 0 0,-1 0 0,0 0 0,1-1 0,-1 1-1,1 0 1,-1 0 0,1 0 0,-1 0 0,1 0 0,-1 0 0,1 0 0,-1 0 0,1 0 0,-1 0 0,1 0 0,-1 0 0,1 0 0,-1 0 0,1 0 0,-1 1 0,0-1 0,1 0 0,-1 0 0,1 1 0,-1-1 0,0 0 0,1 0 0,-1 1 0,1-1 0,-1 0-1,0 1 1,1-1 0,-1 1 0,0-1 0,0 0 0,1 1 0,-1-1 0,0 1 0,0-1 0,0 1 0,9 36 1567,-7 64 451,-2-78-1759,0 398 931,0-408-1203,2-1-1,0 0 1,0 0-1,5 14 1,-4-15-537,0 1 0,-1-1 0,0 1 0,0 13 0,-2-65-9749,0 6 3768</inkml:trace>
</inkml:ink>
</file>

<file path=ppt/ink/ink28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0:54.08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142 282 4641,'0'0'9449,"23"-18"-8985,78-58 19,-92 69-403,1 1 1,0 0-1,0 0 1,1 1-1,-1 1 1,1-1-1,0 2 1,0-1 0,1 2-1,12-3 1,13-2 163,588-114 1487,-622 121-1697,21-4 539,1 2 1,46 1-1,-68 2-478,-1 0 0,0 1 0,0-1 0,0 0 0,0 1 0,0-1 0,0 1 0,0 0 0,-1 0 0,1 0 0,0 0 0,-1 0 0,0 0 0,1 0 0,-1 0 0,0 1 0,0-1 0,0 0 0,-1 1 0,2 3 0,14 54 1079,-15-57-1165,14 99 598,-5 1 1,-3 0-1,-10 125 0,1-70-533,15-74-15,-13-83 329,-39-10-125,4-1-294,-45 2-46,-151 5 1,126 4 39,-80 4 37,0 8 0,-190 39 0,341-48-2,33-4-20,40 0-281,0-3-132,-35 2-56,1 0-1,-1 0 1,0 0 0,1-1-1,-1 0 1,0 0-1,0 0 1,0 0 0,0-1-1,4-3 1,11-10-3126,1-3-3259</inkml:trace>
</inkml:ink>
</file>

<file path=ppt/ink/ink28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0:54.08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1348 9330,'0'0'6949,"12"0"-6788,15-1-213,42 1 620,-1 2 0,78 13 0,-84-7-384,-47-7-49,0 0 0,-1 2-1,1-1 1,0 2 0,-1 0-1,1 0 1,25 13-1,-32-11-10,1-2 0,-1 1 0,1-1 0,0-1 0,0 0 0,1 0-1,-1 0 1,0-1 0,15 1 0,-20-3-97,1 0 0,0-1 0,0 1 1,-1-1-1,1 0 0,0 0 0,-1 0 0,1-1 0,-1 0 0,1 0 1,-1 0-1,0 0 0,0 0 0,0-1 0,0 0 0,0 0 0,-1 0 0,1 0 1,-1-1-1,6-7 0,36-45 92,-3-3-1,-3-1 1,60-122 0,-33 5 219,-58 150-169,-1-1 0,-2 1 0,-1-1 0,2-47 0,-6 57-96,0-8 41,0-1 0,-7-38 0,5 56-98,0 0 1,-1 0 0,0 0 0,-1 0-1,1 0 1,-2 1 0,1-1-1,-1 1 1,-1 0 0,-8-10-1,7 9-17,-1 0 0,0 1 0,-1 0 0,1 0 0,-2 1 0,1 0-1,-1 1 1,0 0 0,0 0 0,-1 1 0,1 0 0,-1 1 0,0 1-1,0-1 1,-1 2 0,1-1 0,-1 2 0,1 0 0,-18 0 0,10 3-72,19 3-92,34 4 137,38-3 85,85-5 1,-78-2-43,51-6-56,178-32 0,-174 18-7,-41 9 21,174-25-234,291-77 0,-541 109 317,0 0 0,1 1 1,0 2-1,24-2 0,239 4 1803,-280 0-1515,32-12 610,-8 4-773,0 1 1,0 2-1,0 1 0,27-2 1,-51 6 98,0-7-8669,-2-9 6965,1 14 385,0-18-3344,0 1-747</inkml:trace>
</inkml:ink>
</file>

<file path=ppt/ink/ink28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0:54.08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199 1 2801,'0'0'12460,"-40"0"-6883,38 6-5307,-1 0 0,1 0 0,0 0 0,1 0 0,-1 0 0,1 0 0,0 0 0,0 11 0,1-14-194,0 1 0,-1-1 0,1 1 0,1 0-1,-1-1 1,0 1 0,1-1 0,0 1 0,0-1 0,0 0-1,0 1 1,1-1 0,-1 0 0,1 0 0,0 0-1,4 6 1,0-3 2,1-1-1,0 1 1,0-1 0,0-1-1,1 1 1,0-1-1,-1-1 1,2 0-1,-1 0 1,0 0 0,10 1-1,-18 45 1066,-4-38-1130,-1-1 0,0 0 0,-1 1 0,0-2 0,-1 1 0,0-1 0,0 0 0,-1 0 0,-11 9 0,-6 9 17,4-4-262,-1-1 0,-33 27-1,9-14-5923,27-22-1891</inkml:trace>
</inkml:ink>
</file>

<file path=ppt/ink/ink28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0:54.08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181 107 4017,'0'0'14310,"19"-20"-12749,-14 13-1253,-3 4-109,0 0 0,-1 0 0,1 0 0,-1 0 0,1 0 0,-1 0 1,0 0-1,0 0 0,-1 0 0,2-7 0,-2 10 160,-15 0 218,5 1-547,0 0 0,0 1 0,0 0-1,0 1 1,0 0 0,1 0 0,0 1 0,-1 1-1,1-1 1,1 1 0,-1 1 0,-9 8 0,12-10-15,0 0 1,1 1 0,0 0 0,-1 0 0,2 0 0,-1 1 0,1 0 0,0-1 0,0 1 0,0 1 0,1-1-1,0 1 1,0-1 0,1 1 0,0 0 0,0 0 0,1 0 0,-2 8 0,3-13-6,0 1-1,0-1 1,-1 1 0,2-1-1,-1 1 1,0-1 0,0 0 0,1 1-1,-1-1 1,1 0 0,0 1 0,0-1-1,0 0 1,0 0 0,0 1 0,0-1-1,0 0 1,1 0 0,-1 0 0,3 2-1,1-2 12,-1 0 0,1-1-1,0 1 1,0-1-1,-1 0 1,1 0 0,0-1-1,0 1 1,8-1 0,3 0-1,1 1 1,-1-2 0,0 0 0,0-1-1,0-1 1,0 0 0,0-1 0,18-8 0,-27 9-15,0 0 0,-1 0 0,1-1 0,-1 0 1,0-1-1,0 1 0,-1-1 0,1 0 0,-1 0 1,0-1-1,0 0 0,-1 0 0,0 0 0,0 0 1,0-1-1,-1 1 0,1-1 0,-2 0 1,1 0-1,1-10 0,-2 6 4,-1 1 0,0-1-1,-1 0 1,-1-15 0,0-1-26,1 25 14,0 1 0,0 0 0,0 0 0,-1-1 0,1 1 0,0 0 0,-1-1 0,0 1 0,1 0-1,-1 0 1,0 0 0,1 0 0,-1 0 0,0 0 0,0 0 0,0 0 0,0 0 0,0 0 0,0 0 0,0 0-1,0 1 1,0-1 0,0 0 0,-1 1 0,1-1 0,0 1 0,0-1 0,-1 1 0,1 0 0,0 0 0,0-1-1,-3 1 1,-51-1-4503,38 1-1530,4 0-6769</inkml:trace>
</inkml:ink>
</file>

<file path=ppt/ink/ink28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0:54.09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6953,'0'0'12610,"27"0"-11863,214 0 330,-139 0-838,-102 0-240,1 0 1,-1-1-1,1 1 1,-1 0-1,1 0 1,-1 0-1,1 0 0,0 0 1,-1 0-1,1 1 1,-1-1-1,1 0 1,-1 0-1,1 0 0,-1 0 1,1 1-1,-1-1 1,1 0-1,-1 0 1,1 1-1,-1-1 0,1 0 1,-1 1-1,0-1 1,1 1-1,-1-1 1,1 0-1,-1 1 1,0-1-1,0 1 0,1-1 1,-1 1-1,0-1 1,0 1-1,1-1 1,-1 1-1,0 0 0,0-1 1,0 1-1,0-1 1,0 1-1,0-1 1,0 1-1,0-1 0,0 1 1,0 0-1,0-1 1,0 1-1,-1-1 1,1 1-1,0-1 1,0 1-1,0-1 0,-1 1 1,-21 29 167,-41 20 303,48-40-361,1 0 1,-1 2 0,2 0 0,0 0 0,0 1 0,1 1 0,1 0 0,-13 20 0,22-32-98,1 0 1,0 1-1,0-1 1,0 0-1,0 0 1,0 1-1,1-1 1,-1 0-1,1 1 1,0-1-1,-1 0 0,1 1 1,0-1-1,1 4 1,-1-5-3,0 0 0,1 0 0,-1 0 0,1 1 0,0-1 0,-1 0 0,1 0 0,0 0 0,-1-1 0,1 1 0,0 0 0,0 0 0,0 0 0,0-1 0,0 1 0,0 0 0,0-1 0,0 1 0,0-1 0,2 2 0,6 0 29,0-1 1,0 1-1,0-1 0,-1-1 1,1 0-1,11-1 1,0 1-45,5-1-57,0-2 0,0 0 0,0-2 0,0 0 0,28-11 0,61-26-3393,-77 28 950,11-6-4162</inkml:trace>
</inkml:ink>
</file>

<file path=ppt/ink/ink28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0:54.09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17 8306,'0'0'9527,"15"-3"-9285,59-5 392,81 3 1,-153 5-622,0 0 0,0 1-1,0-1 1,1 0 0,-1 1-1,0 0 1,0 0 0,0 0-1,0 0 1,0 0 0,0 0-1,0 0 1,0 0 0,-1 1-1,1-1 1,0 1 0,-1-1 0,1 1-1,-1 0 1,0 0 0,3 3-1,-4-4 18,1 0 0,0 1 0,-1-1-1,1 0 1,-1 1 0,0-1 0,1 1 0,-1-1-1,0 1 1,0-1 0,0 1 0,0-1-1,0 1 1,0-1 0,0 1 0,-1-1 0,1 0-1,0 1 1,-1-1 0,1 1 0,-1-1 0,1 0-1,-1 1 1,0-1 0,0 0 0,0 0-1,0 0 1,1 1 0,-2-1 0,1 0 0,0 0-1,0 0 1,0-1 0,-2 3 0,-13 5 219,-26 15 53,41-23-305,0 1 0,0-1 0,0 1 0,0 0-1,0 0 1,0-1 0,0 1 0,0 0 0,0 0 0,1 0 0,-1 0 0,0 0 0,0 0 0,1 0-1,-1 0 1,1 0 0,-1 0 0,1 0 0,-1 1 0,1-1 0,0 0 0,0 0 0,0 0 0,-1 1 0,1-1-1,0 0 1,0 0 0,1 2 0,0-1-27,0-1 0,1 0-1,-1 1 1,1-1 0,-1 0-1,1 1 1,-1-1 0,1 0-1,0 0 1,0-1 0,-1 1-1,1 0 1,0 0 0,4 0 0,37 9-367,-27-6 195,-3-1 30,-6-2 97,0 1 0,1 0 0,-1 0 0,-1 1 0,9 4 0,-14-7 72,0 1 1,-1-1 0,1 1-1,0-1 1,0 1-1,-1 0 1,1-1-1,0 1 1,-1 0 0,1 0-1,-1-1 1,1 1-1,-1 0 1,1 0 0,-1 0-1,0 0 1,1-1-1,-1 1 1,0 0-1,0 0 1,0 0 0,1 0-1,-1 0 1,0 0-1,0 0 1,0 0 0,-1 0-1,1 0 1,0 0-1,0 0 1,0-1 0,-1 1-1,1 0 1,0 0-1,-1 0 1,1 0-1,-1 0 1,1-1 0,-1 1-1,1 0 1,-1-1-1,0 1 1,1 0 0,-1-1-1,0 1 1,0 0-1,1-1 1,-3 1-1,-6 7 201,-1 0-1,-1-1 0,0 0 0,0-1 0,0 0 0,-23 8 0,-77 20 215,102-32-1260,0-1-3720</inkml:trace>
</inkml:ink>
</file>

<file path=ppt/ink/ink28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0:54.09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77 0 4657,'0'0'11680,"3"0"-11182,0 0 1,-1 0-1,1 1 1,-1-1-1,1 0 1,-1 1 0,1 0-1,-1 0 1,1-1-1,3 4 1,-6 5-23,1-5-362,0 0-1,-1 0 0,0 0 0,0 0 0,-1 0 0,1 0 0,-1 0 1,1 0-1,-1 0 0,-1 0 0,1 0 0,0 0 0,-1 0 0,0-1 0,0 1 1,0-1-1,0 1 0,-1-1 0,1 0 0,-4 4 0,-11 6 87,-27 27 89,42-37-285,0 0 0,-1 0 0,1 0-1,1 0 1,-1 0 0,0 0 0,1 0 0,-1 1 0,1-1 0,0 0 0,0 1-1,1-1 1,-1 1 0,0 4 0,2-7-2,-1 0 0,0-1-1,1 1 1,-1 0 0,1-1-1,-1 1 1,1 0 0,-1-1 0,1 1-1,-1-1 1,1 1 0,0-1-1,-1 1 1,1-1 0,0 1 0,-1-1-1,1 0 1,0 1 0,0-1-1,-1 0 1,1 0 0,0 1 0,0-1-1,-1 0 1,1 0 0,0 0-1,0 0 1,0 0 0,0 0-1,36 1 66,-27-2-50,46 2 6,-28 1-12,0-1 1,0-2 0,0-1 0,0-1 0,-1-1-1,49-15 1,-42 0-534,-27 4-3041,-7 14 3107,-1 0 0,1 0 1,0 0-1,-1-1 0,1 1 1,0 0-1,-1 0 0,1 0 0,-1 0 1,0 0-1,1 1 0,-1-1 1,0 0-1,1 0 0,-1 0 1,0 0-1,-1 0 0,-15-11-7803</inkml:trace>
</inkml:ink>
</file>

<file path=ppt/ink/ink28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0:54.09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39 1 9882,'0'0'13475,"-39"186"-13283,39-161-96,0 1-96,13 0-168,0-7-936,12-3-1505,-5-6-2352,-7-7-2825</inkml:trace>
</inkml:ink>
</file>

<file path=ppt/ink/ink28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0:54.09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97 46 5857,'0'0'7783,"5"-8"-6689,16-22 53,-15 23 2315,-19 10-1448,-2 9-1469,0 2 1,1-1 0,1 2-1,-20 27 1,32-40-539,-1 0 0,1 0 0,-1 0-1,1 0 1,0 0 0,0 0 0,0 0 0,0 0 0,0 0-1,1 0 1,-1 1 0,1-1 0,-1 0 0,1 1-1,0-1 1,0 0 0,0 1 0,0-1 0,0 0 0,1 1-1,-1-1 1,2 4 0,0-3-3,-1-1-1,1 0 1,0 0-1,0 0 1,0 0-1,0 0 1,0-1-1,1 1 1,-1 0-1,0-1 1,1 0-1,-1 1 1,1-1-1,0 0 1,-1-1-1,4 2 1,14 2-108,-1-1 0,1 0 0,0-2 0,23-1 0,-37 0 10,22 5-151,-28-5 247,0 0 0,1 0 0,-1 1 0,0-1 1,1 0-1,-1 1 0,0-1 0,0 0 0,1 0 0,-1 1 0,0-1 0,0 0 0,1 1 0,-1-1 0,0 1 0,0-1 0,0 0 0,0 1 0,0-1 0,1 1 0,-1-1 1,0 0-1,0 1 0,0-1 0,0 1 0,0-1 0,0 0 0,0 1 0,-1-1 0,1 1 0,0-1 0,0 1 0,-2 3 50,-1-1 0,1 1 0,-1 0 0,1-1 0,-1 0 0,-1 1 0,1-1 0,-5 3-1,3-1-93,-2 0-1,1-1 1,0 0-1,-1 0 1,0-1-1,0 1 1,0-2-1,0 1 1,0-1-1,-1 0 1,1 0-1,-11 1 1,-18-2-3308,-1-3-3963,23-1 1119</inkml:trace>
</inkml:ink>
</file>

<file path=ppt/ink/ink28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0:54.09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9354,'0'0'13232,"11"7"-12449,0 0-635,1-1 0,0-1 0,-1 0-1,2 0 1,-1-1 0,0-1 0,23 3 0,-5-4-100,-19-2-202,0 1 0,0-1 1,0 2-1,0 0 0,17 5 0,-27-5-812</inkml:trace>
</inkml:ink>
</file>

<file path=ppt/ink/ink28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0:54.09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111 46 3241,'0'0'5561,"9"-2"111,33-9-4779,-17-1-758,-17 9 351,-1-1 0,1 1 0,-1 1 1,1-1-1,0 1 0,10-1 0,-17 3 579,-16 5-447,-8 10-510,1 0-1,0 2 0,1 0 0,1 2 1,1 0-1,-29 37 0,40-44-103,0 0 0,1 1 0,1 0 0,0 0 0,0 0 0,2 1 0,-1-1 0,2 1 0,0 0 0,1 1 0,0-1 0,1 0 0,0 1 0,1-1 0,3 20 0,-2-31 3,0 0 1,1 0-1,-1-1 0,1 1 0,-1 0 0,1-1 0,0 1 1,0-1-1,0 0 0,0 1 0,0-1 0,1 0 1,-1 0-1,1-1 0,-1 1 0,1 0 0,0-1 0,-1 0 1,1 1-1,0-1 0,0 0 0,0-1 0,0 1 1,0 0-1,0-1 0,0 0 0,5 0 0,11 2 65,0-1 0,38-4 0,-56 3-71,2-1 10,-1 1 1,1-1-1,-1 0 1,1-1-1,-1 1 1,0 0 0,1-1-1,-1 1 1,0-1-1,0 0 1,0 0-1,0 1 1,0-1-1,0-1 1,-1 1 0,1 0-1,-1 0 1,1-1-1,-1 1 1,0-1-1,0 1 1,0-1-1,0 1 1,-1-1 0,1 1-1,0-5 1,1-2 67,-1 1 0,1-1 0,-2 0 0,1 0 1,-1 0-1,-1 0 0,-1-11 0,1 17-63,1 1 0,-2 0 0,1 0 0,0-1 0,0 1 0,-1 0 0,1 0 1,-1 0-1,1 0 0,-1 0 0,0 1 0,0-1 0,0 1 0,0-1 0,0 1 0,0-1 0,0 1 0,0 0 0,-1 0 0,1 0 0,0 0 0,-1 1 0,1-1 0,-1 1 0,-2-1 0,-10-1 27,0 0-1,-29 1 0,36 1-46,7-14-3692,1 5-439</inkml:trace>
</inkml:ink>
</file>

<file path=ppt/ink/ink28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0:54.09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21 1112,'0'0'4077,"3"4"-4546,8 6 10844,-5-8-9144,880-34-825,-631 28-360,-152 5 306,-82-2 47,-17 1-271,1 0 0,-1-1 0,0 2 1,1-1-1,-1 0 0,0 1 0,0 0 0,1 0 0,-1 0 0,0 0 1,6 4-1,5 0 387,-14-5-441,0 0 0,0 1-1,0-1 1,0 0 0,-1 0 0,1 1-1,0-1 1,0 1 0,0-1 0,-1 1-1,1-1 1,0 1 0,-1-1 0,1 1 0,0-1-1,-1 1 1,1 0 0,-1-1 0,1 1-1,-1 0 1,1 0 0,-1-1 0,0 1-1,1 0 1,-1 0 0,0 0 0,1 0-1,-1-1 1,0 1 0,0 0 0,0 0-1,0 0 1,0 0 0,0 0 0,0 0-1,0-1 1,0 1 0,-1 0 0,1 0-1,-1 1 1,1 17 52,-2-1-1,-1 0 0,0 0 1,-1 0-1,-1 0 0,0-1 1,-1 1-1,-11 18 0,-7 20-90,8-22 54,1 2-1,2 0 0,-15 61 0,14-28-53,-5 39-4,5 45 313,-47 207 0,17-134-111,28-135-178,-3 24-23,14-70 3,5-44 43</inkml:trace>
</inkml:ink>
</file>

<file path=ppt/ink/ink28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0:54.09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1 123 4809,'0'0'6914,"4"-3"-6232,8-3-214,0 0-1,1 1 0,0 0 0,0 1 1,0 0-1,0 1 0,0 1 1,17-2-1,125 0-613,-72 4 611,233-18 129,108-2 431,-357 22-725,-40 0-71,0-2-1,1 0 0,-1-2 1,35-6-1,-44 0 1627,-21 1-1906,-29-2-4798,25 7 2789,-19-4-6161</inkml:trace>
</inkml:ink>
</file>

<file path=ppt/ink/ink28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0:54.10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 29 6305,'0'0'11429,"-8"2"-10780,5-1-519,5-1 638,16-1-577,0-1-1,0-1 1,24-7-1,-27 6-165,1 0-1,0 1 1,0 1 0,0 0-1,28 2 1,-42 0-23,0 0 1,0 1-1,-1-1 1,1 1-1,0-1 0,-1 1 1,1 0-1,0 0 1,-1 0-1,1 0 1,-1 0-1,1 0 0,-1 0 1,0 0-1,1 1 1,-1-1-1,0 0 0,0 1 1,0-1-1,0 1 1,0 0-1,0-1 1,-1 1-1,1-1 0,0 1 1,-1 0-1,1 0 1,-1 2-1,2 6 34,-1 0-1,0 0 1,-1 20-1,0-17 68,0-9-60,-1 0 1,1 0-1,-1 0 1,0 1-1,0-1 1,-1 0-1,1 0 1,-1-1-1,0 1 1,0 0-1,0 0 1,0-1-1,-1 1 1,1-1-1,-5 5 1,-6 4 132,-1 0 0,-22 15 0,-13 12 41,48-38-219,1-1-1,0 0 0,-1 0 1,1 0-1,0 1 1,-1-1-1,1 0 0,0 0 1,0 1-1,-1-1 0,1 0 1,0 1-1,0-1 0,0 0 1,-1 1-1,1-1 1,0 0-1,0 1 0,0-1 1,0 1-1,0-1 0,0 0 1,0 1-1,0-1 0,0 0 1,0 1-1,0-1 1,0 1-1,0-1 0,0 0 1,0 1-1,0-1 0,0 0 1,0 1-1,0-1 1,1 1-1,-1-1 0,0 0 1,0 1-1,0-1 0,1 0 1,-1 0-1,0 1 0,0-1 1,1 0-1,-1 0 1,0 1-1,1-1 0,-1 0 1,0 0-1,1 1 0,-1-1 1,0 0-1,1 0 0,-1 0 1,1 0-1,-1 0 1,0 0-1,1 0 0,-1 0 1,0 0-1,1 0 0,-1 0 1,1 0-1,38 3 67,-23-2-75,9 2 1,1 1-1,-1 2 1,29 10 0,-41-12 6,0 1 0,0 1 0,-1 0 0,0 0 1,0 1-1,-1 1 0,20 16 0,-30-23 3,1 1 0,0 0 0,-1 0 0,1-1 0,-1 1 0,0 0 0,0 0 1,1 0-1,-1 0 0,-1 1 0,1-1 0,0 0 0,0 0 0,-1 1 0,1-1 0,-1 0 1,0 1-1,0-1 0,0 0 0,0 1 0,0-1 0,0 0 0,-1 1 0,1-1 1,-1 0-1,1 0 0,-1 1 0,0-1 0,0 0 0,0 0 0,0 0 0,0 0 0,-1 0 1,1 0-1,-1 0 0,1-1 0,-3 3 0,-5 5 52,0-1 1,-1 0-1,0 0 1,-1-1-1,-17 10 0,-83 29 1665,73-33-4675,27-9-6411,31-9 3865</inkml:trace>
</inkml:ink>
</file>

<file path=ppt/ink/ink28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0:54.10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 1 6649,'0'0'10964,"0"11"-4986,-6 42-5460,1-30-405,2-1-1,1 1 1,0 0 0,2-1-1,3 36 1,-1 9 205,-2 119 360,0-160-9141,0-30 2411</inkml:trace>
</inkml:ink>
</file>

<file path=ppt/ink/ink28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0:54.10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630 1 3505,'0'0'9562,"9"0"-8349,40 0 7112,-76 13-6989,-136 90 1570,-44 30-1532,186-116-1194,1 1 0,0 1 1,1 1-1,-27 37 1,30-36-64,-46 63 327,2-8-275,56-69-147,0 1-1,0 0 1,1-1 0,0 1 0,1 0-1,-4 17 1,6-4-16,0-8 7,0 0 0,0 1 0,5 20 0,-4-29-12,0-1 0,1 1 0,-1-1 0,1 0 1,0 0-1,0 0 0,1 0 0,-1 0 0,1-1 0,0 1 0,0-1 0,0 1 1,0-1-1,6 4 0,-2-3 7,0 0 1,0-1 0,0 0-1,0 0 1,0-1 0,1 0-1,-1 0 1,1 0 0,0-1-1,14 0 1,4-1 4,50-5 0,-74 4-7,0 0 0,1 1 0,-1-1 0,0 0 0,0 0 0,0 0 0,0-1 0,-1 1 0,1-1 0,0 1 0,0-1-1,-1 1 1,1-1 0,-1 0 0,0 0 0,1 1 0,-1-1 0,0 0 0,0 0 0,0 0 0,0-1 0,0 1 0,-1 0 0,1-3 0,2-3 23,-1 0 0,-1-1 0,1 1 0,-1-16 0,-1 13-15,1 8-6,-1 0 0,0 1 0,1-1 0,-1 0 0,-1 1 0,1-1 0,0 0-1,-1 1 1,1-1 0,-1 1 0,0-1 0,0 0 0,-1-2 0,-14-16 39,14 18-39,0 0 0,0 0-1,0 0 1,-1 0 0,1 1-1,-1-1 1,1 1 0,-1-1-1,-5-2 1,-15-8 31,19 10-37,-1 0 0,1 0 0,-1 1-1,1 0 1,-1 0 0,0 0 0,0 1 0,0-1 0,0 1 0,0 0 0,0 1 0,-6-1 0,-5 0 51,-9 1 114,26 0-166,-1 0 1,0 0 0,0 0-1,0 0 1,0 0 0,0 1-1,0-1 1,0 0-1,0 0 1,0 0 0,0 0-1,0 0 1,0 1 0,0-1-1,0 0 1,0 0-1,0 0 1,0 0 0,0 0-1,0 1 1,0-1-1,0 0 1,0 0 0,0 0-1,0 0 1,0 0 0,0 1-1,-1-1 1,1 0-1,0 0 1,0 0 0,0 0-1,0 0 1,0 0 0,0 0-1,0 1 1,-1-1-1,1 0 1,0 0 0,0 0-1,0 0 1,0 0 0,0 0-1,0 0 1,-1 0-1,1 0 1,0 0 0,0 0-1,0 0 1,0 0-1,-1 0 1,1 0 0,0 0-1,0 0 1,0 0 0,0 0-1,0 0 1,-1 0-1,1 0 1,0 0 0,43 32-2063,59 41-8917,-80-57 3932</inkml:trace>
</inkml:ink>
</file>

<file path=ppt/ink/ink28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0:54.10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254 73 1632,'0'0'9778,"8"0"-9300,-3-1-141,1 1 0,-1-1 0,1 0 1,-1 0-1,1-1 0,-1 1 0,0-1 1,0-1-1,0 1 0,0-1 0,0 1 0,0-1 1,-1-1-1,1 1 0,-1-1 0,0 0 0,0 1 1,0-2-1,3-4 0,-6 8-267,-1 1 0,0-1-1,0 1 1,0-1 0,0 1 0,0-1-1,0 0 1,0 1 0,0-1 0,0 1 0,0-1-1,0 1 1,0-1 0,0 1 0,0-1 0,0 1-1,0-1 1,-1 1 0,1-1 0,0 1-1,0-1 1,-1 1 0,1-1 0,0 1 0,-1-1-1,1 1 1,0-1 0,-1 1 0,1 0-1,-1-1 1,1 1 0,-1 0 0,1 0 0,-1-1-1,1 1 1,-1 0 0,1 0 0,-1-1 0,1 1-1,-1 0 1,1 0 0,-1 0 0,1 0-1,-1 0 1,1 0 0,-1 0 0,1 0 0,-1 0-1,0 0 1,1 0 0,-1 1 0,-39 0-262,32-1 450,-3 2-186,0 0-1,1 0 0,-1 1 0,1 1 0,-1 0 0,1 0 1,0 1-1,0 0 0,1 1 0,0 0 0,0 0 0,0 1 1,-8 9-1,-2 1-10,1 2 0,1 0 0,1 1 0,-22 35 0,31-42-49,1 0 0,1 0 0,0 0 0,0 1 0,2 0 0,0 0 1,-3 28-1,4-11 60,1 0 1,5 50 0,-2-73-44,-1-1 0,1 0 1,1 0-1,-1 0 0,1 0 1,0-1-1,1 1 0,0-1 1,0 0-1,0 0 1,1 0-1,-1-1 0,2 1 1,-1-1-1,0 0 0,1 0 1,0-1-1,0 0 0,0 0 1,1 0-1,-1-1 0,1 0 1,0 0-1,0-1 0,0 0 1,0 0-1,0-1 0,1 1 1,8-1-1,-16-1-25,13 1 83,0-1-1,1 0 1,-1-1 0,0 0-1,0-1 1,0 0 0,0-1-1,0-1 1,-1 0 0,0-1 0,13-6-1,-13 5-6,0-1 0,-1 0-1,0-1 1,0 0-1,-1 0 1,0-1 0,-1-1-1,0 0 1,0 0 0,-1-1-1,0 1 1,-1-2 0,0 1-1,6-16 1,0-5 98,9-21-33,14-57 1,-32 93-76,0 0 1,-1 0-1,-1 0 1,0 0-1,-1 0 0,-1 0 1,-5-34-1,4 48-49,0 0-1,-1 0 1,1 0-1,-1 0 1,1 0 0,-1 1-1,0-1 1,0 1-1,-1-1 1,1 1-1,0 0 1,-1 0-1,1 0 1,-1 0-1,0 0 1,0 1 0,0-1-1,1 1 1,-1 0-1,-1 0 1,1 0-1,0 0 1,0 0-1,-5 0 1,-8-2 80,-1 0 1,0 2-1,-22-1 0,-25 2-408,74 5-5705,1 0 3845,13 2-3534</inkml:trace>
</inkml:ink>
</file>

<file path=ppt/ink/ink28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0:54.10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263 3 2817,'0'0'16198,"0"-1"-16135,1 1 0,-1 0 0,0 0 1,0 0-1,0-1 0,1 1 0,-1 0 0,0 0 1,0 0-1,1 0 0,-1 0 0,0-1 0,1 1 1,-1 0-1,0 0 0,0 0 0,1 0 0,-1 0 1,0 0-1,1 0 0,-1 0 0,0 0 1,0 0-1,1 0 0,-1 0 0,0 0 0,0 0 1,1 0-1,-1 1 0,0-1 0,1 0 0,-1 0 1,0 0-1,0 0 0,1 0 0,-1 1 0,0-1 1,0 0-1,0 0 0,1 0 0,-1 1 1,0-1-1,0 0 0,0 0 0,0 1 0,0-1 1,1 0-1,-1 0 0,0 1 0,0-1 0,0 0 1,0 1-1,-5 15 360,-1 0 0,-1 0 0,0 0 0,-1-1 1,-20 27-1,-5 13 104,-13 19 27,30-50-387,2 0 0,-19 40 0,33-64-152,0 0 0,0 1 0,0-1 0,0 0 0,0 0 0,0 1 0,0-1 0,0 0 0,0 1 0,0-1 0,0 0 0,0 0 0,0 1 0,0-1 0,0 0 0,0 0 0,0 1 0,0-1 0,1 0 0,-1 0 0,0 1 0,0-1 0,0 0 0,0 0 0,1 0 0,-1 1 0,0-1 1,0 0-1,1 0 0,-1 0 0,0 0 0,0 0 0,1 1 0,-1-1 0,0 0 0,0 0 0,1 0 0,-1 0 0,0 0 0,0 0 0,1 0 0,21 2 119,19-6-123,8-2-39,76 0 1,-123 6 20,1 0 0,0 0 0,0 1 0,0-1 1,-1 1-1,1 0 0,0-1 0,0 1 0,-1 1 0,1-1 0,-1 0 0,1 0 0,-1 1 0,0 0 0,1-1 0,-1 1 1,0 0-1,0 0 0,2 3 0,0 0-3,-1 0 1,0 1 0,1-1-1,-2 1 1,1 0 0,-1 0-1,0 0 1,2 8 0,0 13-8,0-1 1,-2 1 0,-2 32 0,0-49 14,0-9 7,0 1 1,-1-1-1,0 0 0,1 0 1,-1 0-1,0 1 0,0-1 1,1 0-1,-1 0 0,0 0 1,0 0-1,0-1 1,0 1-1,0 0 0,-1 0 1,1 0-1,0-1 0,0 1 1,0-1-1,-1 1 1,1-1-1,0 1 0,0-1 1,-1 0-1,1 0 0,-2 1 1,-45 6 126,36-5-108,-71 8 70,-149-2-1,231-8-85,1-3-476,1-1 1,0 1-1,-1 0 0,1-1 1,0 1-1,0 0 0,1 0 1,-1-1-1,1 1 0,0 0 1,-1 0-1,1 1 1,0-1-1,1 0 0,-1 1 1,0-1-1,1 1 0,0 0 1,-1 0-1,1 0 0,0 0 1,5-3-1,17-8-5308</inkml:trace>
</inkml:ink>
</file>

<file path=ppt/ink/ink28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0:54.10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1696,'0'0'16408,"7"2"-15281,22 5-330,1-1 0,0-2 1,0-1-1,1-1 0,37-3 1,-31 1 538,-36 0-273,-1 3-1316,1 5-1095,-1-1 1,-1 1-1,0 0 1,0 0-1,-3 11 1,-2 3-3438</inkml:trace>
</inkml:ink>
</file>

<file path=ppt/ink/ink28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0:54.10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 23 2593,'0'0'8351,"-1"-4"-7559,0-11 148,21 11 1586,-19 6-2293,1 0-1,-1 0 1,0 0 0,0 0-1,-1 0 1,1 0-1,0 0 1,-1 0 0,1 1-1,-1-1 1,0 0 0,0 0-1,1 1 1,-2-1 0,1 0-1,0 0 1,-1 4 0,2 9 701,4-1-363,1-1-259,-1 0 0,0 0 1,-1 1-1,0-1 0,-1 1 0,-1 0 1,1 23-1,-2-20-123,1 1 0,1-1 0,1 0 1,0-1-1,1 1 0,0-1 0,2 0 0,0 0 0,0-1 0,20 28 0,-22-36-145,1-1 0,-1 1 0,2-1 0,-1-1 0,1 1 0,-1-1 0,1 0 0,1-1 0,-1 0 0,1 0 0,0 0 0,-1-1 0,2 0 0,-1-1 0,0 0 0,0 0 0,10 0 0,20 2-2,0-1 0,60-5 1,-39 1 32,-32 1-69,0-1-1,1-1 1,-1-1 0,0-2-1,-1 0 1,1-2-1,-1-1 1,42-19 0,-5-3 1,-35 14-6,0 2 0,2 1 0,-1 2 0,2 1 0,-1 1 0,36-6 0,-63 15-4,1 0 0,-1 1 0,1-1 0,-1 1 0,0 0 0,0 0 0,1 0 0,-1 0 0,0 0 0,0 1 0,0-1 0,0 1 0,0 0 0,-1 0 0,1 0 0,0 0 0,-1 1 0,0-1 0,3 4 1,6 7 201,0 2 1,13 22 0,-9-12-89,12 35 2090,-27-70-2224,0 1 1,1-1-1,0 1 1,1-1-1,0 1 0,0 0 1,1-1-1,0 1 1,1 1-1,0-1 1,0 0-1,1 1 1,8-10-1,-9 12-8,1 1-1,0 0 1,0 0-1,1 1 1,-1-1 0,1 1-1,0 1 1,0-1-1,1 1 1,-1 0-1,0 0 1,1 1 0,0 0-1,0 0 1,0 0-1,0 1 1,0 0-1,0 1 1,8-1-1,82 6-19,139 24 0,-117-12 25,-37-8-72,-1-4 0,1-3-1,149-17 1,-139 10 77,-65 5 14,-1-1 1,52-10 0,-73 9 11,0 0 0,0-1 0,-1 1 1,1-1-1,-1 0 0,1 0 0,-1-1 0,0 1 0,0-1 0,-1 0 1,1 0-1,-1 0 0,1 0 0,-2-1 0,1 1 0,0-1 0,-1 0 1,3-7-1,2-4 15,-1-1 1,-1 0 0,-1 0 0,4-22-1,-4 2 29,-1-47 0,-3 83-39,-1 0 0,1 0 0,-1-1 0,1 1 1,-1 0-1,1 0 0,-1 0 0,0 0 0,0 0 1,1 0-1,-1 0 0,0 0 0,0 1 0,0-1 1,0 0-1,0 0 0,0 1 0,0-1 0,0 1 1,0-1-1,0 1 0,-1-1 0,1 1 0,0 0 0,0-1 1,0 1-1,-1 0 0,1 0 0,0 0 0,0 0 1,-1 0-1,1 0 0,0 0 0,0 0 0,0 1 1,-1-1-1,1 0 0,-2 2 0,0-2-16,0 0 0,0 1 1,0 0-1,0-1 0,0 1 0,0 1 0,0-1 0,0 0 1,0 1-1,0-1 0,1 1 0,-1 0 0,1 0 0,-1 0 1,-3 4-1,3 1-329,1 0 0,-1 0-1,2 0 1,-1 0 0,0 0 0,1 0 0,1 1 0,-1-1 0,1 0 0,1 10 0,-1 0-1953,0 12-3463</inkml:trace>
</inkml:ink>
</file>

<file path=ppt/ink/ink28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0:54.10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204 29 2897,'0'0'18408,"10"-5"-16797,-5 4-1385,25-13 719,-26 8-264,-24 3 198,-1 5-765,0 0 0,1 2 1,-1 0-1,1 1 0,0 1 0,0 1 1,1 1-1,-27 15 0,44-23-128,1 1 0,-1 0 0,1 0 1,-1 0-1,1-1 0,0 1 0,-1 1 0,1-1 0,0 0 0,0 0 1,0 0-1,0 1 0,0-1 0,0 0 0,0 1 0,0-1 0,0 1 0,1-1 1,-1 1-1,1-1 0,-1 1 0,1 0 0,0-1 0,-1 1 0,1 2 1,1-2-12,-1 0 1,1 0-1,0-1 1,0 1-1,0-1 1,0 1-1,0 0 1,0-1 0,0 0-1,1 1 1,-1-1-1,1 0 1,-1 0-1,1 1 1,-1-1-1,1 0 1,-1-1-1,1 1 1,0 0 0,0 0-1,-1-1 1,4 1-1,66 20-81,-47-15 94,0 1 0,0 1 1,-1 1-1,0 1 1,42 25-1,-64-35 10,0 1-1,0-1 1,0 1-1,1-1 1,-1 1-1,0 0 1,0 0-1,0-1 1,0 1-1,0 0 1,0 0 0,0 0-1,-1 0 1,1 0-1,0 0 1,0 1-1,-1-1 1,1 0-1,-1 0 1,1 0-1,-1 1 1,1-1-1,-1 0 1,0 1-1,0-1 1,1 0 0,-1 0-1,0 1 1,0-1-1,-1 0 1,1 1-1,0-1 1,0 0-1,0 1 1,-1-1-1,1 0 1,-1 0-1,1 1 1,-1-1-1,0 0 1,1 0 0,-1 0-1,0 0 1,0 0-1,0 0 1,1 0-1,-1 0 1,0 0-1,0 0 1,-1 0-1,-1 1 1,-5 3 80,-1 0 0,0 0 1,0-1-1,0 0 0,-16 4 1,-135 23 1215,134-26-5550,131-6-5406,-48-5 1481</inkml:trace>
</inkml:ink>
</file>

<file path=ppt/ink/ink28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0:54.11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264 158 1216,'0'0'21131,"-28"2"-19784,-87 10-333,109-11-954,1 0 1,-1 1-1,1-1 0,0 1 0,-1 0 1,1 1-1,0-1 0,0 1 1,0 0-1,1 0 0,-1 1 1,1-1-1,0 1 0,0 0 0,0 0 1,0 1-1,1-1 0,-1 1 1,1-1-1,0 1 0,1 0 1,-1 0-1,1 1 0,-2 7 0,-2 0-28,4-7-37,0 0 0,1-1 1,-1 1-1,2 0 0,-1 0 0,0-1 1,1 1-1,1 9 0,-1-2-72,1-12 73,-1 0 1,1 0 0,0-1-1,-1 1 1,1 0-1,0-1 1,0 1-1,0-1 1,-1 1 0,1-1-1,0 1 1,0-1-1,0 0 1,0 1-1,0-1 1,0 0 0,0 0-1,0 0 1,0 1-1,0-1 1,0 0-1,0 0 1,0-1 0,0 1-1,0 0 1,-1 0-1,1 0 1,0-1-1,2 0 1,32-8 233,-29 5-228,-1-1 1,1 1-1,-1-1 1,0 0-1,-1-1 1,1 1-1,-1-1 1,0 0-1,-1 0 1,1 0-1,-1 0 1,-1-1 0,1 0-1,1-7 1,1-3-5,-2 1 0,0-1 0,-1 0 0,0-29 0,-2 46-15,0 0 1,1-1 0,-1 1 0,0-1-1,0 1 1,0 0 0,0-1 0,0 1 0,1 0-1,-1-1 1,0 1 0,0 0 0,1-1-1,-1 1 1,0 0 0,0 0 0,1-1-1,-1 1 1,0 0 0,1 0 0,-1-1-1,0 1 1,1 0 0,-1 0 0,0 0 0,1 0-1,-1 0 1,1 0 0,-1 0 0,0-1-1,1 1 1,-1 0 0,1 0 0,-1 0-1,0 0 1,1 1 0,-1-1 0,0 0-1,1 0 1,0 0 0,21 5-49,-16-3 10,63 12 110,-32-7-49,0 2-1,48 17 1,-76-23 8,0 1 1,-1 0-1,0 0 1,0 0 0,0 1-1,0 1 1,-1-1-1,0 1 1,0 1 0,-1-1-1,1 1 1,-1 0 0,-1 0-1,9 15 1,-5-7 244,-7-12-152,0 0 1,0 0 0,-1 0 0,1 1 0,-1-1-1,1 0 1,-1 1 0,0-1 0,0 1-1,0 5 1,-1-8 587,-7-13-102,0-2-566,0 0 0,1-1 0,1 0 0,1 0 0,0 0 0,1-1 0,1 1 0,0-1 0,1 0 0,0 1 0,2-1 0,3-27 0,-3 39-115,0 0 1,0 0-1,1 0 0,-1 1 0,1-1 1,0 0-1,0 1 0,0-1 0,1 1 0,-1 0 1,1-1-1,0 1 0,0 1 0,0-1 1,0 0-1,0 1 0,1-1 0,-1 1 1,1 0-1,4-2 0,9-4-1944,1 1 0,0 1 0,22-4 0,-10 2-2576,2-4-4042</inkml:trace>
</inkml:ink>
</file>

<file path=ppt/ink/ink28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0:54.11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1464,'0'0'937</inkml:trace>
</inkml:ink>
</file>

<file path=ppt/ink/ink28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0:54.11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1 1 3169</inkml:trace>
</inkml:ink>
</file>

<file path=ppt/ink/ink28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0:54.11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122 1 3169,'27'42'1041,"-25"-35"9113,-3 2-4869,-9 22-4152,5-17 419,-10 41-265,3 0 1,1 1-1,-2 66 0,6 171-1705,7-269 368,0-23-100,0 0 1,0 1-1,0-1 0,-1 0 0,1 0 0,0 0 1,-1 0-1,1 0 0,-1 0 0,1 0 1,-1 0-1,1 0 0,-1 0 0,0 0 0,1 0 1,-1 0-1,0-1 0,0 1 0,0 0 1,0 0-1,1-1 0,-1 1 0,0-1 0,0 1 1,0-1-1,0 1 0,-1-1 0,1 1 1,0-1-1,0 0 0,-2 1 0,-36-2-9257,25-4 4082</inkml:trace>
</inkml:ink>
</file>

<file path=ppt/ink/ink28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0:54.11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83 3001,'0'0'17257,"18"-4"-15938,-6 1-1090,-2 0-70,1 0 1,0 1 0,0 1 0,0-1-1,-1 2 1,1-1 0,1 2-1,-2-1 1,1 2 0,11 1-1,29 7 96,-1-2 0,1-3 1,90-2-1,-138-3-249,0 0 0,0 0 0,0 0 0,0 0 0,0 0 1,0-1-1,0 0 0,-1 1 0,1-1 0,0 0 0,0 0 1,-1-1-1,1 1 0,3-3 0,-4 2 17,-1 0 0,1 1 1,-1-1-1,0 0 0,0 0 0,0 0 0,0 0 0,0-1 1,0 1-1,0 0 0,-1 0 0,1-1 0,-1 1 0,0 0 1,0 0-1,0-1 0,0-3 0,0 4-4,-1 1 1,0-1-1,1 1 0,-1-1 1,0 0-1,0 1 0,0-1 0,0 1 1,0 0-1,0-1 0,0 1 1,0 0-1,0 0 0,-1 0 0,1-1 1,0 1-1,-1 1 0,1-1 1,-1 0-1,0 0 0,1 0 1,-1 1-1,1-1 0,-1 1 0,0 0 1,-3-1-1,-50-7-1,37 6-16,8 1-4,0 0 0,0 1 0,0 0 0,0 1 0,-16 2 0,25-1-14,-1 0-1,1 0 0,0 1 1,0-1-1,0 0 0,1 0 0,-1 1 1,0-1-1,1 0 0,-1 1 0,1-1 1,0 1-1,0-1 0,0 1 0,0-1 1,0 0-1,1 1 0,0 2 1,0 5-29,-1-1-22,1-1 0,0 0 0,1 0 1,0 0-1,0 0 0,1 0 0,0-1 1,0 1-1,1-1 0,0 0 0,0 0 1,1 0-1,0 0 0,0-1 0,1 0 1,10 11-1,0-4-1449,0 0 1,1-1-1,0-1 0,0 0 1,31 13-1,5-4-7185</inkml:trace>
</inkml:ink>
</file>

<file path=ppt/ink/ink28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0:54.11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295 633 984,'0'0'18060,"-29"-15"-16413,-92-47-397,116 59-1132,-1 0 0,0 1 0,0 0 0,-1 0 0,1 0 1,0 1-1,-1 0 0,1 0 0,-1 1 0,-6 0 0,10 0-75,1 1-1,-1-1 1,0 1-1,1 0 1,-1 0-1,0 0 0,1 0 1,-1 0-1,1 0 1,-1 1-1,1-1 1,0 1-1,0 0 0,-1 0 1,1-1-1,-2 4 1,0 1 1,1 0 1,0 0 0,0 0-1,0 0 1,1 1-1,0-1 1,0 1-1,1 0 1,0-1 0,0 1-1,0 0 1,1 13-1,0-17-34,0-1-1,0 1 0,1 0 1,-1-1-1,1 1 0,-1 0 0,1-1 1,0 1-1,0-1 0,0 1 1,1-1-1,-1 1 0,0-1 1,1 0-1,0 0 0,-1 1 1,1-1-1,3 2 0,0 0 23,-1-1-1,1 0 1,0-1-1,-1 1 1,1-1-1,0 0 1,1 0 0,9 2-1,2-1 30,0-1 0,0-1-1,0 0 1,0-1 0,22-3 0,-27 0-45,0 0 1,1-1 0,-2 0 0,1 0-1,-1-2 1,1 1 0,-1-2 0,-1 1-1,1-1 1,-1-1 0,-1 0-1,12-12 1,16-17 8,48-65 0,-81 96-27,145-204-243,-122 167 140,-3-1 0,-2-1 0,18-52 0,-37 89 198,0 0-1,-1 0 1,0 0 0,0 0 0,0-12 0,-2 19-70,0 1 0,0 0 0,0-1 0,0 1-1,0-1 1,0 1 0,-1 0 0,1 0 0,0-1 0,0 1-1,0 0 1,-1-1 0,1 1 0,0 0 0,0-1 0,-1 1-1,1 0 1,0 0 0,0 0 0,-1-1 0,1 1 0,0 0 0,-1 0-1,1 0 1,0 0 0,-1-1 0,1 1 0,0 0 0,-1 0-1,1 0 1,-1 0 0,1 0 0,0 0 0,-1 0 0,1 0 0,0 0-1,-1 0 1,1 0 0,0 0 0,-1 1 0,1-1 0,-1 0-1,1 0 1,0 0 0,0 0 0,-1 0 0,1 1 0,0-1 0,-1 0-1,1 0 1,0 1 0,0-1 0,-1 1 0,-1-1 61,-7 5 35,-1 0 0,1 1 0,1-1 0,-1 2 1,1-1-1,0 1 0,0 0 0,1 1 0,0 0 0,0 0 0,-6 11 1,-7 12 425,-31 63 0,31-48-255,2 1 0,2 1 0,3 0 0,1 1 0,3 0 0,1 1 0,3 0 0,2 80 0,3 31 303,0-127-5539,0 0-5411</inkml:trace>
</inkml:ink>
</file>

<file path=ppt/ink/ink28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0:55.100"/>
    </inkml:context>
    <inkml:brush xml:id="br0">
      <inkml:brushProperty name="width" value="0.25" units="cm"/>
      <inkml:brushProperty name="height" value="0.25" units="cm"/>
    </inkml:brush>
  </inkml:definitions>
  <inkml:trace contextRef="#ctx0" brushRef="#br0">65 29 7786,'0'0'10234,"-39"-13"-9898,33 7-208,-7-1-80,7 7-48,6-3-104</inkml:trace>
</inkml:ink>
</file>

<file path=ppt/ink/ink28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1:08.43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338 46 1408,'0'0'19658,"-13"-7"-19155,0-1-402,9 4-74,-1 1 1,0 0-1,0 0 1,0 0-1,0 1 1,-1-1-1,1 1 0,0 1 1,-1-1-1,0 1 1,1 0-1,-1 0 1,-10 0-1,-5 1 16,0 0-3,-1 0 0,-36 6 0,51-4-46,0-1 0,1 1-1,-1 0 1,1 1 0,0 0 0,0 0 0,0 0 0,0 1-1,0-1 1,1 1 0,-1 1 0,-8 8 0,12-12-5,1 1 0,0-1 1,-1 0-1,1 0 0,0 1 1,0-1-1,0 1 0,0-1 1,0 1-1,0-1 0,0 1 1,1 0-1,-1-1 0,0 1 1,1 0-1,-1-1 0,1 1 1,0 0-1,0 0 0,0 0 1,0-1-1,0 1 0,0 0 1,0 0-1,0-1 0,1 1 1,-1 0-1,1 0 0,-1-1 1,1 1-1,0 0 0,-1-1 1,1 1-1,0-1 0,0 1 0,0-1 1,0 1-1,1-1 0,-1 0 1,0 1-1,1-1 0,-1 0 1,0 0-1,1 0 0,-1 0 1,3 1-1,9 5-59,1-1-1,-1 0 1,1-1 0,24 6 0,-17-5 47,0-1 7,-16-4 8,0-1-1,0 1 0,0 0 0,-1 1 1,1-1-1,0 1 0,-1 0 1,1 0-1,-1 1 0,0-1 0,0 1 1,0 0-1,6 5 0,-10-8 32,0 1 0,1 0 0,-1 0-1,0 0 1,0 0 0,0 0 0,0 0 0,0 0-1,0 0 1,0 0 0,0 0 0,0 0 0,0 0-1,0 0 1,0 0 0,-1 0 0,1 0 0,-1 0-1,1 0 1,0 0 0,-1 0 0,1 0 0,-1 0-1,0 0 1,1-1 0,-1 1 0,0 0 0,0-1-1,1 1 1,-1 0 0,0-1 0,0 1 0,0-1-1,0 1 1,0-1 0,-1 1 0,-45 17 750,32-13-615,3-2-189,0 1 0,0-1 0,-1-1 0,-20 2 1,32-4-1211,4-2-2209,13-6-3361</inkml:trace>
</inkml:ink>
</file>

<file path=ppt/ink/ink28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1:08.64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71 1 496,'0'0'23117,"-45"61"-22941,39-42-88,-1-3-88,1-3-80,0-4-400</inkml:trace>
</inkml:ink>
</file>

<file path=ppt/ink/ink28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1:08.81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11626,'0'0'7210,"90"64"-10427,-58-54-3928</inkml:trace>
</inkml:ink>
</file>

<file path=ppt/ink/ink28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1:09.16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758 133 11282,'0'0'8240,"-33"-19"-6511,-110-60-589,132 73-1080,0 1-1,0 0 1,-1 1-1,1 0 1,-1 1-1,0 1 0,0 0 1,0 0-1,0 1 1,0 0-1,-1 1 0,-18 3 1,-6-1-26,29-2-32,1 1-1,-1 0 0,1 0 1,-1 1-1,1 0 0,-1 0 1,1 0-1,0 1 0,0 0 1,0 1-1,1 0 0,-1 0 1,1 0-1,-8 7 0,6-3 2,-1 1 0,1 0 0,1 1 0,0-1 0,0 1 0,1 1 0,0-1 0,-5 16 0,-2 10 3,2 1 1,2 0-1,2 0 1,-6 70-1,-2 489 95,16-443-102,-1-151-45,0 0 1,0 1-1,0-1 1,0 0-1,-1 0 1,1 0-1,-1 0 1,1 0-1,-1 0 1,0 0-1,0 0 1,1 0-1,-2 0 1,1 0-1,0 0 1,0 0-1,0-1 1,-1 1-1,1-1 1,-1 1-1,0-1 0,1 1 1,-4 1-1,3-2-269,-1 0-1,1 0 0,-1 0 0,0-1 0,0 1 0,1-1 1,-1 0-1,0 1 0,0-1 0,0 0 0,1-1 0,-1 1 1,0 0-1,0-1 0,0 1 0,1-1 0,-5-2 1,-18-14-5160,5-11-4578</inkml:trace>
</inkml:ink>
</file>

<file path=ppt/ink/ink28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1:09.31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13 9882,'0'0'7730,"199"-6"-9939,-160-1-4720</inkml:trace>
</inkml:ink>
</file>

<file path=ppt/ink/ink28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1:09.61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161 1 12515,'0'0'7997,"-18"39"-6799,-57 130-264,67-149-756,1 1 1,1-1-1,1 1 1,0 1-1,-1 23 1,1-5 104,-7 58 145,-1 152-1,13-247-482,0-1-1,0 1 0,1-1 1,-1 1-1,1-1 0,0 1 0,0-1 1,0 1-1,0-1 0,0 0 1,0 0-1,1 1 0,3 3 1,-5-5-63,1-1 1,0 1 0,0 0 0,-1-1-1,1 1 1,0-1 0,0 1 0,0-1-1,0 0 1,-1 1 0,1-1 0,0 0-1,0 1 1,0-1 0,0 0 0,0 0-1,0 0 1,0 0 0,0 0 0,0 0-1,0 0 1,0 0 0,0 0 0,0 0 0,0-1-1,0 1 1,0 0 0,0-1 0,0 1-1,-1-1 1,1 1 0,0-1 0,0 1-1,0-1 1,-1 1 0,1-1 0,0 0-1,-1 0 1,1 1 0,0-1 0,0-1-1,11-21-3961,-5-5-1909</inkml:trace>
</inkml:ink>
</file>

<file path=ppt/ink/ink28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1:09.79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77 8618,'0'0'11378,"205"-22"-11018,-134 19-360,44-13-184,-19 3-2952,-6-10-9291</inkml:trace>
</inkml:ink>
</file>

<file path=ppt/ink/ink28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1:10.46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613 56 6361,'0'0'12500,"0"-10"-10943,1 8-1489,-1 0 1,0 0 0,0 1-1,0-1 1,0 0 0,0 0-1,0 1 1,0-1-1,-1 0 1,1 0 0,-1 1-1,1-1 1,-1 0 0,0 1-1,1-1 1,-1 1-1,0-1 1,0 1 0,0-1-1,0 1 1,-1-1 0,1 1-1,0 0 1,0 0 0,-1 0-1,1 0 1,-4-2-1,1 3-10,-1-1-1,1 2 1,-1-1-1,1 0 0,-1 1 1,1 0-1,0 0 0,-1 0 1,1 0-1,0 1 0,0 0 1,0 0-1,0 0 0,0 0 1,-5 4-1,-42 26 218,1 1 0,2 3 0,-70 65 0,90-73-131,0 1 0,2 2 0,1 0 0,2 2 0,1 0 0,-25 52 0,37-62-114,1 0 0,1 1-1,1 0 1,2 1 0,0 0 0,-2 39-1,6-47-206,1 0-1,1 0 0,0 1 1,1-1-1,1 0 1,1 0-1,1-1 0,0 1 1,1-1-1,8 17 1,-11-27-311,0 0 1,1-1 0,-1 0-1,1 0 1,0 0 0,1 0-1,-1-1 1,1 1 0,0-1 0,0 0-1,0-1 1,0 1 0,1-1-1,-1 0 1,1-1 0,6 3-1,20 3-4637</inkml:trace>
</inkml:ink>
</file>

<file path=ppt/ink/ink28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1:10.96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231 83 3729,'0'0'15376,"0"-6"-14143,0-15-125,-1 20-990,0 0 0,-1 0 0,1 1 0,0-1 0,-1 0 0,1 1 0,-1 0 0,1-1 0,-1 1 0,1 0 0,-1-1 0,0 1 0,1 0 0,-1 0 0,1 0 0,-1 0 0,1 1 0,-1-1 0,1 0 0,-3 1 0,3 0 0,-8 1-91,-1 0 0,1 1 0,0 0 0,0 1 0,0 0 0,0 0 0,1 1 0,-1 0 0,1 1 0,0 0-1,1 0 1,0 0 0,0 1 0,0 0 0,1 1 0,-8 11 0,7-10-7,1 0 0,1 0-1,-1 1 1,2 0 0,-1 0 0,1 0 0,1 0 0,0 1-1,0-1 1,1 1 0,1 0 0,0-1 0,0 1-1,1 18 1,1-26-19,0-1-1,0 0 1,0 1-1,0-1 1,0 0-1,1 0 1,-1 0-1,1 0 1,-1 0-1,1-1 1,-1 1-1,1 0 1,0-1-1,0 1 1,0-1 0,0 1-1,0-1 1,0 0-1,1 0 1,-1 0-1,0 0 1,1-1-1,-1 1 1,0 0-1,1-1 1,-1 0-1,5 1 1,13 1 15,-1-1 0,31-2 0,-27 1 9,-14 0-12,-1-1 0,0 1 0,1-2 0,-1 1 0,0-1 0,0 0 0,0 0 0,0-1 0,-1-1 0,1 1 0,-1-1 0,1 0 0,-1-1 0,-1 1 0,1-1-1,-1-1 1,0 1 0,0-1 0,0 0 0,-1-1 0,8-10 0,-6 4 20,1-1-1,-2 1 1,0-1 0,-1 0-1,0-1 1,-1 1-1,-1-1 1,0 0 0,-1 0-1,0 0 1,-2-17-1,0 27-15,0 0-1,-1 1 0,0-1 0,0 0 0,0 1 0,0-1 0,-1 1 0,1-1 0,-1 1 1,-1 0-1,1 0 0,-4-6 0,4 9-138,1-1 1,0 0-1,-1 1 1,1 0-1,-1-1 1,1 1-1,-1 0 1,0 0-1,1 0 1,-1 0-1,0 0 1,0 0-1,0 0 1,0 0-1,1 1 0,-1-1 1,0 1-1,0 0 1,0 0-1,0-1 1,-1 1-1,1 0 1,0 0-1,0 1 1,0-1-1,0 0 1,0 1-1,0-1 1,1 1-1,-1 0 1,0 0-1,-2 1 1,-1 4-3814,4 3-1560</inkml:trace>
</inkml:ink>
</file>

<file path=ppt/ink/ink28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1:11.44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38 22 6857,'0'0'10093,"-8"-4"-9104,-22-13-295,42 25-262,0 1-1,0 0 0,-1 1 0,-1 0 0,15 18 0,50 70 1307,-60-77-1395,36 49 777,61 112 1,-98-155-944,-1 0 0,-1 1 1,-1 0-1,-2 1 0,-1 0 1,-1 0-1,5 57 0,-11-66-83,1 5 72,-2 1 0,-3 34 1,2-53-137,0 0 1,-1 0-1,1-1 1,-1 1-1,-1-1 1,1 0 0,-1 1-1,0-1 1,0 0-1,-1-1 1,0 1 0,0-1-1,-7 8 1,-14 9 73,0-1 1,-56 33-1,77-48-3011,16-4 77,16-4-3914,10-3-5740</inkml:trace>
</inkml:ink>
</file>

<file path=ppt/ink/ink28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1:41.88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26 43 4825,'0'0'13691,"-19"-42"-13419,19 45-4169,-7 7-2008</inkml:trace>
</inkml:ink>
</file>

<file path=ppt/ink/ink28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1:54.32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188 21 5513,'0'0'7650,"2"-5"-6797,8-11 458,-12 31 1214,-15 40-762,10-42-1667,-69 152 527,38-80-591,26-60-9,0 1 1,2 0 0,-13 46-1,23-71-20,-1 0 0,1 0-1,0 0 1,-1 0 0,1 0-1,0 1 1,0-1 0,0 0-1,-1 0 1,2 0 0,-1 0-1,0 1 1,0-1 0,0 0-1,0 0 1,1 0 0,-1 0 0,0 1-1,1-1 1,-1 0 0,1 0-1,0 0 1,-1 0 0,1 0-1,0 0 1,-1 0 0,1-1-1,0 1 1,0 0 0,1 1-1,2-1 18,-1 0-1,0-1 1,1 1-1,-1-1 1,1 1 0,-1-1-1,1 0 1,5-1-1,9 0 8,5-1-6,-1 0 1,0-2-1,0-1 1,-1 0 0,36-15-1,-36 12-10,1 0-1,0 2 1,0 1 0,1 0-1,39-2 1,14 7 16,-75 0-21,-19-3-5269,10 3 1228,-4 0-453</inkml:trace>
</inkml:ink>
</file>

<file path=ppt/ink/ink28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1:54.60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141 1 6409,'0'0'13226,"-10"16"-12541,-2 1-438,0 1-1,2 1 1,1 0 0,0 0-1,1 1 1,1 0-1,1 1 1,-6 35-1,9 2-304,-8 63 5,8-105-1551,0-1 0,-11 30 0,2-22-3697</inkml:trace>
</inkml:ink>
</file>

<file path=ppt/ink/ink28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1:56.30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56 360,'0'0'9167,"1"1"-9523,12 11 8277,1-14-7718,0 0 0,-1 0 0,1-2 0,0 1 0,-1-2 0,20-8 0,44-14-175,-56 23-10,1 1-1,-1 1 0,1 0 1,38 4-1,-59-2-19,0 0 0,0 0 0,0 1 1,1-1-1,-1 0 0,0 1 0,0-1 0,0 1 0,0 0 1,0-1-1,0 1 0,0 0 0,0-1 0,0 1 0,0 0 1,0 0-1,0 0 0,0 0 0,0 0 0,-1 0 0,1 0 1,-1 0-1,2 2 0,-1 1 1,0 0-1,0 0 1,0-1 0,0 1 0,-1 0-1,0 0 1,0 7 0,0-1 7,-2 1 1,1-1-1,-1 0 0,-1 0 1,-3 11-1,-1-7 5,-1 0-1,0 0 1,-1-1-1,0 0 1,-1 0-1,0-1 1,-1 0-1,-22 18 1,7-10 4,-1-1-1,-1-2 1,-38 19-1,64-34 18,-6 1 50,1 0-1,0 1 0,0 0 1,1 0-1,-1 0 0,1 1 1,-8 8-1,14-13 129,32 0 1091,10 1-960,0-1 1,-1-3-1,1-1 0,62-15 0,-56 6-189,61-9 0,-108 22-328,34-3 1164,-24 5-7216</inkml:trace>
</inkml:ink>
</file>

<file path=ppt/ink/ink29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2:05.75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 7514,'0'0'9970,"6"0"-9650,1 0-320,6 0 0,-7 0-40,7 0-112,-7 3-472,1-3-657,6 0-1911,-7 0-2802</inkml:trace>
</inkml:ink>
</file>

<file path=ppt/ink/ink29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2:06.04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61 10698,'0'0'8338,"26"-13"-8618,-13 7-832,12-7-1297,1 0-1864,-7-3-872</inkml:trace>
</inkml:ink>
</file>

<file path=ppt/ink/ink29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2:06.20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68 5233,'0'0'13795,"0"-19"-13659,0 16-432,7 3-544,18-16-768,-5 3-1537,-1-3-2776</inkml:trace>
</inkml:ink>
</file>

<file path=ppt/ink/ink29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2:06.36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19 7522,'0'0'11818,"6"0"-12650,7-6-680,-6-1-1601,-7 1-2712</inkml:trace>
</inkml:ink>
</file>

<file path=ppt/ink/ink29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2:07.08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40 1 3593,'0'0'7063,"-33"10"-2350,32-6-4532,0-1 0,-1 1 0,2-1 1,-1 1-1,0 0 0,1-1 1,-1 1-1,1 0 0,0 0 1,1 6-1,0 3 346,-1-11-488,1-1 0,0 0 0,0 0 1,0 0-1,0 0 0,0 0 0,0 0 0,0 0 0,0 0 0,0-1 0,0 1 0,0 0 0,0 0 0,1-1 0,-1 1 0,0-1 0,1 1 0,-1-1 0,0 0 0,1 0 0,-1 1 0,2-1 0,34 5 317,-26-4-308,25 2 105,1-2-1,64-6 1,-78 4 1451,-27 14 495,-6 9-2234,-4 17 423,-15 79-1,13-43-220,15-72-69,-2 10-7,0 0 0,0 0-1,0 19 1,3-31-163,0-14-13939</inkml:trace>
</inkml:ink>
</file>

<file path=ppt/ink/ink29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2:08.35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422 0 4489,'0'0'10989,"-16"2"-10486,-52 10-103,63-10-335,-1 0 0,0 1-1,1 0 1,0-1 0,0 2 0,0-1 0,0 1 0,0-1 0,0 1-1,1 1 1,0-1 0,0 1 0,-5 6 0,0 0 79,4-6-114,0 1 0,0-1 1,1 0-1,0 1 0,0 0 0,0 0 0,1 0 1,0 1-1,0-1 0,0 1 0,1 0 0,0-1 1,0 1-1,1 0 0,0 0 0,0 12 1,1-18-27,0 0 1,1-1 0,-1 1-1,0 0 1,1-1 0,-1 1-1,1 0 1,-1-1 0,1 1 0,0-1-1,-1 1 1,1-1 0,-1 1-1,1-1 1,0 0 0,0 1 0,-1-1-1,1 0 1,0 1 0,0-1-1,-1 0 1,1 0 0,0 0-1,0 1 1,-1-1 0,1 0 0,0 0-1,0 0 1,1-1 0,33 1 58,-26 0-25,-7 0-34,1 0 1,0-1-1,0 1 0,-1-1 0,1 1 1,0-1-1,-1 0 0,1 0 0,0 0 1,-1 0-1,0 0 0,1-1 0,-1 1 0,0-1 1,4-3-1,26-15 108,-31 43-30,-1-20-75,-5 157 198,2-137-153,0 0 0,-1 0 0,-1-1 1,-16 43-1,18-58 66,-1 0 0,0 0 0,0 0 0,-1 0 0,0-1 0,0 0 0,-1 0-1,1 0 1,-1 0 0,0-1 0,-1 0 0,1-1 0,-1 1 0,0-1 0,-8 3 0,10-5-65,0 0 1,1 0-1,-1-1 0,0 1 1,0-1-1,0 0 0,-1-1 1,1 1-1,0-1 0,0 0 1,0-1-1,0 1 0,0-1 1,0 0-1,0 0 1,0 0-1,0-1 0,0 1 1,0-1-1,0-1 0,1 1 1,-1-1-1,1 1 0,-4-5 1,-1-1-9,0 0 1,1-1-1,0 0 1,0 0-1,1-1 1,0 0-1,-6-14 1,11 20-148,0 1 1,0-1-1,1 1 0,-1-1 1,1 0-1,0 0 1,0 1-1,1-1 1,-1 0-1,1 0 1,-1 0-1,1 0 1,0 0-1,1 0 0,-1 0 1,1 0-1,0 0 1,0 1-1,0-1 1,0 0-1,1 1 1,-1-1-1,1 0 1,0 1-1,0 0 0,5-6 1,59-51-7489,-34 31 222</inkml:trace>
</inkml:ink>
</file>

<file path=ppt/ink/ink29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2:08.88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1 123 8226,'0'0'9578,"8"15"-8925,27 44 61,-34-56-614,0 0-1,0-1 1,0 1 0,0 0 0,0 0 0,0-1 0,-1 1 0,1 0-1,-1 6 1,0-9-84,0 0 0,0 0 0,0 1-1,0-1 1,0 0 0,0 0-1,0 0 1,0 1 0,-1-1 0,1 0-1,1 0 1,-1 1 0,0-1 0,0 0-1,0 0 1,0 1 0,0-1-1,0 0 1,0 0 0,0 1 0,0-1-1,0 0 1,0 0 0,1 0 0,-1 1-1,0-1 1,0 0 0,0 0 0,0 0-1,0 0 1,1 1 0,-1-1-1,0 0 1,0 0 0,0 0 0,1 0-1,-1 0 1,0 0 0,0 0 0,1 0-1,-1 1 1,0-1 0,0 0 0,1 0-1,-1 0 1,0 0 0,1 0-1,0 0 288,25-58 235,-19 49-610,0 0 0,0 1 0,1 0 0,0 1 0,1-1 0,0 1 0,0 1 0,0 0 0,13-6 1,-8 4 28,-1-1 0,0 0 1,18-17-1,-30 26 48,0-1 1,-1 1-1,1-1 0,0 1 0,0-1 0,-1 0 1,1 1-1,0-1 0,-1 0 0,1 1 0,-1-1 1,1 0-1,-1 0 0,0 0 0,1 0 0,-1 1 1,0-1-1,1 0 0,-1 0 0,0 0 0,0 0 0,0 0 1,0 0-1,0 0 0,0 0 0,0 0 0,0 0 1,0 1-1,0-1 0,0 0 0,-1 0 0,1 0 1,0 0-1,-1 0 0,1 0 0,-1 1 0,1-1 1,-1 0-1,1 0 0,-1 1 0,1-1 0,-1 0 1,0 1-1,0-2 0,-2 1 27,0-1-1,0 1 1,0-1 0,0 1-1,0 0 1,0 0-1,0 0 1,0 0 0,-1 1-1,1 0 1,-5-1 0,3 1-16,0 0 0,0 0 0,0 0 0,0 1 0,1 0 0,-1-1 0,0 2 0,0-1 0,1 1 0,-1-1 0,1 1 1,-1 0-1,1 1 0,0-1 0,0 1 0,0 0 0,0 0 0,1 0 0,-1 0 0,1 1 0,0 0 0,0-1 0,0 1 0,0 0 0,1 0 1,-1 1-1,1-1 0,0 0 0,0 1 0,1 0 0,-1-1 0,1 1 0,0 0 0,1 0 0,-1-1 0,1 8 0,0-11-29,-1 1-1,1 0 1,0 0-1,1 0 0,-1 0 1,0-1-1,1 1 0,-1 0 1,1 0-1,-1-1 1,1 1-1,0 0 0,-1-1 1,1 1-1,0 0 1,0-1-1,0 1 0,1-1 1,-1 0-1,0 1 1,0-1-1,1 0 0,-1 0 1,1 0-1,-1 0 0,1 0 1,0 0-1,-1 0 1,1 0-1,2 0 0,4 0-457,0 1 0,-1-1-1,1-1 1,0 0-1,14-1 1,-5 0-574,28-4-3011,-6-12-954</inkml:trace>
</inkml:ink>
</file>

<file path=ppt/ink/ink29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2:09.26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119 1 8370,'0'0'12274,"-19"14"-11269,-54 44-212,71-57-755,0 0 0,0 1-1,0-1 1,1 0 0,-1 1-1,0-1 1,1 1 0,-1 0-1,1-1 1,0 1 0,0 0-1,-1 0 1,1 0 0,0 0-1,1 0 1,-1 0 0,0 0 0,1 0-1,-1 0 1,1 0 0,-1 1-1,1-1 1,0 0 0,0 0-1,0 0 1,0 1 0,1-1-1,-1 2 1,2 9 15,2-12-45,1 0 1,-1 0 0,1 0 0,0-1-1,-1 0 1,1 0 0,-1 0-1,7-1 1,-8 1 7,5 0-27,0 0 0,-1 0 0,1-1 0,0 0 0,-1-1 0,1 1 0,-1-1 0,0-1 0,8-3 0,-13 83-279,-2-72 117,-1-1-493,2 0-4084</inkml:trace>
</inkml:ink>
</file>

<file path=ppt/ink/ink29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2:09.52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52 1 10746,'0'0'9570,"-51"183"-8105,51-142-761,0-2-384,0-4-152,13-6-80,-7-3-40,1-7-48,-1-6-8,-6-3-216,0-7-912,-13-3-12827</inkml:trace>
</inkml:ink>
</file>

<file path=ppt/ink/ink29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2:09.86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4 9122,'0'0'9627,"30"2"-9071,10 2-374,3 0 607,49-1 1,-129-19 433,32 16-1205,1 0 0,0 0 0,-1 0 0,1 0 0,0 1 0,0-1 0,-1 1-1,1 1 1,0-1 0,0 0 0,0 1 0,0 0 0,0 0 0,0 0 0,1 0 0,-1 1 0,1-1 0,0 1 0,-1 0 0,1 0 0,0 0 0,1 1 0,-1-1 0,0 1 0,1-1 0,0 1 0,0 0 0,0 0 0,1 0 0,-1 0 0,1 0 0,0 0 0,-1 7 0,1-6-26,0-1 1,0 0-1,1 1 0,0-1 1,0 1-1,0-1 1,0 1-1,1-1 1,1 7-1,-1-10-69,0 1-1,0 0 1,0-1 0,0 1-1,0-1 1,0 1-1,0-1 1,0 0-1,1 0 1,-1 1 0,0-1-1,1 0 1,-1 0-1,1 0 1,0 0-1,-1-1 1,1 1 0,0 0-1,-1-1 1,1 1-1,0-1 1,0 1-1,-1-1 1,1 0 0,3 0-1,81 1-7274,-47-1 1095</inkml:trace>
</inkml:ink>
</file>

<file path=ppt/ink/ink29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2:10.12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59 193 9034,'0'0'9810,"-7"22"-9350,-18 66-174,18-66-62,-4-38 1471,5-44-1352,3-111 1,4 96-711,-1 73-886,0 11-6472</inkml:trace>
</inkml:ink>
</file>

<file path=ppt/ink/ink29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2:10.65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239 12 6689,'0'0'10501,"-12"-4"-9615,7 2-793,1 1 0,-1 0-1,0 0 1,1 0 0,-1 0 0,0 1 0,0 0 0,1 0 0,-1 0-1,0 0 1,0 1 0,1 0 0,-1 0 0,0 0 0,1 0 0,-1 1-1,1 0 1,-1 0 0,1 0 0,0 1 0,0-1 0,0 1 0,0 0-1,0 0 1,1 0 0,-4 5 0,-6 3 290,1 1 0,0 0 0,1 1 0,-14 20 0,21-26-315,0 0 1,0 1-1,1-1 1,0 1 0,0 0-1,1 0 1,0 0 0,0 0-1,1 0 1,0 0-1,0 10 1,1-14-76,0 0 0,0 0 0,0 0 0,0 0 0,1 0 0,-1 0 0,1 0 0,0-1 0,0 1 0,0 0 0,4 5 0,-3-7-79,0 0 1,0 0-1,0-1 1,0 1-1,1-1 1,-1 1-1,0-1 1,1 0-1,-1 0 0,1 0 1,0 0-1,-1-1 1,1 1-1,0-1 1,-1 1-1,1-1 0,0 0 1,4 0-1,-4 0-58,7 0-524,-1 1 0,0-1 0,0-1 0,0 0 0,0 0 0,12-3 1,13-16-4370</inkml:trace>
</inkml:ink>
</file>

<file path=ppt/ink/ink29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2:11.07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1 214 6873,'111'-179'5279,"-94"148"-2965,-17 31-2294,0 0 1,-1 0-1,1 0 0,0 0 1,0 0-1,0 0 1,0 0-1,0 0 1,0 0-1,0 0 1,0-1-1,0 1 0,0 0 1,0 0-1,-1 0 1,1 0-1,0 0 1,0 0-1,0 0 1,0 0-1,0 0 0,0 0 1,0 0-1,0 0 1,0 0-1,0 0 1,0-1-1,0 1 1,0 0-1,0 0 0,0 0 1,0 0-1,0 0 1,0 0-1,0 0 1,0 0-1,0 0 1,0-1-1,0 1 0,0 0 1,0 0-1,0 0 1,-12 13 1038,8-7-655,0 0 0,0 1 0,1-1 1,0 1-1,0 0 0,0 0 1,1 0-1,0 0 0,1 1 1,-1-1-1,1 11 0,1 93 1378,1-62-1145,-2-7-283,0-23-290,1 0 0,0 0 0,1-1 0,8 36 0,-9-53-83,0 0 0,1 0 1,-1 0-1,1 0 0,-1 0 1,1 0-1,0-1 0,-1 1 1,1 0-1,0 0 0,0 0 0,-1-1 1,1 1-1,0 0 0,0-1 1,0 1-1,0-1 0,0 1 0,0-1 1,0 0-1,0 1 0,0-1 1,0 0-1,0 0 0,0 1 0,0-1 1,0 0-1,0 0 0,0 0 1,1 0-1,-1 0 0,0-1 1,0 1-1,0 0 0,0 0 0,0-1 1,0 1-1,0-1 0,1 0 1,3-1-80,0 0 0,0 0 0,0-1 1,-1 0-1,1 1 0,6-7 1,91-108-1158,-99 124 1580,-1 1 0,0-1 0,-1 1 0,0 0 0,1 9 1,-1-8-169,4 23-116,17 57 1,-22-88-170,1 1 1,-1 0 0,1-1-1,0 1 1,-1-1-1,1 1 1,0-1 0,0 1-1,0-1 1,1 0 0,-1 1-1,0-1 1,0 0-1,1 0 1,-1 0 0,0 0-1,4 2 1,18 3-5219,-10-6-889</inkml:trace>
</inkml:ink>
</file>

<file path=ppt/ink/ink29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2:11.25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26 1 11346,'0'0'9642,"-26"131"-9642,26-127-128</inkml:trace>
</inkml:ink>
</file>

<file path=ppt/ink/ink29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2:11.48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7 1 6081,'0'0'16300,"-6"93"-15948,6-58-160,0 0-112,0-9-32,0-7-48,0-6-8,6-7-200,1-6-576,5 0-969,1 0-1167,0 0-2577</inkml:trace>
</inkml:ink>
</file>

<file path=ppt/ink/ink29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2:12.07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91 95 5721,'0'0'14481,"-32"-6"-12102,30-83-1852,-14 124-343,-6 16 285,15-18-184,2 0 1,1 1-1,2-1 1,2 35-1,0-63-351,1 1 0,-1-1 0,1 1 1,1-1-1,-1 1 0,1-1 0,0 0 0,0 0 0,0 0 0,1 0 1,-1 0-1,1 0 0,1-1 0,-1 1 0,1-1 0,-1 0 1,1 0-1,0 0 0,6 4 0,2 0-1287,-1 0 0,2-1 0,-1 0-1,1-1 1,0-1 0,19 6 0,8 0-5972</inkml:trace>
</inkml:ink>
</file>

<file path=ppt/ink/ink29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2:12.54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219 846 9498,'0'0'12355,"-17"-11"-11713,-57-34-95,71 43-516,0 0-1,0 0 1,0 1-1,0 0 1,0-1-1,0 1 1,-1 0-1,1 0 0,0 1 1,-1-1-1,1 1 1,-1 0-1,1 0 1,0 0-1,-1 0 1,1 0-1,-1 1 1,1 0-1,0-1 1,0 1-1,-1 0 1,1 1-1,0-1 0,0 1 1,0-1-1,0 1 1,0 0-1,-4 4 1,4-2-14,-1 0 1,1 0-1,1 0 1,-1 1-1,1-1 1,-1 1-1,1-1 0,0 1 1,1 0-1,-1 0 1,1 0-1,0 0 1,1 0-1,-1 0 1,1 7-1,0-11-13,0 0-1,0 0 1,0-1-1,0 1 1,1 0 0,-1 0-1,0 0 1,1 0-1,-1 0 1,1-1-1,-1 1 1,1 0-1,-1 0 1,1-1 0,-1 1-1,1 0 1,0-1-1,-1 1 1,1 0-1,0-1 1,-1 1-1,1-1 1,0 0 0,0 1-1,0-1 1,0 1-1,34 6 100,30-12 28,-58 2-129,-1 1 0,1-1 0,-1 0 0,0 0 0,0-1 0,0 1 1,0-2-1,-1 1 0,0 0 0,0-1 0,0 0 0,0 0 1,6-10-1,3-5-70,-2 0 0,18-36 0,-2-8-246,-3-1 0,30-120 0,3-140-163,-51 226 1040,-42 215-38,21-77-430,2 0 0,-7 43 0,7 36 161,2 174 1,10-275-278,1 0-1,0 0 1,1-1 0,1 1-1,0-1 1,10 27 0,-9-34-295,0 0 1,1 0-1,0 0 1,0-1 0,8 8-1,-7-9-652,0 0 0,1 0 0,1-1 0,-1 0 0,14 9 0,6 0-5080</inkml:trace>
</inkml:ink>
</file>

<file path=ppt/ink/ink29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2:24.71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221 1 6873,'0'0'10353,"0"12"-9615,-1 3-610,-1 0-1,-1 0 1,0-1 0,-1 1 0,-1-1-1,0 0 1,-1 0 0,0-1 0,-17 26-1,-48 53 139,45-62-217,-28 46-1,52-74-47,1 0-1,0 0 0,0 0 1,0 0-1,0 0 1,0 0-1,0 0 0,1 0 1,-1 0-1,1 0 1,-1 1-1,1-1 0,0 0 1,0 1-1,0-1 1,0 0-1,0 0 0,1 1 1,-1-1-1,2 4 1,-1-5-1,0 1 0,0-1 0,0 1 0,0-1 0,1 1 0,-1-1 0,0 0 0,1 0 0,-1 0 0,1 1 0,-1-1 0,1-1 0,-1 1 0,1 0 0,0 0 0,-1-1 0,1 1 0,0-1 0,0 1 0,-1-1 0,1 0 0,0 0 0,3 0 1,50 3 191,1-3 1,-1-2-1,0-2 1,1-3 0,-2-3-1,81-24 1,-131 31-3616,-11 3-2318,5 0 5760,-11 0-5915</inkml:trace>
</inkml:ink>
</file>

<file path=ppt/ink/ink29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2:24.94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71 0 7538,'0'0'11114,"-64"189"-10450,64-147-376,-7 3-144,7-3-96,0-1-48,0-2 0,0-4-536,0-3-1368,13-9-1905,13-10-2448</inkml:trace>
</inkml:ink>
</file>

<file path=ppt/ink/ink29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2:25.58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65 5033,'0'0'11409,"2"-17"-9047,7 11-2295,1 1 0,-1 0 0,1 0 0,1 1 0,-1 0 0,0 0 0,1 2-1,0-1 1,16-1 0,16 0-72,45 2-1,-76 2 29,-11 0-21,0 0-1,0 0 0,1 0 0,-1 0 0,0 1 0,0-1 0,0 0 1,0 0-1,1 1 0,-1-1 0,0 1 0,0-1 0,0 1 0,0-1 1,0 1-1,0 0 0,0-1 0,0 1 0,0 0 0,-1 0 0,1 0 1,0-1-1,0 1 0,-1 0 0,1 0 0,0 0 0,-1 0 0,1 0 1,-1 1-1,0-1 0,1 0 0,-1 0 0,0 0 0,1 0 0,-1 0 1,0 1-1,0-1 0,0 0 0,0 0 0,0 0 0,0 1 0,-1-1 1,1 0-1,0 0 0,-1 0 0,1 0 0,0 0 0,-1 0 0,1 0 1,-2 2-1,0 3 7,-1 1 0,0 0 0,0-1 1,-1 1-1,1-1 0,-2 0 0,-5 6 1,-72 65 89,57-56-61,1 1 0,1 1 0,-39 50 0,61-71-36,-1 0-1,1 0 1,0 1-1,-1-1 0,1 0 1,0 0-1,0 0 1,0 1-1,1-1 1,-1 1-1,0-1 1,1 0-1,0 1 1,0-1-1,-1 1 0,2 3 1,-1-5 0,1 1 0,-1-1 0,1 0 0,0 0 0,-1 0 0,1 0 0,0 1 0,0-1-1,0 0 1,0-1 0,0 1 0,0 0 0,0 0 0,0 0 0,0 0 0,0-1 0,0 1 0,1-1 0,-1 1 0,0-1 0,3 1 0,9 2 9,-1-2 0,1 1 1,0-2-1,0 0 0,14-2 0,1 1 12,77 3 622,-39 0-58,0-2 0,0-3 0,128-23 0,-192 26-393,-16-4 289,9 4-8054</inkml:trace>
</inkml:ink>
</file>

<file path=ppt/ink/ink29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0:23.01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72 0 1776,'0'0'11327,"2"1"-11200,-1-1 90,-1 0-1,0 0 0,1 0 1,-1 0-1,1 0 1,-1 0-1,0 0 0,1 0 1,-1 0-1,0 0 1,0 0-1,1 0 0,-1 1 1,0-1-1,1 0 1,-1 0-1,0 0 0,1 0 1,-1 1-1,0-1 1,0 0-1,0 0 0,1 1 1,-1-1-1,0 0 1,0 1-1,0-1 0,1 0 1,-1 0-1,0 1 1,0-1-1,0 0 0,0 1 1,0-1-1,0 1 0,-30 62 794,22-49-791,1 0-1,0 0 1,-5 17 0,7-9 123,0 1-1,1-1 1,2 1 0,0 41-1,2-62-324,1 0-1,0-1 0,0 1 1,-1-1-1,1 1 0,0 0 1,0-1-1,0 1 1,0-1-1,1 0 0,-1 1 1,0-1-1,1 0 0,-1 0 1,1 0-1,-1 0 0,1 0 1,-1 0-1,1 0 1,-1-1-1,1 1 0,0-1 1,0 1-1,2 0 0,46 8 161,-33-9-149,-9 1-7,0-1 0,0 0 0,-1-1-1,1 0 1,0 0 0,8-3 0,-13 3-13,1-1 0,0 0 0,-1 0 0,0 0-1,1-1 1,-1 1 0,0-1 0,0 0 0,0 0 0,-1 0 0,1 0 0,-1 0 0,0-1 0,4-6 0,25-69 99,-30 76-106,-1 1 1,1 0 0,-1 0-1,1-1 1,-1 1-1,0 0 1,0-1 0,0 1-1,0 0 1,0-1-1,0 1 1,-1 0 0,1-1-1,-1 1 1,1 0-1,-1 0 1,0 0 0,0-1-1,0 1 1,-2-3-1,-32-42 39,18 26 39,15 19-53,0 1 0,0-1 0,-1 0 1,1 0-1,0 1 0,-1 0 0,1-1 0,-1 1 1,1 0-1,-1 0 0,0 0 0,1 1 0,-1-1 1,0 0-1,0 1 0,1 0 0,-6 0 0,2-1 62,5 1 81,-16 0-907,15 17-5908,2-1 770</inkml:trace>
</inkml:ink>
</file>

<file path=ppt/ink/ink29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0:23.01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9 1072,'0'0'11879,"0"-1"-12151,3-6 10220,-1 7-8375,0 8-1384,0 0 0,-1 0 0,0 0 0,0 0 1,0 12-1,5 69 1239,-6-81-1280,1-1 0,0 1 0,1-1 0,0 0 0,0 0 0,0 0 0,1 0 0,0 0 0,0 0 0,9 11 0,-4 18 610,2-16-466,-10-19-246,1 1-1,-1 0 0,1 0 1,0-1-1,-1 1 0,1 0 1,0-1-1,0 1 0,0-1 1,0 1-1,0-1 0,0 0 0,3 3 1,-3-4 11,12-12-20548</inkml:trace>
</inkml:ink>
</file>

<file path=ppt/ink/ink29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0:23.01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7 3 1536,'0'0'10972,"-7"-3"-1075,8 4-9854,0 0-1,0-1 1,1 1 0,-1 0 0,0-1 0,0 1 0,0-1 0,0 1-1,0-1 1,1 0 0,-1 1 0,0-1 0,0 0 0,1 0-1,-1 0 1,0 0 0,1 0 0,1-1 0,39 1 157,-32 0-147,125 0 160,-134 1-209,0-1 0,-1 1 0,1 0 0,-1 0-1,1-1 1,-1 1 0,1 0 0,-1 0 0,1 0 0,-1 0 0,1 0-1,-1 0 1,0-1 0,0 1 0,0 0 0,1 0 0,-1 0 0,0 0-1,0 0 1,0 0 0,0 0 0,-1 1 0,1 33 96,0-27-70,-1-6-24,1 0 0,0 0-1,-1 0 1,1 0 0,-1-1 0,0 1 0,0 0 0,1 0 0,-1-1 0,0 1 0,-1 0-1,1-1 1,0 1 0,0-1 0,-1 1 0,-2 1 0,-32 24 88,0 1 237,32-23-267,2-3-24,0 0 0,0 1 0,0-1 0,0 0 0,0 1 0,1 0 0,-1-1 0,1 1 0,0 0-1,0 0 1,0 0 0,0 0 0,0-1 0,0 1 0,1 0 0,0 0 0,0 1 0,-1-1 0,2 5 0,0-8-22,-1 1-1,1 0 1,-1-1 0,1 1 0,-1-1-1,1 1 1,0-1 0,-1 1-1,1-1 1,0 0 0,-1 1-1,1-1 1,0 0 0,0 1-1,-1-1 1,1 0 0,0 0 0,0 0-1,-1 0 1,1 0 0,0 0-1,0 0 1,0 0 0,1 0-1,29 0 57,-22-1 1,44 1-161,27 0 659,-57 0-1741,-20 0-118,-8 1-597,-15 3-3859,0 4-2995</inkml:trace>
</inkml:ink>
</file>

<file path=ppt/ink/ink29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0:23.01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0 196 5761,'0'0'9665,"5"-1"-8812,0 0-508,-1 0-1,1 0 0,0 0 0,0 0 0,0 1 1,0 0-1,9 1 0,-12-1-235,0 1 0,0 0-1,0-1 1,0 1 0,0 0 0,0 0 0,0 0 0,0 0-1,-1 0 1,1 1 0,0-1 0,-1 0 0,1 1-1,-1 0 1,0-1 0,1 1 0,-1 0 0,0-1 0,0 1-1,0 0 1,0 0 0,0 0 0,0 3 0,17 42 689,10 52 0,-20-76-501,-4-36 375,-4-49 173,0 54-1053,0-16 218,-1 15-9,0 1-1,1-1 0,0 0 0,1 0 1,0 0-1,0 0 0,1 1 1,0-1-1,0 1 0,1-1 0,0 1 1,1 0-1,0 0 0,7-12 0,1 4 57,1 1 0,0 0-1,1 1 1,1 0-1,20-14 1,-25 21-267,0 1 0,0 1 0,1-1 0,12-3 1,-15 6-749,1 1 1,0-1-1,0 2 1,0-1-1,17 1 1,-24 6-6046,-1-3 4872,4 7-6726</inkml:trace>
</inkml:ink>
</file>

<file path=ppt/ink/ink29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0:23.01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123 1 5209,'0'0'13126,"-6"3"-12570,-4 4-334,0-1 0,0 1 1,1 1-1,0 0 0,0 0 1,1 1-1,-13 16 1,17-20-180,1 1 1,-1 0 0,1 0-1,0 0 1,0 0 0,1 0-1,0 1 1,0-1 0,1 1 0,-1-1-1,1 1 1,1 0 0,-1-1-1,1 1 1,1 0 0,0 9 0,0-14-37,1 1 0,-1-1 0,0 0 0,1 1 0,-1-1 0,1 0 0,0 0 0,-1 0 0,1 0 0,0-1 0,0 1 0,0 0 0,1-1 0,-1 1 0,0-1 0,0 0 0,1 0 1,-1 0-1,1 0 0,-1 0 0,1 0 0,0-1 0,-1 1 0,1-1 0,0 0 0,-1 0 0,4 0 0,0 1 5,0-1 1,0 0-1,0 0 1,1-1-1,-1 1 1,0-1-1,0-1 1,0 1-1,0-1 0,0 0 1,7-3-1,-9 1 19,0 1 0,0-1 0,0 0 0,0 0 0,0 0 0,-1-1-1,1 1 1,-1-1 0,0 0 0,-1 0 0,1 0 0,-1 0 0,0 0 0,-1-1-1,1 1 1,-1-1 0,0 1 0,0-1 0,-1 1 0,1-1 0,-1 1 0,0-1 0,-1 0-1,0 1 1,-1-9 0,1 12-14,0 0 0,0 0-1,-1 0 1,1 0 0,0 0-1,-1 0 1,1 1 0,-1-1-1,0 0 1,0 1 0,1-1-1,-1 1 1,0 0 0,0 0-1,0 0 1,0 0 0,-1 0-1,1 0 1,0 0 0,0 0-1,-1 1 1,1 0 0,-3-1-1,-56-5-499,60 6-677,11 1-3920,18 7 529,4 2-2328</inkml:trace>
</inkml:ink>
</file>

<file path=ppt/ink/ink29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0:23.02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194 1 4185,'0'0'14079,"-4"0"-13368,-4-1-627,0 1 1,0 0-1,0 1 0,0 0 1,0 0-1,0 1 1,0 0-1,0 0 1,0 1-1,1 0 0,-1 1 1,1-1-1,0 1 1,0 1-1,0-1 1,1 1-1,0 0 0,-1 1 1,2-1-1,-1 1 1,1 1-1,0-1 1,0 1-1,1-1 0,-6 12 1,8-15-84,1-1 0,0 1 1,0 0-1,1-1 0,-1 1 0,0 0 1,1-1-1,0 1 0,0 0 0,0-1 1,0 1-1,0 0 0,0 0 1,0-1-1,1 1 0,1 3 0,-1-4 0,0 0-1,0-1 0,0 1 1,0-1-1,0 1 0,1-1 1,-1 1-1,1-1 0,-1 0 1,1 0-1,-1 1 1,1-1-1,0 0 0,0-1 1,-1 1-1,1 0 0,3 0 1,7 2-8,0-1 0,0-1 1,1 0-1,-1-1 0,25-2 1,-33 1 29,0 1 1,0-1-1,0 0 1,0-1-1,0 1 1,0-1-1,0 1 0,-1-1 1,1 0-1,0-1 1,-1 1-1,0-1 1,1 1-1,-1-1 1,0 0-1,0 0 1,-1 0-1,1-1 0,-1 1 1,4-7-1,-4 7-6,-1 0 0,0 0 0,0 0 0,0 0 0,0 0 0,0 0 0,0 0 0,-1 0-1,1 0 1,-1 0 0,0 0 0,0-1 0,0 1 0,-1 0 0,1 0 0,-1 0 0,0 0 0,0 0 0,0 0 0,0 0-1,0 0 1,0 0 0,-1 0 0,0 0 0,1 1 0,-1-1 0,0 1 0,-3-4 0,-6-13-10206,22 19 3878</inkml:trace>
</inkml:ink>
</file>

<file path=ppt/ink/ink29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0:23.02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84 23 2561,'0'0'9039,"-15"-18"1876,10 14-9225,4 3-1625,-1 1 0,1 0 0,0 0 0,0 0 1,0 0-1,-1 1 0,1-1 0,0 0 0,0 0 0,0 1 0,-1-1 0,1 1 0,0-1 0,0 1 0,0 0 0,0-1 1,0 1-1,0 0 0,0-1 0,0 1 0,0 0 0,-1 2 0,-5 25 184,3-5-73,-6 41-45,2 1 1,2 0-1,5 73 0,1-136-140,0 1 0,0-1-1,1 0 1,-1 1-1,0-1 1,1 0 0,0 0-1,0 0 1,0 0-1,0 0 1,0 0 0,0 0-1,0 0 1,0 0-1,1 0 1,-1 0-1,1-1 1,0 1 0,-1 0-1,1-1 1,0 0-1,0 1 1,0-1 0,0 0-1,0 0 1,0 0-1,0 0 1,0-1 0,0 1-1,1 0 1,2 0-1,8 1-238,0 0 0,1-1 0,0 0-1,15-2 1,-11 1-462,-12-1 364,0 0 0,0 0 0,0 0 0,0-1 0,0 0 0,-1 0 0,1-1 0,-1 1 0,1-1 0,5-5 0,35-14-7297,-32 19 845</inkml:trace>
</inkml:ink>
</file>

<file path=ppt/ink/ink29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0:23.02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7 1688,'0'0'19276,"32"-6"-18819,0 6-137,0 0-192,7 0-128,12 0-208,32 3-1401,-12 0-2560,0-3-5729</inkml:trace>
</inkml:ink>
</file>

<file path=ppt/ink/ink29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0:23.02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62 1432,'0'0'13258,"26"-2"-12253,185-19 446,-133 12-796,324-20 3265,-398 29-3885,-1-1 0,1 1 0,-1 0 0,0 1 0,1-1 0,-1 1 0,1-1 0,-1 1 0,0 0 0,1 0 1,-1 1-1,0-1 0,0 1 0,0-1 0,0 1 0,3 3 0,-3-1 26,0 0-1,0 1 1,0-1 0,-1 1 0,1 0-1,-1-1 1,-1 1 0,1 0-1,-1 1 1,2 5 0,6 45 310,-1 0 1,-3 1-1,-3 0 1,-5 63-1,1-12 521,2-81-736,1-6-38,-1-1-1,-1 1 1,-1-1 0,-1 0 0,-5 21-1,-3 3 376,-6 46 0,1-6 35,14-64-533,7-16-2411,16-24-5335,-14 10 2240</inkml:trace>
</inkml:ink>
</file>

<file path=ppt/ink/ink29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0:23.02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 0 5761,'0'0'11655,"-2"0"-8266,7 0-2291,7 2-868,1 1-1,-1 1 0,0 0 0,0 0 0,0 2 1,-1-1-1,1 1 0,19 15 0,2-2 44,-18-10-153,0 0 1,-1 1 0,0 0 0,17 16 0,-29-24-221,1 0-650</inkml:trace>
</inkml:ink>
</file>

<file path=ppt/ink/ink29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0:23.02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265 6 1568,'0'0'15640,"-3"-2"-14637,2 2-901,0-1 1,-1 0-1,1 1 1,0 0-1,-1-1 1,1 1-1,-1 0 1,1-1-1,-1 1 1,1 0-1,-1 0 1,1 0-1,0 0 1,-1 1-1,1-1 1,-1 0-1,1 1 1,-1-1-1,1 0 1,0 1-1,-3 1 1,-25 22 1731,5-2-1242,-23 17 726,-55 57 0,99-94-1375,0 1 0,0 0 1,1 0-1,0 1 0,-1-1 0,1 0 0,0 1 1,0 0-1,-2 6 0,4-9-222,0 0 1,0 0-1,-1 1 1,1-1-1,0 0 1,0 0-1,0 0 1,1 1-1,-1-1 1,0 0-1,0 0 1,1 0-1,-1 1 1,1-1-1,-1 0 1,1 0-1,-1 0 1,1 0-1,0 0 1,-1 0-1,1 0 1,0 0 0,0 0-1,0 0 1,0-1-1,0 1 1,0 0-1,0 0 1,0-1-1,0 1 1,0-1-1,0 1 1,0-1-1,2 1 1,22 9-10678</inkml:trace>
</inkml:ink>
</file>

<file path=ppt/ink/ink29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0:23.02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623 204 2617,'0'0'9502,"-3"-11"-8496,-6-37-45,8 47-831,1-1 1,-1 1 0,1 0 0,-1 0-1,0 0 1,1-1 0,-1 1 0,0 0-1,0 0 1,0 0 0,0 0 0,0 0-1,0 1 1,0-1 0,0 0 0,0 0-1,-1 1 1,1-1 0,0 0 0,0 1-1,-1-1 1,1 1 0,0 0 0,-1-1-1,1 1 1,-2 0 0,-36 0 446,30 1-279,-16-2 171,-1 1 1,1 1 0,0 1 0,0 1-1,0 2 1,0 0 0,1 2-1,-28 10 1,30-7-280,1 1 0,-1 1 0,2 0 0,-1 2 0,2 0 0,0 1 0,-19 20 0,28-24-77,1 0 0,0 0 1,1 1-1,0 0 0,0 0 1,2 1-1,-1 0 0,2 0 1,0 1-1,0-1 0,1 1 1,1 0-1,-2 21 0,0 15 294,2 66 0,4-98-371,1-1 0,0 0 0,1 0 0,1 0 1,1-1-1,0 1 0,12 24 0,-8-22 7,0 0 1,2-1-1,1 0 0,0-1 1,1 0-1,0-1 0,2-1 0,0 0 1,0 0-1,2-2 0,0 0 1,0-1-1,1-1 0,26 13 1,-14-10 34,1-1 1,1-2 0,0 0 0,0-3 0,1 0 0,0-3-1,0 0 1,44 0 0,-51-5-45,-2 0 31,-1 0 1,46-7-1,-61 5-51,0 0 0,1-1 0,-1 0 0,-1 0 0,1-1 0,0 0 0,-1 0 1,0-1-1,0 0 0,0 0 0,10-10 0,10-15 20,-1 0 0,-2-2 0,-1 0 0,31-62 0,-45 77-34,-1 0 0,-1 0 0,-1-1 0,-1-1-1,0 1 1,-1 0 0,1-23 0,-1-135 0,-4 116 0,-1 46 2,-1 0 0,0 0 0,-1-1 0,0 1 0,-1 1 0,-9-20 0,0 3 7,-30-50-1,38 72-8,0 0 0,-1 0 0,-1 1 0,1 0 0,-1 0 0,-1 0 0,1 1 0,-15-10 0,1 4 4,-1 2 0,-25-10-1,-19-9 51,15-2-35,44 25-18,-1 1 1,1 0-1,-1 0 0,0 1 1,0 0-1,-1 1 0,1 0 1,-1 0-1,1 0 0,-17-1 1,-55 2 61,74 2-92,0 1-1,0 0 0,0 0 0,0 0 0,0 1 1,0 0-1,1 0 0,-1 0 0,1 1 0,-11 6 0,2 0-1884,3-6-4420,4-2-2807</inkml:trace>
</inkml:ink>
</file>

<file path=ppt/ink/ink29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0:23.02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475 43 1736,'0'0'8399,"-5"10"2609,6-8-10202,12-3-791,-1-1 1,1-1-1,0 0 1,-1-1-1,0 0 1,0 0 0,0-2-1,16-9 1,-17 10-11,-9 0 2294,-10 3-980,7 2-1264,0 0-1,0 0 1,1 0 0,-1 0-1,0 0 1,0 0-1,0 1 1,0-1 0,1 0-1,-1 0 1,0 1-1,0-1 1,1 1-1,-1-1 1,0 0 0,1 1-1,-1 0 1,0-1-1,1 1 1,-1-1-1,0 1 1,1 0 0,-1-1-1,1 1 1,0 0-1,-1-1 1,0 3-1,-18 52 1090,-8 24-192,-17 85 0,34-120-823,-2 0 1,-3-1 0,-20 43-1,-68 120 266,41-87-109,-141 220 80,196-330-358,0 2 0,1-1-1,1 1 1,-1 0-1,2 0 1,0 0-1,0 1 1,1-1-1,0 1 1,-1 14-1,4-25-18,6-30-3053,-5 1-4635,-1 18 996</inkml:trace>
</inkml:ink>
</file>

<file path=ppt/ink/ink29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0:23.02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1284 201 1176,'0'0'13543,"-7"-18"-8734,-7 12-4074,1 1 0,-1 1 0,0 0 0,0 0 0,0 2 0,-24-2 0,-96 2-648,81 3 550,10 1-489,0 1 0,0 2-1,0 3 1,1 1-1,0 1 1,1 3-1,1 2 1,-57 27 0,50-17-12,1 1 0,2 3 0,1 1 1,1 2-1,2 2 0,-57 61 0,75-70-16,1 1-1,1 1 0,2 1 0,-26 49 1,35-57-58,1 0-1,0 0 1,2 0 0,1 1 0,0 0-1,1 0 1,2 0 0,-1 27 0,2-38-44,1-1 0,1 1 0,0 0 1,0 0-1,1-1 0,0 1 0,0-1 1,1 0-1,5 10 0,-4-12-6,1 0 0,0-1 0,0 1 0,0-1 0,1 0 0,0 0-1,0-1 1,0 0 0,1 0 0,0-1 0,11 6 0,4 1 5,0-1-1,0-1 1,1-1 0,0-1 0,0-1-1,1-1 1,31 2 0,176-1 23,-160-7 7,-32 0-46,0-1 0,-1-3-1,1-1 1,-1-2 0,0-1-1,-1-2 1,0-2 0,48-23-1,-56 21-14,-2 0 0,0-1 0,-1-2 0,0-1 0,-2-1-1,0-1 1,-2-1 0,0-1 0,-1-1 0,29-45 0,-35 43 8,-1 0 0,-1-2 0,-2 1-1,0-1 1,-2-1 0,-2 0 0,7-45 0,-5-12-9,-4-115 0,-5 189 16,-1 1 1,-1 0-1,0 0 0,-1 0 0,0 1 0,0-1 0,-1 1 1,0 0-1,-1 0 0,-1 0 0,1 0 0,-1 1 0,-11-13 1,7 10 10,0 1 1,-1 0 0,0 1 0,-1 1-1,0-1 1,0 2 0,-1 0 0,0 0-1,-19-7 1,14 9-147,14 9-1283,27 15-1979,14-2-1392,7-2-2960</inkml:trace>
</inkml:ink>
</file>

<file path=ppt/ink/ink29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0:23.02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37 46 4217,'0'0'6163,"-24"-16"-3236,21 19 1539,2-6-160,-2-4-5170,-3-15 1445,6 23-552,1-1-1,-1 0 1,0 0 0,0 0-1,0 0 1,0 0-1,0 0 1,0 0 0,0 0-1,0 0 1,0 0 0,0 0-1,0 0 1,0 0-1,0 0 1,0 0 0,1 0-1,-1 0 1,0 0 0,0 0-1,0 0 1,0 0-1,0 0 1,0 0 0,0 0-1,0 0 1,0 0 0,0 0-1,0 0 1,1 0-1,-1 0 1,0 0 0,0 0-1,0 0 1,0 0 0,0 0-1,0 0 1,0 0-1,0 0 1,0 0 0,0 0-1,0 0 1,0 0 0,0-1-1,0 1 1,0 0-1,1 0 1,-1 0 0,0 0-1,0 0 1,0 0 0,0 0-1,0 0 1,0 0-1,0 0 1,21 31 3027,-9-11-3336,143 186 2242,-19-53-978,-77-91-546,-4 2 0,55 83-1,-83-103-214,3-2 0,1-1 0,2-2-1,2 0 1,1-3 0,46 37 0,-23-40 93,-21 4-197,-28-27-65,0 1 0,0-2 0,1 0 0,0 0 1,15 9-1,-3-6-49,-1 2 1,26 20-1,18 11-8,-3-3 3,-62-40-15,-1-1-106,-39-1-5620,13 0 1307,9 0-2213,3 0-5745</inkml:trace>
</inkml:ink>
</file>

<file path=ppt/ink/ink29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0:23.03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1235 203 6225,'0'0'11113,"-12"-9"-10144,2 1-655,0 0 0,-1 1 0,0 1 1,0 0-1,0 0 0,-1 1 1,0 0-1,-24-5 0,-61-3 1163,0 5 0,-121 6 0,144 2-1125,44 2-276,1 1 0,0 1 1,0 2-1,0 1 0,1 1 1,0 1-1,0 2 1,1 1-1,1 1 0,0 1 1,0 1-1,2 1 0,0 2 1,1 0-1,1 1 1,0 2-1,2 0 0,0 1 1,2 1-1,0 1 1,-27 50-1,36-52 3,1 0-1,2 1 1,0 0 0,2 0-1,0 0 1,2 1 0,0-1-1,2 1 1,3 37 0,-1-50-71,0-1 0,0 0 0,1 0 0,1 0 0,0 0 0,0 0 0,1-1 0,0 0 0,0 0 0,1 0 0,1-1 0,-1 1 0,1-2 0,0 1 0,10 7 1,3 2 25,0-1 1,2-1-1,0 0 1,44 21-1,-29-21 20,1-1-1,0-2 1,1-2-1,0-1 0,66 5 1,200-3 110,-285-11-157,14 0 26,5 1-2,-1-2 0,67-10 1,-91 8-25,-1-1-1,0 0 1,0 0 0,0-1 0,-1-1 0,0 0 0,0-1 0,0-1 0,-1 1 0,0-2 0,13-12 0,-4 2-5,0-2 1,-1 0-1,-2 0 1,0-2-1,-2 0 1,0-1-1,-1-1 1,-2 0-1,-1-1 1,0 0-1,-2-1 1,-1 0-1,-2 0 1,0 0-1,-2-1 1,2-42-1,-6 58-3,1-3 9,-1 0-1,0-1 0,-1 1 0,0 0 1,-1-1-1,-1 1 0,0 0 1,-2 0-1,1 1 0,-2 0 1,-10-21-1,-8-1 21,-1 1 0,-2 1 0,-2 1 1,-1 2-1,-1 1 0,-2 1 0,-36-25 0,63 51 6,1-1 0,-1 1 1,1 0-1,-1 1 0,0-1 0,0 1 0,0 0 0,-1 1 0,1-1 0,0 1 0,-1 1 0,1-1 0,-1 1 0,-10 1 0,16-1 134,1 10-7228,0-4 911</inkml:trace>
</inkml:ink>
</file>

<file path=ppt/ink/ink29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0:23.03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957 53 1168,'0'0'8525,"0"-38"1096,0 27-9347,0 11-228,0 0 0,0 0 0,-1-1 0,1 1 0,0 0 0,-1 0 0,1-1 0,0 1 0,0 0 0,-1 0 0,1 0 0,0 0 0,-1-1 0,1 1 0,0 0 0,-1 0 0,1 0 0,0 0 0,-1 0 0,1 0 0,0 0 0,-1 0 0,1 0 0,-1 0 0,1 0 0,0 0 0,-1 0 0,1 0 0,0 0 0,-1 0 0,1 1 0,0-1 0,-1 0 0,1 0 0,0 0 0,-1 0 0,1 1 0,0-1 0,0 0 0,-1 0 0,1 1 0,0-1 0,0 0 0,-1 0 0,1 1 0,0-1 0,0 0 0,0 1 0,-17 12 514,9 0-179,0 0 0,1 0 0,-7 17 0,-14 26 361,-43 75 1302,-14 22-1076,50-85-385,-85 206 481,33-66-634,87-207-429,-140 278 339,44-96-171,-33 55 723,39-83-452,89-155-446,0 1 1,0 0-1,1 0 1,-1 0-1,1 0 1,-1 0 0,1 0-1,-1 0 1,1 0-1,-1 0 1,1 0-1,0 0 1,0 0-1,-1 1 1,1-1-1,0 0 1,0 0-1,0 0 1,0 0 0,0 0-1,1 2 1,0-3-71,-1 0 0,1 0 0,-1 0 0,1 0 0,0 1 0,-1-1 0,1 0 0,0 0 1,-1 0-1,1 0 0,0 0 0,-1 0 0,1-1 0,-1 1 0,1 0 0,0 0 0,-1 0 1,1-1-1,-1 1 0,1 0 0,0-1 0,-1 1 0,1 0 0,-1-1 0,1 1 0,-1-1 0,1 1 1,-1 0-1,0-1 0,1 0 0,-1 1 0,1-1 0,-1 0 0,12-13-4009,-4-1-2260</inkml:trace>
</inkml:ink>
</file>

<file path=ppt/ink/ink29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0:23.03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1661 57 8194,'0'0'9837,"-31"-9"-8636,-6-3-813,15 4-115,0 1 0,0 1 1,-1 1-1,0 1 0,0 1 0,-31 0 1,-324 12 3293,323-3-3152,0 3 0,0 2 1,1 2-1,-92 36 0,102-30-285,1 3 0,0 1-1,2 2 1,1 2 0,1 1 0,2 3-1,0 1 1,3 1 0,0 2-1,-37 52 1,45-52-90,3 1 1,1 1 0,2 1-1,1 0 1,2 2 0,2 0-1,1 1 1,3 1-1,1 0 1,2 0 0,-5 78-1,14 220 539,5-302-496,1 1-1,2-1 1,1 0-1,2-1 1,2 0-1,1-1 1,2-1-1,1-1 1,34 48 0,-40-66-66,0 0 0,2-1 0,0 0 1,1-1-1,0 0 0,1-1 1,0-1-1,1-1 0,1 0 1,35 15-1,-26-15 15,0-2 1,1-1 0,0-2-1,0 0 1,1-2-1,0-1 1,36-1-1,-45-2-13,27 1 16,-1-2-1,1-2 1,73-15 0,-70 5-31,-1-3 0,-1-1 0,0-3 0,-1-1 0,-1-3 0,-2-2 0,43-32 0,-55 34 1,0-2 1,-3-2-1,0 0 0,-2-2 1,0-1-1,-3-2 0,-1 0 0,-1-1 1,26-55-1,24-73-111,86-291 0,-149 420 66,-2-2-1,-1 1 1,3-64 0,-9 84 21,0 0 1,-1-1-1,0 1 1,-1 1-1,-1-1 0,0 0 1,-1 0-1,0 1 1,-1 0-1,-1 0 0,0 0 1,-9-14-1,0 9 11,0 0 0,-1 1 0,-1 1 0,0 0 0,-1 1 0,-1 1 0,0 1 0,-1 1 0,-39-18 0,-14-1 12,-119-31 0,73 25 6,87 21 40,29 13-47,0 1 0,0 0 0,-1 0 0,1 0 0,-1 1 1,0-1-1,1 1 0,-1 0 0,0 0 0,0 0 0,-4 0 1,7 1 9,-6 19-596,7-11-463,0-6 600,-1 0 0,1 0-1,0 0 1,0 1 0,0-1-1,0 0 1,1 0-1,-1 0 1,1-1 0,-1 1-1,1 0 1,-1 0 0,1 0-1,0 0 1,0 0 0,2 2-1,8 3-5881</inkml:trace>
</inkml:ink>
</file>

<file path=ppt/ink/ink29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0:23.03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149 135 3265,'0'0'14664,"-13"-22"-14532,6-4-117,7 23-14,-1 1 1,1-1-1,-1 1 1,0-1-1,1 1 1,-1 0-1,0-1 1,0 1-1,0 0 1,-1 0-1,1 0 1,0 0-1,-1 0 1,0 0-1,-1-2 1,-42-29 511,42 31-139,-25-10 4726,28 12-5044,-1 0 1,0 0-1,1-1 0,-1 1 0,1 0 0,-1 0 1,0 0-1,1 0 0,-1 0 0,0 0 1,1 0-1,-1 0 0,0 0 0,1 0 0,-1 0 1,0 0-1,1 0 0,-1 1 0,0-1 1,1 0-1,-1 0 0,1 1 0,-1-1 0,1 0 1,-1 1-1,1-1 0,-1 1 0,1-1 0,-1 1 1,1-1-1,-1 1 0,1-1 0,0 1 1,-1-1-1,1 1 0,0 0 0,-1-1 0,1 1 1,0-1-1,0 1 0,-1 1 0,-6 61 589,2 1 1,5 87-1,1-66-416,4 18 259,5-1-1,33 143 1,-20-129-138,12 166 0,-33 3 19,3 37 14,9-173-226,3 68 107,-17 24-418,0-243-335,-1 0 1,1 1 0,0-1-1,0 0 1,-1 1-1,1-1 1,-1 0 0,0 1-1,1-1 1,-1 1-1,0-1 1,0 1 0,0-1-1,0 1 1,0 0-1,0-1 1,-2 0 0,-9-8-6401</inkml:trace>
</inkml:ink>
</file>

<file path=ppt/ink/ink29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0:23.03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1643 174 11963,'0'0'4172,"-33"-10"-2765,-3-2-956,7 2-35,0 1 0,-1 1 0,0 2 1,0 0-1,-37 0 0,-15 2 922,-131 11 0,169-1-952,0 1 0,1 2 0,0 2 0,-71 27 0,68-17-159,2 2 1,0 2-1,2 2 0,1 1 1,1 3-1,1 1 0,2 1 1,2 2-1,-53 67 0,45-44-108,2 2 0,3 2 0,3 2 0,2 1 0,3 1 0,-23 77 0,42-102-43,1 0 0,2 0-1,-4 59 1,6 128 330,6-211-381,1 8 6,1 1 1,1-1-1,1 0 1,1 0-1,1-1 1,1 1-1,1-1 1,2-1-1,0 0 1,1 0-1,2-1 1,29 41-1,-28-45 0,0-1 0,2-1 0,0-1 0,0 0 0,2-1 0,-1 0 0,2-2 0,0 0-1,0-1 1,1-1 0,1-1 0,-1-1 0,1-1 0,1 0 0,22 3 0,-16-5 28,1-1 0,0-2 1,0 0-1,0-2 0,0-2 1,0 0-1,-1-2 0,1-1 1,-1-1-1,0-2 1,49-19-1,-5-6-39,-2-3-1,-1-3 1,-2-3 0,75-63-1,-99 70-17,-3-3 0,-1-1 0,-2-2-1,-2-1 1,-1-2 0,53-94 0,-74 112 5,-1-1 1,-1-1-1,-2 1 1,0-2 0,-2 1-1,3-31 1,-2-12 1,-3-96 1,-6 129-5,-3 1 0,-1 0 0,-1 0 0,-3 0 1,0 1-1,-3 0 0,-29-64 0,17 53-2,-1 1-1,-2 1 0,-3 2 1,-1 0-1,-40-40 1,42 53-2,-1 2 0,-2 1 1,-1 1-1,-1 2 0,-1 2 1,-1 1-1,0 1 0,-2 2 1,0 2-1,-56-15 0,54 23-6,40 37-39,1-26-12,-1 1-1,0-1 1,1 0 0,0 0 0,-1 1-1,1-1 1,0 0 0,1 0 0,-1 0-1,1 0 1,-1 0 0,1-1 0,0 1-1,0 0 1,0-1 0,0 1 0,0-1-1,1 0 1,-1 1 0,1-1 0,0 0-1,5 2 1,-1 0-844,0-1-1,0 0 1,1 0-1,-1-1 1,1 1-1,-1-2 1,1 1-1,13 0 1,11-2-5239</inkml:trace>
</inkml:ink>
</file>

<file path=ppt/ink/ink29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0:23.03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6 1 4905,'0'0'10178,"-6"0"-3558,243 0-6373,-236 1-226,0 0 0,-1 0 0,1 0 0,0 1-1,-1-1 1,1 0 0,0 0 0,-1 1 0,1-1 0,-1 0 0,0 1 0,0-1 0,1 0 0,-1 1-1,0-1 1,0 0 0,0 1 0,0-1 0,-1 3 0,-3 32 597,0-30-517,0-1 0,-1 1 0,0-1-1,0 1 1,0-1 0,0-1 0,-1 1-1,-12 7 1,-55 27 299,60-32-254,76-4-69,-54-3-78,-1-1-3,-1 1 0,0 0 0,1 1-1,-1-1 1,0 1 0,1 1 0,12 3 0,-18-3 0,0-1 1,0 1-1,0 0 1,0-1-1,0 1 1,0 0-1,-1 0 1,1 0-1,-1 0 1,1 1-1,-1-1 1,0 0-1,1 1 1,-1-1-1,-1 1 1,1-1-1,0 1 1,0-1-1,-1 1 1,0-1-1,1 1 1,-1 0-1,0-1 1,0 1-1,-1 3 1,1 2 2,0-1 0,0 0 1,-1 1-1,0-1 1,0 0-1,0 0 1,-1 0-1,-1 0 1,1 0-1,-7 12 1,7-16 55,-1 0 1,0 0-1,1 0 1,-1 0-1,0 0 1,0-1-1,-1 0 1,1 1-1,-1-1 1,1-1-1,-1 1 1,1 0-1,-1-1 1,0 0-1,0 0 1,0 0-1,0 0 1,0 0-1,0-1 1,0 0-1,0 0 1,-4 0-1,4 0 26,0-1-1,1 1 0,-1 0 1,0-1-1,0 0 0,1 0 1,-1 0-1,1-1 0,-1 1 1,1-1-1,-1 0 0,1 0 0,0 0 1,0 0-1,0 0 0,0-1 1,0 1-1,0-1 0,1 0 1,-1 0-1,1 0 0,-3-5 1,-6 5-109,10 3-211,5 0-3413,45 2-4401,-12 8 1678</inkml:trace>
</inkml:ink>
</file>

<file path=ppt/ink/ink29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0:23.03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161 2 1744,'0'0'13934,"0"-2"-11491,-1 5-1280,-3 4-802,0 0 0,-1-1-1,0 0 1,0 0 0,0 0 0,-1 0 0,-8 6-1,-14 15 391,13-11-395,-32 46 113,43-56-467,2-1 0,-1 1 1,0 0-1,1 0 0,0 0 1,1 0-1,-1 0 1,1 0-1,1 0 0,-1 10 1,1-15-2,0-1 1,1 1 0,-1-1-1,0 1 1,1-1-1,-1 1 1,0-1 0,1 0-1,-1 1 1,1-1-1,-1 0 1,1 1-1,-1-1 1,1 0 0,-1 1-1,1-1 1,-1 0-1,1 0 1,-1 0 0,1 1-1,0-1 1,-1 0-1,1 0 1,-1 0 0,1 0-1,-1 0 1,1 0-1,0 0 1,24-1 35,-19 1-38,340 0-1370,-349 0 989,-12-1-3697,2-4-3908,12 2 2873</inkml:trace>
</inkml:ink>
</file>

<file path=ppt/ink/ink29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0:23.03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75 0 9562,'0'0'12797,"-12"29"-11580,-35 90-265,44-114-835,1 1-1,0 0 1,0 0 0,0 0 0,1 0-1,0 1 1,0-1 0,0 0 0,1 0-1,0 1 1,0-1 0,1 7 0,1 9-851,0-19 102,-1 0-1,0 0 1,1-1 0,-1 1-1,1 0 1,0-1 0,0 1-1,0-1 1,0 0 0,0 0-1,0 0 1,5 4 0,17 7-5522</inkml:trace>
</inkml:ink>
</file>

<file path=ppt/ink/ink29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0:23.04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17 7154,'0'0'8364,"2"-16"-2912,-4 16-3889,3 12-865,-1 0-1,2 0 1,0 0 0,0 0-1,5 15 1,23 108 316,-23-105-918,-1 1 1,2 51-1,-2-11 193,0 57 388,-6-128-635,17 0-1211,-11 1-3286,-3 11-14302</inkml:trace>
</inkml:ink>
</file>

<file path=ppt/ink/ink29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0:23.04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305 141 5673,'0'0'10366,"1"-6"-9287,3-23-141,-4 28-867,0 1 1,-1-1-1,1 0 1,0 0-1,-1 1 0,1-1 1,0 0-1,-1 0 1,1 1-1,-1-1 0,1 1 1,-1-1-1,1 0 1,-1 1-1,0-1 0,1 1 1,-1-1-1,0 1 1,1-1-1,-1 1 1,0 0-1,1-1 0,-1 1 1,0 0-1,0 0 1,0 0-1,1-1 0,-1 1 1,0 0-1,0 0 1,0 0-1,1 0 1,-2 0-1,-31-1 551,30 1-514,-7 0-52,-1 1 0,1 0 0,0 1 0,-1 0 0,1 0 0,0 1 0,0 0 0,0 1 0,1 1 0,-1-1 0,1 1 0,0 1 0,0-1 0,1 2 0,0-1 0,0 1 0,0 0 0,1 1 0,0 0 0,0 0 0,1 0 0,0 1 0,-9 18 0,10-17-45,0 0 1,0 1-1,1-1 0,0 1 0,1 0 1,1 0-1,-1 0 0,2 0 0,0 1 1,0-1-1,1 0 0,0 1 0,3 19 1,-1-28 2,-1 0 0,0 0 0,1-1 0,0 1 0,0 0 0,0-1 0,0 1 0,0-1 0,1 0 0,-1 1 0,1-1 0,4 3 0,39 24 357,-35-23-304,5 4 26,1-1 0,0-1 0,0-1 0,0 0 0,1-1 0,29 6 0,-37-11-63,-1 1 0,1-2 0,0 1 0,-1-2 0,1 1 0,0-1 0,-1 0 1,1-1-1,-1 0 0,0-1 0,1 0 0,-1 0 0,-1-1 0,14-7 1,1-3-17,-1 0 0,0-2 1,-1 0-1,0-2 1,20-22-1,-33 31 27,-1 0-1,-1 0 1,1 0-1,-2-1 1,1 1-1,-1-2 1,-1 1-1,0 0 1,0-1 0,-1 0-1,0 0 1,-1 0-1,0 0 1,0-21-1,-2 14 95,0 5-46,0-1 0,0 1 0,-1-1 0,-1 1 0,-4-14 0,5 23-83,-1-1 1,0 0-1,0 1 1,-1 0-1,1 0 1,-1 0-1,0 0 0,0 0 1,0 0-1,-1 1 1,1-1-1,-1 1 0,0 0 1,0 0-1,0 0 1,0 1-1,-7-4 1,-6 0 30,-1 0 0,0 1 1,0 1-1,0 0 0,0 1 1,-1 1-1,1 1 0,-1 1 1,1 0-1,-37 7 0,19 6 981,24-5-1773,12-8 626,0 0 0,0 0 0,0 1 0,0-1-1,0 0 1,0 0 0,0 1 0,0-1 0,0 0 0,0 0 0,1 0-1,-1 1 1,0-1 0,0 0 0,0 0 0,0 0 0,0 0 0,1 1-1,-1-1 1,0 0 0,0 0 0,0 0 0,1 0 0,-1 0 0,0 0-1,0 0 1,0 0 0,1 0 0,-1 1 0,0-1 0,0 0-1,1 0 1,-1 0 0,0 0 0,0 0 0,0 0 0,1 0 0,-1 0-1,0-1 1,0 1 0,1 0 0,-1 0 0,0 0 0,0 0 0,0 0-1,1 0 1,-1 0 0,0-1 0,13 1-5475</inkml:trace>
</inkml:ink>
</file>

<file path=ppt/ink/ink29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0:24.22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64 1 8706,'0'0'11642,"-6"0"-11226,0 0-416,-1 0-208,-12 0-1112,0 0-2401,12 0-4512</inkml:trace>
</inkml:ink>
</file>

<file path=ppt/ink/ink29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0:54.07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230 49 6945,'-1'-3'422,"0"0"0,0 0 0,0 0 0,-1 0 0,1 0-1,-1 0 1,0 1 0,0-1 0,0 0 0,0 1-1,0 0 1,0-1 0,-1 1 0,1 0 0,-1 0-1,-3-2 1,4 4-221,0-1-1,0 1 1,0-1 0,0 1-1,0-1 1,0 1 0,0 0-1,0 0 1,0 0 0,0 0 0,0 1-1,0-1 1,0 1 0,0-1-1,0 1 1,0-1 0,0 1-1,0 0 1,1 0 0,-1 0-1,0 0 1,0 0 0,1 0-1,-1 1 1,1-1 0,-1 1-1,-1 2 1,-2 2 23,0 0 1,0 1-1,1-1 0,0 1 1,1 0-1,-1 0 1,1 1-1,1-1 0,-1 1 1,1-1-1,1 1 0,-2 15 1,0 12 123,3 57 0,1-58-130,6 354 603,-10-197 177,1-145-882,-68 721 371,62-721-544,6-44-645,0-8-203,-1-13-1142,3 17 1825,-4-50-3654,-3-76-1252</inkml:trace>
</inkml:ink>
</file>

<file path=ppt/ink/ink29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0:54.07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261 356 5081,'20'14'8665,"6"6"-6156,-9-16-2128,0 0-1,0-1 0,0 0 0,1-1 1,20-1-1,-7 0-88,53 1 246,121-13-1,91-26-524,-88 10 18,233-19-21,339-41 51,-512 52 117,174-19 182,3 34 321,-191 25-587,270 2-132,-5-28-107,-352 5 145,401-17 9,-90 49 149,31 1-158,-2-33-10,727-35-845,-733 79 703,-452-23 140,237 19-20,-195-21 43,102-8-1,-178 4 14,-9 1 60,-1 0-1,1-1 0,-1 0 0,1 0 1,0 0-1,6-3 0,-19 7 733,4-2-788,0 0 1,1 0-1,-1 0 1,1 1-1,-1-1 0,1 1 1,0-1-1,0 1 1,0 0-1,-3 2 0,-8 11 111,2 1-1,-1 0 1,2 0-1,0 1 0,-9 23 1,-33 98 363,36-93-417,-38 126 348,7 2-1,-35 248 1,69-334-219,-73 618 921,85-692-1133,-2 7 19,2-20-21,1 0 1,-1 0-1,0 0 0,0 1 1,0-1-1,1 0 0,-1 0 1,0-1-1,0 1 0,1 0 1,-1 0-1,0 0 0,0 0 1,1-1-1,-1 1 0,0 0 1,0-1-1,1 1 0,-1 0 1,0-1-1,1 1 0,-1-1 1,1 1-1,-1-1 1,1 1-1,-2-2 0,-4-2-36,-1 0 0,0 1 0,-1 0 0,1 0-1,-1 0 1,1 1 0,-1 0 0,-13-1 0,-69-2-264,71 4 277,-843 40-993,684-17 805,77-8 190,-169 1 0,-178-53 25,-94-1 6,-288 7 302,504 3-223,-533 19 0,680 9 46,-226-29 1,184 10-119,89 13 209,-1 6 0,-216 27 0,-60 39-59,375-61-163,-346 36 16,232-34 4,-158-14 0,-99-6-40,329 16 5,0 4 0,1 4-1,-98 24 1,128-22 7,-1-2-1,-1-2 1,1-3 0,-1-1 0,-74-4 0,-325-14 20,414 12-12,0 1 0,1 1 0,-57 9 0,93-10-11,5-1-459,0 0 1,0-1 0,-1 0-1,16-7 1,25-15-4179</inkml:trace>
</inkml:ink>
</file>

<file path=ppt/ink/ink29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0:54.07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102 27 4833,'-2'2'2197,"-12"11"1087,14-13-3215,0 0 0,0 0 0,0 0 0,-1 0-1,1 0 1,0 0 0,0 1 0,0-1 0,-1 0 0,1 0 0,0 0 0,0 0 0,0 0 0,0 0 0,0 0 0,-1 1 0,1-1-1,0 0 1,0 0 0,0 0 0,0 0 0,0 0 0,0 1 0,-1-1 0,1 0 0,0 0 0,0 0 0,0 1 0,0-1 0,0 0 0,0 0-1,0 0 1,0 0 0,0 1 0,0-1 0,0 0 0,0 0 0,0 0 0,0 1 0,0-1 0,0 0 0,0 0 0,0 0 0,0 1 0,1-1-1,-1 0 1,0 0 0,0 0 0,0 0 0,0 1 0,0-1 0,0 0 0,1 0 0,-1 0 0,0 0 0,1 0-33,0 0 0,-1 0 0,1 0 1,0 0-1,-1-1 0,1 1 1,0 0-1,0-1 0,-1 1 0,1 0 1,-1-1-1,1 1 0,0-1 0,-1 1 1,1-1-1,-1 1 0,1-1 0,-1 1 1,1-1-1,-1 0 0,1 1 1,-1-1-1,0 0 0,1 1 0,-1-1 1,0 0-1,0 1 0,0-1 0,1 0 1,-1 0-1,0 1 0,0-1 0,0 0 1,0 0-1,0 1 0,0-1 0,-1-1 1,-3-27 4,-20 105 5929,13-20-5026,2 1 1,-1 93-1,15 117-465,1-81-362,-19 127-76,2 69-21,13-355-339,8 33 0,0 2-614,-10-61 598,0 0-1,-1 0 1,1 0 0,0 1-1,0-1 1,-1 0-1,1 0 1,-1 0-1,1 0 1,-1 0-1,1 0 1,-1 0 0,0 0-1,1 0 1,-1 0-1,0 0 1,0 0-1,0 0 1,1-1 0,-1 1-1,0 0 1,0-1-1,0 1 1,0 0-1,-1-1 1,1 1-1,0-1 1,0 0 0,0 1-1,0-1 1,0 0-1,-1 0 1,1 0-1,0 0 1,-2 0-1,-16 3-3876</inkml:trace>
</inkml:ink>
</file>

<file path=ppt/ink/ink29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0:54.07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27 110 7410,'-4'8'7892,"5"-5"-5535,4-7-1045,-3 1-1279,-1-1-1,0 0 1,0 1 0,0-1 0,0 0 0,-1 0 0,0 1-1,0-6 1,1-2-30,10-56 185,-13 67 379,-1 6-188,-4 10 70,-4 32 247,2 0-1,2 0 1,-2 77-1,23 149 539,7-87-906,9 96 178,-24-189-386,-6 94 0,-5-143-320,-12 58 0,8-61-248,-4 61 1,15-84-801,4-50-8852</inkml:trace>
</inkml:ink>
</file>

<file path=ppt/ink/ink29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0:54.08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0 180 6649,'5'-27'6782,"13"-14"-3973,-13 33-2423,-1 0 0,-1 0 0,1-1 1,2-11-1,4-26 1290,-7 33-698,-6 36-58,-5 30-428,3 0-1,3 0 1,1 0 0,3 0 0,16 91 0,-14-117-363,38 215 1037,-30-175-1131,76 444 197,-74-388-551,-4 1 1,-9 158 0,-2-247 139,0-17-477,1-1 0,-2 0-1,-6 30 1,7-43-646,1-6-854,2-7 223,6-37-3645</inkml:trace>
</inkml:ink>
</file>

<file path=ppt/ink/ink29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0:54.08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149 0 5177,'-7'8'2070,"0"-1"0,1 1 0,0 0 1,-9 16-1,10-14-1680,1 1 1,-1 0 0,2 0 0,0 0 0,0 0 0,1 1-1,0-1 1,1 1 0,1-1 0,-1 1 0,3 11 0,-1 93 848,-4 0 0,-22 129 0,1 2-282,10 405-564,17-448-2446,-4-201-745,-3-12-952,-10-26-2316</inkml:trace>
</inkml:ink>
</file>

<file path=ppt/ink/ink29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0:54.08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222 23 2264,'0'-1'430,"0"-1"0,0 1-1,0 0 1,0-1 0,0 1-1,-1-1 1,1 1-1,0 0 1,-1-1 0,1 1-1,-1 0 1,1-1-1,-1 1 1,0 0 0,-1-2-1,-3 5 2873,1 10-545,3-4-1789,1 0 0,1-1 0,-1 1 0,1-1 1,0 1-1,5 13 0,1 16 243,-3 7-448,-2 0 0,-6 67 0,-20 89 198,17-155-674,-45 394 539,34 3-176,24-319-373,22 124-1,-27-235-231,0-1 0,-1 0 0,-1 1 0,-2 15 0,1-18-38,1-1 0,0 1 0,1-1-1,0 1 1,0-1 0,1 1 0,0-1 0,3 14 0,-41-56-4414,1 3-1763,-47-26-3641</inkml:trace>
</inkml:ink>
</file>

<file path=ppt/ink/ink29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0:54.08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45 5361,'-1'-9'2899,"1"-14"647,0 22-3292,0 1 1,0-1-1,0 1 1,0-1-1,0 1 1,0-1-1,0 1 1,0-1-1,1 1 1,-1-1-1,0 1 1,0-1-1,0 1 1,0 0-1,1-1 1,-1 1-1,0-1 1,0 1-1,1 0 1,-1-1-1,0 1 1,1 0-1,-1-1 1,0 1-1,1 0 1,-1-1-1,1 1 1,-1 0-1,1 0 1,-1 0-1,1-1 1,0 1 374,8 39 3094,-1-10-3017,-6-11-558,-1 0 0,-1 0-1,-3 31 1,0 11-110,2-60-91,1 0 0,0 1 0,0-1 0,0 0-1,0 0 1,0 0 0,0 0 0,0 0-1,0 1 1,0-1 0,0 0 0,0 0-1,0 0 1,0 0 0,0 1 0,0-1-1,0 0 1,0 0 0,0 0 0,0 0-1,0 1 1,1-1 0,-1 0 0,0 0 0,0 0-1,0 0 1,0 0 0,0 1 0,0-1-1,0 0 1,1 0 0,-1 0 0,0 0-1,0 0 1,0 0 0,0 0 0,0 0-1,1 1 1,-1-1 0,0 0 0,0 0-1,0 0 1,0 0 0,1 0 0,-1 0 0,0 0-1,0 0 1,0 0 0,0 0 0,1 0-1,-1 0 1,13-10-3921,18-24-1726</inkml:trace>
</inkml:ink>
</file>

<file path=ppt/ink/ink29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0:54.08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313 94 4505,'0'0'12276,"1"-6"-11509,4-65 2435,-5 70-3183,0 0-1,-1 0 1,1 0 0,-1 0 0,1 0 0,-1 1-1,1-1 1,-1 0 0,0 0 0,0 1 0,1-1 0,-1 0-1,0 1 1,0-1 0,1 1 0,-1-1 0,0 1-1,0-1 1,0 1 0,0 0 0,0-1 0,0 1 0,0 0-1,0 0 1,0 0 0,0-1 0,0 1 0,0 0-1,-1 1 1,-38-3-32,33 3 43,-5-2-32,1 2 0,0-1 0,0 2 0,0-1 1,0 2-1,0-1 0,0 2 0,0-1 0,1 1 0,-1 1 0,1 0 0,0 0 0,1 1 0,-1 1 0,1-1 0,1 1 0,-1 1 0,1 0 0,-8 9 1,11-8-4,0 0 0,0 0 1,1 0-1,0 0 0,1 1 1,0 0-1,0-1 0,1 1 1,0 0-1,1 0 1,0 0-1,1 1 0,0-1 1,1 0-1,0 0 0,0 0 1,1 0-1,0 0 0,1 0 1,5 12-1,-6-18 6,0 0 0,0 0-1,1 0 1,0 0-1,0-1 1,0 1 0,0-1-1,0 1 1,1-1 0,-1 0-1,1 0 1,0-1 0,0 1-1,0-1 1,0 0 0,0 0-1,9 2 1,-2-1 21,1-1 0,0-1-1,1 0 1,-1 0 0,21-3 0,-27 2-14,0-1-1,0-1 1,0 1 0,-1-1 0,1 0-1,0-1 1,-1 1 0,0-1 0,0 0 0,0 0-1,0-1 1,0 1 0,0-1 0,-1 0-1,0-1 1,0 1 0,0-1 0,0 0-1,3-6 1,5-9 12,-1 0-1,-1 0 1,14-38-1,-19 43 85,0-1 0,-1 1 0,0-1 0,-1 0 0,1-30 0,-4 45 778,-7 27-17,2-13-593,1-5-192,1-1 0,0 0 1,1 1-1,0 0 0,0-1 0,0 1 0,1 0 0,0 0 0,1 0 1,0 0-1,0 0 0,2 13 0,0-19-71,0 0 0,0 0 0,-1 0 0,2 0 0,-1 0 0,0 0 0,0-1 0,0 1 0,1-1 0,-1 1 0,1-1 0,-1 0 0,1 0 0,-1 0 0,1-1 0,0 1 0,0 0 0,-1-1 0,4 1-1,58 4 136,-58-5-142,181 1-6037,-108-1 1595,-56 0-4209</inkml:trace>
</inkml:ink>
</file>

<file path=ppt/ink/ink29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0:54.08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6 7618,'0'0'9359,"4"-3"-8580,-4 3-734,1-1 0,-1 1 0,1 0 0,-1 0 0,0 0 0,1-1 0,-1 1-1,1 0 1,-1 0 0,1 0 0,-1 0 0,1 0 0,-1 0 0,1 0 0,-1 0 0,1 0 0,-1 0 0,1 0 0,-1 0 0,1 0 0,-1 0 0,1 0 0,-1 1 0,0-1 0,1 0 0,-1 0 0,1 1 0,-1-1 0,0 0 0,1 0 0,-1 1 0,1-1 0,-1 0-1,0 1 1,1-1 0,-1 1 0,0-1 0,0 0 0,1 1 0,-1-1 0,0 1 0,0-1 0,0 1 0,9 36 1567,-7 64 451,-2-78-1759,0 398 931,0-408-1203,2-1-1,0 0 1,0 0-1,5 14 1,-4-15-537,0 1 0,-1-1 0,0 1 0,0 13 0,-2-65-9749,0 6 3768</inkml:trace>
</inkml:ink>
</file>

<file path=ppt/ink/ink29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0:54.08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142 282 4641,'0'0'9449,"23"-18"-8985,78-58 19,-92 69-403,1 1 1,0 0-1,0 0 1,1 1-1,-1 1 1,1-1-1,0 2 1,0-1 0,1 2-1,12-3 1,13-2 163,588-114 1487,-622 121-1697,21-4 539,1 2 1,46 1-1,-68 2-478,-1 0 0,0 1 0,0-1 0,0 0 0,0 1 0,0-1 0,0 1 0,0 0 0,-1 0 0,1 0 0,0 0 0,-1 0 0,0 0 0,1 0 0,-1 0 0,0 1 0,0-1 0,0 0 0,-1 1 0,2 3 0,14 54 1079,-15-57-1165,14 99 598,-5 1 1,-3 0-1,-10 125 0,1-70-533,15-74-15,-13-83 329,-39-10-125,4-1-294,-45 2-46,-151 5 1,126 4 39,-80 4 37,0 8 0,-190 39 0,341-48-2,33-4-20,40 0-281,0-3-132,-35 2-56,1 0-1,-1 0 1,0 0 0,1-1-1,-1 0 1,0 0-1,0 0 1,0 0 0,0-1-1,4-3 1,11-10-3126,1-3-3259</inkml:trace>
</inkml:ink>
</file>

<file path=ppt/ink/ink29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0:54.08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1348 9330,'0'0'6949,"12"0"-6788,15-1-213,42 1 620,-1 2 0,78 13 0,-84-7-384,-47-7-49,0 0 0,-1 2-1,1-1 1,0 2 0,-1 0-1,1 0 1,25 13-1,-32-11-10,1-2 0,-1 1 0,1-1 0,0-1 0,0 0 0,1 0-1,-1 0 1,0-1 0,15 1 0,-20-3-97,1 0 0,0-1 0,0 1 1,-1-1-1,1 0 0,0 0 0,-1 0 0,1-1 0,-1 0 0,1 0 1,-1 0-1,0 0 0,0 0 0,0-1 0,0 0 0,0 0 0,-1 0 0,1 0 1,-1-1-1,6-7 0,36-45 92,-3-3-1,-3-1 1,60-122 0,-33 5 219,-58 150-169,-1-1 0,-2 1 0,-1-1 0,2-47 0,-6 57-96,0-8 41,0-1 0,-7-38 0,5 56-98,0 0 1,-1 0 0,0 0 0,-1 0-1,1 0 1,-2 1 0,1-1-1,-1 1 1,-1 0 0,-8-10-1,7 9-17,-1 0 0,0 1 0,-1 0 0,1 0 0,-2 1 0,1 0-1,-1 1 1,0 0 0,0 0 0,-1 1 0,1 0 0,-1 1 0,0 1-1,0-1 1,-1 2 0,1-1 0,-1 2 0,1 0 0,-18 0 0,10 3-72,19 3-92,34 4 137,38-3 85,85-5 1,-78-2-43,51-6-56,178-32 0,-174 18-7,-41 9 21,174-25-234,291-77 0,-541 109 317,0 0 0,1 1 1,0 2-1,24-2 0,239 4 1803,-280 0-1515,32-12 610,-8 4-773,0 1 1,0 2-1,0 1 0,27-2 1,-51 6 98,0-7-8669,-2-9 6965,1 14 385,0-18-3344,0 1-747</inkml:trace>
</inkml:ink>
</file>

<file path=ppt/ink/ink29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0:54.08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199 1 2801,'0'0'12460,"-40"0"-6883,38 6-5307,-1 0 0,1 0 0,0 0 0,1 0 0,-1 0 0,1 0 0,0 0 0,0 11 0,1-14-194,0 1 0,-1-1 0,1 1 0,1 0-1,-1-1 1,0 1 0,1-1 0,0 1 0,0-1 0,0 0-1,0 1 1,1-1 0,-1 0 0,1 0 0,0 0-1,4 6 1,0-3 2,1-1-1,0 1 1,0-1 0,0-1-1,1 1 1,0-1-1,-1-1 1,2 0-1,-1 0 1,0 0 0,10 1-1,-18 45 1066,-4-38-1130,-1-1 0,0 0 0,-1 1 0,0-2 0,-1 1 0,0-1 0,0 0 0,-1 0 0,-11 9 0,-6 9 17,4-4-262,-1-1 0,-33 27-1,9-14-5923,27-22-1891</inkml:trace>
</inkml:ink>
</file>

<file path=ppt/ink/ink29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0:54.08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181 107 4017,'0'0'14310,"19"-20"-12749,-14 13-1253,-3 4-109,0 0 0,-1 0 0,1 0 0,-1 0 0,1 0 0,-1 0 1,0 0-1,0 0 0,-1 0 0,2-7 0,-2 10 160,-15 0 218,5 1-547,0 0 0,0 1 0,0 0-1,0 1 1,0 0 0,1 0 0,0 1 0,-1 1-1,1-1 1,1 1 0,-1 1 0,-9 8 0,12-10-15,0 0 1,1 1 0,0 0 0,-1 0 0,2 0 0,-1 1 0,1 0 0,0-1 0,0 1 0,0 1 0,1-1-1,0 1 1,0-1 0,1 1 0,0 0 0,0 0 0,1 0 0,-2 8 0,3-13-6,0 1-1,0-1 1,-1 1 0,2-1-1,-1 1 1,0-1 0,0 0 0,1 1-1,-1-1 1,1 0 0,0 1 0,0-1-1,0 0 1,0 0 0,0 1 0,0-1-1,0 0 1,1 0 0,-1 0 0,3 2-1,1-2 12,-1 0 0,1-1-1,0 1 1,0-1-1,-1 0 1,1 0 0,0-1-1,0 1 1,8-1 0,3 0-1,1 1 1,-1-2 0,0 0 0,0-1-1,0-1 1,0 0 0,0-1 0,18-8 0,-27 9-15,0 0 0,-1 0 0,1-1 0,-1 0 1,0-1-1,0 1 0,-1-1 0,1 0 0,-1 0 1,0-1-1,0 0 0,-1 0 0,0 0 0,0 0 1,0-1-1,-1 1 0,1-1 0,-2 0 1,1 0-1,1-10 0,-2 6 4,-1 1 0,0-1-1,-1 0 1,-1-15 0,0-1-26,1 25 14,0 1 0,0 0 0,0 0 0,-1-1 0,1 1 0,0 0 0,-1-1 0,0 1 0,1 0-1,-1 0 1,0 0 0,1 0 0,-1 0 0,0 0 0,0 0 0,0 0 0,0 0 0,0 0 0,0 0 0,0 0-1,0 1 1,0-1 0,0 0 0,-1 1 0,1-1 0,0 1 0,0-1 0,-1 1 0,1 0 0,0 0 0,0-1-1,-3 1 1,-51-1-4503,38 1-1530,4 0-6769</inkml:trace>
</inkml:ink>
</file>

<file path=ppt/ink/ink29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0:54.09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6953,'0'0'12610,"27"0"-11863,214 0 330,-139 0-838,-102 0-240,1 0 1,-1-1-1,1 1 1,-1 0-1,1 0 1,-1 0-1,1 0 0,0 0 1,-1 0-1,1 1 1,-1-1-1,1 0 1,-1 0-1,1 0 0,-1 0 1,1 1-1,-1-1 1,1 0-1,-1 0 1,1 1-1,-1-1 0,1 0 1,-1 1-1,0-1 1,1 1-1,-1-1 1,1 0-1,-1 1 1,0-1-1,0 1 0,1-1 1,-1 1-1,0-1 1,0 1-1,1-1 1,-1 1-1,0 0 0,0-1 1,0 1-1,0-1 1,0 1-1,0-1 1,0 1-1,0-1 0,0 1 1,0 0-1,0-1 1,0 1-1,-1-1 1,1 1-1,0-1 1,0 1-1,0-1 0,-1 1 1,-21 29 167,-41 20 303,48-40-361,1 0 1,-1 2 0,2 0 0,0 0 0,0 1 0,1 1 0,1 0 0,-13 20 0,22-32-98,1 0 1,0 1-1,0-1 1,0 0-1,0 0 1,0 1-1,1-1 1,-1 0-1,1 1 1,0-1-1,-1 0 0,1 1 1,0-1-1,1 4 1,-1-5-3,0 0 0,1 0 0,-1 0 0,1 1 0,0-1 0,-1 0 0,1 0 0,0 0 0,-1-1 0,1 1 0,0 0 0,0 0 0,0 0 0,0-1 0,0 1 0,0 0 0,0-1 0,0 1 0,0-1 0,2 2 0,6 0 29,0-1 1,0 1-1,0-1 0,-1-1 1,1 0-1,11-1 1,0 1-45,5-1-57,0-2 0,0 0 0,0-2 0,0 0 0,28-11 0,61-26-3393,-77 28 950,11-6-4162</inkml:trace>
</inkml:ink>
</file>

<file path=ppt/ink/ink29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0:54.09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17 8306,'0'0'9527,"15"-3"-9285,59-5 392,81 3 1,-153 5-622,0 0 0,0 1-1,0-1 1,1 0 0,-1 1-1,0 0 1,0 0 0,0 0-1,0 0 1,0 0 0,0 0-1,0 0 1,0 0 0,-1 1-1,1-1 1,0 1 0,-1-1 0,1 1-1,-1 0 1,0 0 0,3 3-1,-4-4 18,1 0 0,0 1 0,-1-1-1,1 0 1,-1 1 0,0-1 0,1 1 0,-1-1-1,0 1 1,0-1 0,0 1 0,0-1-1,0 1 1,0-1 0,0 1 0,-1-1 0,1 0-1,0 1 1,-1-1 0,1 1 0,-1-1 0,1 0-1,-1 1 1,0-1 0,0 0 0,0 0-1,0 0 1,1 1 0,-2-1 0,1 0 0,0 0-1,0 0 1,0-1 0,-2 3 0,-13 5 219,-26 15 53,41-23-305,0 1 0,0-1 0,0 1 0,0 0-1,0 0 1,0-1 0,0 1 0,0 0 0,0 0 0,1 0 0,-1 0 0,0 0 0,0 0 0,1 0-1,-1 0 1,1 0 0,-1 0 0,1 0 0,-1 1 0,1-1 0,0 0 0,0 0 0,0 0 0,-1 1 0,1-1-1,0 0 1,0 0 0,1 2 0,0-1-27,0-1 0,1 0-1,-1 1 1,1-1 0,-1 0-1,1 1 1,-1-1 0,1 0-1,0 0 1,0-1 0,-1 1-1,1 0 1,0 0 0,4 0 0,37 9-367,-27-6 195,-3-1 30,-6-2 97,0 1 0,1 0 0,-1 0 0,-1 1 0,9 4 0,-14-7 72,0 1 1,-1-1 0,1 1-1,0-1 1,0 1-1,-1 0 1,1-1-1,0 1 1,-1 0 0,1 0-1,-1-1 1,1 1-1,-1 0 1,1 0 0,-1 0-1,0 0 1,1-1-1,-1 1 1,0 0-1,0 0 1,0 0 0,1 0-1,-1 0 1,0 0-1,0 0 1,0 0 0,-1 0-1,1 0 1,0 0-1,0 0 1,0-1 0,-1 1-1,1 0 1,0 0-1,-1 0 1,1 0-1,-1 0 1,1-1 0,-1 1-1,1 0 1,-1-1-1,0 1 1,1 0 0,-1-1-1,0 1 1,0 0-1,1-1 1,-3 1-1,-6 7 201,-1 0-1,-1-1 0,0 0 0,0-1 0,0 0 0,-23 8 0,-77 20 215,102-32-1260,0-1-3720</inkml:trace>
</inkml:ink>
</file>

<file path=ppt/ink/ink29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0:54.09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77 0 4657,'0'0'11680,"3"0"-11182,0 0 1,-1 0-1,1 1 1,-1-1-1,1 0 1,-1 1 0,1 0-1,-1 0 1,1-1-1,3 4 1,-6 5-23,1-5-362,0 0-1,-1 0 0,0 0 0,0 0 0,-1 0 0,1 0 0,-1 0 1,1 0-1,-1 0 0,-1 0 0,1 0 0,0 0 0,-1 0 0,0-1 0,0 1 1,0-1-1,0 1 0,-1-1 0,1 0 0,-4 4 0,-11 6 87,-27 27 89,42-37-285,0 0 0,-1 0 0,1 0-1,1 0 1,-1 0 0,0 0 0,1 0 0,-1 1 0,1-1 0,0 0 0,0 1-1,1-1 1,-1 1 0,0 4 0,2-7-2,-1 0 0,0-1-1,1 1 1,-1 0 0,1-1-1,-1 1 1,1 0 0,-1-1 0,1 1-1,-1-1 1,1 1 0,0-1-1,-1 1 1,1-1 0,0 1 0,-1-1-1,1 0 1,0 1 0,0-1-1,-1 0 1,1 0 0,0 1 0,0-1-1,-1 0 1,1 0 0,0 0-1,0 0 1,0 0 0,0 0-1,36 1 66,-27-2-50,46 2 6,-28 1-12,0-1 1,0-2 0,0-1 0,0-1 0,-1-1-1,49-15 1,-42 0-534,-27 4-3041,-7 14 3107,-1 0 0,1 0 1,0 0-1,-1-1 0,1 1 1,0 0-1,-1 0 0,1 0 0,-1 0 1,0 0-1,1 1 0,-1-1 1,0 0-1,1 0 0,-1 0 1,0 0-1,-1 0 0,-15-11-7803</inkml:trace>
</inkml:ink>
</file>

<file path=ppt/ink/ink29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0:54.09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39 1 9882,'0'0'13475,"-39"186"-13283,39-161-96,0 1-96,13 0-168,0-7-936,12-3-1505,-5-6-2352,-7-7-2825</inkml:trace>
</inkml:ink>
</file>

<file path=ppt/ink/ink29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0:54.09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97 46 5857,'0'0'7783,"5"-8"-6689,16-22 53,-15 23 2315,-19 10-1448,-2 9-1469,0 2 1,1-1 0,1 2-1,-20 27 1,32-40-539,-1 0 0,1 0 0,-1 0-1,1 0 1,0 0 0,0 0 0,0 0 0,0 0 0,0 0-1,1 0 1,-1 1 0,1-1 0,-1 0 0,1 1-1,0-1 1,0 0 0,0 1 0,0-1 0,0 0 0,1 1-1,-1-1 1,2 4 0,0-3-3,-1-1-1,1 0 1,0 0-1,0 0 1,0 0-1,0 0 1,0-1-1,1 1 1,-1 0-1,0-1 1,1 0-1,-1 1 1,1-1-1,0 0 1,-1-1-1,4 2 1,14 2-108,-1-1 0,1 0 0,0-2 0,23-1 0,-37 0 10,22 5-151,-28-5 247,0 0 0,1 0 0,-1 1 0,0-1 1,1 0-1,-1 1 0,0-1 0,0 0 0,1 0 0,-1 1 0,0-1 0,0 0 0,1 1 0,-1-1 0,0 1 0,0-1 0,0 0 0,0 1 0,0-1 0,1 1 0,-1-1 1,0 0-1,0 1 0,0-1 0,0 1 0,0-1 0,0 0 0,0 1 0,-1-1 0,1 1 0,0-1 0,0 1 0,-2 3 50,-1-1 0,1 1 0,-1 0 0,1-1 0,-1 0 0,-1 1 0,1-1 0,-5 3-1,3-1-93,-2 0-1,1-1 1,0 0-1,-1 0 1,0-1-1,0 1 1,0-2-1,0 1 1,0-1-1,-1 0 1,1 0-1,-11 1 1,-18-2-3308,-1-3-3963,23-1 1119</inkml:trace>
</inkml:ink>
</file>

<file path=ppt/ink/ink29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0:54.09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9354,'0'0'13232,"11"7"-12449,0 0-635,1-1 0,0-1 0,-1 0-1,2 0 1,-1-1 0,0-1 0,23 3 0,-5-4-100,-19-2-202,0 1 0,0-1 1,0 2-1,0 0 0,17 5 0,-27-5-812</inkml:trace>
</inkml:ink>
</file>

<file path=ppt/ink/ink29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0:54.09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111 46 3241,'0'0'5561,"9"-2"111,33-9-4779,-17-1-758,-17 9 351,-1-1 0,1 1 0,-1 1 1,1-1-1,0 1 0,10-1 0,-17 3 579,-16 5-447,-8 10-510,1 0-1,0 2 0,1 0 0,1 2 1,1 0-1,-29 37 0,40-44-103,0 0 0,1 1 0,1 0 0,0 0 0,0 0 0,2 1 0,-1-1 0,2 1 0,0 0 0,1 1 0,0-1 0,1 0 0,0 1 0,1-1 0,3 20 0,-2-31 3,0 0 1,1 0-1,-1-1 0,1 1 0,-1 0 0,1-1 0,0 1 1,0-1-1,0 0 0,0 1 0,0-1 0,1 0 1,-1 0-1,1-1 0,-1 1 0,1 0 0,0-1 0,-1 0 1,1 1-1,0-1 0,0 0 0,0-1 0,0 1 1,0 0-1,0-1 0,0 0 0,5 0 0,11 2 65,0-1 0,38-4 0,-56 3-71,2-1 10,-1 1 1,1-1-1,-1 0 1,1-1-1,-1 1 1,0 0 0,1-1-1,-1 1 1,0-1-1,0 0 1,0 0-1,0 1 1,0-1-1,0-1 1,-1 1 0,1 0-1,-1 0 1,1-1-1,-1 1 1,0-1-1,0 1 1,0-1-1,0 1 1,-1-1 0,1 1-1,0-5 1,1-2 67,-1 1 0,1-1 0,-2 0 0,1 0 1,-1 0-1,-1 0 0,-1-11 0,1 17-63,1 1 0,-2 0 0,1 0 0,0-1 0,0 1 0,-1 0 0,1 0 1,-1 0-1,1 0 0,-1 0 0,0 1 0,0-1 0,0 1 0,0-1 0,0 1 0,0-1 0,0 1 0,0 0 0,-1 0 0,1 0 0,0 0 0,-1 1 0,1-1 0,-1 1 0,-2-1 0,-10-1 27,0 0-1,-29 1 0,36 1-46,7-14-3692,1 5-439</inkml:trace>
</inkml:ink>
</file>

<file path=ppt/ink/ink29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0:54.09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21 1112,'0'0'4077,"3"4"-4546,8 6 10844,-5-8-9144,880-34-825,-631 28-360,-152 5 306,-82-2 47,-17 1-271,1 0 0,-1-1 0,0 2 1,1-1-1,-1 0 0,0 1 0,0 0 0,1 0 0,-1 0 0,0 0 1,6 4-1,5 0 387,-14-5-441,0 0 0,0 1-1,0-1 1,0 0 0,-1 0 0,1 1-1,0-1 1,0 1 0,0-1 0,-1 1-1,1-1 1,0 1 0,-1-1 0,1 1 0,0-1-1,-1 1 1,1 0 0,-1-1 0,1 1-1,-1 0 1,1 0 0,-1-1 0,0 1-1,1 0 1,-1 0 0,0 0 0,1 0-1,-1-1 1,0 1 0,0 0 0,0 0-1,0 0 1,0 0 0,0 0 0,0 0-1,0-1 1,0 1 0,-1 0 0,1 0-1,-1 1 1,1 17 52,-2-1-1,-1 0 0,0 0 1,-1 0-1,-1 0 0,0-1 1,-1 1-1,-11 18 0,-7 20-90,8-22 54,1 2-1,2 0 0,-15 61 0,14-28-53,-5 39-4,5 45 313,-47 207 0,17-134-111,28-135-178,-3 24-23,14-70 3,5-44 43</inkml:trace>
</inkml:ink>
</file>

<file path=ppt/ink/ink29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0:54.09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1 123 4809,'0'0'6914,"4"-3"-6232,8-3-214,0 0-1,1 1 0,0 0 0,0 1 1,0 0-1,0 1 0,0 1 1,17-2-1,125 0-613,-72 4 611,233-18 129,108-2 431,-357 22-725,-40 0-71,0-2-1,1 0 0,-1-2 1,35-6-1,-44 0 1627,-21 1-1906,-29-2-4798,25 7 2789,-19-4-6161</inkml:trace>
</inkml:ink>
</file>

<file path=ppt/ink/ink29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0:54.10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 29 6305,'0'0'11429,"-8"2"-10780,5-1-519,5-1 638,16-1-577,0-1-1,0-1 1,24-7-1,-27 6-165,1 0-1,0 1 1,0 1 0,0 0-1,28 2 1,-42 0-23,0 0 1,0 1-1,-1-1 1,1 1-1,0-1 0,-1 1 1,1 0-1,0 0 1,-1 0-1,1 0 1,-1 0-1,1 0 0,-1 0 1,0 0-1,1 1 1,-1-1-1,0 0 0,0 1 1,0-1-1,0 1 1,0 0-1,0-1 1,-1 1-1,1-1 0,0 1 1,-1 0-1,1 0 1,-1 2-1,2 6 34,-1 0-1,0 0 1,-1 20-1,0-17 68,0-9-60,-1 0 1,1 0-1,-1 0 1,0 1-1,0-1 1,-1 0-1,1 0 1,-1-1-1,0 1 1,0 0-1,0 0 1,0-1-1,-1 1 1,1-1-1,-5 5 1,-6 4 132,-1 0 0,-22 15 0,-13 12 41,48-38-219,1-1-1,0 0 0,-1 0 1,1 0-1,0 1 1,-1-1-1,1 0 0,0 0 1,0 1-1,-1-1 0,1 0 1,0 1-1,0-1 0,0 0 1,-1 1-1,1-1 1,0 0-1,0 1 0,0-1 1,0 1-1,0-1 0,0 0 1,0 1-1,0-1 0,0 0 1,0 1-1,0-1 1,0 1-1,0-1 0,0 0 1,0 1-1,0-1 0,0 0 1,0 1-1,0-1 1,1 1-1,-1-1 0,0 0 1,0 1-1,0-1 0,1 0 1,-1 0-1,0 1 0,0-1 1,1 0-1,-1 0 1,0 1-1,1-1 0,-1 0 1,0 0-1,1 1 0,-1-1 1,0 0-1,1 0 0,-1 0 1,1 0-1,-1 0 1,0 0-1,1 0 0,-1 0 1,0 0-1,1 0 0,-1 0 1,1 0-1,38 3 67,-23-2-75,9 2 1,1 1-1,-1 2 1,29 10 0,-41-12 6,0 1 0,0 1 0,-1 0 0,0 0 1,0 1-1,-1 1 0,20 16 0,-30-23 3,1 1 0,0 0 0,-1 0 0,1-1 0,-1 1 0,0 0 0,0 0 1,1 0-1,-1 0 0,-1 1 0,1-1 0,0 0 0,0 0 0,-1 1 0,1-1 0,-1 0 1,0 1-1,0-1 0,0 0 0,0 1 0,0-1 0,0 0 0,-1 1 0,1-1 1,-1 0-1,1 0 0,-1 1 0,0-1 0,0 0 0,0 0 0,0 0 0,0 0 0,-1 0 1,1 0-1,-1 0 0,1-1 0,-3 3 0,-5 5 52,0-1 1,-1 0-1,0 0 1,-1-1-1,-17 10 0,-83 29 1665,73-33-4675,27-9-6411,31-9 3865</inkml:trace>
</inkml:ink>
</file>

<file path=ppt/ink/ink29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0:54.10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 1 6649,'0'0'10964,"0"11"-4986,-6 42-5460,1-30-405,2-1-1,1 1 1,0 0 0,2-1-1,3 36 1,-1 9 205,-2 119 360,0-160-9141,0-30 2411</inkml:trace>
</inkml:ink>
</file>

<file path=ppt/ink/ink29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0:54.10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630 1 3505,'0'0'9562,"9"0"-8349,40 0 7112,-76 13-6989,-136 90 1570,-44 30-1532,186-116-1194,1 1 0,0 1 1,1 1-1,-27 37 1,30-36-64,-46 63 327,2-8-275,56-69-147,0 1-1,0 0 1,1-1 0,0 1 0,1 0-1,-4 17 1,6-4-16,0-8 7,0 0 0,0 1 0,5 20 0,-4-29-12,0-1 0,1 1 0,-1-1 0,1 0 1,0 0-1,0 0 0,1 0 0,-1 0 0,1-1 0,0 1 0,0-1 0,0 1 1,0-1-1,6 4 0,-2-3 7,0 0 1,0-1 0,0 0-1,0 0 1,0-1 0,1 0-1,-1 0 1,1 0 0,0-1-1,14 0 1,4-1 4,50-5 0,-74 4-7,0 0 0,1 1 0,-1-1 0,0 0 0,0 0 0,0 0 0,0-1 0,-1 1 0,1-1 0,0 1 0,0-1-1,-1 1 1,1-1 0,-1 0 0,0 0 0,1 1 0,-1-1 0,0 0 0,0 0 0,0 0 0,0-1 0,0 1 0,-1 0 0,1-3 0,2-3 23,-1 0 0,-1-1 0,1 1 0,-1-16 0,-1 13-15,1 8-6,-1 0 0,0 1 0,1-1 0,-1 0 0,-1 1 0,1-1 0,0 0-1,-1 1 1,1-1 0,-1 1 0,0-1 0,0 0 0,-1-2 0,-14-16 39,14 18-39,0 0 0,0 0-1,0 0 1,-1 0 0,1 1-1,-1-1 1,1 1 0,-1-1-1,-5-2 1,-15-8 31,19 10-37,-1 0 0,1 0 0,-1 1-1,1 0 1,-1 0 0,0 0 0,0 1 0,0-1 0,0 1 0,0 0 0,0 1 0,-6-1 0,-5 0 51,-9 1 114,26 0-166,-1 0 1,0 0 0,0 0-1,0 0 1,0 0 0,0 1-1,0-1 1,0 0-1,0 0 1,0 0 0,0 0-1,0 0 1,0 1 0,0-1-1,0 0 1,0 0-1,0 0 1,0 0 0,0 0-1,0 1 1,0-1-1,0 0 1,0 0 0,0 0-1,0 0 1,0 0 0,0 1-1,-1-1 1,1 0-1,0 0 1,0 0 0,0 0-1,0 0 1,0 0 0,0 0-1,0 1 1,-1-1-1,1 0 1,0 0 0,0 0-1,0 0 1,0 0 0,0 0-1,0 0 1,-1 0-1,1 0 1,0 0 0,0 0-1,0 0 1,0 0-1,-1 0 1,1 0 0,0 0-1,0 0 1,0 0 0,0 0-1,0 0 1,-1 0-1,1 0 1,0 0 0,43 32-2063,59 41-8917,-80-57 3932</inkml:trace>
</inkml:ink>
</file>

<file path=ppt/ink/ink29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0:54.10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254 73 1632,'0'0'9778,"8"0"-9300,-3-1-141,1 1 0,-1-1 0,1 0 1,-1 0-1,1-1 0,-1 1 0,0-1 1,0-1-1,0 1 0,0-1 0,0 1 0,0-1 1,-1-1-1,1 1 0,-1-1 0,0 0 0,0 1 1,0-2-1,3-4 0,-6 8-267,-1 1 0,0-1-1,0 1 1,0-1 0,0 1 0,0-1-1,0 0 1,0 1 0,0-1 0,0 1 0,0-1-1,0 1 1,0-1 0,0 1 0,0-1 0,0 1-1,0-1 1,-1 1 0,1-1 0,0 1-1,0-1 1,-1 1 0,1-1 0,0 1 0,-1-1-1,1 1 1,0-1 0,-1 1 0,1 0-1,-1-1 1,1 1 0,-1 0 0,1 0 0,-1-1-1,1 1 1,-1 0 0,1 0 0,-1-1 0,1 1-1,-1 0 1,1 0 0,-1 0 0,1 0-1,-1 0 1,1 0 0,-1 0 0,1 0 0,-1 0-1,0 0 1,1 0 0,-1 1 0,-39 0-262,32-1 450,-3 2-186,0 0-1,1 0 0,-1 1 0,1 1 0,-1 0 0,1 0 1,0 1-1,0 0 0,1 1 0,0 0 0,0 0 0,0 1 1,-8 9-1,-2 1-10,1 2 0,1 0 0,1 1 0,-22 35 0,31-42-49,1 0 0,1 0 0,0 0 0,0 1 0,2 0 0,0 0 1,-3 28-1,4-11 60,1 0 1,5 50 0,-2-73-44,-1-1 0,1 0 1,1 0-1,-1 0 0,1 0 1,0-1-1,1 1 0,0-1 1,0 0-1,0 0 1,1 0-1,-1-1 0,2 1 1,-1-1-1,0 0 0,1 0 1,0-1-1,0 0 0,0 0 1,1 0-1,-1-1 0,1 0 1,0 0-1,0-1 0,0 0 1,0 0-1,0-1 0,1 1 1,8-1-1,-16-1-25,13 1 83,0-1-1,1 0 1,-1-1 0,0 0-1,0-1 1,0 0 0,0-1-1,0-1 1,-1 0 0,0-1 0,13-6-1,-13 5-6,0-1 0,-1 0-1,0-1 1,0 0-1,-1 0 1,0-1 0,-1-1-1,0 0 1,0 0 0,-1-1-1,0 1 1,-1-2 0,0 1-1,6-16 1,0-5 98,9-21-33,14-57 1,-32 93-76,0 0 1,-1 0-1,-1 0 1,0 0-1,-1 0 0,-1 0 1,-5-34-1,4 48-49,0 0-1,-1 0 1,1 0-1,-1 0 1,1 0 0,-1 1-1,0-1 1,0 1-1,-1-1 1,1 1-1,0 0 1,-1 0-1,1 0 1,-1 0-1,0 0 1,0 1 0,0-1-1,1 1 1,-1 0-1,-1 0 1,1 0-1,0 0 1,0 0-1,-5 0 1,-8-2 80,-1 0 1,0 2-1,-22-1 0,-25 2-408,74 5-5705,1 0 3845,13 2-3534</inkml:trace>
</inkml:ink>
</file>

<file path=ppt/ink/ink29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0:54.10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263 3 2817,'0'0'16198,"0"-1"-16135,1 1 0,-1 0 0,0 0 1,0 0-1,0-1 0,1 1 0,-1 0 0,0 0 1,0 0-1,1 0 0,-1 0 0,0-1 0,1 1 1,-1 0-1,0 0 0,0 0 0,1 0 0,-1 0 1,0 0-1,1 0 0,-1 0 0,0 0 1,0 0-1,1 0 0,-1 0 0,0 0 0,0 0 1,1 0-1,-1 1 0,0-1 0,1 0 0,-1 0 1,0 0-1,0 0 0,1 0 0,-1 1 0,0-1 1,0 0-1,0 0 0,1 0 0,-1 1 1,0-1-1,0 0 0,0 0 0,0 1 0,0-1 1,1 0-1,-1 0 0,0 1 0,0-1 0,0 0 1,0 1-1,-5 15 360,-1 0 0,-1 0 0,0 0 0,-1-1 1,-20 27-1,-5 13 104,-13 19 27,30-50-387,2 0 0,-19 40 0,33-64-152,0 0 0,0 1 0,0-1 0,0 0 0,0 0 0,0 1 0,0-1 0,0 0 0,0 1 0,0-1 0,0 0 0,0 0 0,0 1 0,0-1 0,0 0 0,0 0 0,0 1 0,0-1 0,1 0 0,-1 0 0,0 1 0,0-1 0,0 0 0,0 0 0,1 0 0,-1 1 0,0-1 1,0 0-1,1 0 0,-1 0 0,0 0 0,0 0 0,1 1 0,-1-1 0,0 0 0,0 0 0,1 0 0,-1 0 0,0 0 0,0 0 0,1 0 0,21 2 119,19-6-123,8-2-39,76 0 1,-123 6 20,1 0 0,0 0 0,0 1 0,0-1 1,-1 1-1,1 0 0,0-1 0,0 1 0,-1 1 0,1-1 0,-1 0 0,1 0 0,-1 1 0,0 0 0,1-1 0,-1 1 1,0 0-1,0 0 0,2 3 0,0 0-3,-1 0 1,0 1 0,1-1-1,-2 1 1,1 0 0,-1 0-1,0 0 1,2 8 0,0 13-8,0-1 1,-2 1 0,-2 32 0,0-49 14,0-9 7,0 1 1,-1-1-1,0 0 0,1 0 1,-1 0-1,0 1 0,0-1 1,1 0-1,-1 0 0,0 0 1,0 0-1,0-1 1,0 1-1,0 0 0,-1 0 1,1 0-1,0-1 0,0 1 1,0-1-1,-1 1 1,1-1-1,0 1 0,0-1 1,-1 0-1,1 0 0,-2 1 1,-45 6 126,36-5-108,-71 8 70,-149-2-1,231-8-85,1-3-476,1-1 1,0 1-1,-1 0 0,1-1 1,0 1-1,0 0 0,1 0 1,-1-1-1,1 1 0,0 0 1,-1 0-1,1 1 1,0-1-1,1 0 0,-1 1 1,0-1-1,1 1 0,0 0 1,-1 0-1,1 0 0,0 0 1,5-3-1,17-8-5308</inkml:trace>
</inkml:ink>
</file>

<file path=ppt/ink/ink29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0:54.10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1696,'0'0'16408,"7"2"-15281,22 5-330,1-1 0,0-2 1,0-1-1,1-1 0,37-3 1,-31 1 538,-36 0-273,-1 3-1316,1 5-1095,-1-1 1,-1 1-1,0 0 1,0 0-1,-3 11 1,-2 3-3438</inkml:trace>
</inkml:ink>
</file>

<file path=ppt/ink/ink29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0:54.10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 23 2593,'0'0'8351,"-1"-4"-7559,0-11 148,21 11 1586,-19 6-2293,1 0-1,-1 0 1,0 0 0,0 0-1,-1 0 1,1 0-1,0 0 1,-1 0 0,1 1-1,-1-1 1,0 0 0,0 0-1,1 1 1,-2-1 0,1 0-1,0 0 1,-1 4 0,2 9 701,4-1-363,1-1-259,-1 0 0,0 0 1,-1 1-1,0-1 0,-1 1 0,-1 0 1,1 23-1,-2-20-123,1 1 0,1-1 0,1 0 1,0-1-1,1 1 0,0-1 0,2 0 0,0 0 0,0-1 0,20 28 0,-22-36-145,1-1 0,-1 1 0,2-1 0,-1-1 0,1 1 0,-1-1 0,1 0 0,1-1 0,-1 0 0,1 0 0,0 0 0,-1-1 0,2 0 0,-1-1 0,0 0 0,0 0 0,10 0 0,20 2-2,0-1 0,60-5 1,-39 1 32,-32 1-69,0-1-1,1-1 1,-1-1 0,0-2-1,-1 0 1,1-2-1,-1-1 1,42-19 0,-5-3 1,-35 14-6,0 2 0,2 1 0,-1 2 0,2 1 0,-1 1 0,36-6 0,-63 15-4,1 0 0,-1 1 0,1-1 0,-1 1 0,0 0 0,0 0 0,1 0 0,-1 0 0,0 0 0,0 1 0,0-1 0,0 1 0,0 0 0,-1 0 0,1 0 0,0 0 0,-1 1 0,0-1 0,3 4 1,6 7 201,0 2 1,13 22 0,-9-12-89,12 35 2090,-27-70-2224,0 1 1,1-1-1,0 1 1,1-1-1,0 1 0,0 0 1,1-1-1,0 1 1,1 1-1,0-1 1,0 0-1,1 1 1,8-10-1,-9 12-8,1 1-1,0 0 1,0 0-1,1 1 1,-1-1 0,1 1-1,0 1 1,0-1-1,1 1 1,-1 0-1,0 0 1,1 1 0,0 0-1,0 0 1,0 0-1,0 1 1,0 0-1,0 1 1,8-1-1,82 6-19,139 24 0,-117-12 25,-37-8-72,-1-4 0,1-3-1,149-17 1,-139 10 77,-65 5 14,-1-1 1,52-10 0,-73 9 11,0 0 0,0-1 0,-1 1 1,1-1-1,-1 0 0,1 0 0,-1-1 0,0 1 0,0-1 0,-1 0 1,1 0-1,-1 0 0,1 0 0,-2-1 0,1 1 0,0-1 0,-1 0 1,3-7-1,2-4 15,-1-1 1,-1 0 0,-1 0 0,4-22-1,-4 2 29,-1-47 0,-3 83-39,-1 0 0,1 0 0,-1-1 0,1 1 1,-1 0-1,1 0 0,-1 0 0,0 0 0,0 0 1,1 0-1,-1 0 0,0 0 0,0 1 0,0-1 1,0 0-1,0 0 0,0 1 0,0-1 0,0 1 1,0-1-1,0 1 0,-1-1 0,1 1 0,0 0 0,0-1 1,0 1-1,-1 0 0,1 0 0,0 0 0,0 0 1,-1 0-1,1 0 0,0 0 0,0 0 0,0 1 1,-1-1-1,1 0 0,-2 2 0,0-2-16,0 0 0,0 1 1,0 0-1,0-1 0,0 1 0,0 1 0,0-1 0,0 0 1,0 1-1,0-1 0,1 1 0,-1 0 0,1 0 0,-1 0 1,-3 4-1,3 1-329,1 0 0,-1 0-1,2 0 1,-1 0 0,0 0 0,1 0 0,1 1 0,-1-1 0,1 0 0,1 10 0,-1 0-1953,0 12-3463</inkml:trace>
</inkml:ink>
</file>

<file path=ppt/ink/ink29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0:54.10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204 29 2897,'0'0'18408,"10"-5"-16797,-5 4-1385,25-13 719,-26 8-264,-24 3 198,-1 5-765,0 0 0,1 2 1,-1 0-1,1 1 0,0 1 0,0 1 1,1 1-1,-27 15 0,44-23-128,1 1 0,-1 0 0,1 0 1,-1 0-1,1-1 0,0 1 0,-1 1 0,1-1 0,0 0 0,0 0 1,0 0-1,0 1 0,0-1 0,0 0 0,0 1 0,0-1 0,0 1 0,1-1 1,-1 1-1,1-1 0,-1 1 0,1 0 0,0-1 0,-1 1 0,1 2 1,1-2-12,-1 0 1,1 0-1,0-1 1,0 1-1,0-1 1,0 1-1,0 0 1,0-1 0,0 0-1,1 1 1,-1-1-1,1 0 1,-1 0-1,1 1 1,-1-1-1,1 0 1,-1-1-1,1 1 1,0 0 0,0 0-1,-1-1 1,4 1-1,66 20-81,-47-15 94,0 1 0,0 1 1,-1 1-1,0 1 1,42 25-1,-64-35 10,0 1-1,0-1 1,0 1-1,1-1 1,-1 1-1,0 0 1,0 0-1,0-1 1,0 1-1,0 0 1,0 0 0,0 0-1,-1 0 1,1 0-1,0 0 1,0 1-1,-1-1 1,1 0-1,-1 0 1,1 0-1,-1 1 1,1-1-1,-1 0 1,0 1-1,0-1 1,1 0 0,-1 0-1,0 1 1,0-1-1,-1 0 1,1 1-1,0-1 1,0 0-1,0 1 1,-1-1-1,1 0 1,-1 0-1,1 1 1,-1-1-1,0 0 1,1 0 0,-1 0-1,0 0 1,0 0-1,0 0 1,1 0-1,-1 0 1,0 0-1,0 0 1,-1 0-1,-1 1 1,-5 3 80,-1 0 0,0 0 1,0-1-1,0 0 0,-16 4 1,-135 23 1215,134-26-5550,131-6-5406,-48-5 1481</inkml:trace>
</inkml:ink>
</file>

<file path=ppt/ink/ink29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0:54.11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264 158 1216,'0'0'21131,"-28"2"-19784,-87 10-333,109-11-954,1 0 1,-1 1-1,1-1 0,0 1 0,-1 0 1,1 1-1,0-1 0,0 1 1,0 0-1,1 0 0,-1 1 1,1-1-1,0 1 0,0 0 0,0 0 1,0 1-1,1-1 0,-1 1 1,1-1-1,0 1 0,1 0 1,-1 0-1,1 1 0,-2 7 0,-2 0-28,4-7-37,0 0 0,1-1 1,-1 1-1,2 0 0,-1 0 0,0-1 1,1 1-1,1 9 0,-1-2-72,1-12 73,-1 0 1,1 0 0,0-1-1,-1 1 1,1 0-1,0-1 1,0 1-1,0-1 1,-1 1 0,1-1-1,0 1 1,0-1-1,0 0 1,0 1-1,0-1 1,0 0 0,0 0-1,0 0 1,0 1-1,0-1 1,0 0-1,0 0 1,0-1 0,0 1-1,0 0 1,-1 0-1,1 0 1,0-1-1,2 0 1,32-8 233,-29 5-228,-1-1 1,1 1-1,-1-1 1,0 0-1,-1-1 1,1 1-1,-1-1 1,0 0-1,-1 0 1,1 0-1,-1 0 1,-1-1 0,1 0-1,1-7 1,1-3-5,-2 1 0,0-1 0,-1 0 0,0-29 0,-2 46-15,0 0 1,1-1 0,-1 1 0,0-1-1,0 1 1,0 0 0,0-1 0,0 1 0,1 0-1,-1-1 1,0 1 0,0 0 0,1-1-1,-1 1 1,0 0 0,0 0 0,1-1-1,-1 1 1,0 0 0,1 0 0,-1-1-1,0 1 1,1 0 0,-1 0 0,0 0 0,1 0-1,-1 0 1,1 0 0,-1 0 0,0-1-1,1 1 1,-1 0 0,1 0 0,-1 0-1,0 0 1,1 1 0,-1-1 0,0 0-1,1 0 1,0 0 0,21 5-49,-16-3 10,63 12 110,-32-7-49,0 2-1,48 17 1,-76-23 8,0 1 1,-1 0-1,0 0 1,0 0 0,0 1-1,0 1 1,-1-1-1,0 1 1,0 1 0,-1-1-1,1 1 1,-1 0 0,-1 0-1,9 15 1,-5-7 244,-7-12-152,0 0 1,0 0 0,-1 0 0,1 1 0,-1-1-1,1 0 1,-1 1 0,0-1 0,0 1-1,0 5 1,-1-8 587,-7-13-102,0-2-566,0 0 0,1-1 0,1 0 0,1 0 0,0 0 0,1-1 0,1 1 0,0-1 0,1 0 0,0 1 0,2-1 0,3-27 0,-3 39-115,0 0 1,0 0-1,1 0 0,-1 1 0,1-1 1,0 0-1,0 1 0,0-1 0,1 1 0,-1 0 1,1-1-1,0 1 0,0 1 0,0-1 1,0 0-1,0 1 0,1-1 0,-1 1 1,1 0-1,4-2 0,9-4-1944,1 1 0,0 1 0,22-4 0,-10 2-2576,2-4-4042</inkml:trace>
</inkml:ink>
</file>

<file path=ppt/ink/ink29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0:54.11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1464,'0'0'937</inkml:trace>
</inkml:ink>
</file>

<file path=ppt/ink/ink29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0:54.11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1 1 3169</inkml:trace>
</inkml:ink>
</file>

<file path=ppt/ink/ink29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0:54.11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122 1 3169,'27'42'1041,"-25"-35"9113,-3 2-4869,-9 22-4152,5-17 419,-10 41-265,3 0 1,1 1-1,-2 66 0,6 171-1705,7-269 368,0-23-100,0 0 1,0 1-1,0-1 0,-1 0 0,1 0 0,0 0 1,-1 0-1,1 0 0,-1 0 0,1 0 1,-1 0-1,1 0 0,-1 0 0,0 0 0,1 0 1,-1 0-1,0-1 0,0 1 0,0 0 1,0 0-1,1-1 0,-1 1 0,0-1 0,0 1 1,0-1-1,0 1 0,-1-1 0,1 1 1,0-1-1,0 0 0,-2 1 0,-36-2-9257,25-4 4082</inkml:trace>
</inkml:ink>
</file>

<file path=ppt/ink/ink29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0:54.11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83 3001,'0'0'17257,"18"-4"-15938,-6 1-1090,-2 0-70,1 0 1,0 1 0,0 1 0,0-1-1,-1 2 1,1-1 0,1 2-1,-2-1 1,1 2 0,11 1-1,29 7 96,-1-2 0,1-3 1,90-2-1,-138-3-249,0 0 0,0 0 0,0 0 0,0 0 0,0 0 1,0-1-1,0 0 0,-1 1 0,1-1 0,0 0 0,0 0 1,-1-1-1,1 1 0,3-3 0,-4 2 17,-1 0 0,1 1 1,-1-1-1,0 0 0,0 0 0,0 0 0,0 0 0,0-1 1,0 1-1,0 0 0,-1 0 0,1-1 0,-1 1 0,0 0 1,0 0-1,0-1 0,0-3 0,0 4-4,-1 1 1,0-1-1,1 1 0,-1-1 1,0 0-1,0 1 0,0-1 0,0 1 1,0 0-1,0-1 0,0 1 1,0 0-1,0 0 0,-1 0 0,1-1 1,0 1-1,-1 1 0,1-1 1,-1 0-1,0 0 0,1 0 1,-1 1-1,1-1 0,-1 1 0,0 0 1,-3-1-1,-50-7-1,37 6-16,8 1-4,0 0 0,0 1 0,0 0 0,0 1 0,-16 2 0,25-1-14,-1 0-1,1 0 0,0 1 1,0-1-1,0 0 0,1 0 0,-1 1 1,0-1-1,1 0 0,-1 1 0,1-1 1,0 1-1,0-1 0,0 1 0,0-1 1,0 0-1,1 1 0,0 2 1,0 5-29,-1-1-22,1-1 0,0 0 0,1 0 1,0 0-1,0 0 0,1 0 0,0-1 1,0 1-1,1-1 0,0 0 0,0 0 1,1 0-1,0 0 0,0-1 0,1 0 1,10 11-1,0-4-1449,0 0 1,1-1-1,0-1 0,0 0 1,31 13-1,5-4-7185</inkml:trace>
</inkml:ink>
</file>

<file path=ppt/ink/ink29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0:54.11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295 633 984,'0'0'18060,"-29"-15"-16413,-92-47-397,116 59-1132,-1 0 0,0 1 0,0 0 0,-1 0 0,1 0 1,0 1-1,-1 0 0,1 0 0,-1 1 0,-6 0 0,10 0-75,1 1-1,-1-1 1,0 1-1,1 0 1,-1 0-1,0 0 0,1 0 1,-1 0-1,1 0 1,-1 1-1,1-1 1,0 1-1,0 0 0,-1 0 1,1-1-1,-2 4 1,0 1 1,1 0 1,0 0 0,0 0-1,0 0 1,1 1-1,0-1 1,0 1-1,1 0 1,0-1 0,0 1-1,0 0 1,1 13-1,0-17-34,0-1-1,0 1 0,1 0 1,-1-1-1,1 1 0,-1 0 0,1-1 1,0 1-1,0-1 0,0 1 1,1-1-1,-1 1 0,0-1 1,1 0-1,0 0 0,-1 1 1,1-1-1,3 2 0,0 0 23,-1-1-1,1 0 1,0-1-1,-1 1 1,1-1-1,0 0 1,1 0 0,9 2-1,2-1 30,0-1 0,0-1-1,0 0 1,0-1 0,22-3 0,-27 0-45,0 0 1,1-1 0,-2 0 0,1 0-1,-1-2 1,1 1 0,-1-2 0,-1 1-1,1-1 1,-1-1 0,-1 0-1,12-12 1,16-17 8,48-65 0,-81 96-27,145-204-243,-122 167 140,-3-1 0,-2-1 0,18-52 0,-37 89 198,0 0-1,-1 0 1,0 0 0,0 0 0,0-12 0,-2 19-70,0 1 0,0 0 0,0-1 0,0 1-1,0-1 1,0 1 0,-1 0 0,1 0 0,0-1 0,0 1-1,0 0 1,-1-1 0,1 1 0,0 0 0,0-1 0,-1 1-1,1 0 1,0 0 0,0 0 0,-1-1 0,1 1 0,0 0 0,-1 0-1,1 0 1,0 0 0,-1-1 0,1 1 0,0 0 0,-1 0-1,1 0 1,-1 0 0,1 0 0,0 0 0,-1 0 0,1 0 0,0 0-1,-1 0 1,1 0 0,0 0 0,-1 1 0,1-1 0,-1 0-1,1 0 1,0 0 0,0 0 0,-1 0 0,1 1 0,0-1 0,-1 0-1,1 0 1,0 1 0,0-1 0,-1 1 0,-1-1 61,-7 5 35,-1 0 0,1 1 0,1-1 0,-1 2 1,1-1-1,0 1 0,0 0 0,1 1 0,0 0 0,0 0 0,-6 11 1,-7 12 425,-31 63 0,31-48-255,2 1 0,2 1 0,3 0 0,1 1 0,3 0 0,1 1 0,3 0 0,2 80 0,3 31 303,0-127-5539,0 0-5411</inkml:trace>
</inkml:ink>
</file>

<file path=ppt/ink/ink29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0:55.100"/>
    </inkml:context>
    <inkml:brush xml:id="br0">
      <inkml:brushProperty name="width" value="0.25" units="cm"/>
      <inkml:brushProperty name="height" value="0.25" units="cm"/>
    </inkml:brush>
  </inkml:definitions>
  <inkml:trace contextRef="#ctx0" brushRef="#br0">65 29 7786,'0'0'10234,"-39"-13"-9898,33 7-208,-7-1-80,7 7-48,6-3-104</inkml:trace>
</inkml:ink>
</file>

<file path=ppt/ink/ink29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1:41.88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26 43 4825,'0'0'13691,"-19"-42"-13419,19 45-4169,-7 7-2008</inkml:trace>
</inkml:ink>
</file>

<file path=ppt/ink/ink29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1:54.32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188 21 5513,'0'0'7650,"2"-5"-6797,8-11 458,-12 31 1214,-15 40-762,10-42-1667,-69 152 527,38-80-591,26-60-9,0 1 1,2 0 0,-13 46-1,23-71-20,-1 0 0,1 0-1,0 0 1,-1 0 0,1 0-1,0 1 1,0-1 0,0 0-1,-1 0 1,2 0 0,-1 0-1,0 1 1,0-1 0,0 0-1,0 0 1,1 0 0,-1 0 0,0 1-1,1-1 1,-1 0 0,1 0-1,0 0 1,-1 0 0,1 0-1,0 0 1,-1 0 0,1-1-1,0 1 1,0 0 0,1 1-1,2-1 18,-1 0-1,0-1 1,1 1-1,-1-1 1,1 1 0,-1-1-1,1 0 1,5-1-1,9 0 8,5-1-6,-1 0 1,0-2-1,0-1 1,-1 0 0,36-15-1,-36 12-10,1 0-1,0 2 1,0 1 0,1 0-1,39-2 1,14 7 16,-75 0-21,-19-3-5269,10 3 1228,-4 0-453</inkml:trace>
</inkml:ink>
</file>

<file path=ppt/ink/ink29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1:54.60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141 1 6409,'0'0'13226,"-10"16"-12541,-2 1-438,0 1-1,2 1 1,1 0 0,0 0-1,1 1 1,1 0-1,1 1 1,-6 35-1,9 2-304,-8 63 5,8-105-1551,0-1 0,-11 30 0,2-22-3697</inkml:trace>
</inkml:ink>
</file>

<file path=ppt/ink/ink29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2:24.71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221 1 6873,'0'0'10353,"0"12"-9615,-1 3-610,-1 0-1,-1 0 1,0-1 0,-1 1 0,-1-1-1,0 0 1,-1 0 0,0-1 0,-17 26-1,-48 53 139,45-62-217,-28 46-1,52-74-47,1 0-1,0 0 0,0 0 1,0 0-1,0 0 1,0 0-1,0 0 0,1 0 1,-1 0-1,1 0 1,-1 1-1,1-1 0,0 0 1,0 1-1,0-1 1,0 0-1,0 0 0,1 1 1,-1-1-1,2 4 1,-1-5-1,0 1 0,0-1 0,0 1 0,0-1 0,1 1 0,-1-1 0,0 0 0,1 0 0,-1 0 0,1 1 0,-1-1 0,1-1 0,-1 1 0,1 0 0,0 0 0,-1-1 0,1 1 0,0-1 0,0 1 0,-1-1 0,1 0 0,0 0 0,3 0 1,50 3 191,1-3 1,-1-2-1,0-2 1,1-3 0,-2-3-1,81-24 1,-131 31-3616,-11 3-2318,5 0 5760,-11 0-5915</inkml:trace>
</inkml:ink>
</file>

<file path=ppt/ink/ink29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2:24.94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71 0 7538,'0'0'11114,"-64"189"-10450,64-147-376,-7 3-144,7-3-96,0-1-48,0-2 0,0-4-536,0-3-1368,13-9-1905,13-10-2448</inkml:trace>
</inkml:ink>
</file>

<file path=ppt/ink/ink29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2:25.58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65 5033,'0'0'11409,"2"-17"-9047,7 11-2295,1 1 0,-1 0 0,1 0 0,1 1 0,-1 0 0,0 0 0,1 2-1,0-1 1,16-1 0,16 0-72,45 2-1,-76 2 29,-11 0-21,0 0-1,0 0 0,1 0 0,-1 0 0,0 1 0,0-1 0,0 0 1,0 0-1,1 1 0,-1-1 0,0 1 0,0-1 0,0 1 0,0-1 1,0 1-1,0 0 0,0-1 0,0 1 0,0 0 0,-1 0 0,1 0 1,0-1-1,0 1 0,-1 0 0,1 0 0,0 0 0,-1 0 0,1 0 1,-1 1-1,0-1 0,1 0 0,-1 0 0,0 0 0,1 0 0,-1 0 1,0 1-1,0-1 0,0 0 0,0 0 0,0 0 0,0 1 0,-1-1 1,1 0-1,0 0 0,-1 0 0,1 0 0,0 0 0,-1 0 0,1 0 1,-2 2-1,0 3 7,-1 1 0,0 0 0,0-1 1,-1 1-1,1-1 0,-2 0 0,-5 6 1,-72 65 89,57-56-61,1 1 0,1 1 0,-39 50 0,61-71-36,-1 0-1,1 0 1,0 1-1,-1-1 0,1 0 1,0 0-1,0 0 1,0 1-1,1-1 1,-1 1-1,0-1 1,1 0-1,0 1 1,0-1-1,-1 1 0,2 3 1,-1-5 0,1 1 0,-1-1 0,1 0 0,0 0 0,-1 0 0,1 0 0,0 1 0,0-1-1,0 0 1,0-1 0,0 1 0,0 0 0,0 0 0,0 0 0,0 0 0,0-1 0,0 1 0,1-1 0,-1 1 0,0-1 0,3 1 0,9 2 9,-1-2 0,1 1 1,0-2-1,0 0 0,14-2 0,1 1 12,77 3 622,-39 0-58,0-2 0,0-3 0,128-23 0,-192 26-393,-16-4 289,9 4-8054</inkml:trace>
</inkml:ink>
</file>

<file path=ppt/ink/ink29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2:58.18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 1664,'0'0'12040,"14"0"-10699,113 3 2065,-79-4-2759,74 3-201,-109-1-411,1 1 0,-1 0 1,0 1-1,0 0 0,0 1 1,19 8-1,-31-7-5,0 0-1,-1 1 1,0-1 0,0 0 0,0 0-1,-2 10 1,1-11 5,-1 0 1,1 0 0,-1 0-1,0 0 1,0 0-1,0 0 1,-1 0-1,0-1 1,1 1-1,-1-1 1,0 0-1,-1 0 1,1 0 0,-6 4-1,-60 37 347,36-24-274,10-2-82,23-17-29,0-1 0,-1 0 0,1 0 0,0 0 0,0 0 1,0 1-1,-1-1 0,1 0 0,0 0 0,0 1 0,0-1 0,0 0 0,0 0 1,0 1-1,0-1 0,0 0 0,-1 1 0,1-1 0,0 0 0,0 0 0,0 1 1,0-1-1,0 0 0,0 0 0,0 1 0,1-1 0,-1 0 0,0 1 0,0-1 1,0 0-1,0 0 0,0 1 0,0-1 0,0 0 0,1 0 0,-1 0 0,0 1 1,0-1-1,1 0 0,2 2-24,1-1 1,0 0-1,0 0 1,0-1-1,0 1 1,1-1-1,6 0 1,3 0 56,9 1-37,63 6 6,-81-6 3,0 0 0,0 0 0,0 0 0,0 0 0,0 1 1,-1 0-1,1 0 0,0 1 0,-1-1 0,0 1 0,1 0 0,-1 0 0,4 4 0,-6-4 18,-1-1 0,1 1 0,-1 0 0,0 0 0,0 0 0,0 0 0,0-1 0,-1 1 0,1 1 0,-1-1 0,1 0 0,-1 0 0,0 0 0,0 0 0,-1 0 0,1 0 0,-2 3 0,2-1 79,-1-1 0,0 1 0,-1 0 0,1-1 0,-1 1 0,0-1 0,0 0 0,-1 0 0,1 0 0,-4 4 0,-3 1 147,-1 0 1,0-1-1,-1 0 0,0-1 1,0 0-1,-1-1 1,0 0-1,0 0 0,-21 5 1,11-5 146,-1 0 0,0-2 0,1-1 0,-43 1 0,64-4-391,0 0 0,0 0 1,0 0-1,0 0 0,0 0 0,0-1 1,1 1-1,-1 0 0,0 0 1,0-1-1,0 1 0,0-1 0,1 1 1,-1 0-1,0-1 0,0 0 1,1 1-1,-1-1 0,0 1 0,1-1 1,-1 0-1,0-1 0,0 1-76,0 0 0,1 0 0,-1 1 0,0-1 0,0 0 0,0 0-1,0 1 1,0-1 0,0 0 0,0 1 0,0-1 0,0 1 0,0-1 0,0 1-1,0-1 1,0 1 0,-2 0 0,-36-2-4402,24 3 980,-16-1-5410</inkml:trace>
</inkml:ink>
</file>

<file path=ppt/ink/ink29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2:59.45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48 1 1592,'0'0'5216,"1"7"-3768,0 2-247,2 6-1405,0-13 4241,2-3 4248,42-8-8033,1 3 0,0 1-1,83 2 1,-131 4-250,1-1-1,0 0 1,0 0-1,0 1 1,-1-1-1,1 1 1,0-1 0,-1 0-1,1 1 1,0-1-1,-1 1 1,1 0-1,-1-1 1,1 1-1,0-1 1,-1 1-1,0 0 1,1 0 0,-1-1-1,1 1 1,-1 0-1,0 0 1,1-1-1,-1 1 1,0 0-1,0 0 1,0 0-1,0-1 1,0 1 0,0 0-1,0 1 1,1 30 37,-1-27-40,-1-3 8,1 0-1,-1 0 0,0 0 1,1 0-1,-1 0 0,0 0 1,0 0-1,0 0 0,0-1 1,-1 1-1,1 0 0,0-1 1,-1 1-1,1-1 0,-1 1 1,0-1-1,1 0 0,-4 2 1,-41 23 50,32-19-47,-25 15 24,-63 46 0,86-55-37,1 0 1,1 0-1,0 2 0,0 0 1,2 0-1,-16 25 1,26-38 3,1 0 1,0 0 0,0 0 0,0 0 0,0 1 0,0-1 0,1 0-1,-1 0 1,0 0 0,1 1 0,0-1 0,0 0 0,0 1 0,0-1 0,0 0-1,0 1 1,0-1 0,1 4 0,0-5 12,0 1 0,0-1 1,0 1-1,0-1 0,0 0 0,0 1 0,0-1 1,0 0-1,0 0 0,1 0 0,-1 0 0,0 0 1,1 0-1,-1 0 0,1 0 0,-1 0 0,1-1 1,0 1-1,-1-1 0,1 1 0,0-1 0,-1 0 0,3 1 1,98 7 590,140-6 0,-158-3 1931,-148 3-7605,38-1 858,-24 0-8562</inkml:trace>
</inkml:ink>
</file>

<file path=ppt/ink/ink29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3:36.82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181 125 10842,'0'0'10532,"4"-21"-9565,13-62-172,-13 62-77,-4 36 279,-3 17-612,-1 0 0,-2 0 0,-2-1 0,0 0 0,-2 0 0,-25 50 0,-20 69-66,49-128-959,-41 156 2368,30-91-3737,11-11-7971,7-192-2900,4 47 9628</inkml:trace>
</inkml:ink>
</file>

<file path=ppt/ink/ink29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3:37.09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507 1 5217,'0'0'14242,"-16"33"-11815,-16 29-1492,-64 135 1329,25-18-711,-53 214-1,123-387-1688,-1-1 0,0 0 1,0 0-1,0 0 0,0 0 0,-1 0 0,0 0 1,0-1-1,0 1 0,-8 6 0,9-9-255,0 0 0,0-1 1,0 0-1,0 0 0,0 1 0,0-1 0,-1-1 0,1 1 1,0 0-1,-1 0 0,1-1 0,-1 1 0,1-1 0,0 0 0,-1 0 1,1 0-1,-1 0 0,1 0 0,-1-1 0,1 1 0,0-1 1,-1 1-1,1-1 0,0 0 0,-3-1 0,-29-22-7925,-4-9 1370</inkml:trace>
</inkml:ink>
</file>

<file path=ppt/ink/ink29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3:37.29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 6513,'0'0'19285,"154"10"-18957,-103-7-112,0-3-136,-6 0-80,0 0-224,-13 0-1113,0 0-1079,-6 0-2793,-7 0-3825</inkml:trace>
</inkml:ink>
</file>

<file path=ppt/ink/ink29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3:37.68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55 2601,'0'0'18041,"11"2"-17361,-3 1-587,48 11 527,-52-13-564,0 0 0,1 0 0,0-1 0,-1 1 0,1-1 0,-1 0-1,1-1 1,-1 1 0,1-1 0,-1 0 0,6-2 0,-9 0-12,1 0 0,-1 0 0,1 0 0,-1-1 0,0 1 0,0 0 0,-1-1 0,1 1 0,-1-1 1,0 1-1,0-1 0,0 1 0,0-1 0,0 1 0,-2-5 0,1-6 1436,-1 14-1432,1 0 0,-1 1 0,0-1 0,0 0 0,0 1 0,0-1 0,0 1 0,1 0 0,-1-1 0,0 1 0,1 0 0,-3 2 0,-1 2-21,1 1 0,0 0 1,1 0-1,-1 0 0,1 0 1,0 1-1,1-1 0,-1 1 1,1-1-1,-1 10 0,0 2-24,0 0 0,0 32 0,3-46-208,0 0 0,0 0 0,1 0 0,0 0 0,0 0-1,0 0 1,0-1 0,1 1 0,-1 0 0,1-1 0,0 1 0,0-1 0,0 0 0,0 0-1,1 1 1,-1-1 0,1-1 0,0 1 0,0 0 0,0-1 0,0 1 0,0-1-1,1 0 1,-1 0 0,1-1 0,-1 1 0,1 0 0,7 1 0,-3-1-1090,0 0 0,0-1 0,0 0 1,0 0-1,1 0 0,-1-1 0,0 0 0,1-1 1,-1 0-1,0 0 0,0-1 0,15-5 0,23-19-1356</inkml:trace>
</inkml:ink>
</file>

<file path=ppt/ink/ink29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3:38.08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195 0 2961,'0'0'20832,"-22"0"-20036,-67 4-341,86-3-432,0 0 0,-1 0 0,1 0 0,0 0 0,-1 1 0,1-1 0,0 1 0,0 0 0,0 0 0,0 0 0,1 0 0,-1 1 0,1-1 0,-1 1 0,1-1 0,0 1 0,0 0 0,0 0 0,0 0 0,0 0 0,1 0 0,-2 5 0,-4 5-1,4-8-24,1 0 0,0 1 1,0 0-1,0-1 0,1 1 1,0 0-1,0-1 0,0 1 1,1 0-1,0 0 0,1 10 1,-1-2-87,1-13 62,-1 0-1,1-1 1,-1 1 0,1 0 0,0-1 0,-1 1-1,1-1 1,0 1 0,0-1 0,-1 0 0,1 1 0,0-1-1,0 0 1,-1 1 0,1-1 0,0 0 0,0 0-1,0 0 1,0 0 0,0 0 0,-1 0 0,1 0-1,0 0 1,1 0 0,33 0-133,-26-1 102,45-5-40,-51 5 101,-1 1 1,1-1-1,0 0 1,-1-1-1,1 1 1,-1 0-1,0-1 1,1 1-1,-1-1 1,0 0-1,0 0 1,0 0-1,0 0 1,0 0-1,-1 0 1,1-1-1,1-2 1,-2 9 176,0 0 0,0 0 0,1-1 0,-1 1 0,1 0 0,0 0 0,0-1 0,0 1 0,0-1 1,1 0-1,0 0 0,-1 0 0,1 0 0,6 5 0,1 3-1227,1-1 0,0 0 1,25 17-1,-31-24 247,0-1 0,1 0 0,-1 0 0,0 0 0,1 0 0,0-1 0,-1 0 0,7 1 0,29-4-9443,-15-3 6150</inkml:trace>
</inkml:ink>
</file>

<file path=ppt/ink/ink29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3:38.57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181 221 1592,'0'0'21293,"-5"33"-19383,-16 107-785,14-78-764,4-1 0,5 72-1,0-34-411,-2-93-107,0 0 0,0 0 0,-1 0 1,0 0-1,0 0 0,0 0 0,-1 0 0,0 0 0,0 0 0,0-1 0,-1 1 0,-6 9 1,6-12-400,1 0 1,-1 0-1,0 0 1,0-1-1,0 1 0,-1-1 1,1 0-1,-1 0 1,1 0-1,-1 0 1,0-1-1,1 0 1,-1 1-1,0-1 1,0 0-1,0-1 1,0 1-1,0-1 1,-7 0-1,9 0 89,0 0 0,1 0-1,-1 0 1,0-1 0,1 1 0,-1 0-1,0-1 1,1 1 0,-1-1-1,1 0 1,-1 1 0,1-1-1,-1 0 1,1 0 0,0 0 0,-1 0-1,-1-2 1,2 1 156,-1 0 1,1 0-1,-1 0 1,1-1-1,0 1 0,-1 0 1,1-1-1,1 1 1,-1-1-1,-1-2 1,0-8 213,1 0 0,0 0 0,2-24 1,0 16-448,0-8 604,2 1 0,1 0 0,1 0 0,1 1 0,2 0 0,0 0 0,16-31 0,99-178 1734,-90 180-1257,-14 20 2965,-6 11-27,28-41 0,-38 61-2921,1 0 0,0 0-1,0 1 1,1-1-1,-1 1 1,1 0-1,0 0 1,0 1-1,0 0 1,0-1-1,1 2 1,0-1-1,8-3 1,-13 6-434,0-1 0,1 1 0,-1-1 0,0 1 0,0 0 0,0-1 0,1 1 0,-1 0 0,0 0 0,0 0 0,1 0 0,-1 0 0,0 0 0,0 0 0,1 0 0,-1 1 0,0-1 0,0 0 0,1 1 0,-1-1 0,0 1 0,0-1 0,0 1 0,0-1 0,0 1 0,0 0 1,0 0-1,0 0 0,0-1 0,0 1 0,0 0 0,1 2 0,-1 1 28,0 0-1,0 1 1,-1-1 0,1 0 0,-1 0 0,0 0 0,0 0 0,-1 6 0,0 10 430,1-16-493,0-1 0,0 1 0,-1 0 0,1 0 0,-1 0 1,0 0-1,0 0 0,-1-1 0,1 1 0,-1 0 0,1-1 1,-1 1-1,0-1 0,0 0 0,-1 0 0,1 0 0,-1 0 1,1 0-1,-1 0 0,0-1 0,0 1 0,0-1 0,-1 0 1,-5 3-1,0-1-16,0 0 1,-1-1-1,1 0 1,-1-1-1,0 0 1,0 0-1,0-1 1,-17 0-1,23-1-483,1 1-1,-1 0 1,1 0-1,0 1 1,0-1 0,-1 1-1,1 0 1,0 0-1,0 0 1,1 0 0,-1 0-1,0 0 1,1 1-1,-5 5 1,-7 5-3936,-11 7-4206</inkml:trace>
</inkml:ink>
</file>

<file path=ppt/ink/ink29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3:42.37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277 4 1536,'0'0'21597,"19"-3"-20709,-25 25-40,-14 4-368,-5 6-264,-14 3-216,1 4 0,-33-11-1712,13-5-4393,20-14-10579</inkml:trace>
</inkml:ink>
</file>

<file path=ppt/ink/ink29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3:42.85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354 11 8906,'0'0'14791,"-10"-3"-13977,1 1-707,0 0 1,0 0-1,0 1 1,-1 1-1,1 0 1,0 0-1,0 0 1,-1 1-1,1 1 1,0 0 0,0 0-1,0 0 1,-10 6-1,-92 30 185,110-38-308,-1 1 0,1-1-1,0 1 1,0 0 0,0-1 0,-1 1-1,1 0 1,0 0 0,0 0-1,0 0 1,0 0 0,1 0-1,-1 0 1,0 0 0,0 0 0,1 0-1,-1 1 1,0-1 0,1 0-1,0 0 1,-1 1 0,1-1-1,0 0 1,-1 1 0,1-1 0,0 1-1,0-1 1,0 0 0,0 1-1,0-1 1,1 0 0,-1 1 0,0-1-1,0 0 1,1 1 0,-1-1-1,1 0 1,0 0 0,0 3-1,4 4-123,-1 0 0,1 0 0,1 0 0,7 9 0,-9-12 128,5 5-10,-2 1-1,1 0 1,-1 1-1,-1 0 1,0 0-1,-1 1 1,0-1-1,-1 1 1,0 0-1,-1 0 1,0 1-1,-1-1 1,0 18-1,-3-26 30,0-1-1,0 1 1,-1 0-1,1-1 1,-1 1-1,0-1 1,0 0-1,0 1 1,-1-1-1,0 0 1,1-1-1,-1 1 1,-1 0-1,1-1 1,-1 1-1,1-1 1,-1 0-1,0-1 1,0 1-1,0 0 1,0-1-1,-6 2 1,0 2 12,-1-1 0,0-1 0,0 0 1,0-1-1,0 0 0,-1 0 0,1-1 1,-17 1-1,27-6-763,1 1 0,0 0 1,0 0-1,0-1 0,0 1 0,0 0 1,0-1-1,0 1 0,1 0 0,-1 0 0,1 0 1,0-1-1,1-2 0,56-46-12157,-31 28 11263</inkml:trace>
</inkml:ink>
</file>

<file path=ppt/ink/ink30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3:43.75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0 203 3009,'0'0'19592,"4"-8"-18141,-1-2-1279,6-9 765,-6 23-480,-2 16-207,-1 73-154,0-92-145,0 1-1,1-1 1,-1 1-1,1 0 1,0-1-1,-1 1 0,1-1 1,0 1-1,0-1 1,0 0-1,0 1 1,0-1-1,0 0 1,1 0-1,-1 0 1,0 0-1,0 0 1,1 0-1,-1 0 1,1 0-1,-1 0 1,1-1-1,-1 1 0,1-1 1,-1 1-1,1-1 1,0 1-1,-1-1 1,1 0-1,0 0 1,2 0-1,63 2-1397,-53-3 1393,-5 1 74,1-1 0,0 0 0,0 0 0,0-1 0,0-1 0,-1 0 0,0 0 0,1 0 0,13-9 0,-9 48 732,-12-33-744,2 1 0,-1 0 0,0-1 0,1 0 0,-1 0 0,1 0 0,0 0 0,0-1 0,0 1 0,0-1 0,1 0 0,-1 0 0,1-1 0,-1 1-1,1-1 1,-1 0 0,1 0 0,0-1 0,7 1 0,-6 0-14,0-1 0,-1 0 0,1-1 0,-1 1 0,1-1-1,0 0 1,-1 0 0,0-1 0,1 1 0,-1-1 0,0 0 0,0-1 0,0 1-1,0-1 1,0 0 0,6-5 0,-5 0-3,1 1 1,-1-1-1,0 0 1,0-1-1,-1 1 0,-1-1 1,1 0-1,-1 0 0,-1-1 1,1 1-1,-2-1 1,3-10-1,-1-10 263,-2-1 0,-1-48 1,-1 46 172,-2 15 561,2 0-5567,1 18 4297,0-1 1,-1 1-1,1-1 1,0 1-1,0 0 1,0-1-1,0 1 1,0 0-1,0 0 0,0-1 1,0 1-1,0 0 1,0 0-1,0 0 1,0 0-1,0 0 1,0 1-1,0-1 1,0 0-1,0 0 1,-1 1-1,1-1 1,2 1-1,28 7-4993,37 9-869,36 1 4032,-25-7 1753,-43-5 1827,59 2 1,-94-7-1170,-1-1 1,0 0-1,1 0 0,-1 0 0,0 0 1,0 0-1,1 0 0,-1 0 1,0 0-1,1 0 0,-1-1 0,0 1 1,1 0-1,-1 0 0,0 0 0,0 0 1,1 0-1,-1 0 0,0-1 1,0 1-1,1 0 0,-1 0 0,0 0 1,0-1-1,1 1 0,-1 0 0,0 0 1,0 0-1,0-1 0,0 1 1,1 0-1,-1-1 0,0 1 0,0 0 1,0 0-1,0-1 0,0 1 0,-5-14 3602,-18-8-1347,18 19-2316,0 1 1,0 0-1,-1 0 1,1 0-1,-1 1 1,1 0-1,-1 0 1,1 0-1,-1 1 1,0 0-1,1 0 1,-1 0-1,0 1 1,1 0-1,-11 3 1,12-2-217,0 0-1,0 0 1,0 1 0,0 0 0,0 0-1,1 0 1,-1 0 0,1 1-1,0-1 1,0 1 0,0 0 0,0 0-1,1 0 1,-1 0 0,1 0-1,0 0 1,1 1 0,-3 7 0,0 3-92,1 0 1,0 0 0,1 1 0,0-1 0,2 23 0,3-37-19,-1 0 0,1 0 0,0 0 0,-1 0 0,1-1 0,0 1 0,0-1 0,-1 0 0,1 0 0,0 0 0,0 0 0,3-1 0,1 1 35,-2-1 48,0 0 1,0 0-1,-1 0 0,1 0 0,0-1 0,-1 0 0,1 0 0,-1 0 0,0 0 0,1-1 0,4-4 0,19-10 547,-27 17 1203,4 2-1891,1 0 0,-1 0 1,0 1-1,1-1 0,-1 1 1,0 1-1,-1-1 0,1 1 1,-1-1-1,6 7 0,13 9-2079,-18-16 1408,-1-1-1,1 1 1,0-1 0,0-1-1,0 1 1,0 0 0,0-1-1,0 0 1,0 0 0,0-1-1,1 0 1,-1 0 0,0 0-1,6-1 1,11 1-5197,10 0 3078</inkml:trace>
</inkml:ink>
</file>

<file path=ppt/ink/ink30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3:44.25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8 186 2545,'0'0'20708,"0"34"-19214,1 215 413,11-100-1147,1 42-651,-13-180-263,0 25 278,1-35-216,-1 0 0,0-1 1,0 1-1,0 0 0,0 0 0,0 0 0,0 0 1,0-1-1,0 1 0,-1 0 0,1 0 1,0 0-1,0-1 0,-1 1 0,1 0 0,-1 0 1,1-1-1,0 1 0,-1 0 0,1-1 1,-1 1-1,0 0 0,1-1 0,-1 1 0,-1 0 1,1-1-63,0-1 0,0 1 0,0 0 1,0-1-1,0 1 0,0-1 0,1 0 1,-1 1-1,0-1 0,0 0 0,0 1 0,0-1 1,1 0-1,-1 0 0,0 0 0,1 0 1,-1 0-1,1 0 0,-1 0 0,1 0 0,-1 0 1,1 0-1,0 0 0,0 0 0,-1 0 1,1 0-1,0-2 0,-5-38-2488,5 36 2221,-2-20-899,1 0-1,2 1 0,0-1 0,1 0 0,2 0 1,1 1-1,0 0 0,2 0 0,15-35 0,119-200-720,-86 167 5575,-2-4 3551,-50 89-6468,2-2 702,0-1-1,0 1 1,1 1-1,0-1 1,10-10 0,-15 18-1180,0 0 1,0 1 0,0-1 0,0 0 0,0 1 0,0-1-1,0 1 1,0-1 0,0 1 0,0 0 0,0-1-1,1 1 1,-1 0 0,0 0 0,0 0 0,0 0 0,0 0-1,1 0 1,-1 0 0,0 0 0,0 1 0,0-1-1,0 0 1,0 1 0,1-1 0,-1 1 0,0-1 0,0 1-1,0 0 1,1 0 0,27 23 703,-28-23-749,5 4-17,-1-1-1,0 1 0,0 0 0,0 0 1,-1 1-1,0 0 0,0-1 0,0 1 1,-1 0-1,0 1 0,0-1 0,0 1 1,-1-1-1,0 1 0,0 0 0,-1 0 0,1 8 1,-3-13-68,1 0 1,-1-1-1,0 1 1,0-1-1,0 1 0,0-1 1,0 1-1,-1-1 1,1 0-1,0 0 1,-1 1-1,1-1 1,0 0-1,-1 0 1,0 0-1,1 0 1,-1-1-1,0 1 0,1 0 1,-1-1-1,0 1 1,0-1-1,1 0 1,-5 1-1,-45 7 120,-31-7-724,82-1 459,-1 0 1,1 0-1,-1 0 0,1-1 0,-1 1 0,1 0 0,-1 0 0,1-1 1,-1 1-1,1 0 0,-1 0 0,1-1 0,0 1 0,-1 0 0,1-1 0,-1 1 1,1-1-1,0 1 0,0-1 0,-1 1 0,1 0 0,0-1 0,0 1 0,-1-1 1,1 1-1,0-1 0,0 1 0,0-1 0,0 0 0,0 1 0,0-1 1,0 1-1,0-1 0,0 1 0,0-1 0,0 1 0,0-1 0,0 1 0,0-1 1,1 1-1,-1-1 0,0 1 0,0-1 0,0 1 0,1-1 0,-1 1 0,0 0 1,1-1-1,0 0 0,9-20-7351</inkml:trace>
</inkml:ink>
</file>

<file path=ppt/ink/ink30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3:44.78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281 1 288,'0'0'21847,"4"0"-20422,-3 0-1376,0 1-1,-1-1 1,1 0 0,-1 0 0,1 0 0,-1 1 0,1-1 0,0 0 0,-1 1-1,1-1 1,-1 0 0,1 1 0,-1-1 0,0 1 0,1-1 0,-1 1 0,1-1-1,-1 1 1,0-1 0,1 1 0,-1-1 0,0 1 0,0 0 0,0-1 0,1 1-1,-1-1 1,0 1 0,0 0 0,0-1 0,0 1 0,0 0 0,0-1 0,0 1-1,0 0 1,-7 36 1086,-29 48 32,29-71-993,-11 25-53,-1-1 0,-2-1 1,-2-1-1,-1-2 0,-2 0 0,-1-1 0,-43 40 0,69-72-129,-1 0-1,1 0 0,-1 1 0,1-1 0,0 0 0,0 1 0,0-1 0,0 1 1,0-1-1,0 1 0,0-1 0,0 1 0,1 0 0,-1-1 0,0 1 0,1 0 1,0-1-1,-1 1 0,1 3 0,0-4-1,0 0 1,1 1-1,-1-1 1,1 0-1,0 0 1,-1 1-1,1-1 0,0 0 1,0 0-1,-1 0 1,1 0-1,0 0 1,0 0-1,0 0 1,0 0-1,1 0 0,-1 0 1,0-1-1,2 2 1,8 3-17,0 0 0,0-1 0,1-1 0,19 4 0,-22-5 62,72 13 28,1-4 0,1-3 0,85-4 0,-202-25-3930,-15 6-2434,44 14 5424,-1 0 0,1 0 0,-1-1 0,1 0 0,0 0-1,-1 0 1,1 0 0,0-1 0,0 0 0,1 0 0,-1 0 0,1-1 0,-1 0 0,1 0 0,0 0 0,0 0 0,-3-5 0,-12-19-594</inkml:trace>
</inkml:ink>
</file>

<file path=ppt/ink/ink30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3:44.95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122 1 2497,'0'0'21196,"-26"173"-19220,7-106-783,0 1-617,-7-1-360,13 1-120,1-11-88,5-2-8,7-10-376,0 0-1096,13-13-2921,13-16-3473</inkml:trace>
</inkml:ink>
</file>

<file path=ppt/ink/ink30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3:45.95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366 76 1584,'0'0'16588,"-15"-13"-14914,-52-38-476,63 49-1121,1 0-1,-1 1 1,1 0-1,-1-1 1,1 1-1,-1 0 1,0 1-1,0-1 1,0 1-1,1 0 1,-1-1-1,0 2 1,0-1-1,0 0 1,1 1-1,-1 0 1,0 0-1,1 0 1,-1 0-1,-5 3 1,-1 1 130,0 1-1,0 0 1,0 1-1,-13 12 1,21-17-170,-10 8 19,0 1-1,1 1 1,0-1 0,1 2-1,0 0 1,1 0-1,0 1 1,1 0 0,1 0-1,0 0 1,1 1-1,1 1 1,0-1 0,1 0-1,1 1 1,0 0-1,1 0 1,1 0 0,0 20-1,2-36-58,-1 1 1,1 0-1,-1 0 0,1-1 0,-1 1 0,1 0 0,-1-1 1,1 1-1,0 0 0,-1-1 0,1 1 0,0-1 0,0 1 1,-1-1-1,1 0 0,0 1 0,0-1 0,0 0 1,0 0-1,0 1 0,-1-1 0,1 0 0,0 0 0,0 0 1,0 0-1,0 0 0,0 0 0,1-1 0,35 1-67,-32-1 66,1 0 12,0 0-1,0 0 1,0-1 0,0 0-1,-1 0 1,1 0-1,-1-1 1,0 0 0,1 0-1,-1 0 1,0-1-1,-1 1 1,1-1 0,6-8-1,-1 1 38,0 0-1,-1-1 1,-1 0-1,14-26 0,11 111 2268,-31-69-2312,1 0 0,0 0 0,-1 0 1,1 0-1,1 0 0,-1-1 1,0 1-1,1-1 0,0 0 1,0 0-1,0 0 0,0-1 1,0 1-1,1-1 0,-1 0 0,1 0 1,-1-1-1,1 1 0,0-1 1,-1 0-1,1 0 0,0-1 1,0 1-1,0-1 0,5-1 1,16 3-16,-10 0 13,0-1 0,0-1-1,0 0 1,0-2 0,25-4 0,-41 6 44,1 0 0,0 0 0,-1 0 1,1 0-1,0 0 0,-1-1 1,1 1-1,-1 0 0,1-1 0,0 1 1,-1 0-1,1-1 0,-1 1 1,1 0-1,-1-1 0,1 1 0,-1-1 1,0 1-1,1-1 0,-1 1 1,1-1-1,-1 1 0,0-1 0,1 0 1,-1 1-1,0-1 0,0 0 1,0 1-1,1-1 0,-1 1 0,0-1 1,0 0-1,0 1 0,0-1 1,0 0-1,0 1 0,0-2 1669,19 9-1893,-16-3 97,0 0-1,1 0 0,-1 0 1,1-1-1,0 0 0,0 1 0,0-1 1,1-1-1,-1 1 0,1-1 0,0 0 1,-1 0-1,1 0 0,0 0 1,0-1-1,0 0 0,0 0 0,0 0 1,0-1-1,1 1 0,-1-1 0,0-1 1,0 1-1,0-1 0,0 0 0,0 0 1,5-2-1,-5 0 210,-1 0 0,1 0 0,-1 0 1,0-1-1,0 0 0,-1 0 0,1 0 0,-1 0 0,0-1 0,4-7 1,-7 12 148,2 0-98,2 0-111,0 1-288,0 0 0,-1 1 0,1 0 0,0 0 0,-1 0 1,1 0-1,-1 1 0,0-1 0,0 1 0,0 0 0,0 0 0,0 0 1,0 0-1,3 6 0,23 22-2182,-18-22 1508,78 55-9050,-39-39-2302</inkml:trace>
</inkml:ink>
</file>

<file path=ppt/ink/ink30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3:46.39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231 593 784,'0'0'23168,"-4"-20"-22137,-15-59-415,18 77-603,0 0-1,1 1 1,-1-1 0,0 1-1,0 0 1,1-1 0,-1 1-1,0 0 1,-1-1 0,1 1 0,0 0-1,0 0 1,0 0 0,-1 0-1,1 0 1,-1 0 0,1 0-1,-1 0 1,1 1 0,-1-1 0,1 1-1,-1-1 1,1 1 0,-1-1-1,0 1 1,1 0 0,-1 0-1,0 0 1,1 0 0,-1 0 0,0 0-1,1 0 1,-1 1 0,1-1-1,-1 0 1,-2 2 0,-4-1-7,2-1-10,0 1-1,0 0 1,0 0 0,0 1-1,0-1 1,0 1 0,0 0-1,1 1 1,-1-1 0,1 1-1,0 0 1,-1 1 0,1-1-1,1 1 1,-1 0 0,1 0-1,-8 9 1,7-7-142,0 0 0,1 0 1,0 1-1,0-1 0,1 1 0,0 0 0,0 0 1,0 0-1,1 1 0,0-1 0,0 0 0,1 1 1,-1 13-1,3-21 76,0 1 1,0 0 0,0-1-1,0 1 1,0-1 0,0 1-1,0-1 1,0 0-1,0 1 1,0-1 0,1 0-1,-1 0 1,0 0 0,0 0-1,0 0 1,0 0 0,0 0-1,1 0 1,-1 0-1,1-1 1,3 1-152,18 0-100,0-1 1,0-1-1,-1-1 0,1-1 0,-1-1 1,0-1-1,0-1 0,0-1 0,23-13 1,-13 5 253,0-2 0,-1-2-1,-1-1 1,-1-1 0,-1-1 0,-1-1 0,-1-2 0,-1-1 0,-2 0 0,0-2 0,-2-1 0,-2-1-1,0 0 1,-2-1 0,22-61 0,-35 81 958,0 0 0,-2-1-1,0 1 1,0-1 0,-1 0-1,-1-22 1,-8 39-371,-2 12-543,1 1 0,1-1 1,0 1-1,-10 33 0,-15 80-242,26-82-539,1 1-1,2 1 0,5 70 0,0-40-2217,-1 11-3668</inkml:trace>
</inkml:ink>
</file>

<file path=ppt/ink/ink30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3:47.06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90 28 616,'0'0'18497,"2"-6"-16794,7-15-296,-8 21-1364,-1 0 0,0 0 0,0 0 0,0 0 0,0 0 0,0 0 0,1 0 0,-1 0 0,0 0 0,0 0 0,0 0 0,0 0 0,0 0 0,1 0 0,-1 0 0,0 0-1,0 0 1,0 0 0,0 0 0,0 0 0,1 0 0,-1 0 0,0 0 0,0 0 0,0 0 0,0 0 0,0 1 0,0-1 0,0 0 0,0 0 0,1 0 0,-1 0 0,0 0 0,0 0 0,0 0 0,0 1 0,0-1 0,0 0 0,0 0 0,0 0 0,0 0 0,0 0 0,0 1 0,0-1 0,0 0-1,0 0 1,0 0 0,0 0 0,0 0 0,0 1 0,0-1 0,0 0 0,0 0 0,0 0 0,0 0 0,0 0 0,0 1 0,0-1 0,0 0 0,-1 0 0,0 55 4737,0-14-5298,-8 148 1667,-44 252 0,38-335-801,5-50 230,-1 2-2077,6-4-3390,5-18-2341,0-4-6481</inkml:trace>
</inkml:ink>
</file>

<file path=ppt/ink/ink30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0:23.01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72 0 1776,'0'0'11327,"2"1"-11200,-1-1 90,-1 0-1,0 0 0,1 0 1,-1 0-1,1 0 1,-1 0-1,0 0 0,1 0 1,-1 0-1,0 0 1,0 0-1,1 0 0,-1 1 1,0-1-1,1 0 1,-1 0-1,0 0 0,1 0 1,-1 1-1,0-1 1,0 0-1,0 0 0,1 1 1,-1-1-1,0 0 1,0 1-1,0-1 0,1 0 1,-1 0-1,0 1 1,0-1-1,0 0 0,0 1 1,0-1-1,0 1 0,-30 62 794,22-49-791,1 0-1,0 0 1,-5 17 0,7-9 123,0 1-1,1-1 1,2 1 0,0 41-1,2-62-324,1 0-1,0-1 0,0 1 1,-1-1-1,1 1 0,0 0 1,0-1-1,0 1 1,0-1-1,1 0 0,-1 1 1,0-1-1,1 0 0,-1 0 1,1 0-1,-1 0 0,1 0 1,-1 0-1,1 0 1,-1-1-1,1 1 0,0-1 1,0 1-1,2 0 0,46 8 161,-33-9-149,-9 1-7,0-1 0,0 0 0,-1-1-1,1 0 1,0 0 0,8-3 0,-13 3-13,1-1 0,0 0 0,-1 0 0,0 0-1,1-1 1,-1 1 0,0-1 0,0 0 0,0 0 0,-1 0 0,1 0 0,-1 0 0,0-1 0,4-6 0,25-69 99,-30 76-106,-1 1 1,1 0 0,-1 0-1,1-1 1,-1 1-1,0 0 1,0-1 0,0 1-1,0 0 1,0-1-1,0 1 1,-1 0 0,1-1-1,-1 1 1,1 0-1,-1 0 1,0 0 0,0-1-1,0 1 1,-2-3-1,-32-42 39,18 26 39,15 19-53,0 1 0,0-1 0,-1 0 1,1 0-1,0 1 0,-1 0 0,1-1 0,-1 1 1,1 0-1,-1 0 0,0 0 0,1 1 0,-1-1 1,0 0-1,0 1 0,1 0 0,-6 0 0,2-1 62,5 1 81,-16 0-907,15 17-5908,2-1 770</inkml:trace>
</inkml:ink>
</file>

<file path=ppt/ink/ink30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0:23.01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0 196 5761,'0'0'9665,"5"-1"-8812,0 0-508,-1 0-1,1 0 0,0 0 0,0 0 0,0 1 1,0 0-1,9 1 0,-12-1-235,0 1 0,0 0-1,0-1 1,0 1 0,0 0 0,0 0 0,0 0 0,0 0-1,-1 0 1,1 1 0,0-1 0,-1 0 0,1 1-1,-1 0 1,0-1 0,1 1 0,-1 0 0,0-1 0,0 1-1,0 0 1,0 0 0,0 0 0,0 3 0,17 42 689,10 52 0,-20-76-501,-4-36 375,-4-49 173,0 54-1053,0-16 218,-1 15-9,0 1-1,1-1 0,0 0 0,1 0 1,0 0-1,0 0 0,1 1 1,0-1-1,0 1 0,1-1 0,0 1 1,1 0-1,0 0 0,7-12 0,1 4 57,1 1 0,0 0-1,1 1 1,1 0-1,20-14 1,-25 21-267,0 1 0,0 1 0,1-1 0,12-3 1,-15 6-749,1 1 1,0-1-1,0 2 1,0-1-1,17 1 1,-24 6-6046,-1-3 4872,4 7-6726</inkml:trace>
</inkml:ink>
</file>

<file path=ppt/ink/ink30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0:23.01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123 1 5209,'0'0'13126,"-6"3"-12570,-4 4-334,0-1 0,0 1 1,1 1-1,0 0 0,0 0 1,1 1-1,-13 16 1,17-20-180,1 1 1,-1 0 0,1 0-1,0 0 1,0 0 0,1 0-1,0 1 1,0-1 0,1 1 0,-1-1-1,1 1 1,1 0 0,-1-1-1,1 1 1,1 0 0,0 9 0,0-14-37,1 1 0,-1-1 0,0 0 0,1 1 0,-1-1 0,1 0 0,0 0 0,-1 0 0,1 0 0,0-1 0,0 1 0,0 0 0,1-1 0,-1 1 0,0-1 0,0 0 0,1 0 1,-1 0-1,1 0 0,-1 0 0,1 0 0,0-1 0,-1 1 0,1-1 0,0 0 0,-1 0 0,4 0 0,0 1 5,0-1 1,0 0-1,0 0 1,1-1-1,-1 1 1,0-1-1,0-1 1,0 1-1,0-1 0,0 0 1,7-3-1,-9 1 19,0 1 0,0-1 0,0 0 0,0 0 0,0 0 0,-1-1-1,1 1 1,-1-1 0,0 0 0,-1 0 0,1 0 0,-1 0 0,0 0 0,-1-1-1,1 1 1,-1-1 0,0 1 0,0-1 0,-1 1 0,1-1 0,-1 1 0,0-1 0,-1 0-1,0 1 1,-1-9 0,1 12-14,0 0 0,0 0-1,-1 0 1,1 0 0,0 0-1,-1 0 1,1 1 0,-1-1-1,0 0 1,0 1 0,1-1-1,-1 1 1,0 0 0,0 0-1,0 0 1,0 0 0,-1 0-1,1 0 1,0 0 0,0 0-1,-1 1 1,1 0 0,-3-1-1,-56-5-499,60 6-677,11 1-3920,18 7 529,4 2-2328</inkml:trace>
</inkml:ink>
</file>

<file path=ppt/ink/ink30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0:23.02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194 1 4185,'0'0'14079,"-4"0"-13368,-4-1-627,0 1 1,0 0-1,0 1 0,0 0 1,0 0-1,0 1 1,0 0-1,0 0 1,0 1-1,1 0 0,-1 1 1,1-1-1,0 1 1,0 1-1,0-1 1,1 1-1,0 0 0,-1 1 1,2-1-1,-1 1 1,1 1-1,0-1 1,0 1-1,1-1 0,-6 12 1,8-15-84,1-1 0,0 1 1,0 0-1,1-1 0,-1 1 0,0 0 1,1-1-1,0 1 0,0 0 0,0-1 1,0 1-1,0 0 0,0 0 1,0-1-1,1 1 0,1 3 0,-1-4 0,0 0-1,0-1 0,0 1 1,0-1-1,0 1 0,1-1 1,-1 1-1,1-1 0,-1 0 1,1 0-1,-1 1 1,1-1-1,0 0 0,0-1 1,-1 1-1,1 0 0,3 0 1,7 2-8,0-1 0,0-1 1,1 0-1,-1-1 0,25-2 1,-33 1 29,0 1 1,0-1-1,0 0 1,0-1-1,0 1 1,0-1-1,0 1 0,-1-1 1,1 0-1,0-1 1,-1 1-1,0-1 1,1 1-1,-1-1 1,0 0-1,0 0 1,-1 0-1,1-1 0,-1 1 1,4-7-1,-4 7-6,-1 0 0,0 0 0,0 0 0,0 0 0,0 0 0,0 0 0,0 0 0,-1 0-1,1 0 1,-1 0 0,0 0 0,0-1 0,0 1 0,-1 0 0,1 0 0,-1 0 0,0 0 0,0 0 0,0 0 0,0 0-1,0 0 1,0 0 0,-1 0 0,0 0 0,1 1 0,-1-1 0,0 1 0,-3-4 0,-6-13-10206,22 19 3878</inkml:trace>
</inkml:ink>
</file>

<file path=ppt/ink/ink30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0:23.02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84 23 2561,'0'0'9039,"-15"-18"1876,10 14-9225,4 3-1625,-1 1 0,1 0 0,0 0 0,0 0 1,0 0-1,-1 1 0,1-1 0,0 0 0,0 0 0,0 1 0,-1-1 0,1 1 0,0-1 0,0 1 0,0 0 0,0-1 1,0 1-1,0 0 0,0-1 0,0 1 0,0 0 0,-1 2 0,-5 25 184,3-5-73,-6 41-45,2 1 1,2 0-1,5 73 0,1-136-140,0 1 0,0-1-1,1 0 1,-1 1-1,0-1 1,1 0 0,0 0-1,0 0 1,0 0-1,0 0 1,0 0 0,0 0-1,0 0 1,0 0-1,1 0 1,-1 0-1,1-1 1,0 1 0,-1 0-1,1-1 1,0 0-1,0 1 1,0-1 0,0 0-1,0 0 1,0 0-1,0 0 1,0-1 0,0 1-1,1 0 1,2 0-1,8 1-238,0 0 0,1-1 0,0 0-1,15-2 1,-11 1-462,-12-1 364,0 0 0,0 0 0,0 0 0,0-1 0,0 0 0,-1 0 0,1-1 0,-1 1 0,1-1 0,5-5 0,35-14-7297,-32 19 845</inkml:trace>
</inkml:ink>
</file>

<file path=ppt/ink/ink30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0:23.02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7 1688,'0'0'19276,"32"-6"-18819,0 6-137,0 0-192,7 0-128,12 0-208,32 3-1401,-12 0-2560,0-3-5729</inkml:trace>
</inkml:ink>
</file>

<file path=ppt/ink/ink30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0:23.02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62 1432,'0'0'13258,"26"-2"-12253,185-19 446,-133 12-796,324-20 3265,-398 29-3885,-1-1 0,1 1 0,-1 0 0,0 1 0,1-1 0,-1 1 0,1-1 0,-1 1 0,0 0 0,1 0 1,-1 1-1,0-1 0,0 1 0,0-1 0,0 1 0,3 3 0,-3-1 26,0 0-1,0 1 1,0-1 0,-1 1 0,1 0-1,-1-1 1,-1 1 0,1 0-1,-1 1 1,2 5 0,6 45 310,-1 0 1,-3 1-1,-3 0 1,-5 63-1,1-12 521,2-81-736,1-6-38,-1-1-1,-1 1 1,-1-1 0,-1 0 0,-5 21-1,-3 3 376,-6 46 0,1-6 35,14-64-533,7-16-2411,16-24-5335,-14 10 2240</inkml:trace>
</inkml:ink>
</file>

<file path=ppt/ink/ink30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0:23.02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 0 5761,'0'0'11655,"-2"0"-8266,7 0-2291,7 2-868,1 1-1,-1 1 0,0 0 0,0 0 0,0 2 1,-1-1-1,1 1 0,19 15 0,2-2 44,-18-10-153,0 0 1,-1 1 0,0 0 0,17 16 0,-29-24-221,1 0-650</inkml:trace>
</inkml:ink>
</file>

<file path=ppt/ink/ink30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0:23.02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265 6 1568,'0'0'15640,"-3"-2"-14637,2 2-901,0-1 1,-1 0-1,1 1 1,0 0-1,-1-1 1,1 1-1,-1 0 1,1-1-1,-1 1 1,1 0-1,-1 0 1,1 0-1,0 0 1,-1 1-1,1-1 1,-1 0-1,1 1 1,-1-1-1,1 0 1,0 1-1,-3 1 1,-25 22 1731,5-2-1242,-23 17 726,-55 57 0,99-94-1375,0 1 0,0 0 1,1 0-1,0 1 0,-1-1 0,1 0 0,0 1 1,0 0-1,-2 6 0,4-9-222,0 0 1,0 0-1,-1 1 1,1-1-1,0 0 1,0 0-1,0 0 1,1 1-1,-1-1 1,0 0-1,0 0 1,1 0-1,-1 1 1,1-1-1,-1 0 1,1 0-1,-1 0 1,1 0-1,0 0 1,-1 0-1,1 0 1,0 0 0,0 0-1,0 0 1,0-1-1,0 1 1,0 0-1,0 0 1,0-1-1,0 1 1,0-1-1,0 1 1,0-1-1,2 1 1,22 9-10678</inkml:trace>
</inkml:ink>
</file>

<file path=ppt/ink/ink30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0:23.02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623 204 2617,'0'0'9502,"-3"-11"-8496,-6-37-45,8 47-831,1-1 1,-1 1 0,1 0 0,-1 0-1,0 0 1,1-1 0,-1 1 0,0 0-1,0 0 1,0 0 0,0 0 0,0 0-1,0 1 1,0-1 0,0 0 0,0 0-1,-1 1 1,1-1 0,0 0 0,0 1-1,-1-1 1,1 1 0,0 0 0,-1-1-1,1 1 1,-2 0 0,-36 0 446,30 1-279,-16-2 171,-1 1 1,1 1 0,0 1 0,0 1-1,0 2 1,0 0 0,1 2-1,-28 10 1,30-7-280,1 1 0,-1 1 0,2 0 0,-1 2 0,2 0 0,0 1 0,-19 20 0,28-24-77,1 0 0,0 0 1,1 1-1,0 0 0,0 0 1,2 1-1,-1 0 0,2 0 1,0 1-1,0-1 0,1 1 1,1 0-1,-2 21 0,0 15 294,2 66 0,4-98-371,1-1 0,0 0 0,1 0 0,1 0 1,1-1-1,0 1 0,12 24 0,-8-22 7,0 0 1,2-1-1,1 0 0,0-1 1,1 0-1,0-1 0,2-1 0,0 0 1,0 0-1,2-2 0,0 0 1,0-1-1,1-1 0,26 13 1,-14-10 34,1-1 1,1-2 0,0 0 0,0-3 0,1 0 0,0-3-1,0 0 1,44 0 0,-51-5-45,-2 0 31,-1 0 1,46-7-1,-61 5-51,0 0 0,1-1 0,-1 0 0,-1 0 0,1-1 0,0 0 0,-1 0 1,0-1-1,0 0 0,0 0 0,10-10 0,10-15 20,-1 0 0,-2-2 0,-1 0 0,31-62 0,-45 77-34,-1 0 0,-1 0 0,-1-1 0,-1-1-1,0 1 1,-1 0 0,1-23 0,-1-135 0,-4 116 0,-1 46 2,-1 0 0,0 0 0,-1-1 0,0 1 0,-1 1 0,-9-20 0,0 3 7,-30-50-1,38 72-8,0 0 0,-1 0 0,-1 1 0,1 0 0,-1 0 0,-1 0 0,1 1 0,-15-10 0,1 4 4,-1 2 0,-25-10-1,-19-9 51,15-2-35,44 25-18,-1 1 1,1 0-1,-1 0 0,0 1 1,0 0-1,-1 1 0,1 0 1,-1 0-1,1 0 0,-17-1 1,-55 2 61,74 2-92,0 1-1,0 0 0,0 0 0,0 0 0,0 1 1,0 0-1,1 0 0,-1 0 0,1 1 0,-11 6 0,2 0-1884,3-6-4420,4-2-2807</inkml:trace>
</inkml:ink>
</file>

<file path=ppt/ink/ink30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0:24.22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64 1 8706,'0'0'11642,"-6"0"-11226,0 0-416,-1 0-208,-12 0-1112,0 0-2401,12 0-4512</inkml:trace>
</inkml:ink>
</file>

<file path=ppt/ink/ink30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0:54.07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230 49 6945,'-1'-3'422,"0"0"0,0 0 0,0 0 0,-1 0 0,1 0-1,-1 0 1,0 1 0,0-1 0,0 0 0,0 1-1,0 0 1,0-1 0,-1 1 0,1 0 0,-1 0-1,-3-2 1,4 4-221,0-1-1,0 1 1,0-1 0,0 1-1,0-1 1,0 1 0,0 0-1,0 0 1,0 0 0,0 0 0,0 1-1,0-1 1,0 1 0,0-1-1,0 1 1,0-1 0,0 1-1,0 0 1,1 0 0,-1 0-1,0 0 1,0 0 0,1 0-1,-1 1 1,1-1 0,-1 1-1,-1 2 1,-2 2 23,0 0 1,0 1-1,1-1 0,0 1 1,1 0-1,-1 0 1,1 1-1,1-1 0,-1 1 1,1-1-1,1 1 0,-2 15 1,0 12 123,3 57 0,1-58-130,6 354 603,-10-197 177,1-145-882,-68 721 371,62-721-544,6-44-645,0-8-203,-1-13-1142,3 17 1825,-4-50-3654,-3-76-1252</inkml:trace>
</inkml:ink>
</file>

<file path=ppt/ink/ink30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0:54.07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261 356 5081,'20'14'8665,"6"6"-6156,-9-16-2128,0 0-1,0-1 0,0 0 0,1-1 1,20-1-1,-7 0-88,53 1 246,121-13-1,91-26-524,-88 10 18,233-19-21,339-41 51,-512 52 117,174-19 182,3 34 321,-191 25-587,270 2-132,-5-28-107,-352 5 145,401-17 9,-90 49 149,31 1-158,-2-33-10,727-35-845,-733 79 703,-452-23 140,237 19-20,-195-21 43,102-8-1,-178 4 14,-9 1 60,-1 0-1,1-1 0,-1 0 0,1 0 1,0 0-1,6-3 0,-19 7 733,4-2-788,0 0 1,1 0-1,-1 0 1,1 1-1,-1-1 0,1 1 1,0-1-1,0 1 1,0 0-1,-3 2 0,-8 11 111,2 1-1,-1 0 1,2 0-1,0 1 0,-9 23 1,-33 98 363,36-93-417,-38 126 348,7 2-1,-35 248 1,69-334-219,-73 618 921,85-692-1133,-2 7 19,2-20-21,1 0 1,-1 0-1,0 0 0,0 1 1,0-1-1,1 0 0,-1 0 1,0-1-1,0 1 0,1 0 1,-1 0-1,0 0 0,0 0 1,1-1-1,-1 1 0,0 0 1,0-1-1,1 1 0,-1 0 1,0-1-1,1 1 0,-1-1 1,1 1-1,-1-1 1,1 1-1,-2-2 0,-4-2-36,-1 0 0,0 1 0,-1 0 0,1 0-1,-1 0 1,1 1 0,-1 0 0,-13-1 0,-69-2-264,71 4 277,-843 40-993,684-17 805,77-8 190,-169 1 0,-178-53 25,-94-1 6,-288 7 302,504 3-223,-533 19 0,680 9 46,-226-29 1,184 10-119,89 13 209,-1 6 0,-216 27 0,-60 39-59,375-61-163,-346 36 16,232-34 4,-158-14 0,-99-6-40,329 16 5,0 4 0,1 4-1,-98 24 1,128-22 7,-1-2-1,-1-2 1,1-3 0,-1-1 0,-74-4 0,-325-14 20,414 12-12,0 1 0,1 1 0,-57 9 0,93-10-11,5-1-459,0 0 1,0-1 0,-1 0-1,16-7 1,25-15-4179</inkml:trace>
</inkml:ink>
</file>

<file path=ppt/ink/ink30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0:54.07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102 27 4833,'-2'2'2197,"-12"11"1087,14-13-3215,0 0 0,0 0 0,0 0 0,-1 0-1,1 0 1,0 0 0,0 1 0,0-1 0,-1 0 0,1 0 0,0 0 0,0 0 0,0 0 0,0 0 0,0 0 0,-1 1 0,1-1-1,0 0 1,0 0 0,0 0 0,0 0 0,0 0 0,0 1 0,-1-1 0,1 0 0,0 0 0,0 0 0,0 1 0,0-1 0,0 0 0,0 0-1,0 0 1,0 0 0,0 1 0,0-1 0,0 0 0,0 0 0,0 0 0,0 1 0,0-1 0,0 0 0,0 0 0,0 0 0,0 1 0,1-1-1,-1 0 1,0 0 0,0 0 0,0 0 0,0 1 0,0-1 0,0 0 0,1 0 0,-1 0 0,0 0 0,1 0-33,0 0 0,-1 0 0,1 0 1,0 0-1,-1-1 0,1 1 1,0 0-1,0-1 0,-1 1 0,1 0 1,-1-1-1,1 1 0,0-1 0,-1 1 1,1-1-1,-1 1 0,1-1 0,-1 1 1,1-1-1,-1 0 0,1 1 1,-1-1-1,0 0 0,1 1 0,-1-1 1,0 0-1,0 1 0,0-1 0,1 0 1,-1 0-1,0 1 0,0-1 0,0 0 1,0 0-1,0 1 0,0-1 0,-1-1 1,-3-27 4,-20 105 5929,13-20-5026,2 1 1,-1 93-1,15 117-465,1-81-362,-19 127-76,2 69-21,13-355-339,8 33 0,0 2-614,-10-61 598,0 0-1,-1 0 1,1 0 0,0 1-1,0-1 1,-1 0-1,1 0 1,-1 0-1,1 0 1,-1 0-1,1 0 1,-1 0 0,0 0-1,1 0 1,-1 0-1,0 0 1,0 0-1,0 0 1,1-1 0,-1 1-1,0 0 1,0-1-1,0 1 1,0 0-1,-1-1 1,1 1-1,0-1 1,0 0 0,0 1-1,0-1 1,0 0-1,-1 0 1,1 0-1,0 0 1,-2 0-1,-16 3-3876</inkml:trace>
</inkml:ink>
</file>

<file path=ppt/ink/ink30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0:54.07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27 110 7410,'-4'8'7892,"5"-5"-5535,4-7-1045,-3 1-1279,-1-1-1,0 0 1,0 1 0,0-1 0,0 0 0,-1 0 0,0 1-1,0-6 1,1-2-30,10-56 185,-13 67 379,-1 6-188,-4 10 70,-4 32 247,2 0-1,2 0 1,-2 77-1,23 149 539,7-87-906,9 96 178,-24-189-386,-6 94 0,-5-143-320,-12 58 0,8-61-248,-4 61 1,15-84-801,4-50-8852</inkml:trace>
</inkml:ink>
</file>

<file path=ppt/ink/ink30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0:54.08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0 180 6649,'5'-27'6782,"13"-14"-3973,-13 33-2423,-1 0 0,-1 0 0,1-1 1,2-11-1,4-26 1290,-7 33-698,-6 36-58,-5 30-428,3 0-1,3 0 1,1 0 0,3 0 0,16 91 0,-14-117-363,38 215 1037,-30-175-1131,76 444 197,-74-388-551,-4 1 1,-9 158 0,-2-247 139,0-17-477,1-1 0,-2 0-1,-6 30 1,7-43-646,1-6-854,2-7 223,6-37-3645</inkml:trace>
</inkml:ink>
</file>

<file path=ppt/ink/ink30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0:54.08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149 0 5177,'-7'8'2070,"0"-1"0,1 1 0,0 0 1,-9 16-1,10-14-1680,1 1 1,-1 0 0,2 0 0,0 0 0,0 0 0,1 1-1,0-1 1,1 1 0,1-1 0,-1 1 0,3 11 0,-1 93 848,-4 0 0,-22 129 0,1 2-282,10 405-564,17-448-2446,-4-201-745,-3-12-952,-10-26-2316</inkml:trace>
</inkml:ink>
</file>

<file path=ppt/ink/ink30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0:54.08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222 23 2264,'0'-1'430,"0"-1"0,0 1-1,0 0 1,0-1 0,0 1-1,-1-1 1,1 1-1,0 0 1,-1-1 0,1 1-1,-1 0 1,1-1-1,-1 1 1,0 0 0,-1-2-1,-3 5 2873,1 10-545,3-4-1789,1 0 0,1-1 0,-1 1 0,1-1 1,0 1-1,5 13 0,1 16 243,-3 7-448,-2 0 0,-6 67 0,-20 89 198,17-155-674,-45 394 539,34 3-176,24-319-373,22 124-1,-27-235-231,0-1 0,-1 0 0,-1 1 0,-2 15 0,1-18-38,1-1 0,0 1 0,1-1-1,0 1 1,0-1 0,1 1 0,0-1 0,3 14 0,-41-56-4414,1 3-1763,-47-26-3641</inkml:trace>
</inkml:ink>
</file>

<file path=ppt/ink/ink30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0:54.08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45 5361,'-1'-9'2899,"1"-14"647,0 22-3292,0 1 1,0-1-1,0 1 1,0-1-1,0 1 1,0-1-1,0 1 1,0-1-1,1 1 1,-1-1-1,0 1 1,0-1-1,0 1 1,0 0-1,1-1 1,-1 1-1,0-1 1,0 1-1,1 0 1,-1-1-1,0 1 1,1 0-1,-1-1 1,0 1-1,1 0 1,-1-1-1,1 1 1,-1 0-1,1 0 1,-1 0-1,1-1 1,0 1 374,8 39 3094,-1-10-3017,-6-11-558,-1 0 0,-1 0-1,-3 31 1,0 11-110,2-60-91,1 0 0,0 1 0,0-1 0,0 0-1,0 0 1,0 0 0,0 0 0,0 0-1,0 1 1,0-1 0,0 0 0,0 0-1,0 0 1,0 0 0,0 1 0,0-1-1,0 0 1,0 0 0,0 0 0,0 0-1,0 1 1,1-1 0,-1 0 0,0 0 0,0 0-1,0 0 1,0 0 0,0 1 0,0-1-1,0 0 1,1 0 0,-1 0 0,0 0-1,0 0 1,0 0 0,0 0 0,0 0-1,1 1 1,-1-1 0,0 0 0,0 0-1,0 0 1,0 0 0,1 0 0,-1 0 0,0 0-1,0 0 1,0 0 0,0 0 0,1 0-1,-1 0 1,13-10-3921,18-24-1726</inkml:trace>
</inkml:ink>
</file>

<file path=ppt/ink/ink30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0:54.08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313 94 4505,'0'0'12276,"1"-6"-11509,4-65 2435,-5 70-3183,0 0-1,-1 0 1,1 0 0,-1 0 0,1 0 0,-1 1-1,1-1 1,-1 0 0,0 0 0,0 1 0,1-1 0,-1 0-1,0 1 1,0-1 0,1 1 0,-1-1 0,0 1-1,0-1 1,0 1 0,0 0 0,0-1 0,0 1 0,0 0-1,0 0 1,0 0 0,0-1 0,0 1 0,0 0-1,-1 1 1,-38-3-32,33 3 43,-5-2-32,1 2 0,0-1 0,0 2 0,0-1 1,0 2-1,0-1 0,0 2 0,0-1 0,1 1 0,-1 1 0,1 0 0,0 0 0,1 1 0,-1 1 0,1-1 0,1 1 0,-1 1 0,1 0 0,-8 9 1,11-8-4,0 0 0,0 0 1,1 0-1,0 0 0,1 1 1,0 0-1,0-1 0,1 1 1,0 0-1,1 0 1,0 0-1,1 1 0,0-1 1,1 0-1,0 0 0,0 0 1,1 0-1,0 0 0,1 0 1,5 12-1,-6-18 6,0 0 0,0 0-1,1 0 1,0 0-1,0-1 1,0 1 0,0-1-1,0 1 1,1-1 0,-1 0-1,1 0 1,0-1 0,0 1-1,0-1 1,0 0 0,0 0-1,9 2 1,-2-1 21,1-1 0,0-1-1,1 0 1,-1 0 0,21-3 0,-27 2-14,0-1-1,0-1 1,0 1 0,-1-1 0,1 0-1,0-1 1,-1 1 0,0-1 0,0 0 0,0 0-1,0-1 1,0 1 0,0-1 0,-1 0-1,0-1 1,0 1 0,0-1 0,0 0-1,3-6 1,5-9 12,-1 0-1,-1 0 1,14-38-1,-19 43 85,0-1 0,-1 1 0,0-1 0,-1 0 0,1-30 0,-4 45 778,-7 27-17,2-13-593,1-5-192,1-1 0,0 0 1,1 1-1,0 0 0,0-1 0,0 1 0,1 0 0,0 0 0,1 0 1,0 0-1,0 0 0,2 13 0,0-19-71,0 0 0,0 0 0,-1 0 0,2 0 0,-1 0 0,0 0 0,0-1 0,0 1 0,1-1 0,-1 1 0,1-1 0,-1 0 0,1 0 0,-1 0 0,1-1 0,0 1 0,0 0 0,-1-1 0,4 1-1,58 4 136,-58-5-142,181 1-6037,-108-1 1595,-56 0-4209</inkml:trace>
</inkml:ink>
</file>

<file path=ppt/ink/ink30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0:54.08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6 7618,'0'0'9359,"4"-3"-8580,-4 3-734,1-1 0,-1 1 0,1 0 0,-1 0 0,0 0 0,1-1 0,-1 1-1,1 0 1,-1 0 0,1 0 0,-1 0 0,1 0 0,-1 0 0,1 0 0,-1 0 0,1 0 0,-1 0 0,1 0 0,-1 0 0,1 0 0,-1 0 0,1 0 0,-1 1 0,0-1 0,1 0 0,-1 0 0,1 1 0,-1-1 0,0 0 0,1 0 0,-1 1 0,1-1 0,-1 0-1,0 1 1,1-1 0,-1 1 0,0-1 0,0 0 0,1 1 0,-1-1 0,0 1 0,0-1 0,0 1 0,9 36 1567,-7 64 451,-2-78-1759,0 398 931,0-408-1203,2-1-1,0 0 1,0 0-1,5 14 1,-4-15-537,0 1 0,-1-1 0,0 1 0,0 13 0,-2-65-9749,0 6 3768</inkml:trace>
</inkml:ink>
</file>

<file path=ppt/ink/ink30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0:54.08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142 282 4641,'0'0'9449,"23"-18"-8985,78-58 19,-92 69-403,1 1 1,0 0-1,0 0 1,1 1-1,-1 1 1,1-1-1,0 2 1,0-1 0,1 2-1,12-3 1,13-2 163,588-114 1487,-622 121-1697,21-4 539,1 2 1,46 1-1,-68 2-478,-1 0 0,0 1 0,0-1 0,0 0 0,0 1 0,0-1 0,0 1 0,0 0 0,-1 0 0,1 0 0,0 0 0,-1 0 0,0 0 0,1 0 0,-1 0 0,0 1 0,0-1 0,0 0 0,-1 1 0,2 3 0,14 54 1079,-15-57-1165,14 99 598,-5 1 1,-3 0-1,-10 125 0,1-70-533,15-74-15,-13-83 329,-39-10-125,4-1-294,-45 2-46,-151 5 1,126 4 39,-80 4 37,0 8 0,-190 39 0,341-48-2,33-4-20,40 0-281,0-3-132,-35 2-56,1 0-1,-1 0 1,0 0 0,1-1-1,-1 0 1,0 0-1,0 0 1,0 0 0,0-1-1,4-3 1,11-10-3126,1-3-3259</inkml:trace>
</inkml:ink>
</file>

<file path=ppt/ink/ink30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0:54.08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1348 9330,'0'0'6949,"12"0"-6788,15-1-213,42 1 620,-1 2 0,78 13 0,-84-7-384,-47-7-49,0 0 0,-1 2-1,1-1 1,0 2 0,-1 0-1,1 0 1,25 13-1,-32-11-10,1-2 0,-1 1 0,1-1 0,0-1 0,0 0 0,1 0-1,-1 0 1,0-1 0,15 1 0,-20-3-97,1 0 0,0-1 0,0 1 1,-1-1-1,1 0 0,0 0 0,-1 0 0,1-1 0,-1 0 0,1 0 1,-1 0-1,0 0 0,0 0 0,0-1 0,0 0 0,0 0 0,-1 0 0,1 0 1,-1-1-1,6-7 0,36-45 92,-3-3-1,-3-1 1,60-122 0,-33 5 219,-58 150-169,-1-1 0,-2 1 0,-1-1 0,2-47 0,-6 57-96,0-8 41,0-1 0,-7-38 0,5 56-98,0 0 1,-1 0 0,0 0 0,-1 0-1,1 0 1,-2 1 0,1-1-1,-1 1 1,-1 0 0,-8-10-1,7 9-17,-1 0 0,0 1 0,-1 0 0,1 0 0,-2 1 0,1 0-1,-1 1 1,0 0 0,0 0 0,-1 1 0,1 0 0,-1 1 0,0 1-1,0-1 1,-1 2 0,1-1 0,-1 2 0,1 0 0,-18 0 0,10 3-72,19 3-92,34 4 137,38-3 85,85-5 1,-78-2-43,51-6-56,178-32 0,-174 18-7,-41 9 21,174-25-234,291-77 0,-541 109 317,0 0 0,1 1 1,0 2-1,24-2 0,239 4 1803,-280 0-1515,32-12 610,-8 4-773,0 1 1,0 2-1,0 1 0,27-2 1,-51 6 98,0-7-8669,-2-9 6965,1 14 385,0-18-3344,0 1-747</inkml:trace>
</inkml:ink>
</file>

<file path=ppt/ink/ink30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0:54.08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199 1 2801,'0'0'12460,"-40"0"-6883,38 6-5307,-1 0 0,1 0 0,0 0 0,1 0 0,-1 0 0,1 0 0,0 0 0,0 11 0,1-14-194,0 1 0,-1-1 0,1 1 0,1 0-1,-1-1 1,0 1 0,1-1 0,0 1 0,0-1 0,0 0-1,0 1 1,1-1 0,-1 0 0,1 0 0,0 0-1,4 6 1,0-3 2,1-1-1,0 1 1,0-1 0,0-1-1,1 1 1,0-1-1,-1-1 1,2 0-1,-1 0 1,0 0 0,10 1-1,-18 45 1066,-4-38-1130,-1-1 0,0 0 0,-1 1 0,0-2 0,-1 1 0,0-1 0,0 0 0,-1 0 0,-11 9 0,-6 9 17,4-4-262,-1-1 0,-33 27-1,9-14-5923,27-22-1891</inkml:trace>
</inkml:ink>
</file>

<file path=ppt/ink/ink30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0:54.08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181 107 4017,'0'0'14310,"19"-20"-12749,-14 13-1253,-3 4-109,0 0 0,-1 0 0,1 0 0,-1 0 0,1 0 0,-1 0 1,0 0-1,0 0 0,-1 0 0,2-7 0,-2 10 160,-15 0 218,5 1-547,0 0 0,0 1 0,0 0-1,0 1 1,0 0 0,1 0 0,0 1 0,-1 1-1,1-1 1,1 1 0,-1 1 0,-9 8 0,12-10-15,0 0 1,1 1 0,0 0 0,-1 0 0,2 0 0,-1 1 0,1 0 0,0-1 0,0 1 0,0 1 0,1-1-1,0 1 1,0-1 0,1 1 0,0 0 0,0 0 0,1 0 0,-2 8 0,3-13-6,0 1-1,0-1 1,-1 1 0,2-1-1,-1 1 1,0-1 0,0 0 0,1 1-1,-1-1 1,1 0 0,0 1 0,0-1-1,0 0 1,0 0 0,0 1 0,0-1-1,0 0 1,1 0 0,-1 0 0,3 2-1,1-2 12,-1 0 0,1-1-1,0 1 1,0-1-1,-1 0 1,1 0 0,0-1-1,0 1 1,8-1 0,3 0-1,1 1 1,-1-2 0,0 0 0,0-1-1,0-1 1,0 0 0,0-1 0,18-8 0,-27 9-15,0 0 0,-1 0 0,1-1 0,-1 0 1,0-1-1,0 1 0,-1-1 0,1 0 0,-1 0 1,0-1-1,0 0 0,-1 0 0,0 0 0,0 0 1,0-1-1,-1 1 0,1-1 0,-2 0 1,1 0-1,1-10 0,-2 6 4,-1 1 0,0-1-1,-1 0 1,-1-15 0,0-1-26,1 25 14,0 1 0,0 0 0,0 0 0,-1-1 0,1 1 0,0 0 0,-1-1 0,0 1 0,1 0-1,-1 0 1,0 0 0,1 0 0,-1 0 0,0 0 0,0 0 0,0 0 0,0 0 0,0 0 0,0 0 0,0 0-1,0 1 1,0-1 0,0 0 0,-1 1 0,1-1 0,0 1 0,0-1 0,-1 1 0,1 0 0,0 0 0,0-1-1,-3 1 1,-51-1-4503,38 1-1530,4 0-6769</inkml:trace>
</inkml:ink>
</file>

<file path=ppt/ink/ink30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0:54.09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6953,'0'0'12610,"27"0"-11863,214 0 330,-139 0-838,-102 0-240,1 0 1,-1-1-1,1 1 1,-1 0-1,1 0 1,-1 0-1,1 0 0,0 0 1,-1 0-1,1 1 1,-1-1-1,1 0 1,-1 0-1,1 0 0,-1 0 1,1 1-1,-1-1 1,1 0-1,-1 0 1,1 1-1,-1-1 0,1 0 1,-1 1-1,0-1 1,1 1-1,-1-1 1,1 0-1,-1 1 1,0-1-1,0 1 0,1-1 1,-1 1-1,0-1 1,0 1-1,1-1 1,-1 1-1,0 0 0,0-1 1,0 1-1,0-1 1,0 1-1,0-1 1,0 1-1,0-1 0,0 1 1,0 0-1,0-1 1,0 1-1,-1-1 1,1 1-1,0-1 1,0 1-1,0-1 0,-1 1 1,-21 29 167,-41 20 303,48-40-361,1 0 1,-1 2 0,2 0 0,0 0 0,0 1 0,1 1 0,1 0 0,-13 20 0,22-32-98,1 0 1,0 1-1,0-1 1,0 0-1,0 0 1,0 1-1,1-1 1,-1 0-1,1 1 1,0-1-1,-1 0 0,1 1 1,0-1-1,1 4 1,-1-5-3,0 0 0,1 0 0,-1 0 0,1 1 0,0-1 0,-1 0 0,1 0 0,0 0 0,-1-1 0,1 1 0,0 0 0,0 0 0,0 0 0,0-1 0,0 1 0,0 0 0,0-1 0,0 1 0,0-1 0,2 2 0,6 0 29,0-1 1,0 1-1,0-1 0,-1-1 1,1 0-1,11-1 1,0 1-45,5-1-57,0-2 0,0 0 0,0-2 0,0 0 0,28-11 0,61-26-3393,-77 28 950,11-6-4162</inkml:trace>
</inkml:ink>
</file>

<file path=ppt/ink/ink30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0:54.09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17 8306,'0'0'9527,"15"-3"-9285,59-5 392,81 3 1,-153 5-622,0 0 0,0 1-1,0-1 1,1 0 0,-1 1-1,0 0 1,0 0 0,0 0-1,0 0 1,0 0 0,0 0-1,0 0 1,0 0 0,-1 1-1,1-1 1,0 1 0,-1-1 0,1 1-1,-1 0 1,0 0 0,3 3-1,-4-4 18,1 0 0,0 1 0,-1-1-1,1 0 1,-1 1 0,0-1 0,1 1 0,-1-1-1,0 1 1,0-1 0,0 1 0,0-1-1,0 1 1,0-1 0,0 1 0,-1-1 0,1 0-1,0 1 1,-1-1 0,1 1 0,-1-1 0,1 0-1,-1 1 1,0-1 0,0 0 0,0 0-1,0 0 1,1 1 0,-2-1 0,1 0 0,0 0-1,0 0 1,0-1 0,-2 3 0,-13 5 219,-26 15 53,41-23-305,0 1 0,0-1 0,0 1 0,0 0-1,0 0 1,0-1 0,0 1 0,0 0 0,0 0 0,1 0 0,-1 0 0,0 0 0,0 0 0,1 0-1,-1 0 1,1 0 0,-1 0 0,1 0 0,-1 1 0,1-1 0,0 0 0,0 0 0,0 0 0,-1 1 0,1-1-1,0 0 1,0 0 0,1 2 0,0-1-27,0-1 0,1 0-1,-1 1 1,1-1 0,-1 0-1,1 1 1,-1-1 0,1 0-1,0 0 1,0-1 0,-1 1-1,1 0 1,0 0 0,4 0 0,37 9-367,-27-6 195,-3-1 30,-6-2 97,0 1 0,1 0 0,-1 0 0,-1 1 0,9 4 0,-14-7 72,0 1 1,-1-1 0,1 1-1,0-1 1,0 1-1,-1 0 1,1-1-1,0 1 1,-1 0 0,1 0-1,-1-1 1,1 1-1,-1 0 1,1 0 0,-1 0-1,0 0 1,1-1-1,-1 1 1,0 0-1,0 0 1,0 0 0,1 0-1,-1 0 1,0 0-1,0 0 1,0 0 0,-1 0-1,1 0 1,0 0-1,0 0 1,0-1 0,-1 1-1,1 0 1,0 0-1,-1 0 1,1 0-1,-1 0 1,1-1 0,-1 1-1,1 0 1,-1-1-1,0 1 1,1 0 0,-1-1-1,0 1 1,0 0-1,1-1 1,-3 1-1,-6 7 201,-1 0-1,-1-1 0,0 0 0,0-1 0,0 0 0,-23 8 0,-77 20 215,102-32-1260,0-1-3720</inkml:trace>
</inkml:ink>
</file>

<file path=ppt/ink/ink30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0:54.09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77 0 4657,'0'0'11680,"3"0"-11182,0 0 1,-1 0-1,1 1 1,-1-1-1,1 0 1,-1 1 0,1 0-1,-1 0 1,1-1-1,3 4 1,-6 5-23,1-5-362,0 0-1,-1 0 0,0 0 0,0 0 0,-1 0 0,1 0 0,-1 0 1,1 0-1,-1 0 0,-1 0 0,1 0 0,0 0 0,-1 0 0,0-1 0,0 1 1,0-1-1,0 1 0,-1-1 0,1 0 0,-4 4 0,-11 6 87,-27 27 89,42-37-285,0 0 0,-1 0 0,1 0-1,1 0 1,-1 0 0,0 0 0,1 0 0,-1 1 0,1-1 0,0 0 0,0 1-1,1-1 1,-1 1 0,0 4 0,2-7-2,-1 0 0,0-1-1,1 1 1,-1 0 0,1-1-1,-1 1 1,1 0 0,-1-1 0,1 1-1,-1-1 1,1 1 0,0-1-1,-1 1 1,1-1 0,0 1 0,-1-1-1,1 0 1,0 1 0,0-1-1,-1 0 1,1 0 0,0 1 0,0-1-1,-1 0 1,1 0 0,0 0-1,0 0 1,0 0 0,0 0-1,36 1 66,-27-2-50,46 2 6,-28 1-12,0-1 1,0-2 0,0-1 0,0-1 0,-1-1-1,49-15 1,-42 0-534,-27 4-3041,-7 14 3107,-1 0 0,1 0 1,0 0-1,-1-1 0,1 1 1,0 0-1,-1 0 0,1 0 0,-1 0 1,0 0-1,1 1 0,-1-1 1,0 0-1,1 0 0,-1 0 1,0 0-1,-1 0 0,-15-11-7803</inkml:trace>
</inkml:ink>
</file>

<file path=ppt/ink/ink30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0:54.09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39 1 9882,'0'0'13475,"-39"186"-13283,39-161-96,0 1-96,13 0-168,0-7-936,12-3-1505,-5-6-2352,-7-7-2825</inkml:trace>
</inkml:ink>
</file>

<file path=ppt/ink/ink30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0:54.09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97 46 5857,'0'0'7783,"5"-8"-6689,16-22 53,-15 23 2315,-19 10-1448,-2 9-1469,0 2 1,1-1 0,1 2-1,-20 27 1,32-40-539,-1 0 0,1 0 0,-1 0-1,1 0 1,0 0 0,0 0 0,0 0 0,0 0 0,0 0-1,1 0 1,-1 1 0,1-1 0,-1 0 0,1 1-1,0-1 1,0 0 0,0 1 0,0-1 0,0 0 0,1 1-1,-1-1 1,2 4 0,0-3-3,-1-1-1,1 0 1,0 0-1,0 0 1,0 0-1,0 0 1,0-1-1,1 1 1,-1 0-1,0-1 1,1 0-1,-1 1 1,1-1-1,0 0 1,-1-1-1,4 2 1,14 2-108,-1-1 0,1 0 0,0-2 0,23-1 0,-37 0 10,22 5-151,-28-5 247,0 0 0,1 0 0,-1 1 0,0-1 1,1 0-1,-1 1 0,0-1 0,0 0 0,1 0 0,-1 1 0,0-1 0,0 0 0,1 1 0,-1-1 0,0 1 0,0-1 0,0 0 0,0 1 0,0-1 0,1 1 0,-1-1 1,0 0-1,0 1 0,0-1 0,0 1 0,0-1 0,0 0 0,0 1 0,-1-1 0,1 1 0,0-1 0,0 1 0,-2 3 50,-1-1 0,1 1 0,-1 0 0,1-1 0,-1 0 0,-1 1 0,1-1 0,-5 3-1,3-1-93,-2 0-1,1-1 1,0 0-1,-1 0 1,0-1-1,0 1 1,0-2-1,0 1 1,0-1-1,-1 0 1,1 0-1,-11 1 1,-18-2-3308,-1-3-3963,23-1 1119</inkml:trace>
</inkml:ink>
</file>

<file path=ppt/ink/ink30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0:54.09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9354,'0'0'13232,"11"7"-12449,0 0-635,1-1 0,0-1 0,-1 0-1,2 0 1,-1-1 0,0-1 0,23 3 0,-5-4-100,-19-2-202,0 1 0,0-1 1,0 2-1,0 0 0,17 5 0,-27-5-812</inkml:trace>
</inkml:ink>
</file>

<file path=ppt/ink/ink30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0:54.09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111 46 3241,'0'0'5561,"9"-2"111,33-9-4779,-17-1-758,-17 9 351,-1-1 0,1 1 0,-1 1 1,1-1-1,0 1 0,10-1 0,-17 3 579,-16 5-447,-8 10-510,1 0-1,0 2 0,1 0 0,1 2 1,1 0-1,-29 37 0,40-44-103,0 0 0,1 1 0,1 0 0,0 0 0,0 0 0,2 1 0,-1-1 0,2 1 0,0 0 0,1 1 0,0-1 0,1 0 0,0 1 0,1-1 0,3 20 0,-2-31 3,0 0 1,1 0-1,-1-1 0,1 1 0,-1 0 0,1-1 0,0 1 1,0-1-1,0 0 0,0 1 0,0-1 0,1 0 1,-1 0-1,1-1 0,-1 1 0,1 0 0,0-1 0,-1 0 1,1 1-1,0-1 0,0 0 0,0-1 0,0 1 1,0 0-1,0-1 0,0 0 0,5 0 0,11 2 65,0-1 0,38-4 0,-56 3-71,2-1 10,-1 1 1,1-1-1,-1 0 1,1-1-1,-1 1 1,0 0 0,1-1-1,-1 1 1,0-1-1,0 0 1,0 0-1,0 1 1,0-1-1,0-1 1,-1 1 0,1 0-1,-1 0 1,1-1-1,-1 1 1,0-1-1,0 1 1,0-1-1,0 1 1,-1-1 0,1 1-1,0-5 1,1-2 67,-1 1 0,1-1 0,-2 0 0,1 0 1,-1 0-1,-1 0 0,-1-11 0,1 17-63,1 1 0,-2 0 0,1 0 0,0-1 0,0 1 0,-1 0 0,1 0 1,-1 0-1,1 0 0,-1 0 0,0 1 0,0-1 0,0 1 0,0-1 0,0 1 0,0-1 0,0 1 0,0 0 0,-1 0 0,1 0 0,0 0 0,-1 1 0,1-1 0,-1 1 0,-2-1 0,-10-1 27,0 0-1,-29 1 0,36 1-46,7-14-3692,1 5-439</inkml:trace>
</inkml:ink>
</file>

<file path=ppt/ink/ink30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0:54.09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21 1112,'0'0'4077,"3"4"-4546,8 6 10844,-5-8-9144,880-34-825,-631 28-360,-152 5 306,-82-2 47,-17 1-271,1 0 0,-1-1 0,0 2 1,1-1-1,-1 0 0,0 1 0,0 0 0,1 0 0,-1 0 0,0 0 1,6 4-1,5 0 387,-14-5-441,0 0 0,0 1-1,0-1 1,0 0 0,-1 0 0,1 1-1,0-1 1,0 1 0,0-1 0,-1 1-1,1-1 1,0 1 0,-1-1 0,1 1 0,0-1-1,-1 1 1,1 0 0,-1-1 0,1 1-1,-1 0 1,1 0 0,-1-1 0,0 1-1,1 0 1,-1 0 0,0 0 0,1 0-1,-1-1 1,0 1 0,0 0 0,0 0-1,0 0 1,0 0 0,0 0 0,0 0-1,0-1 1,0 1 0,-1 0 0,1 0-1,-1 1 1,1 17 52,-2-1-1,-1 0 0,0 0 1,-1 0-1,-1 0 0,0-1 1,-1 1-1,-11 18 0,-7 20-90,8-22 54,1 2-1,2 0 0,-15 61 0,14-28-53,-5 39-4,5 45 313,-47 207 0,17-134-111,28-135-178,-3 24-23,14-70 3,5-44 43</inkml:trace>
</inkml:ink>
</file>

<file path=ppt/ink/ink30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0:54.09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1 123 4809,'0'0'6914,"4"-3"-6232,8-3-214,0 0-1,1 1 0,0 0 0,0 1 1,0 0-1,0 1 0,0 1 1,17-2-1,125 0-613,-72 4 611,233-18 129,108-2 431,-357 22-725,-40 0-71,0-2-1,1 0 0,-1-2 1,35-6-1,-44 0 1627,-21 1-1906,-29-2-4798,25 7 2789,-19-4-6161</inkml:trace>
</inkml:ink>
</file>

<file path=ppt/ink/ink30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0:54.10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630 1 3505,'0'0'9562,"9"0"-8349,40 0 7112,-76 13-6989,-136 90 1570,-44 30-1532,186-116-1194,1 1 0,0 1 1,1 1-1,-27 37 1,30-36-64,-46 63 327,2-8-275,56-69-147,0 1-1,0 0 1,1-1 0,0 1 0,1 0-1,-4 17 1,6-4-16,0-8 7,0 0 0,0 1 0,5 20 0,-4-29-12,0-1 0,1 1 0,-1-1 0,1 0 1,0 0-1,0 0 0,1 0 0,-1 0 0,1-1 0,0 1 0,0-1 0,0 1 1,0-1-1,6 4 0,-2-3 7,0 0 1,0-1 0,0 0-1,0 0 1,0-1 0,1 0-1,-1 0 1,1 0 0,0-1-1,14 0 1,4-1 4,50-5 0,-74 4-7,0 0 0,1 1 0,-1-1 0,0 0 0,0 0 0,0 0 0,0-1 0,-1 1 0,1-1 0,0 1 0,0-1-1,-1 1 1,1-1 0,-1 0 0,0 0 0,1 1 0,-1-1 0,0 0 0,0 0 0,0 0 0,0-1 0,0 1 0,-1 0 0,1-3 0,2-3 23,-1 0 0,-1-1 0,1 1 0,-1-16 0,-1 13-15,1 8-6,-1 0 0,0 1 0,1-1 0,-1 0 0,-1 1 0,1-1 0,0 0-1,-1 1 1,1-1 0,-1 1 0,0-1 0,0 0 0,-1-2 0,-14-16 39,14 18-39,0 0 0,0 0-1,0 0 1,-1 0 0,1 1-1,-1-1 1,1 1 0,-1-1-1,-5-2 1,-15-8 31,19 10-37,-1 0 0,1 0 0,-1 1-1,1 0 1,-1 0 0,0 0 0,0 1 0,0-1 0,0 1 0,0 0 0,0 1 0,-6-1 0,-5 0 51,-9 1 114,26 0-166,-1 0 1,0 0 0,0 0-1,0 0 1,0 0 0,0 1-1,0-1 1,0 0-1,0 0 1,0 0 0,0 0-1,0 0 1,0 1 0,0-1-1,0 0 1,0 0-1,0 0 1,0 0 0,0 0-1,0 1 1,0-1-1,0 0 1,0 0 0,0 0-1,0 0 1,0 0 0,0 1-1,-1-1 1,1 0-1,0 0 1,0 0 0,0 0-1,0 0 1,0 0 0,0 0-1,0 1 1,-1-1-1,1 0 1,0 0 0,0 0-1,0 0 1,0 0 0,0 0-1,0 0 1,-1 0-1,1 0 1,0 0 0,0 0-1,0 0 1,0 0-1,-1 0 1,1 0 0,0 0-1,0 0 1,0 0 0,0 0-1,0 0 1,-1 0-1,1 0 1,0 0 0,43 32-2063,59 41-8917,-80-57 3932</inkml:trace>
</inkml:ink>
</file>

<file path=ppt/ink/ink30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0:54.10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263 3 2817,'0'0'16198,"0"-1"-16135,1 1 0,-1 0 0,0 0 1,0 0-1,0-1 0,1 1 0,-1 0 0,0 0 1,0 0-1,1 0 0,-1 0 0,0-1 0,1 1 1,-1 0-1,0 0 0,0 0 0,1 0 0,-1 0 1,0 0-1,1 0 0,-1 0 0,0 0 1,0 0-1,1 0 0,-1 0 0,0 0 0,0 0 1,1 0-1,-1 1 0,0-1 0,1 0 0,-1 0 1,0 0-1,0 0 0,1 0 0,-1 1 0,0-1 1,0 0-1,0 0 0,1 0 0,-1 1 1,0-1-1,0 0 0,0 0 0,0 1 0,0-1 1,1 0-1,-1 0 0,0 1 0,0-1 0,0 0 1,0 1-1,-5 15 360,-1 0 0,-1 0 0,0 0 0,-1-1 1,-20 27-1,-5 13 104,-13 19 27,30-50-387,2 0 0,-19 40 0,33-64-152,0 0 0,0 1 0,0-1 0,0 0 0,0 0 0,0 1 0,0-1 0,0 0 0,0 1 0,0-1 0,0 0 0,0 0 0,0 1 0,0-1 0,0 0 0,0 0 0,0 1 0,0-1 0,1 0 0,-1 0 0,0 1 0,0-1 0,0 0 0,0 0 0,1 0 0,-1 1 0,0-1 1,0 0-1,1 0 0,-1 0 0,0 0 0,0 0 0,1 1 0,-1-1 0,0 0 0,0 0 0,1 0 0,-1 0 0,0 0 0,0 0 0,1 0 0,21 2 119,19-6-123,8-2-39,76 0 1,-123 6 20,1 0 0,0 0 0,0 1 0,0-1 1,-1 1-1,1 0 0,0-1 0,0 1 0,-1 1 0,1-1 0,-1 0 0,1 0 0,-1 1 0,0 0 0,1-1 0,-1 1 1,0 0-1,0 0 0,2 3 0,0 0-3,-1 0 1,0 1 0,1-1-1,-2 1 1,1 0 0,-1 0-1,0 0 1,2 8 0,0 13-8,0-1 1,-2 1 0,-2 32 0,0-49 14,0-9 7,0 1 1,-1-1-1,0 0 0,1 0 1,-1 0-1,0 1 0,0-1 1,1 0-1,-1 0 0,0 0 1,0 0-1,0-1 1,0 1-1,0 0 0,-1 0 1,1 0-1,0-1 0,0 1 1,0-1-1,-1 1 1,1-1-1,0 1 0,0-1 1,-1 0-1,1 0 0,-2 1 1,-45 6 126,36-5-108,-71 8 70,-149-2-1,231-8-85,1-3-476,1-1 1,0 1-1,-1 0 0,1-1 1,0 1-1,0 0 0,1 0 1,-1-1-1,1 1 0,0 0 1,-1 0-1,1 1 1,0-1-1,1 0 0,-1 1 1,0-1-1,1 1 0,0 0 1,-1 0-1,1 0 0,0 0 1,5-3-1,17-8-5308</inkml:trace>
</inkml:ink>
</file>

<file path=ppt/ink/ink30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0:54.10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1696,'0'0'16408,"7"2"-15281,22 5-330,1-1 0,0-2 1,0-1-1,1-1 0,37-3 1,-31 1 538,-36 0-273,-1 3-1316,1 5-1095,-1-1 1,-1 1-1,0 0 1,0 0-1,-3 11 1,-2 3-3438</inkml:trace>
</inkml:ink>
</file>

<file path=ppt/ink/ink30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1:41.88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26 43 4825,'0'0'13691,"-19"-42"-13419,19 45-4169,-7 7-2008</inkml:trace>
</inkml:ink>
</file>

<file path=ppt/ink/ink30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4:19.25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362 61 888,'0'0'12271,"16"-6"-10347,50-18-137,-64 23-1503,1 0 1,0 0-1,-1 0 0,1 0 0,-1-1 1,1 1-1,-1 0 0,1-1 0,-1 0 0,0 0 1,0 0-1,0 0 0,0 0 0,0 0 1,0 0-1,1-4 982,-5 10-1081,-11 17-6,-2-1 0,0-1 0,-1 0 0,-1-1 0,-20 17 0,-107 81-79,113-92-67,-23 13-32,37-26-2,0 0 0,0 1 0,1 1-1,1 1 1,0 0 0,-17 21 0,31-34-2,0 0-1,0 0 1,0 0 0,0 0-1,1 1 1,-1-1 0,0 0-1,0 1 1,1-1 0,-1 1-1,1-1 1,-1 1-1,1-1 1,0 1 0,0-1-1,-1 1 1,1-1 0,0 1-1,0-1 1,0 1 0,1-1-1,-1 1 1,0-1 0,1 1-1,-1-1 1,0 1-1,1-1 1,0 1 0,-1-1-1,1 0 1,0 1 0,0-1-1,0 0 1,0 0 0,0 1-1,0-1 1,0 0-1,0 0 1,0 0 0,1 0-1,-1-1 1,0 1 0,1 0-1,-1 0 1,0-1 0,1 1-1,-1-1 1,1 1 0,-1-1-1,1 0 1,2 1-1,11 2 22,0 0 0,0-1-1,0-1 1,17 0-1,-20-1-25,283 1 179,-155-2 85,-139 1-221,-16 0-7018,-7 0 3058,1 0-1569</inkml:trace>
</inkml:ink>
</file>

<file path=ppt/ink/ink30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4:19.54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154 1 2497,'0'0'17447,"0"9"-15608,0 144 2385,0 12-3981,-1-160-515,0 1 0,-1-1 0,0 1 0,0-1-1,-1 0 1,0 0 0,1 0 0,-2 0 0,1 0 0,0-1 0,-1 1 0,0-1 0,0 0 0,0 0 0,-6 4 0,-2 3-539,-33 31-3479,0-3-1608</inkml:trace>
</inkml:ink>
</file>

<file path=ppt/ink/ink30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4:28.33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35 0 3489,'0'0'13884,"7"2"-12601,6 0-1045,0 2 846,-41 7-318,-6 5-736,34-15-35,-1-1 0,1 0-1,-1 1 1,1-1 0,0 1-1,-1-1 1,1 1-1,0-1 1,-1 1 0,1-1-1,0 1 1,-1-1 0,1 1-1,0-1 1,0 1-1,0-1 1,0 1 0,0-1-1,-1 1 1,1 0 0,0-1-1,0 1 1,0-1-1,1 2 1,-1-1-4,1 0-1,0 0 1,0 1-1,-1-1 1,1 0 0,0 0-1,0 0 1,0 0-1,0 0 1,0-1 0,0 1-1,1 0 1,-1 0-1,0-1 1,3 2 0,23 9-62,0 0 0,54 11 0,-53-15-18,0 1 1,51 22-1,-78-30 87,0 1 1,0-1-1,0 0 1,0 1-1,-1-1 1,1 0-1,0 1 1,0-1-1,-1 1 1,1 0-1,0-1 1,-1 1-1,1-1 0,0 1 1,-1 0-1,1 0 1,-1-1-1,1 1 1,-1 0-1,0 0 1,1 0-1,0 1 1,-2-2 4,1 1 0,0 0 0,-1-1 0,1 1 0,0 0 0,-1-1 0,1 1 0,-1-1 0,1 1 0,-1 0 0,1-1 0,-1 0 0,0 1 0,1-1 0,-1 1 0,1-1 0,-1 0 0,0 1 0,1-1 0,-1 0 1,-1 1-1,-47 11 331,41-11-211,-154 33-331,144-33-6289</inkml:trace>
</inkml:ink>
</file>

<file path=ppt/ink/ink30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4:28.90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149 109 5937,'0'0'16929,"-17"3"-16210,-56 11-216,70-13-488,0 0 1,0 0 0,0 0-1,0 1 1,1-1-1,-1 0 1,0 1 0,1 0-1,-1 0 1,1 0-1,-1 0 1,1 0-1,0 0 1,0 1 0,0-1-1,0 1 1,0-1-1,1 1 1,-1 0 0,1 0-1,-2 3 1,1 2-15,1 0 0,-1-1 0,1 1 0,1 0 0,0 0 0,0 9 0,1-1 4,-1-15-11,1 0 1,-1 0 0,1 0 0,0 0-1,-1 0 1,1 0 0,0 0 0,0 0 0,0 0-1,0-1 1,0 1 0,0 0 0,0 0 0,0-1-1,0 1 1,0-1 0,0 1 0,1-1-1,-1 1 1,0-1 0,0 0 0,0 1 0,1-1-1,-1 0 1,0 0 0,0 0 0,1 0-1,-1 0 1,0 0 0,0 0 0,1-1 0,-1 1-1,1-1 1,2 1-21,-1 0 1,1-1-1,-1 1 1,0-1-1,1 0 0,-1 0 1,0 0-1,0 0 1,0 0-1,1-1 0,-1 0 1,-1 1-1,4-4 0,4-8-33,-2-1 0,1 0-1,-2 0 1,10-25 0,21-37 27,-37 75 31,0 0-1,0-1 1,0 1-1,0 0 1,1 0-1,-1 0 0,0 0 1,1 0-1,-1 0 1,1 0-1,-1 1 1,1-1-1,-1 0 0,1 1 1,-1-1-1,1 1 1,0 0-1,-1-1 0,1 1 1,0 0-1,-1 0 1,1 0-1,0 0 1,-1 0-1,1 0 0,0 1 1,-1-1-1,1 1 1,0-1-1,-1 1 1,1 0-1,-1-1 0,1 1 1,-1 0-1,0 0 1,1 0-1,1 2 1,8 5 38,0 0 0,-1 1 1,15 16-1,-14-13 11,18 18 108,-23-22-26,1 0-1,0-1 1,0 0 0,1-1 0,0 1-1,12 7 1,-26-43 318,1 12-419,2 1 0,0-1 0,1 0 0,1 0 0,1-32 0,1 20 60,-1 28-91,-1-1 0,1 1 0,0 0 1,0-1-1,0 1 0,1 0 0,-1 0 1,0-1-1,0 1 0,1 0 0,-1 0 0,1-1 1,-1 1-1,1 0 0,-1 0 0,1 0 1,0 0-1,-1 0 0,1 0 0,0 0 1,0 0-1,0 0 0,0 0 0,1-1 0,12-1-2093,3 2-3535,-15 1 5077,11 0-5701</inkml:trace>
</inkml:ink>
</file>

<file path=ppt/ink/ink30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4:29.53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7 3833,'0'0'17520,"31"17"-16193,102 52-605,-116-59-672,1-1-1,1-1 1,-1-1-1,1 0 1,1-2-1,-1 0 0,1-1 1,0-1-1,0-1 1,0 0-1,0-2 1,0 0-1,32-5 0,-49 4-44,-1 1-1,0 0 1,0-1-1,1 0 0,-1 0 1,0 1-1,0-1 0,0 0 1,0-1-1,0 1 1,0 0-1,0-1 0,0 1 1,0-1-1,0 1 0,-1-1 1,1 0-1,-1 0 1,1 0-1,-1 0 0,0 0 1,0 0-1,0 0 0,1-3 1,0-2 16,0-1 1,-1 0-1,1 1 1,-2-1 0,1-15-1,-2 20-15,0 1 0,1 0 0,-1 0-1,0-1 1,0 1 0,-1 0 0,1 0 0,0 0-1,-1 0 1,1 0 0,-1 0 0,1 0 0,-1 1-1,0-1 1,0 1 0,0-1 0,0 1-1,0 0 1,0 0 0,0-1 0,-1 1 0,1 1-1,0-1 1,-1 0 0,1 1 0,0-1 0,-4 0-1,-4-1 62,-1 0-1,1 0 1,0 1 0,-1 1-1,-16 0 1,25 1-63,0 0 1,0 1 0,0-1 0,0 0 0,0 1-1,0-1 1,0 1 0,1 0 0,-1 0 0,0-1-1,1 1 1,-1 0 0,1 1 0,0-1 0,0 0-1,0 0 1,0 0 0,0 1 0,0-1-1,1 0 1,-1 1 0,1-1 0,0 1 0,-1-1-1,2 4 1,-6 71-70,5-77 64,0 5-87,0 0 0,1 0 0,-1 0 0,1 0-1,0 0 1,1 0 0,-1-1 0,1 1 0,0 0-1,0-1 1,1 0 0,-1 1 0,1-1 0,0 0-1,0 0 1,0 0 0,8 6 0,-2-3-607,0 0 0,0-1-1,1 0 1,0-1 0,0 0 0,20 7 0,22 3-6163</inkml:trace>
</inkml:ink>
</file>

<file path=ppt/ink/ink30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4:29.98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140 418 11883,'0'0'12257,"-22"5"-11940,-64 20-155,84-24-159,0 0 1,0 0-1,0 0 1,1 0 0,-1 0-1,0 0 1,1 0 0,-1 0-1,1 1 1,-1-1 0,1 1-1,0-1 1,-1 1-1,1 0 1,0-1 0,0 1-1,0 0 1,0 0 0,1 0-1,-1 0 1,0-1-1,1 1 1,0 0 0,-1 0-1,1 0 1,0 0 0,0 0-1,0 0 1,0 0 0,0 0-1,0 0 1,1 0-1,-1 0 1,2 3 0,-1 7 6,-1-9-6,-1-1 0,1 0 0,0 0 1,0 0-1,0 0 0,0 0 0,1 0 0,-1 0 0,0 0 0,1 0 1,0 0-1,-1 0 0,1 0 0,0 0 0,0 0 0,0-1 0,0 1 1,2 3-1,0-4-2,0 0 0,0 0 0,0-1 0,0 1 0,0 0 0,0-1 0,0 0 0,0 0 0,0 0 1,0 0-1,3 0 0,11-1-9,-1 1-32,-1-2-1,0 0 1,0-1-1,0-1 0,0 0 1,27-11-1,85-50-631,-87 44 468,16-10-256,-2-2 0,73-57-1,-102 69 420,-1-1 0,-1 0-1,-1-2 1,-1-1 0,-1 0-1,29-48 1,-30 33 423,-19 38-254,1 0 0,0 0 1,0-1-1,-1 1 1,1 0-1,-1-1 0,0 1 1,0 0-1,0-1 0,0 1 1,0 0-1,0-1 0,-1 1 1,1 0-1,-2-4 1,-8 4 790,-3 3-788,1 1 1,-1 1-1,1 0 1,0 0 0,0 1-1,0 1 1,1 0-1,0 0 1,0 1 0,0 1-1,0 0 1,1 0-1,1 1 1,-1 1-1,1-1 1,-9 12 0,-8 10 162,1 0 0,1 2 1,-38 68-1,46-67-246,2 0 0,0 0-1,3 1 1,1 1 0,1 0-1,2 0 1,2 1 0,1 0-1,2-1 1,1 1 0,4 39-1,-3-72-119,1 0 0,-1 0-1,1 0 1,0 0-1,0 0 1,0 0 0,0 0-1,0 0 1,1 0 0,-1-1-1,1 1 1,0 0 0,0-1-1,0 1 1,0-1-1,0 0 1,0 0 0,1 0-1,4 3 1,-6-4-71,0-1 0,0 1 1,0-1-1,0 1 0,0-1 0,0 0 1,0 0-1,0 1 0,0-1 0,0 0 1,0 0-1,0 0 0,0 0 0,0 0 1,0 0-1,0-1 0,0 1 0,0 0 1,0 0-1,0-1 0,0 1 0,1-1 1,-1 0-153,1 0-1,-1-1 1,0 1 0,1 0 0,-1-1-1,0 1 1,0-1 0,0 1 0,-1-1 0,1 0-1,0 1 1,0-1 0,-1 0 0,1 1-1,-1-1 1,0 0 0,1-2 0,1-33-8267</inkml:trace>
</inkml:ink>
</file>

<file path=ppt/ink/ink30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5:33.85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238 22 4297,'0'0'11992,"0"-4"-10971,0 3-987,0 1-1,0-1 1,0 0 0,0 1-1,0-1 1,0 0-1,0 1 1,-1-1-1,1 0 1,0 1 0,0-1-1,-1 1 1,1-1-1,0 0 1,0 1-1,-1-1 1,1 1 0,-1-1-1,1 1 1,0-1-1,-1 1 1,1-1-1,-1 1 1,1 0-1,-1-1 1,0 1 0,1-1-1,-1 1 1,1 0-1,-1 0 1,0-1-1,1 1 1,-1 0 0,0 0-1,1 0 1,-1 0-1,-33 6 2013,-34 29 713,60-30-2843,1 0 0,-1 0 1,1 1-1,1 0 0,-1 0 0,1 1 0,-7 9 1,12-15 65,-1 0 0,1 1 0,0-1 0,1 1 1,-1-1-1,0 1 0,0-1 0,1 1 0,-1 0 1,1-1-1,-1 1 0,1 0 0,0-1 0,0 1 1,0 0-1,-1-1 0,2 1 0,-1 0 1,0 0-1,0-1 0,1 1 0,-1 0 0,0-1 1,1 1-1,0 0 0,-1-1 0,1 1 0,0-1 1,0 1-1,0-1 0,0 1 0,0-1 0,0 0 1,0 0-1,1 1 0,-1-1 0,0 0 1,1 0-1,-1 0 0,1 0 0,-1-1 0,1 1 1,-1 0-1,3 0 0,53 23-427,-45-21 428,-1 1-1,0 0 0,0 1 1,-1 0-1,0 1 0,0 0 1,0 1-1,0 0 0,8 9 1,-16-15 20,-1 0 0,0 0 0,0 0 0,0 0 0,0 0 0,0 1 0,0-1 0,0 0 0,-1 0 1,1 1-1,0-1 0,-1 1 0,1-1 0,-1 1 0,1-1 0,-1 1 0,0-1 0,0 1 0,1-1 1,-1 1-1,0-1 0,0 1 0,-1-1 0,1 1 0,0-1 0,0 1 0,-1-1 0,1 1 0,-1-1 1,1 1-1,-1-1 0,0 1 0,0-1 0,1 0 0,-1 0 0,0 1 0,0-1 0,0 0 0,0 0 1,-1 0-1,1 0 0,0 0 0,0 0 0,-1 0 0,1 0 0,0-1 0,-1 1 0,1-1 0,-3 2 0,-7 3 101,-1-1 0,0 0 0,0 0 0,-18 2-1,26-6-92,-22 4 260,-1-1 1,-44-2-1,41-2-206,29 1-103,15-8-2917,86-22-2148,-53 14 109</inkml:trace>
</inkml:ink>
</file>

<file path=ppt/ink/ink30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5:35.24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8 283 6385,'0'0'14530,"-7"16"-13208,7-14-1313,0 0 1,0 0 0,0 0-1,0 0 1,0 0 0,0-1-1,0 1 1,1 0 0,-1 0-1,1 0 1,-1 0 0,1 0-1,0-1 1,0 1 0,0 0-1,0-1 1,0 1-1,0 0 1,0-1 0,1 0-1,-1 1 1,0-1 0,3 2-1,1-1-20,0 0-1,-1-1 0,1 0 0,0 0 0,-1 0 0,1-1 1,0 1-1,0-1 0,5-1 0,-10 1 11,4 0-2,0 0-1,0 0 1,0 0 0,0 0-1,0 1 1,0 0 0,6 2-1,-9-3 10,0 1 0,0 0 0,0 0 0,0 0 0,0 0 0,0 0 0,0 0 0,0 0 0,-1 0 0,1 0 0,0 0 0,-1 0 0,1 0 0,-1 1 0,0-1 0,1 0 0,-1 0 0,0 1 0,0-1 0,1 0 0,-1 1 0,0-1 0,0 0 0,-1 0 0,1 2 0,0-2 50,0-1-40,1 0 0,-1 1 0,1-1 0,-1 0 0,0 0-1,1 1 1,-1-1 0,1 0 0,-1 0 0,0 1 0,1-1 0,-1 0 0,1 0 0,-1 0-1,1 0 1,-1 0 0,1 0 0,-1 0 0,1 0 0,-1 0 0,1 0 0,-1 0 0,1 0-1,-1 0 1,1 0 0,-1 0 0,1 0 0,-1-1 0,0 1 0,1 0 0,-1 0 0,1-1-1,-1 1 1,1 0 0,-1-1 0,0 1 0,1 0 0,-1-1 0,0 1 0,1 0 0,-1-1-1,0 1 1,0-1 0,1 1 0,-1 0 0,0-1 0,0 1 0,0-1 0,0 1 0,0-1-1,1 1 1,-1-1 0,0 0 0,6-27 2962,-25 22-2952,1 2-289,13 3 146,0 1 1,1-1-1,-1 0 0,0-1 1,1 1-1,-1-1 1,1 0-1,-1 0 0,-5-5 1,7 3 1076,5 15-397,1-2-529,0 0 1,1-1-1,0 1 1,0-1-1,1 1 1,0-1-1,11 12 1,-8-9-30,-7-8-8,1 0 0,0-1-1,-1 1 1,2 0 0,-1-1-1,0 1 1,0-1 0,1 0-1,-1 0 1,1 0-1,-1 0 1,1 0 0,0-1-1,0 1 1,6 2 0,-4-4 0,-1 1 1,1-1-1,-1 0 1,1 0-1,-1-1 1,1 1-1,-1-1 1,0 0-1,1 0 0,-1 0 1,0-1-1,1 0 1,-1 1-1,0-1 1,0-1-1,-1 1 1,1-1-1,0 1 1,-1-1-1,1 0 1,-1 0-1,4-6 1,5-7 39,-1 1-1,-1-1 1,-1-1 0,9-18 0,-9 16 34,-10 22-68,1 0 1,0-1-1,0 1 0,0 0 1,0 0-1,0 0 0,1-1 1,-1 1-1,1 0 0,0 0 1,-1-1-1,1 1 0,1 0 1,-1-1-1,0 1 0,0-1 1,1 0-1,0 1 0,-1-1 1,1 0-1,0 0 0,2 2 1,0 0-13,0 0 1,-1 0 0,1 0 0,0 0-1,1-1 1,-1 0 0,1 0 0,-1 0-1,1-1 1,0 1 0,0-1 0,6 2-1,-4-3 15,1 0-1,-1 0 0,0-1 1,0 0-1,0 0 0,1 0 1,-1-1-1,0 0 0,0-1 0,0 0 1,0 0-1,-1 0 0,1-1 1,0 0-1,-1 0 0,0 0 1,1-1-1,-2 0 0,1-1 0,0 1 1,-1-1-1,0 0 0,0 0 1,0-1-1,-1 1 0,1-1 1,-1 0-1,-1 0 0,1-1 0,-1 1 1,0-1-1,-1 0 0,0 1 1,0-1-1,0 0 0,-1 0 1,0 0-1,0-1 0,0 1 1,-2-9-1,2-4 91,-1 1 0,-1-1 0,0 1 1,-2 0-1,0 0 0,-1 0 0,-9-24 0,8 30-81,5 11-34,0 0 0,-1 0 0,1 0 0,-1 0 0,1 0 0,-1 0 0,0 0 0,0 0 0,0 0 0,0 0 0,0 0 0,0 0 0,-1 1 0,1-1 0,-1 0 0,1 1-1,-1-1 1,1 1 0,-1 0 0,0 0 0,-3-2 0,4 45-4036,1-39 3709,0 1 0,0-1 0,1 0 1,0 1-1,-1-1 0,1 0 0,1 0 1,-1 0-1,0 1 0,1-1 0,-1 0 1,1-1-1,0 1 0,0 0 0,4 4 1,1 0-814,1-1 1,0 1 0,0-1-1,10 5 1,26 13-4857</inkml:trace>
</inkml:ink>
</file>

<file path=ppt/ink/ink30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5:35.62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303 33 10298,'0'0'13847,"-27"-7"-13204,-92-18-206,112 25-413,1 0 0,-1 0 0,1 1 0,-1-1 0,0 1-1,1 1 1,0-1 0,-1 1 0,1 0 0,0 1 0,0 0-1,0 0 1,0 0 0,0 0 0,1 1 0,0 0 0,0 0-1,0 0 1,0 1 0,0 0 0,1 0 0,0 0 0,-5 9 0,7-11-26,0 0 1,0 0 0,1 0 0,-1 0 0,1 0 0,0 1 0,0-1-1,0 0 1,0 1 0,1-1 0,0 1 0,-1-1 0,1 1 0,0-1 0,1 5-1,-1-6-10,1-1 0,-1 1-1,1 0 1,0 0-1,-1-1 1,1 1-1,0-1 1,0 1 0,0 0-1,0-1 1,0 1-1,0-1 1,1 0 0,-1 1-1,0-1 1,1 0-1,-1 0 1,1 0-1,-1 0 1,1 0 0,0 0-1,-1-1 1,1 1-1,0 0 1,0-1-1,-1 1 1,1-1 0,0 0-1,2 1 1,18 1-114,-1 0 0,1-2 1,-1 0-1,25-4 0,-41 3 140,1 0 0,0 0-1,-1 0 1,1-1 0,-1 1-1,1-1 1,-1-1 0,0 1-1,0-1 1,0 0 0,0 0-1,0-1 1,0 1 0,-1-1-1,0 0 1,0 0 0,0 0-1,0-1 1,-1 1 0,4-7-1,-7 14-367,1-1 0,-1 0 0,1 0-1,0 0 1,0 0 0,0 0 0,0 0-1,0 0 1,0-1 0,1 1 0,-1 0-1,1-1 1,-1 1 0,1 0 0,0-1-1,-1 0 1,1 1 0,0-1 0,3 2-1,51 32-7456,-24-21 643</inkml:trace>
</inkml:ink>
</file>

<file path=ppt/ink/ink30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5:36.10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171 115 9418,'0'0'10449,"-6"35"-9426,-16 118-223,4 16 103,14-111-882,-17 77 1,20-132-175,0 0 1,0 1-1,0-1 1,-1 0-1,1 0 1,-1 0-1,0 0 1,1-1-1,-1 1 1,-1 0-1,1-1 1,0 1-1,-1-1 1,-4 4-1,5-5 7,1 0 0,-1 0 0,0 0 0,0 0 0,1-1 0,-1 1 0,0 0 0,0-1 0,0 1 0,0-1 0,0 0 0,0 1 0,0-1 0,0 0 0,0 0 0,0-1 0,0 1 0,0 0 0,0-1 0,0 1 0,0-1 0,0 1 0,0-1 0,0 0 0,-2-2 0,2 1 107,0-1 1,0 0 0,1 1 0,-1-1-1,1 0 1,-1 0 0,1 0 0,0 0-1,1 0 1,-1-1 0,0 1 0,1 0 0,0 0-1,0 0 1,0-1 0,0 1 0,0 0-1,1 0 1,0-5 0,0-10-64,2-21 91,3-1 0,1 1 0,1 1 1,3-1-1,27-65 0,-2 0 580,-26 73-110,-4 8 565,1 0-1,1 0 0,1 1 0,1 0 0,24-38 1,-33 59-987,0-1 0,0 1 0,0-1 0,0 1 0,1-1 0,-1 1 0,0 0 0,0 0 0,1 0 0,-1-1 0,1 1 0,-1 1 0,1-1 0,0 0 1,-1 0-1,1 1 0,0-1 0,-1 0 0,1 1 0,0 0 0,0-1 0,-1 1 0,1 0 0,0 0 0,0 0 0,0 0 0,-1 0 0,1 1 0,0-1 0,0 1 1,-1-1-1,1 1 0,2 0 0,-2 1-16,0-1-1,0 1 1,0 0 0,0 0-1,0-1 1,0 1 0,-1 1 0,1-1-1,-1 0 1,1 0 0,-1 0 0,0 1-1,0-1 1,0 1 0,0-1 0,0 1-1,-1-1 1,1 1 0,-1 0-1,1-1 1,-1 6 0,0 8 96,0-1 0,-1 1 1,-1 0-1,0-1 0,-7 22 0,8-33-166,-1-1 0,1 1-1,-1 0 1,0-1 0,0 1-1,0-1 1,-1 0 0,1 1-1,-1-1 1,0-1 0,-4 6-1,4-7-211,0 1-1,0 0 0,0-1 1,-1 1-1,1-1 1,0 0-1,0 0 0,-1 0 1,1-1-1,0 1 1,-1-1-1,1 0 0,-1 0 1,1 0-1,-7-1 1,-1-4-4896,9-12-2858</inkml:trace>
</inkml:ink>
</file>

<file path=ppt/ink/ink30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5:37.55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253 1 9778,'0'0'14235,"-23"0"-14013,-71 6-97,88-5-102,0 0 0,0 1 0,0 0 1,0 0-1,0 0 0,0 1 0,0 0 0,1 0 0,-1 1 1,1-1-1,0 1 0,0 0 0,1 1 0,-1-1 0,-7 10 1,9-10-15,-2 2-5,1 0 0,0 0 0,0 0-1,1 1 1,0-1 0,0 1 0,1 0 0,-1 0 0,1 0 0,1 0-1,-1 0 1,1 1 0,1-1 0,-1 0 0,1 0 0,1 1 0,-1-1-1,4 14 1,-3-18-11,1 0 0,0 0-1,0-1 1,0 1-1,1-1 1,-1 0 0,1 0-1,-1 0 1,1 0-1,-1 0 1,1 0 0,0-1-1,0 1 1,0-1-1,0 0 1,0 0 0,0 0-1,1 0 1,-1 0-1,0-1 1,0 0 0,6 1-1,1 0-7,0-1-1,0 0 1,0 0-1,0-1 1,0 0-1,15-3 1,-20 1 20,0 1 1,1-1 0,-1 0 0,0 0 0,-1-1-1,1 0 1,0 1 0,-1-1 0,0-1 0,0 1-1,0-1 1,5-8 0,35-65 221,-42 75-204,-2 2 17,0 1 0,0-1 0,0 1 0,0-1 0,1 0 0,-1 1-1,0 0 1,0-1 0,1 1 0,-1-1 0,0 1 0,1-1 0,-1 1 0,0-1 0,1 1 0,-1 0 0,1-1 0,-1 1 0,0 0 0,1-1-1,-1 1 1,1 0 0,-1 0 0,1 0 0,-1-1 0,1 1 0,-1 0 0,1 0 0,-1 0 0,1 0 0,0 0 0,-1 0 0,1 0 0,-1 0-1,1 0 1,-1 0 0,1 0 0,-1 0 0,1 0 0,-1 1 0,1-1 0,-1 0 0,1 0 0,-1 0 0,1 1 0,-1-1 0,1 0 0,-1 1-1,1-1 1,-1 0 0,0 1 0,1-1 0,-1 1 0,1 0 0,22 37-303,-7-12 362,-11-19-101,1 0-1,0 0 1,0-1-1,0 0 0,11 8 1,-13-12-32,0 0 0,1 0 0,-1 0 0,1-1 1,-1 1-1,1-1 0,0 0 0,-1 0 0,1-1 1,0 1-1,7-2 0,-9 1 32,0-1 0,-1 1 0,1-1 0,0 0 0,0 0 0,-1 0 0,1-1 0,-1 1-1,1-1 1,-1 1 0,0-1 0,1 0 0,-1 0 0,4-4 0,27-34 3,-30 36-2,66-75 475,-67 78 473,-1 9-874,0-2-74,1-1-1,0 0 1,0-1 0,0 1 0,0 0-1,1 0 1,0-1 0,0 0 0,1 0-1,-1 1 1,1-2 0,-1 1 0,1 0-1,1-1 1,8 6 0,-11-8 0,1 1 1,-1-1-1,1 0 1,-1 0-1,1-1 0,0 1 1,-1 0-1,1-1 1,0 0-1,0 1 0,-1-1 1,1 0-1,0 0 0,0-1 1,0 1-1,-1-1 1,1 1-1,0-1 0,-1 0 1,1 0-1,0 0 1,-1 0-1,0 0 0,1-1 1,-1 1-1,0-1 1,1 0-1,-1 0 0,0 1 1,0-1-1,0-1 1,2-2-1,0 0 38,25-28 725,-17 23-350,-12 10-409,0 0 0,0 0 0,1 0 0,-1 0 0,0 0 0,0 0 0,0 0 0,0 0 0,0 0 0,1 0-1,-1 0 1,0 0 0,0 0 0,0 0 0,0 0 0,0 0 0,1 0 0,-1 0 0,0 0 0,0 0 0,0 0 0,0 0 0,0 0 0,0 0 0,1 0 0,-1 0 0,0 0 0,0 0 0,0 0 0,0 1 0,0-1 0,0 0 0,0 0 0,1 0 0,-1 0 0,0 0 0,0 0 0,0 0 0,0 1 0,0-1-1,0 0 1,0 0 0,0 0 0,0 0 0,0 0 0,0 1 0,0-1 0,0 0 0,0 0 0,0 0 0,0 0 0,0 0 0,0 1 0,0-1 0,0 0 0,0 0 0,0 0 0,-1 4-120,1 0 1,0-1-1,0 1 1,0 0-1,0-1 1,0 1-1,1 0 1,0-1-1,0 1 1,0-1-1,0 1 1,0-1-1,1 1 1,-1-1-1,1 0 1,0 0-1,0 1 1,0-1-1,1-1 1,-1 1-1,1 0 1,-1-1-1,1 1 1,0-1-1,0 0 1,0 0-1,0 0 1,1 0-1,-1 0 1,0-1-1,1 0 1,6 3-1,19 2-2879,0-1 0,53 3 0,-11-7-5718</inkml:trace>
</inkml:ink>
</file>

<file path=ppt/ink/ink30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5:38.01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246 303 12411,'0'0'12810,"-16"-1"-12484,-53 1-130,61 1-171,0 0 1,0 1-1,0 0 1,0 1-1,0 0 1,1 0-1,-1 0 1,1 1-1,0 0 1,0 1-1,0-1 0,0 1 1,1 1-1,0-1 1,0 1-1,0 0 1,1 0-1,0 1 1,-7 12-1,9-13-28,0 1-1,1 0 0,0 0 1,0 0-1,0 1 1,1-1-1,0 0 0,1 1 1,0-1-1,1 15 0,-1-4-65,0-17 62,0 0 0,1 0 0,-1 0 0,0 0 0,0 0 0,1 0 0,-1 0 0,1 0 0,-1 0 0,1 0 0,-1 0 0,1 0 0,0 0 0,-1 0 0,1 0 0,0-1 0,0 1 0,0 0 0,-1-1 0,1 1 0,0 0 0,0-1 0,0 1 0,0-1 0,0 1 0,0-1 0,0 0 0,0 1 0,0-1 0,1 0 0,-1 0 0,0 0 0,2 0 0,47-1-137,-40 1 138,3-3-5,-1 1 0,1-2-1,-1 1 1,1-2 0,-1 0 0,0 0 0,-1-1 0,1-1 0,11-8-1,95-78-160,-88 67-101,-1-2 1,-1-1-1,39-52 0,-58 69 326,0-1-1,-1-1 1,-1 0-1,0 0 0,-1 0 1,0-1-1,-1 0 0,-1 0 1,0 0-1,-1 0 1,-1-1-1,1-16 0,-3 31-14,0 1 0,0-1-1,0 1 1,0-1 0,0 0 0,-1 1-1,1-1 1,0 1 0,0-1-1,0 1 1,-1-1 0,1 1-1,0-1 1,0 1 0,-1 0 0,1-1-1,0 1 1,-1-1 0,1 1-1,0 0 1,-1-1 0,1 1-1,-1 0 1,1-1 0,-1 1 0,1 0-1,-1 0 1,1-1 0,-1 1-1,1 0 1,-1 0 0,-22 1 520,18 0-527,0 0 0,1 1 0,-1-1-1,1 1 1,0 0 0,0 1 0,-7 4-1,5 0-26,1 0-1,0 0 0,0 1 1,1 0-1,0 0 0,1 0 0,-1 0 1,1 1-1,1-1 0,0 1 0,0 0 1,-1 15-1,2-4-18,0-1 0,1 1-1,0 0 1,7 35 0,-4-45-61,-1 0 1,2 1-1,0-1 0,0-1 1,0 1-1,2 0 0,-1-1 1,1 0-1,0-1 0,1 1 0,0-1 1,0 0-1,1-1 0,0 0 1,16 12-1,-5-7-540,1-1 0,0 0 0,0-2 0,1 0-1,1-1 1,26 6 0,71 10-6425,-4-17-5801</inkml:trace>
</inkml:ink>
</file>

<file path=ppt/ink/ink30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5:39.28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0 216 360,'0'0'16810,"1"-16"-15060,5-47-346,-7 62-1341,1 0 0,0 0 0,0 0 0,0 0 0,0 0 0,0-1 0,0 1 0,1 0 0,-1 0 0,0 0 0,0 0 0,1 0 0,-1 0 0,1 0 0,-1 0 0,1 0 0,-1 0 0,1 0 0,0 0 0,0 0 0,-1 0 0,1 1 0,0-1 0,0 0-1,0 0 1,0 1 0,0-1 0,0 1 0,0-1 0,0 1 0,0-1 0,0 1 0,0-1 0,0 1 0,0 0 0,0 0 0,0 0 0,0-1 0,0 1 0,1 0 0,-1 1 0,0-1 0,0 0 0,0 0 0,0 0 0,0 1 0,0-1 0,0 0 0,0 1 0,0-1 0,0 1 0,0-1-1,0 1 1,1 0 0,5 3 5,-1 0-1,0 1 1,-1-1-1,1 1 0,6 7 1,-5-3-40,0 0 1,0 0-1,-1 0 0,0 0 1,-1 1-1,0 0 1,-1 1-1,0-1 0,4 14 1,-1-9 181,1-18-90,8-26-53,-7 12-75,9-6 3,1 1-1,1 1 0,1 1 0,0 0 1,2 2-1,0 1 0,1 0 0,0 2 1,49-22-1,-69 35 23,0 0-1,0 1 1,1-1 0,-1 1-1,1 0 1,-1 0 0,1 1-1,-1-1 1,1 1 0,0 0-1,-1 0 1,7 1 0,-9 0 5,0 0 0,-1-1 0,1 1 1,0 0-1,0 1 0,0-1 0,-1 0 1,1 0-1,-1 1 0,1-1 0,-1 1 0,1-1 1,-1 1-1,0 0 0,0 0 0,0-1 0,0 1 1,0 0-1,0 0 0,-1 0 0,1 0 1,0 0-1,-1 0 0,0 0 0,1 0 0,-1 0 1,0 4-1,2 93 1533,-3-55-5729,4-44-1319,7 0 3391,-9 0 973,17 0-5589</inkml:trace>
</inkml:ink>
</file>

<file path=ppt/ink/ink30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5:39.95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68 6673,'0'0'12708,"15"0"-10820,35-3-109,89-15 1,-42 3-1637,-94 15-254,-1-1-1,0 1 1,0-1 0,0 0 0,0 1 0,0-1 0,0 0-1,-1 0 1,1 0 0,0-1 0,0 1 0,-1 0 0,3-3 0,13-9-8301,-5 10 2307</inkml:trace>
</inkml:ink>
</file>

<file path=ppt/ink/ink30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5:40.44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25 3 880,'0'0'11141,"-24"3"-5528,89-3 546,233-3-3058,-220 3-2058,-78-2-894</inkml:trace>
</inkml:ink>
</file>

<file path=ppt/ink/ink30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5:41.53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279 1 9154,'0'0'11092,"-8"0"-10476,2 0-512,-15-1 254,1 2 0,-1 0-1,0 1 1,-31 8-1,26-1-311,12-6-37,0 2-1,1 0 0,-1 0 1,1 1-1,-17 11 0,29-16-19,1-1 0,-1 1-1,1-1 1,0 1 0,-1-1 0,1 1-1,-1 0 1,1-1 0,0 1 0,-1-1-1,1 1 1,0 0 0,0-1-1,0 1 1,-1 0 0,1-1 0,0 1-1,0 0 1,0-1 0,0 1 0,0 0-1,0-1 1,0 1 0,1 0 0,-1-1-1,0 1 1,0 0 0,0-1-1,1 1 1,-1 0 0,0-1 0,1 1-1,-1-1 1,0 1 0,1 0 0,-1-1-1,1 1 1,-1-1 0,1 1 0,-1-1-1,1 0 1,-1 1 0,1-1-1,1 1 1,24 15-129,41 8-33,-48-18 156,-1 0-1,0 2 0,0-1 1,-1 2-1,17 11 1,-32-19 18,0 0 0,-1 1 0,1-1 0,-1 0 1,1 0-1,-1 1 0,0-1 0,1 1 0,-1-1 1,0 1-1,0-1 0,0 1 0,0 0 0,0 0 1,-1-1-1,1 1 0,-1 0 0,1 0 0,-1 0 1,1 0-1,-1 0 0,0-1 0,0 1 0,0 0 1,0 0-1,0 0 0,0 0 0,-1 0 0,1 0 1,-1 0-1,1 0 0,-1-1 0,0 1 0,1 0 1,-1 0-1,0-1 0,0 1 0,-1 0 0,1-1 1,-2 3-1,-3 3 26,-1-1 1,1 0-1,-1 0 1,-1 0-1,1-1 1,-1 0 0,-9 4-1,13-7-16,-8 5 6,-1-1 0,1 0 0,-1-1 0,0 0 0,0-1 0,0 0 0,0-2 0,-16 3 0,28-5-702,28-6-9571,4-8-641</inkml:trace>
</inkml:ink>
</file>

<file path=ppt/ink/ink30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5:42.01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45 0 5601,'0'0'13812,"-5"7"-12641,-1 3-919,1-1-1,0 1 0,0 0 1,1 0-1,1 0 0,0 0 1,0 1-1,1-1 0,0 1 1,1 0-1,0-1 0,1 14 1,0 28-1315</inkml:trace>
</inkml:ink>
</file>

<file path=ppt/ink/ink30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5:42.20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20 0 4337,'0'0'18836,"-20"16"-18940,40 7-584,25 5-1969,-7-5-2504,7-4-2785</inkml:trace>
</inkml:ink>
</file>

<file path=ppt/ink/ink30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5:42.51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732 96 7162,'0'0'9323,"-31"-15"-7435,-105-46-221,125 57-1468,-1 0-1,0 1 0,0 0 1,0 1-1,-1 0 1,1 1-1,0 1 0,-1 0 1,-15 1-1,6 1-20,12-2-128,0 1-1,1 1 0,-1 0 1,1 0-1,-1 0 1,1 1-1,0 1 1,0 0-1,0 0 0,1 0 1,-1 1-1,1 1 1,0-1-1,0 1 1,1 1-1,-13 13 1,12-10-26,0 1 0,1-1 0,1 2-1,-1-1 1,2 1 0,-1 0 0,2 0 0,0 0 0,0 1 0,1-1 0,0 1 0,0 17 0,-1 278 122,6-169-105,-1-82-80,0-13 44,-1-1 0,-8 50 0,7-82-48,-1 0 0,-1 0 0,0 0 0,0 0 0,-1-1 0,0 1 0,-1-1 0,-1 0 0,1 0 1,-1 0-1,-1-1 0,0 0 0,-9 10 0,12-16-409,0 0 0,0 0 0,-1 0 0,1 0 0,-1-1 0,1 1 0,-1-1 0,0 0 0,0-1 0,1 1 0,-10 1 0,-19-2-5261</inkml:trace>
</inkml:ink>
</file>

<file path=ppt/ink/ink30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5:42.68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4 10442,'0'0'8698,"238"-4"-9050,-149 4-2153,-12 0-4776</inkml:trace>
</inkml:ink>
</file>

<file path=ppt/ink/ink30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5:42.90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212 0 12203,'0'0'9602,"-161"205"-7402,136-128-480,6-3-759,12-3-505,7-7-264,0-13-144,0-6-48,0-13-48,13-9-72,0-10-488,0-13-1417,-1-13-2184,-5-13-1064</inkml:trace>
</inkml:ink>
</file>

<file path=ppt/ink/ink30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5:43.04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36 13299,'0'0'6993,"231"-13"-6265,-147 10-704,38-3-24,-26-1-2424,-6 1-4874</inkml:trace>
</inkml:ink>
</file>

<file path=ppt/ink/ink30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5:43.58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398 0 5921,'0'0'16380,"-218"174"-15380,160-101-136,13 4-168,0 4-384,26-1-184,6-3-128,13-7-56,0-2-184,26-14-552,45-15-1560,-14-14-2713,8-21-3985</inkml:trace>
</inkml:ink>
</file>

<file path=ppt/ink/ink30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5:43.95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137 74 12099,'0'0'10982,"-19"16"-10542,-55 57-73,69-69-346,1 1 0,0 0 0,0 0 0,1 0 0,-1 1 0,1-1 0,0 1 0,1 0 0,0 0 0,-1 0 0,2 0 0,-1 0 0,1 0 0,0 0 0,0 1 0,1-1 0,-1 0 0,3 13 1,-2-2-10,0-15-17,0-1 0,0 1 1,0-1-1,1 1 0,-1-1 0,0 1 1,1-1-1,-1 1 0,1-1 0,-1 0 0,1 1 1,0-1-1,0 0 0,0 1 0,-1-1 1,1 0-1,0 0 0,0 0 0,1 0 1,-1 0-1,0 0 0,2 1 0,0 0-3,1 0-1,-1-1 1,0 0-1,1 0 1,-1 0-1,1 0 1,-1 0-1,1-1 1,6 1-1,-4-1 6,0 0-1,0 0 1,0-1-1,0 0 0,1 0 1,-1 0-1,0-1 1,0 0-1,-1 0 1,1-1-1,10-5 0,-10 2 8,0 1 0,0-2 0,0 1 0,-1-1 0,0 1 0,0-1 0,-1-1 0,1 1 1,-2-1-1,1 0 0,-1 1 0,-1-1 0,1-1 0,1-13 0,0 1 2,-2 0 1,-1 0 0,-1-1 0,-3-35 0,2 55-27,1-1 0,0 0-1,-1 0 1,0 0 0,0 0-1,0 0 1,0 1 0,0-1 0,0 0-1,-1 1 1,1-1 0,-1 1-1,1 0 1,-1-1 0,0 1 0,0 0-1,0 0 1,-1 0 0,-2-2-1,-21-3-4450</inkml:trace>
</inkml:ink>
</file>

<file path=ppt/ink/ink30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5:44.24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9898,'0'0'12416,"32"17"-11265,103 60-164,-128-72-894,0 0 0,-1 0 0,1 1 0,-1 1 0,-1-1 0,1 1 0,-1-1-1,0 1 1,-1 1 0,1-1 0,-1 1 0,4 14 0,-3-5 89,-1 0-1,0 1 0,-2 0 1,1 18-1,-2-20-70,2 13 19,-2 0 1,-1 0 0,-2 0 0,-1 0-1,-9 44 1,9-61-162,-1 0 0,0 0-1,0 0 1,-1 0 0,-1-1 0,0 0-1,0 0 1,-1-1 0,0 0-1,-1 0 1,-1-1 0,1 1 0,-1-2-1,-1 1 1,-13 9 0,17-15-681,0 0 0,0 0 0,0-1 0,0 0 0,0 0 1,-1 0-1,1-1 0,-7 1 0,-9-1-6040</inkml:trace>
</inkml:ink>
</file>

<file path=ppt/ink/ink30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6:05.13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 2601,'0'0'10755,"10"12"-6422,-6-8 688,102-5-2350,124 3-2677,-218-2 6,0 1-1,0 0 1,0 1 0,0 0 0,-1 1 0,1 0 0,-1 1 0,19 8-1,-29-12 4,-1 1 0,1-1 0,0 1 0,-1-1 0,1 1 0,-1 0-1,1-1 1,-1 1 0,1 0 0,-1-1 0,1 1 0,-1 0 0,0-1-1,1 1 1,-1 0 0,0 0 0,0 0 0,0-1 0,1 1-1,-1 0 1,0 0 0,0 0 0,0-1 0,0 1 0,0 0 0,-1 0-1,1 0 1,0-1 0,0 1 0,0 0 0,-1 0 0,1 0 0,0-1-1,-1 1 1,1 0 0,-1-1 0,1 1 0,-1 0 0,1-1 0,-1 1-1,1-1 1,-1 1 0,0 0 0,1-1 0,-1 1 0,0-1 0,0 1-1,-35 23 193,35-23-193,-57 27 114,39-19-99,0 0 0,0 1 0,1 0 0,-19 16 0,36-25-23,0 0 0,0-1-1,0 1 1,0 0 0,-1 0 0,1 0 0,1 0-1,-1 0 1,0 0 0,0 1 0,0-1-1,0 0 1,1 0 0,-1 1 0,1-1-1,-1 0 1,1 1 0,-1-1 0,1 0-1,0 1 1,0-1 0,-1 1 0,1-1-1,0 1 1,0-1 0,1 0 0,-1 1-1,0-1 1,0 1 0,1-1 0,-1 0 0,1 1-1,-1-1 1,1 0 0,-1 1 0,1-1-1,0 0 1,0 0 0,0 0 0,0 0-1,0 0 1,0 0 0,0 0 0,0 0-1,0 0 1,2 1 0,8 5-57,0 0-1,0 0 1,1-2 0,17 7 0,-2 0 13,-16-6 20,14 7 3,-2 0 0,1 2 1,-2 1-1,26 22 0,-48-38 29,1 1-1,0-1 1,-1 1-1,1-1 0,0 1 1,-1 0-1,1-1 1,-1 1-1,1 0 0,-1-1 1,0 1-1,1 0 0,-1-1 1,0 1-1,1 0 1,-1 0-1,0-1 0,0 1 1,0 0-1,1 0 1,-1 0-1,0-1 0,0 1 1,0 0-1,0 0 1,-1 0-1,1-1 0,0 1 1,0 0-1,0 0 1,-1-1-1,1 1 0,0 0 1,-1 0-1,1-1 0,0 1 1,-1 0-1,1-1 1,-1 1-1,1-1 0,-1 1 1,0 0-1,1-1 1,-1 1-1,1-1 0,-1 1 1,0-1-1,0 0 1,1 1-1,-1-1 0,-1 0 1,-48 17 374,39-15-262,-85 22 1162,-142 16 1,229-39-1295,26-1-1610,25-1-1980,-12-6-2645,2-5-5352</inkml:trace>
</inkml:ink>
</file>

<file path=ppt/ink/ink30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7:20.49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122 97 4321,'0'0'13719,"-6"0"-12378,-20 0-354,20 0 1214,6-29-644,1 27-1549,0 0-1,0 0 0,0 0 0,0 0 0,0 0 0,0 0 0,1 0 0,-1 1 0,1-1 0,-1 0 0,1 1 0,0 0 0,0-1 0,-1 1 0,1 0 0,0 0 0,0 0 0,0 0 0,0 0 1,5-1-1,48-16 18,-23 12-19,1 1 1,-1 2-1,47 0 0,-77 3-6,0 0 1,0 1-1,0-1 0,0 0 0,-1 0 0,1 1 1,0-1-1,0 1 0,-1 0 0,1 0 0,0-1 0,-1 1 1,1 0-1,-1 0 0,1 0 0,-1 1 0,1-1 1,-1 0-1,0 1 0,1-1 0,-1 0 0,0 1 1,0-1-1,0 1 0,0 0 0,0-1 0,-1 1 1,1 0-1,-1 0 0,1-1 0,0 5 0,1 5 13,-1 0-1,0 1 1,-1-1-1,-1 16 1,0-4 54,0-7-23,-1 0-1,-1-1 0,0 1 0,-1-1 1,-1 0-1,0 0 0,-1 0 0,-1 0 1,0-1-1,-1 0 0,0-1 1,-13 16-1,6-10 14,-1 0 0,-1 0-1,-1-2 1,0 0 0,-1-1 0,-1-1 0,-27 16 0,37-27-35,0 0 1,-1 0-1,1-1 1,-1 0-1,0-1 1,0 0-1,0-1 1,0 0-1,0-1 1,-14-1-1,11 1 24,12 0-19,2-2-23,0-1 0,1 1 0,-1 0 0,0 0 0,1-1 0,-1 1 0,1 0 1,-1 0-1,1 0 0,0 0 0,0 0 0,0 0 0,0 0 0,1 0 0,-1 0 0,0 0 0,1 1 0,-1-1 1,1 0-1,0 1 0,-1 0 0,1-1 0,0 1 0,0 0 0,0 0 0,4-2 0,3-2 12,0 1 0,0 0 0,0 0 0,19-5 1,-22 8 3,0 0 0,0 0 0,0 1 1,0 0-1,0 0 0,0 0 1,0 1-1,0 0 0,0 0 0,0 0 1,0 1-1,0 0 0,-1 0 0,1 0 1,10 7-1,-1 1 131,0 2 0,-1-1 0,24 27 0,-1-1 62,-25-27 188,1 1-1,0-2 1,0 0 0,1 0 0,0-1-1,1-1 1,-1 0 0,23 6-1,-35-12 899,-5 2-3658,-9-3-596,-12-12-1429,-1-6-1935</inkml:trace>
</inkml:ink>
</file>

<file path=ppt/ink/ink30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8:04.86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155 200 904,'0'0'9478,"-9"-24"-8063,-25-71 27,22 45 3938,5 27-2455,6 22-2802,0 0 1,0 1-1,0-1 0,0 0 1,1 1-1,-1-1 1,0 1-1,0-1 1,0 1-1,0 0 1,0-1-1,0 1 1,0 0-1,-1 0 1,1 0-1,0 0 1,0 0-1,0 0 1,-2 0-1,2 2-94,0 0-1,0 0 0,0 1 1,0-1-1,0 0 0,1 0 1,-1 1-1,0-1 1,1 1-1,0-1 0,0 0 1,0 1-1,0-1 1,0 1-1,0-1 0,1 3 1,-1 9 98,-13 359 2506,7-106-1402,-22-65-299,12-86 1827,20-137-4326,-3 20 1068,0 1 0,0-1-1,0 0 1,1 1 0,-1-1-1,0 1 1,0-1 0,0 1-1,1 0 1,-1-1 0,0 1-1,0 0 1,1 0 0,-1 0-1,0 0 1,0 0 0,1 0-1,1 1 1,15-1-2157,18-3-5698</inkml:trace>
</inkml:ink>
</file>

<file path=ppt/ink/ink30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8:05.86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585 133 1144,'0'0'9684,"-5"-9"-8551,3 5-1360,-6-11 1745,-1 0 0,-1 1 1,-12-15-1,17 24-898,1 0 0,-1 1 1,0 0-1,0 0 0,0 0 0,-1 0 0,-6-3 0,8 6-581,0-1 0,1 1 0,-1 0 0,0 0 0,0 0 0,0 0 0,-8 1 0,1-1 29,1 1 1,-1 0 0,1 1 0,-1 0 0,1 0-1,0 1 1,-1 1 0,1 0 0,0 0 0,0 1 0,1 0-1,-1 1 1,1 0 0,-9 6 0,-14 11 140,2 0 0,1 2 0,1 1 0,-48 56 0,66-67-161,0-1-1,1 1 1,0 1 0,1 0 0,1 0 0,1 1 0,0-1 0,0 1-1,2 1 1,0-1 0,1 1 0,1-1 0,-1 27 0,3-33-41,0 1 1,1 0 0,0-1-1,0 1 1,1-1-1,0 0 1,8 20 0,-6-24 3,-1 1 0,1-2 1,0 1-1,0 0 0,1-1 1,0 0-1,0 0 0,0 0 1,1-1-1,-1 1 0,1-1 1,12 6-1,-7-6 25,0 0-1,0-1 1,0 0-1,0-1 1,1-1 0,-1 1-1,0-2 1,1 1 0,21-3-1,-1 1 61,-18 0-77,0-1 0,1 0 1,-1-1-1,-1 0 0,1-1 0,0-1 1,-1 0-1,0-1 0,0-1 0,-1 0 1,1 0-1,-2-1 0,1-1 0,-1 0 1,0 0-1,-1-1 0,0 0 0,12-18 0,-8 11 15,-2-1 0,0 0-1,-1 0 1,-1-1-1,-1-1 1,-1 0-1,0 0 1,-2 0 0,0-1-1,-1 0 1,3-35-1,-6 41 60,-2 0-1,0 0 1,0 0 0,-2 0-1,0 0 1,-7-28 0,6 36-56,1 1 1,-1 0-1,0 0 0,-1 1 1,0-1-1,0 0 0,0 1 1,0 0-1,-1 0 1,0 1-1,0-1 0,0 1 1,0 0-1,-1 0 1,0 1-1,1-1 0,-12-3 1,5 1-27,7 4 0,-1-1-1,0 0 0,0 1 1,0 0-1,0 1 0,0-1 0,0 1 1,-11 0-1,16 1-80,5 1-3782,0 0 3156,0 1 1,-1-1-1,1 1 0,0 0 1,-1 1-1,1-1 1,-1 0-1,0 1 1,0 0-1,4 4 1,17 15-6091</inkml:trace>
</inkml:ink>
</file>

<file path=ppt/ink/ink30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8:19.57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230 182 1800,'0'0'9960,"0"-17"-8956,0-65 578,0 36 3501,-1 44-4973,1 0 0,0 0 0,-1 1-1,1-1 1,-1 1 0,0-1-1,1 0 1,-1 1 0,0-1-1,0 1 1,0-1 0,0 1-1,0 0 1,-1 0 0,1-1-1,0 1 1,-1 0 0,1 0-1,-1 0 1,1 0 0,-1 0-1,1 1 1,-1-1 0,1 0 0,-1 1-1,0-1 1,1 1 0,-1-1-1,0 1 1,0 0 0,-2 0-1,-1-1-57,0 1-1,1 0 0,-1-1 0,0 2 1,1-1-1,-1 1 0,0-1 0,1 1 1,-1 0-1,1 1 0,-8 2 0,3 2 1,0 0-1,1 1 0,-1-1 0,1 1 0,1 1 1,-1 0-1,2 0 0,-1 0 0,1 1 0,0 0 1,0 0-1,1 1 0,1-1 0,-4 12 1,3-8-37,1 0 1,1 0-1,0 1 1,1-1-1,1 1 1,0 0-1,1 0 1,0 0-1,1-1 1,4 25-1,1-22-7,0 1 1,1-1-1,1 0 0,1 0 0,0-1 0,1 0 0,0-1 0,22 23 1,-31-35-7,1 0 1,0 0 0,-1 0-1,1 0 1,0 0 0,0-1-1,0 1 1,1-1 0,-1 0 0,0 1-1,0-1 1,1 0 0,-1 0-1,1 0 1,-1-1 0,1 1-1,-1-1 1,1 1 0,-1-1 0,1 0-1,0 0 1,-1 0 0,5-1-1,-3 0 6,0 0 0,1-1 0,-1 0 0,0 0 0,0-1 0,0 1 0,-1-1 0,1 1 0,-1-1 0,1-1 0,-1 1 0,4-5 0,6-8 145,-1-2 0,-1 1-1,-1-1 1,15-35 0,-18 32 201,-1-1 1,-1 1-1,-1-1 1,-1 0-1,-1 0 1,-1-1-1,-2-24 0,1 39-267,0 6-63,0-1 0,0 0 0,0 0 0,0 0 0,-1 0 1,0 0-1,1 1 0,-1-1 0,0 0 0,0 0 0,0 1 0,-1-1 1,1 1-1,-1-1 0,1 1 0,-1 0 0,0-1 0,0 1 0,0 0 1,0 0-1,0 0 0,-1 1 0,1-1 0,0 0 0,-1 1 0,1 0 1,-1-1-1,0 1 0,-3-1 0,-6-1-18,-1 0-1,1 2 1,-1-1-1,1 1 1,-17 1 0,22 0-45,6 0-400,4 2-3501,14 6-1126,8 2-1850</inkml:trace>
</inkml:ink>
</file>

<file path=ppt/ink/ink30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8:25.92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32 18 3929,'0'0'9674,"5"-3"-8426,21-11 1129,-25 14-2207,-1 0 1,0 0 0,1 0 0,-1 0 0,1 0 0,-1 0-1,0 0 1,1 0 0,-1 0 0,0 0 0,1 0-1,-1 0 1,1 0 0,-1 0 0,0 0 0,1 0 0,-1 0-1,0 1 1,1-1 0,-1 0 0,0 0 0,1 0-1,-1 1 1,0-1 0,0 0 0,1 0 0,-1 1-1,0-1 1,0 0 0,1 0 0,-1 1 0,0-1 0,0 0-1,0 1 1,1-1 0,-1 0 0,0 1 0,0-1-1,0 1 1,0-1 0,0 0 0,0 1 0,0-1-1,0 0 1,0 2 0,3 32 1740,-10 39-1382,-38 190 878,35-95-837,2-20-128,7-67 681,-6-96-88,14-30-4750</inkml:trace>
</inkml:ink>
</file>

<file path=ppt/ink/ink30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8:27.04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303 43 4369,'0'0'12143,"0"-7"-10739,0-21-61,0 28-1243,0-1 1,-1 1-1,1-1 1,0 1-1,-1-1 1,1 1-1,0 0 1,-1-1 0,1 1-1,-1-1 1,1 1-1,-1 0 1,1-1-1,-1 1 1,1 0-1,-1 0 1,1-1-1,-1 1 1,1 0-1,-1 0 1,0 0-1,1 0 1,-1-1-1,1 1 1,-1 0-1,1 0 1,-1 0 0,0 1-1,0-1 1,-21 0 851,19 0-826,-6 1-24,0 1 0,0 0 0,1 0 0,-1 0 0,1 1 0,0 0 0,0 1 0,0 0 0,0 0 0,1 1 0,-1 0 0,1 0 0,0 1 0,-10 10 0,2-1 19,1 0 0,0 1 0,1 1 0,1 0 0,-12 22 0,16-20-45,1-1-1,1 1 1,0 0-1,2 1 0,0-1 1,1 1-1,1 0 0,1-1 1,3 39-1,-2-40-27,-1-11-16,2-1 0,-1 0 0,1 0 0,0 1 0,0-1 0,1 0 0,-1 0-1,1 0 1,1 0 0,-1-1 0,1 1 0,0-1 0,0 1 0,1-1 0,0 0 0,0 0 0,0-1 0,0 1 0,1-1 0,-1 0 0,6 4-1,-1-3 2,1 0-1,-1 0 1,1-1-1,-1 0 1,1 0-1,0-1 1,1-1-1,-1 0 1,0 0-1,1-1 1,17 0-1,-4-1 23,0-1-1,-1-1 1,24-5-1,-35 4-42,0 0-1,-1-1 1,0 0 0,0-1-1,0 0 1,-1-1-1,18-12 1,-11 5 6,0 0 0,-1-1 0,-1-1 0,0-1 0,-1 0 0,22-33 0,-28 37 4,-1-1-1,-1 0 1,0 0-1,-1-1 0,-1 0 1,0 0-1,-1 0 0,0 0 1,-1 0-1,1-28 0,-3 29 32,0 0 26,0-1-1,-1 1 1,-4-22 0,4 30-55,0 1 0,-1-1 0,0 1 0,0 0 0,0 0 1,0 0-1,-1 0 0,1 0 0,-1 0 0,0 0 0,0 1 0,0 0 1,-1-1-1,-4-2 0,-5-2 41,-1 1-1,1 0 1,-1 1 0,0 1-1,-1 0 1,1 1 0,-1 0-1,0 1 1,0 1 0,-21-1-1,6 0-36,30 3 70,-9-1-3241,9 6-4105,1 4 5395,-1 11-5419</inkml:trace>
</inkml:ink>
</file>

<file path=ppt/ink/ink30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8:37.98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81 278 2841,'0'0'13401,"-3"-4"-12534,2 3-555,-9-18-208,-1 11 2851,9 6-2792,0 0 0,0-1 0,0 0 0,1 1 0,-1-1-1,0 0 1,1 0 0,0 0 0,0 0 0,-2-6 0,1 3-80,0-2-93,1 5 4,1 1 0,-1-1 0,1 1 0,-1-1 0,0 1-1,0-1 1,0 1 0,0-1 0,-1 1 0,1 0 0,-1 0 0,1 0 0,-3-3-1,0 5 10,3 0 50,-6 29 950,5 33 648,1-36-966,1 0 0,3 36 0,-1-52-591,0 0 1,1 1-1,0-1 0,0 0 1,1-1-1,0 1 0,1-1 1,0 0-1,9 13 0,-5-9-47,1-1-1,1 0 0,0 0 0,0-1 1,1-1-1,1 0 0,0-1 0,0 0 1,1 0-1,0-2 0,0 0 1,16 6-1,13 3 19,0-2 0,0-2 0,1-2 0,1-2 0,0-1 0,82 0 0,-52-6-19,-34 1-30,0-2-1,0-2 1,76-12 0,180-60-23,99-23-9,-27 7 31,32-8-12,-227 62 4,2 7 1,263-10-1,219 37-16,-650 1 15,0 1-1,0 0 1,0 1 0,0 0-1,0 0 1,0 1 0,0 0 0,-1 0-1,1 1 1,-1 0 0,1 0-1,-1 1 1,0 0 0,0 0-1,-1 1 1,1 0 0,-1 0 0,0 0-1,0 1 1,-1-1 0,0 2-1,0-1 1,0 0 0,-1 1-1,0 0 1,0 0 0,0 0 0,3 13-1,8 25 341,28 61 0,-43-106-325,0 0 0,0 0 0,0 0 0,0 1 0,0-1 0,0 0 0,0 0 0,0 0 0,0 0 0,0 1-1,0-1 1,0 0 0,0 0 0,0 0 0,0 0 0,0 1 0,0-1 0,0 0 0,0 0 0,1 0 0,-1 0-1,0 0 1,0 1 0,0-1 0,0 0 0,0 0 0,0 0 0,0 0 0,1 0 0,-1 0 0,0 0 0,0 0-1,0 0 1,0 1 0,1-1 0,-1 0 0,0 0 0,0 0 0,0 0 0,0 0 0,1 0 0,-1 0 0,0 0-1,0 0 1,0 0 0,0 0 0,1 0 0,-1 0 0,0 0 0,0 0 0,0-1 0,0 1 0,1 0 0,-1 0-1,0 0 1,0 0 0,0 0 0,0 0 0,0 0 0,0 0 0,1 0 0,-1-1 0,3-16 302,-1-25-415,-2 41 134,-6-42-118,4 40 53,1-1 1,0 1 0,1 0 0,-1-1 0,0 1 0,1 0 0,0-1 0,0 1 0,0-1 0,0 1-1,0-1 1,1 1 0,-1 0 0,1-1 0,0 1 0,0 0 0,1 0 0,-1-1 0,0 1 0,1 0 0,0 0-1,0 1 1,0-1 0,0 0 0,0 1 0,4-4 0,13-10-53,1 0 0,1 2 0,1 0 1,0 1-1,0 2 0,1 0 0,47-15 0,-10 10-45,-1 2 0,69-7 0,-8 11 25,178 7 0,-143 6 70,-9 4 30,274 49 0,-6 2 1,4-51 16,-163-8-12,258 5 64,-498-5-22,1-1 0,0 0 0,-1-1 0,23-8-1,-21 6-38,0 0 0,0 2 0,21-3-1,289 2 320,-212 4 995,-115-42-472,-2 4-819,1 25-30,0 1 0,1 0 1,0 0-1,1-1 0,0 1 0,6-22 0,1 22-6,-1 17 0,-2 1 0,-3-5-64,-1 0 0,0 0-1,0 0 1,0 1 0,0-1 0,0 0 0,0 0 0,-1 1-1,1-1 1,0 0 0,0 1 0,-1-1 0,1 1 0,-1-1-1,0 1 1,1-1 0,-1 3 0,0-3-79,0 0 0,0 0 0,-1 0 0,1 0 0,-1 0 0,1 0 0,0 0 0,-1-1 0,0 1 0,1 0 0,-1 0 0,1 0 0,-1-1 0,0 1 0,1 0 0,-1-1 0,0 1 0,0-1 0,0 1 0,-1 0 0,-5 2-1111,0-1 1,0 1-1,0-2 0,0 1 1,-1-1-1,-7 1 1,-18-1-9891</inkml:trace>
</inkml:ink>
</file>

<file path=ppt/ink/ink30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0T16:19:30.63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1224,'0'0'936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3BA408-F166-4254-8778-9E50DA37637D}" type="datetimeFigureOut">
              <a:rPr lang="en-ZA" smtClean="0"/>
              <a:t>20 Feb 2025</a:t>
            </a:fld>
            <a:endParaRPr lang="en-Z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Z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4D6BC1-25BB-4234-AF44-827A503AB7C8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245014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4D6BC1-25BB-4234-AF44-827A503AB7C8}" type="slidenum">
              <a:rPr lang="en-ZA" smtClean="0"/>
              <a:t>4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796308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4D6BC1-25BB-4234-AF44-827A503AB7C8}" type="slidenum">
              <a:rPr lang="en-ZA" smtClean="0"/>
              <a:t>19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0835554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278BDC-4A01-D545-A945-AAD835073C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38C615-2305-0594-EED4-BDEF30934A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651867-F4EA-F077-7F7D-BC452BBB38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0B882B-DC50-487F-9A89-D2EE25444552}" type="datetimeFigureOut">
              <a:rPr lang="en-ZA" smtClean="0"/>
              <a:t>20 Feb 2025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BEAA60-DECE-2327-5B3E-4B30914DFA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1962C8-8360-E0F5-3BFC-B3234554A5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EF933A-64A8-4E64-8F20-3493A84F24B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558729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84898-33C3-C9ED-927E-76910F42E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9FA92C-45FD-554C-C74C-C13A29FD78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8C52F1-4A76-2C18-F445-897CDDF353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0B882B-DC50-487F-9A89-D2EE25444552}" type="datetimeFigureOut">
              <a:rPr lang="en-ZA" smtClean="0"/>
              <a:t>20 Feb 2025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105032-CDFF-6F94-52D3-54934E31C7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BFB0EE-D9A7-100B-D76F-0FFC8095DC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EF933A-64A8-4E64-8F20-3493A84F24B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1171743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1B8FC0-5013-297C-35DB-461D96978F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E4A6D6-A537-1109-6753-5B5ED58111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978402-A3FE-40B2-1C89-9D23BA680C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0B882B-DC50-487F-9A89-D2EE25444552}" type="datetimeFigureOut">
              <a:rPr lang="en-ZA" smtClean="0"/>
              <a:t>20 Feb 2025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FE8E01-4AEC-95C1-8F37-DCFAAC5E6D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E0257B-12EE-4901-611F-36BA7E8532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EF933A-64A8-4E64-8F20-3493A84F24B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2484760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DF550-1109-1ACC-EA03-002E053A7F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958382-750B-3E42-B530-29185ECD26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E5D0E4-F6B4-68E4-5CD6-CEBCCF1FDB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F70931-880A-1F9A-00C0-B690756BAC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0B882B-DC50-487F-9A89-D2EE25444552}" type="datetimeFigureOut">
              <a:rPr lang="en-ZA" smtClean="0"/>
              <a:t>20 Feb 2025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C5DECB-0DA0-ED3C-F4DC-03DD36B436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1A70CA-7645-7EDF-14AA-C1D769BCCF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EF933A-64A8-4E64-8F20-3493A84F24B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7738953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037AEE-481F-5BA8-D3FA-C2C07B3BB3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AFB3BA-A1C5-6673-BE33-3D15EAE2BA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C90D3C-3BF7-F996-777C-82678E2C27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A104E2E-19C0-E839-D3D6-39F70CF1E6A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80FCFA4-E3B8-CFF6-C36F-FAF378B61F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291DBD4-E8D9-5739-5177-02A8045052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0B882B-DC50-487F-9A89-D2EE25444552}" type="datetimeFigureOut">
              <a:rPr lang="en-ZA" smtClean="0"/>
              <a:t>20 Feb 2025</a:t>
            </a:fld>
            <a:endParaRPr lang="en-Z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222C144-62DD-F23E-C8C5-2DAF7C18CC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83A44F8-F60B-86E1-64D5-9D59A2374C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EF933A-64A8-4E64-8F20-3493A84F24B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2849692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D63BB2-5824-9590-3687-285D6ED464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477A086-4DD1-88B6-7784-9F20AA85F5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0B882B-DC50-487F-9A89-D2EE25444552}" type="datetimeFigureOut">
              <a:rPr lang="en-ZA" smtClean="0"/>
              <a:t>20 Feb 2025</a:t>
            </a:fld>
            <a:endParaRPr lang="en-Z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E0D82A-D267-08A0-BED0-BF07DD0735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EC356D-F399-8A33-4B57-9F0D6EF5A6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EF933A-64A8-4E64-8F20-3493A84F24B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03631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761C71B-A452-73A8-1D26-C3D761FAC4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0B882B-DC50-487F-9A89-D2EE25444552}" type="datetimeFigureOut">
              <a:rPr lang="en-ZA" smtClean="0"/>
              <a:t>20 Feb 2025</a:t>
            </a:fld>
            <a:endParaRPr lang="en-Z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0C8EBBB-AF31-0F55-0A4D-CFF0F7078A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F84B7B-6ED3-5A7F-505C-E376EFC13A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EF933A-64A8-4E64-8F20-3493A84F24B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2847233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9E2C8D-E2E5-259E-68FB-449EC4550A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E3BB56-D588-F77A-C030-9CFF743FFF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4ED70B-4E0C-1EBC-5101-D9963471A7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3316C0-A454-D311-ACCB-BF8E7AC7B1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0B882B-DC50-487F-9A89-D2EE25444552}" type="datetimeFigureOut">
              <a:rPr lang="en-ZA" smtClean="0"/>
              <a:t>20 Feb 2025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FF490A-3713-2264-C3DC-B1959C43E6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4982E1-AF91-0522-C4D6-6224F2A142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EF933A-64A8-4E64-8F20-3493A84F24B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8409449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83658E-4595-15DB-FFC5-47E09883B0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A602465-0519-B9BC-7E1F-3A9AA9A43C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CFE613-0C07-F068-CD00-1B6E9EC1C1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A16AFB-5D37-00E2-6E23-FA3ECE1BDF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0B882B-DC50-487F-9A89-D2EE25444552}" type="datetimeFigureOut">
              <a:rPr lang="en-ZA" smtClean="0"/>
              <a:t>20 Feb 2025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336E97-FB96-AE2F-68B9-718B5380CB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9C70A5-1BAA-C86E-72EF-B3833AB445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EF933A-64A8-4E64-8F20-3493A84F24B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5538657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F89713-86FF-63B0-33C7-D0A9A67595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315D3C-F28A-59D8-DE06-2B5E5A8C29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3E529E-5E5A-979B-D8FF-4FE7F945AF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0B882B-DC50-487F-9A89-D2EE25444552}" type="datetimeFigureOut">
              <a:rPr lang="en-ZA" smtClean="0"/>
              <a:t>20 Feb 2025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486547-3A65-FDE3-E78B-E0F9DD7C57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420860-E29F-A64F-FDC0-5EE55E458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EF933A-64A8-4E64-8F20-3493A84F24B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2068970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C61D747-2DC2-B898-3785-485C1938A34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0830D48-D77E-2615-BFA2-277E43E3FE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B5B087-405D-E4F2-305B-6DB32CDD9D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0B882B-DC50-487F-9A89-D2EE25444552}" type="datetimeFigureOut">
              <a:rPr lang="en-ZA" smtClean="0"/>
              <a:t>20 Feb 2025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845137-F3A4-0C5A-5DC2-BA267F450D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010B5D-148C-AE16-18F2-F8A4744401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EF933A-64A8-4E64-8F20-3493A84F24B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6087939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7FE03D4-2267-EBC5-1999-F3650C082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6A619F-DC11-0329-AC3C-800082FF93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F7C0B5-BEFB-891C-F5BE-E7546E6234E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0B882B-DC50-487F-9A89-D2EE25444552}" type="datetimeFigureOut">
              <a:rPr lang="en-ZA" smtClean="0"/>
              <a:t>20 Feb 2025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B9D12E-0923-5492-7362-946057EE87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1A47FD-C5E8-4190-7440-5226ED4834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CEF933A-64A8-4E64-8F20-3493A84F24B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0127669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58.png"/><Relationship Id="rId299" Type="http://schemas.openxmlformats.org/officeDocument/2006/relationships/customXml" Target="../ink/ink157.xml"/><Relationship Id="rId21" Type="http://schemas.openxmlformats.org/officeDocument/2006/relationships/image" Target="../media/image10.png"/><Relationship Id="rId63" Type="http://schemas.openxmlformats.org/officeDocument/2006/relationships/image" Target="../media/image31.png"/><Relationship Id="rId159" Type="http://schemas.openxmlformats.org/officeDocument/2006/relationships/image" Target="../media/image79.png"/><Relationship Id="rId324" Type="http://schemas.openxmlformats.org/officeDocument/2006/relationships/image" Target="../media/image154.png"/><Relationship Id="rId366" Type="http://schemas.openxmlformats.org/officeDocument/2006/relationships/customXml" Target="../ink/ink191.xml"/><Relationship Id="rId170" Type="http://schemas.openxmlformats.org/officeDocument/2006/relationships/customXml" Target="../ink/ink86.xml"/><Relationship Id="rId226" Type="http://schemas.openxmlformats.org/officeDocument/2006/relationships/image" Target="../media/image105.png"/><Relationship Id="rId268" Type="http://schemas.openxmlformats.org/officeDocument/2006/relationships/image" Target="../media/image126.png"/><Relationship Id="rId32" Type="http://schemas.openxmlformats.org/officeDocument/2006/relationships/customXml" Target="../ink/ink16.xml"/><Relationship Id="rId74" Type="http://schemas.openxmlformats.org/officeDocument/2006/relationships/customXml" Target="../ink/ink37.xml"/><Relationship Id="rId128" Type="http://schemas.openxmlformats.org/officeDocument/2006/relationships/customXml" Target="../ink/ink64.xml"/><Relationship Id="rId335" Type="http://schemas.openxmlformats.org/officeDocument/2006/relationships/customXml" Target="../ink/ink175.xml"/><Relationship Id="rId377" Type="http://schemas.openxmlformats.org/officeDocument/2006/relationships/image" Target="../media/image180.png"/><Relationship Id="rId5" Type="http://schemas.openxmlformats.org/officeDocument/2006/relationships/image" Target="../media/image2.png"/><Relationship Id="rId181" Type="http://schemas.openxmlformats.org/officeDocument/2006/relationships/customXml" Target="../ink/ink97.xml"/><Relationship Id="rId237" Type="http://schemas.openxmlformats.org/officeDocument/2006/relationships/customXml" Target="../ink/ink126.xml"/><Relationship Id="rId402" Type="http://schemas.openxmlformats.org/officeDocument/2006/relationships/customXml" Target="../ink/ink209.xml"/><Relationship Id="rId279" Type="http://schemas.openxmlformats.org/officeDocument/2006/relationships/customXml" Target="../ink/ink147.xml"/><Relationship Id="rId43" Type="http://schemas.openxmlformats.org/officeDocument/2006/relationships/image" Target="../media/image21.png"/><Relationship Id="rId139" Type="http://schemas.openxmlformats.org/officeDocument/2006/relationships/image" Target="../media/image69.png"/><Relationship Id="rId290" Type="http://schemas.openxmlformats.org/officeDocument/2006/relationships/image" Target="../media/image137.png"/><Relationship Id="rId304" Type="http://schemas.openxmlformats.org/officeDocument/2006/relationships/image" Target="../media/image144.png"/><Relationship Id="rId346" Type="http://schemas.openxmlformats.org/officeDocument/2006/relationships/image" Target="../media/image165.png"/><Relationship Id="rId388" Type="http://schemas.openxmlformats.org/officeDocument/2006/relationships/customXml" Target="../ink/ink202.xml"/><Relationship Id="rId85" Type="http://schemas.openxmlformats.org/officeDocument/2006/relationships/image" Target="../media/image42.png"/><Relationship Id="rId150" Type="http://schemas.openxmlformats.org/officeDocument/2006/relationships/customXml" Target="../ink/ink75.xml"/><Relationship Id="rId192" Type="http://schemas.openxmlformats.org/officeDocument/2006/relationships/image" Target="../media/image88.png"/><Relationship Id="rId206" Type="http://schemas.openxmlformats.org/officeDocument/2006/relationships/image" Target="../media/image95.png"/><Relationship Id="rId413" Type="http://schemas.openxmlformats.org/officeDocument/2006/relationships/image" Target="../media/image198.png"/><Relationship Id="rId248" Type="http://schemas.openxmlformats.org/officeDocument/2006/relationships/image" Target="../media/image116.png"/><Relationship Id="rId12" Type="http://schemas.openxmlformats.org/officeDocument/2006/relationships/customXml" Target="../ink/ink6.xml"/><Relationship Id="rId108" Type="http://schemas.openxmlformats.org/officeDocument/2006/relationships/customXml" Target="../ink/ink54.xml"/><Relationship Id="rId315" Type="http://schemas.openxmlformats.org/officeDocument/2006/relationships/customXml" Target="../ink/ink165.xml"/><Relationship Id="rId357" Type="http://schemas.openxmlformats.org/officeDocument/2006/relationships/image" Target="../media/image170.png"/><Relationship Id="rId54" Type="http://schemas.openxmlformats.org/officeDocument/2006/relationships/customXml" Target="../ink/ink27.xml"/><Relationship Id="rId96" Type="http://schemas.openxmlformats.org/officeDocument/2006/relationships/customXml" Target="../ink/ink48.xml"/><Relationship Id="rId161" Type="http://schemas.openxmlformats.org/officeDocument/2006/relationships/image" Target="../media/image80.png"/><Relationship Id="rId217" Type="http://schemas.openxmlformats.org/officeDocument/2006/relationships/customXml" Target="../ink/ink116.xml"/><Relationship Id="rId399" Type="http://schemas.openxmlformats.org/officeDocument/2006/relationships/image" Target="../media/image191.png"/><Relationship Id="rId259" Type="http://schemas.openxmlformats.org/officeDocument/2006/relationships/customXml" Target="../ink/ink137.xml"/><Relationship Id="rId424" Type="http://schemas.openxmlformats.org/officeDocument/2006/relationships/customXml" Target="../ink/ink220.xml"/><Relationship Id="rId23" Type="http://schemas.openxmlformats.org/officeDocument/2006/relationships/image" Target="../media/image11.png"/><Relationship Id="rId119" Type="http://schemas.openxmlformats.org/officeDocument/2006/relationships/image" Target="../media/image59.png"/><Relationship Id="rId270" Type="http://schemas.openxmlformats.org/officeDocument/2006/relationships/image" Target="../media/image127.png"/><Relationship Id="rId326" Type="http://schemas.openxmlformats.org/officeDocument/2006/relationships/image" Target="../media/image155.png"/><Relationship Id="rId65" Type="http://schemas.openxmlformats.org/officeDocument/2006/relationships/image" Target="../media/image32.png"/><Relationship Id="rId130" Type="http://schemas.openxmlformats.org/officeDocument/2006/relationships/customXml" Target="../ink/ink65.xml"/><Relationship Id="rId368" Type="http://schemas.openxmlformats.org/officeDocument/2006/relationships/customXml" Target="../ink/ink192.xml"/><Relationship Id="rId172" Type="http://schemas.openxmlformats.org/officeDocument/2006/relationships/customXml" Target="../ink/ink88.xml"/><Relationship Id="rId228" Type="http://schemas.openxmlformats.org/officeDocument/2006/relationships/image" Target="../media/image106.png"/><Relationship Id="rId281" Type="http://schemas.openxmlformats.org/officeDocument/2006/relationships/customXml" Target="../ink/ink148.xml"/><Relationship Id="rId337" Type="http://schemas.openxmlformats.org/officeDocument/2006/relationships/customXml" Target="../ink/ink176.xml"/><Relationship Id="rId34" Type="http://schemas.openxmlformats.org/officeDocument/2006/relationships/customXml" Target="../ink/ink17.xml"/><Relationship Id="rId76" Type="http://schemas.openxmlformats.org/officeDocument/2006/relationships/customXml" Target="../ink/ink38.xml"/><Relationship Id="rId141" Type="http://schemas.openxmlformats.org/officeDocument/2006/relationships/image" Target="../media/image70.png"/><Relationship Id="rId379" Type="http://schemas.openxmlformats.org/officeDocument/2006/relationships/image" Target="../media/image181.png"/><Relationship Id="rId7" Type="http://schemas.openxmlformats.org/officeDocument/2006/relationships/image" Target="../media/image3.png"/><Relationship Id="rId183" Type="http://schemas.openxmlformats.org/officeDocument/2006/relationships/customXml" Target="../ink/ink98.xml"/><Relationship Id="rId239" Type="http://schemas.openxmlformats.org/officeDocument/2006/relationships/customXml" Target="../ink/ink127.xml"/><Relationship Id="rId390" Type="http://schemas.openxmlformats.org/officeDocument/2006/relationships/customXml" Target="../ink/ink203.xml"/><Relationship Id="rId404" Type="http://schemas.openxmlformats.org/officeDocument/2006/relationships/customXml" Target="../ink/ink210.xml"/><Relationship Id="rId250" Type="http://schemas.openxmlformats.org/officeDocument/2006/relationships/image" Target="../media/image117.png"/><Relationship Id="rId292" Type="http://schemas.openxmlformats.org/officeDocument/2006/relationships/image" Target="../media/image138.png"/><Relationship Id="rId306" Type="http://schemas.openxmlformats.org/officeDocument/2006/relationships/image" Target="../media/image145.png"/><Relationship Id="rId45" Type="http://schemas.openxmlformats.org/officeDocument/2006/relationships/image" Target="../media/image22.png"/><Relationship Id="rId87" Type="http://schemas.openxmlformats.org/officeDocument/2006/relationships/image" Target="../media/image43.png"/><Relationship Id="rId110" Type="http://schemas.openxmlformats.org/officeDocument/2006/relationships/customXml" Target="../ink/ink55.xml"/><Relationship Id="rId348" Type="http://schemas.openxmlformats.org/officeDocument/2006/relationships/image" Target="../media/image166.png"/><Relationship Id="rId152" Type="http://schemas.openxmlformats.org/officeDocument/2006/relationships/customXml" Target="../ink/ink76.xml"/><Relationship Id="rId194" Type="http://schemas.openxmlformats.org/officeDocument/2006/relationships/image" Target="../media/image89.png"/><Relationship Id="rId208" Type="http://schemas.openxmlformats.org/officeDocument/2006/relationships/image" Target="../media/image96.png"/><Relationship Id="rId415" Type="http://schemas.openxmlformats.org/officeDocument/2006/relationships/image" Target="../media/image199.png"/><Relationship Id="rId261" Type="http://schemas.openxmlformats.org/officeDocument/2006/relationships/customXml" Target="../ink/ink138.xml"/><Relationship Id="rId14" Type="http://schemas.openxmlformats.org/officeDocument/2006/relationships/customXml" Target="../ink/ink7.xml"/><Relationship Id="rId56" Type="http://schemas.openxmlformats.org/officeDocument/2006/relationships/customXml" Target="../ink/ink28.xml"/><Relationship Id="rId317" Type="http://schemas.openxmlformats.org/officeDocument/2006/relationships/customXml" Target="../ink/ink166.xml"/><Relationship Id="rId359" Type="http://schemas.openxmlformats.org/officeDocument/2006/relationships/image" Target="../media/image171.png"/><Relationship Id="rId98" Type="http://schemas.openxmlformats.org/officeDocument/2006/relationships/customXml" Target="../ink/ink49.xml"/><Relationship Id="rId121" Type="http://schemas.openxmlformats.org/officeDocument/2006/relationships/image" Target="../media/image60.png"/><Relationship Id="rId163" Type="http://schemas.openxmlformats.org/officeDocument/2006/relationships/image" Target="../media/image81.png"/><Relationship Id="rId219" Type="http://schemas.openxmlformats.org/officeDocument/2006/relationships/customXml" Target="../ink/ink117.xml"/><Relationship Id="rId370" Type="http://schemas.openxmlformats.org/officeDocument/2006/relationships/customXml" Target="../ink/ink193.xml"/><Relationship Id="rId426" Type="http://schemas.openxmlformats.org/officeDocument/2006/relationships/customXml" Target="../ink/ink221.xml"/><Relationship Id="rId230" Type="http://schemas.openxmlformats.org/officeDocument/2006/relationships/image" Target="../media/image107.png"/><Relationship Id="rId25" Type="http://schemas.openxmlformats.org/officeDocument/2006/relationships/image" Target="../media/image12.png"/><Relationship Id="rId67" Type="http://schemas.openxmlformats.org/officeDocument/2006/relationships/image" Target="../media/image33.png"/><Relationship Id="rId272" Type="http://schemas.openxmlformats.org/officeDocument/2006/relationships/image" Target="../media/image128.png"/><Relationship Id="rId328" Type="http://schemas.openxmlformats.org/officeDocument/2006/relationships/image" Target="../media/image156.png"/><Relationship Id="rId132" Type="http://schemas.openxmlformats.org/officeDocument/2006/relationships/customXml" Target="../ink/ink66.xml"/><Relationship Id="rId174" Type="http://schemas.openxmlformats.org/officeDocument/2006/relationships/customXml" Target="../ink/ink90.xml"/><Relationship Id="rId381" Type="http://schemas.openxmlformats.org/officeDocument/2006/relationships/image" Target="../media/image182.png"/><Relationship Id="rId241" Type="http://schemas.openxmlformats.org/officeDocument/2006/relationships/customXml" Target="../ink/ink128.xml"/><Relationship Id="rId36" Type="http://schemas.openxmlformats.org/officeDocument/2006/relationships/customXml" Target="../ink/ink18.xml"/><Relationship Id="rId283" Type="http://schemas.openxmlformats.org/officeDocument/2006/relationships/customXml" Target="../ink/ink149.xml"/><Relationship Id="rId339" Type="http://schemas.openxmlformats.org/officeDocument/2006/relationships/customXml" Target="../ink/ink177.xml"/><Relationship Id="rId78" Type="http://schemas.openxmlformats.org/officeDocument/2006/relationships/customXml" Target="../ink/ink39.xml"/><Relationship Id="rId101" Type="http://schemas.openxmlformats.org/officeDocument/2006/relationships/image" Target="../media/image50.png"/><Relationship Id="rId143" Type="http://schemas.openxmlformats.org/officeDocument/2006/relationships/image" Target="../media/image71.png"/><Relationship Id="rId185" Type="http://schemas.openxmlformats.org/officeDocument/2006/relationships/customXml" Target="../ink/ink99.xml"/><Relationship Id="rId350" Type="http://schemas.openxmlformats.org/officeDocument/2006/relationships/image" Target="../media/image167.png"/><Relationship Id="rId406" Type="http://schemas.openxmlformats.org/officeDocument/2006/relationships/customXml" Target="../ink/ink211.xml"/><Relationship Id="rId9" Type="http://schemas.openxmlformats.org/officeDocument/2006/relationships/image" Target="../media/image4.png"/><Relationship Id="rId210" Type="http://schemas.openxmlformats.org/officeDocument/2006/relationships/image" Target="../media/image97.png"/><Relationship Id="rId392" Type="http://schemas.openxmlformats.org/officeDocument/2006/relationships/customXml" Target="../ink/ink204.xml"/><Relationship Id="rId252" Type="http://schemas.openxmlformats.org/officeDocument/2006/relationships/image" Target="../media/image118.png"/><Relationship Id="rId294" Type="http://schemas.openxmlformats.org/officeDocument/2006/relationships/image" Target="../media/image139.png"/><Relationship Id="rId308" Type="http://schemas.openxmlformats.org/officeDocument/2006/relationships/image" Target="../media/image146.png"/><Relationship Id="rId47" Type="http://schemas.openxmlformats.org/officeDocument/2006/relationships/image" Target="../media/image23.png"/><Relationship Id="rId89" Type="http://schemas.openxmlformats.org/officeDocument/2006/relationships/image" Target="../media/image44.png"/><Relationship Id="rId112" Type="http://schemas.openxmlformats.org/officeDocument/2006/relationships/customXml" Target="../ink/ink56.xml"/><Relationship Id="rId154" Type="http://schemas.openxmlformats.org/officeDocument/2006/relationships/customXml" Target="../ink/ink77.xml"/><Relationship Id="rId361" Type="http://schemas.openxmlformats.org/officeDocument/2006/relationships/image" Target="../media/image172.png"/><Relationship Id="rId196" Type="http://schemas.openxmlformats.org/officeDocument/2006/relationships/image" Target="../media/image90.png"/><Relationship Id="rId417" Type="http://schemas.openxmlformats.org/officeDocument/2006/relationships/image" Target="../media/image200.png"/><Relationship Id="rId16" Type="http://schemas.openxmlformats.org/officeDocument/2006/relationships/customXml" Target="../ink/ink8.xml"/><Relationship Id="rId221" Type="http://schemas.openxmlformats.org/officeDocument/2006/relationships/customXml" Target="../ink/ink118.xml"/><Relationship Id="rId263" Type="http://schemas.openxmlformats.org/officeDocument/2006/relationships/customXml" Target="../ink/ink139.xml"/><Relationship Id="rId319" Type="http://schemas.openxmlformats.org/officeDocument/2006/relationships/customXml" Target="../ink/ink167.xml"/><Relationship Id="rId58" Type="http://schemas.openxmlformats.org/officeDocument/2006/relationships/customXml" Target="../ink/ink29.xml"/><Relationship Id="rId123" Type="http://schemas.openxmlformats.org/officeDocument/2006/relationships/image" Target="../media/image61.png"/><Relationship Id="rId330" Type="http://schemas.openxmlformats.org/officeDocument/2006/relationships/image" Target="../media/image157.png"/><Relationship Id="rId165" Type="http://schemas.openxmlformats.org/officeDocument/2006/relationships/image" Target="../media/image82.png"/><Relationship Id="rId372" Type="http://schemas.openxmlformats.org/officeDocument/2006/relationships/customXml" Target="../ink/ink194.xml"/><Relationship Id="rId232" Type="http://schemas.openxmlformats.org/officeDocument/2006/relationships/image" Target="../media/image108.png"/><Relationship Id="rId274" Type="http://schemas.openxmlformats.org/officeDocument/2006/relationships/image" Target="../media/image129.png"/><Relationship Id="rId27" Type="http://schemas.openxmlformats.org/officeDocument/2006/relationships/image" Target="../media/image13.png"/><Relationship Id="rId69" Type="http://schemas.openxmlformats.org/officeDocument/2006/relationships/image" Target="../media/image34.png"/><Relationship Id="rId134" Type="http://schemas.openxmlformats.org/officeDocument/2006/relationships/customXml" Target="../ink/ink67.xml"/><Relationship Id="rId80" Type="http://schemas.openxmlformats.org/officeDocument/2006/relationships/customXml" Target="../ink/ink40.xml"/><Relationship Id="rId176" Type="http://schemas.openxmlformats.org/officeDocument/2006/relationships/customXml" Target="../ink/ink92.xml"/><Relationship Id="rId341" Type="http://schemas.openxmlformats.org/officeDocument/2006/relationships/customXml" Target="../ink/ink178.xml"/><Relationship Id="rId383" Type="http://schemas.openxmlformats.org/officeDocument/2006/relationships/image" Target="../media/image183.png"/><Relationship Id="rId201" Type="http://schemas.openxmlformats.org/officeDocument/2006/relationships/customXml" Target="../ink/ink108.xml"/><Relationship Id="rId243" Type="http://schemas.openxmlformats.org/officeDocument/2006/relationships/customXml" Target="../ink/ink129.xml"/><Relationship Id="rId285" Type="http://schemas.openxmlformats.org/officeDocument/2006/relationships/customXml" Target="../ink/ink150.xml"/><Relationship Id="rId38" Type="http://schemas.openxmlformats.org/officeDocument/2006/relationships/customXml" Target="../ink/ink19.xml"/><Relationship Id="rId103" Type="http://schemas.openxmlformats.org/officeDocument/2006/relationships/image" Target="../media/image51.png"/><Relationship Id="rId310" Type="http://schemas.openxmlformats.org/officeDocument/2006/relationships/image" Target="../media/image147.png"/><Relationship Id="rId70" Type="http://schemas.openxmlformats.org/officeDocument/2006/relationships/customXml" Target="../ink/ink35.xml"/><Relationship Id="rId91" Type="http://schemas.openxmlformats.org/officeDocument/2006/relationships/image" Target="../media/image45.png"/><Relationship Id="rId145" Type="http://schemas.openxmlformats.org/officeDocument/2006/relationships/image" Target="../media/image72.png"/><Relationship Id="rId166" Type="http://schemas.openxmlformats.org/officeDocument/2006/relationships/customXml" Target="../ink/ink83.xml"/><Relationship Id="rId187" Type="http://schemas.openxmlformats.org/officeDocument/2006/relationships/customXml" Target="../ink/ink101.xml"/><Relationship Id="rId331" Type="http://schemas.openxmlformats.org/officeDocument/2006/relationships/customXml" Target="../ink/ink173.xml"/><Relationship Id="rId352" Type="http://schemas.openxmlformats.org/officeDocument/2006/relationships/customXml" Target="../ink/ink184.xml"/><Relationship Id="rId373" Type="http://schemas.openxmlformats.org/officeDocument/2006/relationships/image" Target="../media/image178.png"/><Relationship Id="rId394" Type="http://schemas.openxmlformats.org/officeDocument/2006/relationships/customXml" Target="../ink/ink205.xml"/><Relationship Id="rId408" Type="http://schemas.openxmlformats.org/officeDocument/2006/relationships/customXml" Target="../ink/ink212.xml"/><Relationship Id="rId1" Type="http://schemas.openxmlformats.org/officeDocument/2006/relationships/slideLayout" Target="../slideLayouts/slideLayout2.xml"/><Relationship Id="rId212" Type="http://schemas.openxmlformats.org/officeDocument/2006/relationships/image" Target="../media/image98.png"/><Relationship Id="rId233" Type="http://schemas.openxmlformats.org/officeDocument/2006/relationships/customXml" Target="../ink/ink124.xml"/><Relationship Id="rId254" Type="http://schemas.openxmlformats.org/officeDocument/2006/relationships/image" Target="../media/image119.png"/><Relationship Id="rId28" Type="http://schemas.openxmlformats.org/officeDocument/2006/relationships/customXml" Target="../ink/ink14.xml"/><Relationship Id="rId49" Type="http://schemas.openxmlformats.org/officeDocument/2006/relationships/image" Target="../media/image24.png"/><Relationship Id="rId114" Type="http://schemas.openxmlformats.org/officeDocument/2006/relationships/customXml" Target="../ink/ink57.xml"/><Relationship Id="rId275" Type="http://schemas.openxmlformats.org/officeDocument/2006/relationships/customXml" Target="../ink/ink145.xml"/><Relationship Id="rId296" Type="http://schemas.openxmlformats.org/officeDocument/2006/relationships/image" Target="../media/image140.png"/><Relationship Id="rId300" Type="http://schemas.openxmlformats.org/officeDocument/2006/relationships/image" Target="../media/image142.png"/><Relationship Id="rId60" Type="http://schemas.openxmlformats.org/officeDocument/2006/relationships/customXml" Target="../ink/ink30.xml"/><Relationship Id="rId81" Type="http://schemas.openxmlformats.org/officeDocument/2006/relationships/image" Target="../media/image40.png"/><Relationship Id="rId135" Type="http://schemas.openxmlformats.org/officeDocument/2006/relationships/image" Target="../media/image67.png"/><Relationship Id="rId156" Type="http://schemas.openxmlformats.org/officeDocument/2006/relationships/customXml" Target="../ink/ink78.xml"/><Relationship Id="rId177" Type="http://schemas.openxmlformats.org/officeDocument/2006/relationships/customXml" Target="../ink/ink93.xml"/><Relationship Id="rId198" Type="http://schemas.openxmlformats.org/officeDocument/2006/relationships/image" Target="../media/image91.png"/><Relationship Id="rId321" Type="http://schemas.openxmlformats.org/officeDocument/2006/relationships/customXml" Target="../ink/ink168.xml"/><Relationship Id="rId342" Type="http://schemas.openxmlformats.org/officeDocument/2006/relationships/image" Target="../media/image163.png"/><Relationship Id="rId363" Type="http://schemas.openxmlformats.org/officeDocument/2006/relationships/image" Target="../media/image173.png"/><Relationship Id="rId384" Type="http://schemas.openxmlformats.org/officeDocument/2006/relationships/customXml" Target="../ink/ink200.xml"/><Relationship Id="rId419" Type="http://schemas.openxmlformats.org/officeDocument/2006/relationships/image" Target="../media/image201.png"/><Relationship Id="rId202" Type="http://schemas.openxmlformats.org/officeDocument/2006/relationships/image" Target="../media/image93.png"/><Relationship Id="rId223" Type="http://schemas.openxmlformats.org/officeDocument/2006/relationships/customXml" Target="../ink/ink119.xml"/><Relationship Id="rId244" Type="http://schemas.openxmlformats.org/officeDocument/2006/relationships/image" Target="../media/image114.png"/><Relationship Id="rId18" Type="http://schemas.openxmlformats.org/officeDocument/2006/relationships/customXml" Target="../ink/ink9.xml"/><Relationship Id="rId39" Type="http://schemas.openxmlformats.org/officeDocument/2006/relationships/image" Target="../media/image19.png"/><Relationship Id="rId265" Type="http://schemas.openxmlformats.org/officeDocument/2006/relationships/customXml" Target="../ink/ink140.xml"/><Relationship Id="rId286" Type="http://schemas.openxmlformats.org/officeDocument/2006/relationships/image" Target="../media/image135.png"/><Relationship Id="rId50" Type="http://schemas.openxmlformats.org/officeDocument/2006/relationships/customXml" Target="../ink/ink25.xml"/><Relationship Id="rId104" Type="http://schemas.openxmlformats.org/officeDocument/2006/relationships/customXml" Target="../ink/ink52.xml"/><Relationship Id="rId125" Type="http://schemas.openxmlformats.org/officeDocument/2006/relationships/image" Target="../media/image62.png"/><Relationship Id="rId146" Type="http://schemas.openxmlformats.org/officeDocument/2006/relationships/customXml" Target="../ink/ink73.xml"/><Relationship Id="rId167" Type="http://schemas.openxmlformats.org/officeDocument/2006/relationships/image" Target="../media/image83.png"/><Relationship Id="rId188" Type="http://schemas.openxmlformats.org/officeDocument/2006/relationships/image" Target="../media/image86.png"/><Relationship Id="rId311" Type="http://schemas.openxmlformats.org/officeDocument/2006/relationships/customXml" Target="../ink/ink163.xml"/><Relationship Id="rId332" Type="http://schemas.openxmlformats.org/officeDocument/2006/relationships/image" Target="../media/image158.png"/><Relationship Id="rId353" Type="http://schemas.openxmlformats.org/officeDocument/2006/relationships/image" Target="../media/image168.png"/><Relationship Id="rId374" Type="http://schemas.openxmlformats.org/officeDocument/2006/relationships/customXml" Target="../ink/ink195.xml"/><Relationship Id="rId395" Type="http://schemas.openxmlformats.org/officeDocument/2006/relationships/image" Target="../media/image189.png"/><Relationship Id="rId409" Type="http://schemas.openxmlformats.org/officeDocument/2006/relationships/image" Target="../media/image196.png"/><Relationship Id="rId71" Type="http://schemas.openxmlformats.org/officeDocument/2006/relationships/image" Target="../media/image35.png"/><Relationship Id="rId92" Type="http://schemas.openxmlformats.org/officeDocument/2006/relationships/customXml" Target="../ink/ink46.xml"/><Relationship Id="rId213" Type="http://schemas.openxmlformats.org/officeDocument/2006/relationships/customXml" Target="../ink/ink114.xml"/><Relationship Id="rId234" Type="http://schemas.openxmlformats.org/officeDocument/2006/relationships/image" Target="../media/image109.png"/><Relationship Id="rId420" Type="http://schemas.openxmlformats.org/officeDocument/2006/relationships/customXml" Target="../ink/ink218.xml"/><Relationship Id="rId2" Type="http://schemas.openxmlformats.org/officeDocument/2006/relationships/customXml" Target="../ink/ink1.xml"/><Relationship Id="rId29" Type="http://schemas.openxmlformats.org/officeDocument/2006/relationships/image" Target="../media/image14.png"/><Relationship Id="rId255" Type="http://schemas.openxmlformats.org/officeDocument/2006/relationships/customXml" Target="../ink/ink135.xml"/><Relationship Id="rId276" Type="http://schemas.openxmlformats.org/officeDocument/2006/relationships/image" Target="../media/image130.png"/><Relationship Id="rId297" Type="http://schemas.openxmlformats.org/officeDocument/2006/relationships/customXml" Target="../ink/ink156.xml"/><Relationship Id="rId40" Type="http://schemas.openxmlformats.org/officeDocument/2006/relationships/customXml" Target="../ink/ink20.xml"/><Relationship Id="rId115" Type="http://schemas.openxmlformats.org/officeDocument/2006/relationships/image" Target="../media/image57.png"/><Relationship Id="rId136" Type="http://schemas.openxmlformats.org/officeDocument/2006/relationships/customXml" Target="../ink/ink68.xml"/><Relationship Id="rId157" Type="http://schemas.openxmlformats.org/officeDocument/2006/relationships/image" Target="../media/image78.png"/><Relationship Id="rId178" Type="http://schemas.openxmlformats.org/officeDocument/2006/relationships/customXml" Target="../ink/ink94.xml"/><Relationship Id="rId301" Type="http://schemas.openxmlformats.org/officeDocument/2006/relationships/customXml" Target="../ink/ink158.xml"/><Relationship Id="rId322" Type="http://schemas.openxmlformats.org/officeDocument/2006/relationships/image" Target="../media/image153.png"/><Relationship Id="rId343" Type="http://schemas.openxmlformats.org/officeDocument/2006/relationships/customXml" Target="../ink/ink179.xml"/><Relationship Id="rId364" Type="http://schemas.openxmlformats.org/officeDocument/2006/relationships/customXml" Target="../ink/ink190.xml"/><Relationship Id="rId61" Type="http://schemas.openxmlformats.org/officeDocument/2006/relationships/image" Target="../media/image30.png"/><Relationship Id="rId82" Type="http://schemas.openxmlformats.org/officeDocument/2006/relationships/customXml" Target="../ink/ink41.xml"/><Relationship Id="rId199" Type="http://schemas.openxmlformats.org/officeDocument/2006/relationships/customXml" Target="../ink/ink107.xml"/><Relationship Id="rId203" Type="http://schemas.openxmlformats.org/officeDocument/2006/relationships/customXml" Target="../ink/ink109.xml"/><Relationship Id="rId385" Type="http://schemas.openxmlformats.org/officeDocument/2006/relationships/image" Target="../media/image184.png"/><Relationship Id="rId19" Type="http://schemas.openxmlformats.org/officeDocument/2006/relationships/image" Target="../media/image9.png"/><Relationship Id="rId224" Type="http://schemas.openxmlformats.org/officeDocument/2006/relationships/image" Target="../media/image104.png"/><Relationship Id="rId245" Type="http://schemas.openxmlformats.org/officeDocument/2006/relationships/customXml" Target="../ink/ink130.xml"/><Relationship Id="rId266" Type="http://schemas.openxmlformats.org/officeDocument/2006/relationships/image" Target="../media/image125.png"/><Relationship Id="rId287" Type="http://schemas.openxmlformats.org/officeDocument/2006/relationships/customXml" Target="../ink/ink151.xml"/><Relationship Id="rId410" Type="http://schemas.openxmlformats.org/officeDocument/2006/relationships/customXml" Target="../ink/ink213.xml"/><Relationship Id="rId30" Type="http://schemas.openxmlformats.org/officeDocument/2006/relationships/customXml" Target="../ink/ink15.xml"/><Relationship Id="rId105" Type="http://schemas.openxmlformats.org/officeDocument/2006/relationships/image" Target="../media/image52.png"/><Relationship Id="rId126" Type="http://schemas.openxmlformats.org/officeDocument/2006/relationships/customXml" Target="../ink/ink63.xml"/><Relationship Id="rId147" Type="http://schemas.openxmlformats.org/officeDocument/2006/relationships/image" Target="../media/image73.png"/><Relationship Id="rId168" Type="http://schemas.openxmlformats.org/officeDocument/2006/relationships/customXml" Target="../ink/ink84.xml"/><Relationship Id="rId312" Type="http://schemas.openxmlformats.org/officeDocument/2006/relationships/image" Target="../media/image148.png"/><Relationship Id="rId333" Type="http://schemas.openxmlformats.org/officeDocument/2006/relationships/customXml" Target="../ink/ink174.xml"/><Relationship Id="rId354" Type="http://schemas.openxmlformats.org/officeDocument/2006/relationships/customXml" Target="../ink/ink185.xml"/><Relationship Id="rId51" Type="http://schemas.openxmlformats.org/officeDocument/2006/relationships/image" Target="../media/image25.png"/><Relationship Id="rId72" Type="http://schemas.openxmlformats.org/officeDocument/2006/relationships/customXml" Target="../ink/ink36.xml"/><Relationship Id="rId93" Type="http://schemas.openxmlformats.org/officeDocument/2006/relationships/image" Target="../media/image46.png"/><Relationship Id="rId189" Type="http://schemas.openxmlformats.org/officeDocument/2006/relationships/customXml" Target="../ink/ink102.xml"/><Relationship Id="rId375" Type="http://schemas.openxmlformats.org/officeDocument/2006/relationships/image" Target="../media/image179.png"/><Relationship Id="rId396" Type="http://schemas.openxmlformats.org/officeDocument/2006/relationships/customXml" Target="../ink/ink206.xml"/><Relationship Id="rId3" Type="http://schemas.openxmlformats.org/officeDocument/2006/relationships/image" Target="../media/image1.png"/><Relationship Id="rId214" Type="http://schemas.openxmlformats.org/officeDocument/2006/relationships/image" Target="../media/image99.png"/><Relationship Id="rId235" Type="http://schemas.openxmlformats.org/officeDocument/2006/relationships/customXml" Target="../ink/ink125.xml"/><Relationship Id="rId256" Type="http://schemas.openxmlformats.org/officeDocument/2006/relationships/image" Target="../media/image120.png"/><Relationship Id="rId277" Type="http://schemas.openxmlformats.org/officeDocument/2006/relationships/customXml" Target="../ink/ink146.xml"/><Relationship Id="rId298" Type="http://schemas.openxmlformats.org/officeDocument/2006/relationships/image" Target="../media/image141.png"/><Relationship Id="rId400" Type="http://schemas.openxmlformats.org/officeDocument/2006/relationships/customXml" Target="../ink/ink208.xml"/><Relationship Id="rId421" Type="http://schemas.openxmlformats.org/officeDocument/2006/relationships/image" Target="../media/image202.png"/><Relationship Id="rId116" Type="http://schemas.openxmlformats.org/officeDocument/2006/relationships/customXml" Target="../ink/ink58.xml"/><Relationship Id="rId137" Type="http://schemas.openxmlformats.org/officeDocument/2006/relationships/image" Target="../media/image68.png"/><Relationship Id="rId158" Type="http://schemas.openxmlformats.org/officeDocument/2006/relationships/customXml" Target="../ink/ink79.xml"/><Relationship Id="rId302" Type="http://schemas.openxmlformats.org/officeDocument/2006/relationships/image" Target="../media/image143.png"/><Relationship Id="rId323" Type="http://schemas.openxmlformats.org/officeDocument/2006/relationships/customXml" Target="../ink/ink169.xml"/><Relationship Id="rId344" Type="http://schemas.openxmlformats.org/officeDocument/2006/relationships/image" Target="../media/image164.png"/><Relationship Id="rId20" Type="http://schemas.openxmlformats.org/officeDocument/2006/relationships/customXml" Target="../ink/ink10.xml"/><Relationship Id="rId41" Type="http://schemas.openxmlformats.org/officeDocument/2006/relationships/image" Target="../media/image20.png"/><Relationship Id="rId62" Type="http://schemas.openxmlformats.org/officeDocument/2006/relationships/customXml" Target="../ink/ink31.xml"/><Relationship Id="rId83" Type="http://schemas.openxmlformats.org/officeDocument/2006/relationships/image" Target="../media/image41.png"/><Relationship Id="rId179" Type="http://schemas.openxmlformats.org/officeDocument/2006/relationships/customXml" Target="../ink/ink95.xml"/><Relationship Id="rId365" Type="http://schemas.openxmlformats.org/officeDocument/2006/relationships/image" Target="../media/image174.png"/><Relationship Id="rId386" Type="http://schemas.openxmlformats.org/officeDocument/2006/relationships/customXml" Target="../ink/ink201.xml"/><Relationship Id="rId190" Type="http://schemas.openxmlformats.org/officeDocument/2006/relationships/image" Target="../media/image87.png"/><Relationship Id="rId204" Type="http://schemas.openxmlformats.org/officeDocument/2006/relationships/image" Target="../media/image94.png"/><Relationship Id="rId225" Type="http://schemas.openxmlformats.org/officeDocument/2006/relationships/customXml" Target="../ink/ink120.xml"/><Relationship Id="rId246" Type="http://schemas.openxmlformats.org/officeDocument/2006/relationships/image" Target="../media/image115.png"/><Relationship Id="rId267" Type="http://schemas.openxmlformats.org/officeDocument/2006/relationships/customXml" Target="../ink/ink141.xml"/><Relationship Id="rId288" Type="http://schemas.openxmlformats.org/officeDocument/2006/relationships/image" Target="../media/image136.png"/><Relationship Id="rId411" Type="http://schemas.openxmlformats.org/officeDocument/2006/relationships/image" Target="../media/image197.png"/><Relationship Id="rId106" Type="http://schemas.openxmlformats.org/officeDocument/2006/relationships/customXml" Target="../ink/ink53.xml"/><Relationship Id="rId127" Type="http://schemas.openxmlformats.org/officeDocument/2006/relationships/image" Target="../media/image63.png"/><Relationship Id="rId313" Type="http://schemas.openxmlformats.org/officeDocument/2006/relationships/customXml" Target="../ink/ink164.xml"/><Relationship Id="rId10" Type="http://schemas.openxmlformats.org/officeDocument/2006/relationships/customXml" Target="../ink/ink5.xml"/><Relationship Id="rId31" Type="http://schemas.openxmlformats.org/officeDocument/2006/relationships/image" Target="../media/image15.png"/><Relationship Id="rId52" Type="http://schemas.openxmlformats.org/officeDocument/2006/relationships/customXml" Target="../ink/ink26.xml"/><Relationship Id="rId73" Type="http://schemas.openxmlformats.org/officeDocument/2006/relationships/image" Target="../media/image36.png"/><Relationship Id="rId94" Type="http://schemas.openxmlformats.org/officeDocument/2006/relationships/customXml" Target="../ink/ink47.xml"/><Relationship Id="rId148" Type="http://schemas.openxmlformats.org/officeDocument/2006/relationships/customXml" Target="../ink/ink74.xml"/><Relationship Id="rId169" Type="http://schemas.openxmlformats.org/officeDocument/2006/relationships/customXml" Target="../ink/ink85.xml"/><Relationship Id="rId334" Type="http://schemas.openxmlformats.org/officeDocument/2006/relationships/image" Target="../media/image159.png"/><Relationship Id="rId355" Type="http://schemas.openxmlformats.org/officeDocument/2006/relationships/image" Target="../media/image169.png"/><Relationship Id="rId376" Type="http://schemas.openxmlformats.org/officeDocument/2006/relationships/customXml" Target="../ink/ink196.xml"/><Relationship Id="rId397" Type="http://schemas.openxmlformats.org/officeDocument/2006/relationships/image" Target="../media/image190.png"/><Relationship Id="rId4" Type="http://schemas.openxmlformats.org/officeDocument/2006/relationships/customXml" Target="../ink/ink2.xml"/><Relationship Id="rId180" Type="http://schemas.openxmlformats.org/officeDocument/2006/relationships/customXml" Target="../ink/ink96.xml"/><Relationship Id="rId215" Type="http://schemas.openxmlformats.org/officeDocument/2006/relationships/customXml" Target="../ink/ink115.xml"/><Relationship Id="rId236" Type="http://schemas.openxmlformats.org/officeDocument/2006/relationships/image" Target="../media/image110.png"/><Relationship Id="rId257" Type="http://schemas.openxmlformats.org/officeDocument/2006/relationships/customXml" Target="../ink/ink136.xml"/><Relationship Id="rId278" Type="http://schemas.openxmlformats.org/officeDocument/2006/relationships/image" Target="../media/image131.png"/><Relationship Id="rId401" Type="http://schemas.openxmlformats.org/officeDocument/2006/relationships/image" Target="../media/image192.png"/><Relationship Id="rId422" Type="http://schemas.openxmlformats.org/officeDocument/2006/relationships/customXml" Target="../ink/ink219.xml"/><Relationship Id="rId303" Type="http://schemas.openxmlformats.org/officeDocument/2006/relationships/customXml" Target="../ink/ink159.xml"/><Relationship Id="rId42" Type="http://schemas.openxmlformats.org/officeDocument/2006/relationships/customXml" Target="../ink/ink21.xml"/><Relationship Id="rId84" Type="http://schemas.openxmlformats.org/officeDocument/2006/relationships/customXml" Target="../ink/ink42.xml"/><Relationship Id="rId138" Type="http://schemas.openxmlformats.org/officeDocument/2006/relationships/customXml" Target="../ink/ink69.xml"/><Relationship Id="rId345" Type="http://schemas.openxmlformats.org/officeDocument/2006/relationships/customXml" Target="../ink/ink180.xml"/><Relationship Id="rId387" Type="http://schemas.openxmlformats.org/officeDocument/2006/relationships/image" Target="../media/image185.png"/><Relationship Id="rId191" Type="http://schemas.openxmlformats.org/officeDocument/2006/relationships/customXml" Target="../ink/ink103.xml"/><Relationship Id="rId205" Type="http://schemas.openxmlformats.org/officeDocument/2006/relationships/customXml" Target="../ink/ink110.xml"/><Relationship Id="rId247" Type="http://schemas.openxmlformats.org/officeDocument/2006/relationships/customXml" Target="../ink/ink131.xml"/><Relationship Id="rId412" Type="http://schemas.openxmlformats.org/officeDocument/2006/relationships/customXml" Target="../ink/ink214.xml"/><Relationship Id="rId107" Type="http://schemas.openxmlformats.org/officeDocument/2006/relationships/image" Target="../media/image53.png"/><Relationship Id="rId289" Type="http://schemas.openxmlformats.org/officeDocument/2006/relationships/customXml" Target="../ink/ink152.xml"/><Relationship Id="rId11" Type="http://schemas.openxmlformats.org/officeDocument/2006/relationships/image" Target="../media/image5.png"/><Relationship Id="rId53" Type="http://schemas.openxmlformats.org/officeDocument/2006/relationships/image" Target="../media/image26.png"/><Relationship Id="rId149" Type="http://schemas.openxmlformats.org/officeDocument/2006/relationships/image" Target="../media/image74.png"/><Relationship Id="rId314" Type="http://schemas.openxmlformats.org/officeDocument/2006/relationships/image" Target="../media/image149.png"/><Relationship Id="rId356" Type="http://schemas.openxmlformats.org/officeDocument/2006/relationships/customXml" Target="../ink/ink186.xml"/><Relationship Id="rId398" Type="http://schemas.openxmlformats.org/officeDocument/2006/relationships/customXml" Target="../ink/ink207.xml"/><Relationship Id="rId95" Type="http://schemas.openxmlformats.org/officeDocument/2006/relationships/image" Target="../media/image47.png"/><Relationship Id="rId160" Type="http://schemas.openxmlformats.org/officeDocument/2006/relationships/customXml" Target="../ink/ink80.xml"/><Relationship Id="rId216" Type="http://schemas.openxmlformats.org/officeDocument/2006/relationships/image" Target="../media/image100.png"/><Relationship Id="rId423" Type="http://schemas.openxmlformats.org/officeDocument/2006/relationships/image" Target="../media/image203.png"/><Relationship Id="rId258" Type="http://schemas.openxmlformats.org/officeDocument/2006/relationships/image" Target="../media/image121.png"/><Relationship Id="rId22" Type="http://schemas.openxmlformats.org/officeDocument/2006/relationships/customXml" Target="../ink/ink11.xml"/><Relationship Id="rId64" Type="http://schemas.openxmlformats.org/officeDocument/2006/relationships/customXml" Target="../ink/ink32.xml"/><Relationship Id="rId118" Type="http://schemas.openxmlformats.org/officeDocument/2006/relationships/customXml" Target="../ink/ink59.xml"/><Relationship Id="rId325" Type="http://schemas.openxmlformats.org/officeDocument/2006/relationships/customXml" Target="../ink/ink170.xml"/><Relationship Id="rId367" Type="http://schemas.openxmlformats.org/officeDocument/2006/relationships/image" Target="../media/image175.png"/><Relationship Id="rId171" Type="http://schemas.openxmlformats.org/officeDocument/2006/relationships/customXml" Target="../ink/ink87.xml"/><Relationship Id="rId227" Type="http://schemas.openxmlformats.org/officeDocument/2006/relationships/customXml" Target="../ink/ink121.xml"/><Relationship Id="rId269" Type="http://schemas.openxmlformats.org/officeDocument/2006/relationships/customXml" Target="../ink/ink142.xml"/><Relationship Id="rId33" Type="http://schemas.openxmlformats.org/officeDocument/2006/relationships/image" Target="../media/image16.png"/><Relationship Id="rId129" Type="http://schemas.openxmlformats.org/officeDocument/2006/relationships/image" Target="../media/image64.png"/><Relationship Id="rId280" Type="http://schemas.openxmlformats.org/officeDocument/2006/relationships/image" Target="../media/image132.png"/><Relationship Id="rId336" Type="http://schemas.openxmlformats.org/officeDocument/2006/relationships/image" Target="../media/image160.png"/><Relationship Id="rId75" Type="http://schemas.openxmlformats.org/officeDocument/2006/relationships/image" Target="../media/image37.png"/><Relationship Id="rId140" Type="http://schemas.openxmlformats.org/officeDocument/2006/relationships/customXml" Target="../ink/ink70.xml"/><Relationship Id="rId182" Type="http://schemas.openxmlformats.org/officeDocument/2006/relationships/image" Target="../media/image84.png"/><Relationship Id="rId378" Type="http://schemas.openxmlformats.org/officeDocument/2006/relationships/customXml" Target="../ink/ink197.xml"/><Relationship Id="rId403" Type="http://schemas.openxmlformats.org/officeDocument/2006/relationships/image" Target="../media/image193.png"/><Relationship Id="rId6" Type="http://schemas.openxmlformats.org/officeDocument/2006/relationships/customXml" Target="../ink/ink3.xml"/><Relationship Id="rId238" Type="http://schemas.openxmlformats.org/officeDocument/2006/relationships/image" Target="../media/image111.png"/><Relationship Id="rId291" Type="http://schemas.openxmlformats.org/officeDocument/2006/relationships/customXml" Target="../ink/ink153.xml"/><Relationship Id="rId305" Type="http://schemas.openxmlformats.org/officeDocument/2006/relationships/customXml" Target="../ink/ink160.xml"/><Relationship Id="rId347" Type="http://schemas.openxmlformats.org/officeDocument/2006/relationships/customXml" Target="../ink/ink181.xml"/><Relationship Id="rId44" Type="http://schemas.openxmlformats.org/officeDocument/2006/relationships/customXml" Target="../ink/ink22.xml"/><Relationship Id="rId86" Type="http://schemas.openxmlformats.org/officeDocument/2006/relationships/customXml" Target="../ink/ink43.xml"/><Relationship Id="rId151" Type="http://schemas.openxmlformats.org/officeDocument/2006/relationships/image" Target="../media/image75.png"/><Relationship Id="rId389" Type="http://schemas.openxmlformats.org/officeDocument/2006/relationships/image" Target="../media/image186.png"/><Relationship Id="rId193" Type="http://schemas.openxmlformats.org/officeDocument/2006/relationships/customXml" Target="../ink/ink104.xml"/><Relationship Id="rId207" Type="http://schemas.openxmlformats.org/officeDocument/2006/relationships/customXml" Target="../ink/ink111.xml"/><Relationship Id="rId249" Type="http://schemas.openxmlformats.org/officeDocument/2006/relationships/customXml" Target="../ink/ink132.xml"/><Relationship Id="rId414" Type="http://schemas.openxmlformats.org/officeDocument/2006/relationships/customXml" Target="../ink/ink215.xml"/><Relationship Id="rId13" Type="http://schemas.openxmlformats.org/officeDocument/2006/relationships/image" Target="../media/image6.png"/><Relationship Id="rId109" Type="http://schemas.openxmlformats.org/officeDocument/2006/relationships/image" Target="../media/image54.png"/><Relationship Id="rId260" Type="http://schemas.openxmlformats.org/officeDocument/2006/relationships/image" Target="../media/image122.png"/><Relationship Id="rId316" Type="http://schemas.openxmlformats.org/officeDocument/2006/relationships/image" Target="../media/image150.png"/><Relationship Id="rId55" Type="http://schemas.openxmlformats.org/officeDocument/2006/relationships/image" Target="../media/image27.png"/><Relationship Id="rId97" Type="http://schemas.openxmlformats.org/officeDocument/2006/relationships/image" Target="../media/image48.png"/><Relationship Id="rId120" Type="http://schemas.openxmlformats.org/officeDocument/2006/relationships/customXml" Target="../ink/ink60.xml"/><Relationship Id="rId358" Type="http://schemas.openxmlformats.org/officeDocument/2006/relationships/customXml" Target="../ink/ink187.xml"/><Relationship Id="rId162" Type="http://schemas.openxmlformats.org/officeDocument/2006/relationships/customXml" Target="../ink/ink81.xml"/><Relationship Id="rId218" Type="http://schemas.openxmlformats.org/officeDocument/2006/relationships/image" Target="../media/image101.png"/><Relationship Id="rId425" Type="http://schemas.openxmlformats.org/officeDocument/2006/relationships/image" Target="../media/image204.png"/><Relationship Id="rId271" Type="http://schemas.openxmlformats.org/officeDocument/2006/relationships/customXml" Target="../ink/ink143.xml"/><Relationship Id="rId24" Type="http://schemas.openxmlformats.org/officeDocument/2006/relationships/customXml" Target="../ink/ink12.xml"/><Relationship Id="rId66" Type="http://schemas.openxmlformats.org/officeDocument/2006/relationships/customXml" Target="../ink/ink33.xml"/><Relationship Id="rId131" Type="http://schemas.openxmlformats.org/officeDocument/2006/relationships/image" Target="../media/image65.png"/><Relationship Id="rId327" Type="http://schemas.openxmlformats.org/officeDocument/2006/relationships/customXml" Target="../ink/ink171.xml"/><Relationship Id="rId369" Type="http://schemas.openxmlformats.org/officeDocument/2006/relationships/image" Target="../media/image176.png"/><Relationship Id="rId173" Type="http://schemas.openxmlformats.org/officeDocument/2006/relationships/customXml" Target="../ink/ink89.xml"/><Relationship Id="rId229" Type="http://schemas.openxmlformats.org/officeDocument/2006/relationships/customXml" Target="../ink/ink122.xml"/><Relationship Id="rId380" Type="http://schemas.openxmlformats.org/officeDocument/2006/relationships/customXml" Target="../ink/ink198.xml"/><Relationship Id="rId240" Type="http://schemas.openxmlformats.org/officeDocument/2006/relationships/image" Target="../media/image112.png"/><Relationship Id="rId35" Type="http://schemas.openxmlformats.org/officeDocument/2006/relationships/image" Target="../media/image17.png"/><Relationship Id="rId77" Type="http://schemas.openxmlformats.org/officeDocument/2006/relationships/image" Target="../media/image38.png"/><Relationship Id="rId100" Type="http://schemas.openxmlformats.org/officeDocument/2006/relationships/customXml" Target="../ink/ink50.xml"/><Relationship Id="rId282" Type="http://schemas.openxmlformats.org/officeDocument/2006/relationships/image" Target="../media/image133.png"/><Relationship Id="rId338" Type="http://schemas.openxmlformats.org/officeDocument/2006/relationships/image" Target="../media/image161.png"/><Relationship Id="rId8" Type="http://schemas.openxmlformats.org/officeDocument/2006/relationships/customXml" Target="../ink/ink4.xml"/><Relationship Id="rId142" Type="http://schemas.openxmlformats.org/officeDocument/2006/relationships/customXml" Target="../ink/ink71.xml"/><Relationship Id="rId184" Type="http://schemas.openxmlformats.org/officeDocument/2006/relationships/image" Target="../media/image85.png"/><Relationship Id="rId391" Type="http://schemas.openxmlformats.org/officeDocument/2006/relationships/image" Target="../media/image187.png"/><Relationship Id="rId405" Type="http://schemas.openxmlformats.org/officeDocument/2006/relationships/image" Target="../media/image194.png"/><Relationship Id="rId251" Type="http://schemas.openxmlformats.org/officeDocument/2006/relationships/customXml" Target="../ink/ink133.xml"/><Relationship Id="rId46" Type="http://schemas.openxmlformats.org/officeDocument/2006/relationships/customXml" Target="../ink/ink23.xml"/><Relationship Id="rId293" Type="http://schemas.openxmlformats.org/officeDocument/2006/relationships/customXml" Target="../ink/ink154.xml"/><Relationship Id="rId307" Type="http://schemas.openxmlformats.org/officeDocument/2006/relationships/customXml" Target="../ink/ink161.xml"/><Relationship Id="rId349" Type="http://schemas.openxmlformats.org/officeDocument/2006/relationships/customXml" Target="../ink/ink182.xml"/><Relationship Id="rId88" Type="http://schemas.openxmlformats.org/officeDocument/2006/relationships/customXml" Target="../ink/ink44.xml"/><Relationship Id="rId111" Type="http://schemas.openxmlformats.org/officeDocument/2006/relationships/image" Target="../media/image55.png"/><Relationship Id="rId153" Type="http://schemas.openxmlformats.org/officeDocument/2006/relationships/image" Target="../media/image76.png"/><Relationship Id="rId195" Type="http://schemas.openxmlformats.org/officeDocument/2006/relationships/customXml" Target="../ink/ink105.xml"/><Relationship Id="rId209" Type="http://schemas.openxmlformats.org/officeDocument/2006/relationships/customXml" Target="../ink/ink112.xml"/><Relationship Id="rId360" Type="http://schemas.openxmlformats.org/officeDocument/2006/relationships/customXml" Target="../ink/ink188.xml"/><Relationship Id="rId416" Type="http://schemas.openxmlformats.org/officeDocument/2006/relationships/customXml" Target="../ink/ink216.xml"/><Relationship Id="rId220" Type="http://schemas.openxmlformats.org/officeDocument/2006/relationships/image" Target="../media/image102.png"/><Relationship Id="rId15" Type="http://schemas.openxmlformats.org/officeDocument/2006/relationships/image" Target="../media/image7.png"/><Relationship Id="rId57" Type="http://schemas.openxmlformats.org/officeDocument/2006/relationships/image" Target="../media/image28.png"/><Relationship Id="rId262" Type="http://schemas.openxmlformats.org/officeDocument/2006/relationships/image" Target="../media/image123.png"/><Relationship Id="rId318" Type="http://schemas.openxmlformats.org/officeDocument/2006/relationships/image" Target="../media/image151.png"/><Relationship Id="rId99" Type="http://schemas.openxmlformats.org/officeDocument/2006/relationships/image" Target="../media/image49.png"/><Relationship Id="rId122" Type="http://schemas.openxmlformats.org/officeDocument/2006/relationships/customXml" Target="../ink/ink61.xml"/><Relationship Id="rId164" Type="http://schemas.openxmlformats.org/officeDocument/2006/relationships/customXml" Target="../ink/ink82.xml"/><Relationship Id="rId371" Type="http://schemas.openxmlformats.org/officeDocument/2006/relationships/image" Target="../media/image177.png"/><Relationship Id="rId427" Type="http://schemas.openxmlformats.org/officeDocument/2006/relationships/image" Target="../media/image205.png"/><Relationship Id="rId26" Type="http://schemas.openxmlformats.org/officeDocument/2006/relationships/customXml" Target="../ink/ink13.xml"/><Relationship Id="rId231" Type="http://schemas.openxmlformats.org/officeDocument/2006/relationships/customXml" Target="../ink/ink123.xml"/><Relationship Id="rId273" Type="http://schemas.openxmlformats.org/officeDocument/2006/relationships/customXml" Target="../ink/ink144.xml"/><Relationship Id="rId329" Type="http://schemas.openxmlformats.org/officeDocument/2006/relationships/customXml" Target="../ink/ink172.xml"/><Relationship Id="rId68" Type="http://schemas.openxmlformats.org/officeDocument/2006/relationships/customXml" Target="../ink/ink34.xml"/><Relationship Id="rId133" Type="http://schemas.openxmlformats.org/officeDocument/2006/relationships/image" Target="../media/image66.png"/><Relationship Id="rId175" Type="http://schemas.openxmlformats.org/officeDocument/2006/relationships/customXml" Target="../ink/ink91.xml"/><Relationship Id="rId340" Type="http://schemas.openxmlformats.org/officeDocument/2006/relationships/image" Target="../media/image162.png"/><Relationship Id="rId200" Type="http://schemas.openxmlformats.org/officeDocument/2006/relationships/image" Target="../media/image92.png"/><Relationship Id="rId382" Type="http://schemas.openxmlformats.org/officeDocument/2006/relationships/customXml" Target="../ink/ink199.xml"/><Relationship Id="rId242" Type="http://schemas.openxmlformats.org/officeDocument/2006/relationships/image" Target="../media/image113.png"/><Relationship Id="rId284" Type="http://schemas.openxmlformats.org/officeDocument/2006/relationships/image" Target="../media/image134.png"/><Relationship Id="rId37" Type="http://schemas.openxmlformats.org/officeDocument/2006/relationships/image" Target="../media/image18.png"/><Relationship Id="rId79" Type="http://schemas.openxmlformats.org/officeDocument/2006/relationships/image" Target="../media/image39.png"/><Relationship Id="rId102" Type="http://schemas.openxmlformats.org/officeDocument/2006/relationships/customXml" Target="../ink/ink51.xml"/><Relationship Id="rId144" Type="http://schemas.openxmlformats.org/officeDocument/2006/relationships/customXml" Target="../ink/ink72.xml"/><Relationship Id="rId90" Type="http://schemas.openxmlformats.org/officeDocument/2006/relationships/customXml" Target="../ink/ink45.xml"/><Relationship Id="rId186" Type="http://schemas.openxmlformats.org/officeDocument/2006/relationships/customXml" Target="../ink/ink100.xml"/><Relationship Id="rId351" Type="http://schemas.openxmlformats.org/officeDocument/2006/relationships/customXml" Target="../ink/ink183.xml"/><Relationship Id="rId393" Type="http://schemas.openxmlformats.org/officeDocument/2006/relationships/image" Target="../media/image188.png"/><Relationship Id="rId407" Type="http://schemas.openxmlformats.org/officeDocument/2006/relationships/image" Target="../media/image195.png"/><Relationship Id="rId211" Type="http://schemas.openxmlformats.org/officeDocument/2006/relationships/customXml" Target="../ink/ink113.xml"/><Relationship Id="rId253" Type="http://schemas.openxmlformats.org/officeDocument/2006/relationships/customXml" Target="../ink/ink134.xml"/><Relationship Id="rId295" Type="http://schemas.openxmlformats.org/officeDocument/2006/relationships/customXml" Target="../ink/ink155.xml"/><Relationship Id="rId309" Type="http://schemas.openxmlformats.org/officeDocument/2006/relationships/customXml" Target="../ink/ink162.xml"/><Relationship Id="rId48" Type="http://schemas.openxmlformats.org/officeDocument/2006/relationships/customXml" Target="../ink/ink24.xml"/><Relationship Id="rId113" Type="http://schemas.openxmlformats.org/officeDocument/2006/relationships/image" Target="../media/image56.png"/><Relationship Id="rId320" Type="http://schemas.openxmlformats.org/officeDocument/2006/relationships/image" Target="../media/image152.png"/><Relationship Id="rId155" Type="http://schemas.openxmlformats.org/officeDocument/2006/relationships/image" Target="../media/image77.png"/><Relationship Id="rId197" Type="http://schemas.openxmlformats.org/officeDocument/2006/relationships/customXml" Target="../ink/ink106.xml"/><Relationship Id="rId362" Type="http://schemas.openxmlformats.org/officeDocument/2006/relationships/customXml" Target="../ink/ink189.xml"/><Relationship Id="rId418" Type="http://schemas.openxmlformats.org/officeDocument/2006/relationships/customXml" Target="../ink/ink217.xml"/><Relationship Id="rId222" Type="http://schemas.openxmlformats.org/officeDocument/2006/relationships/image" Target="../media/image103.png"/><Relationship Id="rId264" Type="http://schemas.openxmlformats.org/officeDocument/2006/relationships/image" Target="../media/image124.png"/><Relationship Id="rId17" Type="http://schemas.openxmlformats.org/officeDocument/2006/relationships/image" Target="../media/image8.png"/><Relationship Id="rId59" Type="http://schemas.openxmlformats.org/officeDocument/2006/relationships/image" Target="../media/image29.png"/><Relationship Id="rId124" Type="http://schemas.openxmlformats.org/officeDocument/2006/relationships/customXml" Target="../ink/ink62.xml"/></Relationships>
</file>

<file path=ppt/slides/_rels/slide3.xml.rels><?xml version="1.0" encoding="UTF-8" standalone="yes"?>
<Relationships xmlns="http://schemas.openxmlformats.org/package/2006/relationships"><Relationship Id="rId26" Type="http://schemas.openxmlformats.org/officeDocument/2006/relationships/customXml" Target="../ink/ink234.xml"/><Relationship Id="rId21" Type="http://schemas.openxmlformats.org/officeDocument/2006/relationships/image" Target="../media/image80.png"/><Relationship Id="rId42" Type="http://schemas.openxmlformats.org/officeDocument/2006/relationships/customXml" Target="../ink/ink242.xml"/><Relationship Id="rId47" Type="http://schemas.openxmlformats.org/officeDocument/2006/relationships/image" Target="../media/image104.png"/><Relationship Id="rId63" Type="http://schemas.openxmlformats.org/officeDocument/2006/relationships/customXml" Target="../ink/ink255.xml"/><Relationship Id="rId68" Type="http://schemas.openxmlformats.org/officeDocument/2006/relationships/customXml" Target="../ink/ink260.xml"/><Relationship Id="rId84" Type="http://schemas.openxmlformats.org/officeDocument/2006/relationships/customXml" Target="../ink/ink276.xml"/><Relationship Id="rId89" Type="http://schemas.openxmlformats.org/officeDocument/2006/relationships/image" Target="../media/image212.png"/><Relationship Id="rId16" Type="http://schemas.openxmlformats.org/officeDocument/2006/relationships/customXml" Target="../ink/ink229.xml"/><Relationship Id="rId11" Type="http://schemas.openxmlformats.org/officeDocument/2006/relationships/image" Target="../media/image75.png"/><Relationship Id="rId32" Type="http://schemas.openxmlformats.org/officeDocument/2006/relationships/customXml" Target="../ink/ink237.xml"/><Relationship Id="rId37" Type="http://schemas.openxmlformats.org/officeDocument/2006/relationships/image" Target="../media/image99.png"/><Relationship Id="rId53" Type="http://schemas.openxmlformats.org/officeDocument/2006/relationships/image" Target="../media/image207.png"/><Relationship Id="rId58" Type="http://schemas.openxmlformats.org/officeDocument/2006/relationships/customXml" Target="../ink/ink250.xml"/><Relationship Id="rId74" Type="http://schemas.openxmlformats.org/officeDocument/2006/relationships/customXml" Target="../ink/ink266.xml"/><Relationship Id="rId79" Type="http://schemas.openxmlformats.org/officeDocument/2006/relationships/customXml" Target="../ink/ink271.xml"/><Relationship Id="rId5" Type="http://schemas.openxmlformats.org/officeDocument/2006/relationships/image" Target="../media/image72.png"/><Relationship Id="rId90" Type="http://schemas.openxmlformats.org/officeDocument/2006/relationships/customXml" Target="../ink/ink279.xml"/><Relationship Id="rId14" Type="http://schemas.openxmlformats.org/officeDocument/2006/relationships/customXml" Target="../ink/ink228.xml"/><Relationship Id="rId22" Type="http://schemas.openxmlformats.org/officeDocument/2006/relationships/customXml" Target="../ink/ink232.xml"/><Relationship Id="rId27" Type="http://schemas.openxmlformats.org/officeDocument/2006/relationships/image" Target="../media/image83.png"/><Relationship Id="rId30" Type="http://schemas.openxmlformats.org/officeDocument/2006/relationships/customXml" Target="../ink/ink236.xml"/><Relationship Id="rId35" Type="http://schemas.openxmlformats.org/officeDocument/2006/relationships/image" Target="../media/image96.png"/><Relationship Id="rId43" Type="http://schemas.openxmlformats.org/officeDocument/2006/relationships/image" Target="../media/image102.png"/><Relationship Id="rId48" Type="http://schemas.openxmlformats.org/officeDocument/2006/relationships/customXml" Target="../ink/ink245.xml"/><Relationship Id="rId56" Type="http://schemas.openxmlformats.org/officeDocument/2006/relationships/customXml" Target="../ink/ink249.xml"/><Relationship Id="rId64" Type="http://schemas.openxmlformats.org/officeDocument/2006/relationships/customXml" Target="../ink/ink256.xml"/><Relationship Id="rId69" Type="http://schemas.openxmlformats.org/officeDocument/2006/relationships/customXml" Target="../ink/ink261.xml"/><Relationship Id="rId77" Type="http://schemas.openxmlformats.org/officeDocument/2006/relationships/customXml" Target="../ink/ink269.xml"/><Relationship Id="rId8" Type="http://schemas.openxmlformats.org/officeDocument/2006/relationships/customXml" Target="../ink/ink225.xml"/><Relationship Id="rId51" Type="http://schemas.openxmlformats.org/officeDocument/2006/relationships/image" Target="../media/image206.png"/><Relationship Id="rId72" Type="http://schemas.openxmlformats.org/officeDocument/2006/relationships/customXml" Target="../ink/ink264.xml"/><Relationship Id="rId80" Type="http://schemas.openxmlformats.org/officeDocument/2006/relationships/customXml" Target="../ink/ink272.xml"/><Relationship Id="rId85" Type="http://schemas.openxmlformats.org/officeDocument/2006/relationships/image" Target="../media/image210.png"/><Relationship Id="rId3" Type="http://schemas.openxmlformats.org/officeDocument/2006/relationships/image" Target="../media/image71.png"/><Relationship Id="rId12" Type="http://schemas.openxmlformats.org/officeDocument/2006/relationships/customXml" Target="../ink/ink227.xml"/><Relationship Id="rId17" Type="http://schemas.openxmlformats.org/officeDocument/2006/relationships/image" Target="../media/image78.png"/><Relationship Id="rId25" Type="http://schemas.openxmlformats.org/officeDocument/2006/relationships/image" Target="../media/image82.png"/><Relationship Id="rId33" Type="http://schemas.openxmlformats.org/officeDocument/2006/relationships/image" Target="../media/image95.png"/><Relationship Id="rId38" Type="http://schemas.openxmlformats.org/officeDocument/2006/relationships/customXml" Target="../ink/ink240.xml"/><Relationship Id="rId46" Type="http://schemas.openxmlformats.org/officeDocument/2006/relationships/customXml" Target="../ink/ink244.xml"/><Relationship Id="rId59" Type="http://schemas.openxmlformats.org/officeDocument/2006/relationships/customXml" Target="../ink/ink251.xml"/><Relationship Id="rId67" Type="http://schemas.openxmlformats.org/officeDocument/2006/relationships/customXml" Target="../ink/ink259.xml"/><Relationship Id="rId20" Type="http://schemas.openxmlformats.org/officeDocument/2006/relationships/customXml" Target="../ink/ink231.xml"/><Relationship Id="rId41" Type="http://schemas.openxmlformats.org/officeDocument/2006/relationships/image" Target="../media/image101.png"/><Relationship Id="rId54" Type="http://schemas.openxmlformats.org/officeDocument/2006/relationships/customXml" Target="../ink/ink248.xml"/><Relationship Id="rId62" Type="http://schemas.openxmlformats.org/officeDocument/2006/relationships/customXml" Target="../ink/ink254.xml"/><Relationship Id="rId70" Type="http://schemas.openxmlformats.org/officeDocument/2006/relationships/customXml" Target="../ink/ink262.xml"/><Relationship Id="rId75" Type="http://schemas.openxmlformats.org/officeDocument/2006/relationships/customXml" Target="../ink/ink267.xml"/><Relationship Id="rId83" Type="http://schemas.openxmlformats.org/officeDocument/2006/relationships/customXml" Target="../ink/ink275.xml"/><Relationship Id="rId88" Type="http://schemas.openxmlformats.org/officeDocument/2006/relationships/customXml" Target="../ink/ink278.xml"/><Relationship Id="rId91" Type="http://schemas.openxmlformats.org/officeDocument/2006/relationships/image" Target="../media/image213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224.xml"/><Relationship Id="rId15" Type="http://schemas.openxmlformats.org/officeDocument/2006/relationships/image" Target="../media/image77.png"/><Relationship Id="rId23" Type="http://schemas.openxmlformats.org/officeDocument/2006/relationships/image" Target="../media/image81.png"/><Relationship Id="rId28" Type="http://schemas.openxmlformats.org/officeDocument/2006/relationships/customXml" Target="../ink/ink235.xml"/><Relationship Id="rId36" Type="http://schemas.openxmlformats.org/officeDocument/2006/relationships/customXml" Target="../ink/ink239.xml"/><Relationship Id="rId49" Type="http://schemas.openxmlformats.org/officeDocument/2006/relationships/image" Target="../media/image105.png"/><Relationship Id="rId57" Type="http://schemas.openxmlformats.org/officeDocument/2006/relationships/image" Target="../media/image209.png"/><Relationship Id="rId10" Type="http://schemas.openxmlformats.org/officeDocument/2006/relationships/customXml" Target="../ink/ink226.xml"/><Relationship Id="rId31" Type="http://schemas.openxmlformats.org/officeDocument/2006/relationships/image" Target="../media/image85.png"/><Relationship Id="rId44" Type="http://schemas.openxmlformats.org/officeDocument/2006/relationships/customXml" Target="../ink/ink243.xml"/><Relationship Id="rId52" Type="http://schemas.openxmlformats.org/officeDocument/2006/relationships/customXml" Target="../ink/ink247.xml"/><Relationship Id="rId60" Type="http://schemas.openxmlformats.org/officeDocument/2006/relationships/customXml" Target="../ink/ink252.xml"/><Relationship Id="rId65" Type="http://schemas.openxmlformats.org/officeDocument/2006/relationships/customXml" Target="../ink/ink257.xml"/><Relationship Id="rId73" Type="http://schemas.openxmlformats.org/officeDocument/2006/relationships/customXml" Target="../ink/ink265.xml"/><Relationship Id="rId78" Type="http://schemas.openxmlformats.org/officeDocument/2006/relationships/customXml" Target="../ink/ink270.xml"/><Relationship Id="rId81" Type="http://schemas.openxmlformats.org/officeDocument/2006/relationships/customXml" Target="../ink/ink273.xml"/><Relationship Id="rId86" Type="http://schemas.openxmlformats.org/officeDocument/2006/relationships/customXml" Target="../ink/ink277.xml"/><Relationship Id="rId4" Type="http://schemas.openxmlformats.org/officeDocument/2006/relationships/customXml" Target="../ink/ink223.xml"/><Relationship Id="rId9" Type="http://schemas.openxmlformats.org/officeDocument/2006/relationships/image" Target="../media/image74.png"/><Relationship Id="rId13" Type="http://schemas.openxmlformats.org/officeDocument/2006/relationships/image" Target="../media/image76.png"/><Relationship Id="rId18" Type="http://schemas.openxmlformats.org/officeDocument/2006/relationships/customXml" Target="../ink/ink230.xml"/><Relationship Id="rId39" Type="http://schemas.openxmlformats.org/officeDocument/2006/relationships/image" Target="../media/image100.png"/><Relationship Id="rId34" Type="http://schemas.openxmlformats.org/officeDocument/2006/relationships/customXml" Target="../ink/ink238.xml"/><Relationship Id="rId50" Type="http://schemas.openxmlformats.org/officeDocument/2006/relationships/customXml" Target="../ink/ink246.xml"/><Relationship Id="rId55" Type="http://schemas.openxmlformats.org/officeDocument/2006/relationships/image" Target="../media/image208.png"/><Relationship Id="rId76" Type="http://schemas.openxmlformats.org/officeDocument/2006/relationships/customXml" Target="../ink/ink268.xml"/><Relationship Id="rId7" Type="http://schemas.openxmlformats.org/officeDocument/2006/relationships/image" Target="../media/image73.png"/><Relationship Id="rId71" Type="http://schemas.openxmlformats.org/officeDocument/2006/relationships/customXml" Target="../ink/ink263.xml"/><Relationship Id="rId2" Type="http://schemas.openxmlformats.org/officeDocument/2006/relationships/customXml" Target="../ink/ink222.xml"/><Relationship Id="rId29" Type="http://schemas.openxmlformats.org/officeDocument/2006/relationships/image" Target="../media/image84.png"/><Relationship Id="rId24" Type="http://schemas.openxmlformats.org/officeDocument/2006/relationships/customXml" Target="../ink/ink233.xml"/><Relationship Id="rId40" Type="http://schemas.openxmlformats.org/officeDocument/2006/relationships/customXml" Target="../ink/ink241.xml"/><Relationship Id="rId45" Type="http://schemas.openxmlformats.org/officeDocument/2006/relationships/image" Target="../media/image103.png"/><Relationship Id="rId66" Type="http://schemas.openxmlformats.org/officeDocument/2006/relationships/customXml" Target="../ink/ink258.xml"/><Relationship Id="rId87" Type="http://schemas.openxmlformats.org/officeDocument/2006/relationships/image" Target="../media/image211.png"/><Relationship Id="rId61" Type="http://schemas.openxmlformats.org/officeDocument/2006/relationships/customXml" Target="../ink/ink253.xml"/><Relationship Id="rId82" Type="http://schemas.openxmlformats.org/officeDocument/2006/relationships/customXml" Target="../ink/ink274.xml"/><Relationship Id="rId19" Type="http://schemas.openxmlformats.org/officeDocument/2006/relationships/image" Target="../media/image79.png"/></Relationships>
</file>

<file path=ppt/slides/_rels/slide4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337.xml"/><Relationship Id="rId299" Type="http://schemas.openxmlformats.org/officeDocument/2006/relationships/customXml" Target="../ink/ink436.xml"/><Relationship Id="rId21" Type="http://schemas.openxmlformats.org/officeDocument/2006/relationships/customXml" Target="../ink/ink289.xml"/><Relationship Id="rId63" Type="http://schemas.openxmlformats.org/officeDocument/2006/relationships/customXml" Target="../ink/ink310.xml"/><Relationship Id="rId159" Type="http://schemas.openxmlformats.org/officeDocument/2006/relationships/image" Target="../media/image90.png"/><Relationship Id="rId324" Type="http://schemas.openxmlformats.org/officeDocument/2006/relationships/image" Target="../media/image280.png"/><Relationship Id="rId366" Type="http://schemas.openxmlformats.org/officeDocument/2006/relationships/customXml" Target="../ink/ink470.xml"/><Relationship Id="rId170" Type="http://schemas.openxmlformats.org/officeDocument/2006/relationships/customXml" Target="../ink/ink371.xml"/><Relationship Id="rId226" Type="http://schemas.openxmlformats.org/officeDocument/2006/relationships/customXml" Target="../ink/ink399.xml"/><Relationship Id="rId268" Type="http://schemas.openxmlformats.org/officeDocument/2006/relationships/image" Target="../media/image252.png"/><Relationship Id="rId32" Type="http://schemas.openxmlformats.org/officeDocument/2006/relationships/image" Target="../media/image34.png"/><Relationship Id="rId74" Type="http://schemas.openxmlformats.org/officeDocument/2006/relationships/image" Target="../media/image55.png"/><Relationship Id="rId128" Type="http://schemas.openxmlformats.org/officeDocument/2006/relationships/image" Target="../media/image82.png"/><Relationship Id="rId335" Type="http://schemas.openxmlformats.org/officeDocument/2006/relationships/image" Target="../media/image285.png"/><Relationship Id="rId377" Type="http://schemas.openxmlformats.org/officeDocument/2006/relationships/image" Target="../media/image306.png"/><Relationship Id="rId5" Type="http://schemas.openxmlformats.org/officeDocument/2006/relationships/customXml" Target="../ink/ink281.xml"/><Relationship Id="rId181" Type="http://schemas.openxmlformats.org/officeDocument/2006/relationships/image" Target="../media/image101.png"/><Relationship Id="rId237" Type="http://schemas.openxmlformats.org/officeDocument/2006/relationships/image" Target="../media/image237.png"/><Relationship Id="rId279" Type="http://schemas.openxmlformats.org/officeDocument/2006/relationships/customXml" Target="../ink/ink426.xml"/><Relationship Id="rId43" Type="http://schemas.openxmlformats.org/officeDocument/2006/relationships/customXml" Target="../ink/ink300.xml"/><Relationship Id="rId139" Type="http://schemas.openxmlformats.org/officeDocument/2006/relationships/customXml" Target="../ink/ink352.xml"/><Relationship Id="rId290" Type="http://schemas.openxmlformats.org/officeDocument/2006/relationships/image" Target="../media/image263.png"/><Relationship Id="rId304" Type="http://schemas.openxmlformats.org/officeDocument/2006/relationships/image" Target="../media/image270.png"/><Relationship Id="rId346" Type="http://schemas.openxmlformats.org/officeDocument/2006/relationships/customXml" Target="../ink/ink460.xml"/><Relationship Id="rId388" Type="http://schemas.openxmlformats.org/officeDocument/2006/relationships/customXml" Target="../ink/ink481.xml"/><Relationship Id="rId85" Type="http://schemas.openxmlformats.org/officeDocument/2006/relationships/customXml" Target="../ink/ink321.xml"/><Relationship Id="rId150" Type="http://schemas.openxmlformats.org/officeDocument/2006/relationships/customXml" Target="../ink/ink361.xml"/><Relationship Id="rId192" Type="http://schemas.openxmlformats.org/officeDocument/2006/relationships/customXml" Target="../ink/ink382.xml"/><Relationship Id="rId206" Type="http://schemas.openxmlformats.org/officeDocument/2006/relationships/customXml" Target="../ink/ink389.xml"/><Relationship Id="rId248" Type="http://schemas.openxmlformats.org/officeDocument/2006/relationships/customXml" Target="../ink/ink410.xml"/><Relationship Id="rId12" Type="http://schemas.openxmlformats.org/officeDocument/2006/relationships/image" Target="../media/image24.png"/><Relationship Id="rId108" Type="http://schemas.openxmlformats.org/officeDocument/2006/relationships/image" Target="../media/image72.png"/><Relationship Id="rId315" Type="http://schemas.openxmlformats.org/officeDocument/2006/relationships/customXml" Target="../ink/ink444.xml"/><Relationship Id="rId357" Type="http://schemas.openxmlformats.org/officeDocument/2006/relationships/image" Target="../media/image296.png"/><Relationship Id="rId54" Type="http://schemas.openxmlformats.org/officeDocument/2006/relationships/image" Target="../media/image45.png"/><Relationship Id="rId96" Type="http://schemas.openxmlformats.org/officeDocument/2006/relationships/image" Target="../media/image66.png"/><Relationship Id="rId161" Type="http://schemas.openxmlformats.org/officeDocument/2006/relationships/image" Target="../media/image91.png"/><Relationship Id="rId217" Type="http://schemas.openxmlformats.org/officeDocument/2006/relationships/image" Target="../media/image227.png"/><Relationship Id="rId259" Type="http://schemas.openxmlformats.org/officeDocument/2006/relationships/customXml" Target="../ink/ink416.xml"/><Relationship Id="rId23" Type="http://schemas.openxmlformats.org/officeDocument/2006/relationships/customXml" Target="../ink/ink290.xml"/><Relationship Id="rId119" Type="http://schemas.openxmlformats.org/officeDocument/2006/relationships/customXml" Target="../ink/ink338.xml"/><Relationship Id="rId270" Type="http://schemas.openxmlformats.org/officeDocument/2006/relationships/image" Target="../media/image253.png"/><Relationship Id="rId326" Type="http://schemas.openxmlformats.org/officeDocument/2006/relationships/image" Target="../media/image281.png"/><Relationship Id="rId65" Type="http://schemas.openxmlformats.org/officeDocument/2006/relationships/customXml" Target="../ink/ink311.xml"/><Relationship Id="rId130" Type="http://schemas.openxmlformats.org/officeDocument/2006/relationships/image" Target="../media/image83.png"/><Relationship Id="rId368" Type="http://schemas.openxmlformats.org/officeDocument/2006/relationships/customXml" Target="../ink/ink471.xml"/><Relationship Id="rId172" Type="http://schemas.openxmlformats.org/officeDocument/2006/relationships/customXml" Target="../ink/ink372.xml"/><Relationship Id="rId228" Type="http://schemas.openxmlformats.org/officeDocument/2006/relationships/customXml" Target="../ink/ink400.xml"/><Relationship Id="rId281" Type="http://schemas.openxmlformats.org/officeDocument/2006/relationships/customXml" Target="../ink/ink427.xml"/><Relationship Id="rId337" Type="http://schemas.openxmlformats.org/officeDocument/2006/relationships/image" Target="../media/image286.png"/><Relationship Id="rId34" Type="http://schemas.openxmlformats.org/officeDocument/2006/relationships/image" Target="../media/image35.png"/><Relationship Id="rId76" Type="http://schemas.openxmlformats.org/officeDocument/2006/relationships/image" Target="../media/image56.png"/><Relationship Id="rId141" Type="http://schemas.openxmlformats.org/officeDocument/2006/relationships/customXml" Target="../ink/ink354.xml"/><Relationship Id="rId379" Type="http://schemas.openxmlformats.org/officeDocument/2006/relationships/image" Target="../media/image307.png"/><Relationship Id="rId7" Type="http://schemas.openxmlformats.org/officeDocument/2006/relationships/customXml" Target="../ink/ink282.xml"/><Relationship Id="rId183" Type="http://schemas.openxmlformats.org/officeDocument/2006/relationships/image" Target="../media/image102.png"/><Relationship Id="rId239" Type="http://schemas.openxmlformats.org/officeDocument/2006/relationships/image" Target="../media/image238.png"/><Relationship Id="rId390" Type="http://schemas.openxmlformats.org/officeDocument/2006/relationships/customXml" Target="../ink/ink482.xml"/><Relationship Id="rId250" Type="http://schemas.openxmlformats.org/officeDocument/2006/relationships/customXml" Target="../ink/ink411.xml"/><Relationship Id="rId292" Type="http://schemas.openxmlformats.org/officeDocument/2006/relationships/image" Target="../media/image264.png"/><Relationship Id="rId306" Type="http://schemas.openxmlformats.org/officeDocument/2006/relationships/image" Target="../media/image271.png"/><Relationship Id="rId45" Type="http://schemas.openxmlformats.org/officeDocument/2006/relationships/customXml" Target="../ink/ink301.xml"/><Relationship Id="rId87" Type="http://schemas.openxmlformats.org/officeDocument/2006/relationships/customXml" Target="../ink/ink322.xml"/><Relationship Id="rId110" Type="http://schemas.openxmlformats.org/officeDocument/2006/relationships/image" Target="../media/image73.png"/><Relationship Id="rId348" Type="http://schemas.openxmlformats.org/officeDocument/2006/relationships/customXml" Target="../ink/ink461.xml"/><Relationship Id="rId152" Type="http://schemas.openxmlformats.org/officeDocument/2006/relationships/customXml" Target="../ink/ink362.xml"/><Relationship Id="rId194" Type="http://schemas.openxmlformats.org/officeDocument/2006/relationships/customXml" Target="../ink/ink383.xml"/><Relationship Id="rId208" Type="http://schemas.openxmlformats.org/officeDocument/2006/relationships/customXml" Target="../ink/ink390.xml"/><Relationship Id="rId261" Type="http://schemas.openxmlformats.org/officeDocument/2006/relationships/customXml" Target="../ink/ink417.xml"/><Relationship Id="rId14" Type="http://schemas.openxmlformats.org/officeDocument/2006/relationships/image" Target="../media/image25.png"/><Relationship Id="rId56" Type="http://schemas.openxmlformats.org/officeDocument/2006/relationships/image" Target="../media/image46.png"/><Relationship Id="rId317" Type="http://schemas.openxmlformats.org/officeDocument/2006/relationships/customXml" Target="../ink/ink445.xml"/><Relationship Id="rId359" Type="http://schemas.openxmlformats.org/officeDocument/2006/relationships/image" Target="../media/image297.png"/><Relationship Id="rId98" Type="http://schemas.openxmlformats.org/officeDocument/2006/relationships/image" Target="../media/image67.png"/><Relationship Id="rId121" Type="http://schemas.openxmlformats.org/officeDocument/2006/relationships/customXml" Target="../ink/ink339.xml"/><Relationship Id="rId163" Type="http://schemas.openxmlformats.org/officeDocument/2006/relationships/image" Target="../media/image92.png"/><Relationship Id="rId219" Type="http://schemas.openxmlformats.org/officeDocument/2006/relationships/image" Target="../media/image228.png"/><Relationship Id="rId370" Type="http://schemas.openxmlformats.org/officeDocument/2006/relationships/customXml" Target="../ink/ink472.xml"/><Relationship Id="rId230" Type="http://schemas.openxmlformats.org/officeDocument/2006/relationships/customXml" Target="../ink/ink401.xml"/><Relationship Id="rId25" Type="http://schemas.openxmlformats.org/officeDocument/2006/relationships/customXml" Target="../ink/ink291.xml"/><Relationship Id="rId67" Type="http://schemas.openxmlformats.org/officeDocument/2006/relationships/customXml" Target="../ink/ink312.xml"/><Relationship Id="rId272" Type="http://schemas.openxmlformats.org/officeDocument/2006/relationships/image" Target="../media/image254.png"/><Relationship Id="rId328" Type="http://schemas.openxmlformats.org/officeDocument/2006/relationships/image" Target="../media/image282.png"/><Relationship Id="rId132" Type="http://schemas.openxmlformats.org/officeDocument/2006/relationships/customXml" Target="../ink/ink345.xml"/><Relationship Id="rId174" Type="http://schemas.openxmlformats.org/officeDocument/2006/relationships/customXml" Target="../ink/ink373.xml"/><Relationship Id="rId381" Type="http://schemas.openxmlformats.org/officeDocument/2006/relationships/image" Target="../media/image308.png"/><Relationship Id="rId241" Type="http://schemas.openxmlformats.org/officeDocument/2006/relationships/image" Target="../media/image239.png"/><Relationship Id="rId36" Type="http://schemas.openxmlformats.org/officeDocument/2006/relationships/image" Target="../media/image36.png"/><Relationship Id="rId283" Type="http://schemas.openxmlformats.org/officeDocument/2006/relationships/customXml" Target="../ink/ink428.xml"/><Relationship Id="rId339" Type="http://schemas.openxmlformats.org/officeDocument/2006/relationships/image" Target="../media/image287.png"/><Relationship Id="rId78" Type="http://schemas.openxmlformats.org/officeDocument/2006/relationships/image" Target="../media/image57.png"/><Relationship Id="rId101" Type="http://schemas.openxmlformats.org/officeDocument/2006/relationships/customXml" Target="../ink/ink329.xml"/><Relationship Id="rId143" Type="http://schemas.openxmlformats.org/officeDocument/2006/relationships/customXml" Target="../ink/ink356.xml"/><Relationship Id="rId185" Type="http://schemas.openxmlformats.org/officeDocument/2006/relationships/image" Target="../media/image103.png"/><Relationship Id="rId350" Type="http://schemas.openxmlformats.org/officeDocument/2006/relationships/customXml" Target="../ink/ink462.xml"/><Relationship Id="rId9" Type="http://schemas.openxmlformats.org/officeDocument/2006/relationships/customXml" Target="../ink/ink283.xml"/><Relationship Id="rId210" Type="http://schemas.openxmlformats.org/officeDocument/2006/relationships/customXml" Target="../ink/ink391.xml"/><Relationship Id="rId392" Type="http://schemas.openxmlformats.org/officeDocument/2006/relationships/customXml" Target="../ink/ink483.xml"/><Relationship Id="rId252" Type="http://schemas.openxmlformats.org/officeDocument/2006/relationships/customXml" Target="../ink/ink412.xml"/><Relationship Id="rId294" Type="http://schemas.openxmlformats.org/officeDocument/2006/relationships/image" Target="../media/image265.png"/><Relationship Id="rId308" Type="http://schemas.openxmlformats.org/officeDocument/2006/relationships/image" Target="../media/image272.png"/><Relationship Id="rId47" Type="http://schemas.openxmlformats.org/officeDocument/2006/relationships/customXml" Target="../ink/ink302.xml"/><Relationship Id="rId89" Type="http://schemas.openxmlformats.org/officeDocument/2006/relationships/customXml" Target="../ink/ink323.xml"/><Relationship Id="rId112" Type="http://schemas.openxmlformats.org/officeDocument/2006/relationships/image" Target="../media/image74.png"/><Relationship Id="rId154" Type="http://schemas.openxmlformats.org/officeDocument/2006/relationships/customXml" Target="../ink/ink363.xml"/><Relationship Id="rId361" Type="http://schemas.openxmlformats.org/officeDocument/2006/relationships/image" Target="../media/image298.png"/><Relationship Id="rId196" Type="http://schemas.openxmlformats.org/officeDocument/2006/relationships/customXml" Target="../ink/ink384.xml"/><Relationship Id="rId16" Type="http://schemas.openxmlformats.org/officeDocument/2006/relationships/image" Target="../media/image26.png"/><Relationship Id="rId221" Type="http://schemas.openxmlformats.org/officeDocument/2006/relationships/image" Target="../media/image229.png"/><Relationship Id="rId242" Type="http://schemas.openxmlformats.org/officeDocument/2006/relationships/customXml" Target="../ink/ink407.xml"/><Relationship Id="rId263" Type="http://schemas.openxmlformats.org/officeDocument/2006/relationships/customXml" Target="../ink/ink418.xml"/><Relationship Id="rId284" Type="http://schemas.openxmlformats.org/officeDocument/2006/relationships/image" Target="../media/image260.png"/><Relationship Id="rId319" Type="http://schemas.openxmlformats.org/officeDocument/2006/relationships/customXml" Target="../ink/ink446.xml"/><Relationship Id="rId37" Type="http://schemas.openxmlformats.org/officeDocument/2006/relationships/customXml" Target="../ink/ink297.xml"/><Relationship Id="rId58" Type="http://schemas.openxmlformats.org/officeDocument/2006/relationships/image" Target="../media/image47.png"/><Relationship Id="rId79" Type="http://schemas.openxmlformats.org/officeDocument/2006/relationships/customXml" Target="../ink/ink318.xml"/><Relationship Id="rId102" Type="http://schemas.openxmlformats.org/officeDocument/2006/relationships/image" Target="../media/image69.png"/><Relationship Id="rId123" Type="http://schemas.openxmlformats.org/officeDocument/2006/relationships/customXml" Target="../ink/ink340.xml"/><Relationship Id="rId144" Type="http://schemas.openxmlformats.org/officeDocument/2006/relationships/customXml" Target="../ink/ink357.xml"/><Relationship Id="rId330" Type="http://schemas.openxmlformats.org/officeDocument/2006/relationships/customXml" Target="../ink/ink452.xml"/><Relationship Id="rId90" Type="http://schemas.openxmlformats.org/officeDocument/2006/relationships/image" Target="../media/image63.png"/><Relationship Id="rId165" Type="http://schemas.openxmlformats.org/officeDocument/2006/relationships/image" Target="../media/image93.png"/><Relationship Id="rId186" Type="http://schemas.openxmlformats.org/officeDocument/2006/relationships/customXml" Target="../ink/ink379.xml"/><Relationship Id="rId351" Type="http://schemas.openxmlformats.org/officeDocument/2006/relationships/image" Target="../media/image293.png"/><Relationship Id="rId372" Type="http://schemas.openxmlformats.org/officeDocument/2006/relationships/customXml" Target="../ink/ink473.xml"/><Relationship Id="rId393" Type="http://schemas.openxmlformats.org/officeDocument/2006/relationships/image" Target="../media/image314.png"/><Relationship Id="rId211" Type="http://schemas.openxmlformats.org/officeDocument/2006/relationships/image" Target="../media/image224.png"/><Relationship Id="rId232" Type="http://schemas.openxmlformats.org/officeDocument/2006/relationships/customXml" Target="../ink/ink402.xml"/><Relationship Id="rId253" Type="http://schemas.openxmlformats.org/officeDocument/2006/relationships/customXml" Target="../ink/ink413.xml"/><Relationship Id="rId274" Type="http://schemas.openxmlformats.org/officeDocument/2006/relationships/image" Target="../media/image255.png"/><Relationship Id="rId295" Type="http://schemas.openxmlformats.org/officeDocument/2006/relationships/customXml" Target="../ink/ink434.xml"/><Relationship Id="rId309" Type="http://schemas.openxmlformats.org/officeDocument/2006/relationships/customXml" Target="../ink/ink441.xml"/><Relationship Id="rId27" Type="http://schemas.openxmlformats.org/officeDocument/2006/relationships/customXml" Target="../ink/ink292.xml"/><Relationship Id="rId48" Type="http://schemas.openxmlformats.org/officeDocument/2006/relationships/image" Target="../media/image42.png"/><Relationship Id="rId69" Type="http://schemas.openxmlformats.org/officeDocument/2006/relationships/customXml" Target="../ink/ink313.xml"/><Relationship Id="rId113" Type="http://schemas.openxmlformats.org/officeDocument/2006/relationships/customXml" Target="../ink/ink335.xml"/><Relationship Id="rId134" Type="http://schemas.openxmlformats.org/officeDocument/2006/relationships/customXml" Target="../ink/ink347.xml"/><Relationship Id="rId320" Type="http://schemas.openxmlformats.org/officeDocument/2006/relationships/image" Target="../media/image278.png"/><Relationship Id="rId80" Type="http://schemas.openxmlformats.org/officeDocument/2006/relationships/image" Target="../media/image58.png"/><Relationship Id="rId155" Type="http://schemas.openxmlformats.org/officeDocument/2006/relationships/image" Target="../media/image88.png"/><Relationship Id="rId176" Type="http://schemas.openxmlformats.org/officeDocument/2006/relationships/customXml" Target="../ink/ink374.xml"/><Relationship Id="rId197" Type="http://schemas.openxmlformats.org/officeDocument/2006/relationships/image" Target="../media/image217.png"/><Relationship Id="rId341" Type="http://schemas.openxmlformats.org/officeDocument/2006/relationships/image" Target="../media/image288.png"/><Relationship Id="rId362" Type="http://schemas.openxmlformats.org/officeDocument/2006/relationships/customXml" Target="../ink/ink468.xml"/><Relationship Id="rId383" Type="http://schemas.openxmlformats.org/officeDocument/2006/relationships/image" Target="../media/image309.png"/><Relationship Id="rId201" Type="http://schemas.openxmlformats.org/officeDocument/2006/relationships/image" Target="../media/image219.png"/><Relationship Id="rId222" Type="http://schemas.openxmlformats.org/officeDocument/2006/relationships/customXml" Target="../ink/ink397.xml"/><Relationship Id="rId243" Type="http://schemas.openxmlformats.org/officeDocument/2006/relationships/image" Target="../media/image240.png"/><Relationship Id="rId264" Type="http://schemas.openxmlformats.org/officeDocument/2006/relationships/image" Target="../media/image250.png"/><Relationship Id="rId285" Type="http://schemas.openxmlformats.org/officeDocument/2006/relationships/customXml" Target="../ink/ink429.xml"/><Relationship Id="rId17" Type="http://schemas.openxmlformats.org/officeDocument/2006/relationships/customXml" Target="../ink/ink287.xml"/><Relationship Id="rId38" Type="http://schemas.openxmlformats.org/officeDocument/2006/relationships/image" Target="../media/image37.png"/><Relationship Id="rId59" Type="http://schemas.openxmlformats.org/officeDocument/2006/relationships/customXml" Target="../ink/ink308.xml"/><Relationship Id="rId103" Type="http://schemas.openxmlformats.org/officeDocument/2006/relationships/customXml" Target="../ink/ink330.xml"/><Relationship Id="rId124" Type="http://schemas.openxmlformats.org/officeDocument/2006/relationships/image" Target="../media/image80.png"/><Relationship Id="rId310" Type="http://schemas.openxmlformats.org/officeDocument/2006/relationships/image" Target="../media/image273.png"/><Relationship Id="rId70" Type="http://schemas.openxmlformats.org/officeDocument/2006/relationships/image" Target="../media/image53.png"/><Relationship Id="rId91" Type="http://schemas.openxmlformats.org/officeDocument/2006/relationships/customXml" Target="../ink/ink324.xml"/><Relationship Id="rId145" Type="http://schemas.openxmlformats.org/officeDocument/2006/relationships/image" Target="../media/image84.png"/><Relationship Id="rId166" Type="http://schemas.openxmlformats.org/officeDocument/2006/relationships/customXml" Target="../ink/ink369.xml"/><Relationship Id="rId187" Type="http://schemas.openxmlformats.org/officeDocument/2006/relationships/image" Target="../media/image104.png"/><Relationship Id="rId331" Type="http://schemas.openxmlformats.org/officeDocument/2006/relationships/image" Target="../media/image283.png"/><Relationship Id="rId352" Type="http://schemas.openxmlformats.org/officeDocument/2006/relationships/customXml" Target="../ink/ink463.xml"/><Relationship Id="rId373" Type="http://schemas.openxmlformats.org/officeDocument/2006/relationships/image" Target="../media/image304.png"/><Relationship Id="rId394" Type="http://schemas.openxmlformats.org/officeDocument/2006/relationships/customXml" Target="../ink/ink484.xml"/><Relationship Id="rId1" Type="http://schemas.openxmlformats.org/officeDocument/2006/relationships/slideLayout" Target="../slideLayouts/slideLayout2.xml"/><Relationship Id="rId212" Type="http://schemas.openxmlformats.org/officeDocument/2006/relationships/customXml" Target="../ink/ink392.xml"/><Relationship Id="rId233" Type="http://schemas.openxmlformats.org/officeDocument/2006/relationships/image" Target="../media/image235.png"/><Relationship Id="rId254" Type="http://schemas.openxmlformats.org/officeDocument/2006/relationships/image" Target="../media/image245.png"/><Relationship Id="rId28" Type="http://schemas.openxmlformats.org/officeDocument/2006/relationships/image" Target="../media/image32.png"/><Relationship Id="rId49" Type="http://schemas.openxmlformats.org/officeDocument/2006/relationships/customXml" Target="../ink/ink303.xml"/><Relationship Id="rId114" Type="http://schemas.openxmlformats.org/officeDocument/2006/relationships/image" Target="../media/image75.png"/><Relationship Id="rId275" Type="http://schemas.openxmlformats.org/officeDocument/2006/relationships/customXml" Target="../ink/ink424.xml"/><Relationship Id="rId296" Type="http://schemas.openxmlformats.org/officeDocument/2006/relationships/image" Target="../media/image266.png"/><Relationship Id="rId300" Type="http://schemas.openxmlformats.org/officeDocument/2006/relationships/image" Target="../media/image268.png"/><Relationship Id="rId60" Type="http://schemas.openxmlformats.org/officeDocument/2006/relationships/image" Target="../media/image48.png"/><Relationship Id="rId81" Type="http://schemas.openxmlformats.org/officeDocument/2006/relationships/customXml" Target="../ink/ink319.xml"/><Relationship Id="rId135" Type="http://schemas.openxmlformats.org/officeDocument/2006/relationships/customXml" Target="../ink/ink348.xml"/><Relationship Id="rId156" Type="http://schemas.openxmlformats.org/officeDocument/2006/relationships/customXml" Target="../ink/ink364.xml"/><Relationship Id="rId177" Type="http://schemas.openxmlformats.org/officeDocument/2006/relationships/image" Target="../media/image99.png"/><Relationship Id="rId198" Type="http://schemas.openxmlformats.org/officeDocument/2006/relationships/customXml" Target="../ink/ink385.xml"/><Relationship Id="rId321" Type="http://schemas.openxmlformats.org/officeDocument/2006/relationships/customXml" Target="../ink/ink447.xml"/><Relationship Id="rId342" Type="http://schemas.openxmlformats.org/officeDocument/2006/relationships/customXml" Target="../ink/ink458.xml"/><Relationship Id="rId363" Type="http://schemas.openxmlformats.org/officeDocument/2006/relationships/image" Target="../media/image299.png"/><Relationship Id="rId384" Type="http://schemas.openxmlformats.org/officeDocument/2006/relationships/customXml" Target="../ink/ink479.xml"/><Relationship Id="rId202" Type="http://schemas.openxmlformats.org/officeDocument/2006/relationships/customXml" Target="../ink/ink387.xml"/><Relationship Id="rId223" Type="http://schemas.openxmlformats.org/officeDocument/2006/relationships/image" Target="../media/image230.png"/><Relationship Id="rId244" Type="http://schemas.openxmlformats.org/officeDocument/2006/relationships/customXml" Target="../ink/ink408.xml"/><Relationship Id="rId18" Type="http://schemas.openxmlformats.org/officeDocument/2006/relationships/image" Target="../media/image27.png"/><Relationship Id="rId39" Type="http://schemas.openxmlformats.org/officeDocument/2006/relationships/customXml" Target="../ink/ink298.xml"/><Relationship Id="rId265" Type="http://schemas.openxmlformats.org/officeDocument/2006/relationships/customXml" Target="../ink/ink419.xml"/><Relationship Id="rId286" Type="http://schemas.openxmlformats.org/officeDocument/2006/relationships/image" Target="../media/image261.png"/><Relationship Id="rId50" Type="http://schemas.openxmlformats.org/officeDocument/2006/relationships/image" Target="../media/image43.png"/><Relationship Id="rId104" Type="http://schemas.openxmlformats.org/officeDocument/2006/relationships/image" Target="../media/image70.png"/><Relationship Id="rId125" Type="http://schemas.openxmlformats.org/officeDocument/2006/relationships/customXml" Target="../ink/ink341.xml"/><Relationship Id="rId146" Type="http://schemas.openxmlformats.org/officeDocument/2006/relationships/customXml" Target="../ink/ink358.xml"/><Relationship Id="rId167" Type="http://schemas.openxmlformats.org/officeDocument/2006/relationships/image" Target="../media/image94.png"/><Relationship Id="rId188" Type="http://schemas.openxmlformats.org/officeDocument/2006/relationships/customXml" Target="../ink/ink380.xml"/><Relationship Id="rId311" Type="http://schemas.openxmlformats.org/officeDocument/2006/relationships/customXml" Target="../ink/ink442.xml"/><Relationship Id="rId332" Type="http://schemas.openxmlformats.org/officeDocument/2006/relationships/customXml" Target="../ink/ink453.xml"/><Relationship Id="rId353" Type="http://schemas.openxmlformats.org/officeDocument/2006/relationships/image" Target="../media/image294.png"/><Relationship Id="rId374" Type="http://schemas.openxmlformats.org/officeDocument/2006/relationships/customXml" Target="../ink/ink474.xml"/><Relationship Id="rId395" Type="http://schemas.openxmlformats.org/officeDocument/2006/relationships/image" Target="../media/image315.png"/><Relationship Id="rId71" Type="http://schemas.openxmlformats.org/officeDocument/2006/relationships/customXml" Target="../ink/ink314.xml"/><Relationship Id="rId92" Type="http://schemas.openxmlformats.org/officeDocument/2006/relationships/image" Target="../media/image64.png"/><Relationship Id="rId213" Type="http://schemas.openxmlformats.org/officeDocument/2006/relationships/image" Target="../media/image225.png"/><Relationship Id="rId234" Type="http://schemas.openxmlformats.org/officeDocument/2006/relationships/customXml" Target="../ink/ink403.xml"/><Relationship Id="rId2" Type="http://schemas.openxmlformats.org/officeDocument/2006/relationships/notesSlide" Target="../notesSlides/notesSlide1.xml"/><Relationship Id="rId29" Type="http://schemas.openxmlformats.org/officeDocument/2006/relationships/customXml" Target="../ink/ink293.xml"/><Relationship Id="rId255" Type="http://schemas.openxmlformats.org/officeDocument/2006/relationships/customXml" Target="../ink/ink414.xml"/><Relationship Id="rId276" Type="http://schemas.openxmlformats.org/officeDocument/2006/relationships/image" Target="../media/image256.png"/><Relationship Id="rId297" Type="http://schemas.openxmlformats.org/officeDocument/2006/relationships/customXml" Target="../ink/ink435.xml"/><Relationship Id="rId40" Type="http://schemas.openxmlformats.org/officeDocument/2006/relationships/image" Target="../media/image38.png"/><Relationship Id="rId115" Type="http://schemas.openxmlformats.org/officeDocument/2006/relationships/customXml" Target="../ink/ink336.xml"/><Relationship Id="rId136" Type="http://schemas.openxmlformats.org/officeDocument/2006/relationships/customXml" Target="../ink/ink349.xml"/><Relationship Id="rId157" Type="http://schemas.openxmlformats.org/officeDocument/2006/relationships/image" Target="../media/image89.png"/><Relationship Id="rId178" Type="http://schemas.openxmlformats.org/officeDocument/2006/relationships/customXml" Target="../ink/ink375.xml"/><Relationship Id="rId301" Type="http://schemas.openxmlformats.org/officeDocument/2006/relationships/customXml" Target="../ink/ink437.xml"/><Relationship Id="rId322" Type="http://schemas.openxmlformats.org/officeDocument/2006/relationships/image" Target="../media/image279.png"/><Relationship Id="rId343" Type="http://schemas.openxmlformats.org/officeDocument/2006/relationships/image" Target="../media/image289.png"/><Relationship Id="rId364" Type="http://schemas.openxmlformats.org/officeDocument/2006/relationships/customXml" Target="../ink/ink469.xml"/><Relationship Id="rId61" Type="http://schemas.openxmlformats.org/officeDocument/2006/relationships/customXml" Target="../ink/ink309.xml"/><Relationship Id="rId82" Type="http://schemas.openxmlformats.org/officeDocument/2006/relationships/image" Target="../media/image59.png"/><Relationship Id="rId199" Type="http://schemas.openxmlformats.org/officeDocument/2006/relationships/image" Target="../media/image218.png"/><Relationship Id="rId203" Type="http://schemas.openxmlformats.org/officeDocument/2006/relationships/image" Target="../media/image220.png"/><Relationship Id="rId385" Type="http://schemas.openxmlformats.org/officeDocument/2006/relationships/image" Target="../media/image310.png"/><Relationship Id="rId19" Type="http://schemas.openxmlformats.org/officeDocument/2006/relationships/customXml" Target="../ink/ink288.xml"/><Relationship Id="rId224" Type="http://schemas.openxmlformats.org/officeDocument/2006/relationships/customXml" Target="../ink/ink398.xml"/><Relationship Id="rId245" Type="http://schemas.openxmlformats.org/officeDocument/2006/relationships/image" Target="../media/image241.png"/><Relationship Id="rId266" Type="http://schemas.openxmlformats.org/officeDocument/2006/relationships/image" Target="../media/image251.png"/><Relationship Id="rId287" Type="http://schemas.openxmlformats.org/officeDocument/2006/relationships/customXml" Target="../ink/ink430.xml"/><Relationship Id="rId30" Type="http://schemas.openxmlformats.org/officeDocument/2006/relationships/image" Target="../media/image33.png"/><Relationship Id="rId105" Type="http://schemas.openxmlformats.org/officeDocument/2006/relationships/customXml" Target="../ink/ink331.xml"/><Relationship Id="rId126" Type="http://schemas.openxmlformats.org/officeDocument/2006/relationships/image" Target="../media/image81.png"/><Relationship Id="rId147" Type="http://schemas.openxmlformats.org/officeDocument/2006/relationships/image" Target="../media/image85.png"/><Relationship Id="rId168" Type="http://schemas.openxmlformats.org/officeDocument/2006/relationships/customXml" Target="../ink/ink370.xml"/><Relationship Id="rId312" Type="http://schemas.openxmlformats.org/officeDocument/2006/relationships/image" Target="../media/image274.png"/><Relationship Id="rId333" Type="http://schemas.openxmlformats.org/officeDocument/2006/relationships/image" Target="../media/image284.png"/><Relationship Id="rId354" Type="http://schemas.openxmlformats.org/officeDocument/2006/relationships/customXml" Target="../ink/ink464.xml"/><Relationship Id="rId51" Type="http://schemas.openxmlformats.org/officeDocument/2006/relationships/customXml" Target="../ink/ink304.xml"/><Relationship Id="rId72" Type="http://schemas.openxmlformats.org/officeDocument/2006/relationships/image" Target="../media/image54.png"/><Relationship Id="rId93" Type="http://schemas.openxmlformats.org/officeDocument/2006/relationships/customXml" Target="../ink/ink325.xml"/><Relationship Id="rId189" Type="http://schemas.openxmlformats.org/officeDocument/2006/relationships/image" Target="../media/image105.png"/><Relationship Id="rId375" Type="http://schemas.openxmlformats.org/officeDocument/2006/relationships/image" Target="../media/image305.png"/><Relationship Id="rId3" Type="http://schemas.openxmlformats.org/officeDocument/2006/relationships/customXml" Target="../ink/ink280.xml"/><Relationship Id="rId214" Type="http://schemas.openxmlformats.org/officeDocument/2006/relationships/customXml" Target="../ink/ink393.xml"/><Relationship Id="rId235" Type="http://schemas.openxmlformats.org/officeDocument/2006/relationships/image" Target="../media/image236.png"/><Relationship Id="rId256" Type="http://schemas.openxmlformats.org/officeDocument/2006/relationships/image" Target="../media/image246.png"/><Relationship Id="rId277" Type="http://schemas.openxmlformats.org/officeDocument/2006/relationships/customXml" Target="../ink/ink425.xml"/><Relationship Id="rId298" Type="http://schemas.openxmlformats.org/officeDocument/2006/relationships/image" Target="../media/image267.png"/><Relationship Id="rId116" Type="http://schemas.openxmlformats.org/officeDocument/2006/relationships/image" Target="../media/image76.png"/><Relationship Id="rId137" Type="http://schemas.openxmlformats.org/officeDocument/2006/relationships/customXml" Target="../ink/ink350.xml"/><Relationship Id="rId158" Type="http://schemas.openxmlformats.org/officeDocument/2006/relationships/customXml" Target="../ink/ink365.xml"/><Relationship Id="rId302" Type="http://schemas.openxmlformats.org/officeDocument/2006/relationships/image" Target="../media/image269.png"/><Relationship Id="rId323" Type="http://schemas.openxmlformats.org/officeDocument/2006/relationships/customXml" Target="../ink/ink448.xml"/><Relationship Id="rId344" Type="http://schemas.openxmlformats.org/officeDocument/2006/relationships/customXml" Target="../ink/ink459.xml"/><Relationship Id="rId20" Type="http://schemas.openxmlformats.org/officeDocument/2006/relationships/image" Target="../media/image28.png"/><Relationship Id="rId41" Type="http://schemas.openxmlformats.org/officeDocument/2006/relationships/customXml" Target="../ink/ink299.xml"/><Relationship Id="rId62" Type="http://schemas.openxmlformats.org/officeDocument/2006/relationships/image" Target="../media/image49.png"/><Relationship Id="rId83" Type="http://schemas.openxmlformats.org/officeDocument/2006/relationships/customXml" Target="../ink/ink320.xml"/><Relationship Id="rId179" Type="http://schemas.openxmlformats.org/officeDocument/2006/relationships/image" Target="../media/image100.png"/><Relationship Id="rId365" Type="http://schemas.openxmlformats.org/officeDocument/2006/relationships/image" Target="../media/image300.png"/><Relationship Id="rId386" Type="http://schemas.openxmlformats.org/officeDocument/2006/relationships/customXml" Target="../ink/ink480.xml"/><Relationship Id="rId190" Type="http://schemas.openxmlformats.org/officeDocument/2006/relationships/customXml" Target="../ink/ink381.xml"/><Relationship Id="rId204" Type="http://schemas.openxmlformats.org/officeDocument/2006/relationships/customXml" Target="../ink/ink388.xml"/><Relationship Id="rId225" Type="http://schemas.openxmlformats.org/officeDocument/2006/relationships/image" Target="../media/image231.png"/><Relationship Id="rId246" Type="http://schemas.openxmlformats.org/officeDocument/2006/relationships/customXml" Target="../ink/ink409.xml"/><Relationship Id="rId267" Type="http://schemas.openxmlformats.org/officeDocument/2006/relationships/customXml" Target="../ink/ink420.xml"/><Relationship Id="rId288" Type="http://schemas.openxmlformats.org/officeDocument/2006/relationships/image" Target="../media/image262.png"/><Relationship Id="rId106" Type="http://schemas.openxmlformats.org/officeDocument/2006/relationships/image" Target="../media/image71.png"/><Relationship Id="rId127" Type="http://schemas.openxmlformats.org/officeDocument/2006/relationships/customXml" Target="../ink/ink342.xml"/><Relationship Id="rId313" Type="http://schemas.openxmlformats.org/officeDocument/2006/relationships/customXml" Target="../ink/ink443.xml"/><Relationship Id="rId10" Type="http://schemas.openxmlformats.org/officeDocument/2006/relationships/image" Target="../media/image23.png"/><Relationship Id="rId31" Type="http://schemas.openxmlformats.org/officeDocument/2006/relationships/customXml" Target="../ink/ink294.xml"/><Relationship Id="rId52" Type="http://schemas.openxmlformats.org/officeDocument/2006/relationships/image" Target="../media/image44.png"/><Relationship Id="rId73" Type="http://schemas.openxmlformats.org/officeDocument/2006/relationships/customXml" Target="../ink/ink315.xml"/><Relationship Id="rId94" Type="http://schemas.openxmlformats.org/officeDocument/2006/relationships/image" Target="../media/image65.png"/><Relationship Id="rId148" Type="http://schemas.openxmlformats.org/officeDocument/2006/relationships/customXml" Target="../ink/ink359.xml"/><Relationship Id="rId169" Type="http://schemas.openxmlformats.org/officeDocument/2006/relationships/image" Target="../media/image95.png"/><Relationship Id="rId334" Type="http://schemas.openxmlformats.org/officeDocument/2006/relationships/customXml" Target="../ink/ink454.xml"/><Relationship Id="rId355" Type="http://schemas.openxmlformats.org/officeDocument/2006/relationships/image" Target="../media/image295.png"/><Relationship Id="rId376" Type="http://schemas.openxmlformats.org/officeDocument/2006/relationships/customXml" Target="../ink/ink475.xml"/><Relationship Id="rId4" Type="http://schemas.openxmlformats.org/officeDocument/2006/relationships/image" Target="../media/image20.png"/><Relationship Id="rId180" Type="http://schemas.openxmlformats.org/officeDocument/2006/relationships/customXml" Target="../ink/ink376.xml"/><Relationship Id="rId215" Type="http://schemas.openxmlformats.org/officeDocument/2006/relationships/image" Target="../media/image226.png"/><Relationship Id="rId236" Type="http://schemas.openxmlformats.org/officeDocument/2006/relationships/customXml" Target="../ink/ink404.xml"/><Relationship Id="rId257" Type="http://schemas.openxmlformats.org/officeDocument/2006/relationships/customXml" Target="../ink/ink415.xml"/><Relationship Id="rId278" Type="http://schemas.openxmlformats.org/officeDocument/2006/relationships/image" Target="../media/image257.png"/><Relationship Id="rId303" Type="http://schemas.openxmlformats.org/officeDocument/2006/relationships/customXml" Target="../ink/ink438.xml"/><Relationship Id="rId42" Type="http://schemas.openxmlformats.org/officeDocument/2006/relationships/image" Target="../media/image39.png"/><Relationship Id="rId84" Type="http://schemas.openxmlformats.org/officeDocument/2006/relationships/image" Target="../media/image60.png"/><Relationship Id="rId138" Type="http://schemas.openxmlformats.org/officeDocument/2006/relationships/customXml" Target="../ink/ink351.xml"/><Relationship Id="rId345" Type="http://schemas.openxmlformats.org/officeDocument/2006/relationships/image" Target="../media/image290.png"/><Relationship Id="rId387" Type="http://schemas.openxmlformats.org/officeDocument/2006/relationships/image" Target="../media/image311.png"/><Relationship Id="rId191" Type="http://schemas.openxmlformats.org/officeDocument/2006/relationships/image" Target="../media/image214.png"/><Relationship Id="rId205" Type="http://schemas.openxmlformats.org/officeDocument/2006/relationships/image" Target="../media/image221.png"/><Relationship Id="rId247" Type="http://schemas.openxmlformats.org/officeDocument/2006/relationships/image" Target="../media/image242.png"/><Relationship Id="rId107" Type="http://schemas.openxmlformats.org/officeDocument/2006/relationships/customXml" Target="../ink/ink332.xml"/><Relationship Id="rId289" Type="http://schemas.openxmlformats.org/officeDocument/2006/relationships/customXml" Target="../ink/ink431.xml"/><Relationship Id="rId11" Type="http://schemas.openxmlformats.org/officeDocument/2006/relationships/customXml" Target="../ink/ink284.xml"/><Relationship Id="rId53" Type="http://schemas.openxmlformats.org/officeDocument/2006/relationships/customXml" Target="../ink/ink305.xml"/><Relationship Id="rId149" Type="http://schemas.openxmlformats.org/officeDocument/2006/relationships/customXml" Target="../ink/ink360.xml"/><Relationship Id="rId314" Type="http://schemas.openxmlformats.org/officeDocument/2006/relationships/image" Target="../media/image275.png"/><Relationship Id="rId356" Type="http://schemas.openxmlformats.org/officeDocument/2006/relationships/customXml" Target="../ink/ink465.xml"/><Relationship Id="rId95" Type="http://schemas.openxmlformats.org/officeDocument/2006/relationships/customXml" Target="../ink/ink326.xml"/><Relationship Id="rId160" Type="http://schemas.openxmlformats.org/officeDocument/2006/relationships/customXml" Target="../ink/ink366.xml"/><Relationship Id="rId216" Type="http://schemas.openxmlformats.org/officeDocument/2006/relationships/customXml" Target="../ink/ink394.xml"/><Relationship Id="rId258" Type="http://schemas.openxmlformats.org/officeDocument/2006/relationships/image" Target="../media/image247.png"/><Relationship Id="rId22" Type="http://schemas.openxmlformats.org/officeDocument/2006/relationships/image" Target="../media/image29.png"/><Relationship Id="rId64" Type="http://schemas.openxmlformats.org/officeDocument/2006/relationships/image" Target="../media/image50.png"/><Relationship Id="rId118" Type="http://schemas.openxmlformats.org/officeDocument/2006/relationships/image" Target="../media/image77.png"/><Relationship Id="rId325" Type="http://schemas.openxmlformats.org/officeDocument/2006/relationships/customXml" Target="../ink/ink449.xml"/><Relationship Id="rId367" Type="http://schemas.openxmlformats.org/officeDocument/2006/relationships/image" Target="../media/image301.png"/><Relationship Id="rId171" Type="http://schemas.openxmlformats.org/officeDocument/2006/relationships/image" Target="../media/image96.png"/><Relationship Id="rId227" Type="http://schemas.openxmlformats.org/officeDocument/2006/relationships/image" Target="../media/image232.png"/><Relationship Id="rId269" Type="http://schemas.openxmlformats.org/officeDocument/2006/relationships/customXml" Target="../ink/ink421.xml"/><Relationship Id="rId33" Type="http://schemas.openxmlformats.org/officeDocument/2006/relationships/customXml" Target="../ink/ink295.xml"/><Relationship Id="rId129" Type="http://schemas.openxmlformats.org/officeDocument/2006/relationships/customXml" Target="../ink/ink343.xml"/><Relationship Id="rId280" Type="http://schemas.openxmlformats.org/officeDocument/2006/relationships/image" Target="../media/image258.png"/><Relationship Id="rId336" Type="http://schemas.openxmlformats.org/officeDocument/2006/relationships/customXml" Target="../ink/ink455.xml"/><Relationship Id="rId75" Type="http://schemas.openxmlformats.org/officeDocument/2006/relationships/customXml" Target="../ink/ink316.xml"/><Relationship Id="rId140" Type="http://schemas.openxmlformats.org/officeDocument/2006/relationships/customXml" Target="../ink/ink353.xml"/><Relationship Id="rId182" Type="http://schemas.openxmlformats.org/officeDocument/2006/relationships/customXml" Target="../ink/ink377.xml"/><Relationship Id="rId378" Type="http://schemas.openxmlformats.org/officeDocument/2006/relationships/customXml" Target="../ink/ink476.xml"/><Relationship Id="rId6" Type="http://schemas.openxmlformats.org/officeDocument/2006/relationships/image" Target="../media/image21.png"/><Relationship Id="rId238" Type="http://schemas.openxmlformats.org/officeDocument/2006/relationships/customXml" Target="../ink/ink405.xml"/><Relationship Id="rId291" Type="http://schemas.openxmlformats.org/officeDocument/2006/relationships/customXml" Target="../ink/ink432.xml"/><Relationship Id="rId305" Type="http://schemas.openxmlformats.org/officeDocument/2006/relationships/customXml" Target="../ink/ink439.xml"/><Relationship Id="rId347" Type="http://schemas.openxmlformats.org/officeDocument/2006/relationships/image" Target="../media/image291.png"/><Relationship Id="rId44" Type="http://schemas.openxmlformats.org/officeDocument/2006/relationships/image" Target="../media/image40.png"/><Relationship Id="rId86" Type="http://schemas.openxmlformats.org/officeDocument/2006/relationships/image" Target="../media/image61.png"/><Relationship Id="rId151" Type="http://schemas.openxmlformats.org/officeDocument/2006/relationships/image" Target="../media/image86.png"/><Relationship Id="rId389" Type="http://schemas.openxmlformats.org/officeDocument/2006/relationships/image" Target="../media/image312.png"/><Relationship Id="rId193" Type="http://schemas.openxmlformats.org/officeDocument/2006/relationships/image" Target="../media/image215.png"/><Relationship Id="rId207" Type="http://schemas.openxmlformats.org/officeDocument/2006/relationships/image" Target="../media/image222.png"/><Relationship Id="rId249" Type="http://schemas.openxmlformats.org/officeDocument/2006/relationships/image" Target="../media/image243.png"/><Relationship Id="rId13" Type="http://schemas.openxmlformats.org/officeDocument/2006/relationships/customXml" Target="../ink/ink285.xml"/><Relationship Id="rId109" Type="http://schemas.openxmlformats.org/officeDocument/2006/relationships/customXml" Target="../ink/ink333.xml"/><Relationship Id="rId260" Type="http://schemas.openxmlformats.org/officeDocument/2006/relationships/image" Target="../media/image248.png"/><Relationship Id="rId316" Type="http://schemas.openxmlformats.org/officeDocument/2006/relationships/image" Target="../media/image276.png"/><Relationship Id="rId55" Type="http://schemas.openxmlformats.org/officeDocument/2006/relationships/customXml" Target="../ink/ink306.xml"/><Relationship Id="rId97" Type="http://schemas.openxmlformats.org/officeDocument/2006/relationships/customXml" Target="../ink/ink327.xml"/><Relationship Id="rId120" Type="http://schemas.openxmlformats.org/officeDocument/2006/relationships/image" Target="../media/image78.png"/><Relationship Id="rId358" Type="http://schemas.openxmlformats.org/officeDocument/2006/relationships/customXml" Target="../ink/ink466.xml"/><Relationship Id="rId162" Type="http://schemas.openxmlformats.org/officeDocument/2006/relationships/customXml" Target="../ink/ink367.xml"/><Relationship Id="rId218" Type="http://schemas.openxmlformats.org/officeDocument/2006/relationships/customXml" Target="../ink/ink395.xml"/><Relationship Id="rId271" Type="http://schemas.openxmlformats.org/officeDocument/2006/relationships/customXml" Target="../ink/ink422.xml"/><Relationship Id="rId24" Type="http://schemas.openxmlformats.org/officeDocument/2006/relationships/image" Target="../media/image30.png"/><Relationship Id="rId66" Type="http://schemas.openxmlformats.org/officeDocument/2006/relationships/image" Target="../media/image51.png"/><Relationship Id="rId131" Type="http://schemas.openxmlformats.org/officeDocument/2006/relationships/customXml" Target="../ink/ink344.xml"/><Relationship Id="rId327" Type="http://schemas.openxmlformats.org/officeDocument/2006/relationships/customXml" Target="../ink/ink450.xml"/><Relationship Id="rId369" Type="http://schemas.openxmlformats.org/officeDocument/2006/relationships/image" Target="../media/image302.png"/><Relationship Id="rId173" Type="http://schemas.openxmlformats.org/officeDocument/2006/relationships/image" Target="../media/image97.png"/><Relationship Id="rId229" Type="http://schemas.openxmlformats.org/officeDocument/2006/relationships/image" Target="../media/image233.png"/><Relationship Id="rId380" Type="http://schemas.openxmlformats.org/officeDocument/2006/relationships/customXml" Target="../ink/ink477.xml"/><Relationship Id="rId240" Type="http://schemas.openxmlformats.org/officeDocument/2006/relationships/customXml" Target="../ink/ink406.xml"/><Relationship Id="rId35" Type="http://schemas.openxmlformats.org/officeDocument/2006/relationships/customXml" Target="../ink/ink296.xml"/><Relationship Id="rId77" Type="http://schemas.openxmlformats.org/officeDocument/2006/relationships/customXml" Target="../ink/ink317.xml"/><Relationship Id="rId100" Type="http://schemas.openxmlformats.org/officeDocument/2006/relationships/image" Target="../media/image68.png"/><Relationship Id="rId282" Type="http://schemas.openxmlformats.org/officeDocument/2006/relationships/image" Target="../media/image259.png"/><Relationship Id="rId338" Type="http://schemas.openxmlformats.org/officeDocument/2006/relationships/customXml" Target="../ink/ink456.xml"/><Relationship Id="rId8" Type="http://schemas.openxmlformats.org/officeDocument/2006/relationships/image" Target="../media/image22.png"/><Relationship Id="rId142" Type="http://schemas.openxmlformats.org/officeDocument/2006/relationships/customXml" Target="../ink/ink355.xml"/><Relationship Id="rId184" Type="http://schemas.openxmlformats.org/officeDocument/2006/relationships/customXml" Target="../ink/ink378.xml"/><Relationship Id="rId391" Type="http://schemas.openxmlformats.org/officeDocument/2006/relationships/image" Target="../media/image313.png"/><Relationship Id="rId251" Type="http://schemas.openxmlformats.org/officeDocument/2006/relationships/image" Target="../media/image244.png"/><Relationship Id="rId46" Type="http://schemas.openxmlformats.org/officeDocument/2006/relationships/image" Target="../media/image41.png"/><Relationship Id="rId293" Type="http://schemas.openxmlformats.org/officeDocument/2006/relationships/customXml" Target="../ink/ink433.xml"/><Relationship Id="rId307" Type="http://schemas.openxmlformats.org/officeDocument/2006/relationships/customXml" Target="../ink/ink440.xml"/><Relationship Id="rId349" Type="http://schemas.openxmlformats.org/officeDocument/2006/relationships/image" Target="../media/image292.png"/><Relationship Id="rId88" Type="http://schemas.openxmlformats.org/officeDocument/2006/relationships/image" Target="../media/image62.png"/><Relationship Id="rId111" Type="http://schemas.openxmlformats.org/officeDocument/2006/relationships/customXml" Target="../ink/ink334.xml"/><Relationship Id="rId153" Type="http://schemas.openxmlformats.org/officeDocument/2006/relationships/image" Target="../media/image87.png"/><Relationship Id="rId195" Type="http://schemas.openxmlformats.org/officeDocument/2006/relationships/image" Target="../media/image216.png"/><Relationship Id="rId209" Type="http://schemas.openxmlformats.org/officeDocument/2006/relationships/image" Target="../media/image223.png"/><Relationship Id="rId360" Type="http://schemas.openxmlformats.org/officeDocument/2006/relationships/customXml" Target="../ink/ink467.xml"/><Relationship Id="rId220" Type="http://schemas.openxmlformats.org/officeDocument/2006/relationships/customXml" Target="../ink/ink396.xml"/><Relationship Id="rId15" Type="http://schemas.openxmlformats.org/officeDocument/2006/relationships/customXml" Target="../ink/ink286.xml"/><Relationship Id="rId57" Type="http://schemas.openxmlformats.org/officeDocument/2006/relationships/customXml" Target="../ink/ink307.xml"/><Relationship Id="rId262" Type="http://schemas.openxmlformats.org/officeDocument/2006/relationships/image" Target="../media/image249.png"/><Relationship Id="rId318" Type="http://schemas.openxmlformats.org/officeDocument/2006/relationships/image" Target="../media/image277.png"/><Relationship Id="rId99" Type="http://schemas.openxmlformats.org/officeDocument/2006/relationships/customXml" Target="../ink/ink328.xml"/><Relationship Id="rId122" Type="http://schemas.openxmlformats.org/officeDocument/2006/relationships/image" Target="../media/image79.png"/><Relationship Id="rId164" Type="http://schemas.openxmlformats.org/officeDocument/2006/relationships/customXml" Target="../ink/ink368.xml"/><Relationship Id="rId371" Type="http://schemas.openxmlformats.org/officeDocument/2006/relationships/image" Target="../media/image303.png"/><Relationship Id="rId26" Type="http://schemas.openxmlformats.org/officeDocument/2006/relationships/image" Target="../media/image31.png"/><Relationship Id="rId231" Type="http://schemas.openxmlformats.org/officeDocument/2006/relationships/image" Target="../media/image234.png"/><Relationship Id="rId273" Type="http://schemas.openxmlformats.org/officeDocument/2006/relationships/customXml" Target="../ink/ink423.xml"/><Relationship Id="rId329" Type="http://schemas.openxmlformats.org/officeDocument/2006/relationships/customXml" Target="../ink/ink451.xml"/><Relationship Id="rId68" Type="http://schemas.openxmlformats.org/officeDocument/2006/relationships/image" Target="../media/image52.png"/><Relationship Id="rId133" Type="http://schemas.openxmlformats.org/officeDocument/2006/relationships/customXml" Target="../ink/ink346.xml"/><Relationship Id="rId175" Type="http://schemas.openxmlformats.org/officeDocument/2006/relationships/image" Target="../media/image98.png"/><Relationship Id="rId340" Type="http://schemas.openxmlformats.org/officeDocument/2006/relationships/customXml" Target="../ink/ink457.xml"/><Relationship Id="rId200" Type="http://schemas.openxmlformats.org/officeDocument/2006/relationships/customXml" Target="../ink/ink386.xml"/><Relationship Id="rId382" Type="http://schemas.openxmlformats.org/officeDocument/2006/relationships/customXml" Target="../ink/ink478.xml"/></Relationships>
</file>

<file path=ppt/slides/_rels/slide5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78.png"/><Relationship Id="rId299" Type="http://schemas.openxmlformats.org/officeDocument/2006/relationships/image" Target="../media/image345.png"/><Relationship Id="rId21" Type="http://schemas.openxmlformats.org/officeDocument/2006/relationships/image" Target="../media/image30.png"/><Relationship Id="rId63" Type="http://schemas.openxmlformats.org/officeDocument/2006/relationships/image" Target="../media/image51.png"/><Relationship Id="rId159" Type="http://schemas.openxmlformats.org/officeDocument/2006/relationships/customXml" Target="../ink/ink570.xml"/><Relationship Id="rId324" Type="http://schemas.openxmlformats.org/officeDocument/2006/relationships/customXml" Target="../ink/ink653.xml"/><Relationship Id="rId366" Type="http://schemas.openxmlformats.org/officeDocument/2006/relationships/image" Target="../media/image298.png"/><Relationship Id="rId170" Type="http://schemas.openxmlformats.org/officeDocument/2006/relationships/image" Target="../media/image99.png"/><Relationship Id="rId226" Type="http://schemas.openxmlformats.org/officeDocument/2006/relationships/image" Target="../media/image243.png"/><Relationship Id="rId268" Type="http://schemas.openxmlformats.org/officeDocument/2006/relationships/customXml" Target="../ink/ink625.xml"/><Relationship Id="rId32" Type="http://schemas.openxmlformats.org/officeDocument/2006/relationships/customXml" Target="../ink/ink500.xml"/><Relationship Id="rId74" Type="http://schemas.openxmlformats.org/officeDocument/2006/relationships/customXml" Target="../ink/ink521.xml"/><Relationship Id="rId128" Type="http://schemas.openxmlformats.org/officeDocument/2006/relationships/customXml" Target="../ink/ink549.xml"/><Relationship Id="rId335" Type="http://schemas.openxmlformats.org/officeDocument/2006/relationships/customXml" Target="../ink/ink659.xml"/><Relationship Id="rId377" Type="http://schemas.openxmlformats.org/officeDocument/2006/relationships/customXml" Target="../ink/ink680.xml"/><Relationship Id="rId5" Type="http://schemas.openxmlformats.org/officeDocument/2006/relationships/image" Target="../media/image22.png"/><Relationship Id="rId181" Type="http://schemas.openxmlformats.org/officeDocument/2006/relationships/customXml" Target="../ink/ink581.xml"/><Relationship Id="rId237" Type="http://schemas.openxmlformats.org/officeDocument/2006/relationships/image" Target="../media/image253.png"/><Relationship Id="rId279" Type="http://schemas.openxmlformats.org/officeDocument/2006/relationships/image" Target="../media/image335.png"/><Relationship Id="rId43" Type="http://schemas.openxmlformats.org/officeDocument/2006/relationships/image" Target="../media/image41.png"/><Relationship Id="rId139" Type="http://schemas.openxmlformats.org/officeDocument/2006/relationships/image" Target="../media/image83.png"/><Relationship Id="rId290" Type="http://schemas.openxmlformats.org/officeDocument/2006/relationships/customXml" Target="../ink/ink636.xml"/><Relationship Id="rId304" Type="http://schemas.openxmlformats.org/officeDocument/2006/relationships/customXml" Target="../ink/ink643.xml"/><Relationship Id="rId346" Type="http://schemas.openxmlformats.org/officeDocument/2006/relationships/image" Target="../media/image287.png"/><Relationship Id="rId388" Type="http://schemas.openxmlformats.org/officeDocument/2006/relationships/image" Target="../media/image356.png"/><Relationship Id="rId85" Type="http://schemas.openxmlformats.org/officeDocument/2006/relationships/image" Target="../media/image62.png"/><Relationship Id="rId150" Type="http://schemas.openxmlformats.org/officeDocument/2006/relationships/image" Target="../media/image88.png"/><Relationship Id="rId192" Type="http://schemas.openxmlformats.org/officeDocument/2006/relationships/image" Target="../media/image218.png"/><Relationship Id="rId206" Type="http://schemas.openxmlformats.org/officeDocument/2006/relationships/image" Target="../media/image228.png"/><Relationship Id="rId248" Type="http://schemas.openxmlformats.org/officeDocument/2006/relationships/customXml" Target="../ink/ink615.xml"/><Relationship Id="rId12" Type="http://schemas.openxmlformats.org/officeDocument/2006/relationships/customXml" Target="../ink/ink490.xml"/><Relationship Id="rId108" Type="http://schemas.openxmlformats.org/officeDocument/2006/relationships/customXml" Target="../ink/ink538.xml"/><Relationship Id="rId315" Type="http://schemas.openxmlformats.org/officeDocument/2006/relationships/image" Target="../media/image276.png"/><Relationship Id="rId357" Type="http://schemas.openxmlformats.org/officeDocument/2006/relationships/customXml" Target="../ink/ink670.xml"/><Relationship Id="rId54" Type="http://schemas.openxmlformats.org/officeDocument/2006/relationships/customXml" Target="../ink/ink511.xml"/><Relationship Id="rId96" Type="http://schemas.openxmlformats.org/officeDocument/2006/relationships/customXml" Target="../ink/ink532.xml"/><Relationship Id="rId161" Type="http://schemas.openxmlformats.org/officeDocument/2006/relationships/customXml" Target="../ink/ink571.xml"/><Relationship Id="rId217" Type="http://schemas.openxmlformats.org/officeDocument/2006/relationships/customXml" Target="../ink/ink599.xml"/><Relationship Id="rId399" Type="http://schemas.openxmlformats.org/officeDocument/2006/relationships/customXml" Target="../ink/ink691.xml"/><Relationship Id="rId259" Type="http://schemas.openxmlformats.org/officeDocument/2006/relationships/image" Target="../media/image325.png"/><Relationship Id="rId23" Type="http://schemas.openxmlformats.org/officeDocument/2006/relationships/image" Target="../media/image31.png"/><Relationship Id="rId119" Type="http://schemas.openxmlformats.org/officeDocument/2006/relationships/image" Target="../media/image79.png"/><Relationship Id="rId270" Type="http://schemas.openxmlformats.org/officeDocument/2006/relationships/customXml" Target="../ink/ink626.xml"/><Relationship Id="rId326" Type="http://schemas.openxmlformats.org/officeDocument/2006/relationships/customXml" Target="../ink/ink654.xml"/><Relationship Id="rId65" Type="http://schemas.openxmlformats.org/officeDocument/2006/relationships/image" Target="../media/image52.png"/><Relationship Id="rId130" Type="http://schemas.openxmlformats.org/officeDocument/2006/relationships/customXml" Target="../ink/ink551.xml"/><Relationship Id="rId368" Type="http://schemas.openxmlformats.org/officeDocument/2006/relationships/image" Target="../media/image299.png"/><Relationship Id="rId172" Type="http://schemas.openxmlformats.org/officeDocument/2006/relationships/image" Target="../media/image100.png"/><Relationship Id="rId228" Type="http://schemas.openxmlformats.org/officeDocument/2006/relationships/image" Target="../media/image244.png"/><Relationship Id="rId281" Type="http://schemas.openxmlformats.org/officeDocument/2006/relationships/image" Target="../media/image336.png"/><Relationship Id="rId337" Type="http://schemas.openxmlformats.org/officeDocument/2006/relationships/customXml" Target="../ink/ink660.xml"/><Relationship Id="rId34" Type="http://schemas.openxmlformats.org/officeDocument/2006/relationships/customXml" Target="../ink/ink501.xml"/><Relationship Id="rId76" Type="http://schemas.openxmlformats.org/officeDocument/2006/relationships/customXml" Target="../ink/ink522.xml"/><Relationship Id="rId141" Type="http://schemas.openxmlformats.org/officeDocument/2006/relationships/image" Target="../media/image84.png"/><Relationship Id="rId379" Type="http://schemas.openxmlformats.org/officeDocument/2006/relationships/customXml" Target="../ink/ink681.xml"/><Relationship Id="rId7" Type="http://schemas.openxmlformats.org/officeDocument/2006/relationships/image" Target="../media/image23.png"/><Relationship Id="rId183" Type="http://schemas.openxmlformats.org/officeDocument/2006/relationships/customXml" Target="../ink/ink582.xml"/><Relationship Id="rId239" Type="http://schemas.openxmlformats.org/officeDocument/2006/relationships/image" Target="../media/image254.png"/><Relationship Id="rId390" Type="http://schemas.openxmlformats.org/officeDocument/2006/relationships/image" Target="../media/image357.png"/><Relationship Id="rId250" Type="http://schemas.openxmlformats.org/officeDocument/2006/relationships/customXml" Target="../ink/ink616.xml"/><Relationship Id="rId292" Type="http://schemas.openxmlformats.org/officeDocument/2006/relationships/customXml" Target="../ink/ink637.xml"/><Relationship Id="rId306" Type="http://schemas.openxmlformats.org/officeDocument/2006/relationships/customXml" Target="../ink/ink644.xml"/><Relationship Id="rId45" Type="http://schemas.openxmlformats.org/officeDocument/2006/relationships/image" Target="../media/image42.png"/><Relationship Id="rId87" Type="http://schemas.openxmlformats.org/officeDocument/2006/relationships/image" Target="../media/image63.png"/><Relationship Id="rId110" Type="http://schemas.openxmlformats.org/officeDocument/2006/relationships/customXml" Target="../ink/ink539.xml"/><Relationship Id="rId348" Type="http://schemas.openxmlformats.org/officeDocument/2006/relationships/image" Target="../media/image288.png"/><Relationship Id="rId152" Type="http://schemas.openxmlformats.org/officeDocument/2006/relationships/image" Target="../media/image89.png"/><Relationship Id="rId194" Type="http://schemas.openxmlformats.org/officeDocument/2006/relationships/image" Target="../media/image219.png"/><Relationship Id="rId208" Type="http://schemas.openxmlformats.org/officeDocument/2006/relationships/image" Target="../media/image230.png"/><Relationship Id="rId261" Type="http://schemas.openxmlformats.org/officeDocument/2006/relationships/image" Target="../media/image326.png"/><Relationship Id="rId14" Type="http://schemas.openxmlformats.org/officeDocument/2006/relationships/customXml" Target="../ink/ink491.xml"/><Relationship Id="rId56" Type="http://schemas.openxmlformats.org/officeDocument/2006/relationships/customXml" Target="../ink/ink512.xml"/><Relationship Id="rId317" Type="http://schemas.openxmlformats.org/officeDocument/2006/relationships/image" Target="../media/image277.png"/><Relationship Id="rId359" Type="http://schemas.openxmlformats.org/officeDocument/2006/relationships/customXml" Target="../ink/ink671.xml"/><Relationship Id="rId98" Type="http://schemas.openxmlformats.org/officeDocument/2006/relationships/customXml" Target="../ink/ink533.xml"/><Relationship Id="rId121" Type="http://schemas.openxmlformats.org/officeDocument/2006/relationships/image" Target="../media/image80.png"/><Relationship Id="rId163" Type="http://schemas.openxmlformats.org/officeDocument/2006/relationships/customXml" Target="../ink/ink572.xml"/><Relationship Id="rId219" Type="http://schemas.openxmlformats.org/officeDocument/2006/relationships/customXml" Target="../ink/ink600.xml"/><Relationship Id="rId370" Type="http://schemas.openxmlformats.org/officeDocument/2006/relationships/image" Target="../media/image300.png"/><Relationship Id="rId230" Type="http://schemas.openxmlformats.org/officeDocument/2006/relationships/customXml" Target="../ink/ink606.xml"/><Relationship Id="rId25" Type="http://schemas.openxmlformats.org/officeDocument/2006/relationships/image" Target="../media/image32.png"/><Relationship Id="rId67" Type="http://schemas.openxmlformats.org/officeDocument/2006/relationships/image" Target="../media/image53.png"/><Relationship Id="rId272" Type="http://schemas.openxmlformats.org/officeDocument/2006/relationships/customXml" Target="../ink/ink627.xml"/><Relationship Id="rId328" Type="http://schemas.openxmlformats.org/officeDocument/2006/relationships/customXml" Target="../ink/ink655.xml"/><Relationship Id="rId132" Type="http://schemas.openxmlformats.org/officeDocument/2006/relationships/customXml" Target="../ink/ink553.xml"/><Relationship Id="rId174" Type="http://schemas.openxmlformats.org/officeDocument/2006/relationships/image" Target="../media/image101.png"/><Relationship Id="rId381" Type="http://schemas.openxmlformats.org/officeDocument/2006/relationships/customXml" Target="../ink/ink682.xml"/><Relationship Id="rId241" Type="http://schemas.openxmlformats.org/officeDocument/2006/relationships/image" Target="../media/image316.png"/><Relationship Id="rId36" Type="http://schemas.openxmlformats.org/officeDocument/2006/relationships/customXml" Target="../ink/ink502.xml"/><Relationship Id="rId283" Type="http://schemas.openxmlformats.org/officeDocument/2006/relationships/image" Target="../media/image337.png"/><Relationship Id="rId339" Type="http://schemas.openxmlformats.org/officeDocument/2006/relationships/customXml" Target="../ink/ink661.xml"/><Relationship Id="rId78" Type="http://schemas.openxmlformats.org/officeDocument/2006/relationships/customXml" Target="../ink/ink523.xml"/><Relationship Id="rId101" Type="http://schemas.openxmlformats.org/officeDocument/2006/relationships/image" Target="../media/image70.png"/><Relationship Id="rId143" Type="http://schemas.openxmlformats.org/officeDocument/2006/relationships/image" Target="../media/image85.png"/><Relationship Id="rId185" Type="http://schemas.openxmlformats.org/officeDocument/2006/relationships/customXml" Target="../ink/ink583.xml"/><Relationship Id="rId350" Type="http://schemas.openxmlformats.org/officeDocument/2006/relationships/image" Target="../media/image290.png"/><Relationship Id="rId9" Type="http://schemas.openxmlformats.org/officeDocument/2006/relationships/image" Target="../media/image24.png"/><Relationship Id="rId210" Type="http://schemas.openxmlformats.org/officeDocument/2006/relationships/image" Target="../media/image231.png"/><Relationship Id="rId392" Type="http://schemas.openxmlformats.org/officeDocument/2006/relationships/image" Target="../media/image358.png"/><Relationship Id="rId252" Type="http://schemas.openxmlformats.org/officeDocument/2006/relationships/customXml" Target="../ink/ink617.xml"/><Relationship Id="rId294" Type="http://schemas.openxmlformats.org/officeDocument/2006/relationships/customXml" Target="../ink/ink638.xml"/><Relationship Id="rId308" Type="http://schemas.openxmlformats.org/officeDocument/2006/relationships/customXml" Target="../ink/ink645.xml"/><Relationship Id="rId47" Type="http://schemas.openxmlformats.org/officeDocument/2006/relationships/image" Target="../media/image43.png"/><Relationship Id="rId89" Type="http://schemas.openxmlformats.org/officeDocument/2006/relationships/image" Target="../media/image64.png"/><Relationship Id="rId112" Type="http://schemas.openxmlformats.org/officeDocument/2006/relationships/customXml" Target="../ink/ink540.xml"/><Relationship Id="rId154" Type="http://schemas.openxmlformats.org/officeDocument/2006/relationships/image" Target="../media/image90.png"/><Relationship Id="rId361" Type="http://schemas.openxmlformats.org/officeDocument/2006/relationships/customXml" Target="../ink/ink672.xml"/><Relationship Id="rId196" Type="http://schemas.openxmlformats.org/officeDocument/2006/relationships/image" Target="../media/image220.png"/><Relationship Id="rId16" Type="http://schemas.openxmlformats.org/officeDocument/2006/relationships/customXml" Target="../ink/ink492.xml"/><Relationship Id="rId221" Type="http://schemas.openxmlformats.org/officeDocument/2006/relationships/customXml" Target="../ink/ink601.xml"/><Relationship Id="rId263" Type="http://schemas.openxmlformats.org/officeDocument/2006/relationships/image" Target="../media/image327.png"/><Relationship Id="rId319" Type="http://schemas.openxmlformats.org/officeDocument/2006/relationships/image" Target="../media/image278.png"/><Relationship Id="rId37" Type="http://schemas.openxmlformats.org/officeDocument/2006/relationships/image" Target="../media/image38.png"/><Relationship Id="rId58" Type="http://schemas.openxmlformats.org/officeDocument/2006/relationships/customXml" Target="../ink/ink513.xml"/><Relationship Id="rId79" Type="http://schemas.openxmlformats.org/officeDocument/2006/relationships/image" Target="../media/image59.png"/><Relationship Id="rId102" Type="http://schemas.openxmlformats.org/officeDocument/2006/relationships/customXml" Target="../ink/ink535.xml"/><Relationship Id="rId123" Type="http://schemas.openxmlformats.org/officeDocument/2006/relationships/image" Target="../media/image81.png"/><Relationship Id="rId144" Type="http://schemas.openxmlformats.org/officeDocument/2006/relationships/customXml" Target="../ink/ink562.xml"/><Relationship Id="rId330" Type="http://schemas.openxmlformats.org/officeDocument/2006/relationships/image" Target="../media/image283.png"/><Relationship Id="rId90" Type="http://schemas.openxmlformats.org/officeDocument/2006/relationships/customXml" Target="../ink/ink529.xml"/><Relationship Id="rId165" Type="http://schemas.openxmlformats.org/officeDocument/2006/relationships/customXml" Target="../ink/ink573.xml"/><Relationship Id="rId186" Type="http://schemas.openxmlformats.org/officeDocument/2006/relationships/image" Target="../media/image215.png"/><Relationship Id="rId351" Type="http://schemas.openxmlformats.org/officeDocument/2006/relationships/customXml" Target="../ink/ink667.xml"/><Relationship Id="rId372" Type="http://schemas.openxmlformats.org/officeDocument/2006/relationships/image" Target="../media/image301.png"/><Relationship Id="rId393" Type="http://schemas.openxmlformats.org/officeDocument/2006/relationships/customXml" Target="../ink/ink688.xml"/><Relationship Id="rId211" Type="http://schemas.openxmlformats.org/officeDocument/2006/relationships/customXml" Target="../ink/ink596.xml"/><Relationship Id="rId232" Type="http://schemas.openxmlformats.org/officeDocument/2006/relationships/customXml" Target="../ink/ink607.xml"/><Relationship Id="rId253" Type="http://schemas.openxmlformats.org/officeDocument/2006/relationships/image" Target="../media/image322.png"/><Relationship Id="rId274" Type="http://schemas.openxmlformats.org/officeDocument/2006/relationships/customXml" Target="../ink/ink628.xml"/><Relationship Id="rId295" Type="http://schemas.openxmlformats.org/officeDocument/2006/relationships/image" Target="../media/image343.png"/><Relationship Id="rId309" Type="http://schemas.openxmlformats.org/officeDocument/2006/relationships/image" Target="../media/image273.png"/><Relationship Id="rId27" Type="http://schemas.openxmlformats.org/officeDocument/2006/relationships/image" Target="../media/image33.png"/><Relationship Id="rId48" Type="http://schemas.openxmlformats.org/officeDocument/2006/relationships/customXml" Target="../ink/ink508.xml"/><Relationship Id="rId69" Type="http://schemas.openxmlformats.org/officeDocument/2006/relationships/image" Target="../media/image54.png"/><Relationship Id="rId113" Type="http://schemas.openxmlformats.org/officeDocument/2006/relationships/image" Target="../media/image76.png"/><Relationship Id="rId134" Type="http://schemas.openxmlformats.org/officeDocument/2006/relationships/customXml" Target="../ink/ink555.xml"/><Relationship Id="rId320" Type="http://schemas.openxmlformats.org/officeDocument/2006/relationships/customXml" Target="../ink/ink651.xml"/><Relationship Id="rId80" Type="http://schemas.openxmlformats.org/officeDocument/2006/relationships/customXml" Target="../ink/ink524.xml"/><Relationship Id="rId155" Type="http://schemas.openxmlformats.org/officeDocument/2006/relationships/customXml" Target="../ink/ink568.xml"/><Relationship Id="rId176" Type="http://schemas.openxmlformats.org/officeDocument/2006/relationships/image" Target="../media/image102.png"/><Relationship Id="rId197" Type="http://schemas.openxmlformats.org/officeDocument/2006/relationships/customXml" Target="../ink/ink589.xml"/><Relationship Id="rId341" Type="http://schemas.openxmlformats.org/officeDocument/2006/relationships/customXml" Target="../ink/ink662.xml"/><Relationship Id="rId362" Type="http://schemas.openxmlformats.org/officeDocument/2006/relationships/image" Target="../media/image296.png"/><Relationship Id="rId383" Type="http://schemas.openxmlformats.org/officeDocument/2006/relationships/customXml" Target="../ink/ink683.xml"/><Relationship Id="rId201" Type="http://schemas.openxmlformats.org/officeDocument/2006/relationships/customXml" Target="../ink/ink591.xml"/><Relationship Id="rId222" Type="http://schemas.openxmlformats.org/officeDocument/2006/relationships/image" Target="../media/image240.png"/><Relationship Id="rId243" Type="http://schemas.openxmlformats.org/officeDocument/2006/relationships/image" Target="../media/image317.png"/><Relationship Id="rId264" Type="http://schemas.openxmlformats.org/officeDocument/2006/relationships/customXml" Target="../ink/ink623.xml"/><Relationship Id="rId285" Type="http://schemas.openxmlformats.org/officeDocument/2006/relationships/image" Target="../media/image338.png"/><Relationship Id="rId17" Type="http://schemas.openxmlformats.org/officeDocument/2006/relationships/image" Target="../media/image28.png"/><Relationship Id="rId38" Type="http://schemas.openxmlformats.org/officeDocument/2006/relationships/customXml" Target="../ink/ink503.xml"/><Relationship Id="rId59" Type="http://schemas.openxmlformats.org/officeDocument/2006/relationships/image" Target="../media/image49.png"/><Relationship Id="rId103" Type="http://schemas.openxmlformats.org/officeDocument/2006/relationships/image" Target="../media/image71.png"/><Relationship Id="rId124" Type="http://schemas.openxmlformats.org/officeDocument/2006/relationships/customXml" Target="../ink/ink546.xml"/><Relationship Id="rId310" Type="http://schemas.openxmlformats.org/officeDocument/2006/relationships/customXml" Target="../ink/ink646.xml"/><Relationship Id="rId70" Type="http://schemas.openxmlformats.org/officeDocument/2006/relationships/customXml" Target="../ink/ink519.xml"/><Relationship Id="rId91" Type="http://schemas.openxmlformats.org/officeDocument/2006/relationships/image" Target="../media/image65.png"/><Relationship Id="rId145" Type="http://schemas.openxmlformats.org/officeDocument/2006/relationships/customXml" Target="../ink/ink563.xml"/><Relationship Id="rId166" Type="http://schemas.openxmlformats.org/officeDocument/2006/relationships/image" Target="../media/image97.png"/><Relationship Id="rId187" Type="http://schemas.openxmlformats.org/officeDocument/2006/relationships/customXml" Target="../ink/ink584.xml"/><Relationship Id="rId331" Type="http://schemas.openxmlformats.org/officeDocument/2006/relationships/customXml" Target="../ink/ink657.xml"/><Relationship Id="rId352" Type="http://schemas.openxmlformats.org/officeDocument/2006/relationships/image" Target="../media/image291.png"/><Relationship Id="rId373" Type="http://schemas.openxmlformats.org/officeDocument/2006/relationships/customXml" Target="../ink/ink678.xml"/><Relationship Id="rId394" Type="http://schemas.openxmlformats.org/officeDocument/2006/relationships/image" Target="../media/image359.png"/><Relationship Id="rId1" Type="http://schemas.openxmlformats.org/officeDocument/2006/relationships/slideLayout" Target="../slideLayouts/slideLayout2.xml"/><Relationship Id="rId212" Type="http://schemas.openxmlformats.org/officeDocument/2006/relationships/image" Target="../media/image232.png"/><Relationship Id="rId233" Type="http://schemas.openxmlformats.org/officeDocument/2006/relationships/image" Target="../media/image246.png"/><Relationship Id="rId254" Type="http://schemas.openxmlformats.org/officeDocument/2006/relationships/customXml" Target="../ink/ink618.xml"/><Relationship Id="rId28" Type="http://schemas.openxmlformats.org/officeDocument/2006/relationships/customXml" Target="../ink/ink498.xml"/><Relationship Id="rId49" Type="http://schemas.openxmlformats.org/officeDocument/2006/relationships/image" Target="../media/image44.png"/><Relationship Id="rId114" Type="http://schemas.openxmlformats.org/officeDocument/2006/relationships/customXml" Target="../ink/ink541.xml"/><Relationship Id="rId275" Type="http://schemas.openxmlformats.org/officeDocument/2006/relationships/image" Target="../media/image333.png"/><Relationship Id="rId296" Type="http://schemas.openxmlformats.org/officeDocument/2006/relationships/customXml" Target="../ink/ink639.xml"/><Relationship Id="rId300" Type="http://schemas.openxmlformats.org/officeDocument/2006/relationships/customXml" Target="../ink/ink641.xml"/><Relationship Id="rId60" Type="http://schemas.openxmlformats.org/officeDocument/2006/relationships/customXml" Target="../ink/ink514.xml"/><Relationship Id="rId81" Type="http://schemas.openxmlformats.org/officeDocument/2006/relationships/image" Target="../media/image60.png"/><Relationship Id="rId135" Type="http://schemas.openxmlformats.org/officeDocument/2006/relationships/customXml" Target="../ink/ink556.xml"/><Relationship Id="rId156" Type="http://schemas.openxmlformats.org/officeDocument/2006/relationships/image" Target="../media/image91.png"/><Relationship Id="rId177" Type="http://schemas.openxmlformats.org/officeDocument/2006/relationships/customXml" Target="../ink/ink579.xml"/><Relationship Id="rId198" Type="http://schemas.openxmlformats.org/officeDocument/2006/relationships/image" Target="../media/image221.png"/><Relationship Id="rId321" Type="http://schemas.openxmlformats.org/officeDocument/2006/relationships/image" Target="../media/image279.png"/><Relationship Id="rId342" Type="http://schemas.openxmlformats.org/officeDocument/2006/relationships/image" Target="../media/image285.png"/><Relationship Id="rId363" Type="http://schemas.openxmlformats.org/officeDocument/2006/relationships/customXml" Target="../ink/ink673.xml"/><Relationship Id="rId384" Type="http://schemas.openxmlformats.org/officeDocument/2006/relationships/image" Target="../media/image354.png"/><Relationship Id="rId202" Type="http://schemas.openxmlformats.org/officeDocument/2006/relationships/image" Target="../media/image225.png"/><Relationship Id="rId223" Type="http://schemas.openxmlformats.org/officeDocument/2006/relationships/customXml" Target="../ink/ink602.xml"/><Relationship Id="rId244" Type="http://schemas.openxmlformats.org/officeDocument/2006/relationships/customXml" Target="../ink/ink613.xml"/><Relationship Id="rId18" Type="http://schemas.openxmlformats.org/officeDocument/2006/relationships/customXml" Target="../ink/ink493.xml"/><Relationship Id="rId39" Type="http://schemas.openxmlformats.org/officeDocument/2006/relationships/image" Target="../media/image39.png"/><Relationship Id="rId265" Type="http://schemas.openxmlformats.org/officeDocument/2006/relationships/image" Target="../media/image328.png"/><Relationship Id="rId286" Type="http://schemas.openxmlformats.org/officeDocument/2006/relationships/customXml" Target="../ink/ink634.xml"/><Relationship Id="rId50" Type="http://schemas.openxmlformats.org/officeDocument/2006/relationships/customXml" Target="../ink/ink509.xml"/><Relationship Id="rId104" Type="http://schemas.openxmlformats.org/officeDocument/2006/relationships/customXml" Target="../ink/ink536.xml"/><Relationship Id="rId125" Type="http://schemas.openxmlformats.org/officeDocument/2006/relationships/image" Target="../media/image82.png"/><Relationship Id="rId146" Type="http://schemas.openxmlformats.org/officeDocument/2006/relationships/image" Target="../media/image86.png"/><Relationship Id="rId167" Type="http://schemas.openxmlformats.org/officeDocument/2006/relationships/customXml" Target="../ink/ink574.xml"/><Relationship Id="rId188" Type="http://schemas.openxmlformats.org/officeDocument/2006/relationships/image" Target="../media/image216.png"/><Relationship Id="rId311" Type="http://schemas.openxmlformats.org/officeDocument/2006/relationships/image" Target="../media/image274.png"/><Relationship Id="rId332" Type="http://schemas.openxmlformats.org/officeDocument/2006/relationships/image" Target="../media/image307.png"/><Relationship Id="rId353" Type="http://schemas.openxmlformats.org/officeDocument/2006/relationships/customXml" Target="../ink/ink668.xml"/><Relationship Id="rId374" Type="http://schemas.openxmlformats.org/officeDocument/2006/relationships/image" Target="../media/image302.png"/><Relationship Id="rId395" Type="http://schemas.openxmlformats.org/officeDocument/2006/relationships/customXml" Target="../ink/ink689.xml"/><Relationship Id="rId71" Type="http://schemas.openxmlformats.org/officeDocument/2006/relationships/image" Target="../media/image55.png"/><Relationship Id="rId92" Type="http://schemas.openxmlformats.org/officeDocument/2006/relationships/customXml" Target="../ink/ink530.xml"/><Relationship Id="rId213" Type="http://schemas.openxmlformats.org/officeDocument/2006/relationships/customXml" Target="../ink/ink597.xml"/><Relationship Id="rId234" Type="http://schemas.openxmlformats.org/officeDocument/2006/relationships/customXml" Target="../ink/ink608.xml"/><Relationship Id="rId2" Type="http://schemas.openxmlformats.org/officeDocument/2006/relationships/customXml" Target="../ink/ink485.xml"/><Relationship Id="rId29" Type="http://schemas.openxmlformats.org/officeDocument/2006/relationships/image" Target="../media/image34.png"/><Relationship Id="rId255" Type="http://schemas.openxmlformats.org/officeDocument/2006/relationships/image" Target="../media/image323.png"/><Relationship Id="rId276" Type="http://schemas.openxmlformats.org/officeDocument/2006/relationships/customXml" Target="../ink/ink629.xml"/><Relationship Id="rId297" Type="http://schemas.openxmlformats.org/officeDocument/2006/relationships/image" Target="../media/image344.png"/><Relationship Id="rId40" Type="http://schemas.openxmlformats.org/officeDocument/2006/relationships/customXml" Target="../ink/ink504.xml"/><Relationship Id="rId115" Type="http://schemas.openxmlformats.org/officeDocument/2006/relationships/image" Target="../media/image77.png"/><Relationship Id="rId136" Type="http://schemas.openxmlformats.org/officeDocument/2006/relationships/customXml" Target="../ink/ink557.xml"/><Relationship Id="rId157" Type="http://schemas.openxmlformats.org/officeDocument/2006/relationships/customXml" Target="../ink/ink569.xml"/><Relationship Id="rId178" Type="http://schemas.openxmlformats.org/officeDocument/2006/relationships/image" Target="../media/image103.png"/><Relationship Id="rId301" Type="http://schemas.openxmlformats.org/officeDocument/2006/relationships/image" Target="../media/image346.png"/><Relationship Id="rId322" Type="http://schemas.openxmlformats.org/officeDocument/2006/relationships/customXml" Target="../ink/ink652.xml"/><Relationship Id="rId343" Type="http://schemas.openxmlformats.org/officeDocument/2006/relationships/customXml" Target="../ink/ink663.xml"/><Relationship Id="rId364" Type="http://schemas.openxmlformats.org/officeDocument/2006/relationships/image" Target="../media/image297.png"/><Relationship Id="rId61" Type="http://schemas.openxmlformats.org/officeDocument/2006/relationships/image" Target="../media/image50.png"/><Relationship Id="rId82" Type="http://schemas.openxmlformats.org/officeDocument/2006/relationships/customXml" Target="../ink/ink525.xml"/><Relationship Id="rId199" Type="http://schemas.openxmlformats.org/officeDocument/2006/relationships/customXml" Target="../ink/ink590.xml"/><Relationship Id="rId203" Type="http://schemas.openxmlformats.org/officeDocument/2006/relationships/customXml" Target="../ink/ink592.xml"/><Relationship Id="rId385" Type="http://schemas.openxmlformats.org/officeDocument/2006/relationships/customXml" Target="../ink/ink684.xml"/><Relationship Id="rId19" Type="http://schemas.openxmlformats.org/officeDocument/2006/relationships/image" Target="../media/image29.png"/><Relationship Id="rId224" Type="http://schemas.openxmlformats.org/officeDocument/2006/relationships/image" Target="../media/image242.png"/><Relationship Id="rId245" Type="http://schemas.openxmlformats.org/officeDocument/2006/relationships/image" Target="../media/image318.png"/><Relationship Id="rId266" Type="http://schemas.openxmlformats.org/officeDocument/2006/relationships/customXml" Target="../ink/ink624.xml"/><Relationship Id="rId287" Type="http://schemas.openxmlformats.org/officeDocument/2006/relationships/image" Target="../media/image339.png"/><Relationship Id="rId30" Type="http://schemas.openxmlformats.org/officeDocument/2006/relationships/customXml" Target="../ink/ink499.xml"/><Relationship Id="rId105" Type="http://schemas.openxmlformats.org/officeDocument/2006/relationships/image" Target="../media/image72.png"/><Relationship Id="rId126" Type="http://schemas.openxmlformats.org/officeDocument/2006/relationships/customXml" Target="../ink/ink547.xml"/><Relationship Id="rId147" Type="http://schemas.openxmlformats.org/officeDocument/2006/relationships/customXml" Target="../ink/ink564.xml"/><Relationship Id="rId168" Type="http://schemas.openxmlformats.org/officeDocument/2006/relationships/image" Target="../media/image98.png"/><Relationship Id="rId312" Type="http://schemas.openxmlformats.org/officeDocument/2006/relationships/customXml" Target="../ink/ink647.xml"/><Relationship Id="rId333" Type="http://schemas.openxmlformats.org/officeDocument/2006/relationships/customXml" Target="../ink/ink658.xml"/><Relationship Id="rId354" Type="http://schemas.openxmlformats.org/officeDocument/2006/relationships/image" Target="../media/image292.png"/><Relationship Id="rId51" Type="http://schemas.openxmlformats.org/officeDocument/2006/relationships/image" Target="../media/image45.png"/><Relationship Id="rId72" Type="http://schemas.openxmlformats.org/officeDocument/2006/relationships/customXml" Target="../ink/ink520.xml"/><Relationship Id="rId93" Type="http://schemas.openxmlformats.org/officeDocument/2006/relationships/image" Target="../media/image66.png"/><Relationship Id="rId189" Type="http://schemas.openxmlformats.org/officeDocument/2006/relationships/customXml" Target="../ink/ink585.xml"/><Relationship Id="rId375" Type="http://schemas.openxmlformats.org/officeDocument/2006/relationships/customXml" Target="../ink/ink679.xml"/><Relationship Id="rId396" Type="http://schemas.openxmlformats.org/officeDocument/2006/relationships/image" Target="../media/image360.png"/><Relationship Id="rId3" Type="http://schemas.openxmlformats.org/officeDocument/2006/relationships/image" Target="../media/image21.png"/><Relationship Id="rId214" Type="http://schemas.openxmlformats.org/officeDocument/2006/relationships/image" Target="../media/image233.png"/><Relationship Id="rId235" Type="http://schemas.openxmlformats.org/officeDocument/2006/relationships/image" Target="../media/image247.png"/><Relationship Id="rId256" Type="http://schemas.openxmlformats.org/officeDocument/2006/relationships/customXml" Target="../ink/ink619.xml"/><Relationship Id="rId277" Type="http://schemas.openxmlformats.org/officeDocument/2006/relationships/image" Target="../media/image334.png"/><Relationship Id="rId298" Type="http://schemas.openxmlformats.org/officeDocument/2006/relationships/customXml" Target="../ink/ink640.xml"/><Relationship Id="rId400" Type="http://schemas.openxmlformats.org/officeDocument/2006/relationships/image" Target="../media/image362.png"/><Relationship Id="rId116" Type="http://schemas.openxmlformats.org/officeDocument/2006/relationships/customXml" Target="../ink/ink542.xml"/><Relationship Id="rId137" Type="http://schemas.openxmlformats.org/officeDocument/2006/relationships/customXml" Target="../ink/ink558.xml"/><Relationship Id="rId158" Type="http://schemas.openxmlformats.org/officeDocument/2006/relationships/image" Target="../media/image92.png"/><Relationship Id="rId302" Type="http://schemas.openxmlformats.org/officeDocument/2006/relationships/customXml" Target="../ink/ink642.xml"/><Relationship Id="rId323" Type="http://schemas.openxmlformats.org/officeDocument/2006/relationships/image" Target="../media/image280.png"/><Relationship Id="rId344" Type="http://schemas.openxmlformats.org/officeDocument/2006/relationships/image" Target="../media/image286.png"/><Relationship Id="rId20" Type="http://schemas.openxmlformats.org/officeDocument/2006/relationships/customXml" Target="../ink/ink494.xml"/><Relationship Id="rId41" Type="http://schemas.openxmlformats.org/officeDocument/2006/relationships/image" Target="../media/image40.png"/><Relationship Id="rId62" Type="http://schemas.openxmlformats.org/officeDocument/2006/relationships/customXml" Target="../ink/ink515.xml"/><Relationship Id="rId83" Type="http://schemas.openxmlformats.org/officeDocument/2006/relationships/image" Target="../media/image61.png"/><Relationship Id="rId179" Type="http://schemas.openxmlformats.org/officeDocument/2006/relationships/customXml" Target="../ink/ink580.xml"/><Relationship Id="rId365" Type="http://schemas.openxmlformats.org/officeDocument/2006/relationships/customXml" Target="../ink/ink674.xml"/><Relationship Id="rId386" Type="http://schemas.openxmlformats.org/officeDocument/2006/relationships/image" Target="../media/image355.png"/><Relationship Id="rId190" Type="http://schemas.openxmlformats.org/officeDocument/2006/relationships/image" Target="../media/image217.png"/><Relationship Id="rId204" Type="http://schemas.openxmlformats.org/officeDocument/2006/relationships/image" Target="../media/image226.png"/><Relationship Id="rId225" Type="http://schemas.openxmlformats.org/officeDocument/2006/relationships/customXml" Target="../ink/ink603.xml"/><Relationship Id="rId246" Type="http://schemas.openxmlformats.org/officeDocument/2006/relationships/customXml" Target="../ink/ink614.xml"/><Relationship Id="rId267" Type="http://schemas.openxmlformats.org/officeDocument/2006/relationships/image" Target="../media/image329.png"/><Relationship Id="rId288" Type="http://schemas.openxmlformats.org/officeDocument/2006/relationships/customXml" Target="../ink/ink635.xml"/><Relationship Id="rId106" Type="http://schemas.openxmlformats.org/officeDocument/2006/relationships/customXml" Target="../ink/ink537.xml"/><Relationship Id="rId127" Type="http://schemas.openxmlformats.org/officeDocument/2006/relationships/customXml" Target="../ink/ink548.xml"/><Relationship Id="rId313" Type="http://schemas.openxmlformats.org/officeDocument/2006/relationships/image" Target="../media/image275.png"/><Relationship Id="rId10" Type="http://schemas.openxmlformats.org/officeDocument/2006/relationships/customXml" Target="../ink/ink489.xml"/><Relationship Id="rId31" Type="http://schemas.openxmlformats.org/officeDocument/2006/relationships/image" Target="../media/image35.png"/><Relationship Id="rId52" Type="http://schemas.openxmlformats.org/officeDocument/2006/relationships/customXml" Target="../ink/ink510.xml"/><Relationship Id="rId73" Type="http://schemas.openxmlformats.org/officeDocument/2006/relationships/image" Target="../media/image56.png"/><Relationship Id="rId94" Type="http://schemas.openxmlformats.org/officeDocument/2006/relationships/customXml" Target="../ink/ink531.xml"/><Relationship Id="rId148" Type="http://schemas.openxmlformats.org/officeDocument/2006/relationships/image" Target="../media/image87.png"/><Relationship Id="rId169" Type="http://schemas.openxmlformats.org/officeDocument/2006/relationships/customXml" Target="../ink/ink575.xml"/><Relationship Id="rId334" Type="http://schemas.openxmlformats.org/officeDocument/2006/relationships/image" Target="../media/image308.png"/><Relationship Id="rId355" Type="http://schemas.openxmlformats.org/officeDocument/2006/relationships/customXml" Target="../ink/ink669.xml"/><Relationship Id="rId376" Type="http://schemas.openxmlformats.org/officeDocument/2006/relationships/image" Target="../media/image350.png"/><Relationship Id="rId397" Type="http://schemas.openxmlformats.org/officeDocument/2006/relationships/customXml" Target="../ink/ink690.xml"/><Relationship Id="rId4" Type="http://schemas.openxmlformats.org/officeDocument/2006/relationships/customXml" Target="../ink/ink486.xml"/><Relationship Id="rId180" Type="http://schemas.openxmlformats.org/officeDocument/2006/relationships/image" Target="../media/image104.png"/><Relationship Id="rId215" Type="http://schemas.openxmlformats.org/officeDocument/2006/relationships/customXml" Target="../ink/ink598.xml"/><Relationship Id="rId236" Type="http://schemas.openxmlformats.org/officeDocument/2006/relationships/customXml" Target="../ink/ink609.xml"/><Relationship Id="rId257" Type="http://schemas.openxmlformats.org/officeDocument/2006/relationships/image" Target="../media/image324.png"/><Relationship Id="rId278" Type="http://schemas.openxmlformats.org/officeDocument/2006/relationships/customXml" Target="../ink/ink630.xml"/><Relationship Id="rId303" Type="http://schemas.openxmlformats.org/officeDocument/2006/relationships/image" Target="../media/image347.png"/><Relationship Id="rId42" Type="http://schemas.openxmlformats.org/officeDocument/2006/relationships/customXml" Target="../ink/ink505.xml"/><Relationship Id="rId84" Type="http://schemas.openxmlformats.org/officeDocument/2006/relationships/customXml" Target="../ink/ink526.xml"/><Relationship Id="rId138" Type="http://schemas.openxmlformats.org/officeDocument/2006/relationships/customXml" Target="../ink/ink559.xml"/><Relationship Id="rId345" Type="http://schemas.openxmlformats.org/officeDocument/2006/relationships/customXml" Target="../ink/ink664.xml"/><Relationship Id="rId387" Type="http://schemas.openxmlformats.org/officeDocument/2006/relationships/customXml" Target="../ink/ink685.xml"/><Relationship Id="rId191" Type="http://schemas.openxmlformats.org/officeDocument/2006/relationships/customXml" Target="../ink/ink586.xml"/><Relationship Id="rId205" Type="http://schemas.openxmlformats.org/officeDocument/2006/relationships/customXml" Target="../ink/ink593.xml"/><Relationship Id="rId247" Type="http://schemas.openxmlformats.org/officeDocument/2006/relationships/image" Target="../media/image319.png"/><Relationship Id="rId107" Type="http://schemas.openxmlformats.org/officeDocument/2006/relationships/image" Target="../media/image73.png"/><Relationship Id="rId289" Type="http://schemas.openxmlformats.org/officeDocument/2006/relationships/image" Target="../media/image340.png"/><Relationship Id="rId11" Type="http://schemas.openxmlformats.org/officeDocument/2006/relationships/image" Target="../media/image25.png"/><Relationship Id="rId53" Type="http://schemas.openxmlformats.org/officeDocument/2006/relationships/image" Target="../media/image46.png"/><Relationship Id="rId149" Type="http://schemas.openxmlformats.org/officeDocument/2006/relationships/customXml" Target="../ink/ink565.xml"/><Relationship Id="rId314" Type="http://schemas.openxmlformats.org/officeDocument/2006/relationships/customXml" Target="../ink/ink648.xml"/><Relationship Id="rId356" Type="http://schemas.openxmlformats.org/officeDocument/2006/relationships/image" Target="../media/image293.png"/><Relationship Id="rId398" Type="http://schemas.openxmlformats.org/officeDocument/2006/relationships/image" Target="../media/image361.png"/><Relationship Id="rId95" Type="http://schemas.openxmlformats.org/officeDocument/2006/relationships/image" Target="../media/image67.png"/><Relationship Id="rId160" Type="http://schemas.openxmlformats.org/officeDocument/2006/relationships/image" Target="../media/image93.png"/><Relationship Id="rId216" Type="http://schemas.openxmlformats.org/officeDocument/2006/relationships/image" Target="../media/image234.png"/><Relationship Id="rId258" Type="http://schemas.openxmlformats.org/officeDocument/2006/relationships/customXml" Target="../ink/ink620.xml"/><Relationship Id="rId22" Type="http://schemas.openxmlformats.org/officeDocument/2006/relationships/customXml" Target="../ink/ink495.xml"/><Relationship Id="rId64" Type="http://schemas.openxmlformats.org/officeDocument/2006/relationships/customXml" Target="../ink/ink516.xml"/><Relationship Id="rId118" Type="http://schemas.openxmlformats.org/officeDocument/2006/relationships/customXml" Target="../ink/ink543.xml"/><Relationship Id="rId325" Type="http://schemas.openxmlformats.org/officeDocument/2006/relationships/image" Target="../media/image281.png"/><Relationship Id="rId367" Type="http://schemas.openxmlformats.org/officeDocument/2006/relationships/customXml" Target="../ink/ink675.xml"/><Relationship Id="rId171" Type="http://schemas.openxmlformats.org/officeDocument/2006/relationships/customXml" Target="../ink/ink576.xml"/><Relationship Id="rId227" Type="http://schemas.openxmlformats.org/officeDocument/2006/relationships/customXml" Target="../ink/ink604.xml"/><Relationship Id="rId269" Type="http://schemas.openxmlformats.org/officeDocument/2006/relationships/image" Target="../media/image330.png"/><Relationship Id="rId33" Type="http://schemas.openxmlformats.org/officeDocument/2006/relationships/image" Target="../media/image36.png"/><Relationship Id="rId129" Type="http://schemas.openxmlformats.org/officeDocument/2006/relationships/customXml" Target="../ink/ink550.xml"/><Relationship Id="rId280" Type="http://schemas.openxmlformats.org/officeDocument/2006/relationships/customXml" Target="../ink/ink631.xml"/><Relationship Id="rId336" Type="http://schemas.openxmlformats.org/officeDocument/2006/relationships/image" Target="../media/image309.png"/><Relationship Id="rId75" Type="http://schemas.openxmlformats.org/officeDocument/2006/relationships/image" Target="../media/image57.png"/><Relationship Id="rId140" Type="http://schemas.openxmlformats.org/officeDocument/2006/relationships/customXml" Target="../ink/ink560.xml"/><Relationship Id="rId182" Type="http://schemas.openxmlformats.org/officeDocument/2006/relationships/image" Target="../media/image105.png"/><Relationship Id="rId378" Type="http://schemas.openxmlformats.org/officeDocument/2006/relationships/image" Target="../media/image351.png"/><Relationship Id="rId6" Type="http://schemas.openxmlformats.org/officeDocument/2006/relationships/customXml" Target="../ink/ink487.xml"/><Relationship Id="rId238" Type="http://schemas.openxmlformats.org/officeDocument/2006/relationships/customXml" Target="../ink/ink610.xml"/><Relationship Id="rId291" Type="http://schemas.openxmlformats.org/officeDocument/2006/relationships/image" Target="../media/image341.png"/><Relationship Id="rId305" Type="http://schemas.openxmlformats.org/officeDocument/2006/relationships/image" Target="../media/image348.png"/><Relationship Id="rId347" Type="http://schemas.openxmlformats.org/officeDocument/2006/relationships/customXml" Target="../ink/ink665.xml"/><Relationship Id="rId44" Type="http://schemas.openxmlformats.org/officeDocument/2006/relationships/customXml" Target="../ink/ink506.xml"/><Relationship Id="rId86" Type="http://schemas.openxmlformats.org/officeDocument/2006/relationships/customXml" Target="../ink/ink527.xml"/><Relationship Id="rId151" Type="http://schemas.openxmlformats.org/officeDocument/2006/relationships/customXml" Target="../ink/ink566.xml"/><Relationship Id="rId389" Type="http://schemas.openxmlformats.org/officeDocument/2006/relationships/customXml" Target="../ink/ink686.xml"/><Relationship Id="rId193" Type="http://schemas.openxmlformats.org/officeDocument/2006/relationships/customXml" Target="../ink/ink587.xml"/><Relationship Id="rId207" Type="http://schemas.openxmlformats.org/officeDocument/2006/relationships/customXml" Target="../ink/ink594.xml"/><Relationship Id="rId249" Type="http://schemas.openxmlformats.org/officeDocument/2006/relationships/image" Target="../media/image320.png"/><Relationship Id="rId13" Type="http://schemas.openxmlformats.org/officeDocument/2006/relationships/image" Target="../media/image26.png"/><Relationship Id="rId109" Type="http://schemas.openxmlformats.org/officeDocument/2006/relationships/image" Target="../media/image74.png"/><Relationship Id="rId260" Type="http://schemas.openxmlformats.org/officeDocument/2006/relationships/customXml" Target="../ink/ink621.xml"/><Relationship Id="rId316" Type="http://schemas.openxmlformats.org/officeDocument/2006/relationships/customXml" Target="../ink/ink649.xml"/><Relationship Id="rId55" Type="http://schemas.openxmlformats.org/officeDocument/2006/relationships/image" Target="../media/image47.png"/><Relationship Id="rId97" Type="http://schemas.openxmlformats.org/officeDocument/2006/relationships/image" Target="../media/image68.png"/><Relationship Id="rId120" Type="http://schemas.openxmlformats.org/officeDocument/2006/relationships/customXml" Target="../ink/ink544.xml"/><Relationship Id="rId358" Type="http://schemas.openxmlformats.org/officeDocument/2006/relationships/image" Target="../media/image294.png"/><Relationship Id="rId162" Type="http://schemas.openxmlformats.org/officeDocument/2006/relationships/image" Target="../media/image94.png"/><Relationship Id="rId218" Type="http://schemas.openxmlformats.org/officeDocument/2006/relationships/image" Target="../media/image237.png"/><Relationship Id="rId271" Type="http://schemas.openxmlformats.org/officeDocument/2006/relationships/image" Target="../media/image331.png"/><Relationship Id="rId24" Type="http://schemas.openxmlformats.org/officeDocument/2006/relationships/customXml" Target="../ink/ink496.xml"/><Relationship Id="rId66" Type="http://schemas.openxmlformats.org/officeDocument/2006/relationships/customXml" Target="../ink/ink517.xml"/><Relationship Id="rId131" Type="http://schemas.openxmlformats.org/officeDocument/2006/relationships/customXml" Target="../ink/ink552.xml"/><Relationship Id="rId327" Type="http://schemas.openxmlformats.org/officeDocument/2006/relationships/image" Target="../media/image282.png"/><Relationship Id="rId369" Type="http://schemas.openxmlformats.org/officeDocument/2006/relationships/customXml" Target="../ink/ink676.xml"/><Relationship Id="rId173" Type="http://schemas.openxmlformats.org/officeDocument/2006/relationships/customXml" Target="../ink/ink577.xml"/><Relationship Id="rId229" Type="http://schemas.openxmlformats.org/officeDocument/2006/relationships/customXml" Target="../ink/ink605.xml"/><Relationship Id="rId380" Type="http://schemas.openxmlformats.org/officeDocument/2006/relationships/image" Target="../media/image352.png"/><Relationship Id="rId240" Type="http://schemas.openxmlformats.org/officeDocument/2006/relationships/customXml" Target="../ink/ink611.xml"/><Relationship Id="rId35" Type="http://schemas.openxmlformats.org/officeDocument/2006/relationships/image" Target="../media/image37.png"/><Relationship Id="rId77" Type="http://schemas.openxmlformats.org/officeDocument/2006/relationships/image" Target="../media/image58.png"/><Relationship Id="rId100" Type="http://schemas.openxmlformats.org/officeDocument/2006/relationships/customXml" Target="../ink/ink534.xml"/><Relationship Id="rId282" Type="http://schemas.openxmlformats.org/officeDocument/2006/relationships/customXml" Target="../ink/ink632.xml"/><Relationship Id="rId338" Type="http://schemas.openxmlformats.org/officeDocument/2006/relationships/image" Target="../media/image310.png"/><Relationship Id="rId8" Type="http://schemas.openxmlformats.org/officeDocument/2006/relationships/customXml" Target="../ink/ink488.xml"/><Relationship Id="rId142" Type="http://schemas.openxmlformats.org/officeDocument/2006/relationships/customXml" Target="../ink/ink561.xml"/><Relationship Id="rId184" Type="http://schemas.openxmlformats.org/officeDocument/2006/relationships/image" Target="../media/image214.png"/><Relationship Id="rId391" Type="http://schemas.openxmlformats.org/officeDocument/2006/relationships/customXml" Target="../ink/ink687.xml"/><Relationship Id="rId251" Type="http://schemas.openxmlformats.org/officeDocument/2006/relationships/image" Target="../media/image321.png"/><Relationship Id="rId46" Type="http://schemas.openxmlformats.org/officeDocument/2006/relationships/customXml" Target="../ink/ink507.xml"/><Relationship Id="rId293" Type="http://schemas.openxmlformats.org/officeDocument/2006/relationships/image" Target="../media/image342.png"/><Relationship Id="rId307" Type="http://schemas.openxmlformats.org/officeDocument/2006/relationships/image" Target="../media/image349.png"/><Relationship Id="rId349" Type="http://schemas.openxmlformats.org/officeDocument/2006/relationships/customXml" Target="../ink/ink666.xml"/><Relationship Id="rId88" Type="http://schemas.openxmlformats.org/officeDocument/2006/relationships/customXml" Target="../ink/ink528.xml"/><Relationship Id="rId111" Type="http://schemas.openxmlformats.org/officeDocument/2006/relationships/image" Target="../media/image75.png"/><Relationship Id="rId153" Type="http://schemas.openxmlformats.org/officeDocument/2006/relationships/customXml" Target="../ink/ink567.xml"/><Relationship Id="rId195" Type="http://schemas.openxmlformats.org/officeDocument/2006/relationships/customXml" Target="../ink/ink588.xml"/><Relationship Id="rId209" Type="http://schemas.openxmlformats.org/officeDocument/2006/relationships/customXml" Target="../ink/ink595.xml"/><Relationship Id="rId360" Type="http://schemas.openxmlformats.org/officeDocument/2006/relationships/image" Target="../media/image295.png"/><Relationship Id="rId220" Type="http://schemas.openxmlformats.org/officeDocument/2006/relationships/image" Target="../media/image239.png"/><Relationship Id="rId15" Type="http://schemas.openxmlformats.org/officeDocument/2006/relationships/image" Target="../media/image27.png"/><Relationship Id="rId57" Type="http://schemas.openxmlformats.org/officeDocument/2006/relationships/image" Target="../media/image48.png"/><Relationship Id="rId262" Type="http://schemas.openxmlformats.org/officeDocument/2006/relationships/customXml" Target="../ink/ink622.xml"/><Relationship Id="rId318" Type="http://schemas.openxmlformats.org/officeDocument/2006/relationships/customXml" Target="../ink/ink650.xml"/><Relationship Id="rId99" Type="http://schemas.openxmlformats.org/officeDocument/2006/relationships/image" Target="../media/image69.png"/><Relationship Id="rId122" Type="http://schemas.openxmlformats.org/officeDocument/2006/relationships/customXml" Target="../ink/ink545.xml"/><Relationship Id="rId164" Type="http://schemas.openxmlformats.org/officeDocument/2006/relationships/image" Target="../media/image95.png"/><Relationship Id="rId371" Type="http://schemas.openxmlformats.org/officeDocument/2006/relationships/customXml" Target="../ink/ink677.xml"/><Relationship Id="rId26" Type="http://schemas.openxmlformats.org/officeDocument/2006/relationships/customXml" Target="../ink/ink497.xml"/><Relationship Id="rId231" Type="http://schemas.openxmlformats.org/officeDocument/2006/relationships/image" Target="../media/image245.png"/><Relationship Id="rId273" Type="http://schemas.openxmlformats.org/officeDocument/2006/relationships/image" Target="../media/image332.png"/><Relationship Id="rId329" Type="http://schemas.openxmlformats.org/officeDocument/2006/relationships/customXml" Target="../ink/ink656.xml"/><Relationship Id="rId68" Type="http://schemas.openxmlformats.org/officeDocument/2006/relationships/customXml" Target="../ink/ink518.xml"/><Relationship Id="rId133" Type="http://schemas.openxmlformats.org/officeDocument/2006/relationships/customXml" Target="../ink/ink554.xml"/><Relationship Id="rId175" Type="http://schemas.openxmlformats.org/officeDocument/2006/relationships/customXml" Target="../ink/ink578.xml"/><Relationship Id="rId340" Type="http://schemas.openxmlformats.org/officeDocument/2006/relationships/image" Target="../media/image284.png"/><Relationship Id="rId200" Type="http://schemas.openxmlformats.org/officeDocument/2006/relationships/image" Target="../media/image222.png"/><Relationship Id="rId382" Type="http://schemas.openxmlformats.org/officeDocument/2006/relationships/image" Target="../media/image353.png"/><Relationship Id="rId242" Type="http://schemas.openxmlformats.org/officeDocument/2006/relationships/customXml" Target="../ink/ink612.xml"/><Relationship Id="rId284" Type="http://schemas.openxmlformats.org/officeDocument/2006/relationships/customXml" Target="../ink/ink633.xml"/></Relationships>
</file>

<file path=ppt/slides/_rels/slide6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420.png"/><Relationship Id="rId21" Type="http://schemas.openxmlformats.org/officeDocument/2006/relationships/image" Target="../media/image372.png"/><Relationship Id="rId324" Type="http://schemas.openxmlformats.org/officeDocument/2006/relationships/image" Target="../media/image477.png"/><Relationship Id="rId170" Type="http://schemas.openxmlformats.org/officeDocument/2006/relationships/image" Target="../media/image438.png"/><Relationship Id="rId268" Type="http://schemas.openxmlformats.org/officeDocument/2006/relationships/customXml" Target="../ink/ink847.xml"/><Relationship Id="rId475" Type="http://schemas.openxmlformats.org/officeDocument/2006/relationships/image" Target="../media/image551.png"/><Relationship Id="rId32" Type="http://schemas.openxmlformats.org/officeDocument/2006/relationships/customXml" Target="../ink/ink707.xml"/><Relationship Id="rId74" Type="http://schemas.openxmlformats.org/officeDocument/2006/relationships/customXml" Target="../ink/ink728.xml"/><Relationship Id="rId128" Type="http://schemas.openxmlformats.org/officeDocument/2006/relationships/image" Target="../media/image423.png"/><Relationship Id="rId335" Type="http://schemas.openxmlformats.org/officeDocument/2006/relationships/customXml" Target="../ink/ink905.xml"/><Relationship Id="rId377" Type="http://schemas.openxmlformats.org/officeDocument/2006/relationships/customXml" Target="../ink/ink926.xml"/><Relationship Id="rId500" Type="http://schemas.openxmlformats.org/officeDocument/2006/relationships/customXml" Target="../ink/ink988.xml"/><Relationship Id="rId5" Type="http://schemas.openxmlformats.org/officeDocument/2006/relationships/image" Target="../media/image364.png"/><Relationship Id="rId181" Type="http://schemas.openxmlformats.org/officeDocument/2006/relationships/customXml" Target="../ink/ink790.xml"/><Relationship Id="rId237" Type="http://schemas.openxmlformats.org/officeDocument/2006/relationships/customXml" Target="../ink/ink829.xml"/><Relationship Id="rId402" Type="http://schemas.openxmlformats.org/officeDocument/2006/relationships/image" Target="../media/image516.png"/><Relationship Id="rId279" Type="http://schemas.openxmlformats.org/officeDocument/2006/relationships/customXml" Target="../ink/ink856.xml"/><Relationship Id="rId444" Type="http://schemas.openxmlformats.org/officeDocument/2006/relationships/image" Target="../media/image537.png"/><Relationship Id="rId486" Type="http://schemas.openxmlformats.org/officeDocument/2006/relationships/customXml" Target="../ink/ink981.xml"/><Relationship Id="rId43" Type="http://schemas.openxmlformats.org/officeDocument/2006/relationships/image" Target="../media/image383.png"/><Relationship Id="rId139" Type="http://schemas.openxmlformats.org/officeDocument/2006/relationships/customXml" Target="../ink/ink763.xml"/><Relationship Id="rId290" Type="http://schemas.openxmlformats.org/officeDocument/2006/relationships/customXml" Target="../ink/ink867.xml"/><Relationship Id="rId304" Type="http://schemas.openxmlformats.org/officeDocument/2006/relationships/customXml" Target="../ink/ink881.xml"/><Relationship Id="rId346" Type="http://schemas.openxmlformats.org/officeDocument/2006/relationships/image" Target="../media/image488.png"/><Relationship Id="rId388" Type="http://schemas.openxmlformats.org/officeDocument/2006/relationships/image" Target="../media/image509.png"/><Relationship Id="rId511" Type="http://schemas.openxmlformats.org/officeDocument/2006/relationships/image" Target="../media/image569.png"/><Relationship Id="rId85" Type="http://schemas.openxmlformats.org/officeDocument/2006/relationships/image" Target="../media/image404.png"/><Relationship Id="rId150" Type="http://schemas.openxmlformats.org/officeDocument/2006/relationships/image" Target="../media/image434.png"/><Relationship Id="rId192" Type="http://schemas.openxmlformats.org/officeDocument/2006/relationships/image" Target="../media/image449.png"/><Relationship Id="rId206" Type="http://schemas.openxmlformats.org/officeDocument/2006/relationships/image" Target="../media/image456.png"/><Relationship Id="rId413" Type="http://schemas.openxmlformats.org/officeDocument/2006/relationships/customXml" Target="../ink/ink944.xml"/><Relationship Id="rId248" Type="http://schemas.openxmlformats.org/officeDocument/2006/relationships/customXml" Target="../ink/ink837.xml"/><Relationship Id="rId455" Type="http://schemas.openxmlformats.org/officeDocument/2006/relationships/image" Target="../media/image541.png"/><Relationship Id="rId497" Type="http://schemas.openxmlformats.org/officeDocument/2006/relationships/image" Target="../media/image562.png"/><Relationship Id="rId12" Type="http://schemas.openxmlformats.org/officeDocument/2006/relationships/customXml" Target="../ink/ink697.xml"/><Relationship Id="rId108" Type="http://schemas.openxmlformats.org/officeDocument/2006/relationships/customXml" Target="../ink/ink745.xml"/><Relationship Id="rId315" Type="http://schemas.openxmlformats.org/officeDocument/2006/relationships/customXml" Target="../ink/ink892.xml"/><Relationship Id="rId357" Type="http://schemas.openxmlformats.org/officeDocument/2006/relationships/customXml" Target="../ink/ink916.xml"/><Relationship Id="rId522" Type="http://schemas.openxmlformats.org/officeDocument/2006/relationships/customXml" Target="../ink/ink999.xml"/><Relationship Id="rId54" Type="http://schemas.openxmlformats.org/officeDocument/2006/relationships/customXml" Target="../ink/ink718.xml"/><Relationship Id="rId96" Type="http://schemas.openxmlformats.org/officeDocument/2006/relationships/customXml" Target="../ink/ink739.xml"/><Relationship Id="rId161" Type="http://schemas.openxmlformats.org/officeDocument/2006/relationships/customXml" Target="../ink/ink779.xml"/><Relationship Id="rId217" Type="http://schemas.openxmlformats.org/officeDocument/2006/relationships/customXml" Target="../ink/ink809.xml"/><Relationship Id="rId399" Type="http://schemas.openxmlformats.org/officeDocument/2006/relationships/customXml" Target="../ink/ink937.xml"/><Relationship Id="rId259" Type="http://schemas.openxmlformats.org/officeDocument/2006/relationships/image" Target="../media/image469.png"/><Relationship Id="rId424" Type="http://schemas.openxmlformats.org/officeDocument/2006/relationships/image" Target="../media/image527.png"/><Relationship Id="rId466" Type="http://schemas.openxmlformats.org/officeDocument/2006/relationships/customXml" Target="../ink/ink971.xml"/><Relationship Id="rId23" Type="http://schemas.openxmlformats.org/officeDocument/2006/relationships/image" Target="../media/image373.png"/><Relationship Id="rId119" Type="http://schemas.openxmlformats.org/officeDocument/2006/relationships/image" Target="../media/image421.png"/><Relationship Id="rId270" Type="http://schemas.openxmlformats.org/officeDocument/2006/relationships/customXml" Target="../ink/ink848.xml"/><Relationship Id="rId326" Type="http://schemas.openxmlformats.org/officeDocument/2006/relationships/image" Target="../media/image478.png"/><Relationship Id="rId65" Type="http://schemas.openxmlformats.org/officeDocument/2006/relationships/image" Target="../media/image394.png"/><Relationship Id="rId130" Type="http://schemas.openxmlformats.org/officeDocument/2006/relationships/image" Target="../media/image424.png"/><Relationship Id="rId368" Type="http://schemas.openxmlformats.org/officeDocument/2006/relationships/image" Target="../media/image499.png"/><Relationship Id="rId172" Type="http://schemas.openxmlformats.org/officeDocument/2006/relationships/image" Target="../media/image439.png"/><Relationship Id="rId228" Type="http://schemas.openxmlformats.org/officeDocument/2006/relationships/customXml" Target="../ink/ink820.xml"/><Relationship Id="rId435" Type="http://schemas.openxmlformats.org/officeDocument/2006/relationships/customXml" Target="../ink/ink955.xml"/><Relationship Id="rId477" Type="http://schemas.openxmlformats.org/officeDocument/2006/relationships/image" Target="../media/image552.png"/><Relationship Id="rId281" Type="http://schemas.openxmlformats.org/officeDocument/2006/relationships/customXml" Target="../ink/ink858.xml"/><Relationship Id="rId337" Type="http://schemas.openxmlformats.org/officeDocument/2006/relationships/customXml" Target="../ink/ink906.xml"/><Relationship Id="rId502" Type="http://schemas.openxmlformats.org/officeDocument/2006/relationships/customXml" Target="../ink/ink989.xml"/><Relationship Id="rId34" Type="http://schemas.openxmlformats.org/officeDocument/2006/relationships/customXml" Target="../ink/ink708.xml"/><Relationship Id="rId76" Type="http://schemas.openxmlformats.org/officeDocument/2006/relationships/customXml" Target="../ink/ink729.xml"/><Relationship Id="rId141" Type="http://schemas.openxmlformats.org/officeDocument/2006/relationships/customXml" Target="../ink/ink764.xml"/><Relationship Id="rId379" Type="http://schemas.openxmlformats.org/officeDocument/2006/relationships/customXml" Target="../ink/ink927.xml"/><Relationship Id="rId7" Type="http://schemas.openxmlformats.org/officeDocument/2006/relationships/image" Target="../media/image365.png"/><Relationship Id="rId183" Type="http://schemas.openxmlformats.org/officeDocument/2006/relationships/customXml" Target="../ink/ink791.xml"/><Relationship Id="rId239" Type="http://schemas.openxmlformats.org/officeDocument/2006/relationships/customXml" Target="../ink/ink831.xml"/><Relationship Id="rId390" Type="http://schemas.openxmlformats.org/officeDocument/2006/relationships/image" Target="../media/image510.png"/><Relationship Id="rId404" Type="http://schemas.openxmlformats.org/officeDocument/2006/relationships/image" Target="../media/image517.png"/><Relationship Id="rId446" Type="http://schemas.openxmlformats.org/officeDocument/2006/relationships/image" Target="../media/image538.png"/><Relationship Id="rId250" Type="http://schemas.openxmlformats.org/officeDocument/2006/relationships/customXml" Target="../ink/ink838.xml"/><Relationship Id="rId292" Type="http://schemas.openxmlformats.org/officeDocument/2006/relationships/customXml" Target="../ink/ink869.xml"/><Relationship Id="rId306" Type="http://schemas.openxmlformats.org/officeDocument/2006/relationships/customXml" Target="../ink/ink883.xml"/><Relationship Id="rId488" Type="http://schemas.openxmlformats.org/officeDocument/2006/relationships/customXml" Target="../ink/ink982.xml"/><Relationship Id="rId45" Type="http://schemas.openxmlformats.org/officeDocument/2006/relationships/image" Target="../media/image384.png"/><Relationship Id="rId87" Type="http://schemas.openxmlformats.org/officeDocument/2006/relationships/image" Target="../media/image405.png"/><Relationship Id="rId110" Type="http://schemas.openxmlformats.org/officeDocument/2006/relationships/customXml" Target="../ink/ink746.xml"/><Relationship Id="rId348" Type="http://schemas.openxmlformats.org/officeDocument/2006/relationships/image" Target="../media/image489.png"/><Relationship Id="rId513" Type="http://schemas.openxmlformats.org/officeDocument/2006/relationships/image" Target="../media/image570.png"/><Relationship Id="rId152" Type="http://schemas.openxmlformats.org/officeDocument/2006/relationships/customXml" Target="../ink/ink770.xml"/><Relationship Id="rId194" Type="http://schemas.openxmlformats.org/officeDocument/2006/relationships/image" Target="../media/image450.png"/><Relationship Id="rId208" Type="http://schemas.openxmlformats.org/officeDocument/2006/relationships/image" Target="../media/image457.png"/><Relationship Id="rId415" Type="http://schemas.openxmlformats.org/officeDocument/2006/relationships/customXml" Target="../ink/ink945.xml"/><Relationship Id="rId457" Type="http://schemas.openxmlformats.org/officeDocument/2006/relationships/image" Target="../media/image542.png"/><Relationship Id="rId261" Type="http://schemas.openxmlformats.org/officeDocument/2006/relationships/image" Target="../media/image470.png"/><Relationship Id="rId499" Type="http://schemas.openxmlformats.org/officeDocument/2006/relationships/image" Target="../media/image563.png"/><Relationship Id="rId14" Type="http://schemas.openxmlformats.org/officeDocument/2006/relationships/customXml" Target="../ink/ink698.xml"/><Relationship Id="rId56" Type="http://schemas.openxmlformats.org/officeDocument/2006/relationships/customXml" Target="../ink/ink719.xml"/><Relationship Id="rId317" Type="http://schemas.openxmlformats.org/officeDocument/2006/relationships/customXml" Target="../ink/ink894.xml"/><Relationship Id="rId359" Type="http://schemas.openxmlformats.org/officeDocument/2006/relationships/customXml" Target="../ink/ink917.xml"/><Relationship Id="rId524" Type="http://schemas.openxmlformats.org/officeDocument/2006/relationships/customXml" Target="../ink/ink1000.xml"/><Relationship Id="rId98" Type="http://schemas.openxmlformats.org/officeDocument/2006/relationships/customXml" Target="../ink/ink740.xml"/><Relationship Id="rId121" Type="http://schemas.openxmlformats.org/officeDocument/2006/relationships/image" Target="../media/image422.png"/><Relationship Id="rId163" Type="http://schemas.openxmlformats.org/officeDocument/2006/relationships/customXml" Target="../ink/ink781.xml"/><Relationship Id="rId219" Type="http://schemas.openxmlformats.org/officeDocument/2006/relationships/customXml" Target="../ink/ink811.xml"/><Relationship Id="rId370" Type="http://schemas.openxmlformats.org/officeDocument/2006/relationships/image" Target="../media/image500.png"/><Relationship Id="rId426" Type="http://schemas.openxmlformats.org/officeDocument/2006/relationships/image" Target="../media/image528.png"/><Relationship Id="rId230" Type="http://schemas.openxmlformats.org/officeDocument/2006/relationships/customXml" Target="../ink/ink822.xml"/><Relationship Id="rId468" Type="http://schemas.openxmlformats.org/officeDocument/2006/relationships/customXml" Target="../ink/ink972.xml"/><Relationship Id="rId25" Type="http://schemas.openxmlformats.org/officeDocument/2006/relationships/image" Target="../media/image374.png"/><Relationship Id="rId67" Type="http://schemas.openxmlformats.org/officeDocument/2006/relationships/image" Target="../media/image395.png"/><Relationship Id="rId272" Type="http://schemas.openxmlformats.org/officeDocument/2006/relationships/customXml" Target="../ink/ink849.xml"/><Relationship Id="rId328" Type="http://schemas.openxmlformats.org/officeDocument/2006/relationships/image" Target="../media/image479.png"/><Relationship Id="rId132" Type="http://schemas.openxmlformats.org/officeDocument/2006/relationships/image" Target="../media/image425.png"/><Relationship Id="rId174" Type="http://schemas.openxmlformats.org/officeDocument/2006/relationships/image" Target="../media/image440.png"/><Relationship Id="rId381" Type="http://schemas.openxmlformats.org/officeDocument/2006/relationships/customXml" Target="../ink/ink928.xml"/><Relationship Id="rId241" Type="http://schemas.openxmlformats.org/officeDocument/2006/relationships/image" Target="../media/image461.png"/><Relationship Id="rId437" Type="http://schemas.openxmlformats.org/officeDocument/2006/relationships/customXml" Target="../ink/ink956.xml"/><Relationship Id="rId479" Type="http://schemas.openxmlformats.org/officeDocument/2006/relationships/image" Target="../media/image553.png"/><Relationship Id="rId36" Type="http://schemas.openxmlformats.org/officeDocument/2006/relationships/customXml" Target="../ink/ink709.xml"/><Relationship Id="rId283" Type="http://schemas.openxmlformats.org/officeDocument/2006/relationships/customXml" Target="../ink/ink860.xml"/><Relationship Id="rId339" Type="http://schemas.openxmlformats.org/officeDocument/2006/relationships/customXml" Target="../ink/ink907.xml"/><Relationship Id="rId490" Type="http://schemas.openxmlformats.org/officeDocument/2006/relationships/customXml" Target="../ink/ink983.xml"/><Relationship Id="rId504" Type="http://schemas.openxmlformats.org/officeDocument/2006/relationships/customXml" Target="../ink/ink990.xml"/><Relationship Id="rId78" Type="http://schemas.openxmlformats.org/officeDocument/2006/relationships/customXml" Target="../ink/ink730.xml"/><Relationship Id="rId101" Type="http://schemas.openxmlformats.org/officeDocument/2006/relationships/image" Target="../media/image412.png"/><Relationship Id="rId143" Type="http://schemas.openxmlformats.org/officeDocument/2006/relationships/customXml" Target="../ink/ink765.xml"/><Relationship Id="rId185" Type="http://schemas.openxmlformats.org/officeDocument/2006/relationships/customXml" Target="../ink/ink792.xml"/><Relationship Id="rId350" Type="http://schemas.openxmlformats.org/officeDocument/2006/relationships/image" Target="../media/image490.png"/><Relationship Id="rId406" Type="http://schemas.openxmlformats.org/officeDocument/2006/relationships/image" Target="../media/image518.png"/><Relationship Id="rId9" Type="http://schemas.openxmlformats.org/officeDocument/2006/relationships/image" Target="../media/image366.png"/><Relationship Id="rId210" Type="http://schemas.openxmlformats.org/officeDocument/2006/relationships/image" Target="../media/image458.png"/><Relationship Id="rId392" Type="http://schemas.openxmlformats.org/officeDocument/2006/relationships/image" Target="../media/image511.png"/><Relationship Id="rId448" Type="http://schemas.openxmlformats.org/officeDocument/2006/relationships/image" Target="../media/image32.png"/><Relationship Id="rId252" Type="http://schemas.openxmlformats.org/officeDocument/2006/relationships/customXml" Target="../ink/ink839.xml"/><Relationship Id="rId294" Type="http://schemas.openxmlformats.org/officeDocument/2006/relationships/customXml" Target="../ink/ink871.xml"/><Relationship Id="rId308" Type="http://schemas.openxmlformats.org/officeDocument/2006/relationships/customXml" Target="../ink/ink885.xml"/><Relationship Id="rId515" Type="http://schemas.openxmlformats.org/officeDocument/2006/relationships/image" Target="../media/image571.png"/><Relationship Id="rId47" Type="http://schemas.openxmlformats.org/officeDocument/2006/relationships/image" Target="../media/image385.png"/><Relationship Id="rId89" Type="http://schemas.openxmlformats.org/officeDocument/2006/relationships/image" Target="../media/image406.png"/><Relationship Id="rId112" Type="http://schemas.openxmlformats.org/officeDocument/2006/relationships/customXml" Target="../ink/ink747.xml"/><Relationship Id="rId154" Type="http://schemas.openxmlformats.org/officeDocument/2006/relationships/customXml" Target="../ink/ink772.xml"/><Relationship Id="rId361" Type="http://schemas.openxmlformats.org/officeDocument/2006/relationships/customXml" Target="../ink/ink918.xml"/><Relationship Id="rId196" Type="http://schemas.openxmlformats.org/officeDocument/2006/relationships/image" Target="../media/image451.png"/><Relationship Id="rId417" Type="http://schemas.openxmlformats.org/officeDocument/2006/relationships/customXml" Target="../ink/ink946.xml"/><Relationship Id="rId459" Type="http://schemas.openxmlformats.org/officeDocument/2006/relationships/image" Target="../media/image543.png"/><Relationship Id="rId16" Type="http://schemas.openxmlformats.org/officeDocument/2006/relationships/customXml" Target="../ink/ink699.xml"/><Relationship Id="rId221" Type="http://schemas.openxmlformats.org/officeDocument/2006/relationships/customXml" Target="../ink/ink813.xml"/><Relationship Id="rId263" Type="http://schemas.openxmlformats.org/officeDocument/2006/relationships/image" Target="../media/image471.png"/><Relationship Id="rId319" Type="http://schemas.openxmlformats.org/officeDocument/2006/relationships/customXml" Target="../ink/ink896.xml"/><Relationship Id="rId470" Type="http://schemas.openxmlformats.org/officeDocument/2006/relationships/customXml" Target="../ink/ink973.xml"/><Relationship Id="rId526" Type="http://schemas.openxmlformats.org/officeDocument/2006/relationships/customXml" Target="../ink/ink1001.xml"/><Relationship Id="rId58" Type="http://schemas.openxmlformats.org/officeDocument/2006/relationships/customXml" Target="../ink/ink720.xml"/><Relationship Id="rId123" Type="http://schemas.openxmlformats.org/officeDocument/2006/relationships/customXml" Target="../ink/ink753.xml"/><Relationship Id="rId330" Type="http://schemas.openxmlformats.org/officeDocument/2006/relationships/image" Target="../media/image480.png"/><Relationship Id="rId165" Type="http://schemas.openxmlformats.org/officeDocument/2006/relationships/customXml" Target="../ink/ink782.xml"/><Relationship Id="rId372" Type="http://schemas.openxmlformats.org/officeDocument/2006/relationships/image" Target="../media/image501.png"/><Relationship Id="rId428" Type="http://schemas.openxmlformats.org/officeDocument/2006/relationships/image" Target="../media/image529.png"/><Relationship Id="rId232" Type="http://schemas.openxmlformats.org/officeDocument/2006/relationships/customXml" Target="../ink/ink824.xml"/><Relationship Id="rId274" Type="http://schemas.openxmlformats.org/officeDocument/2006/relationships/customXml" Target="../ink/ink851.xml"/><Relationship Id="rId481" Type="http://schemas.openxmlformats.org/officeDocument/2006/relationships/image" Target="../media/image554.png"/><Relationship Id="rId27" Type="http://schemas.openxmlformats.org/officeDocument/2006/relationships/image" Target="../media/image375.png"/><Relationship Id="rId69" Type="http://schemas.openxmlformats.org/officeDocument/2006/relationships/image" Target="../media/image396.png"/><Relationship Id="rId134" Type="http://schemas.openxmlformats.org/officeDocument/2006/relationships/image" Target="../media/image426.png"/><Relationship Id="rId80" Type="http://schemas.openxmlformats.org/officeDocument/2006/relationships/customXml" Target="../ink/ink731.xml"/><Relationship Id="rId176" Type="http://schemas.openxmlformats.org/officeDocument/2006/relationships/image" Target="../media/image441.png"/><Relationship Id="rId341" Type="http://schemas.openxmlformats.org/officeDocument/2006/relationships/customXml" Target="../ink/ink908.xml"/><Relationship Id="rId383" Type="http://schemas.openxmlformats.org/officeDocument/2006/relationships/customXml" Target="../ink/ink929.xml"/><Relationship Id="rId439" Type="http://schemas.openxmlformats.org/officeDocument/2006/relationships/customXml" Target="../ink/ink957.xml"/><Relationship Id="rId201" Type="http://schemas.openxmlformats.org/officeDocument/2006/relationships/customXml" Target="../ink/ink800.xml"/><Relationship Id="rId243" Type="http://schemas.openxmlformats.org/officeDocument/2006/relationships/image" Target="../media/image462.png"/><Relationship Id="rId285" Type="http://schemas.openxmlformats.org/officeDocument/2006/relationships/customXml" Target="../ink/ink862.xml"/><Relationship Id="rId450" Type="http://schemas.openxmlformats.org/officeDocument/2006/relationships/customXml" Target="../ink/ink963.xml"/><Relationship Id="rId506" Type="http://schemas.openxmlformats.org/officeDocument/2006/relationships/customXml" Target="../ink/ink991.xml"/><Relationship Id="rId38" Type="http://schemas.openxmlformats.org/officeDocument/2006/relationships/customXml" Target="../ink/ink710.xml"/><Relationship Id="rId103" Type="http://schemas.openxmlformats.org/officeDocument/2006/relationships/image" Target="../media/image413.png"/><Relationship Id="rId310" Type="http://schemas.openxmlformats.org/officeDocument/2006/relationships/customXml" Target="../ink/ink887.xml"/><Relationship Id="rId492" Type="http://schemas.openxmlformats.org/officeDocument/2006/relationships/customXml" Target="../ink/ink984.xml"/><Relationship Id="rId91" Type="http://schemas.openxmlformats.org/officeDocument/2006/relationships/image" Target="../media/image407.png"/><Relationship Id="rId145" Type="http://schemas.openxmlformats.org/officeDocument/2006/relationships/customXml" Target="../ink/ink766.xml"/><Relationship Id="rId187" Type="http://schemas.openxmlformats.org/officeDocument/2006/relationships/customXml" Target="../ink/ink793.xml"/><Relationship Id="rId352" Type="http://schemas.openxmlformats.org/officeDocument/2006/relationships/image" Target="../media/image491.png"/><Relationship Id="rId394" Type="http://schemas.openxmlformats.org/officeDocument/2006/relationships/image" Target="../media/image512.png"/><Relationship Id="rId408" Type="http://schemas.openxmlformats.org/officeDocument/2006/relationships/image" Target="../media/image519.png"/><Relationship Id="rId212" Type="http://schemas.openxmlformats.org/officeDocument/2006/relationships/image" Target="../media/image459.png"/><Relationship Id="rId254" Type="http://schemas.openxmlformats.org/officeDocument/2006/relationships/customXml" Target="../ink/ink840.xml"/><Relationship Id="rId49" Type="http://schemas.openxmlformats.org/officeDocument/2006/relationships/image" Target="../media/image386.png"/><Relationship Id="rId114" Type="http://schemas.openxmlformats.org/officeDocument/2006/relationships/customXml" Target="../ink/ink748.xml"/><Relationship Id="rId296" Type="http://schemas.openxmlformats.org/officeDocument/2006/relationships/customXml" Target="../ink/ink873.xml"/><Relationship Id="rId461" Type="http://schemas.openxmlformats.org/officeDocument/2006/relationships/image" Target="../media/image544.png"/><Relationship Id="rId517" Type="http://schemas.openxmlformats.org/officeDocument/2006/relationships/image" Target="../media/image572.png"/><Relationship Id="rId60" Type="http://schemas.openxmlformats.org/officeDocument/2006/relationships/customXml" Target="../ink/ink721.xml"/><Relationship Id="rId156" Type="http://schemas.openxmlformats.org/officeDocument/2006/relationships/customXml" Target="../ink/ink774.xml"/><Relationship Id="rId198" Type="http://schemas.openxmlformats.org/officeDocument/2006/relationships/image" Target="../media/image452.png"/><Relationship Id="rId321" Type="http://schemas.openxmlformats.org/officeDocument/2006/relationships/customXml" Target="../ink/ink898.xml"/><Relationship Id="rId363" Type="http://schemas.openxmlformats.org/officeDocument/2006/relationships/customXml" Target="../ink/ink919.xml"/><Relationship Id="rId419" Type="http://schemas.openxmlformats.org/officeDocument/2006/relationships/customXml" Target="../ink/ink947.xml"/><Relationship Id="rId223" Type="http://schemas.openxmlformats.org/officeDocument/2006/relationships/customXml" Target="../ink/ink815.xml"/><Relationship Id="rId430" Type="http://schemas.openxmlformats.org/officeDocument/2006/relationships/image" Target="../media/image530.png"/><Relationship Id="rId18" Type="http://schemas.openxmlformats.org/officeDocument/2006/relationships/customXml" Target="../ink/ink700.xml"/><Relationship Id="rId265" Type="http://schemas.openxmlformats.org/officeDocument/2006/relationships/image" Target="../media/image472.png"/><Relationship Id="rId472" Type="http://schemas.openxmlformats.org/officeDocument/2006/relationships/customXml" Target="../ink/ink974.xml"/><Relationship Id="rId125" Type="http://schemas.openxmlformats.org/officeDocument/2006/relationships/customXml" Target="../ink/ink755.xml"/><Relationship Id="rId167" Type="http://schemas.openxmlformats.org/officeDocument/2006/relationships/customXml" Target="../ink/ink783.xml"/><Relationship Id="rId332" Type="http://schemas.openxmlformats.org/officeDocument/2006/relationships/image" Target="../media/image481.png"/><Relationship Id="rId374" Type="http://schemas.openxmlformats.org/officeDocument/2006/relationships/image" Target="../media/image502.png"/><Relationship Id="rId71" Type="http://schemas.openxmlformats.org/officeDocument/2006/relationships/image" Target="../media/image397.png"/><Relationship Id="rId234" Type="http://schemas.openxmlformats.org/officeDocument/2006/relationships/customXml" Target="../ink/ink826.xml"/><Relationship Id="rId2" Type="http://schemas.openxmlformats.org/officeDocument/2006/relationships/customXml" Target="../ink/ink692.xml"/><Relationship Id="rId29" Type="http://schemas.openxmlformats.org/officeDocument/2006/relationships/image" Target="../media/image376.png"/><Relationship Id="rId276" Type="http://schemas.openxmlformats.org/officeDocument/2006/relationships/customXml" Target="../ink/ink853.xml"/><Relationship Id="rId441" Type="http://schemas.openxmlformats.org/officeDocument/2006/relationships/customXml" Target="../ink/ink958.xml"/><Relationship Id="rId483" Type="http://schemas.openxmlformats.org/officeDocument/2006/relationships/image" Target="../media/image555.png"/><Relationship Id="rId40" Type="http://schemas.openxmlformats.org/officeDocument/2006/relationships/customXml" Target="../ink/ink711.xml"/><Relationship Id="rId136" Type="http://schemas.openxmlformats.org/officeDocument/2006/relationships/image" Target="../media/image427.png"/><Relationship Id="rId178" Type="http://schemas.openxmlformats.org/officeDocument/2006/relationships/image" Target="../media/image442.png"/><Relationship Id="rId301" Type="http://schemas.openxmlformats.org/officeDocument/2006/relationships/customXml" Target="../ink/ink878.xml"/><Relationship Id="rId343" Type="http://schemas.openxmlformats.org/officeDocument/2006/relationships/customXml" Target="../ink/ink909.xml"/><Relationship Id="rId82" Type="http://schemas.openxmlformats.org/officeDocument/2006/relationships/customXml" Target="../ink/ink732.xml"/><Relationship Id="rId203" Type="http://schemas.openxmlformats.org/officeDocument/2006/relationships/customXml" Target="../ink/ink801.xml"/><Relationship Id="rId385" Type="http://schemas.openxmlformats.org/officeDocument/2006/relationships/customXml" Target="../ink/ink930.xml"/><Relationship Id="rId245" Type="http://schemas.openxmlformats.org/officeDocument/2006/relationships/image" Target="../media/image463.png"/><Relationship Id="rId287" Type="http://schemas.openxmlformats.org/officeDocument/2006/relationships/customXml" Target="../ink/ink864.xml"/><Relationship Id="rId410" Type="http://schemas.openxmlformats.org/officeDocument/2006/relationships/image" Target="../media/image520.png"/><Relationship Id="rId452" Type="http://schemas.openxmlformats.org/officeDocument/2006/relationships/customXml" Target="../ink/ink964.xml"/><Relationship Id="rId494" Type="http://schemas.openxmlformats.org/officeDocument/2006/relationships/customXml" Target="../ink/ink985.xml"/><Relationship Id="rId508" Type="http://schemas.openxmlformats.org/officeDocument/2006/relationships/customXml" Target="../ink/ink992.xml"/><Relationship Id="rId105" Type="http://schemas.openxmlformats.org/officeDocument/2006/relationships/image" Target="../media/image414.png"/><Relationship Id="rId147" Type="http://schemas.openxmlformats.org/officeDocument/2006/relationships/customXml" Target="../ink/ink767.xml"/><Relationship Id="rId312" Type="http://schemas.openxmlformats.org/officeDocument/2006/relationships/customXml" Target="../ink/ink889.xml"/><Relationship Id="rId354" Type="http://schemas.openxmlformats.org/officeDocument/2006/relationships/image" Target="../media/image492.png"/><Relationship Id="rId51" Type="http://schemas.openxmlformats.org/officeDocument/2006/relationships/image" Target="../media/image387.png"/><Relationship Id="rId93" Type="http://schemas.openxmlformats.org/officeDocument/2006/relationships/image" Target="../media/image408.png"/><Relationship Id="rId189" Type="http://schemas.openxmlformats.org/officeDocument/2006/relationships/customXml" Target="../ink/ink794.xml"/><Relationship Id="rId396" Type="http://schemas.openxmlformats.org/officeDocument/2006/relationships/image" Target="../media/image513.png"/><Relationship Id="rId214" Type="http://schemas.openxmlformats.org/officeDocument/2006/relationships/image" Target="../media/image460.png"/><Relationship Id="rId256" Type="http://schemas.openxmlformats.org/officeDocument/2006/relationships/customXml" Target="../ink/ink841.xml"/><Relationship Id="rId298" Type="http://schemas.openxmlformats.org/officeDocument/2006/relationships/customXml" Target="../ink/ink875.xml"/><Relationship Id="rId421" Type="http://schemas.openxmlformats.org/officeDocument/2006/relationships/customXml" Target="../ink/ink948.xml"/><Relationship Id="rId463" Type="http://schemas.openxmlformats.org/officeDocument/2006/relationships/image" Target="../media/image545.png"/><Relationship Id="rId519" Type="http://schemas.openxmlformats.org/officeDocument/2006/relationships/image" Target="../media/image573.png"/><Relationship Id="rId116" Type="http://schemas.openxmlformats.org/officeDocument/2006/relationships/customXml" Target="../ink/ink749.xml"/><Relationship Id="rId158" Type="http://schemas.openxmlformats.org/officeDocument/2006/relationships/customXml" Target="../ink/ink776.xml"/><Relationship Id="rId323" Type="http://schemas.openxmlformats.org/officeDocument/2006/relationships/customXml" Target="../ink/ink899.xml"/><Relationship Id="rId20" Type="http://schemas.openxmlformats.org/officeDocument/2006/relationships/customXml" Target="../ink/ink701.xml"/><Relationship Id="rId62" Type="http://schemas.openxmlformats.org/officeDocument/2006/relationships/customXml" Target="../ink/ink722.xml"/><Relationship Id="rId365" Type="http://schemas.openxmlformats.org/officeDocument/2006/relationships/customXml" Target="../ink/ink920.xml"/><Relationship Id="rId225" Type="http://schemas.openxmlformats.org/officeDocument/2006/relationships/customXml" Target="../ink/ink817.xml"/><Relationship Id="rId267" Type="http://schemas.openxmlformats.org/officeDocument/2006/relationships/image" Target="../media/image473.png"/><Relationship Id="rId432" Type="http://schemas.openxmlformats.org/officeDocument/2006/relationships/image" Target="../media/image531.png"/><Relationship Id="rId474" Type="http://schemas.openxmlformats.org/officeDocument/2006/relationships/customXml" Target="../ink/ink975.xml"/><Relationship Id="rId127" Type="http://schemas.openxmlformats.org/officeDocument/2006/relationships/customXml" Target="../ink/ink757.xml"/><Relationship Id="rId31" Type="http://schemas.openxmlformats.org/officeDocument/2006/relationships/image" Target="../media/image377.png"/><Relationship Id="rId73" Type="http://schemas.openxmlformats.org/officeDocument/2006/relationships/image" Target="../media/image398.png"/><Relationship Id="rId169" Type="http://schemas.openxmlformats.org/officeDocument/2006/relationships/customXml" Target="../ink/ink784.xml"/><Relationship Id="rId334" Type="http://schemas.openxmlformats.org/officeDocument/2006/relationships/image" Target="../media/image482.png"/><Relationship Id="rId376" Type="http://schemas.openxmlformats.org/officeDocument/2006/relationships/image" Target="../media/image503.png"/><Relationship Id="rId4" Type="http://schemas.openxmlformats.org/officeDocument/2006/relationships/customXml" Target="../ink/ink693.xml"/><Relationship Id="rId180" Type="http://schemas.openxmlformats.org/officeDocument/2006/relationships/image" Target="../media/image443.png"/><Relationship Id="rId236" Type="http://schemas.openxmlformats.org/officeDocument/2006/relationships/customXml" Target="../ink/ink828.xml"/><Relationship Id="rId278" Type="http://schemas.openxmlformats.org/officeDocument/2006/relationships/customXml" Target="../ink/ink855.xml"/><Relationship Id="rId401" Type="http://schemas.openxmlformats.org/officeDocument/2006/relationships/customXml" Target="../ink/ink938.xml"/><Relationship Id="rId443" Type="http://schemas.openxmlformats.org/officeDocument/2006/relationships/customXml" Target="../ink/ink959.xml"/><Relationship Id="rId303" Type="http://schemas.openxmlformats.org/officeDocument/2006/relationships/customXml" Target="../ink/ink880.xml"/><Relationship Id="rId485" Type="http://schemas.openxmlformats.org/officeDocument/2006/relationships/image" Target="../media/image556.png"/><Relationship Id="rId42" Type="http://schemas.openxmlformats.org/officeDocument/2006/relationships/customXml" Target="../ink/ink712.xml"/><Relationship Id="rId84" Type="http://schemas.openxmlformats.org/officeDocument/2006/relationships/customXml" Target="../ink/ink733.xml"/><Relationship Id="rId138" Type="http://schemas.openxmlformats.org/officeDocument/2006/relationships/image" Target="../media/image428.png"/><Relationship Id="rId345" Type="http://schemas.openxmlformats.org/officeDocument/2006/relationships/customXml" Target="../ink/ink910.xml"/><Relationship Id="rId387" Type="http://schemas.openxmlformats.org/officeDocument/2006/relationships/customXml" Target="../ink/ink931.xml"/><Relationship Id="rId510" Type="http://schemas.openxmlformats.org/officeDocument/2006/relationships/customXml" Target="../ink/ink993.xml"/><Relationship Id="rId191" Type="http://schemas.openxmlformats.org/officeDocument/2006/relationships/customXml" Target="../ink/ink795.xml"/><Relationship Id="rId205" Type="http://schemas.openxmlformats.org/officeDocument/2006/relationships/customXml" Target="../ink/ink802.xml"/><Relationship Id="rId247" Type="http://schemas.openxmlformats.org/officeDocument/2006/relationships/customXml" Target="../ink/ink836.xml"/><Relationship Id="rId412" Type="http://schemas.openxmlformats.org/officeDocument/2006/relationships/image" Target="../media/image521.png"/><Relationship Id="rId107" Type="http://schemas.openxmlformats.org/officeDocument/2006/relationships/image" Target="../media/image415.png"/><Relationship Id="rId289" Type="http://schemas.openxmlformats.org/officeDocument/2006/relationships/customXml" Target="../ink/ink866.xml"/><Relationship Id="rId454" Type="http://schemas.openxmlformats.org/officeDocument/2006/relationships/customXml" Target="../ink/ink965.xml"/><Relationship Id="rId496" Type="http://schemas.openxmlformats.org/officeDocument/2006/relationships/customXml" Target="../ink/ink986.xml"/><Relationship Id="rId11" Type="http://schemas.openxmlformats.org/officeDocument/2006/relationships/image" Target="../media/image367.png"/><Relationship Id="rId53" Type="http://schemas.openxmlformats.org/officeDocument/2006/relationships/image" Target="../media/image388.png"/><Relationship Id="rId149" Type="http://schemas.openxmlformats.org/officeDocument/2006/relationships/customXml" Target="../ink/ink768.xml"/><Relationship Id="rId314" Type="http://schemas.openxmlformats.org/officeDocument/2006/relationships/customXml" Target="../ink/ink891.xml"/><Relationship Id="rId356" Type="http://schemas.openxmlformats.org/officeDocument/2006/relationships/image" Target="../media/image493.png"/><Relationship Id="rId398" Type="http://schemas.openxmlformats.org/officeDocument/2006/relationships/image" Target="../media/image514.png"/><Relationship Id="rId521" Type="http://schemas.openxmlformats.org/officeDocument/2006/relationships/image" Target="../media/image574.png"/><Relationship Id="rId95" Type="http://schemas.openxmlformats.org/officeDocument/2006/relationships/image" Target="../media/image409.png"/><Relationship Id="rId160" Type="http://schemas.openxmlformats.org/officeDocument/2006/relationships/customXml" Target="../ink/ink778.xml"/><Relationship Id="rId216" Type="http://schemas.openxmlformats.org/officeDocument/2006/relationships/customXml" Target="../ink/ink808.xml"/><Relationship Id="rId423" Type="http://schemas.openxmlformats.org/officeDocument/2006/relationships/customXml" Target="../ink/ink949.xml"/><Relationship Id="rId258" Type="http://schemas.openxmlformats.org/officeDocument/2006/relationships/customXml" Target="../ink/ink842.xml"/><Relationship Id="rId465" Type="http://schemas.openxmlformats.org/officeDocument/2006/relationships/image" Target="../media/image546.png"/><Relationship Id="rId22" Type="http://schemas.openxmlformats.org/officeDocument/2006/relationships/customXml" Target="../ink/ink702.xml"/><Relationship Id="rId64" Type="http://schemas.openxmlformats.org/officeDocument/2006/relationships/customXml" Target="../ink/ink723.xml"/><Relationship Id="rId118" Type="http://schemas.openxmlformats.org/officeDocument/2006/relationships/customXml" Target="../ink/ink750.xml"/><Relationship Id="rId325" Type="http://schemas.openxmlformats.org/officeDocument/2006/relationships/customXml" Target="../ink/ink900.xml"/><Relationship Id="rId367" Type="http://schemas.openxmlformats.org/officeDocument/2006/relationships/customXml" Target="../ink/ink921.xml"/><Relationship Id="rId171" Type="http://schemas.openxmlformats.org/officeDocument/2006/relationships/customXml" Target="../ink/ink785.xml"/><Relationship Id="rId227" Type="http://schemas.openxmlformats.org/officeDocument/2006/relationships/customXml" Target="../ink/ink819.xml"/><Relationship Id="rId269" Type="http://schemas.openxmlformats.org/officeDocument/2006/relationships/image" Target="../media/image474.png"/><Relationship Id="rId434" Type="http://schemas.openxmlformats.org/officeDocument/2006/relationships/image" Target="../media/image532.png"/><Relationship Id="rId476" Type="http://schemas.openxmlformats.org/officeDocument/2006/relationships/customXml" Target="../ink/ink976.xml"/><Relationship Id="rId33" Type="http://schemas.openxmlformats.org/officeDocument/2006/relationships/image" Target="../media/image378.png"/><Relationship Id="rId129" Type="http://schemas.openxmlformats.org/officeDocument/2006/relationships/customXml" Target="../ink/ink758.xml"/><Relationship Id="rId280" Type="http://schemas.openxmlformats.org/officeDocument/2006/relationships/customXml" Target="../ink/ink857.xml"/><Relationship Id="rId336" Type="http://schemas.openxmlformats.org/officeDocument/2006/relationships/image" Target="../media/image483.png"/><Relationship Id="rId501" Type="http://schemas.openxmlformats.org/officeDocument/2006/relationships/image" Target="../media/image564.png"/><Relationship Id="rId75" Type="http://schemas.openxmlformats.org/officeDocument/2006/relationships/image" Target="../media/image399.png"/><Relationship Id="rId140" Type="http://schemas.openxmlformats.org/officeDocument/2006/relationships/image" Target="../media/image429.png"/><Relationship Id="rId182" Type="http://schemas.openxmlformats.org/officeDocument/2006/relationships/image" Target="../media/image444.png"/><Relationship Id="rId378" Type="http://schemas.openxmlformats.org/officeDocument/2006/relationships/image" Target="../media/image504.png"/><Relationship Id="rId403" Type="http://schemas.openxmlformats.org/officeDocument/2006/relationships/customXml" Target="../ink/ink939.xml"/><Relationship Id="rId6" Type="http://schemas.openxmlformats.org/officeDocument/2006/relationships/customXml" Target="../ink/ink694.xml"/><Relationship Id="rId238" Type="http://schemas.openxmlformats.org/officeDocument/2006/relationships/customXml" Target="../ink/ink830.xml"/><Relationship Id="rId445" Type="http://schemas.openxmlformats.org/officeDocument/2006/relationships/customXml" Target="../ink/ink960.xml"/><Relationship Id="rId487" Type="http://schemas.openxmlformats.org/officeDocument/2006/relationships/image" Target="../media/image557.png"/><Relationship Id="rId291" Type="http://schemas.openxmlformats.org/officeDocument/2006/relationships/customXml" Target="../ink/ink868.xml"/><Relationship Id="rId305" Type="http://schemas.openxmlformats.org/officeDocument/2006/relationships/customXml" Target="../ink/ink882.xml"/><Relationship Id="rId347" Type="http://schemas.openxmlformats.org/officeDocument/2006/relationships/customXml" Target="../ink/ink911.xml"/><Relationship Id="rId512" Type="http://schemas.openxmlformats.org/officeDocument/2006/relationships/customXml" Target="../ink/ink994.xml"/><Relationship Id="rId44" Type="http://schemas.openxmlformats.org/officeDocument/2006/relationships/customXml" Target="../ink/ink713.xml"/><Relationship Id="rId86" Type="http://schemas.openxmlformats.org/officeDocument/2006/relationships/customXml" Target="../ink/ink734.xml"/><Relationship Id="rId151" Type="http://schemas.openxmlformats.org/officeDocument/2006/relationships/customXml" Target="../ink/ink769.xml"/><Relationship Id="rId389" Type="http://schemas.openxmlformats.org/officeDocument/2006/relationships/customXml" Target="../ink/ink932.xml"/><Relationship Id="rId193" Type="http://schemas.openxmlformats.org/officeDocument/2006/relationships/customXml" Target="../ink/ink796.xml"/><Relationship Id="rId207" Type="http://schemas.openxmlformats.org/officeDocument/2006/relationships/customXml" Target="../ink/ink803.xml"/><Relationship Id="rId249" Type="http://schemas.openxmlformats.org/officeDocument/2006/relationships/image" Target="../media/image464.png"/><Relationship Id="rId414" Type="http://schemas.openxmlformats.org/officeDocument/2006/relationships/image" Target="../media/image522.png"/><Relationship Id="rId456" Type="http://schemas.openxmlformats.org/officeDocument/2006/relationships/customXml" Target="../ink/ink966.xml"/><Relationship Id="rId498" Type="http://schemas.openxmlformats.org/officeDocument/2006/relationships/customXml" Target="../ink/ink987.xml"/><Relationship Id="rId13" Type="http://schemas.openxmlformats.org/officeDocument/2006/relationships/image" Target="../media/image368.png"/><Relationship Id="rId109" Type="http://schemas.openxmlformats.org/officeDocument/2006/relationships/image" Target="../media/image416.png"/><Relationship Id="rId260" Type="http://schemas.openxmlformats.org/officeDocument/2006/relationships/customXml" Target="../ink/ink843.xml"/><Relationship Id="rId316" Type="http://schemas.openxmlformats.org/officeDocument/2006/relationships/customXml" Target="../ink/ink893.xml"/><Relationship Id="rId523" Type="http://schemas.openxmlformats.org/officeDocument/2006/relationships/image" Target="../media/image575.png"/><Relationship Id="rId55" Type="http://schemas.openxmlformats.org/officeDocument/2006/relationships/image" Target="../media/image389.png"/><Relationship Id="rId97" Type="http://schemas.openxmlformats.org/officeDocument/2006/relationships/image" Target="../media/image410.png"/><Relationship Id="rId120" Type="http://schemas.openxmlformats.org/officeDocument/2006/relationships/customXml" Target="../ink/ink751.xml"/><Relationship Id="rId358" Type="http://schemas.openxmlformats.org/officeDocument/2006/relationships/image" Target="../media/image494.png"/><Relationship Id="rId162" Type="http://schemas.openxmlformats.org/officeDocument/2006/relationships/customXml" Target="../ink/ink780.xml"/><Relationship Id="rId218" Type="http://schemas.openxmlformats.org/officeDocument/2006/relationships/customXml" Target="../ink/ink810.xml"/><Relationship Id="rId425" Type="http://schemas.openxmlformats.org/officeDocument/2006/relationships/customXml" Target="../ink/ink950.xml"/><Relationship Id="rId467" Type="http://schemas.openxmlformats.org/officeDocument/2006/relationships/image" Target="../media/image547.png"/><Relationship Id="rId271" Type="http://schemas.openxmlformats.org/officeDocument/2006/relationships/image" Target="../media/image475.png"/><Relationship Id="rId24" Type="http://schemas.openxmlformats.org/officeDocument/2006/relationships/customXml" Target="../ink/ink703.xml"/><Relationship Id="rId66" Type="http://schemas.openxmlformats.org/officeDocument/2006/relationships/customXml" Target="../ink/ink724.xml"/><Relationship Id="rId131" Type="http://schemas.openxmlformats.org/officeDocument/2006/relationships/customXml" Target="../ink/ink759.xml"/><Relationship Id="rId327" Type="http://schemas.openxmlformats.org/officeDocument/2006/relationships/customXml" Target="../ink/ink901.xml"/><Relationship Id="rId369" Type="http://schemas.openxmlformats.org/officeDocument/2006/relationships/customXml" Target="../ink/ink922.xml"/><Relationship Id="rId173" Type="http://schemas.openxmlformats.org/officeDocument/2006/relationships/customXml" Target="../ink/ink786.xml"/><Relationship Id="rId229" Type="http://schemas.openxmlformats.org/officeDocument/2006/relationships/customXml" Target="../ink/ink821.xml"/><Relationship Id="rId380" Type="http://schemas.openxmlformats.org/officeDocument/2006/relationships/image" Target="../media/image505.png"/><Relationship Id="rId436" Type="http://schemas.openxmlformats.org/officeDocument/2006/relationships/image" Target="../media/image533.png"/><Relationship Id="rId240" Type="http://schemas.openxmlformats.org/officeDocument/2006/relationships/customXml" Target="../ink/ink832.xml"/><Relationship Id="rId478" Type="http://schemas.openxmlformats.org/officeDocument/2006/relationships/customXml" Target="../ink/ink977.xml"/><Relationship Id="rId35" Type="http://schemas.openxmlformats.org/officeDocument/2006/relationships/image" Target="../media/image379.png"/><Relationship Id="rId77" Type="http://schemas.openxmlformats.org/officeDocument/2006/relationships/image" Target="../media/image400.png"/><Relationship Id="rId100" Type="http://schemas.openxmlformats.org/officeDocument/2006/relationships/customXml" Target="../ink/ink741.xml"/><Relationship Id="rId282" Type="http://schemas.openxmlformats.org/officeDocument/2006/relationships/customXml" Target="../ink/ink859.xml"/><Relationship Id="rId338" Type="http://schemas.openxmlformats.org/officeDocument/2006/relationships/image" Target="../media/image484.png"/><Relationship Id="rId503" Type="http://schemas.openxmlformats.org/officeDocument/2006/relationships/image" Target="../media/image565.png"/><Relationship Id="rId8" Type="http://schemas.openxmlformats.org/officeDocument/2006/relationships/customXml" Target="../ink/ink695.xml"/><Relationship Id="rId142" Type="http://schemas.openxmlformats.org/officeDocument/2006/relationships/image" Target="../media/image430.png"/><Relationship Id="rId184" Type="http://schemas.openxmlformats.org/officeDocument/2006/relationships/image" Target="../media/image445.png"/><Relationship Id="rId391" Type="http://schemas.openxmlformats.org/officeDocument/2006/relationships/customXml" Target="../ink/ink933.xml"/><Relationship Id="rId405" Type="http://schemas.openxmlformats.org/officeDocument/2006/relationships/customXml" Target="../ink/ink940.xml"/><Relationship Id="rId447" Type="http://schemas.openxmlformats.org/officeDocument/2006/relationships/customXml" Target="../ink/ink961.xml"/><Relationship Id="rId251" Type="http://schemas.openxmlformats.org/officeDocument/2006/relationships/image" Target="../media/image465.png"/><Relationship Id="rId489" Type="http://schemas.openxmlformats.org/officeDocument/2006/relationships/image" Target="../media/image558.png"/><Relationship Id="rId46" Type="http://schemas.openxmlformats.org/officeDocument/2006/relationships/customXml" Target="../ink/ink714.xml"/><Relationship Id="rId293" Type="http://schemas.openxmlformats.org/officeDocument/2006/relationships/customXml" Target="../ink/ink870.xml"/><Relationship Id="rId307" Type="http://schemas.openxmlformats.org/officeDocument/2006/relationships/customXml" Target="../ink/ink884.xml"/><Relationship Id="rId349" Type="http://schemas.openxmlformats.org/officeDocument/2006/relationships/customXml" Target="../ink/ink912.xml"/><Relationship Id="rId514" Type="http://schemas.openxmlformats.org/officeDocument/2006/relationships/customXml" Target="../ink/ink995.xml"/><Relationship Id="rId88" Type="http://schemas.openxmlformats.org/officeDocument/2006/relationships/customXml" Target="../ink/ink735.xml"/><Relationship Id="rId111" Type="http://schemas.openxmlformats.org/officeDocument/2006/relationships/image" Target="../media/image417.png"/><Relationship Id="rId153" Type="http://schemas.openxmlformats.org/officeDocument/2006/relationships/customXml" Target="../ink/ink771.xml"/><Relationship Id="rId195" Type="http://schemas.openxmlformats.org/officeDocument/2006/relationships/customXml" Target="../ink/ink797.xml"/><Relationship Id="rId209" Type="http://schemas.openxmlformats.org/officeDocument/2006/relationships/customXml" Target="../ink/ink804.xml"/><Relationship Id="rId360" Type="http://schemas.openxmlformats.org/officeDocument/2006/relationships/image" Target="../media/image495.png"/><Relationship Id="rId416" Type="http://schemas.openxmlformats.org/officeDocument/2006/relationships/image" Target="../media/image523.png"/><Relationship Id="rId220" Type="http://schemas.openxmlformats.org/officeDocument/2006/relationships/customXml" Target="../ink/ink812.xml"/><Relationship Id="rId458" Type="http://schemas.openxmlformats.org/officeDocument/2006/relationships/customXml" Target="../ink/ink967.xml"/><Relationship Id="rId15" Type="http://schemas.openxmlformats.org/officeDocument/2006/relationships/image" Target="../media/image369.png"/><Relationship Id="rId57" Type="http://schemas.openxmlformats.org/officeDocument/2006/relationships/image" Target="../media/image390.png"/><Relationship Id="rId262" Type="http://schemas.openxmlformats.org/officeDocument/2006/relationships/customXml" Target="../ink/ink844.xml"/><Relationship Id="rId318" Type="http://schemas.openxmlformats.org/officeDocument/2006/relationships/customXml" Target="../ink/ink895.xml"/><Relationship Id="rId525" Type="http://schemas.openxmlformats.org/officeDocument/2006/relationships/image" Target="../media/image576.png"/><Relationship Id="rId99" Type="http://schemas.openxmlformats.org/officeDocument/2006/relationships/image" Target="../media/image411.png"/><Relationship Id="rId122" Type="http://schemas.openxmlformats.org/officeDocument/2006/relationships/customXml" Target="../ink/ink752.xml"/><Relationship Id="rId164" Type="http://schemas.openxmlformats.org/officeDocument/2006/relationships/image" Target="../media/image435.png"/><Relationship Id="rId371" Type="http://schemas.openxmlformats.org/officeDocument/2006/relationships/customXml" Target="../ink/ink923.xml"/><Relationship Id="rId427" Type="http://schemas.openxmlformats.org/officeDocument/2006/relationships/customXml" Target="../ink/ink951.xml"/><Relationship Id="rId469" Type="http://schemas.openxmlformats.org/officeDocument/2006/relationships/image" Target="../media/image548.png"/><Relationship Id="rId26" Type="http://schemas.openxmlformats.org/officeDocument/2006/relationships/customXml" Target="../ink/ink704.xml"/><Relationship Id="rId231" Type="http://schemas.openxmlformats.org/officeDocument/2006/relationships/customXml" Target="../ink/ink823.xml"/><Relationship Id="rId273" Type="http://schemas.openxmlformats.org/officeDocument/2006/relationships/customXml" Target="../ink/ink850.xml"/><Relationship Id="rId329" Type="http://schemas.openxmlformats.org/officeDocument/2006/relationships/customXml" Target="../ink/ink902.xml"/><Relationship Id="rId480" Type="http://schemas.openxmlformats.org/officeDocument/2006/relationships/customXml" Target="../ink/ink978.xml"/><Relationship Id="rId68" Type="http://schemas.openxmlformats.org/officeDocument/2006/relationships/customXml" Target="../ink/ink725.xml"/><Relationship Id="rId133" Type="http://schemas.openxmlformats.org/officeDocument/2006/relationships/customXml" Target="../ink/ink760.xml"/><Relationship Id="rId175" Type="http://schemas.openxmlformats.org/officeDocument/2006/relationships/customXml" Target="../ink/ink787.xml"/><Relationship Id="rId340" Type="http://schemas.openxmlformats.org/officeDocument/2006/relationships/image" Target="../media/image485.png"/><Relationship Id="rId200" Type="http://schemas.openxmlformats.org/officeDocument/2006/relationships/image" Target="../media/image453.png"/><Relationship Id="rId382" Type="http://schemas.openxmlformats.org/officeDocument/2006/relationships/image" Target="../media/image506.png"/><Relationship Id="rId438" Type="http://schemas.openxmlformats.org/officeDocument/2006/relationships/image" Target="../media/image534.png"/><Relationship Id="rId242" Type="http://schemas.openxmlformats.org/officeDocument/2006/relationships/customXml" Target="../ink/ink833.xml"/><Relationship Id="rId284" Type="http://schemas.openxmlformats.org/officeDocument/2006/relationships/customXml" Target="../ink/ink861.xml"/><Relationship Id="rId491" Type="http://schemas.openxmlformats.org/officeDocument/2006/relationships/image" Target="../media/image559.png"/><Relationship Id="rId505" Type="http://schemas.openxmlformats.org/officeDocument/2006/relationships/image" Target="../media/image566.png"/><Relationship Id="rId37" Type="http://schemas.openxmlformats.org/officeDocument/2006/relationships/image" Target="../media/image380.png"/><Relationship Id="rId79" Type="http://schemas.openxmlformats.org/officeDocument/2006/relationships/image" Target="../media/image401.png"/><Relationship Id="rId102" Type="http://schemas.openxmlformats.org/officeDocument/2006/relationships/customXml" Target="../ink/ink742.xml"/><Relationship Id="rId144" Type="http://schemas.openxmlformats.org/officeDocument/2006/relationships/image" Target="../media/image431.png"/><Relationship Id="rId90" Type="http://schemas.openxmlformats.org/officeDocument/2006/relationships/customXml" Target="../ink/ink736.xml"/><Relationship Id="rId186" Type="http://schemas.openxmlformats.org/officeDocument/2006/relationships/image" Target="../media/image446.png"/><Relationship Id="rId351" Type="http://schemas.openxmlformats.org/officeDocument/2006/relationships/customXml" Target="../ink/ink913.xml"/><Relationship Id="rId393" Type="http://schemas.openxmlformats.org/officeDocument/2006/relationships/customXml" Target="../ink/ink934.xml"/><Relationship Id="rId407" Type="http://schemas.openxmlformats.org/officeDocument/2006/relationships/customXml" Target="../ink/ink941.xml"/><Relationship Id="rId449" Type="http://schemas.openxmlformats.org/officeDocument/2006/relationships/customXml" Target="../ink/ink962.xml"/><Relationship Id="rId211" Type="http://schemas.openxmlformats.org/officeDocument/2006/relationships/customXml" Target="../ink/ink805.xml"/><Relationship Id="rId253" Type="http://schemas.openxmlformats.org/officeDocument/2006/relationships/image" Target="../media/image466.png"/><Relationship Id="rId295" Type="http://schemas.openxmlformats.org/officeDocument/2006/relationships/customXml" Target="../ink/ink872.xml"/><Relationship Id="rId309" Type="http://schemas.openxmlformats.org/officeDocument/2006/relationships/customXml" Target="../ink/ink886.xml"/><Relationship Id="rId460" Type="http://schemas.openxmlformats.org/officeDocument/2006/relationships/customXml" Target="../ink/ink968.xml"/><Relationship Id="rId516" Type="http://schemas.openxmlformats.org/officeDocument/2006/relationships/customXml" Target="../ink/ink996.xml"/><Relationship Id="rId48" Type="http://schemas.openxmlformats.org/officeDocument/2006/relationships/customXml" Target="../ink/ink715.xml"/><Relationship Id="rId113" Type="http://schemas.openxmlformats.org/officeDocument/2006/relationships/image" Target="../media/image418.png"/><Relationship Id="rId320" Type="http://schemas.openxmlformats.org/officeDocument/2006/relationships/customXml" Target="../ink/ink897.xml"/><Relationship Id="rId155" Type="http://schemas.openxmlformats.org/officeDocument/2006/relationships/customXml" Target="../ink/ink773.xml"/><Relationship Id="rId197" Type="http://schemas.openxmlformats.org/officeDocument/2006/relationships/customXml" Target="../ink/ink798.xml"/><Relationship Id="rId362" Type="http://schemas.openxmlformats.org/officeDocument/2006/relationships/image" Target="../media/image496.png"/><Relationship Id="rId418" Type="http://schemas.openxmlformats.org/officeDocument/2006/relationships/image" Target="../media/image524.png"/><Relationship Id="rId222" Type="http://schemas.openxmlformats.org/officeDocument/2006/relationships/customXml" Target="../ink/ink814.xml"/><Relationship Id="rId264" Type="http://schemas.openxmlformats.org/officeDocument/2006/relationships/customXml" Target="../ink/ink845.xml"/><Relationship Id="rId471" Type="http://schemas.openxmlformats.org/officeDocument/2006/relationships/image" Target="../media/image549.png"/><Relationship Id="rId17" Type="http://schemas.openxmlformats.org/officeDocument/2006/relationships/image" Target="../media/image370.png"/><Relationship Id="rId59" Type="http://schemas.openxmlformats.org/officeDocument/2006/relationships/image" Target="../media/image391.png"/><Relationship Id="rId124" Type="http://schemas.openxmlformats.org/officeDocument/2006/relationships/customXml" Target="../ink/ink754.xml"/><Relationship Id="rId527" Type="http://schemas.openxmlformats.org/officeDocument/2006/relationships/image" Target="../media/image577.png"/><Relationship Id="rId70" Type="http://schemas.openxmlformats.org/officeDocument/2006/relationships/customXml" Target="../ink/ink726.xml"/><Relationship Id="rId166" Type="http://schemas.openxmlformats.org/officeDocument/2006/relationships/image" Target="../media/image436.png"/><Relationship Id="rId331" Type="http://schemas.openxmlformats.org/officeDocument/2006/relationships/customXml" Target="../ink/ink903.xml"/><Relationship Id="rId373" Type="http://schemas.openxmlformats.org/officeDocument/2006/relationships/customXml" Target="../ink/ink924.xml"/><Relationship Id="rId429" Type="http://schemas.openxmlformats.org/officeDocument/2006/relationships/customXml" Target="../ink/ink952.xml"/><Relationship Id="rId1" Type="http://schemas.openxmlformats.org/officeDocument/2006/relationships/slideLayout" Target="../slideLayouts/slideLayout2.xml"/><Relationship Id="rId233" Type="http://schemas.openxmlformats.org/officeDocument/2006/relationships/customXml" Target="../ink/ink825.xml"/><Relationship Id="rId440" Type="http://schemas.openxmlformats.org/officeDocument/2006/relationships/image" Target="../media/image535.png"/><Relationship Id="rId28" Type="http://schemas.openxmlformats.org/officeDocument/2006/relationships/customXml" Target="../ink/ink705.xml"/><Relationship Id="rId275" Type="http://schemas.openxmlformats.org/officeDocument/2006/relationships/customXml" Target="../ink/ink852.xml"/><Relationship Id="rId300" Type="http://schemas.openxmlformats.org/officeDocument/2006/relationships/customXml" Target="../ink/ink877.xml"/><Relationship Id="rId482" Type="http://schemas.openxmlformats.org/officeDocument/2006/relationships/customXml" Target="../ink/ink979.xml"/><Relationship Id="rId81" Type="http://schemas.openxmlformats.org/officeDocument/2006/relationships/image" Target="../media/image402.png"/><Relationship Id="rId135" Type="http://schemas.openxmlformats.org/officeDocument/2006/relationships/customXml" Target="../ink/ink761.xml"/><Relationship Id="rId177" Type="http://schemas.openxmlformats.org/officeDocument/2006/relationships/customXml" Target="../ink/ink788.xml"/><Relationship Id="rId342" Type="http://schemas.openxmlformats.org/officeDocument/2006/relationships/image" Target="../media/image486.png"/><Relationship Id="rId384" Type="http://schemas.openxmlformats.org/officeDocument/2006/relationships/image" Target="../media/image507.png"/><Relationship Id="rId202" Type="http://schemas.openxmlformats.org/officeDocument/2006/relationships/image" Target="../media/image454.png"/><Relationship Id="rId244" Type="http://schemas.openxmlformats.org/officeDocument/2006/relationships/customXml" Target="../ink/ink834.xml"/><Relationship Id="rId39" Type="http://schemas.openxmlformats.org/officeDocument/2006/relationships/image" Target="../media/image381.png"/><Relationship Id="rId286" Type="http://schemas.openxmlformats.org/officeDocument/2006/relationships/customXml" Target="../ink/ink863.xml"/><Relationship Id="rId451" Type="http://schemas.openxmlformats.org/officeDocument/2006/relationships/image" Target="../media/image539.png"/><Relationship Id="rId493" Type="http://schemas.openxmlformats.org/officeDocument/2006/relationships/image" Target="../media/image560.png"/><Relationship Id="rId507" Type="http://schemas.openxmlformats.org/officeDocument/2006/relationships/image" Target="../media/image567.png"/><Relationship Id="rId50" Type="http://schemas.openxmlformats.org/officeDocument/2006/relationships/customXml" Target="../ink/ink716.xml"/><Relationship Id="rId104" Type="http://schemas.openxmlformats.org/officeDocument/2006/relationships/customXml" Target="../ink/ink743.xml"/><Relationship Id="rId146" Type="http://schemas.openxmlformats.org/officeDocument/2006/relationships/image" Target="../media/image432.png"/><Relationship Id="rId188" Type="http://schemas.openxmlformats.org/officeDocument/2006/relationships/image" Target="../media/image447.png"/><Relationship Id="rId311" Type="http://schemas.openxmlformats.org/officeDocument/2006/relationships/customXml" Target="../ink/ink888.xml"/><Relationship Id="rId353" Type="http://schemas.openxmlformats.org/officeDocument/2006/relationships/customXml" Target="../ink/ink914.xml"/><Relationship Id="rId395" Type="http://schemas.openxmlformats.org/officeDocument/2006/relationships/customXml" Target="../ink/ink935.xml"/><Relationship Id="rId409" Type="http://schemas.openxmlformats.org/officeDocument/2006/relationships/customXml" Target="../ink/ink942.xml"/><Relationship Id="rId92" Type="http://schemas.openxmlformats.org/officeDocument/2006/relationships/customXml" Target="../ink/ink737.xml"/><Relationship Id="rId213" Type="http://schemas.openxmlformats.org/officeDocument/2006/relationships/customXml" Target="../ink/ink806.xml"/><Relationship Id="rId420" Type="http://schemas.openxmlformats.org/officeDocument/2006/relationships/image" Target="../media/image525.png"/><Relationship Id="rId255" Type="http://schemas.openxmlformats.org/officeDocument/2006/relationships/image" Target="../media/image467.png"/><Relationship Id="rId297" Type="http://schemas.openxmlformats.org/officeDocument/2006/relationships/customXml" Target="../ink/ink874.xml"/><Relationship Id="rId462" Type="http://schemas.openxmlformats.org/officeDocument/2006/relationships/customXml" Target="../ink/ink969.xml"/><Relationship Id="rId518" Type="http://schemas.openxmlformats.org/officeDocument/2006/relationships/customXml" Target="../ink/ink997.xml"/><Relationship Id="rId115" Type="http://schemas.openxmlformats.org/officeDocument/2006/relationships/image" Target="../media/image419.png"/><Relationship Id="rId157" Type="http://schemas.openxmlformats.org/officeDocument/2006/relationships/customXml" Target="../ink/ink775.xml"/><Relationship Id="rId322" Type="http://schemas.openxmlformats.org/officeDocument/2006/relationships/image" Target="../media/image476.png"/><Relationship Id="rId364" Type="http://schemas.openxmlformats.org/officeDocument/2006/relationships/image" Target="../media/image497.png"/><Relationship Id="rId61" Type="http://schemas.openxmlformats.org/officeDocument/2006/relationships/image" Target="../media/image392.png"/><Relationship Id="rId199" Type="http://schemas.openxmlformats.org/officeDocument/2006/relationships/customXml" Target="../ink/ink799.xml"/><Relationship Id="rId19" Type="http://schemas.openxmlformats.org/officeDocument/2006/relationships/image" Target="../media/image371.png"/><Relationship Id="rId224" Type="http://schemas.openxmlformats.org/officeDocument/2006/relationships/customXml" Target="../ink/ink816.xml"/><Relationship Id="rId266" Type="http://schemas.openxmlformats.org/officeDocument/2006/relationships/customXml" Target="../ink/ink846.xml"/><Relationship Id="rId431" Type="http://schemas.openxmlformats.org/officeDocument/2006/relationships/customXml" Target="../ink/ink953.xml"/><Relationship Id="rId473" Type="http://schemas.openxmlformats.org/officeDocument/2006/relationships/image" Target="../media/image550.png"/><Relationship Id="rId30" Type="http://schemas.openxmlformats.org/officeDocument/2006/relationships/customXml" Target="../ink/ink706.xml"/><Relationship Id="rId126" Type="http://schemas.openxmlformats.org/officeDocument/2006/relationships/customXml" Target="../ink/ink756.xml"/><Relationship Id="rId168" Type="http://schemas.openxmlformats.org/officeDocument/2006/relationships/image" Target="../media/image437.png"/><Relationship Id="rId333" Type="http://schemas.openxmlformats.org/officeDocument/2006/relationships/customXml" Target="../ink/ink904.xml"/><Relationship Id="rId72" Type="http://schemas.openxmlformats.org/officeDocument/2006/relationships/customXml" Target="../ink/ink727.xml"/><Relationship Id="rId375" Type="http://schemas.openxmlformats.org/officeDocument/2006/relationships/customXml" Target="../ink/ink925.xml"/><Relationship Id="rId3" Type="http://schemas.openxmlformats.org/officeDocument/2006/relationships/image" Target="../media/image363.png"/><Relationship Id="rId235" Type="http://schemas.openxmlformats.org/officeDocument/2006/relationships/customXml" Target="../ink/ink827.xml"/><Relationship Id="rId277" Type="http://schemas.openxmlformats.org/officeDocument/2006/relationships/customXml" Target="../ink/ink854.xml"/><Relationship Id="rId400" Type="http://schemas.openxmlformats.org/officeDocument/2006/relationships/image" Target="../media/image515.png"/><Relationship Id="rId442" Type="http://schemas.openxmlformats.org/officeDocument/2006/relationships/image" Target="../media/image536.png"/><Relationship Id="rId484" Type="http://schemas.openxmlformats.org/officeDocument/2006/relationships/customXml" Target="../ink/ink980.xml"/><Relationship Id="rId137" Type="http://schemas.openxmlformats.org/officeDocument/2006/relationships/customXml" Target="../ink/ink762.xml"/><Relationship Id="rId302" Type="http://schemas.openxmlformats.org/officeDocument/2006/relationships/customXml" Target="../ink/ink879.xml"/><Relationship Id="rId344" Type="http://schemas.openxmlformats.org/officeDocument/2006/relationships/image" Target="../media/image487.png"/><Relationship Id="rId41" Type="http://schemas.openxmlformats.org/officeDocument/2006/relationships/image" Target="../media/image382.png"/><Relationship Id="rId83" Type="http://schemas.openxmlformats.org/officeDocument/2006/relationships/image" Target="../media/image403.png"/><Relationship Id="rId179" Type="http://schemas.openxmlformats.org/officeDocument/2006/relationships/customXml" Target="../ink/ink789.xml"/><Relationship Id="rId386" Type="http://schemas.openxmlformats.org/officeDocument/2006/relationships/image" Target="../media/image508.png"/><Relationship Id="rId190" Type="http://schemas.openxmlformats.org/officeDocument/2006/relationships/image" Target="../media/image448.png"/><Relationship Id="rId204" Type="http://schemas.openxmlformats.org/officeDocument/2006/relationships/image" Target="../media/image455.png"/><Relationship Id="rId246" Type="http://schemas.openxmlformats.org/officeDocument/2006/relationships/customXml" Target="../ink/ink835.xml"/><Relationship Id="rId288" Type="http://schemas.openxmlformats.org/officeDocument/2006/relationships/customXml" Target="../ink/ink865.xml"/><Relationship Id="rId411" Type="http://schemas.openxmlformats.org/officeDocument/2006/relationships/customXml" Target="../ink/ink943.xml"/><Relationship Id="rId453" Type="http://schemas.openxmlformats.org/officeDocument/2006/relationships/image" Target="../media/image540.png"/><Relationship Id="rId509" Type="http://schemas.openxmlformats.org/officeDocument/2006/relationships/image" Target="../media/image568.png"/><Relationship Id="rId106" Type="http://schemas.openxmlformats.org/officeDocument/2006/relationships/customXml" Target="../ink/ink744.xml"/><Relationship Id="rId313" Type="http://schemas.openxmlformats.org/officeDocument/2006/relationships/customXml" Target="../ink/ink890.xml"/><Relationship Id="rId495" Type="http://schemas.openxmlformats.org/officeDocument/2006/relationships/image" Target="../media/image561.png"/><Relationship Id="rId10" Type="http://schemas.openxmlformats.org/officeDocument/2006/relationships/customXml" Target="../ink/ink696.xml"/><Relationship Id="rId52" Type="http://schemas.openxmlformats.org/officeDocument/2006/relationships/customXml" Target="../ink/ink717.xml"/><Relationship Id="rId94" Type="http://schemas.openxmlformats.org/officeDocument/2006/relationships/customXml" Target="../ink/ink738.xml"/><Relationship Id="rId148" Type="http://schemas.openxmlformats.org/officeDocument/2006/relationships/image" Target="../media/image433.png"/><Relationship Id="rId355" Type="http://schemas.openxmlformats.org/officeDocument/2006/relationships/customXml" Target="../ink/ink915.xml"/><Relationship Id="rId397" Type="http://schemas.openxmlformats.org/officeDocument/2006/relationships/customXml" Target="../ink/ink936.xml"/><Relationship Id="rId520" Type="http://schemas.openxmlformats.org/officeDocument/2006/relationships/customXml" Target="../ink/ink998.xml"/><Relationship Id="rId215" Type="http://schemas.openxmlformats.org/officeDocument/2006/relationships/customXml" Target="../ink/ink807.xml"/><Relationship Id="rId257" Type="http://schemas.openxmlformats.org/officeDocument/2006/relationships/image" Target="../media/image468.png"/><Relationship Id="rId422" Type="http://schemas.openxmlformats.org/officeDocument/2006/relationships/image" Target="../media/image526.png"/><Relationship Id="rId464" Type="http://schemas.openxmlformats.org/officeDocument/2006/relationships/customXml" Target="../ink/ink970.xml"/><Relationship Id="rId299" Type="http://schemas.openxmlformats.org/officeDocument/2006/relationships/customXml" Target="../ink/ink876.xml"/><Relationship Id="rId63" Type="http://schemas.openxmlformats.org/officeDocument/2006/relationships/image" Target="../media/image393.png"/><Relationship Id="rId159" Type="http://schemas.openxmlformats.org/officeDocument/2006/relationships/customXml" Target="../ink/ink777.xml"/><Relationship Id="rId366" Type="http://schemas.openxmlformats.org/officeDocument/2006/relationships/image" Target="../media/image498.png"/><Relationship Id="rId226" Type="http://schemas.openxmlformats.org/officeDocument/2006/relationships/customXml" Target="../ink/ink818.xml"/><Relationship Id="rId433" Type="http://schemas.openxmlformats.org/officeDocument/2006/relationships/customXml" Target="../ink/ink954.xml"/></Relationships>
</file>

<file path=ppt/slides/_rels/slide7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605.png"/><Relationship Id="rId21" Type="http://schemas.openxmlformats.org/officeDocument/2006/relationships/image" Target="../media/image396.png"/><Relationship Id="rId42" Type="http://schemas.openxmlformats.org/officeDocument/2006/relationships/customXml" Target="../ink/ink1022.xml"/><Relationship Id="rId63" Type="http://schemas.openxmlformats.org/officeDocument/2006/relationships/image" Target="../media/image578.png"/><Relationship Id="rId84" Type="http://schemas.openxmlformats.org/officeDocument/2006/relationships/customXml" Target="../ink/ink1043.xml"/><Relationship Id="rId138" Type="http://schemas.openxmlformats.org/officeDocument/2006/relationships/customXml" Target="../ink/ink1070.xml"/><Relationship Id="rId159" Type="http://schemas.openxmlformats.org/officeDocument/2006/relationships/image" Target="../media/image626.png"/><Relationship Id="rId170" Type="http://schemas.openxmlformats.org/officeDocument/2006/relationships/customXml" Target="../ink/ink1086.xml"/><Relationship Id="rId107" Type="http://schemas.openxmlformats.org/officeDocument/2006/relationships/image" Target="../media/image600.png"/><Relationship Id="rId11" Type="http://schemas.openxmlformats.org/officeDocument/2006/relationships/image" Target="../media/image391.png"/><Relationship Id="rId32" Type="http://schemas.openxmlformats.org/officeDocument/2006/relationships/customXml" Target="../ink/ink1017.xml"/><Relationship Id="rId53" Type="http://schemas.openxmlformats.org/officeDocument/2006/relationships/image" Target="../media/image412.png"/><Relationship Id="rId74" Type="http://schemas.openxmlformats.org/officeDocument/2006/relationships/customXml" Target="../ink/ink1038.xml"/><Relationship Id="rId128" Type="http://schemas.openxmlformats.org/officeDocument/2006/relationships/customXml" Target="../ink/ink1065.xml"/><Relationship Id="rId149" Type="http://schemas.openxmlformats.org/officeDocument/2006/relationships/image" Target="../media/image621.png"/><Relationship Id="rId5" Type="http://schemas.openxmlformats.org/officeDocument/2006/relationships/image" Target="../media/image388.png"/><Relationship Id="rId95" Type="http://schemas.openxmlformats.org/officeDocument/2006/relationships/image" Target="../media/image594.png"/><Relationship Id="rId160" Type="http://schemas.openxmlformats.org/officeDocument/2006/relationships/customXml" Target="../ink/ink1081.xml"/><Relationship Id="rId181" Type="http://schemas.openxmlformats.org/officeDocument/2006/relationships/image" Target="../media/image637.png"/><Relationship Id="rId22" Type="http://schemas.openxmlformats.org/officeDocument/2006/relationships/customXml" Target="../ink/ink1012.xml"/><Relationship Id="rId43" Type="http://schemas.openxmlformats.org/officeDocument/2006/relationships/image" Target="../media/image407.png"/><Relationship Id="rId64" Type="http://schemas.openxmlformats.org/officeDocument/2006/relationships/customXml" Target="../ink/ink1033.xml"/><Relationship Id="rId118" Type="http://schemas.openxmlformats.org/officeDocument/2006/relationships/customXml" Target="../ink/ink1060.xml"/><Relationship Id="rId139" Type="http://schemas.openxmlformats.org/officeDocument/2006/relationships/image" Target="../media/image616.png"/><Relationship Id="rId85" Type="http://schemas.openxmlformats.org/officeDocument/2006/relationships/image" Target="../media/image589.png"/><Relationship Id="rId150" Type="http://schemas.openxmlformats.org/officeDocument/2006/relationships/customXml" Target="../ink/ink1076.xml"/><Relationship Id="rId171" Type="http://schemas.openxmlformats.org/officeDocument/2006/relationships/image" Target="../media/image632.png"/><Relationship Id="rId12" Type="http://schemas.openxmlformats.org/officeDocument/2006/relationships/customXml" Target="../ink/ink1007.xml"/><Relationship Id="rId33" Type="http://schemas.openxmlformats.org/officeDocument/2006/relationships/image" Target="../media/image402.png"/><Relationship Id="rId108" Type="http://schemas.openxmlformats.org/officeDocument/2006/relationships/customXml" Target="../ink/ink1055.xml"/><Relationship Id="rId129" Type="http://schemas.openxmlformats.org/officeDocument/2006/relationships/image" Target="../media/image611.png"/><Relationship Id="rId54" Type="http://schemas.openxmlformats.org/officeDocument/2006/relationships/customXml" Target="../ink/ink1028.xml"/><Relationship Id="rId75" Type="http://schemas.openxmlformats.org/officeDocument/2006/relationships/image" Target="../media/image584.png"/><Relationship Id="rId96" Type="http://schemas.openxmlformats.org/officeDocument/2006/relationships/customXml" Target="../ink/ink1049.xml"/><Relationship Id="rId140" Type="http://schemas.openxmlformats.org/officeDocument/2006/relationships/customXml" Target="../ink/ink1071.xml"/><Relationship Id="rId161" Type="http://schemas.openxmlformats.org/officeDocument/2006/relationships/image" Target="../media/image627.png"/><Relationship Id="rId182" Type="http://schemas.openxmlformats.org/officeDocument/2006/relationships/customXml" Target="../ink/ink1092.xml"/><Relationship Id="rId6" Type="http://schemas.openxmlformats.org/officeDocument/2006/relationships/customXml" Target="../ink/ink1004.xml"/><Relationship Id="rId23" Type="http://schemas.openxmlformats.org/officeDocument/2006/relationships/image" Target="../media/image397.png"/><Relationship Id="rId119" Type="http://schemas.openxmlformats.org/officeDocument/2006/relationships/image" Target="../media/image606.png"/><Relationship Id="rId44" Type="http://schemas.openxmlformats.org/officeDocument/2006/relationships/customXml" Target="../ink/ink1023.xml"/><Relationship Id="rId65" Type="http://schemas.openxmlformats.org/officeDocument/2006/relationships/image" Target="../media/image579.png"/><Relationship Id="rId86" Type="http://schemas.openxmlformats.org/officeDocument/2006/relationships/customXml" Target="../ink/ink1044.xml"/><Relationship Id="rId130" Type="http://schemas.openxmlformats.org/officeDocument/2006/relationships/customXml" Target="../ink/ink1066.xml"/><Relationship Id="rId151" Type="http://schemas.openxmlformats.org/officeDocument/2006/relationships/image" Target="../media/image622.png"/><Relationship Id="rId172" Type="http://schemas.openxmlformats.org/officeDocument/2006/relationships/customXml" Target="../ink/ink1087.xml"/><Relationship Id="rId13" Type="http://schemas.openxmlformats.org/officeDocument/2006/relationships/image" Target="../media/image392.png"/><Relationship Id="rId18" Type="http://schemas.openxmlformats.org/officeDocument/2006/relationships/customXml" Target="../ink/ink1010.xml"/><Relationship Id="rId39" Type="http://schemas.openxmlformats.org/officeDocument/2006/relationships/image" Target="../media/image405.png"/><Relationship Id="rId109" Type="http://schemas.openxmlformats.org/officeDocument/2006/relationships/image" Target="../media/image601.png"/><Relationship Id="rId34" Type="http://schemas.openxmlformats.org/officeDocument/2006/relationships/customXml" Target="../ink/ink1018.xml"/><Relationship Id="rId50" Type="http://schemas.openxmlformats.org/officeDocument/2006/relationships/customXml" Target="../ink/ink1026.xml"/><Relationship Id="rId55" Type="http://schemas.openxmlformats.org/officeDocument/2006/relationships/image" Target="../media/image413.png"/><Relationship Id="rId76" Type="http://schemas.openxmlformats.org/officeDocument/2006/relationships/customXml" Target="../ink/ink1039.xml"/><Relationship Id="rId97" Type="http://schemas.openxmlformats.org/officeDocument/2006/relationships/image" Target="../media/image595.png"/><Relationship Id="rId104" Type="http://schemas.openxmlformats.org/officeDocument/2006/relationships/customXml" Target="../ink/ink1053.xml"/><Relationship Id="rId120" Type="http://schemas.openxmlformats.org/officeDocument/2006/relationships/customXml" Target="../ink/ink1061.xml"/><Relationship Id="rId125" Type="http://schemas.openxmlformats.org/officeDocument/2006/relationships/image" Target="../media/image609.png"/><Relationship Id="rId141" Type="http://schemas.openxmlformats.org/officeDocument/2006/relationships/image" Target="../media/image617.png"/><Relationship Id="rId146" Type="http://schemas.openxmlformats.org/officeDocument/2006/relationships/customXml" Target="../ink/ink1074.xml"/><Relationship Id="rId167" Type="http://schemas.openxmlformats.org/officeDocument/2006/relationships/image" Target="../media/image630.png"/><Relationship Id="rId7" Type="http://schemas.openxmlformats.org/officeDocument/2006/relationships/image" Target="../media/image389.png"/><Relationship Id="rId71" Type="http://schemas.openxmlformats.org/officeDocument/2006/relationships/image" Target="../media/image582.png"/><Relationship Id="rId92" Type="http://schemas.openxmlformats.org/officeDocument/2006/relationships/customXml" Target="../ink/ink1047.xml"/><Relationship Id="rId162" Type="http://schemas.openxmlformats.org/officeDocument/2006/relationships/customXml" Target="../ink/ink1082.xml"/><Relationship Id="rId183" Type="http://schemas.openxmlformats.org/officeDocument/2006/relationships/image" Target="../media/image638.png"/><Relationship Id="rId2" Type="http://schemas.openxmlformats.org/officeDocument/2006/relationships/customXml" Target="../ink/ink1002.xml"/><Relationship Id="rId29" Type="http://schemas.openxmlformats.org/officeDocument/2006/relationships/image" Target="../media/image400.png"/><Relationship Id="rId24" Type="http://schemas.openxmlformats.org/officeDocument/2006/relationships/customXml" Target="../ink/ink1013.xml"/><Relationship Id="rId40" Type="http://schemas.openxmlformats.org/officeDocument/2006/relationships/customXml" Target="../ink/ink1021.xml"/><Relationship Id="rId45" Type="http://schemas.openxmlformats.org/officeDocument/2006/relationships/image" Target="../media/image408.png"/><Relationship Id="rId66" Type="http://schemas.openxmlformats.org/officeDocument/2006/relationships/customXml" Target="../ink/ink1034.xml"/><Relationship Id="rId87" Type="http://schemas.openxmlformats.org/officeDocument/2006/relationships/image" Target="../media/image590.png"/><Relationship Id="rId110" Type="http://schemas.openxmlformats.org/officeDocument/2006/relationships/customXml" Target="../ink/ink1056.xml"/><Relationship Id="rId115" Type="http://schemas.openxmlformats.org/officeDocument/2006/relationships/image" Target="../media/image604.png"/><Relationship Id="rId131" Type="http://schemas.openxmlformats.org/officeDocument/2006/relationships/image" Target="../media/image612.png"/><Relationship Id="rId136" Type="http://schemas.openxmlformats.org/officeDocument/2006/relationships/customXml" Target="../ink/ink1069.xml"/><Relationship Id="rId157" Type="http://schemas.openxmlformats.org/officeDocument/2006/relationships/image" Target="../media/image625.png"/><Relationship Id="rId178" Type="http://schemas.openxmlformats.org/officeDocument/2006/relationships/customXml" Target="../ink/ink1090.xml"/><Relationship Id="rId61" Type="http://schemas.openxmlformats.org/officeDocument/2006/relationships/image" Target="../media/image416.png"/><Relationship Id="rId82" Type="http://schemas.openxmlformats.org/officeDocument/2006/relationships/customXml" Target="../ink/ink1042.xml"/><Relationship Id="rId152" Type="http://schemas.openxmlformats.org/officeDocument/2006/relationships/customXml" Target="../ink/ink1077.xml"/><Relationship Id="rId173" Type="http://schemas.openxmlformats.org/officeDocument/2006/relationships/image" Target="../media/image633.png"/><Relationship Id="rId19" Type="http://schemas.openxmlformats.org/officeDocument/2006/relationships/image" Target="../media/image395.png"/><Relationship Id="rId14" Type="http://schemas.openxmlformats.org/officeDocument/2006/relationships/customXml" Target="../ink/ink1008.xml"/><Relationship Id="rId30" Type="http://schemas.openxmlformats.org/officeDocument/2006/relationships/customXml" Target="../ink/ink1016.xml"/><Relationship Id="rId35" Type="http://schemas.openxmlformats.org/officeDocument/2006/relationships/image" Target="../media/image403.png"/><Relationship Id="rId56" Type="http://schemas.openxmlformats.org/officeDocument/2006/relationships/customXml" Target="../ink/ink1029.xml"/><Relationship Id="rId77" Type="http://schemas.openxmlformats.org/officeDocument/2006/relationships/image" Target="../media/image585.png"/><Relationship Id="rId100" Type="http://schemas.openxmlformats.org/officeDocument/2006/relationships/customXml" Target="../ink/ink1051.xml"/><Relationship Id="rId105" Type="http://schemas.openxmlformats.org/officeDocument/2006/relationships/image" Target="../media/image599.png"/><Relationship Id="rId126" Type="http://schemas.openxmlformats.org/officeDocument/2006/relationships/customXml" Target="../ink/ink1064.xml"/><Relationship Id="rId147" Type="http://schemas.openxmlformats.org/officeDocument/2006/relationships/image" Target="../media/image620.png"/><Relationship Id="rId168" Type="http://schemas.openxmlformats.org/officeDocument/2006/relationships/customXml" Target="../ink/ink1085.xml"/><Relationship Id="rId8" Type="http://schemas.openxmlformats.org/officeDocument/2006/relationships/customXml" Target="../ink/ink1005.xml"/><Relationship Id="rId51" Type="http://schemas.openxmlformats.org/officeDocument/2006/relationships/image" Target="../media/image411.png"/><Relationship Id="rId72" Type="http://schemas.openxmlformats.org/officeDocument/2006/relationships/customXml" Target="../ink/ink1037.xml"/><Relationship Id="rId93" Type="http://schemas.openxmlformats.org/officeDocument/2006/relationships/image" Target="../media/image593.png"/><Relationship Id="rId98" Type="http://schemas.openxmlformats.org/officeDocument/2006/relationships/customXml" Target="../ink/ink1050.xml"/><Relationship Id="rId121" Type="http://schemas.openxmlformats.org/officeDocument/2006/relationships/image" Target="../media/image607.png"/><Relationship Id="rId142" Type="http://schemas.openxmlformats.org/officeDocument/2006/relationships/customXml" Target="../ink/ink1072.xml"/><Relationship Id="rId163" Type="http://schemas.openxmlformats.org/officeDocument/2006/relationships/image" Target="../media/image628.png"/><Relationship Id="rId184" Type="http://schemas.openxmlformats.org/officeDocument/2006/relationships/customXml" Target="../ink/ink1093.xml"/><Relationship Id="rId3" Type="http://schemas.openxmlformats.org/officeDocument/2006/relationships/image" Target="../media/image387.png"/><Relationship Id="rId25" Type="http://schemas.openxmlformats.org/officeDocument/2006/relationships/image" Target="../media/image398.png"/><Relationship Id="rId46" Type="http://schemas.openxmlformats.org/officeDocument/2006/relationships/customXml" Target="../ink/ink1024.xml"/><Relationship Id="rId67" Type="http://schemas.openxmlformats.org/officeDocument/2006/relationships/image" Target="../media/image580.png"/><Relationship Id="rId116" Type="http://schemas.openxmlformats.org/officeDocument/2006/relationships/customXml" Target="../ink/ink1059.xml"/><Relationship Id="rId137" Type="http://schemas.openxmlformats.org/officeDocument/2006/relationships/image" Target="../media/image615.png"/><Relationship Id="rId158" Type="http://schemas.openxmlformats.org/officeDocument/2006/relationships/customXml" Target="../ink/ink1080.xml"/><Relationship Id="rId20" Type="http://schemas.openxmlformats.org/officeDocument/2006/relationships/customXml" Target="../ink/ink1011.xml"/><Relationship Id="rId41" Type="http://schemas.openxmlformats.org/officeDocument/2006/relationships/image" Target="../media/image406.png"/><Relationship Id="rId62" Type="http://schemas.openxmlformats.org/officeDocument/2006/relationships/customXml" Target="../ink/ink1032.xml"/><Relationship Id="rId83" Type="http://schemas.openxmlformats.org/officeDocument/2006/relationships/image" Target="../media/image588.png"/><Relationship Id="rId88" Type="http://schemas.openxmlformats.org/officeDocument/2006/relationships/customXml" Target="../ink/ink1045.xml"/><Relationship Id="rId111" Type="http://schemas.openxmlformats.org/officeDocument/2006/relationships/image" Target="../media/image602.png"/><Relationship Id="rId132" Type="http://schemas.openxmlformats.org/officeDocument/2006/relationships/customXml" Target="../ink/ink1067.xml"/><Relationship Id="rId153" Type="http://schemas.openxmlformats.org/officeDocument/2006/relationships/image" Target="../media/image623.png"/><Relationship Id="rId174" Type="http://schemas.openxmlformats.org/officeDocument/2006/relationships/customXml" Target="../ink/ink1088.xml"/><Relationship Id="rId179" Type="http://schemas.openxmlformats.org/officeDocument/2006/relationships/image" Target="../media/image636.png"/><Relationship Id="rId15" Type="http://schemas.openxmlformats.org/officeDocument/2006/relationships/image" Target="../media/image393.png"/><Relationship Id="rId36" Type="http://schemas.openxmlformats.org/officeDocument/2006/relationships/customXml" Target="../ink/ink1019.xml"/><Relationship Id="rId57" Type="http://schemas.openxmlformats.org/officeDocument/2006/relationships/image" Target="../media/image414.png"/><Relationship Id="rId106" Type="http://schemas.openxmlformats.org/officeDocument/2006/relationships/customXml" Target="../ink/ink1054.xml"/><Relationship Id="rId127" Type="http://schemas.openxmlformats.org/officeDocument/2006/relationships/image" Target="../media/image610.png"/><Relationship Id="rId10" Type="http://schemas.openxmlformats.org/officeDocument/2006/relationships/customXml" Target="../ink/ink1006.xml"/><Relationship Id="rId31" Type="http://schemas.openxmlformats.org/officeDocument/2006/relationships/image" Target="../media/image401.png"/><Relationship Id="rId52" Type="http://schemas.openxmlformats.org/officeDocument/2006/relationships/customXml" Target="../ink/ink1027.xml"/><Relationship Id="rId73" Type="http://schemas.openxmlformats.org/officeDocument/2006/relationships/image" Target="../media/image583.png"/><Relationship Id="rId78" Type="http://schemas.openxmlformats.org/officeDocument/2006/relationships/customXml" Target="../ink/ink1040.xml"/><Relationship Id="rId94" Type="http://schemas.openxmlformats.org/officeDocument/2006/relationships/customXml" Target="../ink/ink1048.xml"/><Relationship Id="rId99" Type="http://schemas.openxmlformats.org/officeDocument/2006/relationships/image" Target="../media/image596.png"/><Relationship Id="rId101" Type="http://schemas.openxmlformats.org/officeDocument/2006/relationships/image" Target="../media/image597.png"/><Relationship Id="rId122" Type="http://schemas.openxmlformats.org/officeDocument/2006/relationships/customXml" Target="../ink/ink1062.xml"/><Relationship Id="rId143" Type="http://schemas.openxmlformats.org/officeDocument/2006/relationships/image" Target="../media/image618.png"/><Relationship Id="rId148" Type="http://schemas.openxmlformats.org/officeDocument/2006/relationships/customXml" Target="../ink/ink1075.xml"/><Relationship Id="rId164" Type="http://schemas.openxmlformats.org/officeDocument/2006/relationships/customXml" Target="../ink/ink1083.xml"/><Relationship Id="rId169" Type="http://schemas.openxmlformats.org/officeDocument/2006/relationships/image" Target="../media/image631.png"/><Relationship Id="rId185" Type="http://schemas.openxmlformats.org/officeDocument/2006/relationships/image" Target="../media/image639.png"/><Relationship Id="rId4" Type="http://schemas.openxmlformats.org/officeDocument/2006/relationships/customXml" Target="../ink/ink1003.xml"/><Relationship Id="rId9" Type="http://schemas.openxmlformats.org/officeDocument/2006/relationships/image" Target="../media/image390.png"/><Relationship Id="rId180" Type="http://schemas.openxmlformats.org/officeDocument/2006/relationships/customXml" Target="../ink/ink1091.xml"/><Relationship Id="rId26" Type="http://schemas.openxmlformats.org/officeDocument/2006/relationships/customXml" Target="../ink/ink1014.xml"/><Relationship Id="rId47" Type="http://schemas.openxmlformats.org/officeDocument/2006/relationships/image" Target="../media/image409.png"/><Relationship Id="rId68" Type="http://schemas.openxmlformats.org/officeDocument/2006/relationships/customXml" Target="../ink/ink1035.xml"/><Relationship Id="rId89" Type="http://schemas.openxmlformats.org/officeDocument/2006/relationships/image" Target="../media/image591.png"/><Relationship Id="rId112" Type="http://schemas.openxmlformats.org/officeDocument/2006/relationships/customXml" Target="../ink/ink1057.xml"/><Relationship Id="rId133" Type="http://schemas.openxmlformats.org/officeDocument/2006/relationships/image" Target="../media/image613.png"/><Relationship Id="rId154" Type="http://schemas.openxmlformats.org/officeDocument/2006/relationships/customXml" Target="../ink/ink1078.xml"/><Relationship Id="rId175" Type="http://schemas.openxmlformats.org/officeDocument/2006/relationships/image" Target="../media/image634.png"/><Relationship Id="rId16" Type="http://schemas.openxmlformats.org/officeDocument/2006/relationships/customXml" Target="../ink/ink1009.xml"/><Relationship Id="rId37" Type="http://schemas.openxmlformats.org/officeDocument/2006/relationships/image" Target="../media/image404.png"/><Relationship Id="rId58" Type="http://schemas.openxmlformats.org/officeDocument/2006/relationships/customXml" Target="../ink/ink1030.xml"/><Relationship Id="rId79" Type="http://schemas.openxmlformats.org/officeDocument/2006/relationships/image" Target="../media/image586.png"/><Relationship Id="rId102" Type="http://schemas.openxmlformats.org/officeDocument/2006/relationships/customXml" Target="../ink/ink1052.xml"/><Relationship Id="rId123" Type="http://schemas.openxmlformats.org/officeDocument/2006/relationships/image" Target="../media/image608.png"/><Relationship Id="rId144" Type="http://schemas.openxmlformats.org/officeDocument/2006/relationships/customXml" Target="../ink/ink1073.xml"/><Relationship Id="rId90" Type="http://schemas.openxmlformats.org/officeDocument/2006/relationships/customXml" Target="../ink/ink1046.xml"/><Relationship Id="rId165" Type="http://schemas.openxmlformats.org/officeDocument/2006/relationships/image" Target="../media/image629.png"/><Relationship Id="rId186" Type="http://schemas.openxmlformats.org/officeDocument/2006/relationships/customXml" Target="../ink/ink1094.xml"/><Relationship Id="rId27" Type="http://schemas.openxmlformats.org/officeDocument/2006/relationships/image" Target="../media/image399.png"/><Relationship Id="rId48" Type="http://schemas.openxmlformats.org/officeDocument/2006/relationships/customXml" Target="../ink/ink1025.xml"/><Relationship Id="rId69" Type="http://schemas.openxmlformats.org/officeDocument/2006/relationships/image" Target="../media/image581.png"/><Relationship Id="rId113" Type="http://schemas.openxmlformats.org/officeDocument/2006/relationships/image" Target="../media/image603.png"/><Relationship Id="rId134" Type="http://schemas.openxmlformats.org/officeDocument/2006/relationships/customXml" Target="../ink/ink1068.xml"/><Relationship Id="rId80" Type="http://schemas.openxmlformats.org/officeDocument/2006/relationships/customXml" Target="../ink/ink1041.xml"/><Relationship Id="rId155" Type="http://schemas.openxmlformats.org/officeDocument/2006/relationships/image" Target="../media/image624.png"/><Relationship Id="rId176" Type="http://schemas.openxmlformats.org/officeDocument/2006/relationships/customXml" Target="../ink/ink1089.xml"/><Relationship Id="rId17" Type="http://schemas.openxmlformats.org/officeDocument/2006/relationships/image" Target="../media/image394.png"/><Relationship Id="rId38" Type="http://schemas.openxmlformats.org/officeDocument/2006/relationships/customXml" Target="../ink/ink1020.xml"/><Relationship Id="rId59" Type="http://schemas.openxmlformats.org/officeDocument/2006/relationships/image" Target="../media/image415.png"/><Relationship Id="rId103" Type="http://schemas.openxmlformats.org/officeDocument/2006/relationships/image" Target="../media/image598.png"/><Relationship Id="rId124" Type="http://schemas.openxmlformats.org/officeDocument/2006/relationships/customXml" Target="../ink/ink1063.xml"/><Relationship Id="rId70" Type="http://schemas.openxmlformats.org/officeDocument/2006/relationships/customXml" Target="../ink/ink1036.xml"/><Relationship Id="rId91" Type="http://schemas.openxmlformats.org/officeDocument/2006/relationships/image" Target="../media/image592.png"/><Relationship Id="rId145" Type="http://schemas.openxmlformats.org/officeDocument/2006/relationships/image" Target="../media/image619.png"/><Relationship Id="rId166" Type="http://schemas.openxmlformats.org/officeDocument/2006/relationships/customXml" Target="../ink/ink1084.xml"/><Relationship Id="rId187" Type="http://schemas.openxmlformats.org/officeDocument/2006/relationships/image" Target="../media/image640.png"/><Relationship Id="rId1" Type="http://schemas.openxmlformats.org/officeDocument/2006/relationships/slideLayout" Target="../slideLayouts/slideLayout7.xml"/><Relationship Id="rId28" Type="http://schemas.openxmlformats.org/officeDocument/2006/relationships/customXml" Target="../ink/ink1015.xml"/><Relationship Id="rId49" Type="http://schemas.openxmlformats.org/officeDocument/2006/relationships/image" Target="../media/image410.png"/><Relationship Id="rId114" Type="http://schemas.openxmlformats.org/officeDocument/2006/relationships/customXml" Target="../ink/ink1058.xml"/><Relationship Id="rId60" Type="http://schemas.openxmlformats.org/officeDocument/2006/relationships/customXml" Target="../ink/ink1031.xml"/><Relationship Id="rId81" Type="http://schemas.openxmlformats.org/officeDocument/2006/relationships/image" Target="../media/image587.png"/><Relationship Id="rId135" Type="http://schemas.openxmlformats.org/officeDocument/2006/relationships/image" Target="../media/image614.png"/><Relationship Id="rId156" Type="http://schemas.openxmlformats.org/officeDocument/2006/relationships/customXml" Target="../ink/ink1079.xml"/><Relationship Id="rId177" Type="http://schemas.openxmlformats.org/officeDocument/2006/relationships/image" Target="../media/image635.png"/></Relationships>
</file>

<file path=ppt/slides/_rels/slide8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659.png"/><Relationship Id="rId21" Type="http://schemas.openxmlformats.org/officeDocument/2006/relationships/image" Target="../media/image396.png"/><Relationship Id="rId42" Type="http://schemas.openxmlformats.org/officeDocument/2006/relationships/customXml" Target="../ink/ink1115.xml"/><Relationship Id="rId63" Type="http://schemas.openxmlformats.org/officeDocument/2006/relationships/image" Target="../media/image610.png"/><Relationship Id="rId84" Type="http://schemas.openxmlformats.org/officeDocument/2006/relationships/customXml" Target="../ink/ink1136.xml"/><Relationship Id="rId138" Type="http://schemas.openxmlformats.org/officeDocument/2006/relationships/customXml" Target="../ink/ink1163.xml"/><Relationship Id="rId159" Type="http://schemas.openxmlformats.org/officeDocument/2006/relationships/image" Target="../media/image680.png"/><Relationship Id="rId170" Type="http://schemas.openxmlformats.org/officeDocument/2006/relationships/customXml" Target="../ink/ink1179.xml"/><Relationship Id="rId191" Type="http://schemas.openxmlformats.org/officeDocument/2006/relationships/image" Target="../media/image696.png"/><Relationship Id="rId205" Type="http://schemas.openxmlformats.org/officeDocument/2006/relationships/image" Target="../media/image703.png"/><Relationship Id="rId107" Type="http://schemas.openxmlformats.org/officeDocument/2006/relationships/image" Target="../media/image654.png"/><Relationship Id="rId11" Type="http://schemas.openxmlformats.org/officeDocument/2006/relationships/image" Target="../media/image391.png"/><Relationship Id="rId32" Type="http://schemas.openxmlformats.org/officeDocument/2006/relationships/customXml" Target="../ink/ink1110.xml"/><Relationship Id="rId53" Type="http://schemas.openxmlformats.org/officeDocument/2006/relationships/image" Target="../media/image412.png"/><Relationship Id="rId74" Type="http://schemas.openxmlformats.org/officeDocument/2006/relationships/customXml" Target="../ink/ink1131.xml"/><Relationship Id="rId128" Type="http://schemas.openxmlformats.org/officeDocument/2006/relationships/customXml" Target="../ink/ink1158.xml"/><Relationship Id="rId149" Type="http://schemas.openxmlformats.org/officeDocument/2006/relationships/image" Target="../media/image675.png"/><Relationship Id="rId5" Type="http://schemas.openxmlformats.org/officeDocument/2006/relationships/image" Target="../media/image388.png"/><Relationship Id="rId95" Type="http://schemas.openxmlformats.org/officeDocument/2006/relationships/image" Target="../media/image648.png"/><Relationship Id="rId160" Type="http://schemas.openxmlformats.org/officeDocument/2006/relationships/customXml" Target="../ink/ink1174.xml"/><Relationship Id="rId181" Type="http://schemas.openxmlformats.org/officeDocument/2006/relationships/image" Target="../media/image691.png"/><Relationship Id="rId216" Type="http://schemas.openxmlformats.org/officeDocument/2006/relationships/customXml" Target="../ink/ink1202.xml"/><Relationship Id="rId22" Type="http://schemas.openxmlformats.org/officeDocument/2006/relationships/customXml" Target="../ink/ink1105.xml"/><Relationship Id="rId43" Type="http://schemas.openxmlformats.org/officeDocument/2006/relationships/image" Target="../media/image407.png"/><Relationship Id="rId64" Type="http://schemas.openxmlformats.org/officeDocument/2006/relationships/customXml" Target="../ink/ink1126.xml"/><Relationship Id="rId118" Type="http://schemas.openxmlformats.org/officeDocument/2006/relationships/customXml" Target="../ink/ink1153.xml"/><Relationship Id="rId139" Type="http://schemas.openxmlformats.org/officeDocument/2006/relationships/image" Target="../media/image670.png"/><Relationship Id="rId85" Type="http://schemas.openxmlformats.org/officeDocument/2006/relationships/image" Target="../media/image643.png"/><Relationship Id="rId150" Type="http://schemas.openxmlformats.org/officeDocument/2006/relationships/customXml" Target="../ink/ink1169.xml"/><Relationship Id="rId171" Type="http://schemas.openxmlformats.org/officeDocument/2006/relationships/image" Target="../media/image686.png"/><Relationship Id="rId192" Type="http://schemas.openxmlformats.org/officeDocument/2006/relationships/customXml" Target="../ink/ink1190.xml"/><Relationship Id="rId206" Type="http://schemas.openxmlformats.org/officeDocument/2006/relationships/customXml" Target="../ink/ink1197.xml"/><Relationship Id="rId12" Type="http://schemas.openxmlformats.org/officeDocument/2006/relationships/customXml" Target="../ink/ink1100.xml"/><Relationship Id="rId33" Type="http://schemas.openxmlformats.org/officeDocument/2006/relationships/image" Target="../media/image402.png"/><Relationship Id="rId108" Type="http://schemas.openxmlformats.org/officeDocument/2006/relationships/customXml" Target="../ink/ink1148.xml"/><Relationship Id="rId129" Type="http://schemas.openxmlformats.org/officeDocument/2006/relationships/image" Target="../media/image665.png"/><Relationship Id="rId54" Type="http://schemas.openxmlformats.org/officeDocument/2006/relationships/customXml" Target="../ink/ink1121.xml"/><Relationship Id="rId75" Type="http://schemas.openxmlformats.org/officeDocument/2006/relationships/image" Target="../media/image616.png"/><Relationship Id="rId96" Type="http://schemas.openxmlformats.org/officeDocument/2006/relationships/customXml" Target="../ink/ink1142.xml"/><Relationship Id="rId140" Type="http://schemas.openxmlformats.org/officeDocument/2006/relationships/customXml" Target="../ink/ink1164.xml"/><Relationship Id="rId161" Type="http://schemas.openxmlformats.org/officeDocument/2006/relationships/image" Target="../media/image681.png"/><Relationship Id="rId182" Type="http://schemas.openxmlformats.org/officeDocument/2006/relationships/customXml" Target="../ink/ink1185.xml"/><Relationship Id="rId217" Type="http://schemas.openxmlformats.org/officeDocument/2006/relationships/image" Target="../media/image709.png"/><Relationship Id="rId6" Type="http://schemas.openxmlformats.org/officeDocument/2006/relationships/customXml" Target="../ink/ink1097.xml"/><Relationship Id="rId23" Type="http://schemas.openxmlformats.org/officeDocument/2006/relationships/image" Target="../media/image397.png"/><Relationship Id="rId119" Type="http://schemas.openxmlformats.org/officeDocument/2006/relationships/image" Target="../media/image660.png"/><Relationship Id="rId44" Type="http://schemas.openxmlformats.org/officeDocument/2006/relationships/customXml" Target="../ink/ink1116.xml"/><Relationship Id="rId65" Type="http://schemas.openxmlformats.org/officeDocument/2006/relationships/image" Target="../media/image611.png"/><Relationship Id="rId86" Type="http://schemas.openxmlformats.org/officeDocument/2006/relationships/customXml" Target="../ink/ink1137.xml"/><Relationship Id="rId130" Type="http://schemas.openxmlformats.org/officeDocument/2006/relationships/customXml" Target="../ink/ink1159.xml"/><Relationship Id="rId151" Type="http://schemas.openxmlformats.org/officeDocument/2006/relationships/image" Target="../media/image676.png"/><Relationship Id="rId172" Type="http://schemas.openxmlformats.org/officeDocument/2006/relationships/customXml" Target="../ink/ink1180.xml"/><Relationship Id="rId193" Type="http://schemas.openxmlformats.org/officeDocument/2006/relationships/image" Target="../media/image697.png"/><Relationship Id="rId207" Type="http://schemas.openxmlformats.org/officeDocument/2006/relationships/image" Target="../media/image704.png"/><Relationship Id="rId13" Type="http://schemas.openxmlformats.org/officeDocument/2006/relationships/image" Target="../media/image392.png"/><Relationship Id="rId109" Type="http://schemas.openxmlformats.org/officeDocument/2006/relationships/image" Target="../media/image655.png"/><Relationship Id="rId34" Type="http://schemas.openxmlformats.org/officeDocument/2006/relationships/customXml" Target="../ink/ink1111.xml"/><Relationship Id="rId55" Type="http://schemas.openxmlformats.org/officeDocument/2006/relationships/image" Target="../media/image413.png"/><Relationship Id="rId76" Type="http://schemas.openxmlformats.org/officeDocument/2006/relationships/customXml" Target="../ink/ink1132.xml"/><Relationship Id="rId97" Type="http://schemas.openxmlformats.org/officeDocument/2006/relationships/image" Target="../media/image649.png"/><Relationship Id="rId120" Type="http://schemas.openxmlformats.org/officeDocument/2006/relationships/customXml" Target="../ink/ink1154.xml"/><Relationship Id="rId141" Type="http://schemas.openxmlformats.org/officeDocument/2006/relationships/image" Target="../media/image671.png"/><Relationship Id="rId7" Type="http://schemas.openxmlformats.org/officeDocument/2006/relationships/image" Target="../media/image389.png"/><Relationship Id="rId162" Type="http://schemas.openxmlformats.org/officeDocument/2006/relationships/customXml" Target="../ink/ink1175.xml"/><Relationship Id="rId183" Type="http://schemas.openxmlformats.org/officeDocument/2006/relationships/image" Target="../media/image692.png"/><Relationship Id="rId218" Type="http://schemas.openxmlformats.org/officeDocument/2006/relationships/customXml" Target="../ink/ink1203.xml"/><Relationship Id="rId24" Type="http://schemas.openxmlformats.org/officeDocument/2006/relationships/customXml" Target="../ink/ink1106.xml"/><Relationship Id="rId45" Type="http://schemas.openxmlformats.org/officeDocument/2006/relationships/image" Target="../media/image408.png"/><Relationship Id="rId66" Type="http://schemas.openxmlformats.org/officeDocument/2006/relationships/customXml" Target="../ink/ink1127.xml"/><Relationship Id="rId87" Type="http://schemas.openxmlformats.org/officeDocument/2006/relationships/image" Target="../media/image644.png"/><Relationship Id="rId110" Type="http://schemas.openxmlformats.org/officeDocument/2006/relationships/customXml" Target="../ink/ink1149.xml"/><Relationship Id="rId131" Type="http://schemas.openxmlformats.org/officeDocument/2006/relationships/image" Target="../media/image666.png"/><Relationship Id="rId152" Type="http://schemas.openxmlformats.org/officeDocument/2006/relationships/customXml" Target="../ink/ink1170.xml"/><Relationship Id="rId173" Type="http://schemas.openxmlformats.org/officeDocument/2006/relationships/image" Target="../media/image687.png"/><Relationship Id="rId194" Type="http://schemas.openxmlformats.org/officeDocument/2006/relationships/customXml" Target="../ink/ink1191.xml"/><Relationship Id="rId208" Type="http://schemas.openxmlformats.org/officeDocument/2006/relationships/customXml" Target="../ink/ink1198.xml"/><Relationship Id="rId14" Type="http://schemas.openxmlformats.org/officeDocument/2006/relationships/customXml" Target="../ink/ink1101.xml"/><Relationship Id="rId35" Type="http://schemas.openxmlformats.org/officeDocument/2006/relationships/image" Target="../media/image403.png"/><Relationship Id="rId56" Type="http://schemas.openxmlformats.org/officeDocument/2006/relationships/customXml" Target="../ink/ink1122.xml"/><Relationship Id="rId77" Type="http://schemas.openxmlformats.org/officeDocument/2006/relationships/image" Target="../media/image617.png"/><Relationship Id="rId100" Type="http://schemas.openxmlformats.org/officeDocument/2006/relationships/customXml" Target="../ink/ink1144.xml"/><Relationship Id="rId8" Type="http://schemas.openxmlformats.org/officeDocument/2006/relationships/customXml" Target="../ink/ink1098.xml"/><Relationship Id="rId51" Type="http://schemas.openxmlformats.org/officeDocument/2006/relationships/image" Target="../media/image411.png"/><Relationship Id="rId72" Type="http://schemas.openxmlformats.org/officeDocument/2006/relationships/customXml" Target="../ink/ink1130.xml"/><Relationship Id="rId93" Type="http://schemas.openxmlformats.org/officeDocument/2006/relationships/image" Target="../media/image647.png"/><Relationship Id="rId98" Type="http://schemas.openxmlformats.org/officeDocument/2006/relationships/customXml" Target="../ink/ink1143.xml"/><Relationship Id="rId121" Type="http://schemas.openxmlformats.org/officeDocument/2006/relationships/image" Target="../media/image661.png"/><Relationship Id="rId142" Type="http://schemas.openxmlformats.org/officeDocument/2006/relationships/customXml" Target="../ink/ink1165.xml"/><Relationship Id="rId163" Type="http://schemas.openxmlformats.org/officeDocument/2006/relationships/image" Target="../media/image682.png"/><Relationship Id="rId184" Type="http://schemas.openxmlformats.org/officeDocument/2006/relationships/customXml" Target="../ink/ink1186.xml"/><Relationship Id="rId189" Type="http://schemas.openxmlformats.org/officeDocument/2006/relationships/image" Target="../media/image695.png"/><Relationship Id="rId219" Type="http://schemas.openxmlformats.org/officeDocument/2006/relationships/image" Target="../media/image710.png"/><Relationship Id="rId3" Type="http://schemas.openxmlformats.org/officeDocument/2006/relationships/image" Target="../media/image387.png"/><Relationship Id="rId214" Type="http://schemas.openxmlformats.org/officeDocument/2006/relationships/customXml" Target="../ink/ink1201.xml"/><Relationship Id="rId25" Type="http://schemas.openxmlformats.org/officeDocument/2006/relationships/image" Target="../media/image398.png"/><Relationship Id="rId46" Type="http://schemas.openxmlformats.org/officeDocument/2006/relationships/customXml" Target="../ink/ink1117.xml"/><Relationship Id="rId67" Type="http://schemas.openxmlformats.org/officeDocument/2006/relationships/image" Target="../media/image612.png"/><Relationship Id="rId116" Type="http://schemas.openxmlformats.org/officeDocument/2006/relationships/customXml" Target="../ink/ink1152.xml"/><Relationship Id="rId137" Type="http://schemas.openxmlformats.org/officeDocument/2006/relationships/image" Target="../media/image669.png"/><Relationship Id="rId158" Type="http://schemas.openxmlformats.org/officeDocument/2006/relationships/customXml" Target="../ink/ink1173.xml"/><Relationship Id="rId20" Type="http://schemas.openxmlformats.org/officeDocument/2006/relationships/customXml" Target="../ink/ink1104.xml"/><Relationship Id="rId41" Type="http://schemas.openxmlformats.org/officeDocument/2006/relationships/image" Target="../media/image406.png"/><Relationship Id="rId62" Type="http://schemas.openxmlformats.org/officeDocument/2006/relationships/customXml" Target="../ink/ink1125.xml"/><Relationship Id="rId83" Type="http://schemas.openxmlformats.org/officeDocument/2006/relationships/image" Target="../media/image642.png"/><Relationship Id="rId88" Type="http://schemas.openxmlformats.org/officeDocument/2006/relationships/customXml" Target="../ink/ink1138.xml"/><Relationship Id="rId111" Type="http://schemas.openxmlformats.org/officeDocument/2006/relationships/image" Target="../media/image656.png"/><Relationship Id="rId132" Type="http://schemas.openxmlformats.org/officeDocument/2006/relationships/customXml" Target="../ink/ink1160.xml"/><Relationship Id="rId153" Type="http://schemas.openxmlformats.org/officeDocument/2006/relationships/image" Target="../media/image677.png"/><Relationship Id="rId174" Type="http://schemas.openxmlformats.org/officeDocument/2006/relationships/customXml" Target="../ink/ink1181.xml"/><Relationship Id="rId179" Type="http://schemas.openxmlformats.org/officeDocument/2006/relationships/image" Target="../media/image690.png"/><Relationship Id="rId195" Type="http://schemas.openxmlformats.org/officeDocument/2006/relationships/image" Target="../media/image698.png"/><Relationship Id="rId209" Type="http://schemas.openxmlformats.org/officeDocument/2006/relationships/image" Target="../media/image705.png"/><Relationship Id="rId190" Type="http://schemas.openxmlformats.org/officeDocument/2006/relationships/customXml" Target="../ink/ink1189.xml"/><Relationship Id="rId204" Type="http://schemas.openxmlformats.org/officeDocument/2006/relationships/customXml" Target="../ink/ink1196.xml"/><Relationship Id="rId220" Type="http://schemas.openxmlformats.org/officeDocument/2006/relationships/customXml" Target="../ink/ink1204.xml"/><Relationship Id="rId15" Type="http://schemas.openxmlformats.org/officeDocument/2006/relationships/image" Target="../media/image393.png"/><Relationship Id="rId36" Type="http://schemas.openxmlformats.org/officeDocument/2006/relationships/customXml" Target="../ink/ink1112.xml"/><Relationship Id="rId57" Type="http://schemas.openxmlformats.org/officeDocument/2006/relationships/image" Target="../media/image414.png"/><Relationship Id="rId106" Type="http://schemas.openxmlformats.org/officeDocument/2006/relationships/customXml" Target="../ink/ink1147.xml"/><Relationship Id="rId127" Type="http://schemas.openxmlformats.org/officeDocument/2006/relationships/image" Target="../media/image664.png"/><Relationship Id="rId10" Type="http://schemas.openxmlformats.org/officeDocument/2006/relationships/customXml" Target="../ink/ink1099.xml"/><Relationship Id="rId31" Type="http://schemas.openxmlformats.org/officeDocument/2006/relationships/image" Target="../media/image401.png"/><Relationship Id="rId52" Type="http://schemas.openxmlformats.org/officeDocument/2006/relationships/customXml" Target="../ink/ink1120.xml"/><Relationship Id="rId73" Type="http://schemas.openxmlformats.org/officeDocument/2006/relationships/image" Target="../media/image615.png"/><Relationship Id="rId78" Type="http://schemas.openxmlformats.org/officeDocument/2006/relationships/customXml" Target="../ink/ink1133.xml"/><Relationship Id="rId94" Type="http://schemas.openxmlformats.org/officeDocument/2006/relationships/customXml" Target="../ink/ink1141.xml"/><Relationship Id="rId99" Type="http://schemas.openxmlformats.org/officeDocument/2006/relationships/image" Target="../media/image650.png"/><Relationship Id="rId101" Type="http://schemas.openxmlformats.org/officeDocument/2006/relationships/image" Target="../media/image651.png"/><Relationship Id="rId122" Type="http://schemas.openxmlformats.org/officeDocument/2006/relationships/customXml" Target="../ink/ink1155.xml"/><Relationship Id="rId143" Type="http://schemas.openxmlformats.org/officeDocument/2006/relationships/image" Target="../media/image672.png"/><Relationship Id="rId148" Type="http://schemas.openxmlformats.org/officeDocument/2006/relationships/customXml" Target="../ink/ink1168.xml"/><Relationship Id="rId164" Type="http://schemas.openxmlformats.org/officeDocument/2006/relationships/customXml" Target="../ink/ink1176.xml"/><Relationship Id="rId169" Type="http://schemas.openxmlformats.org/officeDocument/2006/relationships/image" Target="../media/image685.png"/><Relationship Id="rId185" Type="http://schemas.openxmlformats.org/officeDocument/2006/relationships/image" Target="../media/image693.png"/><Relationship Id="rId4" Type="http://schemas.openxmlformats.org/officeDocument/2006/relationships/customXml" Target="../ink/ink1096.xml"/><Relationship Id="rId9" Type="http://schemas.openxmlformats.org/officeDocument/2006/relationships/image" Target="../media/image390.png"/><Relationship Id="rId180" Type="http://schemas.openxmlformats.org/officeDocument/2006/relationships/customXml" Target="../ink/ink1184.xml"/><Relationship Id="rId210" Type="http://schemas.openxmlformats.org/officeDocument/2006/relationships/customXml" Target="../ink/ink1199.xml"/><Relationship Id="rId215" Type="http://schemas.openxmlformats.org/officeDocument/2006/relationships/image" Target="../media/image708.png"/><Relationship Id="rId26" Type="http://schemas.openxmlformats.org/officeDocument/2006/relationships/customXml" Target="../ink/ink1107.xml"/><Relationship Id="rId47" Type="http://schemas.openxmlformats.org/officeDocument/2006/relationships/image" Target="../media/image409.png"/><Relationship Id="rId68" Type="http://schemas.openxmlformats.org/officeDocument/2006/relationships/customXml" Target="../ink/ink1128.xml"/><Relationship Id="rId89" Type="http://schemas.openxmlformats.org/officeDocument/2006/relationships/image" Target="../media/image645.png"/><Relationship Id="rId112" Type="http://schemas.openxmlformats.org/officeDocument/2006/relationships/customXml" Target="../ink/ink1150.xml"/><Relationship Id="rId133" Type="http://schemas.openxmlformats.org/officeDocument/2006/relationships/image" Target="../media/image667.png"/><Relationship Id="rId154" Type="http://schemas.openxmlformats.org/officeDocument/2006/relationships/customXml" Target="../ink/ink1171.xml"/><Relationship Id="rId175" Type="http://schemas.openxmlformats.org/officeDocument/2006/relationships/image" Target="../media/image688.png"/><Relationship Id="rId196" Type="http://schemas.openxmlformats.org/officeDocument/2006/relationships/customXml" Target="../ink/ink1192.xml"/><Relationship Id="rId200" Type="http://schemas.openxmlformats.org/officeDocument/2006/relationships/customXml" Target="../ink/ink1194.xml"/><Relationship Id="rId16" Type="http://schemas.openxmlformats.org/officeDocument/2006/relationships/customXml" Target="../ink/ink1102.xml"/><Relationship Id="rId221" Type="http://schemas.openxmlformats.org/officeDocument/2006/relationships/image" Target="../media/image711.png"/><Relationship Id="rId37" Type="http://schemas.openxmlformats.org/officeDocument/2006/relationships/image" Target="../media/image404.png"/><Relationship Id="rId58" Type="http://schemas.openxmlformats.org/officeDocument/2006/relationships/customXml" Target="../ink/ink1123.xml"/><Relationship Id="rId79" Type="http://schemas.openxmlformats.org/officeDocument/2006/relationships/image" Target="../media/image618.png"/><Relationship Id="rId102" Type="http://schemas.openxmlformats.org/officeDocument/2006/relationships/customXml" Target="../ink/ink1145.xml"/><Relationship Id="rId123" Type="http://schemas.openxmlformats.org/officeDocument/2006/relationships/image" Target="../media/image662.png"/><Relationship Id="rId144" Type="http://schemas.openxmlformats.org/officeDocument/2006/relationships/customXml" Target="../ink/ink1166.xml"/><Relationship Id="rId90" Type="http://schemas.openxmlformats.org/officeDocument/2006/relationships/customXml" Target="../ink/ink1139.xml"/><Relationship Id="rId165" Type="http://schemas.openxmlformats.org/officeDocument/2006/relationships/image" Target="../media/image683.png"/><Relationship Id="rId186" Type="http://schemas.openxmlformats.org/officeDocument/2006/relationships/customXml" Target="../ink/ink1187.xml"/><Relationship Id="rId211" Type="http://schemas.openxmlformats.org/officeDocument/2006/relationships/image" Target="../media/image706.png"/><Relationship Id="rId27" Type="http://schemas.openxmlformats.org/officeDocument/2006/relationships/image" Target="../media/image399.png"/><Relationship Id="rId48" Type="http://schemas.openxmlformats.org/officeDocument/2006/relationships/customXml" Target="../ink/ink1118.xml"/><Relationship Id="rId69" Type="http://schemas.openxmlformats.org/officeDocument/2006/relationships/image" Target="../media/image613.png"/><Relationship Id="rId113" Type="http://schemas.openxmlformats.org/officeDocument/2006/relationships/image" Target="../media/image657.png"/><Relationship Id="rId134" Type="http://schemas.openxmlformats.org/officeDocument/2006/relationships/customXml" Target="../ink/ink1161.xml"/><Relationship Id="rId80" Type="http://schemas.openxmlformats.org/officeDocument/2006/relationships/customXml" Target="../ink/ink1134.xml"/><Relationship Id="rId155" Type="http://schemas.openxmlformats.org/officeDocument/2006/relationships/image" Target="../media/image678.png"/><Relationship Id="rId176" Type="http://schemas.openxmlformats.org/officeDocument/2006/relationships/customXml" Target="../ink/ink1182.xml"/><Relationship Id="rId197" Type="http://schemas.openxmlformats.org/officeDocument/2006/relationships/image" Target="../media/image699.png"/><Relationship Id="rId201" Type="http://schemas.openxmlformats.org/officeDocument/2006/relationships/image" Target="../media/image701.png"/><Relationship Id="rId222" Type="http://schemas.openxmlformats.org/officeDocument/2006/relationships/customXml" Target="../ink/ink1205.xml"/><Relationship Id="rId17" Type="http://schemas.openxmlformats.org/officeDocument/2006/relationships/image" Target="../media/image394.png"/><Relationship Id="rId38" Type="http://schemas.openxmlformats.org/officeDocument/2006/relationships/customXml" Target="../ink/ink1113.xml"/><Relationship Id="rId59" Type="http://schemas.openxmlformats.org/officeDocument/2006/relationships/image" Target="../media/image415.png"/><Relationship Id="rId103" Type="http://schemas.openxmlformats.org/officeDocument/2006/relationships/image" Target="../media/image652.png"/><Relationship Id="rId124" Type="http://schemas.openxmlformats.org/officeDocument/2006/relationships/customXml" Target="../ink/ink1156.xml"/><Relationship Id="rId70" Type="http://schemas.openxmlformats.org/officeDocument/2006/relationships/customXml" Target="../ink/ink1129.xml"/><Relationship Id="rId91" Type="http://schemas.openxmlformats.org/officeDocument/2006/relationships/image" Target="../media/image646.png"/><Relationship Id="rId145" Type="http://schemas.openxmlformats.org/officeDocument/2006/relationships/image" Target="../media/image673.png"/><Relationship Id="rId166" Type="http://schemas.openxmlformats.org/officeDocument/2006/relationships/customXml" Target="../ink/ink1177.xml"/><Relationship Id="rId187" Type="http://schemas.openxmlformats.org/officeDocument/2006/relationships/image" Target="../media/image694.png"/><Relationship Id="rId1" Type="http://schemas.openxmlformats.org/officeDocument/2006/relationships/slideLayout" Target="../slideLayouts/slideLayout2.xml"/><Relationship Id="rId212" Type="http://schemas.openxmlformats.org/officeDocument/2006/relationships/customXml" Target="../ink/ink1200.xml"/><Relationship Id="rId28" Type="http://schemas.openxmlformats.org/officeDocument/2006/relationships/customXml" Target="../ink/ink1108.xml"/><Relationship Id="rId49" Type="http://schemas.openxmlformats.org/officeDocument/2006/relationships/image" Target="../media/image410.png"/><Relationship Id="rId114" Type="http://schemas.openxmlformats.org/officeDocument/2006/relationships/customXml" Target="../ink/ink1151.xml"/><Relationship Id="rId60" Type="http://schemas.openxmlformats.org/officeDocument/2006/relationships/customXml" Target="../ink/ink1124.xml"/><Relationship Id="rId81" Type="http://schemas.openxmlformats.org/officeDocument/2006/relationships/image" Target="../media/image641.png"/><Relationship Id="rId135" Type="http://schemas.openxmlformats.org/officeDocument/2006/relationships/image" Target="../media/image668.png"/><Relationship Id="rId156" Type="http://schemas.openxmlformats.org/officeDocument/2006/relationships/customXml" Target="../ink/ink1172.xml"/><Relationship Id="rId177" Type="http://schemas.openxmlformats.org/officeDocument/2006/relationships/image" Target="../media/image689.png"/><Relationship Id="rId198" Type="http://schemas.openxmlformats.org/officeDocument/2006/relationships/customXml" Target="../ink/ink1193.xml"/><Relationship Id="rId202" Type="http://schemas.openxmlformats.org/officeDocument/2006/relationships/customXml" Target="../ink/ink1195.xml"/><Relationship Id="rId223" Type="http://schemas.openxmlformats.org/officeDocument/2006/relationships/image" Target="../media/image712.png"/><Relationship Id="rId18" Type="http://schemas.openxmlformats.org/officeDocument/2006/relationships/customXml" Target="../ink/ink1103.xml"/><Relationship Id="rId39" Type="http://schemas.openxmlformats.org/officeDocument/2006/relationships/image" Target="../media/image405.png"/><Relationship Id="rId50" Type="http://schemas.openxmlformats.org/officeDocument/2006/relationships/customXml" Target="../ink/ink1119.xml"/><Relationship Id="rId104" Type="http://schemas.openxmlformats.org/officeDocument/2006/relationships/customXml" Target="../ink/ink1146.xml"/><Relationship Id="rId125" Type="http://schemas.openxmlformats.org/officeDocument/2006/relationships/image" Target="../media/image663.png"/><Relationship Id="rId146" Type="http://schemas.openxmlformats.org/officeDocument/2006/relationships/customXml" Target="../ink/ink1167.xml"/><Relationship Id="rId167" Type="http://schemas.openxmlformats.org/officeDocument/2006/relationships/image" Target="../media/image684.png"/><Relationship Id="rId188" Type="http://schemas.openxmlformats.org/officeDocument/2006/relationships/customXml" Target="../ink/ink1188.xml"/><Relationship Id="rId71" Type="http://schemas.openxmlformats.org/officeDocument/2006/relationships/image" Target="../media/image614.png"/><Relationship Id="rId92" Type="http://schemas.openxmlformats.org/officeDocument/2006/relationships/customXml" Target="../ink/ink1140.xml"/><Relationship Id="rId213" Type="http://schemas.openxmlformats.org/officeDocument/2006/relationships/image" Target="../media/image707.png"/><Relationship Id="rId2" Type="http://schemas.openxmlformats.org/officeDocument/2006/relationships/customXml" Target="../ink/ink1095.xml"/><Relationship Id="rId29" Type="http://schemas.openxmlformats.org/officeDocument/2006/relationships/image" Target="../media/image400.png"/><Relationship Id="rId40" Type="http://schemas.openxmlformats.org/officeDocument/2006/relationships/customXml" Target="../ink/ink1114.xml"/><Relationship Id="rId115" Type="http://schemas.openxmlformats.org/officeDocument/2006/relationships/image" Target="../media/image658.png"/><Relationship Id="rId136" Type="http://schemas.openxmlformats.org/officeDocument/2006/relationships/customXml" Target="../ink/ink1162.xml"/><Relationship Id="rId157" Type="http://schemas.openxmlformats.org/officeDocument/2006/relationships/image" Target="../media/image679.png"/><Relationship Id="rId178" Type="http://schemas.openxmlformats.org/officeDocument/2006/relationships/customXml" Target="../ink/ink1183.xml"/><Relationship Id="rId61" Type="http://schemas.openxmlformats.org/officeDocument/2006/relationships/image" Target="../media/image416.png"/><Relationship Id="rId82" Type="http://schemas.openxmlformats.org/officeDocument/2006/relationships/customXml" Target="../ink/ink1135.xml"/><Relationship Id="rId199" Type="http://schemas.openxmlformats.org/officeDocument/2006/relationships/image" Target="../media/image700.png"/><Relationship Id="rId203" Type="http://schemas.openxmlformats.org/officeDocument/2006/relationships/image" Target="../media/image702.png"/><Relationship Id="rId19" Type="http://schemas.openxmlformats.org/officeDocument/2006/relationships/image" Target="../media/image395.png"/><Relationship Id="rId30" Type="http://schemas.openxmlformats.org/officeDocument/2006/relationships/customXml" Target="../ink/ink1109.xml"/><Relationship Id="rId105" Type="http://schemas.openxmlformats.org/officeDocument/2006/relationships/image" Target="../media/image653.png"/><Relationship Id="rId126" Type="http://schemas.openxmlformats.org/officeDocument/2006/relationships/customXml" Target="../ink/ink1157.xml"/><Relationship Id="rId147" Type="http://schemas.openxmlformats.org/officeDocument/2006/relationships/image" Target="../media/image674.png"/><Relationship Id="rId168" Type="http://schemas.openxmlformats.org/officeDocument/2006/relationships/customXml" Target="../ink/ink1178.xml"/></Relationships>
</file>

<file path=ppt/slides/_rels/slide9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731.png"/><Relationship Id="rId299" Type="http://schemas.openxmlformats.org/officeDocument/2006/relationships/image" Target="../media/image822.png"/><Relationship Id="rId21" Type="http://schemas.openxmlformats.org/officeDocument/2006/relationships/image" Target="../media/image396.png"/><Relationship Id="rId63" Type="http://schemas.openxmlformats.org/officeDocument/2006/relationships/image" Target="../media/image610.png"/><Relationship Id="rId159" Type="http://schemas.openxmlformats.org/officeDocument/2006/relationships/image" Target="../media/image752.png"/><Relationship Id="rId324" Type="http://schemas.openxmlformats.org/officeDocument/2006/relationships/customXml" Target="../ink/ink1367.xml"/><Relationship Id="rId366" Type="http://schemas.openxmlformats.org/officeDocument/2006/relationships/customXml" Target="../ink/ink1388.xml"/><Relationship Id="rId170" Type="http://schemas.openxmlformats.org/officeDocument/2006/relationships/customXml" Target="../ink/ink1290.xml"/><Relationship Id="rId226" Type="http://schemas.openxmlformats.org/officeDocument/2006/relationships/customXml" Target="../ink/ink1318.xml"/><Relationship Id="rId433" Type="http://schemas.openxmlformats.org/officeDocument/2006/relationships/image" Target="../media/image889.png"/><Relationship Id="rId268" Type="http://schemas.openxmlformats.org/officeDocument/2006/relationships/customXml" Target="../ink/ink1339.xml"/><Relationship Id="rId475" Type="http://schemas.openxmlformats.org/officeDocument/2006/relationships/image" Target="../media/image910.png"/><Relationship Id="rId32" Type="http://schemas.openxmlformats.org/officeDocument/2006/relationships/customXml" Target="../ink/ink1221.xml"/><Relationship Id="rId74" Type="http://schemas.openxmlformats.org/officeDocument/2006/relationships/customXml" Target="../ink/ink1242.xml"/><Relationship Id="rId128" Type="http://schemas.openxmlformats.org/officeDocument/2006/relationships/customXml" Target="../ink/ink1269.xml"/><Relationship Id="rId335" Type="http://schemas.openxmlformats.org/officeDocument/2006/relationships/image" Target="../media/image840.png"/><Relationship Id="rId377" Type="http://schemas.openxmlformats.org/officeDocument/2006/relationships/image" Target="../media/image861.png"/><Relationship Id="rId500" Type="http://schemas.openxmlformats.org/officeDocument/2006/relationships/customXml" Target="../ink/ink1455.xml"/><Relationship Id="rId5" Type="http://schemas.openxmlformats.org/officeDocument/2006/relationships/image" Target="../media/image388.png"/><Relationship Id="rId181" Type="http://schemas.openxmlformats.org/officeDocument/2006/relationships/image" Target="../media/image763.png"/><Relationship Id="rId237" Type="http://schemas.openxmlformats.org/officeDocument/2006/relationships/image" Target="../media/image791.png"/><Relationship Id="rId402" Type="http://schemas.openxmlformats.org/officeDocument/2006/relationships/customXml" Target="../ink/ink1406.xml"/><Relationship Id="rId279" Type="http://schemas.openxmlformats.org/officeDocument/2006/relationships/image" Target="../media/image812.png"/><Relationship Id="rId444" Type="http://schemas.openxmlformats.org/officeDocument/2006/relationships/customXml" Target="../ink/ink1427.xml"/><Relationship Id="rId486" Type="http://schemas.openxmlformats.org/officeDocument/2006/relationships/customXml" Target="../ink/ink1448.xml"/><Relationship Id="rId43" Type="http://schemas.openxmlformats.org/officeDocument/2006/relationships/image" Target="../media/image407.png"/><Relationship Id="rId139" Type="http://schemas.openxmlformats.org/officeDocument/2006/relationships/image" Target="../media/image742.png"/><Relationship Id="rId290" Type="http://schemas.openxmlformats.org/officeDocument/2006/relationships/customXml" Target="../ink/ink1350.xml"/><Relationship Id="rId304" Type="http://schemas.openxmlformats.org/officeDocument/2006/relationships/customXml" Target="../ink/ink1357.xml"/><Relationship Id="rId346" Type="http://schemas.openxmlformats.org/officeDocument/2006/relationships/customXml" Target="../ink/ink1378.xml"/><Relationship Id="rId388" Type="http://schemas.openxmlformats.org/officeDocument/2006/relationships/customXml" Target="../ink/ink1399.xml"/><Relationship Id="rId85" Type="http://schemas.openxmlformats.org/officeDocument/2006/relationships/image" Target="../media/image715.png"/><Relationship Id="rId150" Type="http://schemas.openxmlformats.org/officeDocument/2006/relationships/customXml" Target="../ink/ink1280.xml"/><Relationship Id="rId192" Type="http://schemas.openxmlformats.org/officeDocument/2006/relationships/customXml" Target="../ink/ink1301.xml"/><Relationship Id="rId206" Type="http://schemas.openxmlformats.org/officeDocument/2006/relationships/customXml" Target="../ink/ink1308.xml"/><Relationship Id="rId413" Type="http://schemas.openxmlformats.org/officeDocument/2006/relationships/image" Target="../media/image879.png"/><Relationship Id="rId248" Type="http://schemas.openxmlformats.org/officeDocument/2006/relationships/customXml" Target="../ink/ink1329.xml"/><Relationship Id="rId455" Type="http://schemas.openxmlformats.org/officeDocument/2006/relationships/image" Target="../media/image900.png"/><Relationship Id="rId497" Type="http://schemas.openxmlformats.org/officeDocument/2006/relationships/image" Target="../media/image921.png"/><Relationship Id="rId12" Type="http://schemas.openxmlformats.org/officeDocument/2006/relationships/customXml" Target="../ink/ink1211.xml"/><Relationship Id="rId108" Type="http://schemas.openxmlformats.org/officeDocument/2006/relationships/customXml" Target="../ink/ink1259.xml"/><Relationship Id="rId315" Type="http://schemas.openxmlformats.org/officeDocument/2006/relationships/image" Target="../media/image830.png"/><Relationship Id="rId357" Type="http://schemas.openxmlformats.org/officeDocument/2006/relationships/image" Target="../media/image851.png"/><Relationship Id="rId54" Type="http://schemas.openxmlformats.org/officeDocument/2006/relationships/customXml" Target="../ink/ink1232.xml"/><Relationship Id="rId96" Type="http://schemas.openxmlformats.org/officeDocument/2006/relationships/customXml" Target="../ink/ink1253.xml"/><Relationship Id="rId161" Type="http://schemas.openxmlformats.org/officeDocument/2006/relationships/image" Target="../media/image753.png"/><Relationship Id="rId217" Type="http://schemas.openxmlformats.org/officeDocument/2006/relationships/image" Target="../media/image781.png"/><Relationship Id="rId399" Type="http://schemas.openxmlformats.org/officeDocument/2006/relationships/image" Target="../media/image872.png"/><Relationship Id="rId259" Type="http://schemas.openxmlformats.org/officeDocument/2006/relationships/image" Target="../media/image802.png"/><Relationship Id="rId424" Type="http://schemas.openxmlformats.org/officeDocument/2006/relationships/customXml" Target="../ink/ink1417.xml"/><Relationship Id="rId466" Type="http://schemas.openxmlformats.org/officeDocument/2006/relationships/customXml" Target="../ink/ink1438.xml"/><Relationship Id="rId23" Type="http://schemas.openxmlformats.org/officeDocument/2006/relationships/image" Target="../media/image397.png"/><Relationship Id="rId119" Type="http://schemas.openxmlformats.org/officeDocument/2006/relationships/image" Target="../media/image732.png"/><Relationship Id="rId270" Type="http://schemas.openxmlformats.org/officeDocument/2006/relationships/customXml" Target="../ink/ink1340.xml"/><Relationship Id="rId326" Type="http://schemas.openxmlformats.org/officeDocument/2006/relationships/customXml" Target="../ink/ink1368.xml"/><Relationship Id="rId65" Type="http://schemas.openxmlformats.org/officeDocument/2006/relationships/image" Target="../media/image611.png"/><Relationship Id="rId130" Type="http://schemas.openxmlformats.org/officeDocument/2006/relationships/customXml" Target="../ink/ink1270.xml"/><Relationship Id="rId368" Type="http://schemas.openxmlformats.org/officeDocument/2006/relationships/customXml" Target="../ink/ink1389.xml"/><Relationship Id="rId172" Type="http://schemas.openxmlformats.org/officeDocument/2006/relationships/customXml" Target="../ink/ink1291.xml"/><Relationship Id="rId228" Type="http://schemas.openxmlformats.org/officeDocument/2006/relationships/customXml" Target="../ink/ink1319.xml"/><Relationship Id="rId435" Type="http://schemas.openxmlformats.org/officeDocument/2006/relationships/image" Target="../media/image890.png"/><Relationship Id="rId477" Type="http://schemas.openxmlformats.org/officeDocument/2006/relationships/image" Target="../media/image911.png"/><Relationship Id="rId281" Type="http://schemas.openxmlformats.org/officeDocument/2006/relationships/image" Target="../media/image813.png"/><Relationship Id="rId337" Type="http://schemas.openxmlformats.org/officeDocument/2006/relationships/image" Target="../media/image841.png"/><Relationship Id="rId34" Type="http://schemas.openxmlformats.org/officeDocument/2006/relationships/customXml" Target="../ink/ink1222.xml"/><Relationship Id="rId76" Type="http://schemas.openxmlformats.org/officeDocument/2006/relationships/customXml" Target="../ink/ink1243.xml"/><Relationship Id="rId141" Type="http://schemas.openxmlformats.org/officeDocument/2006/relationships/image" Target="../media/image743.png"/><Relationship Id="rId379" Type="http://schemas.openxmlformats.org/officeDocument/2006/relationships/image" Target="../media/image862.png"/><Relationship Id="rId7" Type="http://schemas.openxmlformats.org/officeDocument/2006/relationships/image" Target="../media/image389.png"/><Relationship Id="rId183" Type="http://schemas.openxmlformats.org/officeDocument/2006/relationships/image" Target="../media/image764.png"/><Relationship Id="rId239" Type="http://schemas.openxmlformats.org/officeDocument/2006/relationships/image" Target="../media/image792.png"/><Relationship Id="rId390" Type="http://schemas.openxmlformats.org/officeDocument/2006/relationships/customXml" Target="../ink/ink1400.xml"/><Relationship Id="rId404" Type="http://schemas.openxmlformats.org/officeDocument/2006/relationships/customXml" Target="../ink/ink1407.xml"/><Relationship Id="rId446" Type="http://schemas.openxmlformats.org/officeDocument/2006/relationships/customXml" Target="../ink/ink1428.xml"/><Relationship Id="rId250" Type="http://schemas.openxmlformats.org/officeDocument/2006/relationships/customXml" Target="../ink/ink1330.xml"/><Relationship Id="rId292" Type="http://schemas.openxmlformats.org/officeDocument/2006/relationships/customXml" Target="../ink/ink1351.xml"/><Relationship Id="rId306" Type="http://schemas.openxmlformats.org/officeDocument/2006/relationships/customXml" Target="../ink/ink1358.xml"/><Relationship Id="rId488" Type="http://schemas.openxmlformats.org/officeDocument/2006/relationships/customXml" Target="../ink/ink1449.xml"/><Relationship Id="rId45" Type="http://schemas.openxmlformats.org/officeDocument/2006/relationships/image" Target="../media/image408.png"/><Relationship Id="rId87" Type="http://schemas.openxmlformats.org/officeDocument/2006/relationships/image" Target="../media/image716.png"/><Relationship Id="rId110" Type="http://schemas.openxmlformats.org/officeDocument/2006/relationships/customXml" Target="../ink/ink1260.xml"/><Relationship Id="rId348" Type="http://schemas.openxmlformats.org/officeDocument/2006/relationships/customXml" Target="../ink/ink1379.xml"/><Relationship Id="rId152" Type="http://schemas.openxmlformats.org/officeDocument/2006/relationships/customXml" Target="../ink/ink1281.xml"/><Relationship Id="rId194" Type="http://schemas.openxmlformats.org/officeDocument/2006/relationships/customXml" Target="../ink/ink1302.xml"/><Relationship Id="rId208" Type="http://schemas.openxmlformats.org/officeDocument/2006/relationships/customXml" Target="../ink/ink1309.xml"/><Relationship Id="rId415" Type="http://schemas.openxmlformats.org/officeDocument/2006/relationships/image" Target="../media/image880.png"/><Relationship Id="rId457" Type="http://schemas.openxmlformats.org/officeDocument/2006/relationships/image" Target="../media/image901.png"/><Relationship Id="rId261" Type="http://schemas.openxmlformats.org/officeDocument/2006/relationships/image" Target="../media/image803.png"/><Relationship Id="rId499" Type="http://schemas.openxmlformats.org/officeDocument/2006/relationships/image" Target="../media/image922.png"/><Relationship Id="rId14" Type="http://schemas.openxmlformats.org/officeDocument/2006/relationships/customXml" Target="../ink/ink1212.xml"/><Relationship Id="rId56" Type="http://schemas.openxmlformats.org/officeDocument/2006/relationships/customXml" Target="../ink/ink1233.xml"/><Relationship Id="rId317" Type="http://schemas.openxmlformats.org/officeDocument/2006/relationships/image" Target="../media/image831.png"/><Relationship Id="rId359" Type="http://schemas.openxmlformats.org/officeDocument/2006/relationships/image" Target="../media/image852.png"/><Relationship Id="rId98" Type="http://schemas.openxmlformats.org/officeDocument/2006/relationships/customXml" Target="../ink/ink1254.xml"/><Relationship Id="rId121" Type="http://schemas.openxmlformats.org/officeDocument/2006/relationships/image" Target="../media/image733.png"/><Relationship Id="rId163" Type="http://schemas.openxmlformats.org/officeDocument/2006/relationships/image" Target="../media/image754.png"/><Relationship Id="rId219" Type="http://schemas.openxmlformats.org/officeDocument/2006/relationships/image" Target="../media/image782.png"/><Relationship Id="rId370" Type="http://schemas.openxmlformats.org/officeDocument/2006/relationships/customXml" Target="../ink/ink1390.xml"/><Relationship Id="rId426" Type="http://schemas.openxmlformats.org/officeDocument/2006/relationships/customXml" Target="../ink/ink1418.xml"/><Relationship Id="rId230" Type="http://schemas.openxmlformats.org/officeDocument/2006/relationships/customXml" Target="../ink/ink1320.xml"/><Relationship Id="rId468" Type="http://schemas.openxmlformats.org/officeDocument/2006/relationships/customXml" Target="../ink/ink1439.xml"/><Relationship Id="rId25" Type="http://schemas.openxmlformats.org/officeDocument/2006/relationships/image" Target="../media/image398.png"/><Relationship Id="rId67" Type="http://schemas.openxmlformats.org/officeDocument/2006/relationships/image" Target="../media/image612.png"/><Relationship Id="rId272" Type="http://schemas.openxmlformats.org/officeDocument/2006/relationships/customXml" Target="../ink/ink1341.xml"/><Relationship Id="rId328" Type="http://schemas.openxmlformats.org/officeDocument/2006/relationships/customXml" Target="../ink/ink1369.xml"/><Relationship Id="rId132" Type="http://schemas.openxmlformats.org/officeDocument/2006/relationships/customXml" Target="../ink/ink1271.xml"/><Relationship Id="rId174" Type="http://schemas.openxmlformats.org/officeDocument/2006/relationships/customXml" Target="../ink/ink1292.xml"/><Relationship Id="rId381" Type="http://schemas.openxmlformats.org/officeDocument/2006/relationships/image" Target="../media/image863.png"/><Relationship Id="rId241" Type="http://schemas.openxmlformats.org/officeDocument/2006/relationships/image" Target="../media/image793.png"/><Relationship Id="rId437" Type="http://schemas.openxmlformats.org/officeDocument/2006/relationships/image" Target="../media/image891.png"/><Relationship Id="rId479" Type="http://schemas.openxmlformats.org/officeDocument/2006/relationships/image" Target="../media/image912.png"/><Relationship Id="rId36" Type="http://schemas.openxmlformats.org/officeDocument/2006/relationships/customXml" Target="../ink/ink1223.xml"/><Relationship Id="rId283" Type="http://schemas.openxmlformats.org/officeDocument/2006/relationships/image" Target="../media/image814.png"/><Relationship Id="rId339" Type="http://schemas.openxmlformats.org/officeDocument/2006/relationships/image" Target="../media/image842.png"/><Relationship Id="rId490" Type="http://schemas.openxmlformats.org/officeDocument/2006/relationships/customXml" Target="../ink/ink1450.xml"/><Relationship Id="rId78" Type="http://schemas.openxmlformats.org/officeDocument/2006/relationships/customXml" Target="../ink/ink1244.xml"/><Relationship Id="rId101" Type="http://schemas.openxmlformats.org/officeDocument/2006/relationships/image" Target="../media/image723.png"/><Relationship Id="rId143" Type="http://schemas.openxmlformats.org/officeDocument/2006/relationships/image" Target="../media/image744.png"/><Relationship Id="rId185" Type="http://schemas.openxmlformats.org/officeDocument/2006/relationships/image" Target="../media/image765.png"/><Relationship Id="rId350" Type="http://schemas.openxmlformats.org/officeDocument/2006/relationships/customXml" Target="../ink/ink1380.xml"/><Relationship Id="rId406" Type="http://schemas.openxmlformats.org/officeDocument/2006/relationships/customXml" Target="../ink/ink1408.xml"/><Relationship Id="rId9" Type="http://schemas.openxmlformats.org/officeDocument/2006/relationships/image" Target="../media/image390.png"/><Relationship Id="rId210" Type="http://schemas.openxmlformats.org/officeDocument/2006/relationships/customXml" Target="../ink/ink1310.xml"/><Relationship Id="rId392" Type="http://schemas.openxmlformats.org/officeDocument/2006/relationships/customXml" Target="../ink/ink1401.xml"/><Relationship Id="rId448" Type="http://schemas.openxmlformats.org/officeDocument/2006/relationships/customXml" Target="../ink/ink1429.xml"/><Relationship Id="rId252" Type="http://schemas.openxmlformats.org/officeDocument/2006/relationships/customXml" Target="../ink/ink1331.xml"/><Relationship Id="rId294" Type="http://schemas.openxmlformats.org/officeDocument/2006/relationships/customXml" Target="../ink/ink1352.xml"/><Relationship Id="rId308" Type="http://schemas.openxmlformats.org/officeDocument/2006/relationships/customXml" Target="../ink/ink1359.xml"/><Relationship Id="rId47" Type="http://schemas.openxmlformats.org/officeDocument/2006/relationships/image" Target="../media/image409.png"/><Relationship Id="rId89" Type="http://schemas.openxmlformats.org/officeDocument/2006/relationships/image" Target="../media/image717.png"/><Relationship Id="rId112" Type="http://schemas.openxmlformats.org/officeDocument/2006/relationships/customXml" Target="../ink/ink1261.xml"/><Relationship Id="rId154" Type="http://schemas.openxmlformats.org/officeDocument/2006/relationships/customXml" Target="../ink/ink1282.xml"/><Relationship Id="rId361" Type="http://schemas.openxmlformats.org/officeDocument/2006/relationships/image" Target="../media/image853.png"/><Relationship Id="rId196" Type="http://schemas.openxmlformats.org/officeDocument/2006/relationships/customXml" Target="../ink/ink1303.xml"/><Relationship Id="rId417" Type="http://schemas.openxmlformats.org/officeDocument/2006/relationships/image" Target="../media/image881.png"/><Relationship Id="rId459" Type="http://schemas.openxmlformats.org/officeDocument/2006/relationships/image" Target="../media/image902.png"/><Relationship Id="rId16" Type="http://schemas.openxmlformats.org/officeDocument/2006/relationships/customXml" Target="../ink/ink1213.xml"/><Relationship Id="rId221" Type="http://schemas.openxmlformats.org/officeDocument/2006/relationships/image" Target="../media/image783.png"/><Relationship Id="rId263" Type="http://schemas.openxmlformats.org/officeDocument/2006/relationships/image" Target="../media/image804.png"/><Relationship Id="rId319" Type="http://schemas.openxmlformats.org/officeDocument/2006/relationships/image" Target="../media/image832.png"/><Relationship Id="rId470" Type="http://schemas.openxmlformats.org/officeDocument/2006/relationships/customXml" Target="../ink/ink1440.xml"/><Relationship Id="rId58" Type="http://schemas.openxmlformats.org/officeDocument/2006/relationships/customXml" Target="../ink/ink1234.xml"/><Relationship Id="rId123" Type="http://schemas.openxmlformats.org/officeDocument/2006/relationships/image" Target="../media/image734.png"/><Relationship Id="rId330" Type="http://schemas.openxmlformats.org/officeDocument/2006/relationships/customXml" Target="../ink/ink1370.xml"/><Relationship Id="rId165" Type="http://schemas.openxmlformats.org/officeDocument/2006/relationships/image" Target="../media/image755.png"/><Relationship Id="rId372" Type="http://schemas.openxmlformats.org/officeDocument/2006/relationships/customXml" Target="../ink/ink1391.xml"/><Relationship Id="rId428" Type="http://schemas.openxmlformats.org/officeDocument/2006/relationships/customXml" Target="../ink/ink1419.xml"/><Relationship Id="rId232" Type="http://schemas.openxmlformats.org/officeDocument/2006/relationships/customXml" Target="../ink/ink1321.xml"/><Relationship Id="rId274" Type="http://schemas.openxmlformats.org/officeDocument/2006/relationships/customXml" Target="../ink/ink1342.xml"/><Relationship Id="rId481" Type="http://schemas.openxmlformats.org/officeDocument/2006/relationships/image" Target="../media/image913.png"/><Relationship Id="rId27" Type="http://schemas.openxmlformats.org/officeDocument/2006/relationships/image" Target="../media/image399.png"/><Relationship Id="rId69" Type="http://schemas.openxmlformats.org/officeDocument/2006/relationships/image" Target="../media/image613.png"/><Relationship Id="rId134" Type="http://schemas.openxmlformats.org/officeDocument/2006/relationships/customXml" Target="../ink/ink1272.xml"/><Relationship Id="rId80" Type="http://schemas.openxmlformats.org/officeDocument/2006/relationships/customXml" Target="../ink/ink1245.xml"/><Relationship Id="rId176" Type="http://schemas.openxmlformats.org/officeDocument/2006/relationships/customXml" Target="../ink/ink1293.xml"/><Relationship Id="rId341" Type="http://schemas.openxmlformats.org/officeDocument/2006/relationships/image" Target="../media/image843.png"/><Relationship Id="rId383" Type="http://schemas.openxmlformats.org/officeDocument/2006/relationships/image" Target="../media/image864.png"/><Relationship Id="rId439" Type="http://schemas.openxmlformats.org/officeDocument/2006/relationships/image" Target="../media/image892.png"/><Relationship Id="rId201" Type="http://schemas.openxmlformats.org/officeDocument/2006/relationships/image" Target="../media/image773.png"/><Relationship Id="rId243" Type="http://schemas.openxmlformats.org/officeDocument/2006/relationships/image" Target="../media/image794.png"/><Relationship Id="rId285" Type="http://schemas.openxmlformats.org/officeDocument/2006/relationships/image" Target="../media/image815.png"/><Relationship Id="rId450" Type="http://schemas.openxmlformats.org/officeDocument/2006/relationships/customXml" Target="../ink/ink1430.xml"/><Relationship Id="rId38" Type="http://schemas.openxmlformats.org/officeDocument/2006/relationships/customXml" Target="../ink/ink1224.xml"/><Relationship Id="rId103" Type="http://schemas.openxmlformats.org/officeDocument/2006/relationships/image" Target="../media/image724.png"/><Relationship Id="rId310" Type="http://schemas.openxmlformats.org/officeDocument/2006/relationships/customXml" Target="../ink/ink1360.xml"/><Relationship Id="rId492" Type="http://schemas.openxmlformats.org/officeDocument/2006/relationships/customXml" Target="../ink/ink1451.xml"/><Relationship Id="rId91" Type="http://schemas.openxmlformats.org/officeDocument/2006/relationships/image" Target="../media/image718.png"/><Relationship Id="rId145" Type="http://schemas.openxmlformats.org/officeDocument/2006/relationships/image" Target="../media/image745.png"/><Relationship Id="rId187" Type="http://schemas.openxmlformats.org/officeDocument/2006/relationships/image" Target="../media/image766.png"/><Relationship Id="rId352" Type="http://schemas.openxmlformats.org/officeDocument/2006/relationships/customXml" Target="../ink/ink1381.xml"/><Relationship Id="rId394" Type="http://schemas.openxmlformats.org/officeDocument/2006/relationships/customXml" Target="../ink/ink1402.xml"/><Relationship Id="rId408" Type="http://schemas.openxmlformats.org/officeDocument/2006/relationships/customXml" Target="../ink/ink1409.xml"/><Relationship Id="rId212" Type="http://schemas.openxmlformats.org/officeDocument/2006/relationships/customXml" Target="../ink/ink1311.xml"/><Relationship Id="rId254" Type="http://schemas.openxmlformats.org/officeDocument/2006/relationships/customXml" Target="../ink/ink1332.xml"/><Relationship Id="rId49" Type="http://schemas.openxmlformats.org/officeDocument/2006/relationships/image" Target="../media/image410.png"/><Relationship Id="rId114" Type="http://schemas.openxmlformats.org/officeDocument/2006/relationships/customXml" Target="../ink/ink1262.xml"/><Relationship Id="rId296" Type="http://schemas.openxmlformats.org/officeDocument/2006/relationships/customXml" Target="../ink/ink1353.xml"/><Relationship Id="rId461" Type="http://schemas.openxmlformats.org/officeDocument/2006/relationships/image" Target="../media/image903.png"/><Relationship Id="rId60" Type="http://schemas.openxmlformats.org/officeDocument/2006/relationships/customXml" Target="../ink/ink1235.xml"/><Relationship Id="rId156" Type="http://schemas.openxmlformats.org/officeDocument/2006/relationships/customXml" Target="../ink/ink1283.xml"/><Relationship Id="rId198" Type="http://schemas.openxmlformats.org/officeDocument/2006/relationships/customXml" Target="../ink/ink1304.xml"/><Relationship Id="rId321" Type="http://schemas.openxmlformats.org/officeDocument/2006/relationships/image" Target="../media/image833.png"/><Relationship Id="rId363" Type="http://schemas.openxmlformats.org/officeDocument/2006/relationships/image" Target="../media/image854.png"/><Relationship Id="rId419" Type="http://schemas.openxmlformats.org/officeDocument/2006/relationships/image" Target="../media/image882.png"/><Relationship Id="rId223" Type="http://schemas.openxmlformats.org/officeDocument/2006/relationships/image" Target="../media/image784.png"/><Relationship Id="rId430" Type="http://schemas.openxmlformats.org/officeDocument/2006/relationships/customXml" Target="../ink/ink1420.xml"/><Relationship Id="rId18" Type="http://schemas.openxmlformats.org/officeDocument/2006/relationships/customXml" Target="../ink/ink1214.xml"/><Relationship Id="rId265" Type="http://schemas.openxmlformats.org/officeDocument/2006/relationships/image" Target="../media/image805.png"/><Relationship Id="rId472" Type="http://schemas.openxmlformats.org/officeDocument/2006/relationships/customXml" Target="../ink/ink1441.xml"/><Relationship Id="rId125" Type="http://schemas.openxmlformats.org/officeDocument/2006/relationships/image" Target="../media/image735.png"/><Relationship Id="rId167" Type="http://schemas.openxmlformats.org/officeDocument/2006/relationships/image" Target="../media/image756.png"/><Relationship Id="rId332" Type="http://schemas.openxmlformats.org/officeDocument/2006/relationships/customXml" Target="../ink/ink1371.xml"/><Relationship Id="rId374" Type="http://schemas.openxmlformats.org/officeDocument/2006/relationships/customXml" Target="../ink/ink1392.xml"/><Relationship Id="rId71" Type="http://schemas.openxmlformats.org/officeDocument/2006/relationships/image" Target="../media/image614.png"/><Relationship Id="rId234" Type="http://schemas.openxmlformats.org/officeDocument/2006/relationships/customXml" Target="../ink/ink1322.xml"/><Relationship Id="rId2" Type="http://schemas.openxmlformats.org/officeDocument/2006/relationships/customXml" Target="../ink/ink1206.xml"/><Relationship Id="rId29" Type="http://schemas.openxmlformats.org/officeDocument/2006/relationships/image" Target="../media/image400.png"/><Relationship Id="rId276" Type="http://schemas.openxmlformats.org/officeDocument/2006/relationships/customXml" Target="../ink/ink1343.xml"/><Relationship Id="rId441" Type="http://schemas.openxmlformats.org/officeDocument/2006/relationships/image" Target="../media/image893.png"/><Relationship Id="rId483" Type="http://schemas.openxmlformats.org/officeDocument/2006/relationships/image" Target="../media/image914.png"/><Relationship Id="rId40" Type="http://schemas.openxmlformats.org/officeDocument/2006/relationships/customXml" Target="../ink/ink1225.xml"/><Relationship Id="rId136" Type="http://schemas.openxmlformats.org/officeDocument/2006/relationships/customXml" Target="../ink/ink1273.xml"/><Relationship Id="rId178" Type="http://schemas.openxmlformats.org/officeDocument/2006/relationships/customXml" Target="../ink/ink1294.xml"/><Relationship Id="rId301" Type="http://schemas.openxmlformats.org/officeDocument/2006/relationships/image" Target="../media/image823.png"/><Relationship Id="rId343" Type="http://schemas.openxmlformats.org/officeDocument/2006/relationships/image" Target="../media/image844.png"/><Relationship Id="rId82" Type="http://schemas.openxmlformats.org/officeDocument/2006/relationships/customXml" Target="../ink/ink1246.xml"/><Relationship Id="rId203" Type="http://schemas.openxmlformats.org/officeDocument/2006/relationships/image" Target="../media/image774.png"/><Relationship Id="rId385" Type="http://schemas.openxmlformats.org/officeDocument/2006/relationships/image" Target="../media/image865.png"/><Relationship Id="rId245" Type="http://schemas.openxmlformats.org/officeDocument/2006/relationships/image" Target="../media/image795.png"/><Relationship Id="rId287" Type="http://schemas.openxmlformats.org/officeDocument/2006/relationships/image" Target="../media/image816.png"/><Relationship Id="rId410" Type="http://schemas.openxmlformats.org/officeDocument/2006/relationships/customXml" Target="../ink/ink1410.xml"/><Relationship Id="rId452" Type="http://schemas.openxmlformats.org/officeDocument/2006/relationships/customXml" Target="../ink/ink1431.xml"/><Relationship Id="rId494" Type="http://schemas.openxmlformats.org/officeDocument/2006/relationships/customXml" Target="../ink/ink1452.xml"/><Relationship Id="rId105" Type="http://schemas.openxmlformats.org/officeDocument/2006/relationships/image" Target="../media/image725.png"/><Relationship Id="rId147" Type="http://schemas.openxmlformats.org/officeDocument/2006/relationships/image" Target="../media/image746.png"/><Relationship Id="rId312" Type="http://schemas.openxmlformats.org/officeDocument/2006/relationships/customXml" Target="../ink/ink1361.xml"/><Relationship Id="rId354" Type="http://schemas.openxmlformats.org/officeDocument/2006/relationships/customXml" Target="../ink/ink1382.xml"/><Relationship Id="rId51" Type="http://schemas.openxmlformats.org/officeDocument/2006/relationships/image" Target="../media/image411.png"/><Relationship Id="rId93" Type="http://schemas.openxmlformats.org/officeDocument/2006/relationships/image" Target="../media/image719.png"/><Relationship Id="rId189" Type="http://schemas.openxmlformats.org/officeDocument/2006/relationships/image" Target="../media/image767.png"/><Relationship Id="rId396" Type="http://schemas.openxmlformats.org/officeDocument/2006/relationships/customXml" Target="../ink/ink1403.xml"/><Relationship Id="rId214" Type="http://schemas.openxmlformats.org/officeDocument/2006/relationships/customXml" Target="../ink/ink1312.xml"/><Relationship Id="rId256" Type="http://schemas.openxmlformats.org/officeDocument/2006/relationships/customXml" Target="../ink/ink1333.xml"/><Relationship Id="rId298" Type="http://schemas.openxmlformats.org/officeDocument/2006/relationships/customXml" Target="../ink/ink1354.xml"/><Relationship Id="rId421" Type="http://schemas.openxmlformats.org/officeDocument/2006/relationships/image" Target="../media/image883.png"/><Relationship Id="rId463" Type="http://schemas.openxmlformats.org/officeDocument/2006/relationships/image" Target="../media/image904.png"/><Relationship Id="rId116" Type="http://schemas.openxmlformats.org/officeDocument/2006/relationships/customXml" Target="../ink/ink1263.xml"/><Relationship Id="rId158" Type="http://schemas.openxmlformats.org/officeDocument/2006/relationships/customXml" Target="../ink/ink1284.xml"/><Relationship Id="rId323" Type="http://schemas.openxmlformats.org/officeDocument/2006/relationships/image" Target="../media/image834.png"/><Relationship Id="rId20" Type="http://schemas.openxmlformats.org/officeDocument/2006/relationships/customXml" Target="../ink/ink1215.xml"/><Relationship Id="rId62" Type="http://schemas.openxmlformats.org/officeDocument/2006/relationships/customXml" Target="../ink/ink1236.xml"/><Relationship Id="rId365" Type="http://schemas.openxmlformats.org/officeDocument/2006/relationships/image" Target="../media/image855.png"/><Relationship Id="rId225" Type="http://schemas.openxmlformats.org/officeDocument/2006/relationships/image" Target="../media/image785.png"/><Relationship Id="rId267" Type="http://schemas.openxmlformats.org/officeDocument/2006/relationships/image" Target="../media/image806.png"/><Relationship Id="rId432" Type="http://schemas.openxmlformats.org/officeDocument/2006/relationships/customXml" Target="../ink/ink1421.xml"/><Relationship Id="rId474" Type="http://schemas.openxmlformats.org/officeDocument/2006/relationships/customXml" Target="../ink/ink1442.xml"/><Relationship Id="rId127" Type="http://schemas.openxmlformats.org/officeDocument/2006/relationships/image" Target="../media/image736.png"/><Relationship Id="rId10" Type="http://schemas.openxmlformats.org/officeDocument/2006/relationships/customXml" Target="../ink/ink1210.xml"/><Relationship Id="rId31" Type="http://schemas.openxmlformats.org/officeDocument/2006/relationships/image" Target="../media/image401.png"/><Relationship Id="rId52" Type="http://schemas.openxmlformats.org/officeDocument/2006/relationships/customXml" Target="../ink/ink1231.xml"/><Relationship Id="rId73" Type="http://schemas.openxmlformats.org/officeDocument/2006/relationships/image" Target="../media/image615.png"/><Relationship Id="rId94" Type="http://schemas.openxmlformats.org/officeDocument/2006/relationships/customXml" Target="../ink/ink1252.xml"/><Relationship Id="rId148" Type="http://schemas.openxmlformats.org/officeDocument/2006/relationships/customXml" Target="../ink/ink1279.xml"/><Relationship Id="rId169" Type="http://schemas.openxmlformats.org/officeDocument/2006/relationships/image" Target="../media/image757.png"/><Relationship Id="rId334" Type="http://schemas.openxmlformats.org/officeDocument/2006/relationships/customXml" Target="../ink/ink1372.xml"/><Relationship Id="rId355" Type="http://schemas.openxmlformats.org/officeDocument/2006/relationships/image" Target="../media/image850.png"/><Relationship Id="rId376" Type="http://schemas.openxmlformats.org/officeDocument/2006/relationships/customXml" Target="../ink/ink1393.xml"/><Relationship Id="rId397" Type="http://schemas.openxmlformats.org/officeDocument/2006/relationships/image" Target="../media/image871.png"/><Relationship Id="rId4" Type="http://schemas.openxmlformats.org/officeDocument/2006/relationships/customXml" Target="../ink/ink1207.xml"/><Relationship Id="rId180" Type="http://schemas.openxmlformats.org/officeDocument/2006/relationships/customXml" Target="../ink/ink1295.xml"/><Relationship Id="rId215" Type="http://schemas.openxmlformats.org/officeDocument/2006/relationships/image" Target="../media/image780.png"/><Relationship Id="rId236" Type="http://schemas.openxmlformats.org/officeDocument/2006/relationships/customXml" Target="../ink/ink1323.xml"/><Relationship Id="rId257" Type="http://schemas.openxmlformats.org/officeDocument/2006/relationships/image" Target="../media/image801.png"/><Relationship Id="rId278" Type="http://schemas.openxmlformats.org/officeDocument/2006/relationships/customXml" Target="../ink/ink1344.xml"/><Relationship Id="rId401" Type="http://schemas.openxmlformats.org/officeDocument/2006/relationships/image" Target="../media/image873.png"/><Relationship Id="rId422" Type="http://schemas.openxmlformats.org/officeDocument/2006/relationships/customXml" Target="../ink/ink1416.xml"/><Relationship Id="rId443" Type="http://schemas.openxmlformats.org/officeDocument/2006/relationships/image" Target="../media/image894.png"/><Relationship Id="rId464" Type="http://schemas.openxmlformats.org/officeDocument/2006/relationships/customXml" Target="../ink/ink1437.xml"/><Relationship Id="rId303" Type="http://schemas.openxmlformats.org/officeDocument/2006/relationships/image" Target="../media/image824.png"/><Relationship Id="rId485" Type="http://schemas.openxmlformats.org/officeDocument/2006/relationships/image" Target="../media/image915.png"/><Relationship Id="rId42" Type="http://schemas.openxmlformats.org/officeDocument/2006/relationships/customXml" Target="../ink/ink1226.xml"/><Relationship Id="rId84" Type="http://schemas.openxmlformats.org/officeDocument/2006/relationships/customXml" Target="../ink/ink1247.xml"/><Relationship Id="rId138" Type="http://schemas.openxmlformats.org/officeDocument/2006/relationships/customXml" Target="../ink/ink1274.xml"/><Relationship Id="rId345" Type="http://schemas.openxmlformats.org/officeDocument/2006/relationships/image" Target="../media/image845.png"/><Relationship Id="rId387" Type="http://schemas.openxmlformats.org/officeDocument/2006/relationships/image" Target="../media/image866.png"/><Relationship Id="rId191" Type="http://schemas.openxmlformats.org/officeDocument/2006/relationships/image" Target="../media/image768.png"/><Relationship Id="rId205" Type="http://schemas.openxmlformats.org/officeDocument/2006/relationships/image" Target="../media/image775.png"/><Relationship Id="rId247" Type="http://schemas.openxmlformats.org/officeDocument/2006/relationships/image" Target="../media/image796.png"/><Relationship Id="rId412" Type="http://schemas.openxmlformats.org/officeDocument/2006/relationships/customXml" Target="../ink/ink1411.xml"/><Relationship Id="rId107" Type="http://schemas.openxmlformats.org/officeDocument/2006/relationships/image" Target="../media/image726.png"/><Relationship Id="rId289" Type="http://schemas.openxmlformats.org/officeDocument/2006/relationships/image" Target="../media/image817.png"/><Relationship Id="rId454" Type="http://schemas.openxmlformats.org/officeDocument/2006/relationships/customXml" Target="../ink/ink1432.xml"/><Relationship Id="rId496" Type="http://schemas.openxmlformats.org/officeDocument/2006/relationships/customXml" Target="../ink/ink1453.xml"/><Relationship Id="rId11" Type="http://schemas.openxmlformats.org/officeDocument/2006/relationships/image" Target="../media/image391.png"/><Relationship Id="rId53" Type="http://schemas.openxmlformats.org/officeDocument/2006/relationships/image" Target="../media/image412.png"/><Relationship Id="rId149" Type="http://schemas.openxmlformats.org/officeDocument/2006/relationships/image" Target="../media/image747.png"/><Relationship Id="rId314" Type="http://schemas.openxmlformats.org/officeDocument/2006/relationships/customXml" Target="../ink/ink1362.xml"/><Relationship Id="rId356" Type="http://schemas.openxmlformats.org/officeDocument/2006/relationships/customXml" Target="../ink/ink1383.xml"/><Relationship Id="rId398" Type="http://schemas.openxmlformats.org/officeDocument/2006/relationships/customXml" Target="../ink/ink1404.xml"/><Relationship Id="rId95" Type="http://schemas.openxmlformats.org/officeDocument/2006/relationships/image" Target="../media/image720.png"/><Relationship Id="rId160" Type="http://schemas.openxmlformats.org/officeDocument/2006/relationships/customXml" Target="../ink/ink1285.xml"/><Relationship Id="rId216" Type="http://schemas.openxmlformats.org/officeDocument/2006/relationships/customXml" Target="../ink/ink1313.xml"/><Relationship Id="rId423" Type="http://schemas.openxmlformats.org/officeDocument/2006/relationships/image" Target="../media/image884.png"/><Relationship Id="rId258" Type="http://schemas.openxmlformats.org/officeDocument/2006/relationships/customXml" Target="../ink/ink1334.xml"/><Relationship Id="rId465" Type="http://schemas.openxmlformats.org/officeDocument/2006/relationships/image" Target="../media/image905.png"/><Relationship Id="rId22" Type="http://schemas.openxmlformats.org/officeDocument/2006/relationships/customXml" Target="../ink/ink1216.xml"/><Relationship Id="rId64" Type="http://schemas.openxmlformats.org/officeDocument/2006/relationships/customXml" Target="../ink/ink1237.xml"/><Relationship Id="rId118" Type="http://schemas.openxmlformats.org/officeDocument/2006/relationships/customXml" Target="../ink/ink1264.xml"/><Relationship Id="rId325" Type="http://schemas.openxmlformats.org/officeDocument/2006/relationships/image" Target="../media/image835.png"/><Relationship Id="rId367" Type="http://schemas.openxmlformats.org/officeDocument/2006/relationships/image" Target="../media/image856.png"/><Relationship Id="rId171" Type="http://schemas.openxmlformats.org/officeDocument/2006/relationships/image" Target="../media/image758.png"/><Relationship Id="rId227" Type="http://schemas.openxmlformats.org/officeDocument/2006/relationships/image" Target="../media/image786.png"/><Relationship Id="rId269" Type="http://schemas.openxmlformats.org/officeDocument/2006/relationships/image" Target="../media/image807.png"/><Relationship Id="rId434" Type="http://schemas.openxmlformats.org/officeDocument/2006/relationships/customXml" Target="../ink/ink1422.xml"/><Relationship Id="rId476" Type="http://schemas.openxmlformats.org/officeDocument/2006/relationships/customXml" Target="../ink/ink1443.xml"/><Relationship Id="rId33" Type="http://schemas.openxmlformats.org/officeDocument/2006/relationships/image" Target="../media/image402.png"/><Relationship Id="rId129" Type="http://schemas.openxmlformats.org/officeDocument/2006/relationships/image" Target="../media/image737.png"/><Relationship Id="rId280" Type="http://schemas.openxmlformats.org/officeDocument/2006/relationships/customXml" Target="../ink/ink1345.xml"/><Relationship Id="rId336" Type="http://schemas.openxmlformats.org/officeDocument/2006/relationships/customXml" Target="../ink/ink1373.xml"/><Relationship Id="rId501" Type="http://schemas.openxmlformats.org/officeDocument/2006/relationships/image" Target="../media/image923.png"/><Relationship Id="rId75" Type="http://schemas.openxmlformats.org/officeDocument/2006/relationships/image" Target="../media/image616.png"/><Relationship Id="rId140" Type="http://schemas.openxmlformats.org/officeDocument/2006/relationships/customXml" Target="../ink/ink1275.xml"/><Relationship Id="rId182" Type="http://schemas.openxmlformats.org/officeDocument/2006/relationships/customXml" Target="../ink/ink1296.xml"/><Relationship Id="rId378" Type="http://schemas.openxmlformats.org/officeDocument/2006/relationships/customXml" Target="../ink/ink1394.xml"/><Relationship Id="rId403" Type="http://schemas.openxmlformats.org/officeDocument/2006/relationships/image" Target="../media/image874.png"/><Relationship Id="rId6" Type="http://schemas.openxmlformats.org/officeDocument/2006/relationships/customXml" Target="../ink/ink1208.xml"/><Relationship Id="rId238" Type="http://schemas.openxmlformats.org/officeDocument/2006/relationships/customXml" Target="../ink/ink1324.xml"/><Relationship Id="rId445" Type="http://schemas.openxmlformats.org/officeDocument/2006/relationships/image" Target="../media/image895.png"/><Relationship Id="rId487" Type="http://schemas.openxmlformats.org/officeDocument/2006/relationships/image" Target="../media/image916.png"/><Relationship Id="rId291" Type="http://schemas.openxmlformats.org/officeDocument/2006/relationships/image" Target="../media/image818.png"/><Relationship Id="rId305" Type="http://schemas.openxmlformats.org/officeDocument/2006/relationships/image" Target="../media/image825.png"/><Relationship Id="rId347" Type="http://schemas.openxmlformats.org/officeDocument/2006/relationships/image" Target="../media/image846.png"/><Relationship Id="rId44" Type="http://schemas.openxmlformats.org/officeDocument/2006/relationships/customXml" Target="../ink/ink1227.xml"/><Relationship Id="rId86" Type="http://schemas.openxmlformats.org/officeDocument/2006/relationships/customXml" Target="../ink/ink1248.xml"/><Relationship Id="rId151" Type="http://schemas.openxmlformats.org/officeDocument/2006/relationships/image" Target="../media/image748.png"/><Relationship Id="rId389" Type="http://schemas.openxmlformats.org/officeDocument/2006/relationships/image" Target="../media/image867.png"/><Relationship Id="rId193" Type="http://schemas.openxmlformats.org/officeDocument/2006/relationships/image" Target="../media/image769.png"/><Relationship Id="rId207" Type="http://schemas.openxmlformats.org/officeDocument/2006/relationships/image" Target="../media/image776.png"/><Relationship Id="rId249" Type="http://schemas.openxmlformats.org/officeDocument/2006/relationships/image" Target="../media/image797.png"/><Relationship Id="rId414" Type="http://schemas.openxmlformats.org/officeDocument/2006/relationships/customXml" Target="../ink/ink1412.xml"/><Relationship Id="rId456" Type="http://schemas.openxmlformats.org/officeDocument/2006/relationships/customXml" Target="../ink/ink1433.xml"/><Relationship Id="rId498" Type="http://schemas.openxmlformats.org/officeDocument/2006/relationships/customXml" Target="../ink/ink1454.xml"/><Relationship Id="rId13" Type="http://schemas.openxmlformats.org/officeDocument/2006/relationships/image" Target="../media/image392.png"/><Relationship Id="rId109" Type="http://schemas.openxmlformats.org/officeDocument/2006/relationships/image" Target="../media/image727.png"/><Relationship Id="rId260" Type="http://schemas.openxmlformats.org/officeDocument/2006/relationships/customXml" Target="../ink/ink1335.xml"/><Relationship Id="rId316" Type="http://schemas.openxmlformats.org/officeDocument/2006/relationships/customXml" Target="../ink/ink1363.xml"/><Relationship Id="rId55" Type="http://schemas.openxmlformats.org/officeDocument/2006/relationships/image" Target="../media/image413.png"/><Relationship Id="rId97" Type="http://schemas.openxmlformats.org/officeDocument/2006/relationships/image" Target="../media/image721.png"/><Relationship Id="rId120" Type="http://schemas.openxmlformats.org/officeDocument/2006/relationships/customXml" Target="../ink/ink1265.xml"/><Relationship Id="rId358" Type="http://schemas.openxmlformats.org/officeDocument/2006/relationships/customXml" Target="../ink/ink1384.xml"/><Relationship Id="rId162" Type="http://schemas.openxmlformats.org/officeDocument/2006/relationships/customXml" Target="../ink/ink1286.xml"/><Relationship Id="rId218" Type="http://schemas.openxmlformats.org/officeDocument/2006/relationships/customXml" Target="../ink/ink1314.xml"/><Relationship Id="rId425" Type="http://schemas.openxmlformats.org/officeDocument/2006/relationships/image" Target="../media/image885.png"/><Relationship Id="rId467" Type="http://schemas.openxmlformats.org/officeDocument/2006/relationships/image" Target="../media/image906.png"/><Relationship Id="rId271" Type="http://schemas.openxmlformats.org/officeDocument/2006/relationships/image" Target="../media/image808.png"/><Relationship Id="rId24" Type="http://schemas.openxmlformats.org/officeDocument/2006/relationships/customXml" Target="../ink/ink1217.xml"/><Relationship Id="rId66" Type="http://schemas.openxmlformats.org/officeDocument/2006/relationships/customXml" Target="../ink/ink1238.xml"/><Relationship Id="rId131" Type="http://schemas.openxmlformats.org/officeDocument/2006/relationships/image" Target="../media/image738.png"/><Relationship Id="rId327" Type="http://schemas.openxmlformats.org/officeDocument/2006/relationships/image" Target="../media/image836.png"/><Relationship Id="rId369" Type="http://schemas.openxmlformats.org/officeDocument/2006/relationships/image" Target="../media/image857.png"/><Relationship Id="rId173" Type="http://schemas.openxmlformats.org/officeDocument/2006/relationships/image" Target="../media/image759.png"/><Relationship Id="rId229" Type="http://schemas.openxmlformats.org/officeDocument/2006/relationships/image" Target="../media/image787.png"/><Relationship Id="rId380" Type="http://schemas.openxmlformats.org/officeDocument/2006/relationships/customXml" Target="../ink/ink1395.xml"/><Relationship Id="rId436" Type="http://schemas.openxmlformats.org/officeDocument/2006/relationships/customXml" Target="../ink/ink1423.xml"/><Relationship Id="rId240" Type="http://schemas.openxmlformats.org/officeDocument/2006/relationships/customXml" Target="../ink/ink1325.xml"/><Relationship Id="rId478" Type="http://schemas.openxmlformats.org/officeDocument/2006/relationships/customXml" Target="../ink/ink1444.xml"/><Relationship Id="rId35" Type="http://schemas.openxmlformats.org/officeDocument/2006/relationships/image" Target="../media/image403.png"/><Relationship Id="rId77" Type="http://schemas.openxmlformats.org/officeDocument/2006/relationships/image" Target="../media/image617.png"/><Relationship Id="rId100" Type="http://schemas.openxmlformats.org/officeDocument/2006/relationships/customXml" Target="../ink/ink1255.xml"/><Relationship Id="rId282" Type="http://schemas.openxmlformats.org/officeDocument/2006/relationships/customXml" Target="../ink/ink1346.xml"/><Relationship Id="rId338" Type="http://schemas.openxmlformats.org/officeDocument/2006/relationships/customXml" Target="../ink/ink1374.xml"/><Relationship Id="rId8" Type="http://schemas.openxmlformats.org/officeDocument/2006/relationships/customXml" Target="../ink/ink1209.xml"/><Relationship Id="rId142" Type="http://schemas.openxmlformats.org/officeDocument/2006/relationships/customXml" Target="../ink/ink1276.xml"/><Relationship Id="rId184" Type="http://schemas.openxmlformats.org/officeDocument/2006/relationships/customXml" Target="../ink/ink1297.xml"/><Relationship Id="rId391" Type="http://schemas.openxmlformats.org/officeDocument/2006/relationships/image" Target="../media/image868.png"/><Relationship Id="rId405" Type="http://schemas.openxmlformats.org/officeDocument/2006/relationships/image" Target="../media/image875.png"/><Relationship Id="rId447" Type="http://schemas.openxmlformats.org/officeDocument/2006/relationships/image" Target="../media/image896.png"/><Relationship Id="rId251" Type="http://schemas.openxmlformats.org/officeDocument/2006/relationships/image" Target="../media/image798.png"/><Relationship Id="rId489" Type="http://schemas.openxmlformats.org/officeDocument/2006/relationships/image" Target="../media/image917.png"/><Relationship Id="rId46" Type="http://schemas.openxmlformats.org/officeDocument/2006/relationships/customXml" Target="../ink/ink1228.xml"/><Relationship Id="rId293" Type="http://schemas.openxmlformats.org/officeDocument/2006/relationships/image" Target="../media/image819.png"/><Relationship Id="rId307" Type="http://schemas.openxmlformats.org/officeDocument/2006/relationships/image" Target="../media/image826.png"/><Relationship Id="rId349" Type="http://schemas.openxmlformats.org/officeDocument/2006/relationships/image" Target="../media/image847.png"/><Relationship Id="rId88" Type="http://schemas.openxmlformats.org/officeDocument/2006/relationships/customXml" Target="../ink/ink1249.xml"/><Relationship Id="rId111" Type="http://schemas.openxmlformats.org/officeDocument/2006/relationships/image" Target="../media/image728.png"/><Relationship Id="rId153" Type="http://schemas.openxmlformats.org/officeDocument/2006/relationships/image" Target="../media/image749.png"/><Relationship Id="rId195" Type="http://schemas.openxmlformats.org/officeDocument/2006/relationships/image" Target="../media/image770.png"/><Relationship Id="rId209" Type="http://schemas.openxmlformats.org/officeDocument/2006/relationships/image" Target="../media/image777.png"/><Relationship Id="rId360" Type="http://schemas.openxmlformats.org/officeDocument/2006/relationships/customXml" Target="../ink/ink1385.xml"/><Relationship Id="rId416" Type="http://schemas.openxmlformats.org/officeDocument/2006/relationships/customXml" Target="../ink/ink1413.xml"/><Relationship Id="rId220" Type="http://schemas.openxmlformats.org/officeDocument/2006/relationships/customXml" Target="../ink/ink1315.xml"/><Relationship Id="rId458" Type="http://schemas.openxmlformats.org/officeDocument/2006/relationships/customXml" Target="../ink/ink1434.xml"/><Relationship Id="rId15" Type="http://schemas.openxmlformats.org/officeDocument/2006/relationships/image" Target="../media/image393.png"/><Relationship Id="rId57" Type="http://schemas.openxmlformats.org/officeDocument/2006/relationships/image" Target="../media/image414.png"/><Relationship Id="rId262" Type="http://schemas.openxmlformats.org/officeDocument/2006/relationships/customXml" Target="../ink/ink1336.xml"/><Relationship Id="rId318" Type="http://schemas.openxmlformats.org/officeDocument/2006/relationships/customXml" Target="../ink/ink1364.xml"/><Relationship Id="rId99" Type="http://schemas.openxmlformats.org/officeDocument/2006/relationships/image" Target="../media/image722.png"/><Relationship Id="rId122" Type="http://schemas.openxmlformats.org/officeDocument/2006/relationships/customXml" Target="../ink/ink1266.xml"/><Relationship Id="rId164" Type="http://schemas.openxmlformats.org/officeDocument/2006/relationships/customXml" Target="../ink/ink1287.xml"/><Relationship Id="rId371" Type="http://schemas.openxmlformats.org/officeDocument/2006/relationships/image" Target="../media/image858.png"/><Relationship Id="rId427" Type="http://schemas.openxmlformats.org/officeDocument/2006/relationships/image" Target="../media/image886.png"/><Relationship Id="rId469" Type="http://schemas.openxmlformats.org/officeDocument/2006/relationships/image" Target="../media/image907.png"/><Relationship Id="rId26" Type="http://schemas.openxmlformats.org/officeDocument/2006/relationships/customXml" Target="../ink/ink1218.xml"/><Relationship Id="rId231" Type="http://schemas.openxmlformats.org/officeDocument/2006/relationships/image" Target="../media/image788.png"/><Relationship Id="rId273" Type="http://schemas.openxmlformats.org/officeDocument/2006/relationships/image" Target="../media/image809.png"/><Relationship Id="rId329" Type="http://schemas.openxmlformats.org/officeDocument/2006/relationships/image" Target="../media/image837.png"/><Relationship Id="rId480" Type="http://schemas.openxmlformats.org/officeDocument/2006/relationships/customXml" Target="../ink/ink1445.xml"/><Relationship Id="rId68" Type="http://schemas.openxmlformats.org/officeDocument/2006/relationships/customXml" Target="../ink/ink1239.xml"/><Relationship Id="rId133" Type="http://schemas.openxmlformats.org/officeDocument/2006/relationships/image" Target="../media/image739.png"/><Relationship Id="rId175" Type="http://schemas.openxmlformats.org/officeDocument/2006/relationships/image" Target="../media/image760.png"/><Relationship Id="rId340" Type="http://schemas.openxmlformats.org/officeDocument/2006/relationships/customXml" Target="../ink/ink1375.xml"/><Relationship Id="rId200" Type="http://schemas.openxmlformats.org/officeDocument/2006/relationships/customXml" Target="../ink/ink1305.xml"/><Relationship Id="rId382" Type="http://schemas.openxmlformats.org/officeDocument/2006/relationships/customXml" Target="../ink/ink1396.xml"/><Relationship Id="rId438" Type="http://schemas.openxmlformats.org/officeDocument/2006/relationships/customXml" Target="../ink/ink1424.xml"/><Relationship Id="rId242" Type="http://schemas.openxmlformats.org/officeDocument/2006/relationships/customXml" Target="../ink/ink1326.xml"/><Relationship Id="rId284" Type="http://schemas.openxmlformats.org/officeDocument/2006/relationships/customXml" Target="../ink/ink1347.xml"/><Relationship Id="rId491" Type="http://schemas.openxmlformats.org/officeDocument/2006/relationships/image" Target="../media/image918.png"/><Relationship Id="rId37" Type="http://schemas.openxmlformats.org/officeDocument/2006/relationships/image" Target="../media/image404.png"/><Relationship Id="rId79" Type="http://schemas.openxmlformats.org/officeDocument/2006/relationships/image" Target="../media/image618.png"/><Relationship Id="rId102" Type="http://schemas.openxmlformats.org/officeDocument/2006/relationships/customXml" Target="../ink/ink1256.xml"/><Relationship Id="rId144" Type="http://schemas.openxmlformats.org/officeDocument/2006/relationships/customXml" Target="../ink/ink1277.xml"/><Relationship Id="rId90" Type="http://schemas.openxmlformats.org/officeDocument/2006/relationships/customXml" Target="../ink/ink1250.xml"/><Relationship Id="rId186" Type="http://schemas.openxmlformats.org/officeDocument/2006/relationships/customXml" Target="../ink/ink1298.xml"/><Relationship Id="rId351" Type="http://schemas.openxmlformats.org/officeDocument/2006/relationships/image" Target="../media/image848.png"/><Relationship Id="rId393" Type="http://schemas.openxmlformats.org/officeDocument/2006/relationships/image" Target="../media/image869.png"/><Relationship Id="rId407" Type="http://schemas.openxmlformats.org/officeDocument/2006/relationships/image" Target="../media/image876.png"/><Relationship Id="rId449" Type="http://schemas.openxmlformats.org/officeDocument/2006/relationships/image" Target="../media/image897.png"/><Relationship Id="rId211" Type="http://schemas.openxmlformats.org/officeDocument/2006/relationships/image" Target="../media/image778.png"/><Relationship Id="rId253" Type="http://schemas.openxmlformats.org/officeDocument/2006/relationships/image" Target="../media/image799.png"/><Relationship Id="rId295" Type="http://schemas.openxmlformats.org/officeDocument/2006/relationships/image" Target="../media/image820.png"/><Relationship Id="rId309" Type="http://schemas.openxmlformats.org/officeDocument/2006/relationships/image" Target="../media/image827.png"/><Relationship Id="rId460" Type="http://schemas.openxmlformats.org/officeDocument/2006/relationships/customXml" Target="../ink/ink1435.xml"/><Relationship Id="rId48" Type="http://schemas.openxmlformats.org/officeDocument/2006/relationships/customXml" Target="../ink/ink1229.xml"/><Relationship Id="rId113" Type="http://schemas.openxmlformats.org/officeDocument/2006/relationships/image" Target="../media/image729.png"/><Relationship Id="rId320" Type="http://schemas.openxmlformats.org/officeDocument/2006/relationships/customXml" Target="../ink/ink1365.xml"/><Relationship Id="rId155" Type="http://schemas.openxmlformats.org/officeDocument/2006/relationships/image" Target="../media/image750.png"/><Relationship Id="rId197" Type="http://schemas.openxmlformats.org/officeDocument/2006/relationships/image" Target="../media/image771.png"/><Relationship Id="rId362" Type="http://schemas.openxmlformats.org/officeDocument/2006/relationships/customXml" Target="../ink/ink1386.xml"/><Relationship Id="rId418" Type="http://schemas.openxmlformats.org/officeDocument/2006/relationships/customXml" Target="../ink/ink1414.xml"/><Relationship Id="rId222" Type="http://schemas.openxmlformats.org/officeDocument/2006/relationships/customXml" Target="../ink/ink1316.xml"/><Relationship Id="rId264" Type="http://schemas.openxmlformats.org/officeDocument/2006/relationships/customXml" Target="../ink/ink1337.xml"/><Relationship Id="rId471" Type="http://schemas.openxmlformats.org/officeDocument/2006/relationships/image" Target="../media/image908.png"/><Relationship Id="rId17" Type="http://schemas.openxmlformats.org/officeDocument/2006/relationships/image" Target="../media/image394.png"/><Relationship Id="rId59" Type="http://schemas.openxmlformats.org/officeDocument/2006/relationships/image" Target="../media/image415.png"/><Relationship Id="rId124" Type="http://schemas.openxmlformats.org/officeDocument/2006/relationships/customXml" Target="../ink/ink1267.xml"/><Relationship Id="rId70" Type="http://schemas.openxmlformats.org/officeDocument/2006/relationships/customXml" Target="../ink/ink1240.xml"/><Relationship Id="rId166" Type="http://schemas.openxmlformats.org/officeDocument/2006/relationships/customXml" Target="../ink/ink1288.xml"/><Relationship Id="rId331" Type="http://schemas.openxmlformats.org/officeDocument/2006/relationships/image" Target="../media/image838.png"/><Relationship Id="rId373" Type="http://schemas.openxmlformats.org/officeDocument/2006/relationships/image" Target="../media/image859.png"/><Relationship Id="rId429" Type="http://schemas.openxmlformats.org/officeDocument/2006/relationships/image" Target="../media/image887.png"/><Relationship Id="rId1" Type="http://schemas.openxmlformats.org/officeDocument/2006/relationships/slideLayout" Target="../slideLayouts/slideLayout7.xml"/><Relationship Id="rId233" Type="http://schemas.openxmlformats.org/officeDocument/2006/relationships/image" Target="../media/image789.png"/><Relationship Id="rId440" Type="http://schemas.openxmlformats.org/officeDocument/2006/relationships/customXml" Target="../ink/ink1425.xml"/><Relationship Id="rId28" Type="http://schemas.openxmlformats.org/officeDocument/2006/relationships/customXml" Target="../ink/ink1219.xml"/><Relationship Id="rId275" Type="http://schemas.openxmlformats.org/officeDocument/2006/relationships/image" Target="../media/image810.png"/><Relationship Id="rId300" Type="http://schemas.openxmlformats.org/officeDocument/2006/relationships/customXml" Target="../ink/ink1355.xml"/><Relationship Id="rId482" Type="http://schemas.openxmlformats.org/officeDocument/2006/relationships/customXml" Target="../ink/ink1446.xml"/><Relationship Id="rId81" Type="http://schemas.openxmlformats.org/officeDocument/2006/relationships/image" Target="../media/image713.png"/><Relationship Id="rId135" Type="http://schemas.openxmlformats.org/officeDocument/2006/relationships/image" Target="../media/image740.png"/><Relationship Id="rId177" Type="http://schemas.openxmlformats.org/officeDocument/2006/relationships/image" Target="../media/image761.png"/><Relationship Id="rId342" Type="http://schemas.openxmlformats.org/officeDocument/2006/relationships/customXml" Target="../ink/ink1376.xml"/><Relationship Id="rId384" Type="http://schemas.openxmlformats.org/officeDocument/2006/relationships/customXml" Target="../ink/ink1397.xml"/><Relationship Id="rId202" Type="http://schemas.openxmlformats.org/officeDocument/2006/relationships/customXml" Target="../ink/ink1306.xml"/><Relationship Id="rId244" Type="http://schemas.openxmlformats.org/officeDocument/2006/relationships/customXml" Target="../ink/ink1327.xml"/><Relationship Id="rId39" Type="http://schemas.openxmlformats.org/officeDocument/2006/relationships/image" Target="../media/image405.png"/><Relationship Id="rId286" Type="http://schemas.openxmlformats.org/officeDocument/2006/relationships/customXml" Target="../ink/ink1348.xml"/><Relationship Id="rId451" Type="http://schemas.openxmlformats.org/officeDocument/2006/relationships/image" Target="../media/image898.png"/><Relationship Id="rId493" Type="http://schemas.openxmlformats.org/officeDocument/2006/relationships/image" Target="../media/image919.png"/><Relationship Id="rId50" Type="http://schemas.openxmlformats.org/officeDocument/2006/relationships/customXml" Target="../ink/ink1230.xml"/><Relationship Id="rId104" Type="http://schemas.openxmlformats.org/officeDocument/2006/relationships/customXml" Target="../ink/ink1257.xml"/><Relationship Id="rId146" Type="http://schemas.openxmlformats.org/officeDocument/2006/relationships/customXml" Target="../ink/ink1278.xml"/><Relationship Id="rId188" Type="http://schemas.openxmlformats.org/officeDocument/2006/relationships/customXml" Target="../ink/ink1299.xml"/><Relationship Id="rId311" Type="http://schemas.openxmlformats.org/officeDocument/2006/relationships/image" Target="../media/image828.png"/><Relationship Id="rId353" Type="http://schemas.openxmlformats.org/officeDocument/2006/relationships/image" Target="../media/image849.png"/><Relationship Id="rId395" Type="http://schemas.openxmlformats.org/officeDocument/2006/relationships/image" Target="../media/image870.png"/><Relationship Id="rId409" Type="http://schemas.openxmlformats.org/officeDocument/2006/relationships/image" Target="../media/image877.png"/><Relationship Id="rId92" Type="http://schemas.openxmlformats.org/officeDocument/2006/relationships/customXml" Target="../ink/ink1251.xml"/><Relationship Id="rId213" Type="http://schemas.openxmlformats.org/officeDocument/2006/relationships/image" Target="../media/image779.png"/><Relationship Id="rId420" Type="http://schemas.openxmlformats.org/officeDocument/2006/relationships/customXml" Target="../ink/ink1415.xml"/><Relationship Id="rId255" Type="http://schemas.openxmlformats.org/officeDocument/2006/relationships/image" Target="../media/image800.png"/><Relationship Id="rId297" Type="http://schemas.openxmlformats.org/officeDocument/2006/relationships/image" Target="../media/image821.png"/><Relationship Id="rId462" Type="http://schemas.openxmlformats.org/officeDocument/2006/relationships/customXml" Target="../ink/ink1436.xml"/><Relationship Id="rId115" Type="http://schemas.openxmlformats.org/officeDocument/2006/relationships/image" Target="../media/image730.png"/><Relationship Id="rId157" Type="http://schemas.openxmlformats.org/officeDocument/2006/relationships/image" Target="../media/image751.png"/><Relationship Id="rId322" Type="http://schemas.openxmlformats.org/officeDocument/2006/relationships/customXml" Target="../ink/ink1366.xml"/><Relationship Id="rId364" Type="http://schemas.openxmlformats.org/officeDocument/2006/relationships/customXml" Target="../ink/ink1387.xml"/><Relationship Id="rId61" Type="http://schemas.openxmlformats.org/officeDocument/2006/relationships/image" Target="../media/image416.png"/><Relationship Id="rId199" Type="http://schemas.openxmlformats.org/officeDocument/2006/relationships/image" Target="../media/image772.png"/><Relationship Id="rId19" Type="http://schemas.openxmlformats.org/officeDocument/2006/relationships/image" Target="../media/image395.png"/><Relationship Id="rId224" Type="http://schemas.openxmlformats.org/officeDocument/2006/relationships/customXml" Target="../ink/ink1317.xml"/><Relationship Id="rId266" Type="http://schemas.openxmlformats.org/officeDocument/2006/relationships/customXml" Target="../ink/ink1338.xml"/><Relationship Id="rId431" Type="http://schemas.openxmlformats.org/officeDocument/2006/relationships/image" Target="../media/image888.png"/><Relationship Id="rId473" Type="http://schemas.openxmlformats.org/officeDocument/2006/relationships/image" Target="../media/image909.png"/><Relationship Id="rId30" Type="http://schemas.openxmlformats.org/officeDocument/2006/relationships/customXml" Target="../ink/ink1220.xml"/><Relationship Id="rId126" Type="http://schemas.openxmlformats.org/officeDocument/2006/relationships/customXml" Target="../ink/ink1268.xml"/><Relationship Id="rId168" Type="http://schemas.openxmlformats.org/officeDocument/2006/relationships/customXml" Target="../ink/ink1289.xml"/><Relationship Id="rId333" Type="http://schemas.openxmlformats.org/officeDocument/2006/relationships/image" Target="../media/image839.png"/><Relationship Id="rId72" Type="http://schemas.openxmlformats.org/officeDocument/2006/relationships/customXml" Target="../ink/ink1241.xml"/><Relationship Id="rId375" Type="http://schemas.openxmlformats.org/officeDocument/2006/relationships/image" Target="../media/image860.png"/><Relationship Id="rId3" Type="http://schemas.openxmlformats.org/officeDocument/2006/relationships/image" Target="../media/image387.png"/><Relationship Id="rId235" Type="http://schemas.openxmlformats.org/officeDocument/2006/relationships/image" Target="../media/image790.png"/><Relationship Id="rId277" Type="http://schemas.openxmlformats.org/officeDocument/2006/relationships/image" Target="../media/image811.png"/><Relationship Id="rId400" Type="http://schemas.openxmlformats.org/officeDocument/2006/relationships/customXml" Target="../ink/ink1405.xml"/><Relationship Id="rId442" Type="http://schemas.openxmlformats.org/officeDocument/2006/relationships/customXml" Target="../ink/ink1426.xml"/><Relationship Id="rId484" Type="http://schemas.openxmlformats.org/officeDocument/2006/relationships/customXml" Target="../ink/ink1447.xml"/><Relationship Id="rId137" Type="http://schemas.openxmlformats.org/officeDocument/2006/relationships/image" Target="../media/image741.png"/><Relationship Id="rId302" Type="http://schemas.openxmlformats.org/officeDocument/2006/relationships/customXml" Target="../ink/ink1356.xml"/><Relationship Id="rId344" Type="http://schemas.openxmlformats.org/officeDocument/2006/relationships/customXml" Target="../ink/ink1377.xml"/><Relationship Id="rId41" Type="http://schemas.openxmlformats.org/officeDocument/2006/relationships/image" Target="../media/image406.png"/><Relationship Id="rId83" Type="http://schemas.openxmlformats.org/officeDocument/2006/relationships/image" Target="../media/image714.png"/><Relationship Id="rId179" Type="http://schemas.openxmlformats.org/officeDocument/2006/relationships/image" Target="../media/image762.png"/><Relationship Id="rId386" Type="http://schemas.openxmlformats.org/officeDocument/2006/relationships/customXml" Target="../ink/ink1398.xml"/><Relationship Id="rId190" Type="http://schemas.openxmlformats.org/officeDocument/2006/relationships/customXml" Target="../ink/ink1300.xml"/><Relationship Id="rId204" Type="http://schemas.openxmlformats.org/officeDocument/2006/relationships/customXml" Target="../ink/ink1307.xml"/><Relationship Id="rId246" Type="http://schemas.openxmlformats.org/officeDocument/2006/relationships/customXml" Target="../ink/ink1328.xml"/><Relationship Id="rId288" Type="http://schemas.openxmlformats.org/officeDocument/2006/relationships/customXml" Target="../ink/ink1349.xml"/><Relationship Id="rId411" Type="http://schemas.openxmlformats.org/officeDocument/2006/relationships/image" Target="../media/image878.png"/><Relationship Id="rId453" Type="http://schemas.openxmlformats.org/officeDocument/2006/relationships/image" Target="../media/image899.png"/><Relationship Id="rId106" Type="http://schemas.openxmlformats.org/officeDocument/2006/relationships/customXml" Target="../ink/ink1258.xml"/><Relationship Id="rId313" Type="http://schemas.openxmlformats.org/officeDocument/2006/relationships/image" Target="../media/image829.png"/><Relationship Id="rId495" Type="http://schemas.openxmlformats.org/officeDocument/2006/relationships/image" Target="../media/image920.png"/></Relationships>
</file>

<file path=ppt/slides/_rels/slide10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944.png"/><Relationship Id="rId299" Type="http://schemas.openxmlformats.org/officeDocument/2006/relationships/image" Target="../media/image807.png"/><Relationship Id="rId21" Type="http://schemas.openxmlformats.org/officeDocument/2006/relationships/image" Target="../media/image396.png"/><Relationship Id="rId63" Type="http://schemas.openxmlformats.org/officeDocument/2006/relationships/image" Target="../media/image610.png"/><Relationship Id="rId159" Type="http://schemas.openxmlformats.org/officeDocument/2006/relationships/image" Target="../media/image965.png"/><Relationship Id="rId324" Type="http://schemas.openxmlformats.org/officeDocument/2006/relationships/customXml" Target="../ink/ink1617.xml"/><Relationship Id="rId366" Type="http://schemas.openxmlformats.org/officeDocument/2006/relationships/customXml" Target="../ink/ink1638.xml"/><Relationship Id="rId170" Type="http://schemas.openxmlformats.org/officeDocument/2006/relationships/customXml" Target="../ink/ink1540.xml"/><Relationship Id="rId226" Type="http://schemas.openxmlformats.org/officeDocument/2006/relationships/customXml" Target="../ink/ink1568.xml"/><Relationship Id="rId433" Type="http://schemas.openxmlformats.org/officeDocument/2006/relationships/image" Target="../media/image893.png"/><Relationship Id="rId268" Type="http://schemas.openxmlformats.org/officeDocument/2006/relationships/customXml" Target="../ink/ink1589.xml"/><Relationship Id="rId475" Type="http://schemas.openxmlformats.org/officeDocument/2006/relationships/image" Target="../media/image989.png"/><Relationship Id="rId32" Type="http://schemas.openxmlformats.org/officeDocument/2006/relationships/customXml" Target="../ink/ink1471.xml"/><Relationship Id="rId74" Type="http://schemas.openxmlformats.org/officeDocument/2006/relationships/customXml" Target="../ink/ink1492.xml"/><Relationship Id="rId128" Type="http://schemas.openxmlformats.org/officeDocument/2006/relationships/customXml" Target="../ink/ink1519.xml"/><Relationship Id="rId335" Type="http://schemas.openxmlformats.org/officeDocument/2006/relationships/image" Target="../media/image844.png"/><Relationship Id="rId377" Type="http://schemas.openxmlformats.org/officeDocument/2006/relationships/image" Target="../media/image865.png"/><Relationship Id="rId5" Type="http://schemas.openxmlformats.org/officeDocument/2006/relationships/image" Target="../media/image388.png"/><Relationship Id="rId181" Type="http://schemas.openxmlformats.org/officeDocument/2006/relationships/image" Target="../media/image976.png"/><Relationship Id="rId237" Type="http://schemas.openxmlformats.org/officeDocument/2006/relationships/image" Target="../media/image774.png"/><Relationship Id="rId402" Type="http://schemas.openxmlformats.org/officeDocument/2006/relationships/customXml" Target="../ink/ink1656.xml"/><Relationship Id="rId279" Type="http://schemas.openxmlformats.org/officeDocument/2006/relationships/image" Target="../media/image797.png"/><Relationship Id="rId444" Type="http://schemas.openxmlformats.org/officeDocument/2006/relationships/customXml" Target="../ink/ink1677.xml"/><Relationship Id="rId486" Type="http://schemas.openxmlformats.org/officeDocument/2006/relationships/image" Target="../media/image994.png"/><Relationship Id="rId43" Type="http://schemas.openxmlformats.org/officeDocument/2006/relationships/image" Target="../media/image407.png"/><Relationship Id="rId139" Type="http://schemas.openxmlformats.org/officeDocument/2006/relationships/image" Target="../media/image955.png"/><Relationship Id="rId290" Type="http://schemas.openxmlformats.org/officeDocument/2006/relationships/customXml" Target="../ink/ink1600.xml"/><Relationship Id="rId304" Type="http://schemas.openxmlformats.org/officeDocument/2006/relationships/customXml" Target="../ink/ink1607.xml"/><Relationship Id="rId346" Type="http://schemas.openxmlformats.org/officeDocument/2006/relationships/customXml" Target="../ink/ink1628.xml"/><Relationship Id="rId388" Type="http://schemas.openxmlformats.org/officeDocument/2006/relationships/customXml" Target="../ink/ink1649.xml"/><Relationship Id="rId85" Type="http://schemas.openxmlformats.org/officeDocument/2006/relationships/image" Target="../media/image928.png"/><Relationship Id="rId150" Type="http://schemas.openxmlformats.org/officeDocument/2006/relationships/customXml" Target="../ink/ink1530.xml"/><Relationship Id="rId192" Type="http://schemas.openxmlformats.org/officeDocument/2006/relationships/customXml" Target="../ink/ink1551.xml"/><Relationship Id="rId206" Type="http://schemas.openxmlformats.org/officeDocument/2006/relationships/customXml" Target="../ink/ink1558.xml"/><Relationship Id="rId413" Type="http://schemas.openxmlformats.org/officeDocument/2006/relationships/image" Target="../media/image883.png"/><Relationship Id="rId248" Type="http://schemas.openxmlformats.org/officeDocument/2006/relationships/customXml" Target="../ink/ink1579.xml"/><Relationship Id="rId455" Type="http://schemas.openxmlformats.org/officeDocument/2006/relationships/image" Target="../media/image979.png"/><Relationship Id="rId497" Type="http://schemas.openxmlformats.org/officeDocument/2006/relationships/customXml" Target="../ink/ink1704.xml"/><Relationship Id="rId12" Type="http://schemas.openxmlformats.org/officeDocument/2006/relationships/customXml" Target="../ink/ink1461.xml"/><Relationship Id="rId108" Type="http://schemas.openxmlformats.org/officeDocument/2006/relationships/customXml" Target="../ink/ink1509.xml"/><Relationship Id="rId315" Type="http://schemas.openxmlformats.org/officeDocument/2006/relationships/image" Target="../media/image834.png"/><Relationship Id="rId357" Type="http://schemas.openxmlformats.org/officeDocument/2006/relationships/image" Target="../media/image855.png"/><Relationship Id="rId54" Type="http://schemas.openxmlformats.org/officeDocument/2006/relationships/customXml" Target="../ink/ink1482.xml"/><Relationship Id="rId96" Type="http://schemas.openxmlformats.org/officeDocument/2006/relationships/customXml" Target="../ink/ink1503.xml"/><Relationship Id="rId161" Type="http://schemas.openxmlformats.org/officeDocument/2006/relationships/image" Target="../media/image966.png"/><Relationship Id="rId217" Type="http://schemas.openxmlformats.org/officeDocument/2006/relationships/image" Target="../media/image764.png"/><Relationship Id="rId399" Type="http://schemas.openxmlformats.org/officeDocument/2006/relationships/image" Target="../media/image876.png"/><Relationship Id="rId259" Type="http://schemas.openxmlformats.org/officeDocument/2006/relationships/image" Target="../media/image785.png"/><Relationship Id="rId424" Type="http://schemas.openxmlformats.org/officeDocument/2006/relationships/customXml" Target="../ink/ink1667.xml"/><Relationship Id="rId466" Type="http://schemas.openxmlformats.org/officeDocument/2006/relationships/customXml" Target="../ink/ink1688.xml"/><Relationship Id="rId23" Type="http://schemas.openxmlformats.org/officeDocument/2006/relationships/image" Target="../media/image397.png"/><Relationship Id="rId119" Type="http://schemas.openxmlformats.org/officeDocument/2006/relationships/image" Target="../media/image945.png"/><Relationship Id="rId270" Type="http://schemas.openxmlformats.org/officeDocument/2006/relationships/customXml" Target="../ink/ink1590.xml"/><Relationship Id="rId326" Type="http://schemas.openxmlformats.org/officeDocument/2006/relationships/customXml" Target="../ink/ink1618.xml"/><Relationship Id="rId65" Type="http://schemas.openxmlformats.org/officeDocument/2006/relationships/image" Target="../media/image611.png"/><Relationship Id="rId130" Type="http://schemas.openxmlformats.org/officeDocument/2006/relationships/customXml" Target="../ink/ink1520.xml"/><Relationship Id="rId368" Type="http://schemas.openxmlformats.org/officeDocument/2006/relationships/customXml" Target="../ink/ink1639.xml"/><Relationship Id="rId172" Type="http://schemas.openxmlformats.org/officeDocument/2006/relationships/customXml" Target="../ink/ink1541.xml"/><Relationship Id="rId228" Type="http://schemas.openxmlformats.org/officeDocument/2006/relationships/customXml" Target="../ink/ink1569.xml"/><Relationship Id="rId435" Type="http://schemas.openxmlformats.org/officeDocument/2006/relationships/image" Target="../media/image894.png"/><Relationship Id="rId477" Type="http://schemas.openxmlformats.org/officeDocument/2006/relationships/image" Target="../media/image990.png"/><Relationship Id="rId281" Type="http://schemas.openxmlformats.org/officeDocument/2006/relationships/image" Target="../media/image798.png"/><Relationship Id="rId337" Type="http://schemas.openxmlformats.org/officeDocument/2006/relationships/image" Target="../media/image845.png"/><Relationship Id="rId34" Type="http://schemas.openxmlformats.org/officeDocument/2006/relationships/customXml" Target="../ink/ink1472.xml"/><Relationship Id="rId76" Type="http://schemas.openxmlformats.org/officeDocument/2006/relationships/customXml" Target="../ink/ink1493.xml"/><Relationship Id="rId141" Type="http://schemas.openxmlformats.org/officeDocument/2006/relationships/image" Target="../media/image956.png"/><Relationship Id="rId379" Type="http://schemas.openxmlformats.org/officeDocument/2006/relationships/image" Target="../media/image866.png"/><Relationship Id="rId7" Type="http://schemas.openxmlformats.org/officeDocument/2006/relationships/image" Target="../media/image389.png"/><Relationship Id="rId183" Type="http://schemas.openxmlformats.org/officeDocument/2006/relationships/image" Target="../media/image977.png"/><Relationship Id="rId239" Type="http://schemas.openxmlformats.org/officeDocument/2006/relationships/image" Target="../media/image775.png"/><Relationship Id="rId390" Type="http://schemas.openxmlformats.org/officeDocument/2006/relationships/customXml" Target="../ink/ink1650.xml"/><Relationship Id="rId404" Type="http://schemas.openxmlformats.org/officeDocument/2006/relationships/customXml" Target="../ink/ink1657.xml"/><Relationship Id="rId446" Type="http://schemas.openxmlformats.org/officeDocument/2006/relationships/customXml" Target="../ink/ink1678.xml"/><Relationship Id="rId250" Type="http://schemas.openxmlformats.org/officeDocument/2006/relationships/customXml" Target="../ink/ink1580.xml"/><Relationship Id="rId292" Type="http://schemas.openxmlformats.org/officeDocument/2006/relationships/customXml" Target="../ink/ink1601.xml"/><Relationship Id="rId306" Type="http://schemas.openxmlformats.org/officeDocument/2006/relationships/customXml" Target="../ink/ink1608.xml"/><Relationship Id="rId488" Type="http://schemas.openxmlformats.org/officeDocument/2006/relationships/image" Target="../media/image995.png"/><Relationship Id="rId45" Type="http://schemas.openxmlformats.org/officeDocument/2006/relationships/image" Target="../media/image408.png"/><Relationship Id="rId87" Type="http://schemas.openxmlformats.org/officeDocument/2006/relationships/image" Target="../media/image929.png"/><Relationship Id="rId110" Type="http://schemas.openxmlformats.org/officeDocument/2006/relationships/customXml" Target="../ink/ink1510.xml"/><Relationship Id="rId348" Type="http://schemas.openxmlformats.org/officeDocument/2006/relationships/customXml" Target="../ink/ink1629.xml"/><Relationship Id="rId152" Type="http://schemas.openxmlformats.org/officeDocument/2006/relationships/customXml" Target="../ink/ink1531.xml"/><Relationship Id="rId194" Type="http://schemas.openxmlformats.org/officeDocument/2006/relationships/customXml" Target="../ink/ink1552.xml"/><Relationship Id="rId208" Type="http://schemas.openxmlformats.org/officeDocument/2006/relationships/customXml" Target="../ink/ink1559.xml"/><Relationship Id="rId415" Type="http://schemas.openxmlformats.org/officeDocument/2006/relationships/image" Target="../media/image884.png"/><Relationship Id="rId457" Type="http://schemas.openxmlformats.org/officeDocument/2006/relationships/image" Target="../media/image980.png"/><Relationship Id="rId261" Type="http://schemas.openxmlformats.org/officeDocument/2006/relationships/image" Target="../media/image786.png"/><Relationship Id="rId14" Type="http://schemas.openxmlformats.org/officeDocument/2006/relationships/customXml" Target="../ink/ink1462.xml"/><Relationship Id="rId56" Type="http://schemas.openxmlformats.org/officeDocument/2006/relationships/customXml" Target="../ink/ink1483.xml"/><Relationship Id="rId317" Type="http://schemas.openxmlformats.org/officeDocument/2006/relationships/image" Target="../media/image835.png"/><Relationship Id="rId359" Type="http://schemas.openxmlformats.org/officeDocument/2006/relationships/image" Target="../media/image856.png"/><Relationship Id="rId98" Type="http://schemas.openxmlformats.org/officeDocument/2006/relationships/customXml" Target="../ink/ink1504.xml"/><Relationship Id="rId121" Type="http://schemas.openxmlformats.org/officeDocument/2006/relationships/image" Target="../media/image946.png"/><Relationship Id="rId163" Type="http://schemas.openxmlformats.org/officeDocument/2006/relationships/image" Target="../media/image967.png"/><Relationship Id="rId219" Type="http://schemas.openxmlformats.org/officeDocument/2006/relationships/image" Target="../media/image765.png"/><Relationship Id="rId370" Type="http://schemas.openxmlformats.org/officeDocument/2006/relationships/customXml" Target="../ink/ink1640.xml"/><Relationship Id="rId426" Type="http://schemas.openxmlformats.org/officeDocument/2006/relationships/customXml" Target="../ink/ink1668.xml"/><Relationship Id="rId230" Type="http://schemas.openxmlformats.org/officeDocument/2006/relationships/customXml" Target="../ink/ink1570.xml"/><Relationship Id="rId468" Type="http://schemas.openxmlformats.org/officeDocument/2006/relationships/customXml" Target="../ink/ink1689.xml"/><Relationship Id="rId25" Type="http://schemas.openxmlformats.org/officeDocument/2006/relationships/image" Target="../media/image398.png"/><Relationship Id="rId67" Type="http://schemas.openxmlformats.org/officeDocument/2006/relationships/image" Target="../media/image613.png"/><Relationship Id="rId272" Type="http://schemas.openxmlformats.org/officeDocument/2006/relationships/customXml" Target="../ink/ink1591.xml"/><Relationship Id="rId328" Type="http://schemas.openxmlformats.org/officeDocument/2006/relationships/customXml" Target="../ink/ink1619.xml"/><Relationship Id="rId132" Type="http://schemas.openxmlformats.org/officeDocument/2006/relationships/customXml" Target="../ink/ink1521.xml"/><Relationship Id="rId174" Type="http://schemas.openxmlformats.org/officeDocument/2006/relationships/customXml" Target="../ink/ink1542.xml"/><Relationship Id="rId381" Type="http://schemas.openxmlformats.org/officeDocument/2006/relationships/image" Target="../media/image867.png"/><Relationship Id="rId241" Type="http://schemas.openxmlformats.org/officeDocument/2006/relationships/image" Target="../media/image776.png"/><Relationship Id="rId437" Type="http://schemas.openxmlformats.org/officeDocument/2006/relationships/image" Target="../media/image895.png"/><Relationship Id="rId479" Type="http://schemas.openxmlformats.org/officeDocument/2006/relationships/image" Target="../media/image991.png"/><Relationship Id="rId36" Type="http://schemas.openxmlformats.org/officeDocument/2006/relationships/customXml" Target="../ink/ink1473.xml"/><Relationship Id="rId283" Type="http://schemas.openxmlformats.org/officeDocument/2006/relationships/image" Target="../media/image799.png"/><Relationship Id="rId339" Type="http://schemas.openxmlformats.org/officeDocument/2006/relationships/image" Target="../media/image846.png"/><Relationship Id="rId490" Type="http://schemas.openxmlformats.org/officeDocument/2006/relationships/image" Target="../media/image996.png"/><Relationship Id="rId78" Type="http://schemas.openxmlformats.org/officeDocument/2006/relationships/customXml" Target="../ink/ink1494.xml"/><Relationship Id="rId101" Type="http://schemas.openxmlformats.org/officeDocument/2006/relationships/image" Target="../media/image936.png"/><Relationship Id="rId143" Type="http://schemas.openxmlformats.org/officeDocument/2006/relationships/image" Target="../media/image957.png"/><Relationship Id="rId185" Type="http://schemas.openxmlformats.org/officeDocument/2006/relationships/image" Target="../media/image748.png"/><Relationship Id="rId350" Type="http://schemas.openxmlformats.org/officeDocument/2006/relationships/customXml" Target="../ink/ink1630.xml"/><Relationship Id="rId406" Type="http://schemas.openxmlformats.org/officeDocument/2006/relationships/customXml" Target="../ink/ink1658.xml"/><Relationship Id="rId9" Type="http://schemas.openxmlformats.org/officeDocument/2006/relationships/image" Target="../media/image390.png"/><Relationship Id="rId210" Type="http://schemas.openxmlformats.org/officeDocument/2006/relationships/customXml" Target="../ink/ink1560.xml"/><Relationship Id="rId392" Type="http://schemas.openxmlformats.org/officeDocument/2006/relationships/customXml" Target="../ink/ink1651.xml"/><Relationship Id="rId448" Type="http://schemas.openxmlformats.org/officeDocument/2006/relationships/customXml" Target="../ink/ink1679.xml"/><Relationship Id="rId252" Type="http://schemas.openxmlformats.org/officeDocument/2006/relationships/customXml" Target="../ink/ink1581.xml"/><Relationship Id="rId294" Type="http://schemas.openxmlformats.org/officeDocument/2006/relationships/customXml" Target="../ink/ink1602.xml"/><Relationship Id="rId308" Type="http://schemas.openxmlformats.org/officeDocument/2006/relationships/customXml" Target="../ink/ink1609.xml"/><Relationship Id="rId47" Type="http://schemas.openxmlformats.org/officeDocument/2006/relationships/image" Target="../media/image409.png"/><Relationship Id="rId89" Type="http://schemas.openxmlformats.org/officeDocument/2006/relationships/image" Target="../media/image930.png"/><Relationship Id="rId112" Type="http://schemas.openxmlformats.org/officeDocument/2006/relationships/customXml" Target="../ink/ink1511.xml"/><Relationship Id="rId154" Type="http://schemas.openxmlformats.org/officeDocument/2006/relationships/customXml" Target="../ink/ink1532.xml"/><Relationship Id="rId361" Type="http://schemas.openxmlformats.org/officeDocument/2006/relationships/image" Target="../media/image857.png"/><Relationship Id="rId196" Type="http://schemas.openxmlformats.org/officeDocument/2006/relationships/customXml" Target="../ink/ink1553.xml"/><Relationship Id="rId417" Type="http://schemas.openxmlformats.org/officeDocument/2006/relationships/image" Target="../media/image885.png"/><Relationship Id="rId459" Type="http://schemas.openxmlformats.org/officeDocument/2006/relationships/image" Target="../media/image981.png"/><Relationship Id="rId16" Type="http://schemas.openxmlformats.org/officeDocument/2006/relationships/customXml" Target="../ink/ink1463.xml"/><Relationship Id="rId221" Type="http://schemas.openxmlformats.org/officeDocument/2006/relationships/image" Target="../media/image766.png"/><Relationship Id="rId263" Type="http://schemas.openxmlformats.org/officeDocument/2006/relationships/image" Target="../media/image787.png"/><Relationship Id="rId319" Type="http://schemas.openxmlformats.org/officeDocument/2006/relationships/image" Target="../media/image836.png"/><Relationship Id="rId470" Type="http://schemas.openxmlformats.org/officeDocument/2006/relationships/customXml" Target="../ink/ink1690.xml"/><Relationship Id="rId58" Type="http://schemas.openxmlformats.org/officeDocument/2006/relationships/customXml" Target="../ink/ink1484.xml"/><Relationship Id="rId123" Type="http://schemas.openxmlformats.org/officeDocument/2006/relationships/image" Target="../media/image947.png"/><Relationship Id="rId330" Type="http://schemas.openxmlformats.org/officeDocument/2006/relationships/customXml" Target="../ink/ink1620.xml"/><Relationship Id="rId165" Type="http://schemas.openxmlformats.org/officeDocument/2006/relationships/image" Target="../media/image968.png"/><Relationship Id="rId372" Type="http://schemas.openxmlformats.org/officeDocument/2006/relationships/customXml" Target="../ink/ink1641.xml"/><Relationship Id="rId428" Type="http://schemas.openxmlformats.org/officeDocument/2006/relationships/customXml" Target="../ink/ink1669.xml"/><Relationship Id="rId232" Type="http://schemas.openxmlformats.org/officeDocument/2006/relationships/customXml" Target="../ink/ink1571.xml"/><Relationship Id="rId274" Type="http://schemas.openxmlformats.org/officeDocument/2006/relationships/customXml" Target="../ink/ink1592.xml"/><Relationship Id="rId481" Type="http://schemas.openxmlformats.org/officeDocument/2006/relationships/customXml" Target="../ink/ink1696.xml"/><Relationship Id="rId27" Type="http://schemas.openxmlformats.org/officeDocument/2006/relationships/image" Target="../media/image399.png"/><Relationship Id="rId69" Type="http://schemas.openxmlformats.org/officeDocument/2006/relationships/image" Target="../media/image614.png"/><Relationship Id="rId134" Type="http://schemas.openxmlformats.org/officeDocument/2006/relationships/customXml" Target="../ink/ink1522.xml"/><Relationship Id="rId80" Type="http://schemas.openxmlformats.org/officeDocument/2006/relationships/customXml" Target="../ink/ink1495.xml"/><Relationship Id="rId176" Type="http://schemas.openxmlformats.org/officeDocument/2006/relationships/customXml" Target="../ink/ink1543.xml"/><Relationship Id="rId341" Type="http://schemas.openxmlformats.org/officeDocument/2006/relationships/image" Target="../media/image847.png"/><Relationship Id="rId383" Type="http://schemas.openxmlformats.org/officeDocument/2006/relationships/image" Target="../media/image868.png"/><Relationship Id="rId439" Type="http://schemas.openxmlformats.org/officeDocument/2006/relationships/image" Target="../media/image896.png"/><Relationship Id="rId201" Type="http://schemas.openxmlformats.org/officeDocument/2006/relationships/image" Target="../media/image756.png"/><Relationship Id="rId243" Type="http://schemas.openxmlformats.org/officeDocument/2006/relationships/image" Target="../media/image777.png"/><Relationship Id="rId285" Type="http://schemas.openxmlformats.org/officeDocument/2006/relationships/image" Target="../media/image800.png"/><Relationship Id="rId450" Type="http://schemas.openxmlformats.org/officeDocument/2006/relationships/customXml" Target="../ink/ink1680.xml"/><Relationship Id="rId38" Type="http://schemas.openxmlformats.org/officeDocument/2006/relationships/customXml" Target="../ink/ink1474.xml"/><Relationship Id="rId103" Type="http://schemas.openxmlformats.org/officeDocument/2006/relationships/image" Target="../media/image937.png"/><Relationship Id="rId310" Type="http://schemas.openxmlformats.org/officeDocument/2006/relationships/customXml" Target="../ink/ink1610.xml"/><Relationship Id="rId492" Type="http://schemas.openxmlformats.org/officeDocument/2006/relationships/image" Target="../media/image997.png"/><Relationship Id="rId91" Type="http://schemas.openxmlformats.org/officeDocument/2006/relationships/image" Target="../media/image931.png"/><Relationship Id="rId145" Type="http://schemas.openxmlformats.org/officeDocument/2006/relationships/image" Target="../media/image958.png"/><Relationship Id="rId187" Type="http://schemas.openxmlformats.org/officeDocument/2006/relationships/image" Target="../media/image749.png"/><Relationship Id="rId352" Type="http://schemas.openxmlformats.org/officeDocument/2006/relationships/customXml" Target="../ink/ink1631.xml"/><Relationship Id="rId394" Type="http://schemas.openxmlformats.org/officeDocument/2006/relationships/customXml" Target="../ink/ink1652.xml"/><Relationship Id="rId408" Type="http://schemas.openxmlformats.org/officeDocument/2006/relationships/customXml" Target="../ink/ink1659.xml"/><Relationship Id="rId212" Type="http://schemas.openxmlformats.org/officeDocument/2006/relationships/customXml" Target="../ink/ink1561.xml"/><Relationship Id="rId254" Type="http://schemas.openxmlformats.org/officeDocument/2006/relationships/customXml" Target="../ink/ink1582.xml"/><Relationship Id="rId49" Type="http://schemas.openxmlformats.org/officeDocument/2006/relationships/image" Target="../media/image410.png"/><Relationship Id="rId114" Type="http://schemas.openxmlformats.org/officeDocument/2006/relationships/customXml" Target="../ink/ink1512.xml"/><Relationship Id="rId296" Type="http://schemas.openxmlformats.org/officeDocument/2006/relationships/customXml" Target="../ink/ink1603.xml"/><Relationship Id="rId461" Type="http://schemas.openxmlformats.org/officeDocument/2006/relationships/image" Target="../media/image982.png"/><Relationship Id="rId60" Type="http://schemas.openxmlformats.org/officeDocument/2006/relationships/customXml" Target="../ink/ink1485.xml"/><Relationship Id="rId156" Type="http://schemas.openxmlformats.org/officeDocument/2006/relationships/customXml" Target="../ink/ink1533.xml"/><Relationship Id="rId198" Type="http://schemas.openxmlformats.org/officeDocument/2006/relationships/customXml" Target="../ink/ink1554.xml"/><Relationship Id="rId321" Type="http://schemas.openxmlformats.org/officeDocument/2006/relationships/image" Target="../media/image837.png"/><Relationship Id="rId363" Type="http://schemas.openxmlformats.org/officeDocument/2006/relationships/image" Target="../media/image858.png"/><Relationship Id="rId419" Type="http://schemas.openxmlformats.org/officeDocument/2006/relationships/image" Target="../media/image886.png"/><Relationship Id="rId223" Type="http://schemas.openxmlformats.org/officeDocument/2006/relationships/image" Target="../media/image767.png"/><Relationship Id="rId430" Type="http://schemas.openxmlformats.org/officeDocument/2006/relationships/customXml" Target="../ink/ink1670.xml"/><Relationship Id="rId18" Type="http://schemas.openxmlformats.org/officeDocument/2006/relationships/customXml" Target="../ink/ink1464.xml"/><Relationship Id="rId265" Type="http://schemas.openxmlformats.org/officeDocument/2006/relationships/image" Target="../media/image788.png"/><Relationship Id="rId472" Type="http://schemas.openxmlformats.org/officeDocument/2006/relationships/customXml" Target="../ink/ink1691.xml"/><Relationship Id="rId125" Type="http://schemas.openxmlformats.org/officeDocument/2006/relationships/image" Target="../media/image948.png"/><Relationship Id="rId167" Type="http://schemas.openxmlformats.org/officeDocument/2006/relationships/image" Target="../media/image969.png"/><Relationship Id="rId332" Type="http://schemas.openxmlformats.org/officeDocument/2006/relationships/customXml" Target="../ink/ink1621.xml"/><Relationship Id="rId374" Type="http://schemas.openxmlformats.org/officeDocument/2006/relationships/customXml" Target="../ink/ink1642.xml"/><Relationship Id="rId71" Type="http://schemas.openxmlformats.org/officeDocument/2006/relationships/image" Target="../media/image615.png"/><Relationship Id="rId234" Type="http://schemas.openxmlformats.org/officeDocument/2006/relationships/customXml" Target="../ink/ink1572.xml"/><Relationship Id="rId2" Type="http://schemas.openxmlformats.org/officeDocument/2006/relationships/customXml" Target="../ink/ink1456.xml"/><Relationship Id="rId29" Type="http://schemas.openxmlformats.org/officeDocument/2006/relationships/image" Target="../media/image400.png"/><Relationship Id="rId276" Type="http://schemas.openxmlformats.org/officeDocument/2006/relationships/customXml" Target="../ink/ink1593.xml"/><Relationship Id="rId441" Type="http://schemas.openxmlformats.org/officeDocument/2006/relationships/image" Target="../media/image897.png"/><Relationship Id="rId483" Type="http://schemas.openxmlformats.org/officeDocument/2006/relationships/customXml" Target="../ink/ink1697.xml"/><Relationship Id="rId40" Type="http://schemas.openxmlformats.org/officeDocument/2006/relationships/customXml" Target="../ink/ink1475.xml"/><Relationship Id="rId136" Type="http://schemas.openxmlformats.org/officeDocument/2006/relationships/customXml" Target="../ink/ink1523.xml"/><Relationship Id="rId178" Type="http://schemas.openxmlformats.org/officeDocument/2006/relationships/customXml" Target="../ink/ink1544.xml"/><Relationship Id="rId301" Type="http://schemas.openxmlformats.org/officeDocument/2006/relationships/image" Target="../media/image808.png"/><Relationship Id="rId343" Type="http://schemas.openxmlformats.org/officeDocument/2006/relationships/image" Target="../media/image848.png"/><Relationship Id="rId82" Type="http://schemas.openxmlformats.org/officeDocument/2006/relationships/customXml" Target="../ink/ink1496.xml"/><Relationship Id="rId203" Type="http://schemas.openxmlformats.org/officeDocument/2006/relationships/image" Target="../media/image757.png"/><Relationship Id="rId385" Type="http://schemas.openxmlformats.org/officeDocument/2006/relationships/image" Target="../media/image869.png"/><Relationship Id="rId245" Type="http://schemas.openxmlformats.org/officeDocument/2006/relationships/image" Target="../media/image778.png"/><Relationship Id="rId287" Type="http://schemas.openxmlformats.org/officeDocument/2006/relationships/image" Target="../media/image801.png"/><Relationship Id="rId410" Type="http://schemas.openxmlformats.org/officeDocument/2006/relationships/customXml" Target="../ink/ink1660.xml"/><Relationship Id="rId452" Type="http://schemas.openxmlformats.org/officeDocument/2006/relationships/customXml" Target="../ink/ink1681.xml"/><Relationship Id="rId494" Type="http://schemas.openxmlformats.org/officeDocument/2006/relationships/image" Target="../media/image998.png"/><Relationship Id="rId105" Type="http://schemas.openxmlformats.org/officeDocument/2006/relationships/image" Target="../media/image938.png"/><Relationship Id="rId147" Type="http://schemas.openxmlformats.org/officeDocument/2006/relationships/image" Target="../media/image959.png"/><Relationship Id="rId312" Type="http://schemas.openxmlformats.org/officeDocument/2006/relationships/customXml" Target="../ink/ink1611.xml"/><Relationship Id="rId354" Type="http://schemas.openxmlformats.org/officeDocument/2006/relationships/customXml" Target="../ink/ink1632.xml"/><Relationship Id="rId51" Type="http://schemas.openxmlformats.org/officeDocument/2006/relationships/image" Target="../media/image411.png"/><Relationship Id="rId93" Type="http://schemas.openxmlformats.org/officeDocument/2006/relationships/image" Target="../media/image932.png"/><Relationship Id="rId189" Type="http://schemas.openxmlformats.org/officeDocument/2006/relationships/image" Target="../media/image750.png"/><Relationship Id="rId396" Type="http://schemas.openxmlformats.org/officeDocument/2006/relationships/customXml" Target="../ink/ink1653.xml"/><Relationship Id="rId214" Type="http://schemas.openxmlformats.org/officeDocument/2006/relationships/customXml" Target="../ink/ink1562.xml"/><Relationship Id="rId256" Type="http://schemas.openxmlformats.org/officeDocument/2006/relationships/customXml" Target="../ink/ink1583.xml"/><Relationship Id="rId298" Type="http://schemas.openxmlformats.org/officeDocument/2006/relationships/customXml" Target="../ink/ink1604.xml"/><Relationship Id="rId421" Type="http://schemas.openxmlformats.org/officeDocument/2006/relationships/image" Target="../media/image887.png"/><Relationship Id="rId463" Type="http://schemas.openxmlformats.org/officeDocument/2006/relationships/image" Target="../media/image983.png"/><Relationship Id="rId116" Type="http://schemas.openxmlformats.org/officeDocument/2006/relationships/customXml" Target="../ink/ink1513.xml"/><Relationship Id="rId158" Type="http://schemas.openxmlformats.org/officeDocument/2006/relationships/customXml" Target="../ink/ink1534.xml"/><Relationship Id="rId323" Type="http://schemas.openxmlformats.org/officeDocument/2006/relationships/image" Target="../media/image838.png"/><Relationship Id="rId20" Type="http://schemas.openxmlformats.org/officeDocument/2006/relationships/customXml" Target="../ink/ink1465.xml"/><Relationship Id="rId62" Type="http://schemas.openxmlformats.org/officeDocument/2006/relationships/customXml" Target="../ink/ink1486.xml"/><Relationship Id="rId365" Type="http://schemas.openxmlformats.org/officeDocument/2006/relationships/image" Target="../media/image859.png"/><Relationship Id="rId225" Type="http://schemas.openxmlformats.org/officeDocument/2006/relationships/image" Target="../media/image768.png"/><Relationship Id="rId267" Type="http://schemas.openxmlformats.org/officeDocument/2006/relationships/image" Target="../media/image789.png"/><Relationship Id="rId432" Type="http://schemas.openxmlformats.org/officeDocument/2006/relationships/customXml" Target="../ink/ink1671.xml"/><Relationship Id="rId474" Type="http://schemas.openxmlformats.org/officeDocument/2006/relationships/customXml" Target="../ink/ink1692.xml"/><Relationship Id="rId106" Type="http://schemas.openxmlformats.org/officeDocument/2006/relationships/customXml" Target="../ink/ink1508.xml"/><Relationship Id="rId127" Type="http://schemas.openxmlformats.org/officeDocument/2006/relationships/image" Target="../media/image949.png"/><Relationship Id="rId313" Type="http://schemas.openxmlformats.org/officeDocument/2006/relationships/image" Target="../media/image833.png"/><Relationship Id="rId495" Type="http://schemas.openxmlformats.org/officeDocument/2006/relationships/customXml" Target="../ink/ink1703.xml"/><Relationship Id="rId10" Type="http://schemas.openxmlformats.org/officeDocument/2006/relationships/customXml" Target="../ink/ink1460.xml"/><Relationship Id="rId31" Type="http://schemas.openxmlformats.org/officeDocument/2006/relationships/image" Target="../media/image401.png"/><Relationship Id="rId52" Type="http://schemas.openxmlformats.org/officeDocument/2006/relationships/customXml" Target="../ink/ink1481.xml"/><Relationship Id="rId73" Type="http://schemas.openxmlformats.org/officeDocument/2006/relationships/image" Target="../media/image617.png"/><Relationship Id="rId94" Type="http://schemas.openxmlformats.org/officeDocument/2006/relationships/customXml" Target="../ink/ink1502.xml"/><Relationship Id="rId148" Type="http://schemas.openxmlformats.org/officeDocument/2006/relationships/customXml" Target="../ink/ink1529.xml"/><Relationship Id="rId169" Type="http://schemas.openxmlformats.org/officeDocument/2006/relationships/image" Target="../media/image970.png"/><Relationship Id="rId334" Type="http://schemas.openxmlformats.org/officeDocument/2006/relationships/customXml" Target="../ink/ink1622.xml"/><Relationship Id="rId355" Type="http://schemas.openxmlformats.org/officeDocument/2006/relationships/image" Target="../media/image854.png"/><Relationship Id="rId376" Type="http://schemas.openxmlformats.org/officeDocument/2006/relationships/customXml" Target="../ink/ink1643.xml"/><Relationship Id="rId397" Type="http://schemas.openxmlformats.org/officeDocument/2006/relationships/image" Target="../media/image875.png"/><Relationship Id="rId4" Type="http://schemas.openxmlformats.org/officeDocument/2006/relationships/customXml" Target="../ink/ink1457.xml"/><Relationship Id="rId180" Type="http://schemas.openxmlformats.org/officeDocument/2006/relationships/customXml" Target="../ink/ink1545.xml"/><Relationship Id="rId215" Type="http://schemas.openxmlformats.org/officeDocument/2006/relationships/image" Target="../media/image763.png"/><Relationship Id="rId236" Type="http://schemas.openxmlformats.org/officeDocument/2006/relationships/customXml" Target="../ink/ink1573.xml"/><Relationship Id="rId257" Type="http://schemas.openxmlformats.org/officeDocument/2006/relationships/image" Target="../media/image784.png"/><Relationship Id="rId278" Type="http://schemas.openxmlformats.org/officeDocument/2006/relationships/customXml" Target="../ink/ink1594.xml"/><Relationship Id="rId401" Type="http://schemas.openxmlformats.org/officeDocument/2006/relationships/image" Target="../media/image877.png"/><Relationship Id="rId422" Type="http://schemas.openxmlformats.org/officeDocument/2006/relationships/customXml" Target="../ink/ink1666.xml"/><Relationship Id="rId443" Type="http://schemas.openxmlformats.org/officeDocument/2006/relationships/image" Target="../media/image898.png"/><Relationship Id="rId464" Type="http://schemas.openxmlformats.org/officeDocument/2006/relationships/customXml" Target="../ink/ink1687.xml"/><Relationship Id="rId303" Type="http://schemas.openxmlformats.org/officeDocument/2006/relationships/image" Target="../media/image809.png"/><Relationship Id="rId485" Type="http://schemas.openxmlformats.org/officeDocument/2006/relationships/customXml" Target="../ink/ink1698.xml"/><Relationship Id="rId42" Type="http://schemas.openxmlformats.org/officeDocument/2006/relationships/customXml" Target="../ink/ink1476.xml"/><Relationship Id="rId84" Type="http://schemas.openxmlformats.org/officeDocument/2006/relationships/customXml" Target="../ink/ink1497.xml"/><Relationship Id="rId138" Type="http://schemas.openxmlformats.org/officeDocument/2006/relationships/customXml" Target="../ink/ink1524.xml"/><Relationship Id="rId345" Type="http://schemas.openxmlformats.org/officeDocument/2006/relationships/image" Target="../media/image849.png"/><Relationship Id="rId387" Type="http://schemas.openxmlformats.org/officeDocument/2006/relationships/image" Target="../media/image870.png"/><Relationship Id="rId191" Type="http://schemas.openxmlformats.org/officeDocument/2006/relationships/image" Target="../media/image751.png"/><Relationship Id="rId205" Type="http://schemas.openxmlformats.org/officeDocument/2006/relationships/image" Target="../media/image758.png"/><Relationship Id="rId247" Type="http://schemas.openxmlformats.org/officeDocument/2006/relationships/image" Target="../media/image779.png"/><Relationship Id="rId412" Type="http://schemas.openxmlformats.org/officeDocument/2006/relationships/customXml" Target="../ink/ink1661.xml"/><Relationship Id="rId107" Type="http://schemas.openxmlformats.org/officeDocument/2006/relationships/image" Target="../media/image939.png"/><Relationship Id="rId289" Type="http://schemas.openxmlformats.org/officeDocument/2006/relationships/image" Target="../media/image802.png"/><Relationship Id="rId454" Type="http://schemas.openxmlformats.org/officeDocument/2006/relationships/customXml" Target="../ink/ink1682.xml"/><Relationship Id="rId496" Type="http://schemas.openxmlformats.org/officeDocument/2006/relationships/image" Target="../media/image999.png"/><Relationship Id="rId11" Type="http://schemas.openxmlformats.org/officeDocument/2006/relationships/image" Target="../media/image391.png"/><Relationship Id="rId53" Type="http://schemas.openxmlformats.org/officeDocument/2006/relationships/image" Target="../media/image412.png"/><Relationship Id="rId149" Type="http://schemas.openxmlformats.org/officeDocument/2006/relationships/image" Target="../media/image960.png"/><Relationship Id="rId314" Type="http://schemas.openxmlformats.org/officeDocument/2006/relationships/customXml" Target="../ink/ink1612.xml"/><Relationship Id="rId356" Type="http://schemas.openxmlformats.org/officeDocument/2006/relationships/customXml" Target="../ink/ink1633.xml"/><Relationship Id="rId398" Type="http://schemas.openxmlformats.org/officeDocument/2006/relationships/customXml" Target="../ink/ink1654.xml"/><Relationship Id="rId95" Type="http://schemas.openxmlformats.org/officeDocument/2006/relationships/image" Target="../media/image933.png"/><Relationship Id="rId160" Type="http://schemas.openxmlformats.org/officeDocument/2006/relationships/customXml" Target="../ink/ink1535.xml"/><Relationship Id="rId216" Type="http://schemas.openxmlformats.org/officeDocument/2006/relationships/customXml" Target="../ink/ink1563.xml"/><Relationship Id="rId423" Type="http://schemas.openxmlformats.org/officeDocument/2006/relationships/image" Target="../media/image888.png"/><Relationship Id="rId258" Type="http://schemas.openxmlformats.org/officeDocument/2006/relationships/customXml" Target="../ink/ink1584.xml"/><Relationship Id="rId465" Type="http://schemas.openxmlformats.org/officeDocument/2006/relationships/image" Target="../media/image984.png"/><Relationship Id="rId22" Type="http://schemas.openxmlformats.org/officeDocument/2006/relationships/customXml" Target="../ink/ink1466.xml"/><Relationship Id="rId64" Type="http://schemas.openxmlformats.org/officeDocument/2006/relationships/customXml" Target="../ink/ink1487.xml"/><Relationship Id="rId118" Type="http://schemas.openxmlformats.org/officeDocument/2006/relationships/customXml" Target="../ink/ink1514.xml"/><Relationship Id="rId325" Type="http://schemas.openxmlformats.org/officeDocument/2006/relationships/image" Target="../media/image839.png"/><Relationship Id="rId367" Type="http://schemas.openxmlformats.org/officeDocument/2006/relationships/image" Target="../media/image860.png"/><Relationship Id="rId171" Type="http://schemas.openxmlformats.org/officeDocument/2006/relationships/image" Target="../media/image971.png"/><Relationship Id="rId227" Type="http://schemas.openxmlformats.org/officeDocument/2006/relationships/image" Target="../media/image769.png"/><Relationship Id="rId269" Type="http://schemas.openxmlformats.org/officeDocument/2006/relationships/image" Target="../media/image790.png"/><Relationship Id="rId434" Type="http://schemas.openxmlformats.org/officeDocument/2006/relationships/customXml" Target="../ink/ink1672.xml"/><Relationship Id="rId476" Type="http://schemas.openxmlformats.org/officeDocument/2006/relationships/customXml" Target="../ink/ink1693.xml"/><Relationship Id="rId33" Type="http://schemas.openxmlformats.org/officeDocument/2006/relationships/image" Target="../media/image402.png"/><Relationship Id="rId129" Type="http://schemas.openxmlformats.org/officeDocument/2006/relationships/image" Target="../media/image950.png"/><Relationship Id="rId280" Type="http://schemas.openxmlformats.org/officeDocument/2006/relationships/customXml" Target="../ink/ink1595.xml"/><Relationship Id="rId336" Type="http://schemas.openxmlformats.org/officeDocument/2006/relationships/customXml" Target="../ink/ink1623.xml"/><Relationship Id="rId75" Type="http://schemas.openxmlformats.org/officeDocument/2006/relationships/image" Target="../media/image618.png"/><Relationship Id="rId140" Type="http://schemas.openxmlformats.org/officeDocument/2006/relationships/customXml" Target="../ink/ink1525.xml"/><Relationship Id="rId182" Type="http://schemas.openxmlformats.org/officeDocument/2006/relationships/customXml" Target="../ink/ink1546.xml"/><Relationship Id="rId378" Type="http://schemas.openxmlformats.org/officeDocument/2006/relationships/customXml" Target="../ink/ink1644.xml"/><Relationship Id="rId403" Type="http://schemas.openxmlformats.org/officeDocument/2006/relationships/image" Target="../media/image878.png"/><Relationship Id="rId6" Type="http://schemas.openxmlformats.org/officeDocument/2006/relationships/customXml" Target="../ink/ink1458.xml"/><Relationship Id="rId238" Type="http://schemas.openxmlformats.org/officeDocument/2006/relationships/customXml" Target="../ink/ink1574.xml"/><Relationship Id="rId445" Type="http://schemas.openxmlformats.org/officeDocument/2006/relationships/image" Target="../media/image899.png"/><Relationship Id="rId487" Type="http://schemas.openxmlformats.org/officeDocument/2006/relationships/customXml" Target="../ink/ink1699.xml"/><Relationship Id="rId291" Type="http://schemas.openxmlformats.org/officeDocument/2006/relationships/image" Target="../media/image803.png"/><Relationship Id="rId305" Type="http://schemas.openxmlformats.org/officeDocument/2006/relationships/image" Target="../media/image810.png"/><Relationship Id="rId347" Type="http://schemas.openxmlformats.org/officeDocument/2006/relationships/image" Target="../media/image850.png"/><Relationship Id="rId44" Type="http://schemas.openxmlformats.org/officeDocument/2006/relationships/customXml" Target="../ink/ink1477.xml"/><Relationship Id="rId86" Type="http://schemas.openxmlformats.org/officeDocument/2006/relationships/customXml" Target="../ink/ink1498.xml"/><Relationship Id="rId151" Type="http://schemas.openxmlformats.org/officeDocument/2006/relationships/image" Target="../media/image961.png"/><Relationship Id="rId389" Type="http://schemas.openxmlformats.org/officeDocument/2006/relationships/image" Target="../media/image871.png"/><Relationship Id="rId193" Type="http://schemas.openxmlformats.org/officeDocument/2006/relationships/image" Target="../media/image752.png"/><Relationship Id="rId207" Type="http://schemas.openxmlformats.org/officeDocument/2006/relationships/image" Target="../media/image759.png"/><Relationship Id="rId249" Type="http://schemas.openxmlformats.org/officeDocument/2006/relationships/image" Target="../media/image780.png"/><Relationship Id="rId414" Type="http://schemas.openxmlformats.org/officeDocument/2006/relationships/customXml" Target="../ink/ink1662.xml"/><Relationship Id="rId456" Type="http://schemas.openxmlformats.org/officeDocument/2006/relationships/customXml" Target="../ink/ink1683.xml"/><Relationship Id="rId498" Type="http://schemas.openxmlformats.org/officeDocument/2006/relationships/image" Target="../media/image1000.png"/><Relationship Id="rId13" Type="http://schemas.openxmlformats.org/officeDocument/2006/relationships/image" Target="../media/image392.png"/><Relationship Id="rId109" Type="http://schemas.openxmlformats.org/officeDocument/2006/relationships/image" Target="../media/image940.png"/><Relationship Id="rId260" Type="http://schemas.openxmlformats.org/officeDocument/2006/relationships/customXml" Target="../ink/ink1585.xml"/><Relationship Id="rId316" Type="http://schemas.openxmlformats.org/officeDocument/2006/relationships/customXml" Target="../ink/ink1613.xml"/><Relationship Id="rId55" Type="http://schemas.openxmlformats.org/officeDocument/2006/relationships/image" Target="../media/image413.png"/><Relationship Id="rId97" Type="http://schemas.openxmlformats.org/officeDocument/2006/relationships/image" Target="../media/image934.png"/><Relationship Id="rId120" Type="http://schemas.openxmlformats.org/officeDocument/2006/relationships/customXml" Target="../ink/ink1515.xml"/><Relationship Id="rId358" Type="http://schemas.openxmlformats.org/officeDocument/2006/relationships/customXml" Target="../ink/ink1634.xml"/><Relationship Id="rId162" Type="http://schemas.openxmlformats.org/officeDocument/2006/relationships/customXml" Target="../ink/ink1536.xml"/><Relationship Id="rId218" Type="http://schemas.openxmlformats.org/officeDocument/2006/relationships/customXml" Target="../ink/ink1564.xml"/><Relationship Id="rId425" Type="http://schemas.openxmlformats.org/officeDocument/2006/relationships/image" Target="../media/image889.png"/><Relationship Id="rId467" Type="http://schemas.openxmlformats.org/officeDocument/2006/relationships/image" Target="../media/image985.png"/><Relationship Id="rId271" Type="http://schemas.openxmlformats.org/officeDocument/2006/relationships/image" Target="../media/image791.png"/><Relationship Id="rId24" Type="http://schemas.openxmlformats.org/officeDocument/2006/relationships/customXml" Target="../ink/ink1467.xml"/><Relationship Id="rId66" Type="http://schemas.openxmlformats.org/officeDocument/2006/relationships/customXml" Target="../ink/ink1488.xml"/><Relationship Id="rId131" Type="http://schemas.openxmlformats.org/officeDocument/2006/relationships/image" Target="../media/image951.png"/><Relationship Id="rId327" Type="http://schemas.openxmlformats.org/officeDocument/2006/relationships/image" Target="../media/image840.png"/><Relationship Id="rId369" Type="http://schemas.openxmlformats.org/officeDocument/2006/relationships/image" Target="../media/image861.png"/><Relationship Id="rId173" Type="http://schemas.openxmlformats.org/officeDocument/2006/relationships/image" Target="../media/image972.png"/><Relationship Id="rId229" Type="http://schemas.openxmlformats.org/officeDocument/2006/relationships/image" Target="../media/image770.png"/><Relationship Id="rId380" Type="http://schemas.openxmlformats.org/officeDocument/2006/relationships/customXml" Target="../ink/ink1645.xml"/><Relationship Id="rId436" Type="http://schemas.openxmlformats.org/officeDocument/2006/relationships/customXml" Target="../ink/ink1673.xml"/><Relationship Id="rId240" Type="http://schemas.openxmlformats.org/officeDocument/2006/relationships/customXml" Target="../ink/ink1575.xml"/><Relationship Id="rId478" Type="http://schemas.openxmlformats.org/officeDocument/2006/relationships/customXml" Target="../ink/ink1694.xml"/><Relationship Id="rId35" Type="http://schemas.openxmlformats.org/officeDocument/2006/relationships/image" Target="../media/image403.png"/><Relationship Id="rId77" Type="http://schemas.openxmlformats.org/officeDocument/2006/relationships/image" Target="../media/image924.png"/><Relationship Id="rId100" Type="http://schemas.openxmlformats.org/officeDocument/2006/relationships/customXml" Target="../ink/ink1505.xml"/><Relationship Id="rId282" Type="http://schemas.openxmlformats.org/officeDocument/2006/relationships/customXml" Target="../ink/ink1596.xml"/><Relationship Id="rId338" Type="http://schemas.openxmlformats.org/officeDocument/2006/relationships/customXml" Target="../ink/ink1624.xml"/><Relationship Id="rId8" Type="http://schemas.openxmlformats.org/officeDocument/2006/relationships/customXml" Target="../ink/ink1459.xml"/><Relationship Id="rId142" Type="http://schemas.openxmlformats.org/officeDocument/2006/relationships/customXml" Target="../ink/ink1526.xml"/><Relationship Id="rId184" Type="http://schemas.openxmlformats.org/officeDocument/2006/relationships/customXml" Target="../ink/ink1547.xml"/><Relationship Id="rId391" Type="http://schemas.openxmlformats.org/officeDocument/2006/relationships/image" Target="../media/image872.png"/><Relationship Id="rId405" Type="http://schemas.openxmlformats.org/officeDocument/2006/relationships/image" Target="../media/image879.png"/><Relationship Id="rId447" Type="http://schemas.openxmlformats.org/officeDocument/2006/relationships/image" Target="../media/image900.png"/><Relationship Id="rId251" Type="http://schemas.openxmlformats.org/officeDocument/2006/relationships/image" Target="../media/image781.png"/><Relationship Id="rId489" Type="http://schemas.openxmlformats.org/officeDocument/2006/relationships/customXml" Target="../ink/ink1700.xml"/><Relationship Id="rId46" Type="http://schemas.openxmlformats.org/officeDocument/2006/relationships/customXml" Target="../ink/ink1478.xml"/><Relationship Id="rId293" Type="http://schemas.openxmlformats.org/officeDocument/2006/relationships/image" Target="../media/image804.png"/><Relationship Id="rId307" Type="http://schemas.openxmlformats.org/officeDocument/2006/relationships/image" Target="../media/image811.png"/><Relationship Id="rId349" Type="http://schemas.openxmlformats.org/officeDocument/2006/relationships/image" Target="../media/image851.png"/><Relationship Id="rId88" Type="http://schemas.openxmlformats.org/officeDocument/2006/relationships/customXml" Target="../ink/ink1499.xml"/><Relationship Id="rId111" Type="http://schemas.openxmlformats.org/officeDocument/2006/relationships/image" Target="../media/image941.png"/><Relationship Id="rId153" Type="http://schemas.openxmlformats.org/officeDocument/2006/relationships/image" Target="../media/image962.png"/><Relationship Id="rId195" Type="http://schemas.openxmlformats.org/officeDocument/2006/relationships/image" Target="../media/image753.png"/><Relationship Id="rId209" Type="http://schemas.openxmlformats.org/officeDocument/2006/relationships/image" Target="../media/image760.png"/><Relationship Id="rId360" Type="http://schemas.openxmlformats.org/officeDocument/2006/relationships/customXml" Target="../ink/ink1635.xml"/><Relationship Id="rId416" Type="http://schemas.openxmlformats.org/officeDocument/2006/relationships/customXml" Target="../ink/ink1663.xml"/><Relationship Id="rId220" Type="http://schemas.openxmlformats.org/officeDocument/2006/relationships/customXml" Target="../ink/ink1565.xml"/><Relationship Id="rId458" Type="http://schemas.openxmlformats.org/officeDocument/2006/relationships/customXml" Target="../ink/ink1684.xml"/><Relationship Id="rId15" Type="http://schemas.openxmlformats.org/officeDocument/2006/relationships/image" Target="../media/image393.png"/><Relationship Id="rId57" Type="http://schemas.openxmlformats.org/officeDocument/2006/relationships/image" Target="../media/image414.png"/><Relationship Id="rId262" Type="http://schemas.openxmlformats.org/officeDocument/2006/relationships/customXml" Target="../ink/ink1586.xml"/><Relationship Id="rId318" Type="http://schemas.openxmlformats.org/officeDocument/2006/relationships/customXml" Target="../ink/ink1614.xml"/><Relationship Id="rId99" Type="http://schemas.openxmlformats.org/officeDocument/2006/relationships/image" Target="../media/image935.png"/><Relationship Id="rId122" Type="http://schemas.openxmlformats.org/officeDocument/2006/relationships/customXml" Target="../ink/ink1516.xml"/><Relationship Id="rId164" Type="http://schemas.openxmlformats.org/officeDocument/2006/relationships/customXml" Target="../ink/ink1537.xml"/><Relationship Id="rId371" Type="http://schemas.openxmlformats.org/officeDocument/2006/relationships/image" Target="../media/image862.png"/><Relationship Id="rId427" Type="http://schemas.openxmlformats.org/officeDocument/2006/relationships/image" Target="../media/image890.png"/><Relationship Id="rId469" Type="http://schemas.openxmlformats.org/officeDocument/2006/relationships/image" Target="../media/image986.png"/><Relationship Id="rId26" Type="http://schemas.openxmlformats.org/officeDocument/2006/relationships/customXml" Target="../ink/ink1468.xml"/><Relationship Id="rId231" Type="http://schemas.openxmlformats.org/officeDocument/2006/relationships/image" Target="../media/image771.png"/><Relationship Id="rId273" Type="http://schemas.openxmlformats.org/officeDocument/2006/relationships/image" Target="../media/image793.png"/><Relationship Id="rId329" Type="http://schemas.openxmlformats.org/officeDocument/2006/relationships/image" Target="../media/image841.png"/><Relationship Id="rId480" Type="http://schemas.openxmlformats.org/officeDocument/2006/relationships/customXml" Target="../ink/ink1695.xml"/><Relationship Id="rId68" Type="http://schemas.openxmlformats.org/officeDocument/2006/relationships/customXml" Target="../ink/ink1489.xml"/><Relationship Id="rId133" Type="http://schemas.openxmlformats.org/officeDocument/2006/relationships/image" Target="../media/image952.png"/><Relationship Id="rId175" Type="http://schemas.openxmlformats.org/officeDocument/2006/relationships/image" Target="../media/image973.png"/><Relationship Id="rId340" Type="http://schemas.openxmlformats.org/officeDocument/2006/relationships/customXml" Target="../ink/ink1625.xml"/><Relationship Id="rId200" Type="http://schemas.openxmlformats.org/officeDocument/2006/relationships/customXml" Target="../ink/ink1555.xml"/><Relationship Id="rId382" Type="http://schemas.openxmlformats.org/officeDocument/2006/relationships/customXml" Target="../ink/ink1646.xml"/><Relationship Id="rId438" Type="http://schemas.openxmlformats.org/officeDocument/2006/relationships/customXml" Target="../ink/ink1674.xml"/><Relationship Id="rId242" Type="http://schemas.openxmlformats.org/officeDocument/2006/relationships/customXml" Target="../ink/ink1576.xml"/><Relationship Id="rId284" Type="http://schemas.openxmlformats.org/officeDocument/2006/relationships/customXml" Target="../ink/ink1597.xml"/><Relationship Id="rId491" Type="http://schemas.openxmlformats.org/officeDocument/2006/relationships/customXml" Target="../ink/ink1701.xml"/><Relationship Id="rId37" Type="http://schemas.openxmlformats.org/officeDocument/2006/relationships/image" Target="../media/image404.png"/><Relationship Id="rId79" Type="http://schemas.openxmlformats.org/officeDocument/2006/relationships/image" Target="../media/image925.png"/><Relationship Id="rId102" Type="http://schemas.openxmlformats.org/officeDocument/2006/relationships/customXml" Target="../ink/ink1506.xml"/><Relationship Id="rId144" Type="http://schemas.openxmlformats.org/officeDocument/2006/relationships/customXml" Target="../ink/ink1527.xml"/><Relationship Id="rId90" Type="http://schemas.openxmlformats.org/officeDocument/2006/relationships/customXml" Target="../ink/ink1500.xml"/><Relationship Id="rId186" Type="http://schemas.openxmlformats.org/officeDocument/2006/relationships/customXml" Target="../ink/ink1548.xml"/><Relationship Id="rId351" Type="http://schemas.openxmlformats.org/officeDocument/2006/relationships/image" Target="../media/image852.png"/><Relationship Id="rId393" Type="http://schemas.openxmlformats.org/officeDocument/2006/relationships/image" Target="../media/image873.png"/><Relationship Id="rId407" Type="http://schemas.openxmlformats.org/officeDocument/2006/relationships/image" Target="../media/image880.png"/><Relationship Id="rId449" Type="http://schemas.openxmlformats.org/officeDocument/2006/relationships/image" Target="../media/image901.png"/><Relationship Id="rId211" Type="http://schemas.openxmlformats.org/officeDocument/2006/relationships/image" Target="../media/image761.png"/><Relationship Id="rId253" Type="http://schemas.openxmlformats.org/officeDocument/2006/relationships/image" Target="../media/image782.png"/><Relationship Id="rId295" Type="http://schemas.openxmlformats.org/officeDocument/2006/relationships/image" Target="../media/image805.png"/><Relationship Id="rId309" Type="http://schemas.openxmlformats.org/officeDocument/2006/relationships/image" Target="../media/image812.png"/><Relationship Id="rId460" Type="http://schemas.openxmlformats.org/officeDocument/2006/relationships/customXml" Target="../ink/ink1685.xml"/><Relationship Id="rId48" Type="http://schemas.openxmlformats.org/officeDocument/2006/relationships/customXml" Target="../ink/ink1479.xml"/><Relationship Id="rId113" Type="http://schemas.openxmlformats.org/officeDocument/2006/relationships/image" Target="../media/image942.png"/><Relationship Id="rId320" Type="http://schemas.openxmlformats.org/officeDocument/2006/relationships/customXml" Target="../ink/ink1615.xml"/><Relationship Id="rId155" Type="http://schemas.openxmlformats.org/officeDocument/2006/relationships/image" Target="../media/image963.png"/><Relationship Id="rId197" Type="http://schemas.openxmlformats.org/officeDocument/2006/relationships/image" Target="../media/image754.png"/><Relationship Id="rId362" Type="http://schemas.openxmlformats.org/officeDocument/2006/relationships/customXml" Target="../ink/ink1636.xml"/><Relationship Id="rId418" Type="http://schemas.openxmlformats.org/officeDocument/2006/relationships/customXml" Target="../ink/ink1664.xml"/><Relationship Id="rId222" Type="http://schemas.openxmlformats.org/officeDocument/2006/relationships/customXml" Target="../ink/ink1566.xml"/><Relationship Id="rId264" Type="http://schemas.openxmlformats.org/officeDocument/2006/relationships/customXml" Target="../ink/ink1587.xml"/><Relationship Id="rId471" Type="http://schemas.openxmlformats.org/officeDocument/2006/relationships/image" Target="../media/image987.png"/><Relationship Id="rId17" Type="http://schemas.openxmlformats.org/officeDocument/2006/relationships/image" Target="../media/image394.png"/><Relationship Id="rId59" Type="http://schemas.openxmlformats.org/officeDocument/2006/relationships/image" Target="../media/image415.png"/><Relationship Id="rId124" Type="http://schemas.openxmlformats.org/officeDocument/2006/relationships/customXml" Target="../ink/ink1517.xml"/><Relationship Id="rId70" Type="http://schemas.openxmlformats.org/officeDocument/2006/relationships/customXml" Target="../ink/ink1490.xml"/><Relationship Id="rId166" Type="http://schemas.openxmlformats.org/officeDocument/2006/relationships/customXml" Target="../ink/ink1538.xml"/><Relationship Id="rId331" Type="http://schemas.openxmlformats.org/officeDocument/2006/relationships/image" Target="../media/image842.png"/><Relationship Id="rId373" Type="http://schemas.openxmlformats.org/officeDocument/2006/relationships/image" Target="../media/image863.png"/><Relationship Id="rId429" Type="http://schemas.openxmlformats.org/officeDocument/2006/relationships/image" Target="../media/image891.png"/><Relationship Id="rId1" Type="http://schemas.openxmlformats.org/officeDocument/2006/relationships/slideLayout" Target="../slideLayouts/slideLayout7.xml"/><Relationship Id="rId233" Type="http://schemas.openxmlformats.org/officeDocument/2006/relationships/image" Target="../media/image772.png"/><Relationship Id="rId440" Type="http://schemas.openxmlformats.org/officeDocument/2006/relationships/customXml" Target="../ink/ink1675.xml"/><Relationship Id="rId28" Type="http://schemas.openxmlformats.org/officeDocument/2006/relationships/customXml" Target="../ink/ink1469.xml"/><Relationship Id="rId275" Type="http://schemas.openxmlformats.org/officeDocument/2006/relationships/image" Target="../media/image795.png"/><Relationship Id="rId300" Type="http://schemas.openxmlformats.org/officeDocument/2006/relationships/customXml" Target="../ink/ink1605.xml"/><Relationship Id="rId482" Type="http://schemas.openxmlformats.org/officeDocument/2006/relationships/image" Target="../media/image992.png"/><Relationship Id="rId81" Type="http://schemas.openxmlformats.org/officeDocument/2006/relationships/image" Target="../media/image926.png"/><Relationship Id="rId135" Type="http://schemas.openxmlformats.org/officeDocument/2006/relationships/image" Target="../media/image953.png"/><Relationship Id="rId177" Type="http://schemas.openxmlformats.org/officeDocument/2006/relationships/image" Target="../media/image974.png"/><Relationship Id="rId342" Type="http://schemas.openxmlformats.org/officeDocument/2006/relationships/customXml" Target="../ink/ink1626.xml"/><Relationship Id="rId384" Type="http://schemas.openxmlformats.org/officeDocument/2006/relationships/customXml" Target="../ink/ink1647.xml"/><Relationship Id="rId202" Type="http://schemas.openxmlformats.org/officeDocument/2006/relationships/customXml" Target="../ink/ink1556.xml"/><Relationship Id="rId244" Type="http://schemas.openxmlformats.org/officeDocument/2006/relationships/customXml" Target="../ink/ink1577.xml"/><Relationship Id="rId39" Type="http://schemas.openxmlformats.org/officeDocument/2006/relationships/image" Target="../media/image405.png"/><Relationship Id="rId286" Type="http://schemas.openxmlformats.org/officeDocument/2006/relationships/customXml" Target="../ink/ink1598.xml"/><Relationship Id="rId451" Type="http://schemas.openxmlformats.org/officeDocument/2006/relationships/image" Target="../media/image923.png"/><Relationship Id="rId493" Type="http://schemas.openxmlformats.org/officeDocument/2006/relationships/customXml" Target="../ink/ink1702.xml"/><Relationship Id="rId50" Type="http://schemas.openxmlformats.org/officeDocument/2006/relationships/customXml" Target="../ink/ink1480.xml"/><Relationship Id="rId104" Type="http://schemas.openxmlformats.org/officeDocument/2006/relationships/customXml" Target="../ink/ink1507.xml"/><Relationship Id="rId146" Type="http://schemas.openxmlformats.org/officeDocument/2006/relationships/customXml" Target="../ink/ink1528.xml"/><Relationship Id="rId188" Type="http://schemas.openxmlformats.org/officeDocument/2006/relationships/customXml" Target="../ink/ink1549.xml"/><Relationship Id="rId311" Type="http://schemas.openxmlformats.org/officeDocument/2006/relationships/image" Target="../media/image832.png"/><Relationship Id="rId353" Type="http://schemas.openxmlformats.org/officeDocument/2006/relationships/image" Target="../media/image853.png"/><Relationship Id="rId395" Type="http://schemas.openxmlformats.org/officeDocument/2006/relationships/image" Target="../media/image874.png"/><Relationship Id="rId409" Type="http://schemas.openxmlformats.org/officeDocument/2006/relationships/image" Target="../media/image881.png"/><Relationship Id="rId92" Type="http://schemas.openxmlformats.org/officeDocument/2006/relationships/customXml" Target="../ink/ink1501.xml"/><Relationship Id="rId213" Type="http://schemas.openxmlformats.org/officeDocument/2006/relationships/image" Target="../media/image762.png"/><Relationship Id="rId420" Type="http://schemas.openxmlformats.org/officeDocument/2006/relationships/customXml" Target="../ink/ink1665.xml"/><Relationship Id="rId255" Type="http://schemas.openxmlformats.org/officeDocument/2006/relationships/image" Target="../media/image783.png"/><Relationship Id="rId297" Type="http://schemas.openxmlformats.org/officeDocument/2006/relationships/image" Target="../media/image806.png"/><Relationship Id="rId462" Type="http://schemas.openxmlformats.org/officeDocument/2006/relationships/customXml" Target="../ink/ink1686.xml"/><Relationship Id="rId115" Type="http://schemas.openxmlformats.org/officeDocument/2006/relationships/image" Target="../media/image943.png"/><Relationship Id="rId157" Type="http://schemas.openxmlformats.org/officeDocument/2006/relationships/image" Target="../media/image964.png"/><Relationship Id="rId322" Type="http://schemas.openxmlformats.org/officeDocument/2006/relationships/customXml" Target="../ink/ink1616.xml"/><Relationship Id="rId364" Type="http://schemas.openxmlformats.org/officeDocument/2006/relationships/customXml" Target="../ink/ink1637.xml"/><Relationship Id="rId61" Type="http://schemas.openxmlformats.org/officeDocument/2006/relationships/image" Target="../media/image416.png"/><Relationship Id="rId199" Type="http://schemas.openxmlformats.org/officeDocument/2006/relationships/image" Target="../media/image755.png"/><Relationship Id="rId19" Type="http://schemas.openxmlformats.org/officeDocument/2006/relationships/image" Target="../media/image395.png"/><Relationship Id="rId224" Type="http://schemas.openxmlformats.org/officeDocument/2006/relationships/customXml" Target="../ink/ink1567.xml"/><Relationship Id="rId266" Type="http://schemas.openxmlformats.org/officeDocument/2006/relationships/customXml" Target="../ink/ink1588.xml"/><Relationship Id="rId431" Type="http://schemas.openxmlformats.org/officeDocument/2006/relationships/image" Target="../media/image892.png"/><Relationship Id="rId473" Type="http://schemas.openxmlformats.org/officeDocument/2006/relationships/image" Target="../media/image988.png"/><Relationship Id="rId30" Type="http://schemas.openxmlformats.org/officeDocument/2006/relationships/customXml" Target="../ink/ink1470.xml"/><Relationship Id="rId126" Type="http://schemas.openxmlformats.org/officeDocument/2006/relationships/customXml" Target="../ink/ink1518.xml"/><Relationship Id="rId168" Type="http://schemas.openxmlformats.org/officeDocument/2006/relationships/customXml" Target="../ink/ink1539.xml"/><Relationship Id="rId333" Type="http://schemas.openxmlformats.org/officeDocument/2006/relationships/image" Target="../media/image843.png"/><Relationship Id="rId72" Type="http://schemas.openxmlformats.org/officeDocument/2006/relationships/customXml" Target="../ink/ink1491.xml"/><Relationship Id="rId375" Type="http://schemas.openxmlformats.org/officeDocument/2006/relationships/image" Target="../media/image864.png"/><Relationship Id="rId3" Type="http://schemas.openxmlformats.org/officeDocument/2006/relationships/image" Target="../media/image387.png"/><Relationship Id="rId235" Type="http://schemas.openxmlformats.org/officeDocument/2006/relationships/image" Target="../media/image773.png"/><Relationship Id="rId277" Type="http://schemas.openxmlformats.org/officeDocument/2006/relationships/image" Target="../media/image796.png"/><Relationship Id="rId400" Type="http://schemas.openxmlformats.org/officeDocument/2006/relationships/customXml" Target="../ink/ink1655.xml"/><Relationship Id="rId442" Type="http://schemas.openxmlformats.org/officeDocument/2006/relationships/customXml" Target="../ink/ink1676.xml"/><Relationship Id="rId484" Type="http://schemas.openxmlformats.org/officeDocument/2006/relationships/image" Target="../media/image993.png"/><Relationship Id="rId137" Type="http://schemas.openxmlformats.org/officeDocument/2006/relationships/image" Target="../media/image954.png"/><Relationship Id="rId302" Type="http://schemas.openxmlformats.org/officeDocument/2006/relationships/customXml" Target="../ink/ink1606.xml"/><Relationship Id="rId344" Type="http://schemas.openxmlformats.org/officeDocument/2006/relationships/customXml" Target="../ink/ink1627.xml"/><Relationship Id="rId41" Type="http://schemas.openxmlformats.org/officeDocument/2006/relationships/image" Target="../media/image406.png"/><Relationship Id="rId83" Type="http://schemas.openxmlformats.org/officeDocument/2006/relationships/image" Target="../media/image927.png"/><Relationship Id="rId179" Type="http://schemas.openxmlformats.org/officeDocument/2006/relationships/image" Target="../media/image975.png"/><Relationship Id="rId386" Type="http://schemas.openxmlformats.org/officeDocument/2006/relationships/customXml" Target="../ink/ink1648.xml"/><Relationship Id="rId190" Type="http://schemas.openxmlformats.org/officeDocument/2006/relationships/customXml" Target="../ink/ink1550.xml"/><Relationship Id="rId204" Type="http://schemas.openxmlformats.org/officeDocument/2006/relationships/customXml" Target="../ink/ink1557.xml"/><Relationship Id="rId246" Type="http://schemas.openxmlformats.org/officeDocument/2006/relationships/customXml" Target="../ink/ink1578.xml"/><Relationship Id="rId288" Type="http://schemas.openxmlformats.org/officeDocument/2006/relationships/customXml" Target="../ink/ink1599.xml"/><Relationship Id="rId411" Type="http://schemas.openxmlformats.org/officeDocument/2006/relationships/image" Target="../media/image882.png"/><Relationship Id="rId453" Type="http://schemas.openxmlformats.org/officeDocument/2006/relationships/image" Target="../media/image978.png"/></Relationships>
</file>

<file path=ppt/slides/_rels/slide11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022.png"/><Relationship Id="rId21" Type="http://schemas.openxmlformats.org/officeDocument/2006/relationships/image" Target="../media/image396.png"/><Relationship Id="rId42" Type="http://schemas.openxmlformats.org/officeDocument/2006/relationships/customXml" Target="../ink/ink1725.xml"/><Relationship Id="rId63" Type="http://schemas.openxmlformats.org/officeDocument/2006/relationships/image" Target="../media/image613.png"/><Relationship Id="rId84" Type="http://schemas.openxmlformats.org/officeDocument/2006/relationships/customXml" Target="../ink/ink1746.xml"/><Relationship Id="rId138" Type="http://schemas.openxmlformats.org/officeDocument/2006/relationships/customXml" Target="../ink/ink1773.xml"/><Relationship Id="rId159" Type="http://schemas.openxmlformats.org/officeDocument/2006/relationships/image" Target="../media/image1043.png"/><Relationship Id="rId170" Type="http://schemas.openxmlformats.org/officeDocument/2006/relationships/customXml" Target="../ink/ink1789.xml"/><Relationship Id="rId107" Type="http://schemas.openxmlformats.org/officeDocument/2006/relationships/image" Target="../media/image1017.png"/><Relationship Id="rId11" Type="http://schemas.openxmlformats.org/officeDocument/2006/relationships/image" Target="../media/image391.png"/><Relationship Id="rId32" Type="http://schemas.openxmlformats.org/officeDocument/2006/relationships/customXml" Target="../ink/ink1720.xml"/><Relationship Id="rId53" Type="http://schemas.openxmlformats.org/officeDocument/2006/relationships/image" Target="../media/image412.png"/><Relationship Id="rId74" Type="http://schemas.openxmlformats.org/officeDocument/2006/relationships/customXml" Target="../ink/ink1741.xml"/><Relationship Id="rId128" Type="http://schemas.openxmlformats.org/officeDocument/2006/relationships/customXml" Target="../ink/ink1768.xml"/><Relationship Id="rId149" Type="http://schemas.openxmlformats.org/officeDocument/2006/relationships/image" Target="../media/image1038.png"/><Relationship Id="rId5" Type="http://schemas.openxmlformats.org/officeDocument/2006/relationships/image" Target="../media/image388.png"/><Relationship Id="rId95" Type="http://schemas.openxmlformats.org/officeDocument/2006/relationships/image" Target="../media/image1011.png"/><Relationship Id="rId160" Type="http://schemas.openxmlformats.org/officeDocument/2006/relationships/customXml" Target="../ink/ink1784.xml"/><Relationship Id="rId22" Type="http://schemas.openxmlformats.org/officeDocument/2006/relationships/customXml" Target="../ink/ink1715.xml"/><Relationship Id="rId43" Type="http://schemas.openxmlformats.org/officeDocument/2006/relationships/image" Target="../media/image407.png"/><Relationship Id="rId64" Type="http://schemas.openxmlformats.org/officeDocument/2006/relationships/customXml" Target="../ink/ink1736.xml"/><Relationship Id="rId118" Type="http://schemas.openxmlformats.org/officeDocument/2006/relationships/customXml" Target="../ink/ink1763.xml"/><Relationship Id="rId139" Type="http://schemas.openxmlformats.org/officeDocument/2006/relationships/image" Target="../media/image1033.png"/><Relationship Id="rId85" Type="http://schemas.openxmlformats.org/officeDocument/2006/relationships/image" Target="../media/image1006.png"/><Relationship Id="rId150" Type="http://schemas.openxmlformats.org/officeDocument/2006/relationships/customXml" Target="../ink/ink1779.xml"/><Relationship Id="rId171" Type="http://schemas.openxmlformats.org/officeDocument/2006/relationships/image" Target="../media/image1049.png"/><Relationship Id="rId12" Type="http://schemas.openxmlformats.org/officeDocument/2006/relationships/customXml" Target="../ink/ink1710.xml"/><Relationship Id="rId33" Type="http://schemas.openxmlformats.org/officeDocument/2006/relationships/image" Target="../media/image402.png"/><Relationship Id="rId108" Type="http://schemas.openxmlformats.org/officeDocument/2006/relationships/customXml" Target="../ink/ink1758.xml"/><Relationship Id="rId129" Type="http://schemas.openxmlformats.org/officeDocument/2006/relationships/image" Target="../media/image1028.png"/><Relationship Id="rId54" Type="http://schemas.openxmlformats.org/officeDocument/2006/relationships/customXml" Target="../ink/ink1731.xml"/><Relationship Id="rId75" Type="http://schemas.openxmlformats.org/officeDocument/2006/relationships/image" Target="../media/image1001.png"/><Relationship Id="rId96" Type="http://schemas.openxmlformats.org/officeDocument/2006/relationships/customXml" Target="../ink/ink1752.xml"/><Relationship Id="rId140" Type="http://schemas.openxmlformats.org/officeDocument/2006/relationships/customXml" Target="../ink/ink1774.xml"/><Relationship Id="rId161" Type="http://schemas.openxmlformats.org/officeDocument/2006/relationships/image" Target="../media/image1044.png"/><Relationship Id="rId6" Type="http://schemas.openxmlformats.org/officeDocument/2006/relationships/customXml" Target="../ink/ink1707.xml"/><Relationship Id="rId23" Type="http://schemas.openxmlformats.org/officeDocument/2006/relationships/image" Target="../media/image397.png"/><Relationship Id="rId28" Type="http://schemas.openxmlformats.org/officeDocument/2006/relationships/customXml" Target="../ink/ink1718.xml"/><Relationship Id="rId49" Type="http://schemas.openxmlformats.org/officeDocument/2006/relationships/image" Target="../media/image410.png"/><Relationship Id="rId114" Type="http://schemas.openxmlformats.org/officeDocument/2006/relationships/customXml" Target="../ink/ink1761.xml"/><Relationship Id="rId119" Type="http://schemas.openxmlformats.org/officeDocument/2006/relationships/image" Target="../media/image1023.png"/><Relationship Id="rId44" Type="http://schemas.openxmlformats.org/officeDocument/2006/relationships/customXml" Target="../ink/ink1726.xml"/><Relationship Id="rId60" Type="http://schemas.openxmlformats.org/officeDocument/2006/relationships/customXml" Target="../ink/ink1734.xml"/><Relationship Id="rId65" Type="http://schemas.openxmlformats.org/officeDocument/2006/relationships/image" Target="../media/image614.png"/><Relationship Id="rId81" Type="http://schemas.openxmlformats.org/officeDocument/2006/relationships/image" Target="../media/image1004.png"/><Relationship Id="rId86" Type="http://schemas.openxmlformats.org/officeDocument/2006/relationships/customXml" Target="../ink/ink1747.xml"/><Relationship Id="rId130" Type="http://schemas.openxmlformats.org/officeDocument/2006/relationships/customXml" Target="../ink/ink1769.xml"/><Relationship Id="rId135" Type="http://schemas.openxmlformats.org/officeDocument/2006/relationships/image" Target="../media/image1031.png"/><Relationship Id="rId151" Type="http://schemas.openxmlformats.org/officeDocument/2006/relationships/image" Target="../media/image1039.png"/><Relationship Id="rId156" Type="http://schemas.openxmlformats.org/officeDocument/2006/relationships/customXml" Target="../ink/ink1782.xml"/><Relationship Id="rId177" Type="http://schemas.openxmlformats.org/officeDocument/2006/relationships/image" Target="../media/image1052.png"/><Relationship Id="rId172" Type="http://schemas.openxmlformats.org/officeDocument/2006/relationships/customXml" Target="../ink/ink1790.xml"/><Relationship Id="rId13" Type="http://schemas.openxmlformats.org/officeDocument/2006/relationships/image" Target="../media/image392.png"/><Relationship Id="rId18" Type="http://schemas.openxmlformats.org/officeDocument/2006/relationships/customXml" Target="../ink/ink1713.xml"/><Relationship Id="rId39" Type="http://schemas.openxmlformats.org/officeDocument/2006/relationships/image" Target="../media/image405.png"/><Relationship Id="rId109" Type="http://schemas.openxmlformats.org/officeDocument/2006/relationships/image" Target="../media/image1018.png"/><Relationship Id="rId34" Type="http://schemas.openxmlformats.org/officeDocument/2006/relationships/customXml" Target="../ink/ink1721.xml"/><Relationship Id="rId50" Type="http://schemas.openxmlformats.org/officeDocument/2006/relationships/customXml" Target="../ink/ink1729.xml"/><Relationship Id="rId55" Type="http://schemas.openxmlformats.org/officeDocument/2006/relationships/image" Target="../media/image413.png"/><Relationship Id="rId76" Type="http://schemas.openxmlformats.org/officeDocument/2006/relationships/customXml" Target="../ink/ink1742.xml"/><Relationship Id="rId97" Type="http://schemas.openxmlformats.org/officeDocument/2006/relationships/image" Target="../media/image1012.png"/><Relationship Id="rId104" Type="http://schemas.openxmlformats.org/officeDocument/2006/relationships/customXml" Target="../ink/ink1756.xml"/><Relationship Id="rId120" Type="http://schemas.openxmlformats.org/officeDocument/2006/relationships/customXml" Target="../ink/ink1764.xml"/><Relationship Id="rId125" Type="http://schemas.openxmlformats.org/officeDocument/2006/relationships/image" Target="../media/image1026.png"/><Relationship Id="rId141" Type="http://schemas.openxmlformats.org/officeDocument/2006/relationships/image" Target="../media/image1034.png"/><Relationship Id="rId146" Type="http://schemas.openxmlformats.org/officeDocument/2006/relationships/customXml" Target="../ink/ink1777.xml"/><Relationship Id="rId167" Type="http://schemas.openxmlformats.org/officeDocument/2006/relationships/image" Target="../media/image1047.png"/><Relationship Id="rId7" Type="http://schemas.openxmlformats.org/officeDocument/2006/relationships/image" Target="../media/image389.png"/><Relationship Id="rId71" Type="http://schemas.openxmlformats.org/officeDocument/2006/relationships/image" Target="../media/image618.png"/><Relationship Id="rId92" Type="http://schemas.openxmlformats.org/officeDocument/2006/relationships/customXml" Target="../ink/ink1750.xml"/><Relationship Id="rId162" Type="http://schemas.openxmlformats.org/officeDocument/2006/relationships/customXml" Target="../ink/ink1785.xml"/><Relationship Id="rId2" Type="http://schemas.openxmlformats.org/officeDocument/2006/relationships/customXml" Target="../ink/ink1705.xml"/><Relationship Id="rId29" Type="http://schemas.openxmlformats.org/officeDocument/2006/relationships/image" Target="../media/image400.png"/><Relationship Id="rId24" Type="http://schemas.openxmlformats.org/officeDocument/2006/relationships/customXml" Target="../ink/ink1716.xml"/><Relationship Id="rId40" Type="http://schemas.openxmlformats.org/officeDocument/2006/relationships/customXml" Target="../ink/ink1724.xml"/><Relationship Id="rId45" Type="http://schemas.openxmlformats.org/officeDocument/2006/relationships/image" Target="../media/image408.png"/><Relationship Id="rId66" Type="http://schemas.openxmlformats.org/officeDocument/2006/relationships/customXml" Target="../ink/ink1737.xml"/><Relationship Id="rId87" Type="http://schemas.openxmlformats.org/officeDocument/2006/relationships/image" Target="../media/image1007.png"/><Relationship Id="rId110" Type="http://schemas.openxmlformats.org/officeDocument/2006/relationships/customXml" Target="../ink/ink1759.xml"/><Relationship Id="rId115" Type="http://schemas.openxmlformats.org/officeDocument/2006/relationships/image" Target="../media/image1021.png"/><Relationship Id="rId131" Type="http://schemas.openxmlformats.org/officeDocument/2006/relationships/image" Target="../media/image1029.png"/><Relationship Id="rId136" Type="http://schemas.openxmlformats.org/officeDocument/2006/relationships/customXml" Target="../ink/ink1772.xml"/><Relationship Id="rId157" Type="http://schemas.openxmlformats.org/officeDocument/2006/relationships/image" Target="../media/image1042.png"/><Relationship Id="rId178" Type="http://schemas.openxmlformats.org/officeDocument/2006/relationships/customXml" Target="../ink/ink1793.xml"/><Relationship Id="rId61" Type="http://schemas.openxmlformats.org/officeDocument/2006/relationships/image" Target="../media/image416.png"/><Relationship Id="rId82" Type="http://schemas.openxmlformats.org/officeDocument/2006/relationships/customXml" Target="../ink/ink1745.xml"/><Relationship Id="rId152" Type="http://schemas.openxmlformats.org/officeDocument/2006/relationships/customXml" Target="../ink/ink1780.xml"/><Relationship Id="rId173" Type="http://schemas.openxmlformats.org/officeDocument/2006/relationships/image" Target="../media/image1050.png"/><Relationship Id="rId19" Type="http://schemas.openxmlformats.org/officeDocument/2006/relationships/image" Target="../media/image395.png"/><Relationship Id="rId14" Type="http://schemas.openxmlformats.org/officeDocument/2006/relationships/customXml" Target="../ink/ink1711.xml"/><Relationship Id="rId30" Type="http://schemas.openxmlformats.org/officeDocument/2006/relationships/customXml" Target="../ink/ink1719.xml"/><Relationship Id="rId35" Type="http://schemas.openxmlformats.org/officeDocument/2006/relationships/image" Target="../media/image403.png"/><Relationship Id="rId56" Type="http://schemas.openxmlformats.org/officeDocument/2006/relationships/customXml" Target="../ink/ink1732.xml"/><Relationship Id="rId77" Type="http://schemas.openxmlformats.org/officeDocument/2006/relationships/image" Target="../media/image1002.png"/><Relationship Id="rId100" Type="http://schemas.openxmlformats.org/officeDocument/2006/relationships/customXml" Target="../ink/ink1754.xml"/><Relationship Id="rId105" Type="http://schemas.openxmlformats.org/officeDocument/2006/relationships/image" Target="../media/image1016.png"/><Relationship Id="rId126" Type="http://schemas.openxmlformats.org/officeDocument/2006/relationships/customXml" Target="../ink/ink1767.xml"/><Relationship Id="rId147" Type="http://schemas.openxmlformats.org/officeDocument/2006/relationships/image" Target="../media/image1037.png"/><Relationship Id="rId168" Type="http://schemas.openxmlformats.org/officeDocument/2006/relationships/customXml" Target="../ink/ink1788.xml"/><Relationship Id="rId8" Type="http://schemas.openxmlformats.org/officeDocument/2006/relationships/customXml" Target="../ink/ink1708.xml"/><Relationship Id="rId51" Type="http://schemas.openxmlformats.org/officeDocument/2006/relationships/image" Target="../media/image411.png"/><Relationship Id="rId72" Type="http://schemas.openxmlformats.org/officeDocument/2006/relationships/customXml" Target="../ink/ink1740.xml"/><Relationship Id="rId93" Type="http://schemas.openxmlformats.org/officeDocument/2006/relationships/image" Target="../media/image1010.png"/><Relationship Id="rId98" Type="http://schemas.openxmlformats.org/officeDocument/2006/relationships/customXml" Target="../ink/ink1753.xml"/><Relationship Id="rId121" Type="http://schemas.openxmlformats.org/officeDocument/2006/relationships/image" Target="../media/image1024.png"/><Relationship Id="rId142" Type="http://schemas.openxmlformats.org/officeDocument/2006/relationships/customXml" Target="../ink/ink1775.xml"/><Relationship Id="rId163" Type="http://schemas.openxmlformats.org/officeDocument/2006/relationships/image" Target="../media/image1045.png"/><Relationship Id="rId3" Type="http://schemas.openxmlformats.org/officeDocument/2006/relationships/image" Target="../media/image387.png"/><Relationship Id="rId25" Type="http://schemas.openxmlformats.org/officeDocument/2006/relationships/image" Target="../media/image398.png"/><Relationship Id="rId46" Type="http://schemas.openxmlformats.org/officeDocument/2006/relationships/customXml" Target="../ink/ink1727.xml"/><Relationship Id="rId67" Type="http://schemas.openxmlformats.org/officeDocument/2006/relationships/image" Target="../media/image615.png"/><Relationship Id="rId116" Type="http://schemas.openxmlformats.org/officeDocument/2006/relationships/customXml" Target="../ink/ink1762.xml"/><Relationship Id="rId137" Type="http://schemas.openxmlformats.org/officeDocument/2006/relationships/image" Target="../media/image1032.png"/><Relationship Id="rId158" Type="http://schemas.openxmlformats.org/officeDocument/2006/relationships/customXml" Target="../ink/ink1783.xml"/><Relationship Id="rId20" Type="http://schemas.openxmlformats.org/officeDocument/2006/relationships/customXml" Target="../ink/ink1714.xml"/><Relationship Id="rId41" Type="http://schemas.openxmlformats.org/officeDocument/2006/relationships/image" Target="../media/image406.png"/><Relationship Id="rId62" Type="http://schemas.openxmlformats.org/officeDocument/2006/relationships/customXml" Target="../ink/ink1735.xml"/><Relationship Id="rId83" Type="http://schemas.openxmlformats.org/officeDocument/2006/relationships/image" Target="../media/image1005.png"/><Relationship Id="rId88" Type="http://schemas.openxmlformats.org/officeDocument/2006/relationships/customXml" Target="../ink/ink1748.xml"/><Relationship Id="rId111" Type="http://schemas.openxmlformats.org/officeDocument/2006/relationships/image" Target="../media/image1019.png"/><Relationship Id="rId132" Type="http://schemas.openxmlformats.org/officeDocument/2006/relationships/customXml" Target="../ink/ink1770.xml"/><Relationship Id="rId153" Type="http://schemas.openxmlformats.org/officeDocument/2006/relationships/image" Target="../media/image1040.png"/><Relationship Id="rId174" Type="http://schemas.openxmlformats.org/officeDocument/2006/relationships/customXml" Target="../ink/ink1791.xml"/><Relationship Id="rId179" Type="http://schemas.openxmlformats.org/officeDocument/2006/relationships/image" Target="../media/image1053.png"/><Relationship Id="rId15" Type="http://schemas.openxmlformats.org/officeDocument/2006/relationships/image" Target="../media/image393.png"/><Relationship Id="rId36" Type="http://schemas.openxmlformats.org/officeDocument/2006/relationships/customXml" Target="../ink/ink1722.xml"/><Relationship Id="rId57" Type="http://schemas.openxmlformats.org/officeDocument/2006/relationships/image" Target="../media/image414.png"/><Relationship Id="rId106" Type="http://schemas.openxmlformats.org/officeDocument/2006/relationships/customXml" Target="../ink/ink1757.xml"/><Relationship Id="rId127" Type="http://schemas.openxmlformats.org/officeDocument/2006/relationships/image" Target="../media/image1027.png"/><Relationship Id="rId10" Type="http://schemas.openxmlformats.org/officeDocument/2006/relationships/customXml" Target="../ink/ink1709.xml"/><Relationship Id="rId31" Type="http://schemas.openxmlformats.org/officeDocument/2006/relationships/image" Target="../media/image401.png"/><Relationship Id="rId52" Type="http://schemas.openxmlformats.org/officeDocument/2006/relationships/customXml" Target="../ink/ink1730.xml"/><Relationship Id="rId73" Type="http://schemas.openxmlformats.org/officeDocument/2006/relationships/image" Target="../media/image926.png"/><Relationship Id="rId78" Type="http://schemas.openxmlformats.org/officeDocument/2006/relationships/customXml" Target="../ink/ink1743.xml"/><Relationship Id="rId94" Type="http://schemas.openxmlformats.org/officeDocument/2006/relationships/customXml" Target="../ink/ink1751.xml"/><Relationship Id="rId99" Type="http://schemas.openxmlformats.org/officeDocument/2006/relationships/image" Target="../media/image1013.png"/><Relationship Id="rId101" Type="http://schemas.openxmlformats.org/officeDocument/2006/relationships/image" Target="../media/image1014.png"/><Relationship Id="rId122" Type="http://schemas.openxmlformats.org/officeDocument/2006/relationships/customXml" Target="../ink/ink1765.xml"/><Relationship Id="rId143" Type="http://schemas.openxmlformats.org/officeDocument/2006/relationships/image" Target="../media/image1035.png"/><Relationship Id="rId148" Type="http://schemas.openxmlformats.org/officeDocument/2006/relationships/customXml" Target="../ink/ink1778.xml"/><Relationship Id="rId164" Type="http://schemas.openxmlformats.org/officeDocument/2006/relationships/customXml" Target="../ink/ink1786.xml"/><Relationship Id="rId169" Type="http://schemas.openxmlformats.org/officeDocument/2006/relationships/image" Target="../media/image1048.png"/><Relationship Id="rId4" Type="http://schemas.openxmlformats.org/officeDocument/2006/relationships/customXml" Target="../ink/ink1706.xml"/><Relationship Id="rId9" Type="http://schemas.openxmlformats.org/officeDocument/2006/relationships/image" Target="../media/image390.png"/><Relationship Id="rId26" Type="http://schemas.openxmlformats.org/officeDocument/2006/relationships/customXml" Target="../ink/ink1717.xml"/><Relationship Id="rId47" Type="http://schemas.openxmlformats.org/officeDocument/2006/relationships/image" Target="../media/image409.png"/><Relationship Id="rId68" Type="http://schemas.openxmlformats.org/officeDocument/2006/relationships/customXml" Target="../ink/ink1738.xml"/><Relationship Id="rId89" Type="http://schemas.openxmlformats.org/officeDocument/2006/relationships/image" Target="../media/image1008.png"/><Relationship Id="rId112" Type="http://schemas.openxmlformats.org/officeDocument/2006/relationships/customXml" Target="../ink/ink1760.xml"/><Relationship Id="rId133" Type="http://schemas.openxmlformats.org/officeDocument/2006/relationships/image" Target="../media/image1030.png"/><Relationship Id="rId154" Type="http://schemas.openxmlformats.org/officeDocument/2006/relationships/customXml" Target="../ink/ink1781.xml"/><Relationship Id="rId175" Type="http://schemas.openxmlformats.org/officeDocument/2006/relationships/image" Target="../media/image1051.png"/><Relationship Id="rId16" Type="http://schemas.openxmlformats.org/officeDocument/2006/relationships/customXml" Target="../ink/ink1712.xml"/><Relationship Id="rId37" Type="http://schemas.openxmlformats.org/officeDocument/2006/relationships/image" Target="../media/image404.png"/><Relationship Id="rId58" Type="http://schemas.openxmlformats.org/officeDocument/2006/relationships/customXml" Target="../ink/ink1733.xml"/><Relationship Id="rId79" Type="http://schemas.openxmlformats.org/officeDocument/2006/relationships/image" Target="../media/image1003.png"/><Relationship Id="rId102" Type="http://schemas.openxmlformats.org/officeDocument/2006/relationships/customXml" Target="../ink/ink1755.xml"/><Relationship Id="rId123" Type="http://schemas.openxmlformats.org/officeDocument/2006/relationships/image" Target="../media/image1025.png"/><Relationship Id="rId144" Type="http://schemas.openxmlformats.org/officeDocument/2006/relationships/customXml" Target="../ink/ink1776.xml"/><Relationship Id="rId90" Type="http://schemas.openxmlformats.org/officeDocument/2006/relationships/customXml" Target="../ink/ink1749.xml"/><Relationship Id="rId165" Type="http://schemas.openxmlformats.org/officeDocument/2006/relationships/image" Target="../media/image1046.png"/><Relationship Id="rId27" Type="http://schemas.openxmlformats.org/officeDocument/2006/relationships/image" Target="../media/image399.png"/><Relationship Id="rId48" Type="http://schemas.openxmlformats.org/officeDocument/2006/relationships/customXml" Target="../ink/ink1728.xml"/><Relationship Id="rId69" Type="http://schemas.openxmlformats.org/officeDocument/2006/relationships/image" Target="../media/image617.png"/><Relationship Id="rId113" Type="http://schemas.openxmlformats.org/officeDocument/2006/relationships/image" Target="../media/image1020.png"/><Relationship Id="rId134" Type="http://schemas.openxmlformats.org/officeDocument/2006/relationships/customXml" Target="../ink/ink1771.xml"/><Relationship Id="rId80" Type="http://schemas.openxmlformats.org/officeDocument/2006/relationships/customXml" Target="../ink/ink1744.xml"/><Relationship Id="rId155" Type="http://schemas.openxmlformats.org/officeDocument/2006/relationships/image" Target="../media/image1041.png"/><Relationship Id="rId176" Type="http://schemas.openxmlformats.org/officeDocument/2006/relationships/customXml" Target="../ink/ink1792.xml"/><Relationship Id="rId17" Type="http://schemas.openxmlformats.org/officeDocument/2006/relationships/image" Target="../media/image394.png"/><Relationship Id="rId38" Type="http://schemas.openxmlformats.org/officeDocument/2006/relationships/customXml" Target="../ink/ink1723.xml"/><Relationship Id="rId59" Type="http://schemas.openxmlformats.org/officeDocument/2006/relationships/image" Target="../media/image415.png"/><Relationship Id="rId103" Type="http://schemas.openxmlformats.org/officeDocument/2006/relationships/image" Target="../media/image1015.png"/><Relationship Id="rId124" Type="http://schemas.openxmlformats.org/officeDocument/2006/relationships/customXml" Target="../ink/ink1766.xml"/><Relationship Id="rId70" Type="http://schemas.openxmlformats.org/officeDocument/2006/relationships/customXml" Target="../ink/ink1739.xml"/><Relationship Id="rId91" Type="http://schemas.openxmlformats.org/officeDocument/2006/relationships/image" Target="../media/image1009.png"/><Relationship Id="rId145" Type="http://schemas.openxmlformats.org/officeDocument/2006/relationships/image" Target="../media/image1036.png"/><Relationship Id="rId166" Type="http://schemas.openxmlformats.org/officeDocument/2006/relationships/customXml" Target="../ink/ink1787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072.png"/><Relationship Id="rId21" Type="http://schemas.openxmlformats.org/officeDocument/2006/relationships/image" Target="../media/image396.png"/><Relationship Id="rId42" Type="http://schemas.openxmlformats.org/officeDocument/2006/relationships/customXml" Target="../ink/ink1814.xml"/><Relationship Id="rId63" Type="http://schemas.openxmlformats.org/officeDocument/2006/relationships/image" Target="../media/image613.png"/><Relationship Id="rId84" Type="http://schemas.openxmlformats.org/officeDocument/2006/relationships/customXml" Target="../ink/ink1835.xml"/><Relationship Id="rId138" Type="http://schemas.openxmlformats.org/officeDocument/2006/relationships/customXml" Target="../ink/ink1862.xml"/><Relationship Id="rId159" Type="http://schemas.openxmlformats.org/officeDocument/2006/relationships/image" Target="../media/image597.png"/><Relationship Id="rId170" Type="http://schemas.openxmlformats.org/officeDocument/2006/relationships/customXml" Target="../ink/ink1878.xml"/><Relationship Id="rId191" Type="http://schemas.openxmlformats.org/officeDocument/2006/relationships/image" Target="../media/image1085.png"/><Relationship Id="rId107" Type="http://schemas.openxmlformats.org/officeDocument/2006/relationships/image" Target="../media/image1067.png"/><Relationship Id="rId11" Type="http://schemas.openxmlformats.org/officeDocument/2006/relationships/image" Target="../media/image391.png"/><Relationship Id="rId32" Type="http://schemas.openxmlformats.org/officeDocument/2006/relationships/customXml" Target="../ink/ink1809.xml"/><Relationship Id="rId53" Type="http://schemas.openxmlformats.org/officeDocument/2006/relationships/image" Target="../media/image412.png"/><Relationship Id="rId74" Type="http://schemas.openxmlformats.org/officeDocument/2006/relationships/customXml" Target="../ink/ink1830.xml"/><Relationship Id="rId128" Type="http://schemas.openxmlformats.org/officeDocument/2006/relationships/customXml" Target="../ink/ink1857.xml"/><Relationship Id="rId149" Type="http://schemas.openxmlformats.org/officeDocument/2006/relationships/image" Target="../media/image584.png"/><Relationship Id="rId5" Type="http://schemas.openxmlformats.org/officeDocument/2006/relationships/image" Target="../media/image388.png"/><Relationship Id="rId95" Type="http://schemas.openxmlformats.org/officeDocument/2006/relationships/image" Target="../media/image1061.png"/><Relationship Id="rId160" Type="http://schemas.openxmlformats.org/officeDocument/2006/relationships/customXml" Target="../ink/ink1873.xml"/><Relationship Id="rId181" Type="http://schemas.openxmlformats.org/officeDocument/2006/relationships/image" Target="../media/image608.png"/><Relationship Id="rId22" Type="http://schemas.openxmlformats.org/officeDocument/2006/relationships/customXml" Target="../ink/ink1804.xml"/><Relationship Id="rId43" Type="http://schemas.openxmlformats.org/officeDocument/2006/relationships/image" Target="../media/image407.png"/><Relationship Id="rId64" Type="http://schemas.openxmlformats.org/officeDocument/2006/relationships/customXml" Target="../ink/ink1825.xml"/><Relationship Id="rId118" Type="http://schemas.openxmlformats.org/officeDocument/2006/relationships/customXml" Target="../ink/ink1852.xml"/><Relationship Id="rId139" Type="http://schemas.openxmlformats.org/officeDocument/2006/relationships/image" Target="../media/image579.png"/><Relationship Id="rId85" Type="http://schemas.openxmlformats.org/officeDocument/2006/relationships/image" Target="../media/image1056.png"/><Relationship Id="rId150" Type="http://schemas.openxmlformats.org/officeDocument/2006/relationships/customXml" Target="../ink/ink1868.xml"/><Relationship Id="rId171" Type="http://schemas.openxmlformats.org/officeDocument/2006/relationships/image" Target="../media/image603.png"/><Relationship Id="rId192" Type="http://schemas.openxmlformats.org/officeDocument/2006/relationships/customXml" Target="../ink/ink1889.xml"/><Relationship Id="rId12" Type="http://schemas.openxmlformats.org/officeDocument/2006/relationships/customXml" Target="../ink/ink1799.xml"/><Relationship Id="rId33" Type="http://schemas.openxmlformats.org/officeDocument/2006/relationships/image" Target="../media/image402.png"/><Relationship Id="rId108" Type="http://schemas.openxmlformats.org/officeDocument/2006/relationships/customXml" Target="../ink/ink1847.xml"/><Relationship Id="rId129" Type="http://schemas.openxmlformats.org/officeDocument/2006/relationships/image" Target="../media/image1077.png"/><Relationship Id="rId54" Type="http://schemas.openxmlformats.org/officeDocument/2006/relationships/customXml" Target="../ink/ink1820.xml"/><Relationship Id="rId75" Type="http://schemas.openxmlformats.org/officeDocument/2006/relationships/image" Target="../media/image1002.png"/><Relationship Id="rId96" Type="http://schemas.openxmlformats.org/officeDocument/2006/relationships/customXml" Target="../ink/ink1841.xml"/><Relationship Id="rId140" Type="http://schemas.openxmlformats.org/officeDocument/2006/relationships/customXml" Target="../ink/ink1863.xml"/><Relationship Id="rId161" Type="http://schemas.openxmlformats.org/officeDocument/2006/relationships/image" Target="../media/image598.png"/><Relationship Id="rId182" Type="http://schemas.openxmlformats.org/officeDocument/2006/relationships/customXml" Target="../ink/ink1884.xml"/><Relationship Id="rId6" Type="http://schemas.openxmlformats.org/officeDocument/2006/relationships/customXml" Target="../ink/ink1796.xml"/><Relationship Id="rId23" Type="http://schemas.openxmlformats.org/officeDocument/2006/relationships/image" Target="../media/image397.png"/><Relationship Id="rId119" Type="http://schemas.openxmlformats.org/officeDocument/2006/relationships/image" Target="../media/image32.png"/><Relationship Id="rId44" Type="http://schemas.openxmlformats.org/officeDocument/2006/relationships/customXml" Target="../ink/ink1815.xml"/><Relationship Id="rId65" Type="http://schemas.openxmlformats.org/officeDocument/2006/relationships/image" Target="../media/image614.png"/><Relationship Id="rId86" Type="http://schemas.openxmlformats.org/officeDocument/2006/relationships/customXml" Target="../ink/ink1836.xml"/><Relationship Id="rId130" Type="http://schemas.openxmlformats.org/officeDocument/2006/relationships/customXml" Target="../ink/ink1858.xml"/><Relationship Id="rId151" Type="http://schemas.openxmlformats.org/officeDocument/2006/relationships/image" Target="../media/image585.png"/><Relationship Id="rId172" Type="http://schemas.openxmlformats.org/officeDocument/2006/relationships/customXml" Target="../ink/ink1879.xml"/><Relationship Id="rId193" Type="http://schemas.openxmlformats.org/officeDocument/2006/relationships/image" Target="../media/image1086.png"/><Relationship Id="rId13" Type="http://schemas.openxmlformats.org/officeDocument/2006/relationships/image" Target="../media/image392.png"/><Relationship Id="rId109" Type="http://schemas.openxmlformats.org/officeDocument/2006/relationships/image" Target="../media/image1068.png"/><Relationship Id="rId34" Type="http://schemas.openxmlformats.org/officeDocument/2006/relationships/customXml" Target="../ink/ink1810.xml"/><Relationship Id="rId55" Type="http://schemas.openxmlformats.org/officeDocument/2006/relationships/image" Target="../media/image413.png"/><Relationship Id="rId76" Type="http://schemas.openxmlformats.org/officeDocument/2006/relationships/customXml" Target="../ink/ink1831.xml"/><Relationship Id="rId97" Type="http://schemas.openxmlformats.org/officeDocument/2006/relationships/image" Target="../media/image1062.png"/><Relationship Id="rId120" Type="http://schemas.openxmlformats.org/officeDocument/2006/relationships/customXml" Target="../ink/ink1853.xml"/><Relationship Id="rId141" Type="http://schemas.openxmlformats.org/officeDocument/2006/relationships/image" Target="../media/image580.png"/><Relationship Id="rId7" Type="http://schemas.openxmlformats.org/officeDocument/2006/relationships/image" Target="../media/image389.png"/><Relationship Id="rId162" Type="http://schemas.openxmlformats.org/officeDocument/2006/relationships/customXml" Target="../ink/ink1874.xml"/><Relationship Id="rId183" Type="http://schemas.openxmlformats.org/officeDocument/2006/relationships/image" Target="../media/image1081.png"/><Relationship Id="rId2" Type="http://schemas.openxmlformats.org/officeDocument/2006/relationships/customXml" Target="../ink/ink1794.xml"/><Relationship Id="rId29" Type="http://schemas.openxmlformats.org/officeDocument/2006/relationships/image" Target="../media/image400.png"/><Relationship Id="rId24" Type="http://schemas.openxmlformats.org/officeDocument/2006/relationships/customXml" Target="../ink/ink1805.xml"/><Relationship Id="rId40" Type="http://schemas.openxmlformats.org/officeDocument/2006/relationships/customXml" Target="../ink/ink1813.xml"/><Relationship Id="rId45" Type="http://schemas.openxmlformats.org/officeDocument/2006/relationships/image" Target="../media/image408.png"/><Relationship Id="rId66" Type="http://schemas.openxmlformats.org/officeDocument/2006/relationships/customXml" Target="../ink/ink1826.xml"/><Relationship Id="rId87" Type="http://schemas.openxmlformats.org/officeDocument/2006/relationships/image" Target="../media/image1057.png"/><Relationship Id="rId110" Type="http://schemas.openxmlformats.org/officeDocument/2006/relationships/customXml" Target="../ink/ink1848.xml"/><Relationship Id="rId115" Type="http://schemas.openxmlformats.org/officeDocument/2006/relationships/image" Target="../media/image1071.png"/><Relationship Id="rId131" Type="http://schemas.openxmlformats.org/officeDocument/2006/relationships/image" Target="../media/image1078.png"/><Relationship Id="rId136" Type="http://schemas.openxmlformats.org/officeDocument/2006/relationships/customXml" Target="../ink/ink1861.xml"/><Relationship Id="rId157" Type="http://schemas.openxmlformats.org/officeDocument/2006/relationships/image" Target="../media/image596.png"/><Relationship Id="rId178" Type="http://schemas.openxmlformats.org/officeDocument/2006/relationships/customXml" Target="../ink/ink1882.xml"/><Relationship Id="rId61" Type="http://schemas.openxmlformats.org/officeDocument/2006/relationships/image" Target="../media/image416.png"/><Relationship Id="rId82" Type="http://schemas.openxmlformats.org/officeDocument/2006/relationships/customXml" Target="../ink/ink1834.xml"/><Relationship Id="rId152" Type="http://schemas.openxmlformats.org/officeDocument/2006/relationships/customXml" Target="../ink/ink1869.xml"/><Relationship Id="rId173" Type="http://schemas.openxmlformats.org/officeDocument/2006/relationships/image" Target="../media/image604.png"/><Relationship Id="rId194" Type="http://schemas.openxmlformats.org/officeDocument/2006/relationships/customXml" Target="../ink/ink1890.xml"/><Relationship Id="rId199" Type="http://schemas.openxmlformats.org/officeDocument/2006/relationships/image" Target="../media/image1089.png"/><Relationship Id="rId19" Type="http://schemas.openxmlformats.org/officeDocument/2006/relationships/image" Target="../media/image395.png"/><Relationship Id="rId14" Type="http://schemas.openxmlformats.org/officeDocument/2006/relationships/customXml" Target="../ink/ink1800.xml"/><Relationship Id="rId30" Type="http://schemas.openxmlformats.org/officeDocument/2006/relationships/customXml" Target="../ink/ink1808.xml"/><Relationship Id="rId35" Type="http://schemas.openxmlformats.org/officeDocument/2006/relationships/image" Target="../media/image403.png"/><Relationship Id="rId56" Type="http://schemas.openxmlformats.org/officeDocument/2006/relationships/customXml" Target="../ink/ink1821.xml"/><Relationship Id="rId77" Type="http://schemas.openxmlformats.org/officeDocument/2006/relationships/image" Target="../media/image1003.png"/><Relationship Id="rId100" Type="http://schemas.openxmlformats.org/officeDocument/2006/relationships/customXml" Target="../ink/ink1843.xml"/><Relationship Id="rId105" Type="http://schemas.openxmlformats.org/officeDocument/2006/relationships/image" Target="../media/image1066.png"/><Relationship Id="rId126" Type="http://schemas.openxmlformats.org/officeDocument/2006/relationships/customXml" Target="../ink/ink1856.xml"/><Relationship Id="rId147" Type="http://schemas.openxmlformats.org/officeDocument/2006/relationships/image" Target="../media/image583.png"/><Relationship Id="rId168" Type="http://schemas.openxmlformats.org/officeDocument/2006/relationships/customXml" Target="../ink/ink1877.xml"/><Relationship Id="rId8" Type="http://schemas.openxmlformats.org/officeDocument/2006/relationships/customXml" Target="../ink/ink1797.xml"/><Relationship Id="rId51" Type="http://schemas.openxmlformats.org/officeDocument/2006/relationships/image" Target="../media/image411.png"/><Relationship Id="rId72" Type="http://schemas.openxmlformats.org/officeDocument/2006/relationships/customXml" Target="../ink/ink1829.xml"/><Relationship Id="rId93" Type="http://schemas.openxmlformats.org/officeDocument/2006/relationships/image" Target="../media/image1060.png"/><Relationship Id="rId98" Type="http://schemas.openxmlformats.org/officeDocument/2006/relationships/customXml" Target="../ink/ink1842.xml"/><Relationship Id="rId121" Type="http://schemas.openxmlformats.org/officeDocument/2006/relationships/image" Target="../media/image1073.png"/><Relationship Id="rId142" Type="http://schemas.openxmlformats.org/officeDocument/2006/relationships/customXml" Target="../ink/ink1864.xml"/><Relationship Id="rId163" Type="http://schemas.openxmlformats.org/officeDocument/2006/relationships/image" Target="../media/image599.png"/><Relationship Id="rId184" Type="http://schemas.openxmlformats.org/officeDocument/2006/relationships/customXml" Target="../ink/ink1885.xml"/><Relationship Id="rId189" Type="http://schemas.openxmlformats.org/officeDocument/2006/relationships/image" Target="../media/image1084.png"/><Relationship Id="rId3" Type="http://schemas.openxmlformats.org/officeDocument/2006/relationships/image" Target="../media/image387.png"/><Relationship Id="rId25" Type="http://schemas.openxmlformats.org/officeDocument/2006/relationships/image" Target="../media/image398.png"/><Relationship Id="rId46" Type="http://schemas.openxmlformats.org/officeDocument/2006/relationships/customXml" Target="../ink/ink1816.xml"/><Relationship Id="rId67" Type="http://schemas.openxmlformats.org/officeDocument/2006/relationships/image" Target="../media/image615.png"/><Relationship Id="rId116" Type="http://schemas.openxmlformats.org/officeDocument/2006/relationships/customXml" Target="../ink/ink1851.xml"/><Relationship Id="rId137" Type="http://schemas.openxmlformats.org/officeDocument/2006/relationships/image" Target="../media/image578.png"/><Relationship Id="rId158" Type="http://schemas.openxmlformats.org/officeDocument/2006/relationships/customXml" Target="../ink/ink1872.xml"/><Relationship Id="rId20" Type="http://schemas.openxmlformats.org/officeDocument/2006/relationships/customXml" Target="../ink/ink1803.xml"/><Relationship Id="rId41" Type="http://schemas.openxmlformats.org/officeDocument/2006/relationships/image" Target="../media/image406.png"/><Relationship Id="rId62" Type="http://schemas.openxmlformats.org/officeDocument/2006/relationships/customXml" Target="../ink/ink1824.xml"/><Relationship Id="rId83" Type="http://schemas.openxmlformats.org/officeDocument/2006/relationships/image" Target="../media/image1055.png"/><Relationship Id="rId88" Type="http://schemas.openxmlformats.org/officeDocument/2006/relationships/customXml" Target="../ink/ink1837.xml"/><Relationship Id="rId111" Type="http://schemas.openxmlformats.org/officeDocument/2006/relationships/image" Target="../media/image1069.png"/><Relationship Id="rId132" Type="http://schemas.openxmlformats.org/officeDocument/2006/relationships/customXml" Target="../ink/ink1859.xml"/><Relationship Id="rId153" Type="http://schemas.openxmlformats.org/officeDocument/2006/relationships/image" Target="../media/image594.png"/><Relationship Id="rId174" Type="http://schemas.openxmlformats.org/officeDocument/2006/relationships/customXml" Target="../ink/ink1880.xml"/><Relationship Id="rId179" Type="http://schemas.openxmlformats.org/officeDocument/2006/relationships/image" Target="../media/image607.png"/><Relationship Id="rId195" Type="http://schemas.openxmlformats.org/officeDocument/2006/relationships/image" Target="../media/image1087.png"/><Relationship Id="rId190" Type="http://schemas.openxmlformats.org/officeDocument/2006/relationships/customXml" Target="../ink/ink1888.xml"/><Relationship Id="rId15" Type="http://schemas.openxmlformats.org/officeDocument/2006/relationships/image" Target="../media/image393.png"/><Relationship Id="rId36" Type="http://schemas.openxmlformats.org/officeDocument/2006/relationships/customXml" Target="../ink/ink1811.xml"/><Relationship Id="rId57" Type="http://schemas.openxmlformats.org/officeDocument/2006/relationships/image" Target="../media/image414.png"/><Relationship Id="rId106" Type="http://schemas.openxmlformats.org/officeDocument/2006/relationships/customXml" Target="../ink/ink1846.xml"/><Relationship Id="rId127" Type="http://schemas.openxmlformats.org/officeDocument/2006/relationships/image" Target="../media/image1076.png"/><Relationship Id="rId10" Type="http://schemas.openxmlformats.org/officeDocument/2006/relationships/customXml" Target="../ink/ink1798.xml"/><Relationship Id="rId31" Type="http://schemas.openxmlformats.org/officeDocument/2006/relationships/image" Target="../media/image401.png"/><Relationship Id="rId52" Type="http://schemas.openxmlformats.org/officeDocument/2006/relationships/customXml" Target="../ink/ink1819.xml"/><Relationship Id="rId73" Type="http://schemas.openxmlformats.org/officeDocument/2006/relationships/image" Target="../media/image926.png"/><Relationship Id="rId78" Type="http://schemas.openxmlformats.org/officeDocument/2006/relationships/customXml" Target="../ink/ink1832.xml"/><Relationship Id="rId94" Type="http://schemas.openxmlformats.org/officeDocument/2006/relationships/customXml" Target="../ink/ink1840.xml"/><Relationship Id="rId99" Type="http://schemas.openxmlformats.org/officeDocument/2006/relationships/image" Target="../media/image1063.png"/><Relationship Id="rId101" Type="http://schemas.openxmlformats.org/officeDocument/2006/relationships/image" Target="../media/image1064.png"/><Relationship Id="rId122" Type="http://schemas.openxmlformats.org/officeDocument/2006/relationships/customXml" Target="../ink/ink1854.xml"/><Relationship Id="rId143" Type="http://schemas.openxmlformats.org/officeDocument/2006/relationships/image" Target="../media/image581.png"/><Relationship Id="rId148" Type="http://schemas.openxmlformats.org/officeDocument/2006/relationships/customXml" Target="../ink/ink1867.xml"/><Relationship Id="rId164" Type="http://schemas.openxmlformats.org/officeDocument/2006/relationships/customXml" Target="../ink/ink1875.xml"/><Relationship Id="rId169" Type="http://schemas.openxmlformats.org/officeDocument/2006/relationships/image" Target="../media/image602.png"/><Relationship Id="rId185" Type="http://schemas.openxmlformats.org/officeDocument/2006/relationships/image" Target="../media/image1082.png"/><Relationship Id="rId4" Type="http://schemas.openxmlformats.org/officeDocument/2006/relationships/customXml" Target="../ink/ink1795.xml"/><Relationship Id="rId9" Type="http://schemas.openxmlformats.org/officeDocument/2006/relationships/image" Target="../media/image390.png"/><Relationship Id="rId180" Type="http://schemas.openxmlformats.org/officeDocument/2006/relationships/customXml" Target="../ink/ink1883.xml"/><Relationship Id="rId26" Type="http://schemas.openxmlformats.org/officeDocument/2006/relationships/customXml" Target="../ink/ink1806.xml"/><Relationship Id="rId47" Type="http://schemas.openxmlformats.org/officeDocument/2006/relationships/image" Target="../media/image409.png"/><Relationship Id="rId68" Type="http://schemas.openxmlformats.org/officeDocument/2006/relationships/customXml" Target="../ink/ink1827.xml"/><Relationship Id="rId89" Type="http://schemas.openxmlformats.org/officeDocument/2006/relationships/image" Target="../media/image1058.png"/><Relationship Id="rId112" Type="http://schemas.openxmlformats.org/officeDocument/2006/relationships/customXml" Target="../ink/ink1849.xml"/><Relationship Id="rId133" Type="http://schemas.openxmlformats.org/officeDocument/2006/relationships/image" Target="../media/image1079.png"/><Relationship Id="rId154" Type="http://schemas.openxmlformats.org/officeDocument/2006/relationships/customXml" Target="../ink/ink1870.xml"/><Relationship Id="rId175" Type="http://schemas.openxmlformats.org/officeDocument/2006/relationships/image" Target="../media/image605.png"/><Relationship Id="rId196" Type="http://schemas.openxmlformats.org/officeDocument/2006/relationships/customXml" Target="../ink/ink1891.xml"/><Relationship Id="rId200" Type="http://schemas.openxmlformats.org/officeDocument/2006/relationships/customXml" Target="../ink/ink1893.xml"/><Relationship Id="rId16" Type="http://schemas.openxmlformats.org/officeDocument/2006/relationships/customXml" Target="../ink/ink1801.xml"/><Relationship Id="rId37" Type="http://schemas.openxmlformats.org/officeDocument/2006/relationships/image" Target="../media/image404.png"/><Relationship Id="rId58" Type="http://schemas.openxmlformats.org/officeDocument/2006/relationships/customXml" Target="../ink/ink1822.xml"/><Relationship Id="rId79" Type="http://schemas.openxmlformats.org/officeDocument/2006/relationships/image" Target="../media/image1004.png"/><Relationship Id="rId102" Type="http://schemas.openxmlformats.org/officeDocument/2006/relationships/customXml" Target="../ink/ink1844.xml"/><Relationship Id="rId123" Type="http://schemas.openxmlformats.org/officeDocument/2006/relationships/image" Target="../media/image1074.png"/><Relationship Id="rId144" Type="http://schemas.openxmlformats.org/officeDocument/2006/relationships/customXml" Target="../ink/ink1865.xml"/><Relationship Id="rId90" Type="http://schemas.openxmlformats.org/officeDocument/2006/relationships/customXml" Target="../ink/ink1838.xml"/><Relationship Id="rId165" Type="http://schemas.openxmlformats.org/officeDocument/2006/relationships/image" Target="../media/image600.png"/><Relationship Id="rId186" Type="http://schemas.openxmlformats.org/officeDocument/2006/relationships/customXml" Target="../ink/ink1886.xml"/><Relationship Id="rId27" Type="http://schemas.openxmlformats.org/officeDocument/2006/relationships/image" Target="../media/image399.png"/><Relationship Id="rId48" Type="http://schemas.openxmlformats.org/officeDocument/2006/relationships/customXml" Target="../ink/ink1817.xml"/><Relationship Id="rId69" Type="http://schemas.openxmlformats.org/officeDocument/2006/relationships/image" Target="../media/image617.png"/><Relationship Id="rId113" Type="http://schemas.openxmlformats.org/officeDocument/2006/relationships/image" Target="../media/image1070.png"/><Relationship Id="rId134" Type="http://schemas.openxmlformats.org/officeDocument/2006/relationships/customXml" Target="../ink/ink1860.xml"/><Relationship Id="rId80" Type="http://schemas.openxmlformats.org/officeDocument/2006/relationships/customXml" Target="../ink/ink1833.xml"/><Relationship Id="rId155" Type="http://schemas.openxmlformats.org/officeDocument/2006/relationships/image" Target="../media/image595.png"/><Relationship Id="rId176" Type="http://schemas.openxmlformats.org/officeDocument/2006/relationships/customXml" Target="../ink/ink1881.xml"/><Relationship Id="rId197" Type="http://schemas.openxmlformats.org/officeDocument/2006/relationships/image" Target="../media/image1088.png"/><Relationship Id="rId201" Type="http://schemas.openxmlformats.org/officeDocument/2006/relationships/image" Target="../media/image1090.png"/><Relationship Id="rId17" Type="http://schemas.openxmlformats.org/officeDocument/2006/relationships/image" Target="../media/image394.png"/><Relationship Id="rId38" Type="http://schemas.openxmlformats.org/officeDocument/2006/relationships/customXml" Target="../ink/ink1812.xml"/><Relationship Id="rId59" Type="http://schemas.openxmlformats.org/officeDocument/2006/relationships/image" Target="../media/image415.png"/><Relationship Id="rId103" Type="http://schemas.openxmlformats.org/officeDocument/2006/relationships/image" Target="../media/image1065.png"/><Relationship Id="rId124" Type="http://schemas.openxmlformats.org/officeDocument/2006/relationships/customXml" Target="../ink/ink1855.xml"/><Relationship Id="rId70" Type="http://schemas.openxmlformats.org/officeDocument/2006/relationships/customXml" Target="../ink/ink1828.xml"/><Relationship Id="rId91" Type="http://schemas.openxmlformats.org/officeDocument/2006/relationships/image" Target="../media/image1059.png"/><Relationship Id="rId145" Type="http://schemas.openxmlformats.org/officeDocument/2006/relationships/image" Target="../media/image582.png"/><Relationship Id="rId166" Type="http://schemas.openxmlformats.org/officeDocument/2006/relationships/customXml" Target="../ink/ink1876.xml"/><Relationship Id="rId187" Type="http://schemas.openxmlformats.org/officeDocument/2006/relationships/image" Target="../media/image1083.png"/><Relationship Id="rId1" Type="http://schemas.openxmlformats.org/officeDocument/2006/relationships/slideLayout" Target="../slideLayouts/slideLayout7.xml"/><Relationship Id="rId28" Type="http://schemas.openxmlformats.org/officeDocument/2006/relationships/customXml" Target="../ink/ink1807.xml"/><Relationship Id="rId49" Type="http://schemas.openxmlformats.org/officeDocument/2006/relationships/image" Target="../media/image410.png"/><Relationship Id="rId114" Type="http://schemas.openxmlformats.org/officeDocument/2006/relationships/customXml" Target="../ink/ink1850.xml"/><Relationship Id="rId60" Type="http://schemas.openxmlformats.org/officeDocument/2006/relationships/customXml" Target="../ink/ink1823.xml"/><Relationship Id="rId81" Type="http://schemas.openxmlformats.org/officeDocument/2006/relationships/image" Target="../media/image1054.png"/><Relationship Id="rId135" Type="http://schemas.openxmlformats.org/officeDocument/2006/relationships/image" Target="../media/image1080.png"/><Relationship Id="rId156" Type="http://schemas.openxmlformats.org/officeDocument/2006/relationships/customXml" Target="../ink/ink1871.xml"/><Relationship Id="rId177" Type="http://schemas.openxmlformats.org/officeDocument/2006/relationships/image" Target="../media/image606.png"/><Relationship Id="rId198" Type="http://schemas.openxmlformats.org/officeDocument/2006/relationships/customXml" Target="../ink/ink1892.xml"/><Relationship Id="rId18" Type="http://schemas.openxmlformats.org/officeDocument/2006/relationships/customXml" Target="../ink/ink1802.xml"/><Relationship Id="rId39" Type="http://schemas.openxmlformats.org/officeDocument/2006/relationships/image" Target="../media/image405.png"/><Relationship Id="rId50" Type="http://schemas.openxmlformats.org/officeDocument/2006/relationships/customXml" Target="../ink/ink1818.xml"/><Relationship Id="rId104" Type="http://schemas.openxmlformats.org/officeDocument/2006/relationships/customXml" Target="../ink/ink1845.xml"/><Relationship Id="rId125" Type="http://schemas.openxmlformats.org/officeDocument/2006/relationships/image" Target="../media/image1075.png"/><Relationship Id="rId146" Type="http://schemas.openxmlformats.org/officeDocument/2006/relationships/customXml" Target="../ink/ink1866.xml"/><Relationship Id="rId167" Type="http://schemas.openxmlformats.org/officeDocument/2006/relationships/image" Target="../media/image601.png"/><Relationship Id="rId188" Type="http://schemas.openxmlformats.org/officeDocument/2006/relationships/customXml" Target="../ink/ink1887.xml"/><Relationship Id="rId71" Type="http://schemas.openxmlformats.org/officeDocument/2006/relationships/image" Target="../media/image618.png"/><Relationship Id="rId92" Type="http://schemas.openxmlformats.org/officeDocument/2006/relationships/customXml" Target="../ink/ink1839.xml"/></Relationships>
</file>

<file path=ppt/slides/_rels/slide13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906.xml"/><Relationship Id="rId117" Type="http://schemas.openxmlformats.org/officeDocument/2006/relationships/image" Target="../media/image1148.png"/><Relationship Id="rId21" Type="http://schemas.openxmlformats.org/officeDocument/2006/relationships/image" Target="../media/image1100.png"/><Relationship Id="rId42" Type="http://schemas.openxmlformats.org/officeDocument/2006/relationships/customXml" Target="../ink/ink1914.xml"/><Relationship Id="rId47" Type="http://schemas.openxmlformats.org/officeDocument/2006/relationships/image" Target="../media/image1113.png"/><Relationship Id="rId63" Type="http://schemas.openxmlformats.org/officeDocument/2006/relationships/image" Target="../media/image1121.png"/><Relationship Id="rId68" Type="http://schemas.openxmlformats.org/officeDocument/2006/relationships/customXml" Target="../ink/ink1927.xml"/><Relationship Id="rId84" Type="http://schemas.openxmlformats.org/officeDocument/2006/relationships/customXml" Target="../ink/ink1935.xml"/><Relationship Id="rId89" Type="http://schemas.openxmlformats.org/officeDocument/2006/relationships/image" Target="../media/image1134.png"/><Relationship Id="rId112" Type="http://schemas.openxmlformats.org/officeDocument/2006/relationships/customXml" Target="../ink/ink1949.xml"/><Relationship Id="rId16" Type="http://schemas.openxmlformats.org/officeDocument/2006/relationships/customXml" Target="../ink/ink1901.xml"/><Relationship Id="rId107" Type="http://schemas.openxmlformats.org/officeDocument/2006/relationships/image" Target="../media/image1143.png"/><Relationship Id="rId11" Type="http://schemas.openxmlformats.org/officeDocument/2006/relationships/image" Target="../media/image1095.png"/><Relationship Id="rId32" Type="http://schemas.openxmlformats.org/officeDocument/2006/relationships/customXml" Target="../ink/ink1909.xml"/><Relationship Id="rId37" Type="http://schemas.openxmlformats.org/officeDocument/2006/relationships/image" Target="../media/image1108.png"/><Relationship Id="rId53" Type="http://schemas.openxmlformats.org/officeDocument/2006/relationships/image" Target="../media/image1116.png"/><Relationship Id="rId58" Type="http://schemas.openxmlformats.org/officeDocument/2006/relationships/customXml" Target="../ink/ink1922.xml"/><Relationship Id="rId74" Type="http://schemas.openxmlformats.org/officeDocument/2006/relationships/customXml" Target="../ink/ink1930.xml"/><Relationship Id="rId79" Type="http://schemas.openxmlformats.org/officeDocument/2006/relationships/image" Target="../media/image1129.png"/><Relationship Id="rId102" Type="http://schemas.openxmlformats.org/officeDocument/2006/relationships/customXml" Target="../ink/ink1944.xml"/><Relationship Id="rId5" Type="http://schemas.openxmlformats.org/officeDocument/2006/relationships/image" Target="../media/image1092.png"/><Relationship Id="rId90" Type="http://schemas.openxmlformats.org/officeDocument/2006/relationships/customXml" Target="../ink/ink1938.xml"/><Relationship Id="rId95" Type="http://schemas.openxmlformats.org/officeDocument/2006/relationships/image" Target="../media/image1137.png"/><Relationship Id="rId22" Type="http://schemas.openxmlformats.org/officeDocument/2006/relationships/customXml" Target="../ink/ink1904.xml"/><Relationship Id="rId27" Type="http://schemas.openxmlformats.org/officeDocument/2006/relationships/image" Target="../media/image1103.png"/><Relationship Id="rId43" Type="http://schemas.openxmlformats.org/officeDocument/2006/relationships/image" Target="../media/image1111.png"/><Relationship Id="rId48" Type="http://schemas.openxmlformats.org/officeDocument/2006/relationships/customXml" Target="../ink/ink1917.xml"/><Relationship Id="rId64" Type="http://schemas.openxmlformats.org/officeDocument/2006/relationships/customXml" Target="../ink/ink1925.xml"/><Relationship Id="rId69" Type="http://schemas.openxmlformats.org/officeDocument/2006/relationships/image" Target="../media/image1124.png"/><Relationship Id="rId113" Type="http://schemas.openxmlformats.org/officeDocument/2006/relationships/image" Target="../media/image1146.png"/><Relationship Id="rId118" Type="http://schemas.openxmlformats.org/officeDocument/2006/relationships/customXml" Target="../ink/ink1952.xml"/><Relationship Id="rId80" Type="http://schemas.openxmlformats.org/officeDocument/2006/relationships/customXml" Target="../ink/ink1933.xml"/><Relationship Id="rId85" Type="http://schemas.openxmlformats.org/officeDocument/2006/relationships/image" Target="../media/image1132.png"/><Relationship Id="rId12" Type="http://schemas.openxmlformats.org/officeDocument/2006/relationships/customXml" Target="../ink/ink1899.xml"/><Relationship Id="rId17" Type="http://schemas.openxmlformats.org/officeDocument/2006/relationships/image" Target="../media/image1098.png"/><Relationship Id="rId33" Type="http://schemas.openxmlformats.org/officeDocument/2006/relationships/image" Target="../media/image1106.png"/><Relationship Id="rId38" Type="http://schemas.openxmlformats.org/officeDocument/2006/relationships/customXml" Target="../ink/ink1912.xml"/><Relationship Id="rId59" Type="http://schemas.openxmlformats.org/officeDocument/2006/relationships/image" Target="../media/image1119.png"/><Relationship Id="rId103" Type="http://schemas.openxmlformats.org/officeDocument/2006/relationships/image" Target="../media/image1141.png"/><Relationship Id="rId108" Type="http://schemas.openxmlformats.org/officeDocument/2006/relationships/customXml" Target="../ink/ink1947.xml"/><Relationship Id="rId54" Type="http://schemas.openxmlformats.org/officeDocument/2006/relationships/customXml" Target="../ink/ink1920.xml"/><Relationship Id="rId70" Type="http://schemas.openxmlformats.org/officeDocument/2006/relationships/customXml" Target="../ink/ink1928.xml"/><Relationship Id="rId75" Type="http://schemas.openxmlformats.org/officeDocument/2006/relationships/image" Target="../media/image1127.png"/><Relationship Id="rId91" Type="http://schemas.openxmlformats.org/officeDocument/2006/relationships/image" Target="../media/image1135.png"/><Relationship Id="rId96" Type="http://schemas.openxmlformats.org/officeDocument/2006/relationships/customXml" Target="../ink/ink1941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896.xml"/><Relationship Id="rId23" Type="http://schemas.openxmlformats.org/officeDocument/2006/relationships/image" Target="../media/image1101.png"/><Relationship Id="rId28" Type="http://schemas.openxmlformats.org/officeDocument/2006/relationships/customXml" Target="../ink/ink1907.xml"/><Relationship Id="rId49" Type="http://schemas.openxmlformats.org/officeDocument/2006/relationships/image" Target="../media/image1114.png"/><Relationship Id="rId114" Type="http://schemas.openxmlformats.org/officeDocument/2006/relationships/customXml" Target="../ink/ink1950.xml"/><Relationship Id="rId119" Type="http://schemas.openxmlformats.org/officeDocument/2006/relationships/image" Target="../media/image1149.png"/><Relationship Id="rId10" Type="http://schemas.openxmlformats.org/officeDocument/2006/relationships/customXml" Target="../ink/ink1898.xml"/><Relationship Id="rId31" Type="http://schemas.openxmlformats.org/officeDocument/2006/relationships/image" Target="../media/image1105.png"/><Relationship Id="rId44" Type="http://schemas.openxmlformats.org/officeDocument/2006/relationships/customXml" Target="../ink/ink1915.xml"/><Relationship Id="rId52" Type="http://schemas.openxmlformats.org/officeDocument/2006/relationships/customXml" Target="../ink/ink1919.xml"/><Relationship Id="rId60" Type="http://schemas.openxmlformats.org/officeDocument/2006/relationships/customXml" Target="../ink/ink1923.xml"/><Relationship Id="rId65" Type="http://schemas.openxmlformats.org/officeDocument/2006/relationships/image" Target="../media/image1122.png"/><Relationship Id="rId73" Type="http://schemas.openxmlformats.org/officeDocument/2006/relationships/image" Target="../media/image1126.png"/><Relationship Id="rId78" Type="http://schemas.openxmlformats.org/officeDocument/2006/relationships/customXml" Target="../ink/ink1932.xml"/><Relationship Id="rId81" Type="http://schemas.openxmlformats.org/officeDocument/2006/relationships/image" Target="../media/image1130.png"/><Relationship Id="rId86" Type="http://schemas.openxmlformats.org/officeDocument/2006/relationships/customXml" Target="../ink/ink1936.xml"/><Relationship Id="rId94" Type="http://schemas.openxmlformats.org/officeDocument/2006/relationships/customXml" Target="../ink/ink1940.xml"/><Relationship Id="rId99" Type="http://schemas.openxmlformats.org/officeDocument/2006/relationships/image" Target="../media/image1139.png"/><Relationship Id="rId101" Type="http://schemas.openxmlformats.org/officeDocument/2006/relationships/image" Target="../media/image1140.png"/><Relationship Id="rId4" Type="http://schemas.openxmlformats.org/officeDocument/2006/relationships/customXml" Target="../ink/ink1895.xml"/><Relationship Id="rId9" Type="http://schemas.openxmlformats.org/officeDocument/2006/relationships/image" Target="../media/image1094.png"/><Relationship Id="rId13" Type="http://schemas.openxmlformats.org/officeDocument/2006/relationships/image" Target="../media/image1096.png"/><Relationship Id="rId18" Type="http://schemas.openxmlformats.org/officeDocument/2006/relationships/customXml" Target="../ink/ink1902.xml"/><Relationship Id="rId39" Type="http://schemas.openxmlformats.org/officeDocument/2006/relationships/image" Target="../media/image1109.png"/><Relationship Id="rId109" Type="http://schemas.openxmlformats.org/officeDocument/2006/relationships/image" Target="../media/image1144.png"/><Relationship Id="rId34" Type="http://schemas.openxmlformats.org/officeDocument/2006/relationships/customXml" Target="../ink/ink1910.xml"/><Relationship Id="rId50" Type="http://schemas.openxmlformats.org/officeDocument/2006/relationships/customXml" Target="../ink/ink1918.xml"/><Relationship Id="rId55" Type="http://schemas.openxmlformats.org/officeDocument/2006/relationships/image" Target="../media/image1117.png"/><Relationship Id="rId76" Type="http://schemas.openxmlformats.org/officeDocument/2006/relationships/customXml" Target="../ink/ink1931.xml"/><Relationship Id="rId97" Type="http://schemas.openxmlformats.org/officeDocument/2006/relationships/image" Target="../media/image1138.png"/><Relationship Id="rId104" Type="http://schemas.openxmlformats.org/officeDocument/2006/relationships/customXml" Target="../ink/ink1945.xml"/><Relationship Id="rId7" Type="http://schemas.openxmlformats.org/officeDocument/2006/relationships/image" Target="../media/image1093.png"/><Relationship Id="rId71" Type="http://schemas.openxmlformats.org/officeDocument/2006/relationships/image" Target="../media/image1125.png"/><Relationship Id="rId92" Type="http://schemas.openxmlformats.org/officeDocument/2006/relationships/customXml" Target="../ink/ink1939.xml"/><Relationship Id="rId2" Type="http://schemas.openxmlformats.org/officeDocument/2006/relationships/customXml" Target="../ink/ink1894.xml"/><Relationship Id="rId29" Type="http://schemas.openxmlformats.org/officeDocument/2006/relationships/image" Target="../media/image1104.png"/><Relationship Id="rId24" Type="http://schemas.openxmlformats.org/officeDocument/2006/relationships/customXml" Target="../ink/ink1905.xml"/><Relationship Id="rId40" Type="http://schemas.openxmlformats.org/officeDocument/2006/relationships/customXml" Target="../ink/ink1913.xml"/><Relationship Id="rId45" Type="http://schemas.openxmlformats.org/officeDocument/2006/relationships/image" Target="../media/image1112.png"/><Relationship Id="rId66" Type="http://schemas.openxmlformats.org/officeDocument/2006/relationships/customXml" Target="../ink/ink1926.xml"/><Relationship Id="rId87" Type="http://schemas.openxmlformats.org/officeDocument/2006/relationships/image" Target="../media/image1133.png"/><Relationship Id="rId110" Type="http://schemas.openxmlformats.org/officeDocument/2006/relationships/customXml" Target="../ink/ink1948.xml"/><Relationship Id="rId115" Type="http://schemas.openxmlformats.org/officeDocument/2006/relationships/image" Target="../media/image1147.png"/><Relationship Id="rId61" Type="http://schemas.openxmlformats.org/officeDocument/2006/relationships/image" Target="../media/image1120.png"/><Relationship Id="rId82" Type="http://schemas.openxmlformats.org/officeDocument/2006/relationships/customXml" Target="../ink/ink1934.xml"/><Relationship Id="rId19" Type="http://schemas.openxmlformats.org/officeDocument/2006/relationships/image" Target="../media/image1099.png"/><Relationship Id="rId14" Type="http://schemas.openxmlformats.org/officeDocument/2006/relationships/customXml" Target="../ink/ink1900.xml"/><Relationship Id="rId30" Type="http://schemas.openxmlformats.org/officeDocument/2006/relationships/customXml" Target="../ink/ink1908.xml"/><Relationship Id="rId35" Type="http://schemas.openxmlformats.org/officeDocument/2006/relationships/image" Target="../media/image1107.png"/><Relationship Id="rId56" Type="http://schemas.openxmlformats.org/officeDocument/2006/relationships/customXml" Target="../ink/ink1921.xml"/><Relationship Id="rId77" Type="http://schemas.openxmlformats.org/officeDocument/2006/relationships/image" Target="../media/image1128.png"/><Relationship Id="rId100" Type="http://schemas.openxmlformats.org/officeDocument/2006/relationships/customXml" Target="../ink/ink1943.xml"/><Relationship Id="rId105" Type="http://schemas.openxmlformats.org/officeDocument/2006/relationships/image" Target="../media/image1142.png"/><Relationship Id="rId8" Type="http://schemas.openxmlformats.org/officeDocument/2006/relationships/customXml" Target="../ink/ink1897.xml"/><Relationship Id="rId51" Type="http://schemas.openxmlformats.org/officeDocument/2006/relationships/image" Target="../media/image1115.png"/><Relationship Id="rId72" Type="http://schemas.openxmlformats.org/officeDocument/2006/relationships/customXml" Target="../ink/ink1929.xml"/><Relationship Id="rId93" Type="http://schemas.openxmlformats.org/officeDocument/2006/relationships/image" Target="../media/image1136.png"/><Relationship Id="rId98" Type="http://schemas.openxmlformats.org/officeDocument/2006/relationships/customXml" Target="../ink/ink1942.xml"/><Relationship Id="rId3" Type="http://schemas.openxmlformats.org/officeDocument/2006/relationships/image" Target="../media/image1091.png"/><Relationship Id="rId25" Type="http://schemas.openxmlformats.org/officeDocument/2006/relationships/image" Target="../media/image1102.png"/><Relationship Id="rId46" Type="http://schemas.openxmlformats.org/officeDocument/2006/relationships/customXml" Target="../ink/ink1916.xml"/><Relationship Id="rId67" Type="http://schemas.openxmlformats.org/officeDocument/2006/relationships/image" Target="../media/image1123.png"/><Relationship Id="rId116" Type="http://schemas.openxmlformats.org/officeDocument/2006/relationships/customXml" Target="../ink/ink1951.xml"/><Relationship Id="rId20" Type="http://schemas.openxmlformats.org/officeDocument/2006/relationships/customXml" Target="../ink/ink1903.xml"/><Relationship Id="rId41" Type="http://schemas.openxmlformats.org/officeDocument/2006/relationships/image" Target="../media/image1110.png"/><Relationship Id="rId62" Type="http://schemas.openxmlformats.org/officeDocument/2006/relationships/customXml" Target="../ink/ink1924.xml"/><Relationship Id="rId83" Type="http://schemas.openxmlformats.org/officeDocument/2006/relationships/image" Target="../media/image1131.png"/><Relationship Id="rId88" Type="http://schemas.openxmlformats.org/officeDocument/2006/relationships/customXml" Target="../ink/ink1937.xml"/><Relationship Id="rId111" Type="http://schemas.openxmlformats.org/officeDocument/2006/relationships/image" Target="../media/image1145.png"/><Relationship Id="rId15" Type="http://schemas.openxmlformats.org/officeDocument/2006/relationships/image" Target="../media/image1097.png"/><Relationship Id="rId36" Type="http://schemas.openxmlformats.org/officeDocument/2006/relationships/customXml" Target="../ink/ink1911.xml"/><Relationship Id="rId57" Type="http://schemas.openxmlformats.org/officeDocument/2006/relationships/image" Target="../media/image1118.png"/><Relationship Id="rId106" Type="http://schemas.openxmlformats.org/officeDocument/2006/relationships/customXml" Target="../ink/ink194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32.png"/><Relationship Id="rId21" Type="http://schemas.openxmlformats.org/officeDocument/2006/relationships/image" Target="../media/image396.png"/><Relationship Id="rId324" Type="http://schemas.openxmlformats.org/officeDocument/2006/relationships/customXml" Target="../ink/ink2114.xml"/><Relationship Id="rId531" Type="http://schemas.openxmlformats.org/officeDocument/2006/relationships/customXml" Target="../ink/ink2219.xml"/><Relationship Id="rId170" Type="http://schemas.openxmlformats.org/officeDocument/2006/relationships/customXml" Target="../ink/ink2037.xml"/><Relationship Id="rId268" Type="http://schemas.openxmlformats.org/officeDocument/2006/relationships/customXml" Target="../ink/ink2086.xml"/><Relationship Id="rId475" Type="http://schemas.openxmlformats.org/officeDocument/2006/relationships/customXml" Target="../ink/ink2191.xml"/><Relationship Id="rId32" Type="http://schemas.openxmlformats.org/officeDocument/2006/relationships/customXml" Target="../ink/ink1968.xml"/><Relationship Id="rId128" Type="http://schemas.openxmlformats.org/officeDocument/2006/relationships/customXml" Target="../ink/ink2016.xml"/><Relationship Id="rId335" Type="http://schemas.openxmlformats.org/officeDocument/2006/relationships/image" Target="../media/image1217.png"/><Relationship Id="rId542" Type="http://schemas.openxmlformats.org/officeDocument/2006/relationships/image" Target="../media/image1319.png"/><Relationship Id="rId181" Type="http://schemas.openxmlformats.org/officeDocument/2006/relationships/image" Target="../media/image1081.png"/><Relationship Id="rId402" Type="http://schemas.openxmlformats.org/officeDocument/2006/relationships/image" Target="../media/image1250.png"/><Relationship Id="rId279" Type="http://schemas.openxmlformats.org/officeDocument/2006/relationships/image" Target="../media/image1189.png"/><Relationship Id="rId486" Type="http://schemas.openxmlformats.org/officeDocument/2006/relationships/image" Target="../media/image1291.png"/><Relationship Id="rId43" Type="http://schemas.openxmlformats.org/officeDocument/2006/relationships/image" Target="../media/image407.png"/><Relationship Id="rId139" Type="http://schemas.openxmlformats.org/officeDocument/2006/relationships/image" Target="../media/image580.png"/><Relationship Id="rId346" Type="http://schemas.openxmlformats.org/officeDocument/2006/relationships/customXml" Target="../ink/ink2125.xml"/><Relationship Id="rId553" Type="http://schemas.openxmlformats.org/officeDocument/2006/relationships/customXml" Target="../ink/ink2230.xml"/><Relationship Id="rId192" Type="http://schemas.openxmlformats.org/officeDocument/2006/relationships/customXml" Target="../ink/ink2048.xml"/><Relationship Id="rId206" Type="http://schemas.openxmlformats.org/officeDocument/2006/relationships/customXml" Target="../ink/ink2055.xml"/><Relationship Id="rId413" Type="http://schemas.openxmlformats.org/officeDocument/2006/relationships/customXml" Target="../ink/ink2159.xml"/><Relationship Id="rId497" Type="http://schemas.openxmlformats.org/officeDocument/2006/relationships/customXml" Target="../ink/ink2202.xml"/><Relationship Id="rId357" Type="http://schemas.openxmlformats.org/officeDocument/2006/relationships/image" Target="../media/image1228.png"/><Relationship Id="rId54" Type="http://schemas.openxmlformats.org/officeDocument/2006/relationships/customXml" Target="../ink/ink1979.xml"/><Relationship Id="rId217" Type="http://schemas.openxmlformats.org/officeDocument/2006/relationships/image" Target="../media/image1158.png"/><Relationship Id="rId564" Type="http://schemas.openxmlformats.org/officeDocument/2006/relationships/image" Target="../media/image1330.png"/><Relationship Id="rId424" Type="http://schemas.openxmlformats.org/officeDocument/2006/relationships/image" Target="../media/image1261.png"/><Relationship Id="rId270" Type="http://schemas.openxmlformats.org/officeDocument/2006/relationships/customXml" Target="../ink/ink2087.xml"/><Relationship Id="rId65" Type="http://schemas.openxmlformats.org/officeDocument/2006/relationships/image" Target="../media/image614.png"/><Relationship Id="rId130" Type="http://schemas.openxmlformats.org/officeDocument/2006/relationships/customXml" Target="../ink/ink2017.xml"/><Relationship Id="rId368" Type="http://schemas.openxmlformats.org/officeDocument/2006/relationships/customXml" Target="../ink/ink2136.xml"/><Relationship Id="rId575" Type="http://schemas.openxmlformats.org/officeDocument/2006/relationships/customXml" Target="../ink/ink2241.xml"/><Relationship Id="rId228" Type="http://schemas.openxmlformats.org/officeDocument/2006/relationships/customXml" Target="../ink/ink2066.xml"/><Relationship Id="rId435" Type="http://schemas.openxmlformats.org/officeDocument/2006/relationships/image" Target="../media/image1266.png"/><Relationship Id="rId281" Type="http://schemas.openxmlformats.org/officeDocument/2006/relationships/image" Target="../media/image1190.png"/><Relationship Id="rId337" Type="http://schemas.openxmlformats.org/officeDocument/2006/relationships/image" Target="../media/image1218.png"/><Relationship Id="rId502" Type="http://schemas.openxmlformats.org/officeDocument/2006/relationships/image" Target="../media/image1299.png"/><Relationship Id="rId34" Type="http://schemas.openxmlformats.org/officeDocument/2006/relationships/customXml" Target="../ink/ink1969.xml"/><Relationship Id="rId76" Type="http://schemas.openxmlformats.org/officeDocument/2006/relationships/customXml" Target="../ink/ink1990.xml"/><Relationship Id="rId141" Type="http://schemas.openxmlformats.org/officeDocument/2006/relationships/image" Target="../media/image581.png"/><Relationship Id="rId379" Type="http://schemas.openxmlformats.org/officeDocument/2006/relationships/customXml" Target="../ink/ink2142.xml"/><Relationship Id="rId544" Type="http://schemas.openxmlformats.org/officeDocument/2006/relationships/image" Target="../media/image1320.png"/><Relationship Id="rId7" Type="http://schemas.openxmlformats.org/officeDocument/2006/relationships/image" Target="../media/image389.png"/><Relationship Id="rId183" Type="http://schemas.openxmlformats.org/officeDocument/2006/relationships/image" Target="../media/image1082.png"/><Relationship Id="rId239" Type="http://schemas.openxmlformats.org/officeDocument/2006/relationships/image" Target="../media/image1169.png"/><Relationship Id="rId390" Type="http://schemas.openxmlformats.org/officeDocument/2006/relationships/image" Target="../media/image1244.png"/><Relationship Id="rId404" Type="http://schemas.openxmlformats.org/officeDocument/2006/relationships/image" Target="../media/image1251.png"/><Relationship Id="rId446" Type="http://schemas.openxmlformats.org/officeDocument/2006/relationships/image" Target="../media/image1271.png"/><Relationship Id="rId250" Type="http://schemas.openxmlformats.org/officeDocument/2006/relationships/customXml" Target="../ink/ink2077.xml"/><Relationship Id="rId292" Type="http://schemas.openxmlformats.org/officeDocument/2006/relationships/customXml" Target="../ink/ink2098.xml"/><Relationship Id="rId306" Type="http://schemas.openxmlformats.org/officeDocument/2006/relationships/customXml" Target="../ink/ink2105.xml"/><Relationship Id="rId488" Type="http://schemas.openxmlformats.org/officeDocument/2006/relationships/image" Target="../media/image1292.png"/><Relationship Id="rId45" Type="http://schemas.openxmlformats.org/officeDocument/2006/relationships/image" Target="../media/image408.png"/><Relationship Id="rId87" Type="http://schemas.openxmlformats.org/officeDocument/2006/relationships/image" Target="../media/image1058.png"/><Relationship Id="rId110" Type="http://schemas.openxmlformats.org/officeDocument/2006/relationships/customXml" Target="../ink/ink2007.xml"/><Relationship Id="rId348" Type="http://schemas.openxmlformats.org/officeDocument/2006/relationships/customXml" Target="../ink/ink2126.xml"/><Relationship Id="rId513" Type="http://schemas.openxmlformats.org/officeDocument/2006/relationships/customXml" Target="../ink/ink2210.xml"/><Relationship Id="rId555" Type="http://schemas.openxmlformats.org/officeDocument/2006/relationships/customXml" Target="../ink/ink2231.xml"/><Relationship Id="rId152" Type="http://schemas.openxmlformats.org/officeDocument/2006/relationships/customXml" Target="../ink/ink2028.xml"/><Relationship Id="rId194" Type="http://schemas.openxmlformats.org/officeDocument/2006/relationships/customXml" Target="../ink/ink2049.xml"/><Relationship Id="rId208" Type="http://schemas.openxmlformats.org/officeDocument/2006/relationships/customXml" Target="../ink/ink2056.xml"/><Relationship Id="rId415" Type="http://schemas.openxmlformats.org/officeDocument/2006/relationships/customXml" Target="../ink/ink2160.xml"/><Relationship Id="rId457" Type="http://schemas.openxmlformats.org/officeDocument/2006/relationships/customXml" Target="../ink/ink2182.xml"/><Relationship Id="rId261" Type="http://schemas.openxmlformats.org/officeDocument/2006/relationships/image" Target="../media/image1180.png"/><Relationship Id="rId499" Type="http://schemas.openxmlformats.org/officeDocument/2006/relationships/customXml" Target="../ink/ink2203.xml"/><Relationship Id="rId14" Type="http://schemas.openxmlformats.org/officeDocument/2006/relationships/customXml" Target="../ink/ink1959.xml"/><Relationship Id="rId56" Type="http://schemas.openxmlformats.org/officeDocument/2006/relationships/customXml" Target="../ink/ink1980.xml"/><Relationship Id="rId317" Type="http://schemas.openxmlformats.org/officeDocument/2006/relationships/image" Target="../media/image1208.png"/><Relationship Id="rId359" Type="http://schemas.openxmlformats.org/officeDocument/2006/relationships/image" Target="../media/image1229.png"/><Relationship Id="rId524" Type="http://schemas.openxmlformats.org/officeDocument/2006/relationships/image" Target="../media/image1310.png"/><Relationship Id="rId566" Type="http://schemas.openxmlformats.org/officeDocument/2006/relationships/image" Target="../media/image1331.png"/><Relationship Id="rId98" Type="http://schemas.openxmlformats.org/officeDocument/2006/relationships/customXml" Target="../ink/ink2001.xml"/><Relationship Id="rId121" Type="http://schemas.openxmlformats.org/officeDocument/2006/relationships/image" Target="../media/image1074.png"/><Relationship Id="rId163" Type="http://schemas.openxmlformats.org/officeDocument/2006/relationships/image" Target="../media/image600.png"/><Relationship Id="rId219" Type="http://schemas.openxmlformats.org/officeDocument/2006/relationships/image" Target="../media/image1159.png"/><Relationship Id="rId370" Type="http://schemas.openxmlformats.org/officeDocument/2006/relationships/customXml" Target="../ink/ink2137.xml"/><Relationship Id="rId426" Type="http://schemas.openxmlformats.org/officeDocument/2006/relationships/image" Target="../media/image1262.png"/><Relationship Id="rId230" Type="http://schemas.openxmlformats.org/officeDocument/2006/relationships/customXml" Target="../ink/ink2067.xml"/><Relationship Id="rId468" Type="http://schemas.openxmlformats.org/officeDocument/2006/relationships/image" Target="../media/image1282.png"/><Relationship Id="rId25" Type="http://schemas.openxmlformats.org/officeDocument/2006/relationships/image" Target="../media/image398.png"/><Relationship Id="rId67" Type="http://schemas.openxmlformats.org/officeDocument/2006/relationships/image" Target="../media/image615.png"/><Relationship Id="rId272" Type="http://schemas.openxmlformats.org/officeDocument/2006/relationships/customXml" Target="../ink/ink2088.xml"/><Relationship Id="rId328" Type="http://schemas.openxmlformats.org/officeDocument/2006/relationships/customXml" Target="../ink/ink2116.xml"/><Relationship Id="rId535" Type="http://schemas.openxmlformats.org/officeDocument/2006/relationships/customXml" Target="../ink/ink2221.xml"/><Relationship Id="rId132" Type="http://schemas.openxmlformats.org/officeDocument/2006/relationships/customXml" Target="../ink/ink2018.xml"/><Relationship Id="rId174" Type="http://schemas.openxmlformats.org/officeDocument/2006/relationships/customXml" Target="../ink/ink2039.xml"/><Relationship Id="rId381" Type="http://schemas.openxmlformats.org/officeDocument/2006/relationships/customXml" Target="../ink/ink2143.xml"/><Relationship Id="rId241" Type="http://schemas.openxmlformats.org/officeDocument/2006/relationships/image" Target="../media/image1170.png"/><Relationship Id="rId437" Type="http://schemas.openxmlformats.org/officeDocument/2006/relationships/image" Target="../media/image1267.png"/><Relationship Id="rId479" Type="http://schemas.openxmlformats.org/officeDocument/2006/relationships/customXml" Target="../ink/ink2193.xml"/><Relationship Id="rId36" Type="http://schemas.openxmlformats.org/officeDocument/2006/relationships/customXml" Target="../ink/ink1970.xml"/><Relationship Id="rId283" Type="http://schemas.openxmlformats.org/officeDocument/2006/relationships/image" Target="../media/image1191.png"/><Relationship Id="rId339" Type="http://schemas.openxmlformats.org/officeDocument/2006/relationships/image" Target="../media/image1219.png"/><Relationship Id="rId490" Type="http://schemas.openxmlformats.org/officeDocument/2006/relationships/image" Target="../media/image1293.png"/><Relationship Id="rId504" Type="http://schemas.openxmlformats.org/officeDocument/2006/relationships/image" Target="../media/image1300.png"/><Relationship Id="rId546" Type="http://schemas.openxmlformats.org/officeDocument/2006/relationships/image" Target="../media/image1321.png"/><Relationship Id="rId78" Type="http://schemas.openxmlformats.org/officeDocument/2006/relationships/customXml" Target="../ink/ink1991.xml"/><Relationship Id="rId101" Type="http://schemas.openxmlformats.org/officeDocument/2006/relationships/image" Target="../media/image1065.png"/><Relationship Id="rId143" Type="http://schemas.openxmlformats.org/officeDocument/2006/relationships/image" Target="../media/image582.png"/><Relationship Id="rId185" Type="http://schemas.openxmlformats.org/officeDocument/2006/relationships/image" Target="../media/image1083.png"/><Relationship Id="rId350" Type="http://schemas.openxmlformats.org/officeDocument/2006/relationships/customXml" Target="../ink/ink2127.xml"/><Relationship Id="rId406" Type="http://schemas.openxmlformats.org/officeDocument/2006/relationships/image" Target="../media/image1252.png"/><Relationship Id="rId9" Type="http://schemas.openxmlformats.org/officeDocument/2006/relationships/image" Target="../media/image390.png"/><Relationship Id="rId210" Type="http://schemas.openxmlformats.org/officeDocument/2006/relationships/customXml" Target="../ink/ink2057.xml"/><Relationship Id="rId392" Type="http://schemas.openxmlformats.org/officeDocument/2006/relationships/image" Target="../media/image1245.png"/><Relationship Id="rId448" Type="http://schemas.openxmlformats.org/officeDocument/2006/relationships/image" Target="../media/image1272.png"/><Relationship Id="rId252" Type="http://schemas.openxmlformats.org/officeDocument/2006/relationships/customXml" Target="../ink/ink2078.xml"/><Relationship Id="rId294" Type="http://schemas.openxmlformats.org/officeDocument/2006/relationships/customXml" Target="../ink/ink2099.xml"/><Relationship Id="rId308" Type="http://schemas.openxmlformats.org/officeDocument/2006/relationships/customXml" Target="../ink/ink2106.xml"/><Relationship Id="rId515" Type="http://schemas.openxmlformats.org/officeDocument/2006/relationships/customXml" Target="../ink/ink2211.xml"/><Relationship Id="rId47" Type="http://schemas.openxmlformats.org/officeDocument/2006/relationships/image" Target="../media/image409.png"/><Relationship Id="rId89" Type="http://schemas.openxmlformats.org/officeDocument/2006/relationships/image" Target="../media/image1059.png"/><Relationship Id="rId112" Type="http://schemas.openxmlformats.org/officeDocument/2006/relationships/customXml" Target="../ink/ink2008.xml"/><Relationship Id="rId154" Type="http://schemas.openxmlformats.org/officeDocument/2006/relationships/customXml" Target="../ink/ink2029.xml"/><Relationship Id="rId361" Type="http://schemas.openxmlformats.org/officeDocument/2006/relationships/image" Target="../media/image1230.png"/><Relationship Id="rId557" Type="http://schemas.openxmlformats.org/officeDocument/2006/relationships/customXml" Target="../ink/ink2232.xml"/><Relationship Id="rId196" Type="http://schemas.openxmlformats.org/officeDocument/2006/relationships/customXml" Target="../ink/ink2050.xml"/><Relationship Id="rId417" Type="http://schemas.openxmlformats.org/officeDocument/2006/relationships/customXml" Target="../ink/ink2161.xml"/><Relationship Id="rId459" Type="http://schemas.openxmlformats.org/officeDocument/2006/relationships/customXml" Target="../ink/ink2183.xml"/><Relationship Id="rId16" Type="http://schemas.openxmlformats.org/officeDocument/2006/relationships/customXml" Target="../ink/ink1960.xml"/><Relationship Id="rId221" Type="http://schemas.openxmlformats.org/officeDocument/2006/relationships/image" Target="../media/image1160.png"/><Relationship Id="rId263" Type="http://schemas.openxmlformats.org/officeDocument/2006/relationships/image" Target="../media/image1181.png"/><Relationship Id="rId319" Type="http://schemas.openxmlformats.org/officeDocument/2006/relationships/image" Target="../media/image1209.png"/><Relationship Id="rId470" Type="http://schemas.openxmlformats.org/officeDocument/2006/relationships/image" Target="../media/image1283.png"/><Relationship Id="rId526" Type="http://schemas.openxmlformats.org/officeDocument/2006/relationships/image" Target="../media/image1311.png"/><Relationship Id="rId58" Type="http://schemas.openxmlformats.org/officeDocument/2006/relationships/customXml" Target="../ink/ink1981.xml"/><Relationship Id="rId123" Type="http://schemas.openxmlformats.org/officeDocument/2006/relationships/image" Target="../media/image1075.png"/><Relationship Id="rId330" Type="http://schemas.openxmlformats.org/officeDocument/2006/relationships/customXml" Target="../ink/ink2117.xml"/><Relationship Id="rId568" Type="http://schemas.openxmlformats.org/officeDocument/2006/relationships/image" Target="../media/image1332.png"/><Relationship Id="rId165" Type="http://schemas.openxmlformats.org/officeDocument/2006/relationships/image" Target="../media/image601.png"/><Relationship Id="rId372" Type="http://schemas.openxmlformats.org/officeDocument/2006/relationships/customXml" Target="../ink/ink2138.xml"/><Relationship Id="rId428" Type="http://schemas.openxmlformats.org/officeDocument/2006/relationships/customXml" Target="../ink/ink2167.xml"/><Relationship Id="rId232" Type="http://schemas.openxmlformats.org/officeDocument/2006/relationships/customXml" Target="../ink/ink2068.xml"/><Relationship Id="rId274" Type="http://schemas.openxmlformats.org/officeDocument/2006/relationships/customXml" Target="../ink/ink2089.xml"/><Relationship Id="rId481" Type="http://schemas.openxmlformats.org/officeDocument/2006/relationships/customXml" Target="../ink/ink2194.xml"/><Relationship Id="rId27" Type="http://schemas.openxmlformats.org/officeDocument/2006/relationships/image" Target="../media/image399.png"/><Relationship Id="rId69" Type="http://schemas.openxmlformats.org/officeDocument/2006/relationships/image" Target="../media/image617.png"/><Relationship Id="rId134" Type="http://schemas.openxmlformats.org/officeDocument/2006/relationships/customXml" Target="../ink/ink2019.xml"/><Relationship Id="rId537" Type="http://schemas.openxmlformats.org/officeDocument/2006/relationships/customXml" Target="../ink/ink2222.xml"/><Relationship Id="rId80" Type="http://schemas.openxmlformats.org/officeDocument/2006/relationships/customXml" Target="../ink/ink1992.xml"/><Relationship Id="rId176" Type="http://schemas.openxmlformats.org/officeDocument/2006/relationships/customXml" Target="../ink/ink2040.xml"/><Relationship Id="rId341" Type="http://schemas.openxmlformats.org/officeDocument/2006/relationships/image" Target="../media/image1220.png"/><Relationship Id="rId383" Type="http://schemas.openxmlformats.org/officeDocument/2006/relationships/customXml" Target="../ink/ink2144.xml"/><Relationship Id="rId439" Type="http://schemas.openxmlformats.org/officeDocument/2006/relationships/image" Target="../media/image1268.png"/><Relationship Id="rId201" Type="http://schemas.openxmlformats.org/officeDocument/2006/relationships/image" Target="../media/image1150.png"/><Relationship Id="rId243" Type="http://schemas.openxmlformats.org/officeDocument/2006/relationships/image" Target="../media/image1171.png"/><Relationship Id="rId285" Type="http://schemas.openxmlformats.org/officeDocument/2006/relationships/image" Target="../media/image1192.png"/><Relationship Id="rId450" Type="http://schemas.openxmlformats.org/officeDocument/2006/relationships/image" Target="../media/image1273.png"/><Relationship Id="rId506" Type="http://schemas.openxmlformats.org/officeDocument/2006/relationships/image" Target="../media/image1301.png"/><Relationship Id="rId38" Type="http://schemas.openxmlformats.org/officeDocument/2006/relationships/customXml" Target="../ink/ink1971.xml"/><Relationship Id="rId103" Type="http://schemas.openxmlformats.org/officeDocument/2006/relationships/image" Target="../media/image1066.png"/><Relationship Id="rId310" Type="http://schemas.openxmlformats.org/officeDocument/2006/relationships/customXml" Target="../ink/ink2107.xml"/><Relationship Id="rId492" Type="http://schemas.openxmlformats.org/officeDocument/2006/relationships/image" Target="../media/image1294.png"/><Relationship Id="rId548" Type="http://schemas.openxmlformats.org/officeDocument/2006/relationships/image" Target="../media/image1322.png"/><Relationship Id="rId91" Type="http://schemas.openxmlformats.org/officeDocument/2006/relationships/image" Target="../media/image1060.png"/><Relationship Id="rId145" Type="http://schemas.openxmlformats.org/officeDocument/2006/relationships/image" Target="../media/image583.png"/><Relationship Id="rId187" Type="http://schemas.openxmlformats.org/officeDocument/2006/relationships/image" Target="../media/image1084.png"/><Relationship Id="rId352" Type="http://schemas.openxmlformats.org/officeDocument/2006/relationships/customXml" Target="../ink/ink2128.xml"/><Relationship Id="rId394" Type="http://schemas.openxmlformats.org/officeDocument/2006/relationships/image" Target="../media/image1246.png"/><Relationship Id="rId408" Type="http://schemas.openxmlformats.org/officeDocument/2006/relationships/image" Target="../media/image1253.png"/><Relationship Id="rId212" Type="http://schemas.openxmlformats.org/officeDocument/2006/relationships/customXml" Target="../ink/ink2058.xml"/><Relationship Id="rId254" Type="http://schemas.openxmlformats.org/officeDocument/2006/relationships/customXml" Target="../ink/ink2079.xml"/><Relationship Id="rId49" Type="http://schemas.openxmlformats.org/officeDocument/2006/relationships/image" Target="../media/image410.png"/><Relationship Id="rId114" Type="http://schemas.openxmlformats.org/officeDocument/2006/relationships/customXml" Target="../ink/ink2009.xml"/><Relationship Id="rId296" Type="http://schemas.openxmlformats.org/officeDocument/2006/relationships/customXml" Target="../ink/ink2100.xml"/><Relationship Id="rId461" Type="http://schemas.openxmlformats.org/officeDocument/2006/relationships/customXml" Target="../ink/ink2184.xml"/><Relationship Id="rId517" Type="http://schemas.openxmlformats.org/officeDocument/2006/relationships/customXml" Target="../ink/ink2212.xml"/><Relationship Id="rId559" Type="http://schemas.openxmlformats.org/officeDocument/2006/relationships/customXml" Target="../ink/ink2233.xml"/><Relationship Id="rId60" Type="http://schemas.openxmlformats.org/officeDocument/2006/relationships/customXml" Target="../ink/ink1982.xml"/><Relationship Id="rId156" Type="http://schemas.openxmlformats.org/officeDocument/2006/relationships/customXml" Target="../ink/ink2030.xml"/><Relationship Id="rId198" Type="http://schemas.openxmlformats.org/officeDocument/2006/relationships/customXml" Target="../ink/ink2051.xml"/><Relationship Id="rId321" Type="http://schemas.openxmlformats.org/officeDocument/2006/relationships/image" Target="../media/image1210.png"/><Relationship Id="rId363" Type="http://schemas.openxmlformats.org/officeDocument/2006/relationships/image" Target="../media/image1231.png"/><Relationship Id="rId419" Type="http://schemas.openxmlformats.org/officeDocument/2006/relationships/customXml" Target="../ink/ink2162.xml"/><Relationship Id="rId570" Type="http://schemas.openxmlformats.org/officeDocument/2006/relationships/image" Target="../media/image1333.png"/><Relationship Id="rId223" Type="http://schemas.openxmlformats.org/officeDocument/2006/relationships/image" Target="../media/image1161.png"/><Relationship Id="rId430" Type="http://schemas.openxmlformats.org/officeDocument/2006/relationships/customXml" Target="../ink/ink2168.xml"/><Relationship Id="rId18" Type="http://schemas.openxmlformats.org/officeDocument/2006/relationships/customXml" Target="../ink/ink1961.xml"/><Relationship Id="rId265" Type="http://schemas.openxmlformats.org/officeDocument/2006/relationships/image" Target="../media/image1182.png"/><Relationship Id="rId472" Type="http://schemas.openxmlformats.org/officeDocument/2006/relationships/image" Target="../media/image1284.png"/><Relationship Id="rId528" Type="http://schemas.openxmlformats.org/officeDocument/2006/relationships/image" Target="../media/image1312.png"/><Relationship Id="rId125" Type="http://schemas.openxmlformats.org/officeDocument/2006/relationships/image" Target="../media/image1076.png"/><Relationship Id="rId167" Type="http://schemas.openxmlformats.org/officeDocument/2006/relationships/image" Target="../media/image602.png"/><Relationship Id="rId332" Type="http://schemas.openxmlformats.org/officeDocument/2006/relationships/customXml" Target="../ink/ink2118.xml"/><Relationship Id="rId374" Type="http://schemas.openxmlformats.org/officeDocument/2006/relationships/customXml" Target="../ink/ink2139.xml"/><Relationship Id="rId71" Type="http://schemas.openxmlformats.org/officeDocument/2006/relationships/image" Target="../media/image618.png"/><Relationship Id="rId234" Type="http://schemas.openxmlformats.org/officeDocument/2006/relationships/customXml" Target="../ink/ink2069.xml"/><Relationship Id="rId2" Type="http://schemas.openxmlformats.org/officeDocument/2006/relationships/customXml" Target="../ink/ink1953.xml"/><Relationship Id="rId29" Type="http://schemas.openxmlformats.org/officeDocument/2006/relationships/image" Target="../media/image400.png"/><Relationship Id="rId276" Type="http://schemas.openxmlformats.org/officeDocument/2006/relationships/customXml" Target="../ink/ink2090.xml"/><Relationship Id="rId441" Type="http://schemas.openxmlformats.org/officeDocument/2006/relationships/customXml" Target="../ink/ink2174.xml"/><Relationship Id="rId483" Type="http://schemas.openxmlformats.org/officeDocument/2006/relationships/customXml" Target="../ink/ink2195.xml"/><Relationship Id="rId539" Type="http://schemas.openxmlformats.org/officeDocument/2006/relationships/customXml" Target="../ink/ink2223.xml"/><Relationship Id="rId40" Type="http://schemas.openxmlformats.org/officeDocument/2006/relationships/customXml" Target="../ink/ink1972.xml"/><Relationship Id="rId136" Type="http://schemas.openxmlformats.org/officeDocument/2006/relationships/customXml" Target="../ink/ink2020.xml"/><Relationship Id="rId178" Type="http://schemas.openxmlformats.org/officeDocument/2006/relationships/customXml" Target="../ink/ink2041.xml"/><Relationship Id="rId301" Type="http://schemas.openxmlformats.org/officeDocument/2006/relationships/image" Target="../media/image1200.png"/><Relationship Id="rId343" Type="http://schemas.openxmlformats.org/officeDocument/2006/relationships/image" Target="../media/image1221.png"/><Relationship Id="rId550" Type="http://schemas.openxmlformats.org/officeDocument/2006/relationships/image" Target="../media/image1323.png"/><Relationship Id="rId82" Type="http://schemas.openxmlformats.org/officeDocument/2006/relationships/customXml" Target="../ink/ink1993.xml"/><Relationship Id="rId203" Type="http://schemas.openxmlformats.org/officeDocument/2006/relationships/image" Target="../media/image1151.png"/><Relationship Id="rId385" Type="http://schemas.openxmlformats.org/officeDocument/2006/relationships/customXml" Target="../ink/ink2145.xml"/><Relationship Id="rId245" Type="http://schemas.openxmlformats.org/officeDocument/2006/relationships/image" Target="../media/image1172.png"/><Relationship Id="rId287" Type="http://schemas.openxmlformats.org/officeDocument/2006/relationships/image" Target="../media/image1193.png"/><Relationship Id="rId410" Type="http://schemas.openxmlformats.org/officeDocument/2006/relationships/image" Target="../media/image1254.png"/><Relationship Id="rId452" Type="http://schemas.openxmlformats.org/officeDocument/2006/relationships/image" Target="../media/image1274.png"/><Relationship Id="rId494" Type="http://schemas.openxmlformats.org/officeDocument/2006/relationships/image" Target="../media/image1295.png"/><Relationship Id="rId508" Type="http://schemas.openxmlformats.org/officeDocument/2006/relationships/image" Target="../media/image1302.png"/><Relationship Id="rId105" Type="http://schemas.openxmlformats.org/officeDocument/2006/relationships/image" Target="../media/image1067.png"/><Relationship Id="rId147" Type="http://schemas.openxmlformats.org/officeDocument/2006/relationships/image" Target="../media/image584.png"/><Relationship Id="rId312" Type="http://schemas.openxmlformats.org/officeDocument/2006/relationships/customXml" Target="../ink/ink2108.xml"/><Relationship Id="rId354" Type="http://schemas.openxmlformats.org/officeDocument/2006/relationships/customXml" Target="../ink/ink2129.xml"/><Relationship Id="rId51" Type="http://schemas.openxmlformats.org/officeDocument/2006/relationships/image" Target="../media/image411.png"/><Relationship Id="rId93" Type="http://schemas.openxmlformats.org/officeDocument/2006/relationships/image" Target="../media/image1061.png"/><Relationship Id="rId189" Type="http://schemas.openxmlformats.org/officeDocument/2006/relationships/image" Target="../media/image1085.png"/><Relationship Id="rId396" Type="http://schemas.openxmlformats.org/officeDocument/2006/relationships/image" Target="../media/image1247.png"/><Relationship Id="rId561" Type="http://schemas.openxmlformats.org/officeDocument/2006/relationships/customXml" Target="../ink/ink2234.xml"/><Relationship Id="rId214" Type="http://schemas.openxmlformats.org/officeDocument/2006/relationships/customXml" Target="../ink/ink2059.xml"/><Relationship Id="rId256" Type="http://schemas.openxmlformats.org/officeDocument/2006/relationships/customXml" Target="../ink/ink2080.xml"/><Relationship Id="rId298" Type="http://schemas.openxmlformats.org/officeDocument/2006/relationships/customXml" Target="../ink/ink2101.xml"/><Relationship Id="rId421" Type="http://schemas.openxmlformats.org/officeDocument/2006/relationships/customXml" Target="../ink/ink2163.xml"/><Relationship Id="rId463" Type="http://schemas.openxmlformats.org/officeDocument/2006/relationships/customXml" Target="../ink/ink2185.xml"/><Relationship Id="rId519" Type="http://schemas.openxmlformats.org/officeDocument/2006/relationships/customXml" Target="../ink/ink2213.xml"/><Relationship Id="rId116" Type="http://schemas.openxmlformats.org/officeDocument/2006/relationships/customXml" Target="../ink/ink2010.xml"/><Relationship Id="rId158" Type="http://schemas.openxmlformats.org/officeDocument/2006/relationships/customXml" Target="../ink/ink2031.xml"/><Relationship Id="rId323" Type="http://schemas.openxmlformats.org/officeDocument/2006/relationships/image" Target="../media/image1211.png"/><Relationship Id="rId530" Type="http://schemas.openxmlformats.org/officeDocument/2006/relationships/image" Target="../media/image1313.png"/><Relationship Id="rId20" Type="http://schemas.openxmlformats.org/officeDocument/2006/relationships/customXml" Target="../ink/ink1962.xml"/><Relationship Id="rId62" Type="http://schemas.openxmlformats.org/officeDocument/2006/relationships/customXml" Target="../ink/ink1983.xml"/><Relationship Id="rId365" Type="http://schemas.openxmlformats.org/officeDocument/2006/relationships/image" Target="../media/image1232.png"/><Relationship Id="rId572" Type="http://schemas.openxmlformats.org/officeDocument/2006/relationships/image" Target="../media/image1334.png"/><Relationship Id="rId225" Type="http://schemas.openxmlformats.org/officeDocument/2006/relationships/image" Target="../media/image1162.png"/><Relationship Id="rId267" Type="http://schemas.openxmlformats.org/officeDocument/2006/relationships/image" Target="../media/image1183.png"/><Relationship Id="rId432" Type="http://schemas.openxmlformats.org/officeDocument/2006/relationships/customXml" Target="../ink/ink2169.xml"/><Relationship Id="rId474" Type="http://schemas.openxmlformats.org/officeDocument/2006/relationships/image" Target="../media/image1285.png"/><Relationship Id="rId127" Type="http://schemas.openxmlformats.org/officeDocument/2006/relationships/image" Target="../media/image1077.png"/><Relationship Id="rId31" Type="http://schemas.openxmlformats.org/officeDocument/2006/relationships/image" Target="../media/image401.png"/><Relationship Id="rId73" Type="http://schemas.openxmlformats.org/officeDocument/2006/relationships/image" Target="../media/image926.png"/><Relationship Id="rId169" Type="http://schemas.openxmlformats.org/officeDocument/2006/relationships/image" Target="../media/image603.png"/><Relationship Id="rId334" Type="http://schemas.openxmlformats.org/officeDocument/2006/relationships/customXml" Target="../ink/ink2119.xml"/><Relationship Id="rId376" Type="http://schemas.openxmlformats.org/officeDocument/2006/relationships/customXml" Target="../ink/ink2140.xml"/><Relationship Id="rId541" Type="http://schemas.openxmlformats.org/officeDocument/2006/relationships/customXml" Target="../ink/ink2224.xml"/><Relationship Id="rId4" Type="http://schemas.openxmlformats.org/officeDocument/2006/relationships/customXml" Target="../ink/ink1954.xml"/><Relationship Id="rId180" Type="http://schemas.openxmlformats.org/officeDocument/2006/relationships/customXml" Target="../ink/ink2042.xml"/><Relationship Id="rId236" Type="http://schemas.openxmlformats.org/officeDocument/2006/relationships/customXml" Target="../ink/ink2070.xml"/><Relationship Id="rId278" Type="http://schemas.openxmlformats.org/officeDocument/2006/relationships/customXml" Target="../ink/ink2091.xml"/><Relationship Id="rId401" Type="http://schemas.openxmlformats.org/officeDocument/2006/relationships/customXml" Target="../ink/ink2153.xml"/><Relationship Id="rId443" Type="http://schemas.openxmlformats.org/officeDocument/2006/relationships/customXml" Target="../ink/ink2175.xml"/><Relationship Id="rId303" Type="http://schemas.openxmlformats.org/officeDocument/2006/relationships/image" Target="../media/image1201.png"/><Relationship Id="rId485" Type="http://schemas.openxmlformats.org/officeDocument/2006/relationships/customXml" Target="../ink/ink2196.xml"/><Relationship Id="rId42" Type="http://schemas.openxmlformats.org/officeDocument/2006/relationships/customXml" Target="../ink/ink1973.xml"/><Relationship Id="rId84" Type="http://schemas.openxmlformats.org/officeDocument/2006/relationships/customXml" Target="../ink/ink1994.xml"/><Relationship Id="rId138" Type="http://schemas.openxmlformats.org/officeDocument/2006/relationships/customXml" Target="../ink/ink2021.xml"/><Relationship Id="rId345" Type="http://schemas.openxmlformats.org/officeDocument/2006/relationships/image" Target="../media/image1222.png"/><Relationship Id="rId387" Type="http://schemas.openxmlformats.org/officeDocument/2006/relationships/customXml" Target="../ink/ink2146.xml"/><Relationship Id="rId510" Type="http://schemas.openxmlformats.org/officeDocument/2006/relationships/image" Target="../media/image1303.png"/><Relationship Id="rId552" Type="http://schemas.openxmlformats.org/officeDocument/2006/relationships/image" Target="../media/image1324.png"/><Relationship Id="rId191" Type="http://schemas.openxmlformats.org/officeDocument/2006/relationships/image" Target="../media/image1086.png"/><Relationship Id="rId205" Type="http://schemas.openxmlformats.org/officeDocument/2006/relationships/image" Target="../media/image1152.png"/><Relationship Id="rId247" Type="http://schemas.openxmlformats.org/officeDocument/2006/relationships/image" Target="../media/image1173.png"/><Relationship Id="rId412" Type="http://schemas.openxmlformats.org/officeDocument/2006/relationships/image" Target="../media/image1255.png"/><Relationship Id="rId107" Type="http://schemas.openxmlformats.org/officeDocument/2006/relationships/image" Target="../media/image1068.png"/><Relationship Id="rId289" Type="http://schemas.openxmlformats.org/officeDocument/2006/relationships/image" Target="../media/image1194.png"/><Relationship Id="rId454" Type="http://schemas.openxmlformats.org/officeDocument/2006/relationships/image" Target="../media/image1275.png"/><Relationship Id="rId496" Type="http://schemas.openxmlformats.org/officeDocument/2006/relationships/image" Target="../media/image1296.png"/><Relationship Id="rId11" Type="http://schemas.openxmlformats.org/officeDocument/2006/relationships/image" Target="../media/image391.png"/><Relationship Id="rId53" Type="http://schemas.openxmlformats.org/officeDocument/2006/relationships/image" Target="../media/image412.png"/><Relationship Id="rId149" Type="http://schemas.openxmlformats.org/officeDocument/2006/relationships/image" Target="../media/image585.png"/><Relationship Id="rId314" Type="http://schemas.openxmlformats.org/officeDocument/2006/relationships/customXml" Target="../ink/ink2109.xml"/><Relationship Id="rId356" Type="http://schemas.openxmlformats.org/officeDocument/2006/relationships/customXml" Target="../ink/ink2130.xml"/><Relationship Id="rId398" Type="http://schemas.openxmlformats.org/officeDocument/2006/relationships/image" Target="../media/image1248.png"/><Relationship Id="rId521" Type="http://schemas.openxmlformats.org/officeDocument/2006/relationships/customXml" Target="../ink/ink2214.xml"/><Relationship Id="rId563" Type="http://schemas.openxmlformats.org/officeDocument/2006/relationships/customXml" Target="../ink/ink2235.xml"/><Relationship Id="rId95" Type="http://schemas.openxmlformats.org/officeDocument/2006/relationships/image" Target="../media/image1062.png"/><Relationship Id="rId160" Type="http://schemas.openxmlformats.org/officeDocument/2006/relationships/customXml" Target="../ink/ink2032.xml"/><Relationship Id="rId216" Type="http://schemas.openxmlformats.org/officeDocument/2006/relationships/customXml" Target="../ink/ink2060.xml"/><Relationship Id="rId423" Type="http://schemas.openxmlformats.org/officeDocument/2006/relationships/customXml" Target="../ink/ink2164.xml"/><Relationship Id="rId258" Type="http://schemas.openxmlformats.org/officeDocument/2006/relationships/customXml" Target="../ink/ink2081.xml"/><Relationship Id="rId465" Type="http://schemas.openxmlformats.org/officeDocument/2006/relationships/customXml" Target="../ink/ink2186.xml"/><Relationship Id="rId22" Type="http://schemas.openxmlformats.org/officeDocument/2006/relationships/customXml" Target="../ink/ink1963.xml"/><Relationship Id="rId64" Type="http://schemas.openxmlformats.org/officeDocument/2006/relationships/customXml" Target="../ink/ink1984.xml"/><Relationship Id="rId118" Type="http://schemas.openxmlformats.org/officeDocument/2006/relationships/customXml" Target="../ink/ink2011.xml"/><Relationship Id="rId325" Type="http://schemas.openxmlformats.org/officeDocument/2006/relationships/image" Target="../media/image1212.png"/><Relationship Id="rId367" Type="http://schemas.openxmlformats.org/officeDocument/2006/relationships/image" Target="../media/image1233.png"/><Relationship Id="rId532" Type="http://schemas.openxmlformats.org/officeDocument/2006/relationships/image" Target="../media/image1314.png"/><Relationship Id="rId574" Type="http://schemas.openxmlformats.org/officeDocument/2006/relationships/image" Target="../media/image1335.png"/><Relationship Id="rId171" Type="http://schemas.openxmlformats.org/officeDocument/2006/relationships/image" Target="../media/image604.png"/><Relationship Id="rId227" Type="http://schemas.openxmlformats.org/officeDocument/2006/relationships/image" Target="../media/image1163.png"/><Relationship Id="rId269" Type="http://schemas.openxmlformats.org/officeDocument/2006/relationships/image" Target="../media/image1184.png"/><Relationship Id="rId434" Type="http://schemas.openxmlformats.org/officeDocument/2006/relationships/customXml" Target="../ink/ink2170.xml"/><Relationship Id="rId476" Type="http://schemas.openxmlformats.org/officeDocument/2006/relationships/image" Target="../media/image1286.png"/><Relationship Id="rId33" Type="http://schemas.openxmlformats.org/officeDocument/2006/relationships/image" Target="../media/image402.png"/><Relationship Id="rId129" Type="http://schemas.openxmlformats.org/officeDocument/2006/relationships/image" Target="../media/image1078.png"/><Relationship Id="rId280" Type="http://schemas.openxmlformats.org/officeDocument/2006/relationships/customXml" Target="../ink/ink2092.xml"/><Relationship Id="rId336" Type="http://schemas.openxmlformats.org/officeDocument/2006/relationships/customXml" Target="../ink/ink2120.xml"/><Relationship Id="rId501" Type="http://schemas.openxmlformats.org/officeDocument/2006/relationships/customXml" Target="../ink/ink2204.xml"/><Relationship Id="rId543" Type="http://schemas.openxmlformats.org/officeDocument/2006/relationships/customXml" Target="../ink/ink2225.xml"/><Relationship Id="rId75" Type="http://schemas.openxmlformats.org/officeDocument/2006/relationships/image" Target="../media/image1002.png"/><Relationship Id="rId140" Type="http://schemas.openxmlformats.org/officeDocument/2006/relationships/customXml" Target="../ink/ink2022.xml"/><Relationship Id="rId182" Type="http://schemas.openxmlformats.org/officeDocument/2006/relationships/customXml" Target="../ink/ink2043.xml"/><Relationship Id="rId378" Type="http://schemas.openxmlformats.org/officeDocument/2006/relationships/customXml" Target="../ink/ink2141.xml"/><Relationship Id="rId403" Type="http://schemas.openxmlformats.org/officeDocument/2006/relationships/customXml" Target="../ink/ink2154.xml"/><Relationship Id="rId6" Type="http://schemas.openxmlformats.org/officeDocument/2006/relationships/customXml" Target="../ink/ink1955.xml"/><Relationship Id="rId238" Type="http://schemas.openxmlformats.org/officeDocument/2006/relationships/customXml" Target="../ink/ink2071.xml"/><Relationship Id="rId445" Type="http://schemas.openxmlformats.org/officeDocument/2006/relationships/customXml" Target="../ink/ink2176.xml"/><Relationship Id="rId487" Type="http://schemas.openxmlformats.org/officeDocument/2006/relationships/customXml" Target="../ink/ink2197.xml"/><Relationship Id="rId291" Type="http://schemas.openxmlformats.org/officeDocument/2006/relationships/image" Target="../media/image1195.png"/><Relationship Id="rId305" Type="http://schemas.openxmlformats.org/officeDocument/2006/relationships/image" Target="../media/image1202.png"/><Relationship Id="rId347" Type="http://schemas.openxmlformats.org/officeDocument/2006/relationships/image" Target="../media/image1223.png"/><Relationship Id="rId512" Type="http://schemas.openxmlformats.org/officeDocument/2006/relationships/image" Target="../media/image1304.png"/><Relationship Id="rId44" Type="http://schemas.openxmlformats.org/officeDocument/2006/relationships/customXml" Target="../ink/ink1974.xml"/><Relationship Id="rId86" Type="http://schemas.openxmlformats.org/officeDocument/2006/relationships/customXml" Target="../ink/ink1995.xml"/><Relationship Id="rId151" Type="http://schemas.openxmlformats.org/officeDocument/2006/relationships/image" Target="../media/image594.png"/><Relationship Id="rId389" Type="http://schemas.openxmlformats.org/officeDocument/2006/relationships/customXml" Target="../ink/ink2147.xml"/><Relationship Id="rId554" Type="http://schemas.openxmlformats.org/officeDocument/2006/relationships/image" Target="../media/image1325.png"/><Relationship Id="rId193" Type="http://schemas.openxmlformats.org/officeDocument/2006/relationships/image" Target="../media/image1087.png"/><Relationship Id="rId207" Type="http://schemas.openxmlformats.org/officeDocument/2006/relationships/image" Target="../media/image1153.png"/><Relationship Id="rId249" Type="http://schemas.openxmlformats.org/officeDocument/2006/relationships/image" Target="../media/image1174.png"/><Relationship Id="rId414" Type="http://schemas.openxmlformats.org/officeDocument/2006/relationships/image" Target="../media/image1256.png"/><Relationship Id="rId456" Type="http://schemas.openxmlformats.org/officeDocument/2006/relationships/image" Target="../media/image1276.png"/><Relationship Id="rId498" Type="http://schemas.openxmlformats.org/officeDocument/2006/relationships/image" Target="../media/image1297.png"/><Relationship Id="rId13" Type="http://schemas.openxmlformats.org/officeDocument/2006/relationships/image" Target="../media/image392.png"/><Relationship Id="rId109" Type="http://schemas.openxmlformats.org/officeDocument/2006/relationships/image" Target="../media/image1069.png"/><Relationship Id="rId260" Type="http://schemas.openxmlformats.org/officeDocument/2006/relationships/customXml" Target="../ink/ink2082.xml"/><Relationship Id="rId316" Type="http://schemas.openxmlformats.org/officeDocument/2006/relationships/customXml" Target="../ink/ink2110.xml"/><Relationship Id="rId523" Type="http://schemas.openxmlformats.org/officeDocument/2006/relationships/customXml" Target="../ink/ink2215.xml"/><Relationship Id="rId55" Type="http://schemas.openxmlformats.org/officeDocument/2006/relationships/image" Target="../media/image413.png"/><Relationship Id="rId97" Type="http://schemas.openxmlformats.org/officeDocument/2006/relationships/image" Target="../media/image1063.png"/><Relationship Id="rId120" Type="http://schemas.openxmlformats.org/officeDocument/2006/relationships/customXml" Target="../ink/ink2012.xml"/><Relationship Id="rId358" Type="http://schemas.openxmlformats.org/officeDocument/2006/relationships/customXml" Target="../ink/ink2131.xml"/><Relationship Id="rId565" Type="http://schemas.openxmlformats.org/officeDocument/2006/relationships/customXml" Target="../ink/ink2236.xml"/><Relationship Id="rId162" Type="http://schemas.openxmlformats.org/officeDocument/2006/relationships/customXml" Target="../ink/ink2033.xml"/><Relationship Id="rId218" Type="http://schemas.openxmlformats.org/officeDocument/2006/relationships/customXml" Target="../ink/ink2061.xml"/><Relationship Id="rId425" Type="http://schemas.openxmlformats.org/officeDocument/2006/relationships/customXml" Target="../ink/ink2165.xml"/><Relationship Id="rId467" Type="http://schemas.openxmlformats.org/officeDocument/2006/relationships/customXml" Target="../ink/ink2187.xml"/><Relationship Id="rId271" Type="http://schemas.openxmlformats.org/officeDocument/2006/relationships/image" Target="../media/image1185.png"/><Relationship Id="rId24" Type="http://schemas.openxmlformats.org/officeDocument/2006/relationships/customXml" Target="../ink/ink1964.xml"/><Relationship Id="rId66" Type="http://schemas.openxmlformats.org/officeDocument/2006/relationships/customXml" Target="../ink/ink1985.xml"/><Relationship Id="rId131" Type="http://schemas.openxmlformats.org/officeDocument/2006/relationships/image" Target="../media/image1079.png"/><Relationship Id="rId327" Type="http://schemas.openxmlformats.org/officeDocument/2006/relationships/image" Target="../media/image1213.png"/><Relationship Id="rId369" Type="http://schemas.openxmlformats.org/officeDocument/2006/relationships/image" Target="../media/image1234.png"/><Relationship Id="rId534" Type="http://schemas.openxmlformats.org/officeDocument/2006/relationships/image" Target="../media/image1315.png"/><Relationship Id="rId576" Type="http://schemas.openxmlformats.org/officeDocument/2006/relationships/image" Target="../media/image1336.png"/><Relationship Id="rId173" Type="http://schemas.openxmlformats.org/officeDocument/2006/relationships/image" Target="../media/image605.png"/><Relationship Id="rId229" Type="http://schemas.openxmlformats.org/officeDocument/2006/relationships/image" Target="../media/image1164.png"/><Relationship Id="rId380" Type="http://schemas.openxmlformats.org/officeDocument/2006/relationships/image" Target="../media/image1239.png"/><Relationship Id="rId436" Type="http://schemas.openxmlformats.org/officeDocument/2006/relationships/customXml" Target="../ink/ink2171.xml"/><Relationship Id="rId240" Type="http://schemas.openxmlformats.org/officeDocument/2006/relationships/customXml" Target="../ink/ink2072.xml"/><Relationship Id="rId478" Type="http://schemas.openxmlformats.org/officeDocument/2006/relationships/image" Target="../media/image1287.png"/><Relationship Id="rId35" Type="http://schemas.openxmlformats.org/officeDocument/2006/relationships/image" Target="../media/image403.png"/><Relationship Id="rId77" Type="http://schemas.openxmlformats.org/officeDocument/2006/relationships/image" Target="../media/image1003.png"/><Relationship Id="rId100" Type="http://schemas.openxmlformats.org/officeDocument/2006/relationships/customXml" Target="../ink/ink2002.xml"/><Relationship Id="rId282" Type="http://schemas.openxmlformats.org/officeDocument/2006/relationships/customXml" Target="../ink/ink2093.xml"/><Relationship Id="rId338" Type="http://schemas.openxmlformats.org/officeDocument/2006/relationships/customXml" Target="../ink/ink2121.xml"/><Relationship Id="rId503" Type="http://schemas.openxmlformats.org/officeDocument/2006/relationships/customXml" Target="../ink/ink2205.xml"/><Relationship Id="rId545" Type="http://schemas.openxmlformats.org/officeDocument/2006/relationships/customXml" Target="../ink/ink2226.xml"/><Relationship Id="rId8" Type="http://schemas.openxmlformats.org/officeDocument/2006/relationships/customXml" Target="../ink/ink1956.xml"/><Relationship Id="rId142" Type="http://schemas.openxmlformats.org/officeDocument/2006/relationships/customXml" Target="../ink/ink2023.xml"/><Relationship Id="rId184" Type="http://schemas.openxmlformats.org/officeDocument/2006/relationships/customXml" Target="../ink/ink2044.xml"/><Relationship Id="rId391" Type="http://schemas.openxmlformats.org/officeDocument/2006/relationships/customXml" Target="../ink/ink2148.xml"/><Relationship Id="rId405" Type="http://schemas.openxmlformats.org/officeDocument/2006/relationships/customXml" Target="../ink/ink2155.xml"/><Relationship Id="rId447" Type="http://schemas.openxmlformats.org/officeDocument/2006/relationships/customXml" Target="../ink/ink2177.xml"/><Relationship Id="rId251" Type="http://schemas.openxmlformats.org/officeDocument/2006/relationships/image" Target="../media/image1175.png"/><Relationship Id="rId489" Type="http://schemas.openxmlformats.org/officeDocument/2006/relationships/customXml" Target="../ink/ink2198.xml"/><Relationship Id="rId46" Type="http://schemas.openxmlformats.org/officeDocument/2006/relationships/customXml" Target="../ink/ink1975.xml"/><Relationship Id="rId293" Type="http://schemas.openxmlformats.org/officeDocument/2006/relationships/image" Target="../media/image1196.png"/><Relationship Id="rId307" Type="http://schemas.openxmlformats.org/officeDocument/2006/relationships/image" Target="../media/image1203.png"/><Relationship Id="rId349" Type="http://schemas.openxmlformats.org/officeDocument/2006/relationships/image" Target="../media/image1224.png"/><Relationship Id="rId514" Type="http://schemas.openxmlformats.org/officeDocument/2006/relationships/image" Target="../media/image1305.png"/><Relationship Id="rId556" Type="http://schemas.openxmlformats.org/officeDocument/2006/relationships/image" Target="../media/image1326.png"/><Relationship Id="rId88" Type="http://schemas.openxmlformats.org/officeDocument/2006/relationships/customXml" Target="../ink/ink1996.xml"/><Relationship Id="rId111" Type="http://schemas.openxmlformats.org/officeDocument/2006/relationships/image" Target="../media/image1070.png"/><Relationship Id="rId153" Type="http://schemas.openxmlformats.org/officeDocument/2006/relationships/image" Target="../media/image595.png"/><Relationship Id="rId195" Type="http://schemas.openxmlformats.org/officeDocument/2006/relationships/image" Target="../media/image1088.png"/><Relationship Id="rId209" Type="http://schemas.openxmlformats.org/officeDocument/2006/relationships/image" Target="../media/image1154.png"/><Relationship Id="rId360" Type="http://schemas.openxmlformats.org/officeDocument/2006/relationships/customXml" Target="../ink/ink2132.xml"/><Relationship Id="rId416" Type="http://schemas.openxmlformats.org/officeDocument/2006/relationships/image" Target="../media/image1257.png"/><Relationship Id="rId220" Type="http://schemas.openxmlformats.org/officeDocument/2006/relationships/customXml" Target="../ink/ink2062.xml"/><Relationship Id="rId458" Type="http://schemas.openxmlformats.org/officeDocument/2006/relationships/image" Target="../media/image1277.png"/><Relationship Id="rId15" Type="http://schemas.openxmlformats.org/officeDocument/2006/relationships/image" Target="../media/image393.png"/><Relationship Id="rId57" Type="http://schemas.openxmlformats.org/officeDocument/2006/relationships/image" Target="../media/image414.png"/><Relationship Id="rId262" Type="http://schemas.openxmlformats.org/officeDocument/2006/relationships/customXml" Target="../ink/ink2083.xml"/><Relationship Id="rId318" Type="http://schemas.openxmlformats.org/officeDocument/2006/relationships/customXml" Target="../ink/ink2111.xml"/><Relationship Id="rId525" Type="http://schemas.openxmlformats.org/officeDocument/2006/relationships/customXml" Target="../ink/ink2216.xml"/><Relationship Id="rId567" Type="http://schemas.openxmlformats.org/officeDocument/2006/relationships/customXml" Target="../ink/ink2237.xml"/><Relationship Id="rId99" Type="http://schemas.openxmlformats.org/officeDocument/2006/relationships/image" Target="../media/image1064.png"/><Relationship Id="rId122" Type="http://schemas.openxmlformats.org/officeDocument/2006/relationships/customXml" Target="../ink/ink2013.xml"/><Relationship Id="rId164" Type="http://schemas.openxmlformats.org/officeDocument/2006/relationships/customXml" Target="../ink/ink2034.xml"/><Relationship Id="rId371" Type="http://schemas.openxmlformats.org/officeDocument/2006/relationships/image" Target="../media/image1235.png"/><Relationship Id="rId427" Type="http://schemas.openxmlformats.org/officeDocument/2006/relationships/customXml" Target="../ink/ink2166.xml"/><Relationship Id="rId469" Type="http://schemas.openxmlformats.org/officeDocument/2006/relationships/customXml" Target="../ink/ink2188.xml"/><Relationship Id="rId26" Type="http://schemas.openxmlformats.org/officeDocument/2006/relationships/customXml" Target="../ink/ink1965.xml"/><Relationship Id="rId231" Type="http://schemas.openxmlformats.org/officeDocument/2006/relationships/image" Target="../media/image1165.png"/><Relationship Id="rId273" Type="http://schemas.openxmlformats.org/officeDocument/2006/relationships/image" Target="../media/image1186.png"/><Relationship Id="rId329" Type="http://schemas.openxmlformats.org/officeDocument/2006/relationships/image" Target="../media/image1214.png"/><Relationship Id="rId480" Type="http://schemas.openxmlformats.org/officeDocument/2006/relationships/image" Target="../media/image1288.png"/><Relationship Id="rId536" Type="http://schemas.openxmlformats.org/officeDocument/2006/relationships/image" Target="../media/image1316.png"/><Relationship Id="rId68" Type="http://schemas.openxmlformats.org/officeDocument/2006/relationships/customXml" Target="../ink/ink1986.xml"/><Relationship Id="rId133" Type="http://schemas.openxmlformats.org/officeDocument/2006/relationships/image" Target="../media/image1080.png"/><Relationship Id="rId175" Type="http://schemas.openxmlformats.org/officeDocument/2006/relationships/image" Target="../media/image606.png"/><Relationship Id="rId340" Type="http://schemas.openxmlformats.org/officeDocument/2006/relationships/customXml" Target="../ink/ink2122.xml"/><Relationship Id="rId200" Type="http://schemas.openxmlformats.org/officeDocument/2006/relationships/customXml" Target="../ink/ink2052.xml"/><Relationship Id="rId382" Type="http://schemas.openxmlformats.org/officeDocument/2006/relationships/image" Target="../media/image1240.png"/><Relationship Id="rId438" Type="http://schemas.openxmlformats.org/officeDocument/2006/relationships/customXml" Target="../ink/ink2172.xml"/><Relationship Id="rId242" Type="http://schemas.openxmlformats.org/officeDocument/2006/relationships/customXml" Target="../ink/ink2073.xml"/><Relationship Id="rId284" Type="http://schemas.openxmlformats.org/officeDocument/2006/relationships/customXml" Target="../ink/ink2094.xml"/><Relationship Id="rId491" Type="http://schemas.openxmlformats.org/officeDocument/2006/relationships/customXml" Target="../ink/ink2199.xml"/><Relationship Id="rId505" Type="http://schemas.openxmlformats.org/officeDocument/2006/relationships/customXml" Target="../ink/ink2206.xml"/><Relationship Id="rId37" Type="http://schemas.openxmlformats.org/officeDocument/2006/relationships/image" Target="../media/image404.png"/><Relationship Id="rId79" Type="http://schemas.openxmlformats.org/officeDocument/2006/relationships/image" Target="../media/image1004.png"/><Relationship Id="rId102" Type="http://schemas.openxmlformats.org/officeDocument/2006/relationships/customXml" Target="../ink/ink2003.xml"/><Relationship Id="rId144" Type="http://schemas.openxmlformats.org/officeDocument/2006/relationships/customXml" Target="../ink/ink2024.xml"/><Relationship Id="rId547" Type="http://schemas.openxmlformats.org/officeDocument/2006/relationships/customXml" Target="../ink/ink2227.xml"/><Relationship Id="rId90" Type="http://schemas.openxmlformats.org/officeDocument/2006/relationships/customXml" Target="../ink/ink1997.xml"/><Relationship Id="rId186" Type="http://schemas.openxmlformats.org/officeDocument/2006/relationships/customXml" Target="../ink/ink2045.xml"/><Relationship Id="rId351" Type="http://schemas.openxmlformats.org/officeDocument/2006/relationships/image" Target="../media/image1225.png"/><Relationship Id="rId393" Type="http://schemas.openxmlformats.org/officeDocument/2006/relationships/customXml" Target="../ink/ink2149.xml"/><Relationship Id="rId407" Type="http://schemas.openxmlformats.org/officeDocument/2006/relationships/customXml" Target="../ink/ink2156.xml"/><Relationship Id="rId449" Type="http://schemas.openxmlformats.org/officeDocument/2006/relationships/customXml" Target="../ink/ink2178.xml"/><Relationship Id="rId211" Type="http://schemas.openxmlformats.org/officeDocument/2006/relationships/image" Target="../media/image1155.png"/><Relationship Id="rId253" Type="http://schemas.openxmlformats.org/officeDocument/2006/relationships/image" Target="../media/image1176.png"/><Relationship Id="rId295" Type="http://schemas.openxmlformats.org/officeDocument/2006/relationships/image" Target="../media/image1197.png"/><Relationship Id="rId309" Type="http://schemas.openxmlformats.org/officeDocument/2006/relationships/image" Target="../media/image1204.png"/><Relationship Id="rId460" Type="http://schemas.openxmlformats.org/officeDocument/2006/relationships/image" Target="../media/image1278.png"/><Relationship Id="rId516" Type="http://schemas.openxmlformats.org/officeDocument/2006/relationships/image" Target="../media/image1306.png"/><Relationship Id="rId48" Type="http://schemas.openxmlformats.org/officeDocument/2006/relationships/customXml" Target="../ink/ink1976.xml"/><Relationship Id="rId113" Type="http://schemas.openxmlformats.org/officeDocument/2006/relationships/image" Target="../media/image1071.png"/><Relationship Id="rId320" Type="http://schemas.openxmlformats.org/officeDocument/2006/relationships/customXml" Target="../ink/ink2112.xml"/><Relationship Id="rId558" Type="http://schemas.openxmlformats.org/officeDocument/2006/relationships/image" Target="../media/image1327.png"/><Relationship Id="rId155" Type="http://schemas.openxmlformats.org/officeDocument/2006/relationships/image" Target="../media/image596.png"/><Relationship Id="rId197" Type="http://schemas.openxmlformats.org/officeDocument/2006/relationships/image" Target="../media/image1089.png"/><Relationship Id="rId362" Type="http://schemas.openxmlformats.org/officeDocument/2006/relationships/customXml" Target="../ink/ink2133.xml"/><Relationship Id="rId418" Type="http://schemas.openxmlformats.org/officeDocument/2006/relationships/image" Target="../media/image1258.png"/><Relationship Id="rId222" Type="http://schemas.openxmlformats.org/officeDocument/2006/relationships/customXml" Target="../ink/ink2063.xml"/><Relationship Id="rId264" Type="http://schemas.openxmlformats.org/officeDocument/2006/relationships/customXml" Target="../ink/ink2084.xml"/><Relationship Id="rId471" Type="http://schemas.openxmlformats.org/officeDocument/2006/relationships/customXml" Target="../ink/ink2189.xml"/><Relationship Id="rId17" Type="http://schemas.openxmlformats.org/officeDocument/2006/relationships/image" Target="../media/image394.png"/><Relationship Id="rId59" Type="http://schemas.openxmlformats.org/officeDocument/2006/relationships/image" Target="../media/image415.png"/><Relationship Id="rId124" Type="http://schemas.openxmlformats.org/officeDocument/2006/relationships/customXml" Target="../ink/ink2014.xml"/><Relationship Id="rId527" Type="http://schemas.openxmlformats.org/officeDocument/2006/relationships/customXml" Target="../ink/ink2217.xml"/><Relationship Id="rId569" Type="http://schemas.openxmlformats.org/officeDocument/2006/relationships/customXml" Target="../ink/ink2238.xml"/><Relationship Id="rId70" Type="http://schemas.openxmlformats.org/officeDocument/2006/relationships/customXml" Target="../ink/ink1987.xml"/><Relationship Id="rId166" Type="http://schemas.openxmlformats.org/officeDocument/2006/relationships/customXml" Target="../ink/ink2035.xml"/><Relationship Id="rId331" Type="http://schemas.openxmlformats.org/officeDocument/2006/relationships/image" Target="../media/image1215.png"/><Relationship Id="rId373" Type="http://schemas.openxmlformats.org/officeDocument/2006/relationships/image" Target="../media/image1236.png"/><Relationship Id="rId429" Type="http://schemas.openxmlformats.org/officeDocument/2006/relationships/image" Target="../media/image1263.png"/><Relationship Id="rId1" Type="http://schemas.openxmlformats.org/officeDocument/2006/relationships/slideLayout" Target="../slideLayouts/slideLayout7.xml"/><Relationship Id="rId233" Type="http://schemas.openxmlformats.org/officeDocument/2006/relationships/image" Target="../media/image1166.png"/><Relationship Id="rId440" Type="http://schemas.openxmlformats.org/officeDocument/2006/relationships/customXml" Target="../ink/ink2173.xml"/><Relationship Id="rId28" Type="http://schemas.openxmlformats.org/officeDocument/2006/relationships/customXml" Target="../ink/ink1966.xml"/><Relationship Id="rId275" Type="http://schemas.openxmlformats.org/officeDocument/2006/relationships/image" Target="../media/image1187.png"/><Relationship Id="rId300" Type="http://schemas.openxmlformats.org/officeDocument/2006/relationships/customXml" Target="../ink/ink2102.xml"/><Relationship Id="rId482" Type="http://schemas.openxmlformats.org/officeDocument/2006/relationships/image" Target="../media/image1289.png"/><Relationship Id="rId538" Type="http://schemas.openxmlformats.org/officeDocument/2006/relationships/image" Target="../media/image1317.png"/><Relationship Id="rId81" Type="http://schemas.openxmlformats.org/officeDocument/2006/relationships/image" Target="../media/image1055.png"/><Relationship Id="rId135" Type="http://schemas.openxmlformats.org/officeDocument/2006/relationships/image" Target="../media/image578.png"/><Relationship Id="rId177" Type="http://schemas.openxmlformats.org/officeDocument/2006/relationships/image" Target="../media/image607.png"/><Relationship Id="rId342" Type="http://schemas.openxmlformats.org/officeDocument/2006/relationships/customXml" Target="../ink/ink2123.xml"/><Relationship Id="rId384" Type="http://schemas.openxmlformats.org/officeDocument/2006/relationships/image" Target="../media/image1241.png"/><Relationship Id="rId202" Type="http://schemas.openxmlformats.org/officeDocument/2006/relationships/customXml" Target="../ink/ink2053.xml"/><Relationship Id="rId244" Type="http://schemas.openxmlformats.org/officeDocument/2006/relationships/customXml" Target="../ink/ink2074.xml"/><Relationship Id="rId39" Type="http://schemas.openxmlformats.org/officeDocument/2006/relationships/image" Target="../media/image405.png"/><Relationship Id="rId286" Type="http://schemas.openxmlformats.org/officeDocument/2006/relationships/customXml" Target="../ink/ink2095.xml"/><Relationship Id="rId451" Type="http://schemas.openxmlformats.org/officeDocument/2006/relationships/customXml" Target="../ink/ink2179.xml"/><Relationship Id="rId493" Type="http://schemas.openxmlformats.org/officeDocument/2006/relationships/customXml" Target="../ink/ink2200.xml"/><Relationship Id="rId507" Type="http://schemas.openxmlformats.org/officeDocument/2006/relationships/customXml" Target="../ink/ink2207.xml"/><Relationship Id="rId549" Type="http://schemas.openxmlformats.org/officeDocument/2006/relationships/customXml" Target="../ink/ink2228.xml"/><Relationship Id="rId50" Type="http://schemas.openxmlformats.org/officeDocument/2006/relationships/customXml" Target="../ink/ink1977.xml"/><Relationship Id="rId104" Type="http://schemas.openxmlformats.org/officeDocument/2006/relationships/customXml" Target="../ink/ink2004.xml"/><Relationship Id="rId146" Type="http://schemas.openxmlformats.org/officeDocument/2006/relationships/customXml" Target="../ink/ink2025.xml"/><Relationship Id="rId188" Type="http://schemas.openxmlformats.org/officeDocument/2006/relationships/customXml" Target="../ink/ink2046.xml"/><Relationship Id="rId311" Type="http://schemas.openxmlformats.org/officeDocument/2006/relationships/image" Target="../media/image1205.png"/><Relationship Id="rId353" Type="http://schemas.openxmlformats.org/officeDocument/2006/relationships/image" Target="../media/image1226.png"/><Relationship Id="rId395" Type="http://schemas.openxmlformats.org/officeDocument/2006/relationships/customXml" Target="../ink/ink2150.xml"/><Relationship Id="rId409" Type="http://schemas.openxmlformats.org/officeDocument/2006/relationships/customXml" Target="../ink/ink2157.xml"/><Relationship Id="rId560" Type="http://schemas.openxmlformats.org/officeDocument/2006/relationships/image" Target="../media/image1328.png"/><Relationship Id="rId92" Type="http://schemas.openxmlformats.org/officeDocument/2006/relationships/customXml" Target="../ink/ink1998.xml"/><Relationship Id="rId213" Type="http://schemas.openxmlformats.org/officeDocument/2006/relationships/image" Target="../media/image1156.png"/><Relationship Id="rId420" Type="http://schemas.openxmlformats.org/officeDocument/2006/relationships/image" Target="../media/image1259.png"/><Relationship Id="rId255" Type="http://schemas.openxmlformats.org/officeDocument/2006/relationships/image" Target="../media/image1177.png"/><Relationship Id="rId297" Type="http://schemas.openxmlformats.org/officeDocument/2006/relationships/image" Target="../media/image1198.png"/><Relationship Id="rId462" Type="http://schemas.openxmlformats.org/officeDocument/2006/relationships/image" Target="../media/image1279.png"/><Relationship Id="rId518" Type="http://schemas.openxmlformats.org/officeDocument/2006/relationships/image" Target="../media/image1307.png"/><Relationship Id="rId115" Type="http://schemas.openxmlformats.org/officeDocument/2006/relationships/image" Target="../media/image1072.png"/><Relationship Id="rId157" Type="http://schemas.openxmlformats.org/officeDocument/2006/relationships/image" Target="../media/image597.png"/><Relationship Id="rId322" Type="http://schemas.openxmlformats.org/officeDocument/2006/relationships/customXml" Target="../ink/ink2113.xml"/><Relationship Id="rId364" Type="http://schemas.openxmlformats.org/officeDocument/2006/relationships/customXml" Target="../ink/ink2134.xml"/><Relationship Id="rId61" Type="http://schemas.openxmlformats.org/officeDocument/2006/relationships/image" Target="../media/image416.png"/><Relationship Id="rId199" Type="http://schemas.openxmlformats.org/officeDocument/2006/relationships/image" Target="../media/image1090.png"/><Relationship Id="rId571" Type="http://schemas.openxmlformats.org/officeDocument/2006/relationships/customXml" Target="../ink/ink2239.xml"/><Relationship Id="rId19" Type="http://schemas.openxmlformats.org/officeDocument/2006/relationships/image" Target="../media/image395.png"/><Relationship Id="rId224" Type="http://schemas.openxmlformats.org/officeDocument/2006/relationships/customXml" Target="../ink/ink2064.xml"/><Relationship Id="rId266" Type="http://schemas.openxmlformats.org/officeDocument/2006/relationships/customXml" Target="../ink/ink2085.xml"/><Relationship Id="rId431" Type="http://schemas.openxmlformats.org/officeDocument/2006/relationships/image" Target="../media/image1264.png"/><Relationship Id="rId473" Type="http://schemas.openxmlformats.org/officeDocument/2006/relationships/customXml" Target="../ink/ink2190.xml"/><Relationship Id="rId529" Type="http://schemas.openxmlformats.org/officeDocument/2006/relationships/customXml" Target="../ink/ink2218.xml"/><Relationship Id="rId30" Type="http://schemas.openxmlformats.org/officeDocument/2006/relationships/customXml" Target="../ink/ink1967.xml"/><Relationship Id="rId126" Type="http://schemas.openxmlformats.org/officeDocument/2006/relationships/customXml" Target="../ink/ink2015.xml"/><Relationship Id="rId168" Type="http://schemas.openxmlformats.org/officeDocument/2006/relationships/customXml" Target="../ink/ink2036.xml"/><Relationship Id="rId333" Type="http://schemas.openxmlformats.org/officeDocument/2006/relationships/image" Target="../media/image1216.png"/><Relationship Id="rId540" Type="http://schemas.openxmlformats.org/officeDocument/2006/relationships/image" Target="../media/image1318.png"/><Relationship Id="rId72" Type="http://schemas.openxmlformats.org/officeDocument/2006/relationships/customXml" Target="../ink/ink1988.xml"/><Relationship Id="rId375" Type="http://schemas.openxmlformats.org/officeDocument/2006/relationships/image" Target="../media/image1237.png"/><Relationship Id="rId3" Type="http://schemas.openxmlformats.org/officeDocument/2006/relationships/image" Target="../media/image387.png"/><Relationship Id="rId235" Type="http://schemas.openxmlformats.org/officeDocument/2006/relationships/image" Target="../media/image1167.png"/><Relationship Id="rId277" Type="http://schemas.openxmlformats.org/officeDocument/2006/relationships/image" Target="../media/image1188.png"/><Relationship Id="rId400" Type="http://schemas.openxmlformats.org/officeDocument/2006/relationships/image" Target="../media/image1249.png"/><Relationship Id="rId442" Type="http://schemas.openxmlformats.org/officeDocument/2006/relationships/image" Target="../media/image1269.png"/><Relationship Id="rId484" Type="http://schemas.openxmlformats.org/officeDocument/2006/relationships/image" Target="../media/image1290.png"/><Relationship Id="rId137" Type="http://schemas.openxmlformats.org/officeDocument/2006/relationships/image" Target="../media/image579.png"/><Relationship Id="rId302" Type="http://schemas.openxmlformats.org/officeDocument/2006/relationships/customXml" Target="../ink/ink2103.xml"/><Relationship Id="rId344" Type="http://schemas.openxmlformats.org/officeDocument/2006/relationships/customXml" Target="../ink/ink2124.xml"/><Relationship Id="rId41" Type="http://schemas.openxmlformats.org/officeDocument/2006/relationships/image" Target="../media/image406.png"/><Relationship Id="rId83" Type="http://schemas.openxmlformats.org/officeDocument/2006/relationships/image" Target="../media/image1056.png"/><Relationship Id="rId179" Type="http://schemas.openxmlformats.org/officeDocument/2006/relationships/image" Target="../media/image608.png"/><Relationship Id="rId386" Type="http://schemas.openxmlformats.org/officeDocument/2006/relationships/image" Target="../media/image1242.png"/><Relationship Id="rId551" Type="http://schemas.openxmlformats.org/officeDocument/2006/relationships/customXml" Target="../ink/ink2229.xml"/><Relationship Id="rId190" Type="http://schemas.openxmlformats.org/officeDocument/2006/relationships/customXml" Target="../ink/ink2047.xml"/><Relationship Id="rId204" Type="http://schemas.openxmlformats.org/officeDocument/2006/relationships/customXml" Target="../ink/ink2054.xml"/><Relationship Id="rId246" Type="http://schemas.openxmlformats.org/officeDocument/2006/relationships/customXml" Target="../ink/ink2075.xml"/><Relationship Id="rId288" Type="http://schemas.openxmlformats.org/officeDocument/2006/relationships/customXml" Target="../ink/ink2096.xml"/><Relationship Id="rId411" Type="http://schemas.openxmlformats.org/officeDocument/2006/relationships/customXml" Target="../ink/ink2158.xml"/><Relationship Id="rId453" Type="http://schemas.openxmlformats.org/officeDocument/2006/relationships/customXml" Target="../ink/ink2180.xml"/><Relationship Id="rId509" Type="http://schemas.openxmlformats.org/officeDocument/2006/relationships/customXml" Target="../ink/ink2208.xml"/><Relationship Id="rId106" Type="http://schemas.openxmlformats.org/officeDocument/2006/relationships/customXml" Target="../ink/ink2005.xml"/><Relationship Id="rId313" Type="http://schemas.openxmlformats.org/officeDocument/2006/relationships/image" Target="../media/image1206.png"/><Relationship Id="rId495" Type="http://schemas.openxmlformats.org/officeDocument/2006/relationships/customXml" Target="../ink/ink2201.xml"/><Relationship Id="rId10" Type="http://schemas.openxmlformats.org/officeDocument/2006/relationships/customXml" Target="../ink/ink1957.xml"/><Relationship Id="rId52" Type="http://schemas.openxmlformats.org/officeDocument/2006/relationships/customXml" Target="../ink/ink1978.xml"/><Relationship Id="rId94" Type="http://schemas.openxmlformats.org/officeDocument/2006/relationships/customXml" Target="../ink/ink1999.xml"/><Relationship Id="rId148" Type="http://schemas.openxmlformats.org/officeDocument/2006/relationships/customXml" Target="../ink/ink2026.xml"/><Relationship Id="rId355" Type="http://schemas.openxmlformats.org/officeDocument/2006/relationships/image" Target="../media/image1227.png"/><Relationship Id="rId397" Type="http://schemas.openxmlformats.org/officeDocument/2006/relationships/customXml" Target="../ink/ink2151.xml"/><Relationship Id="rId520" Type="http://schemas.openxmlformats.org/officeDocument/2006/relationships/image" Target="../media/image1308.png"/><Relationship Id="rId562" Type="http://schemas.openxmlformats.org/officeDocument/2006/relationships/image" Target="../media/image1329.png"/><Relationship Id="rId215" Type="http://schemas.openxmlformats.org/officeDocument/2006/relationships/image" Target="../media/image1157.png"/><Relationship Id="rId257" Type="http://schemas.openxmlformats.org/officeDocument/2006/relationships/image" Target="../media/image1178.png"/><Relationship Id="rId422" Type="http://schemas.openxmlformats.org/officeDocument/2006/relationships/image" Target="../media/image1260.png"/><Relationship Id="rId464" Type="http://schemas.openxmlformats.org/officeDocument/2006/relationships/image" Target="../media/image1280.png"/><Relationship Id="rId299" Type="http://schemas.openxmlformats.org/officeDocument/2006/relationships/image" Target="../media/image1199.png"/><Relationship Id="rId63" Type="http://schemas.openxmlformats.org/officeDocument/2006/relationships/image" Target="../media/image613.png"/><Relationship Id="rId159" Type="http://schemas.openxmlformats.org/officeDocument/2006/relationships/image" Target="../media/image598.png"/><Relationship Id="rId366" Type="http://schemas.openxmlformats.org/officeDocument/2006/relationships/customXml" Target="../ink/ink2135.xml"/><Relationship Id="rId573" Type="http://schemas.openxmlformats.org/officeDocument/2006/relationships/customXml" Target="../ink/ink2240.xml"/><Relationship Id="rId226" Type="http://schemas.openxmlformats.org/officeDocument/2006/relationships/customXml" Target="../ink/ink2065.xml"/><Relationship Id="rId433" Type="http://schemas.openxmlformats.org/officeDocument/2006/relationships/image" Target="../media/image1265.png"/><Relationship Id="rId74" Type="http://schemas.openxmlformats.org/officeDocument/2006/relationships/customXml" Target="../ink/ink1989.xml"/><Relationship Id="rId377" Type="http://schemas.openxmlformats.org/officeDocument/2006/relationships/image" Target="../media/image1238.png"/><Relationship Id="rId500" Type="http://schemas.openxmlformats.org/officeDocument/2006/relationships/image" Target="../media/image1298.png"/><Relationship Id="rId5" Type="http://schemas.openxmlformats.org/officeDocument/2006/relationships/image" Target="../media/image388.png"/><Relationship Id="rId237" Type="http://schemas.openxmlformats.org/officeDocument/2006/relationships/image" Target="../media/image1168.png"/><Relationship Id="rId444" Type="http://schemas.openxmlformats.org/officeDocument/2006/relationships/image" Target="../media/image1270.png"/><Relationship Id="rId290" Type="http://schemas.openxmlformats.org/officeDocument/2006/relationships/customXml" Target="../ink/ink2097.xml"/><Relationship Id="rId304" Type="http://schemas.openxmlformats.org/officeDocument/2006/relationships/customXml" Target="../ink/ink2104.xml"/><Relationship Id="rId388" Type="http://schemas.openxmlformats.org/officeDocument/2006/relationships/image" Target="../media/image1243.png"/><Relationship Id="rId511" Type="http://schemas.openxmlformats.org/officeDocument/2006/relationships/customXml" Target="../ink/ink2209.xml"/><Relationship Id="rId85" Type="http://schemas.openxmlformats.org/officeDocument/2006/relationships/image" Target="../media/image1057.png"/><Relationship Id="rId150" Type="http://schemas.openxmlformats.org/officeDocument/2006/relationships/customXml" Target="../ink/ink2027.xml"/><Relationship Id="rId248" Type="http://schemas.openxmlformats.org/officeDocument/2006/relationships/customXml" Target="../ink/ink2076.xml"/><Relationship Id="rId455" Type="http://schemas.openxmlformats.org/officeDocument/2006/relationships/customXml" Target="../ink/ink2181.xml"/><Relationship Id="rId12" Type="http://schemas.openxmlformats.org/officeDocument/2006/relationships/customXml" Target="../ink/ink1958.xml"/><Relationship Id="rId108" Type="http://schemas.openxmlformats.org/officeDocument/2006/relationships/customXml" Target="../ink/ink2006.xml"/><Relationship Id="rId315" Type="http://schemas.openxmlformats.org/officeDocument/2006/relationships/image" Target="../media/image1207.png"/><Relationship Id="rId522" Type="http://schemas.openxmlformats.org/officeDocument/2006/relationships/image" Target="../media/image1309.png"/><Relationship Id="rId96" Type="http://schemas.openxmlformats.org/officeDocument/2006/relationships/customXml" Target="../ink/ink2000.xml"/><Relationship Id="rId161" Type="http://schemas.openxmlformats.org/officeDocument/2006/relationships/image" Target="../media/image599.png"/><Relationship Id="rId399" Type="http://schemas.openxmlformats.org/officeDocument/2006/relationships/customXml" Target="../ink/ink2152.xml"/><Relationship Id="rId259" Type="http://schemas.openxmlformats.org/officeDocument/2006/relationships/image" Target="../media/image1179.png"/><Relationship Id="rId466" Type="http://schemas.openxmlformats.org/officeDocument/2006/relationships/image" Target="../media/image1281.png"/><Relationship Id="rId23" Type="http://schemas.openxmlformats.org/officeDocument/2006/relationships/image" Target="../media/image397.png"/><Relationship Id="rId119" Type="http://schemas.openxmlformats.org/officeDocument/2006/relationships/image" Target="../media/image1073.png"/><Relationship Id="rId326" Type="http://schemas.openxmlformats.org/officeDocument/2006/relationships/customXml" Target="../ink/ink2115.xml"/><Relationship Id="rId533" Type="http://schemas.openxmlformats.org/officeDocument/2006/relationships/customXml" Target="../ink/ink2220.xml"/><Relationship Id="rId172" Type="http://schemas.openxmlformats.org/officeDocument/2006/relationships/customXml" Target="../ink/ink2038.xml"/><Relationship Id="rId477" Type="http://schemas.openxmlformats.org/officeDocument/2006/relationships/customXml" Target="../ink/ink2192.xml"/></Relationships>
</file>

<file path=ppt/slides/_rels/slide16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606.png"/><Relationship Id="rId21" Type="http://schemas.openxmlformats.org/officeDocument/2006/relationships/image" Target="../media/image396.png"/><Relationship Id="rId42" Type="http://schemas.openxmlformats.org/officeDocument/2006/relationships/customXml" Target="../ink/ink2262.xml"/><Relationship Id="rId63" Type="http://schemas.openxmlformats.org/officeDocument/2006/relationships/image" Target="../media/image613.png"/><Relationship Id="rId84" Type="http://schemas.openxmlformats.org/officeDocument/2006/relationships/customXml" Target="../ink/ink2283.xml"/><Relationship Id="rId138" Type="http://schemas.openxmlformats.org/officeDocument/2006/relationships/customXml" Target="../ink/ink2310.xml"/><Relationship Id="rId159" Type="http://schemas.openxmlformats.org/officeDocument/2006/relationships/image" Target="../media/image1347.png"/><Relationship Id="rId170" Type="http://schemas.openxmlformats.org/officeDocument/2006/relationships/image" Target="../media/image1352.png"/><Relationship Id="rId191" Type="http://schemas.openxmlformats.org/officeDocument/2006/relationships/customXml" Target="../ink/ink2337.xml"/><Relationship Id="rId205" Type="http://schemas.openxmlformats.org/officeDocument/2006/relationships/customXml" Target="../ink/ink2344.xml"/><Relationship Id="rId226" Type="http://schemas.openxmlformats.org/officeDocument/2006/relationships/image" Target="../media/image1380.png"/><Relationship Id="rId107" Type="http://schemas.openxmlformats.org/officeDocument/2006/relationships/image" Target="../media/image601.png"/><Relationship Id="rId11" Type="http://schemas.openxmlformats.org/officeDocument/2006/relationships/image" Target="../media/image391.png"/><Relationship Id="rId32" Type="http://schemas.openxmlformats.org/officeDocument/2006/relationships/customXml" Target="../ink/ink2257.xml"/><Relationship Id="rId53" Type="http://schemas.openxmlformats.org/officeDocument/2006/relationships/image" Target="../media/image412.png"/><Relationship Id="rId74" Type="http://schemas.openxmlformats.org/officeDocument/2006/relationships/customXml" Target="../ink/ink2278.xml"/><Relationship Id="rId128" Type="http://schemas.openxmlformats.org/officeDocument/2006/relationships/customXml" Target="../ink/ink2305.xml"/><Relationship Id="rId149" Type="http://schemas.openxmlformats.org/officeDocument/2006/relationships/image" Target="../media/image1343.png"/><Relationship Id="rId5" Type="http://schemas.openxmlformats.org/officeDocument/2006/relationships/image" Target="../media/image388.png"/><Relationship Id="rId95" Type="http://schemas.openxmlformats.org/officeDocument/2006/relationships/image" Target="../media/image595.png"/><Relationship Id="rId160" Type="http://schemas.openxmlformats.org/officeDocument/2006/relationships/customXml" Target="../ink/ink2321.xml"/><Relationship Id="rId181" Type="http://schemas.openxmlformats.org/officeDocument/2006/relationships/customXml" Target="../ink/ink2332.xml"/><Relationship Id="rId216" Type="http://schemas.openxmlformats.org/officeDocument/2006/relationships/image" Target="../media/image1375.png"/><Relationship Id="rId22" Type="http://schemas.openxmlformats.org/officeDocument/2006/relationships/customXml" Target="../ink/ink2252.xml"/><Relationship Id="rId43" Type="http://schemas.openxmlformats.org/officeDocument/2006/relationships/image" Target="../media/image407.png"/><Relationship Id="rId64" Type="http://schemas.openxmlformats.org/officeDocument/2006/relationships/customXml" Target="../ink/ink2273.xml"/><Relationship Id="rId118" Type="http://schemas.openxmlformats.org/officeDocument/2006/relationships/customXml" Target="../ink/ink2300.xml"/><Relationship Id="rId139" Type="http://schemas.openxmlformats.org/officeDocument/2006/relationships/image" Target="../media/image1338.png"/><Relationship Id="rId85" Type="http://schemas.openxmlformats.org/officeDocument/2006/relationships/image" Target="../media/image582.png"/><Relationship Id="rId150" Type="http://schemas.openxmlformats.org/officeDocument/2006/relationships/customXml" Target="../ink/ink2316.xml"/><Relationship Id="rId171" Type="http://schemas.openxmlformats.org/officeDocument/2006/relationships/customXml" Target="../ink/ink2327.xml"/><Relationship Id="rId192" Type="http://schemas.openxmlformats.org/officeDocument/2006/relationships/image" Target="../media/image1363.png"/><Relationship Id="rId206" Type="http://schemas.openxmlformats.org/officeDocument/2006/relationships/image" Target="../media/image1370.png"/><Relationship Id="rId227" Type="http://schemas.openxmlformats.org/officeDocument/2006/relationships/customXml" Target="../ink/ink2355.xml"/><Relationship Id="rId12" Type="http://schemas.openxmlformats.org/officeDocument/2006/relationships/customXml" Target="../ink/ink2247.xml"/><Relationship Id="rId33" Type="http://schemas.openxmlformats.org/officeDocument/2006/relationships/image" Target="../media/image402.png"/><Relationship Id="rId108" Type="http://schemas.openxmlformats.org/officeDocument/2006/relationships/customXml" Target="../ink/ink2295.xml"/><Relationship Id="rId129" Type="http://schemas.openxmlformats.org/officeDocument/2006/relationships/image" Target="../media/image1086.png"/><Relationship Id="rId54" Type="http://schemas.openxmlformats.org/officeDocument/2006/relationships/customXml" Target="../ink/ink2268.xml"/><Relationship Id="rId75" Type="http://schemas.openxmlformats.org/officeDocument/2006/relationships/image" Target="../media/image1004.png"/><Relationship Id="rId96" Type="http://schemas.openxmlformats.org/officeDocument/2006/relationships/customXml" Target="../ink/ink2289.xml"/><Relationship Id="rId140" Type="http://schemas.openxmlformats.org/officeDocument/2006/relationships/customXml" Target="../ink/ink2311.xml"/><Relationship Id="rId161" Type="http://schemas.openxmlformats.org/officeDocument/2006/relationships/image" Target="../media/image1348.png"/><Relationship Id="rId182" Type="http://schemas.openxmlformats.org/officeDocument/2006/relationships/image" Target="../media/image1358.png"/><Relationship Id="rId217" Type="http://schemas.openxmlformats.org/officeDocument/2006/relationships/customXml" Target="../ink/ink2350.xml"/><Relationship Id="rId6" Type="http://schemas.openxmlformats.org/officeDocument/2006/relationships/customXml" Target="../ink/ink2244.xml"/><Relationship Id="rId23" Type="http://schemas.openxmlformats.org/officeDocument/2006/relationships/image" Target="../media/image397.png"/><Relationship Id="rId119" Type="http://schemas.openxmlformats.org/officeDocument/2006/relationships/image" Target="../media/image607.png"/><Relationship Id="rId44" Type="http://schemas.openxmlformats.org/officeDocument/2006/relationships/customXml" Target="../ink/ink2263.xml"/><Relationship Id="rId65" Type="http://schemas.openxmlformats.org/officeDocument/2006/relationships/image" Target="../media/image614.png"/><Relationship Id="rId86" Type="http://schemas.openxmlformats.org/officeDocument/2006/relationships/customXml" Target="../ink/ink2284.xml"/><Relationship Id="rId130" Type="http://schemas.openxmlformats.org/officeDocument/2006/relationships/customXml" Target="../ink/ink2306.xml"/><Relationship Id="rId151" Type="http://schemas.openxmlformats.org/officeDocument/2006/relationships/image" Target="../media/image1344.png"/><Relationship Id="rId172" Type="http://schemas.openxmlformats.org/officeDocument/2006/relationships/image" Target="../media/image1353.png"/><Relationship Id="rId193" Type="http://schemas.openxmlformats.org/officeDocument/2006/relationships/customXml" Target="../ink/ink2338.xml"/><Relationship Id="rId207" Type="http://schemas.openxmlformats.org/officeDocument/2006/relationships/customXml" Target="../ink/ink2345.xml"/><Relationship Id="rId228" Type="http://schemas.openxmlformats.org/officeDocument/2006/relationships/image" Target="../media/image1381.png"/><Relationship Id="rId13" Type="http://schemas.openxmlformats.org/officeDocument/2006/relationships/image" Target="../media/image392.png"/><Relationship Id="rId109" Type="http://schemas.openxmlformats.org/officeDocument/2006/relationships/image" Target="../media/image602.png"/><Relationship Id="rId34" Type="http://schemas.openxmlformats.org/officeDocument/2006/relationships/customXml" Target="../ink/ink2258.xml"/><Relationship Id="rId55" Type="http://schemas.openxmlformats.org/officeDocument/2006/relationships/image" Target="../media/image413.png"/><Relationship Id="rId76" Type="http://schemas.openxmlformats.org/officeDocument/2006/relationships/customXml" Target="../ink/ink2279.xml"/><Relationship Id="rId97" Type="http://schemas.openxmlformats.org/officeDocument/2006/relationships/image" Target="../media/image596.png"/><Relationship Id="rId120" Type="http://schemas.openxmlformats.org/officeDocument/2006/relationships/customXml" Target="../ink/ink2301.xml"/><Relationship Id="rId141" Type="http://schemas.openxmlformats.org/officeDocument/2006/relationships/image" Target="../media/image1339.png"/><Relationship Id="rId7" Type="http://schemas.openxmlformats.org/officeDocument/2006/relationships/image" Target="../media/image389.png"/><Relationship Id="rId162" Type="http://schemas.openxmlformats.org/officeDocument/2006/relationships/customXml" Target="../ink/ink2322.xml"/><Relationship Id="rId183" Type="http://schemas.openxmlformats.org/officeDocument/2006/relationships/customXml" Target="../ink/ink2333.xml"/><Relationship Id="rId218" Type="http://schemas.openxmlformats.org/officeDocument/2006/relationships/image" Target="../media/image1376.png"/><Relationship Id="rId24" Type="http://schemas.openxmlformats.org/officeDocument/2006/relationships/customXml" Target="../ink/ink2253.xml"/><Relationship Id="rId45" Type="http://schemas.openxmlformats.org/officeDocument/2006/relationships/image" Target="../media/image408.png"/><Relationship Id="rId66" Type="http://schemas.openxmlformats.org/officeDocument/2006/relationships/customXml" Target="../ink/ink2274.xml"/><Relationship Id="rId87" Type="http://schemas.openxmlformats.org/officeDocument/2006/relationships/image" Target="../media/image583.png"/><Relationship Id="rId110" Type="http://schemas.openxmlformats.org/officeDocument/2006/relationships/customXml" Target="../ink/ink2296.xml"/><Relationship Id="rId131" Type="http://schemas.openxmlformats.org/officeDocument/2006/relationships/image" Target="../media/image1087.png"/><Relationship Id="rId152" Type="http://schemas.openxmlformats.org/officeDocument/2006/relationships/customXml" Target="../ink/ink2317.xml"/><Relationship Id="rId173" Type="http://schemas.openxmlformats.org/officeDocument/2006/relationships/customXml" Target="../ink/ink2328.xml"/><Relationship Id="rId194" Type="http://schemas.openxmlformats.org/officeDocument/2006/relationships/image" Target="../media/image1364.png"/><Relationship Id="rId208" Type="http://schemas.openxmlformats.org/officeDocument/2006/relationships/image" Target="../media/image1371.png"/><Relationship Id="rId14" Type="http://schemas.openxmlformats.org/officeDocument/2006/relationships/customXml" Target="../ink/ink2248.xml"/><Relationship Id="rId35" Type="http://schemas.openxmlformats.org/officeDocument/2006/relationships/image" Target="../media/image403.png"/><Relationship Id="rId56" Type="http://schemas.openxmlformats.org/officeDocument/2006/relationships/customXml" Target="../ink/ink2269.xml"/><Relationship Id="rId77" Type="http://schemas.openxmlformats.org/officeDocument/2006/relationships/image" Target="../media/image578.png"/><Relationship Id="rId100" Type="http://schemas.openxmlformats.org/officeDocument/2006/relationships/customXml" Target="../ink/ink2291.xml"/><Relationship Id="rId8" Type="http://schemas.openxmlformats.org/officeDocument/2006/relationships/customXml" Target="../ink/ink2245.xml"/><Relationship Id="rId98" Type="http://schemas.openxmlformats.org/officeDocument/2006/relationships/customXml" Target="../ink/ink2290.xml"/><Relationship Id="rId121" Type="http://schemas.openxmlformats.org/officeDocument/2006/relationships/image" Target="../media/image608.png"/><Relationship Id="rId142" Type="http://schemas.openxmlformats.org/officeDocument/2006/relationships/customXml" Target="../ink/ink2312.xml"/><Relationship Id="rId163" Type="http://schemas.openxmlformats.org/officeDocument/2006/relationships/image" Target="../media/image1349.png"/><Relationship Id="rId184" Type="http://schemas.openxmlformats.org/officeDocument/2006/relationships/image" Target="../media/image1359.png"/><Relationship Id="rId219" Type="http://schemas.openxmlformats.org/officeDocument/2006/relationships/customXml" Target="../ink/ink2351.xml"/><Relationship Id="rId3" Type="http://schemas.openxmlformats.org/officeDocument/2006/relationships/image" Target="../media/image387.png"/><Relationship Id="rId214" Type="http://schemas.openxmlformats.org/officeDocument/2006/relationships/image" Target="../media/image1374.png"/><Relationship Id="rId25" Type="http://schemas.openxmlformats.org/officeDocument/2006/relationships/image" Target="../media/image398.png"/><Relationship Id="rId46" Type="http://schemas.openxmlformats.org/officeDocument/2006/relationships/customXml" Target="../ink/ink2264.xml"/><Relationship Id="rId67" Type="http://schemas.openxmlformats.org/officeDocument/2006/relationships/image" Target="../media/image615.png"/><Relationship Id="rId116" Type="http://schemas.openxmlformats.org/officeDocument/2006/relationships/customXml" Target="../ink/ink2299.xml"/><Relationship Id="rId137" Type="http://schemas.openxmlformats.org/officeDocument/2006/relationships/image" Target="../media/image1337.png"/><Relationship Id="rId158" Type="http://schemas.openxmlformats.org/officeDocument/2006/relationships/customXml" Target="../ink/ink2320.xml"/><Relationship Id="rId20" Type="http://schemas.openxmlformats.org/officeDocument/2006/relationships/customXml" Target="../ink/ink2251.xml"/><Relationship Id="rId41" Type="http://schemas.openxmlformats.org/officeDocument/2006/relationships/image" Target="../media/image406.png"/><Relationship Id="rId62" Type="http://schemas.openxmlformats.org/officeDocument/2006/relationships/customXml" Target="../ink/ink2272.xml"/><Relationship Id="rId83" Type="http://schemas.openxmlformats.org/officeDocument/2006/relationships/image" Target="../media/image581.png"/><Relationship Id="rId88" Type="http://schemas.openxmlformats.org/officeDocument/2006/relationships/customXml" Target="../ink/ink2285.xml"/><Relationship Id="rId111" Type="http://schemas.openxmlformats.org/officeDocument/2006/relationships/image" Target="../media/image603.png"/><Relationship Id="rId132" Type="http://schemas.openxmlformats.org/officeDocument/2006/relationships/customXml" Target="../ink/ink2307.xml"/><Relationship Id="rId153" Type="http://schemas.openxmlformats.org/officeDocument/2006/relationships/image" Target="../media/image802.png"/><Relationship Id="rId174" Type="http://schemas.openxmlformats.org/officeDocument/2006/relationships/image" Target="../media/image1354.png"/><Relationship Id="rId179" Type="http://schemas.openxmlformats.org/officeDocument/2006/relationships/customXml" Target="../ink/ink2331.xml"/><Relationship Id="rId195" Type="http://schemas.openxmlformats.org/officeDocument/2006/relationships/customXml" Target="../ink/ink2339.xml"/><Relationship Id="rId209" Type="http://schemas.openxmlformats.org/officeDocument/2006/relationships/customXml" Target="../ink/ink2346.xml"/><Relationship Id="rId190" Type="http://schemas.openxmlformats.org/officeDocument/2006/relationships/image" Target="../media/image1362.png"/><Relationship Id="rId204" Type="http://schemas.openxmlformats.org/officeDocument/2006/relationships/image" Target="../media/image1369.png"/><Relationship Id="rId220" Type="http://schemas.openxmlformats.org/officeDocument/2006/relationships/image" Target="../media/image1377.png"/><Relationship Id="rId225" Type="http://schemas.openxmlformats.org/officeDocument/2006/relationships/customXml" Target="../ink/ink2354.xml"/><Relationship Id="rId15" Type="http://schemas.openxmlformats.org/officeDocument/2006/relationships/image" Target="../media/image393.png"/><Relationship Id="rId36" Type="http://schemas.openxmlformats.org/officeDocument/2006/relationships/customXml" Target="../ink/ink2259.xml"/><Relationship Id="rId57" Type="http://schemas.openxmlformats.org/officeDocument/2006/relationships/image" Target="../media/image414.png"/><Relationship Id="rId106" Type="http://schemas.openxmlformats.org/officeDocument/2006/relationships/customXml" Target="../ink/ink2294.xml"/><Relationship Id="rId127" Type="http://schemas.openxmlformats.org/officeDocument/2006/relationships/image" Target="../media/image1085.png"/><Relationship Id="rId10" Type="http://schemas.openxmlformats.org/officeDocument/2006/relationships/customXml" Target="../ink/ink2246.xml"/><Relationship Id="rId31" Type="http://schemas.openxmlformats.org/officeDocument/2006/relationships/image" Target="../media/image401.png"/><Relationship Id="rId52" Type="http://schemas.openxmlformats.org/officeDocument/2006/relationships/customXml" Target="../ink/ink2267.xml"/><Relationship Id="rId73" Type="http://schemas.openxmlformats.org/officeDocument/2006/relationships/image" Target="../media/image1003.png"/><Relationship Id="rId78" Type="http://schemas.openxmlformats.org/officeDocument/2006/relationships/customXml" Target="../ink/ink2280.xml"/><Relationship Id="rId94" Type="http://schemas.openxmlformats.org/officeDocument/2006/relationships/customXml" Target="../ink/ink2288.xml"/><Relationship Id="rId99" Type="http://schemas.openxmlformats.org/officeDocument/2006/relationships/image" Target="../media/image597.png"/><Relationship Id="rId101" Type="http://schemas.openxmlformats.org/officeDocument/2006/relationships/image" Target="../media/image598.png"/><Relationship Id="rId122" Type="http://schemas.openxmlformats.org/officeDocument/2006/relationships/customXml" Target="../ink/ink2302.xml"/><Relationship Id="rId143" Type="http://schemas.openxmlformats.org/officeDocument/2006/relationships/image" Target="../media/image1340.png"/><Relationship Id="rId148" Type="http://schemas.openxmlformats.org/officeDocument/2006/relationships/customXml" Target="../ink/ink2315.xml"/><Relationship Id="rId164" Type="http://schemas.openxmlformats.org/officeDocument/2006/relationships/customXml" Target="../ink/ink2323.xml"/><Relationship Id="rId169" Type="http://schemas.openxmlformats.org/officeDocument/2006/relationships/customXml" Target="../ink/ink2326.xml"/><Relationship Id="rId185" Type="http://schemas.openxmlformats.org/officeDocument/2006/relationships/customXml" Target="../ink/ink2334.xml"/><Relationship Id="rId4" Type="http://schemas.openxmlformats.org/officeDocument/2006/relationships/customXml" Target="../ink/ink2243.xml"/><Relationship Id="rId9" Type="http://schemas.openxmlformats.org/officeDocument/2006/relationships/image" Target="../media/image390.png"/><Relationship Id="rId180" Type="http://schemas.openxmlformats.org/officeDocument/2006/relationships/image" Target="../media/image1357.png"/><Relationship Id="rId210" Type="http://schemas.openxmlformats.org/officeDocument/2006/relationships/image" Target="../media/image1372.png"/><Relationship Id="rId215" Type="http://schemas.openxmlformats.org/officeDocument/2006/relationships/customXml" Target="../ink/ink2349.xml"/><Relationship Id="rId26" Type="http://schemas.openxmlformats.org/officeDocument/2006/relationships/customXml" Target="../ink/ink2254.xml"/><Relationship Id="rId47" Type="http://schemas.openxmlformats.org/officeDocument/2006/relationships/image" Target="../media/image409.png"/><Relationship Id="rId68" Type="http://schemas.openxmlformats.org/officeDocument/2006/relationships/customXml" Target="../ink/ink2275.xml"/><Relationship Id="rId89" Type="http://schemas.openxmlformats.org/officeDocument/2006/relationships/image" Target="../media/image584.png"/><Relationship Id="rId112" Type="http://schemas.openxmlformats.org/officeDocument/2006/relationships/customXml" Target="../ink/ink2297.xml"/><Relationship Id="rId133" Type="http://schemas.openxmlformats.org/officeDocument/2006/relationships/image" Target="../media/image1088.png"/><Relationship Id="rId154" Type="http://schemas.openxmlformats.org/officeDocument/2006/relationships/customXml" Target="../ink/ink2318.xml"/><Relationship Id="rId175" Type="http://schemas.openxmlformats.org/officeDocument/2006/relationships/customXml" Target="../ink/ink2329.xml"/><Relationship Id="rId196" Type="http://schemas.openxmlformats.org/officeDocument/2006/relationships/image" Target="../media/image1365.png"/><Relationship Id="rId200" Type="http://schemas.openxmlformats.org/officeDocument/2006/relationships/image" Target="../media/image1367.png"/><Relationship Id="rId16" Type="http://schemas.openxmlformats.org/officeDocument/2006/relationships/customXml" Target="../ink/ink2249.xml"/><Relationship Id="rId221" Type="http://schemas.openxmlformats.org/officeDocument/2006/relationships/customXml" Target="../ink/ink2352.xml"/><Relationship Id="rId37" Type="http://schemas.openxmlformats.org/officeDocument/2006/relationships/image" Target="../media/image404.png"/><Relationship Id="rId58" Type="http://schemas.openxmlformats.org/officeDocument/2006/relationships/customXml" Target="../ink/ink2270.xml"/><Relationship Id="rId79" Type="http://schemas.openxmlformats.org/officeDocument/2006/relationships/image" Target="../media/image579.png"/><Relationship Id="rId102" Type="http://schemas.openxmlformats.org/officeDocument/2006/relationships/customXml" Target="../ink/ink2292.xml"/><Relationship Id="rId123" Type="http://schemas.openxmlformats.org/officeDocument/2006/relationships/image" Target="../media/image1083.png"/><Relationship Id="rId144" Type="http://schemas.openxmlformats.org/officeDocument/2006/relationships/customXml" Target="../ink/ink2313.xml"/><Relationship Id="rId90" Type="http://schemas.openxmlformats.org/officeDocument/2006/relationships/customXml" Target="../ink/ink2286.xml"/><Relationship Id="rId165" Type="http://schemas.openxmlformats.org/officeDocument/2006/relationships/image" Target="../media/image1350.png"/><Relationship Id="rId186" Type="http://schemas.openxmlformats.org/officeDocument/2006/relationships/image" Target="../media/image1360.png"/><Relationship Id="rId211" Type="http://schemas.openxmlformats.org/officeDocument/2006/relationships/customXml" Target="../ink/ink2347.xml"/><Relationship Id="rId27" Type="http://schemas.openxmlformats.org/officeDocument/2006/relationships/image" Target="../media/image399.png"/><Relationship Id="rId48" Type="http://schemas.openxmlformats.org/officeDocument/2006/relationships/customXml" Target="../ink/ink2265.xml"/><Relationship Id="rId69" Type="http://schemas.openxmlformats.org/officeDocument/2006/relationships/image" Target="../media/image617.png"/><Relationship Id="rId113" Type="http://schemas.openxmlformats.org/officeDocument/2006/relationships/image" Target="../media/image604.png"/><Relationship Id="rId134" Type="http://schemas.openxmlformats.org/officeDocument/2006/relationships/customXml" Target="../ink/ink2308.xml"/><Relationship Id="rId80" Type="http://schemas.openxmlformats.org/officeDocument/2006/relationships/customXml" Target="../ink/ink2281.xml"/><Relationship Id="rId155" Type="http://schemas.openxmlformats.org/officeDocument/2006/relationships/image" Target="../media/image1345.png"/><Relationship Id="rId176" Type="http://schemas.openxmlformats.org/officeDocument/2006/relationships/image" Target="../media/image1355.png"/><Relationship Id="rId197" Type="http://schemas.openxmlformats.org/officeDocument/2006/relationships/customXml" Target="../ink/ink2340.xml"/><Relationship Id="rId201" Type="http://schemas.openxmlformats.org/officeDocument/2006/relationships/customXml" Target="../ink/ink2342.xml"/><Relationship Id="rId222" Type="http://schemas.openxmlformats.org/officeDocument/2006/relationships/image" Target="../media/image1378.png"/><Relationship Id="rId17" Type="http://schemas.openxmlformats.org/officeDocument/2006/relationships/image" Target="../media/image394.png"/><Relationship Id="rId38" Type="http://schemas.openxmlformats.org/officeDocument/2006/relationships/customXml" Target="../ink/ink2260.xml"/><Relationship Id="rId59" Type="http://schemas.openxmlformats.org/officeDocument/2006/relationships/image" Target="../media/image415.png"/><Relationship Id="rId103" Type="http://schemas.openxmlformats.org/officeDocument/2006/relationships/image" Target="../media/image599.png"/><Relationship Id="rId124" Type="http://schemas.openxmlformats.org/officeDocument/2006/relationships/customXml" Target="../ink/ink2303.xml"/><Relationship Id="rId70" Type="http://schemas.openxmlformats.org/officeDocument/2006/relationships/customXml" Target="../ink/ink2276.xml"/><Relationship Id="rId91" Type="http://schemas.openxmlformats.org/officeDocument/2006/relationships/image" Target="../media/image585.png"/><Relationship Id="rId145" Type="http://schemas.openxmlformats.org/officeDocument/2006/relationships/image" Target="../media/image1341.png"/><Relationship Id="rId166" Type="http://schemas.openxmlformats.org/officeDocument/2006/relationships/customXml" Target="../ink/ink2324.xml"/><Relationship Id="rId187" Type="http://schemas.openxmlformats.org/officeDocument/2006/relationships/customXml" Target="../ink/ink2335.xml"/><Relationship Id="rId1" Type="http://schemas.openxmlformats.org/officeDocument/2006/relationships/slideLayout" Target="../slideLayouts/slideLayout7.xml"/><Relationship Id="rId212" Type="http://schemas.openxmlformats.org/officeDocument/2006/relationships/image" Target="../media/image1373.png"/><Relationship Id="rId28" Type="http://schemas.openxmlformats.org/officeDocument/2006/relationships/customXml" Target="../ink/ink2255.xml"/><Relationship Id="rId49" Type="http://schemas.openxmlformats.org/officeDocument/2006/relationships/image" Target="../media/image410.png"/><Relationship Id="rId114" Type="http://schemas.openxmlformats.org/officeDocument/2006/relationships/customXml" Target="../ink/ink2298.xml"/><Relationship Id="rId60" Type="http://schemas.openxmlformats.org/officeDocument/2006/relationships/customXml" Target="../ink/ink2271.xml"/><Relationship Id="rId81" Type="http://schemas.openxmlformats.org/officeDocument/2006/relationships/image" Target="../media/image580.png"/><Relationship Id="rId135" Type="http://schemas.openxmlformats.org/officeDocument/2006/relationships/image" Target="../media/image1089.png"/><Relationship Id="rId156" Type="http://schemas.openxmlformats.org/officeDocument/2006/relationships/customXml" Target="../ink/ink2319.xml"/><Relationship Id="rId177" Type="http://schemas.openxmlformats.org/officeDocument/2006/relationships/customXml" Target="../ink/ink2330.xml"/><Relationship Id="rId198" Type="http://schemas.openxmlformats.org/officeDocument/2006/relationships/image" Target="../media/image1366.png"/><Relationship Id="rId202" Type="http://schemas.openxmlformats.org/officeDocument/2006/relationships/image" Target="../media/image1368.png"/><Relationship Id="rId223" Type="http://schemas.openxmlformats.org/officeDocument/2006/relationships/customXml" Target="../ink/ink2353.xml"/><Relationship Id="rId18" Type="http://schemas.openxmlformats.org/officeDocument/2006/relationships/customXml" Target="../ink/ink2250.xml"/><Relationship Id="rId39" Type="http://schemas.openxmlformats.org/officeDocument/2006/relationships/image" Target="../media/image405.png"/><Relationship Id="rId50" Type="http://schemas.openxmlformats.org/officeDocument/2006/relationships/customXml" Target="../ink/ink2266.xml"/><Relationship Id="rId104" Type="http://schemas.openxmlformats.org/officeDocument/2006/relationships/customXml" Target="../ink/ink2293.xml"/><Relationship Id="rId125" Type="http://schemas.openxmlformats.org/officeDocument/2006/relationships/image" Target="../media/image1084.png"/><Relationship Id="rId146" Type="http://schemas.openxmlformats.org/officeDocument/2006/relationships/customXml" Target="../ink/ink2314.xml"/><Relationship Id="rId167" Type="http://schemas.openxmlformats.org/officeDocument/2006/relationships/customXml" Target="../ink/ink2325.xml"/><Relationship Id="rId188" Type="http://schemas.openxmlformats.org/officeDocument/2006/relationships/image" Target="../media/image1361.png"/><Relationship Id="rId71" Type="http://schemas.openxmlformats.org/officeDocument/2006/relationships/image" Target="../media/image926.png"/><Relationship Id="rId92" Type="http://schemas.openxmlformats.org/officeDocument/2006/relationships/customXml" Target="../ink/ink2287.xml"/><Relationship Id="rId213" Type="http://schemas.openxmlformats.org/officeDocument/2006/relationships/customXml" Target="../ink/ink2348.xml"/><Relationship Id="rId2" Type="http://schemas.openxmlformats.org/officeDocument/2006/relationships/customXml" Target="../ink/ink2242.xml"/><Relationship Id="rId29" Type="http://schemas.openxmlformats.org/officeDocument/2006/relationships/image" Target="../media/image400.png"/><Relationship Id="rId40" Type="http://schemas.openxmlformats.org/officeDocument/2006/relationships/customXml" Target="../ink/ink2261.xml"/><Relationship Id="rId115" Type="http://schemas.openxmlformats.org/officeDocument/2006/relationships/image" Target="../media/image605.png"/><Relationship Id="rId136" Type="http://schemas.openxmlformats.org/officeDocument/2006/relationships/customXml" Target="../ink/ink2309.xml"/><Relationship Id="rId157" Type="http://schemas.openxmlformats.org/officeDocument/2006/relationships/image" Target="../media/image1346.png"/><Relationship Id="rId178" Type="http://schemas.openxmlformats.org/officeDocument/2006/relationships/image" Target="../media/image1356.png"/><Relationship Id="rId61" Type="http://schemas.openxmlformats.org/officeDocument/2006/relationships/image" Target="../media/image416.png"/><Relationship Id="rId82" Type="http://schemas.openxmlformats.org/officeDocument/2006/relationships/customXml" Target="../ink/ink2282.xml"/><Relationship Id="rId199" Type="http://schemas.openxmlformats.org/officeDocument/2006/relationships/customXml" Target="../ink/ink2341.xml"/><Relationship Id="rId203" Type="http://schemas.openxmlformats.org/officeDocument/2006/relationships/customXml" Target="../ink/ink2343.xml"/><Relationship Id="rId19" Type="http://schemas.openxmlformats.org/officeDocument/2006/relationships/image" Target="../media/image395.png"/><Relationship Id="rId224" Type="http://schemas.openxmlformats.org/officeDocument/2006/relationships/image" Target="../media/image1379.png"/><Relationship Id="rId30" Type="http://schemas.openxmlformats.org/officeDocument/2006/relationships/customXml" Target="../ink/ink2256.xml"/><Relationship Id="rId105" Type="http://schemas.openxmlformats.org/officeDocument/2006/relationships/image" Target="../media/image600.png"/><Relationship Id="rId126" Type="http://schemas.openxmlformats.org/officeDocument/2006/relationships/customXml" Target="../ink/ink2304.xml"/><Relationship Id="rId147" Type="http://schemas.openxmlformats.org/officeDocument/2006/relationships/image" Target="../media/image1342.png"/><Relationship Id="rId168" Type="http://schemas.openxmlformats.org/officeDocument/2006/relationships/image" Target="../media/image1351.png"/><Relationship Id="rId51" Type="http://schemas.openxmlformats.org/officeDocument/2006/relationships/image" Target="../media/image411.png"/><Relationship Id="rId72" Type="http://schemas.openxmlformats.org/officeDocument/2006/relationships/customXml" Target="../ink/ink2277.xml"/><Relationship Id="rId93" Type="http://schemas.openxmlformats.org/officeDocument/2006/relationships/image" Target="../media/image594.png"/><Relationship Id="rId189" Type="http://schemas.openxmlformats.org/officeDocument/2006/relationships/customXml" Target="../ink/ink2336.xml"/></Relationships>
</file>

<file path=ppt/slides/_rels/slide17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083.png"/><Relationship Id="rId21" Type="http://schemas.openxmlformats.org/officeDocument/2006/relationships/image" Target="../media/image396.png"/><Relationship Id="rId42" Type="http://schemas.openxmlformats.org/officeDocument/2006/relationships/customXml" Target="../ink/ink2376.xml"/><Relationship Id="rId63" Type="http://schemas.openxmlformats.org/officeDocument/2006/relationships/image" Target="../media/image617.png"/><Relationship Id="rId84" Type="http://schemas.openxmlformats.org/officeDocument/2006/relationships/customXml" Target="../ink/ink2397.xml"/><Relationship Id="rId138" Type="http://schemas.openxmlformats.org/officeDocument/2006/relationships/customXml" Target="../ink/ink2424.xml"/><Relationship Id="rId159" Type="http://schemas.openxmlformats.org/officeDocument/2006/relationships/image" Target="../media/image1385.png"/><Relationship Id="rId170" Type="http://schemas.openxmlformats.org/officeDocument/2006/relationships/customXml" Target="../ink/ink2440.xml"/><Relationship Id="rId191" Type="http://schemas.openxmlformats.org/officeDocument/2006/relationships/image" Target="../media/image1401.png"/><Relationship Id="rId107" Type="http://schemas.openxmlformats.org/officeDocument/2006/relationships/image" Target="../media/image604.png"/><Relationship Id="rId11" Type="http://schemas.openxmlformats.org/officeDocument/2006/relationships/image" Target="../media/image391.png"/><Relationship Id="rId32" Type="http://schemas.openxmlformats.org/officeDocument/2006/relationships/customXml" Target="../ink/ink2371.xml"/><Relationship Id="rId53" Type="http://schemas.openxmlformats.org/officeDocument/2006/relationships/image" Target="../media/image414.png"/><Relationship Id="rId74" Type="http://schemas.openxmlformats.org/officeDocument/2006/relationships/customXml" Target="../ink/ink2392.xml"/><Relationship Id="rId128" Type="http://schemas.openxmlformats.org/officeDocument/2006/relationships/customXml" Target="../ink/ink2419.xml"/><Relationship Id="rId149" Type="http://schemas.openxmlformats.org/officeDocument/2006/relationships/image" Target="../media/image1360.png"/><Relationship Id="rId5" Type="http://schemas.openxmlformats.org/officeDocument/2006/relationships/image" Target="../media/image388.png"/><Relationship Id="rId95" Type="http://schemas.openxmlformats.org/officeDocument/2006/relationships/image" Target="../media/image598.png"/><Relationship Id="rId160" Type="http://schemas.openxmlformats.org/officeDocument/2006/relationships/customXml" Target="../ink/ink2435.xml"/><Relationship Id="rId181" Type="http://schemas.openxmlformats.org/officeDocument/2006/relationships/image" Target="../media/image1396.png"/><Relationship Id="rId22" Type="http://schemas.openxmlformats.org/officeDocument/2006/relationships/customXml" Target="../ink/ink2366.xml"/><Relationship Id="rId43" Type="http://schemas.openxmlformats.org/officeDocument/2006/relationships/image" Target="../media/image407.png"/><Relationship Id="rId64" Type="http://schemas.openxmlformats.org/officeDocument/2006/relationships/customXml" Target="../ink/ink2387.xml"/><Relationship Id="rId118" Type="http://schemas.openxmlformats.org/officeDocument/2006/relationships/customXml" Target="../ink/ink2414.xml"/><Relationship Id="rId139" Type="http://schemas.openxmlformats.org/officeDocument/2006/relationships/image" Target="../media/image1355.png"/><Relationship Id="rId85" Type="http://schemas.openxmlformats.org/officeDocument/2006/relationships/image" Target="../media/image585.png"/><Relationship Id="rId150" Type="http://schemas.openxmlformats.org/officeDocument/2006/relationships/customXml" Target="../ink/ink2430.xml"/><Relationship Id="rId171" Type="http://schemas.openxmlformats.org/officeDocument/2006/relationships/image" Target="../media/image1391.png"/><Relationship Id="rId192" Type="http://schemas.openxmlformats.org/officeDocument/2006/relationships/customXml" Target="../ink/ink2451.xml"/><Relationship Id="rId12" Type="http://schemas.openxmlformats.org/officeDocument/2006/relationships/customXml" Target="../ink/ink2361.xml"/><Relationship Id="rId33" Type="http://schemas.openxmlformats.org/officeDocument/2006/relationships/image" Target="../media/image402.png"/><Relationship Id="rId108" Type="http://schemas.openxmlformats.org/officeDocument/2006/relationships/customXml" Target="../ink/ink2409.xml"/><Relationship Id="rId129" Type="http://schemas.openxmlformats.org/officeDocument/2006/relationships/image" Target="../media/image1089.png"/><Relationship Id="rId54" Type="http://schemas.openxmlformats.org/officeDocument/2006/relationships/customXml" Target="../ink/ink2382.xml"/><Relationship Id="rId75" Type="http://schemas.openxmlformats.org/officeDocument/2006/relationships/image" Target="../media/image580.png"/><Relationship Id="rId96" Type="http://schemas.openxmlformats.org/officeDocument/2006/relationships/customXml" Target="../ink/ink2403.xml"/><Relationship Id="rId140" Type="http://schemas.openxmlformats.org/officeDocument/2006/relationships/customXml" Target="../ink/ink2425.xml"/><Relationship Id="rId161" Type="http://schemas.openxmlformats.org/officeDocument/2006/relationships/image" Target="../media/image1386.png"/><Relationship Id="rId182" Type="http://schemas.openxmlformats.org/officeDocument/2006/relationships/customXml" Target="../ink/ink2446.xml"/><Relationship Id="rId6" Type="http://schemas.openxmlformats.org/officeDocument/2006/relationships/customXml" Target="../ink/ink2358.xml"/><Relationship Id="rId23" Type="http://schemas.openxmlformats.org/officeDocument/2006/relationships/image" Target="../media/image397.png"/><Relationship Id="rId119" Type="http://schemas.openxmlformats.org/officeDocument/2006/relationships/image" Target="../media/image1084.png"/><Relationship Id="rId44" Type="http://schemas.openxmlformats.org/officeDocument/2006/relationships/customXml" Target="../ink/ink2377.xml"/><Relationship Id="rId65" Type="http://schemas.openxmlformats.org/officeDocument/2006/relationships/image" Target="../media/image926.png"/><Relationship Id="rId86" Type="http://schemas.openxmlformats.org/officeDocument/2006/relationships/customXml" Target="../ink/ink2398.xml"/><Relationship Id="rId130" Type="http://schemas.openxmlformats.org/officeDocument/2006/relationships/customXml" Target="../ink/ink2420.xml"/><Relationship Id="rId151" Type="http://schemas.openxmlformats.org/officeDocument/2006/relationships/image" Target="../media/image1361.png"/><Relationship Id="rId172" Type="http://schemas.openxmlformats.org/officeDocument/2006/relationships/customXml" Target="../ink/ink2441.xml"/><Relationship Id="rId193" Type="http://schemas.openxmlformats.org/officeDocument/2006/relationships/image" Target="../media/image1402.png"/><Relationship Id="rId13" Type="http://schemas.openxmlformats.org/officeDocument/2006/relationships/image" Target="../media/image392.png"/><Relationship Id="rId109" Type="http://schemas.openxmlformats.org/officeDocument/2006/relationships/image" Target="../media/image605.png"/><Relationship Id="rId34" Type="http://schemas.openxmlformats.org/officeDocument/2006/relationships/customXml" Target="../ink/ink2372.xml"/><Relationship Id="rId55" Type="http://schemas.openxmlformats.org/officeDocument/2006/relationships/image" Target="../media/image415.png"/><Relationship Id="rId76" Type="http://schemas.openxmlformats.org/officeDocument/2006/relationships/customXml" Target="../ink/ink2393.xml"/><Relationship Id="rId97" Type="http://schemas.openxmlformats.org/officeDocument/2006/relationships/image" Target="../media/image599.png"/><Relationship Id="rId120" Type="http://schemas.openxmlformats.org/officeDocument/2006/relationships/customXml" Target="../ink/ink2415.xml"/><Relationship Id="rId141" Type="http://schemas.openxmlformats.org/officeDocument/2006/relationships/image" Target="../media/image1356.png"/><Relationship Id="rId7" Type="http://schemas.openxmlformats.org/officeDocument/2006/relationships/image" Target="../media/image389.png"/><Relationship Id="rId162" Type="http://schemas.openxmlformats.org/officeDocument/2006/relationships/customXml" Target="../ink/ink2436.xml"/><Relationship Id="rId183" Type="http://schemas.openxmlformats.org/officeDocument/2006/relationships/image" Target="../media/image1397.png"/><Relationship Id="rId2" Type="http://schemas.openxmlformats.org/officeDocument/2006/relationships/customXml" Target="../ink/ink2356.xml"/><Relationship Id="rId29" Type="http://schemas.openxmlformats.org/officeDocument/2006/relationships/image" Target="../media/image400.png"/><Relationship Id="rId24" Type="http://schemas.openxmlformats.org/officeDocument/2006/relationships/customXml" Target="../ink/ink2367.xml"/><Relationship Id="rId40" Type="http://schemas.openxmlformats.org/officeDocument/2006/relationships/customXml" Target="../ink/ink2375.xml"/><Relationship Id="rId45" Type="http://schemas.openxmlformats.org/officeDocument/2006/relationships/image" Target="../media/image408.png"/><Relationship Id="rId66" Type="http://schemas.openxmlformats.org/officeDocument/2006/relationships/customXml" Target="../ink/ink2388.xml"/><Relationship Id="rId87" Type="http://schemas.openxmlformats.org/officeDocument/2006/relationships/image" Target="../media/image594.png"/><Relationship Id="rId110" Type="http://schemas.openxmlformats.org/officeDocument/2006/relationships/customXml" Target="../ink/ink2410.xml"/><Relationship Id="rId115" Type="http://schemas.openxmlformats.org/officeDocument/2006/relationships/image" Target="../media/image608.png"/><Relationship Id="rId131" Type="http://schemas.openxmlformats.org/officeDocument/2006/relationships/image" Target="../media/image1339.png"/><Relationship Id="rId136" Type="http://schemas.openxmlformats.org/officeDocument/2006/relationships/customXml" Target="../ink/ink2423.xml"/><Relationship Id="rId157" Type="http://schemas.openxmlformats.org/officeDocument/2006/relationships/image" Target="../media/image1384.png"/><Relationship Id="rId178" Type="http://schemas.openxmlformats.org/officeDocument/2006/relationships/customXml" Target="../ink/ink2444.xml"/><Relationship Id="rId61" Type="http://schemas.openxmlformats.org/officeDocument/2006/relationships/image" Target="../media/image615.png"/><Relationship Id="rId82" Type="http://schemas.openxmlformats.org/officeDocument/2006/relationships/customXml" Target="../ink/ink2396.xml"/><Relationship Id="rId152" Type="http://schemas.openxmlformats.org/officeDocument/2006/relationships/customXml" Target="../ink/ink2431.xml"/><Relationship Id="rId173" Type="http://schemas.openxmlformats.org/officeDocument/2006/relationships/image" Target="../media/image1392.png"/><Relationship Id="rId194" Type="http://schemas.openxmlformats.org/officeDocument/2006/relationships/customXml" Target="../ink/ink2452.xml"/><Relationship Id="rId199" Type="http://schemas.openxmlformats.org/officeDocument/2006/relationships/image" Target="../media/image1405.png"/><Relationship Id="rId19" Type="http://schemas.openxmlformats.org/officeDocument/2006/relationships/image" Target="../media/image395.png"/><Relationship Id="rId14" Type="http://schemas.openxmlformats.org/officeDocument/2006/relationships/customXml" Target="../ink/ink2362.xml"/><Relationship Id="rId30" Type="http://schemas.openxmlformats.org/officeDocument/2006/relationships/customXml" Target="../ink/ink2370.xml"/><Relationship Id="rId35" Type="http://schemas.openxmlformats.org/officeDocument/2006/relationships/image" Target="../media/image403.png"/><Relationship Id="rId56" Type="http://schemas.openxmlformats.org/officeDocument/2006/relationships/customXml" Target="../ink/ink2383.xml"/><Relationship Id="rId77" Type="http://schemas.openxmlformats.org/officeDocument/2006/relationships/image" Target="../media/image581.png"/><Relationship Id="rId100" Type="http://schemas.openxmlformats.org/officeDocument/2006/relationships/customXml" Target="../ink/ink2405.xml"/><Relationship Id="rId105" Type="http://schemas.openxmlformats.org/officeDocument/2006/relationships/image" Target="../media/image603.png"/><Relationship Id="rId126" Type="http://schemas.openxmlformats.org/officeDocument/2006/relationships/customXml" Target="../ink/ink2418.xml"/><Relationship Id="rId147" Type="http://schemas.openxmlformats.org/officeDocument/2006/relationships/image" Target="../media/image1359.png"/><Relationship Id="rId168" Type="http://schemas.openxmlformats.org/officeDocument/2006/relationships/customXml" Target="../ink/ink2439.xml"/><Relationship Id="rId8" Type="http://schemas.openxmlformats.org/officeDocument/2006/relationships/customXml" Target="../ink/ink2359.xml"/><Relationship Id="rId51" Type="http://schemas.openxmlformats.org/officeDocument/2006/relationships/image" Target="../media/image413.png"/><Relationship Id="rId72" Type="http://schemas.openxmlformats.org/officeDocument/2006/relationships/customXml" Target="../ink/ink2391.xml"/><Relationship Id="rId93" Type="http://schemas.openxmlformats.org/officeDocument/2006/relationships/image" Target="../media/image597.png"/><Relationship Id="rId98" Type="http://schemas.openxmlformats.org/officeDocument/2006/relationships/customXml" Target="../ink/ink2404.xml"/><Relationship Id="rId121" Type="http://schemas.openxmlformats.org/officeDocument/2006/relationships/image" Target="../media/image1085.png"/><Relationship Id="rId142" Type="http://schemas.openxmlformats.org/officeDocument/2006/relationships/customXml" Target="../ink/ink2426.xml"/><Relationship Id="rId163" Type="http://schemas.openxmlformats.org/officeDocument/2006/relationships/image" Target="../media/image1387.png"/><Relationship Id="rId184" Type="http://schemas.openxmlformats.org/officeDocument/2006/relationships/customXml" Target="../ink/ink2447.xml"/><Relationship Id="rId189" Type="http://schemas.openxmlformats.org/officeDocument/2006/relationships/image" Target="../media/image1400.png"/><Relationship Id="rId3" Type="http://schemas.openxmlformats.org/officeDocument/2006/relationships/image" Target="../media/image387.png"/><Relationship Id="rId25" Type="http://schemas.openxmlformats.org/officeDocument/2006/relationships/image" Target="../media/image398.png"/><Relationship Id="rId46" Type="http://schemas.openxmlformats.org/officeDocument/2006/relationships/customXml" Target="../ink/ink2378.xml"/><Relationship Id="rId67" Type="http://schemas.openxmlformats.org/officeDocument/2006/relationships/image" Target="../media/image1003.png"/><Relationship Id="rId116" Type="http://schemas.openxmlformats.org/officeDocument/2006/relationships/customXml" Target="../ink/ink2413.xml"/><Relationship Id="rId137" Type="http://schemas.openxmlformats.org/officeDocument/2006/relationships/image" Target="../media/image1354.png"/><Relationship Id="rId158" Type="http://schemas.openxmlformats.org/officeDocument/2006/relationships/customXml" Target="../ink/ink2434.xml"/><Relationship Id="rId20" Type="http://schemas.openxmlformats.org/officeDocument/2006/relationships/customXml" Target="../ink/ink2365.xml"/><Relationship Id="rId41" Type="http://schemas.openxmlformats.org/officeDocument/2006/relationships/image" Target="../media/image406.png"/><Relationship Id="rId62" Type="http://schemas.openxmlformats.org/officeDocument/2006/relationships/customXml" Target="../ink/ink2386.xml"/><Relationship Id="rId83" Type="http://schemas.openxmlformats.org/officeDocument/2006/relationships/image" Target="../media/image584.png"/><Relationship Id="rId88" Type="http://schemas.openxmlformats.org/officeDocument/2006/relationships/customXml" Target="../ink/ink2399.xml"/><Relationship Id="rId111" Type="http://schemas.openxmlformats.org/officeDocument/2006/relationships/image" Target="../media/image606.png"/><Relationship Id="rId132" Type="http://schemas.openxmlformats.org/officeDocument/2006/relationships/customXml" Target="../ink/ink2421.xml"/><Relationship Id="rId153" Type="http://schemas.openxmlformats.org/officeDocument/2006/relationships/image" Target="../media/image1382.png"/><Relationship Id="rId174" Type="http://schemas.openxmlformats.org/officeDocument/2006/relationships/customXml" Target="../ink/ink2442.xml"/><Relationship Id="rId179" Type="http://schemas.openxmlformats.org/officeDocument/2006/relationships/image" Target="../media/image1395.png"/><Relationship Id="rId195" Type="http://schemas.openxmlformats.org/officeDocument/2006/relationships/image" Target="../media/image1403.png"/><Relationship Id="rId190" Type="http://schemas.openxmlformats.org/officeDocument/2006/relationships/customXml" Target="../ink/ink2450.xml"/><Relationship Id="rId15" Type="http://schemas.openxmlformats.org/officeDocument/2006/relationships/image" Target="../media/image393.png"/><Relationship Id="rId36" Type="http://schemas.openxmlformats.org/officeDocument/2006/relationships/customXml" Target="../ink/ink2373.xml"/><Relationship Id="rId57" Type="http://schemas.openxmlformats.org/officeDocument/2006/relationships/image" Target="../media/image613.png"/><Relationship Id="rId106" Type="http://schemas.openxmlformats.org/officeDocument/2006/relationships/customXml" Target="../ink/ink2408.xml"/><Relationship Id="rId127" Type="http://schemas.openxmlformats.org/officeDocument/2006/relationships/image" Target="../media/image1088.png"/><Relationship Id="rId10" Type="http://schemas.openxmlformats.org/officeDocument/2006/relationships/customXml" Target="../ink/ink2360.xml"/><Relationship Id="rId31" Type="http://schemas.openxmlformats.org/officeDocument/2006/relationships/image" Target="../media/image401.png"/><Relationship Id="rId52" Type="http://schemas.openxmlformats.org/officeDocument/2006/relationships/customXml" Target="../ink/ink2381.xml"/><Relationship Id="rId73" Type="http://schemas.openxmlformats.org/officeDocument/2006/relationships/image" Target="../media/image579.png"/><Relationship Id="rId78" Type="http://schemas.openxmlformats.org/officeDocument/2006/relationships/customXml" Target="../ink/ink2394.xml"/><Relationship Id="rId94" Type="http://schemas.openxmlformats.org/officeDocument/2006/relationships/customXml" Target="../ink/ink2402.xml"/><Relationship Id="rId99" Type="http://schemas.openxmlformats.org/officeDocument/2006/relationships/image" Target="../media/image600.png"/><Relationship Id="rId101" Type="http://schemas.openxmlformats.org/officeDocument/2006/relationships/image" Target="../media/image601.png"/><Relationship Id="rId122" Type="http://schemas.openxmlformats.org/officeDocument/2006/relationships/customXml" Target="../ink/ink2416.xml"/><Relationship Id="rId143" Type="http://schemas.openxmlformats.org/officeDocument/2006/relationships/image" Target="../media/image1357.png"/><Relationship Id="rId148" Type="http://schemas.openxmlformats.org/officeDocument/2006/relationships/customXml" Target="../ink/ink2429.xml"/><Relationship Id="rId164" Type="http://schemas.openxmlformats.org/officeDocument/2006/relationships/customXml" Target="../ink/ink2437.xml"/><Relationship Id="rId169" Type="http://schemas.openxmlformats.org/officeDocument/2006/relationships/image" Target="../media/image1390.png"/><Relationship Id="rId185" Type="http://schemas.openxmlformats.org/officeDocument/2006/relationships/image" Target="../media/image1398.png"/><Relationship Id="rId4" Type="http://schemas.openxmlformats.org/officeDocument/2006/relationships/customXml" Target="../ink/ink2357.xml"/><Relationship Id="rId9" Type="http://schemas.openxmlformats.org/officeDocument/2006/relationships/image" Target="../media/image390.png"/><Relationship Id="rId180" Type="http://schemas.openxmlformats.org/officeDocument/2006/relationships/customXml" Target="../ink/ink2445.xml"/><Relationship Id="rId26" Type="http://schemas.openxmlformats.org/officeDocument/2006/relationships/customXml" Target="../ink/ink2368.xml"/><Relationship Id="rId47" Type="http://schemas.openxmlformats.org/officeDocument/2006/relationships/image" Target="../media/image411.png"/><Relationship Id="rId68" Type="http://schemas.openxmlformats.org/officeDocument/2006/relationships/customXml" Target="../ink/ink2389.xml"/><Relationship Id="rId89" Type="http://schemas.openxmlformats.org/officeDocument/2006/relationships/image" Target="../media/image595.png"/><Relationship Id="rId112" Type="http://schemas.openxmlformats.org/officeDocument/2006/relationships/customXml" Target="../ink/ink2411.xml"/><Relationship Id="rId133" Type="http://schemas.openxmlformats.org/officeDocument/2006/relationships/image" Target="../media/image1340.png"/><Relationship Id="rId154" Type="http://schemas.openxmlformats.org/officeDocument/2006/relationships/customXml" Target="../ink/ink2432.xml"/><Relationship Id="rId175" Type="http://schemas.openxmlformats.org/officeDocument/2006/relationships/image" Target="../media/image1393.png"/><Relationship Id="rId196" Type="http://schemas.openxmlformats.org/officeDocument/2006/relationships/customXml" Target="../ink/ink2453.xml"/><Relationship Id="rId200" Type="http://schemas.openxmlformats.org/officeDocument/2006/relationships/customXml" Target="../ink/ink2455.xml"/><Relationship Id="rId16" Type="http://schemas.openxmlformats.org/officeDocument/2006/relationships/customXml" Target="../ink/ink2363.xml"/><Relationship Id="rId37" Type="http://schemas.openxmlformats.org/officeDocument/2006/relationships/image" Target="../media/image404.png"/><Relationship Id="rId58" Type="http://schemas.openxmlformats.org/officeDocument/2006/relationships/customXml" Target="../ink/ink2384.xml"/><Relationship Id="rId79" Type="http://schemas.openxmlformats.org/officeDocument/2006/relationships/image" Target="../media/image582.png"/><Relationship Id="rId102" Type="http://schemas.openxmlformats.org/officeDocument/2006/relationships/customXml" Target="../ink/ink2406.xml"/><Relationship Id="rId123" Type="http://schemas.openxmlformats.org/officeDocument/2006/relationships/image" Target="../media/image1086.png"/><Relationship Id="rId144" Type="http://schemas.openxmlformats.org/officeDocument/2006/relationships/customXml" Target="../ink/ink2427.xml"/><Relationship Id="rId90" Type="http://schemas.openxmlformats.org/officeDocument/2006/relationships/customXml" Target="../ink/ink2400.xml"/><Relationship Id="rId165" Type="http://schemas.openxmlformats.org/officeDocument/2006/relationships/image" Target="../media/image1388.png"/><Relationship Id="rId186" Type="http://schemas.openxmlformats.org/officeDocument/2006/relationships/customXml" Target="../ink/ink2448.xml"/><Relationship Id="rId27" Type="http://schemas.openxmlformats.org/officeDocument/2006/relationships/image" Target="../media/image399.png"/><Relationship Id="rId48" Type="http://schemas.openxmlformats.org/officeDocument/2006/relationships/customXml" Target="../ink/ink2379.xml"/><Relationship Id="rId69" Type="http://schemas.openxmlformats.org/officeDocument/2006/relationships/image" Target="../media/image1004.png"/><Relationship Id="rId113" Type="http://schemas.openxmlformats.org/officeDocument/2006/relationships/image" Target="../media/image607.png"/><Relationship Id="rId134" Type="http://schemas.openxmlformats.org/officeDocument/2006/relationships/customXml" Target="../ink/ink2422.xml"/><Relationship Id="rId80" Type="http://schemas.openxmlformats.org/officeDocument/2006/relationships/customXml" Target="../ink/ink2395.xml"/><Relationship Id="rId155" Type="http://schemas.openxmlformats.org/officeDocument/2006/relationships/image" Target="../media/image1383.png"/><Relationship Id="rId176" Type="http://schemas.openxmlformats.org/officeDocument/2006/relationships/customXml" Target="../ink/ink2443.xml"/><Relationship Id="rId197" Type="http://schemas.openxmlformats.org/officeDocument/2006/relationships/image" Target="../media/image1404.png"/><Relationship Id="rId201" Type="http://schemas.openxmlformats.org/officeDocument/2006/relationships/image" Target="../media/image1406.png"/><Relationship Id="rId17" Type="http://schemas.openxmlformats.org/officeDocument/2006/relationships/image" Target="../media/image394.png"/><Relationship Id="rId38" Type="http://schemas.openxmlformats.org/officeDocument/2006/relationships/customXml" Target="../ink/ink2374.xml"/><Relationship Id="rId59" Type="http://schemas.openxmlformats.org/officeDocument/2006/relationships/image" Target="../media/image614.png"/><Relationship Id="rId103" Type="http://schemas.openxmlformats.org/officeDocument/2006/relationships/image" Target="../media/image602.png"/><Relationship Id="rId124" Type="http://schemas.openxmlformats.org/officeDocument/2006/relationships/customXml" Target="../ink/ink2417.xml"/><Relationship Id="rId70" Type="http://schemas.openxmlformats.org/officeDocument/2006/relationships/customXml" Target="../ink/ink2390.xml"/><Relationship Id="rId91" Type="http://schemas.openxmlformats.org/officeDocument/2006/relationships/image" Target="../media/image596.png"/><Relationship Id="rId145" Type="http://schemas.openxmlformats.org/officeDocument/2006/relationships/image" Target="../media/image1358.png"/><Relationship Id="rId166" Type="http://schemas.openxmlformats.org/officeDocument/2006/relationships/customXml" Target="../ink/ink2438.xml"/><Relationship Id="rId187" Type="http://schemas.openxmlformats.org/officeDocument/2006/relationships/image" Target="../media/image1399.png"/><Relationship Id="rId1" Type="http://schemas.openxmlformats.org/officeDocument/2006/relationships/slideLayout" Target="../slideLayouts/slideLayout7.xml"/><Relationship Id="rId28" Type="http://schemas.openxmlformats.org/officeDocument/2006/relationships/customXml" Target="../ink/ink2369.xml"/><Relationship Id="rId49" Type="http://schemas.openxmlformats.org/officeDocument/2006/relationships/image" Target="../media/image412.png"/><Relationship Id="rId114" Type="http://schemas.openxmlformats.org/officeDocument/2006/relationships/customXml" Target="../ink/ink2412.xml"/><Relationship Id="rId60" Type="http://schemas.openxmlformats.org/officeDocument/2006/relationships/customXml" Target="../ink/ink2385.xml"/><Relationship Id="rId81" Type="http://schemas.openxmlformats.org/officeDocument/2006/relationships/image" Target="../media/image583.png"/><Relationship Id="rId135" Type="http://schemas.openxmlformats.org/officeDocument/2006/relationships/image" Target="../media/image1341.png"/><Relationship Id="rId156" Type="http://schemas.openxmlformats.org/officeDocument/2006/relationships/customXml" Target="../ink/ink2433.xml"/><Relationship Id="rId177" Type="http://schemas.openxmlformats.org/officeDocument/2006/relationships/image" Target="../media/image1394.png"/><Relationship Id="rId198" Type="http://schemas.openxmlformats.org/officeDocument/2006/relationships/customXml" Target="../ink/ink2454.xml"/><Relationship Id="rId18" Type="http://schemas.openxmlformats.org/officeDocument/2006/relationships/customXml" Target="../ink/ink2364.xml"/><Relationship Id="rId39" Type="http://schemas.openxmlformats.org/officeDocument/2006/relationships/image" Target="../media/image405.png"/><Relationship Id="rId50" Type="http://schemas.openxmlformats.org/officeDocument/2006/relationships/customXml" Target="../ink/ink2380.xml"/><Relationship Id="rId104" Type="http://schemas.openxmlformats.org/officeDocument/2006/relationships/customXml" Target="../ink/ink2407.xml"/><Relationship Id="rId125" Type="http://schemas.openxmlformats.org/officeDocument/2006/relationships/image" Target="../media/image1087.png"/><Relationship Id="rId146" Type="http://schemas.openxmlformats.org/officeDocument/2006/relationships/customXml" Target="../ink/ink2428.xml"/><Relationship Id="rId167" Type="http://schemas.openxmlformats.org/officeDocument/2006/relationships/image" Target="../media/image1389.png"/><Relationship Id="rId188" Type="http://schemas.openxmlformats.org/officeDocument/2006/relationships/customXml" Target="../ink/ink2449.xml"/><Relationship Id="rId71" Type="http://schemas.openxmlformats.org/officeDocument/2006/relationships/image" Target="../media/image578.png"/><Relationship Id="rId92" Type="http://schemas.openxmlformats.org/officeDocument/2006/relationships/customXml" Target="../ink/ink2401.xml"/></Relationships>
</file>

<file path=ppt/slides/_rels/slide18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087.png"/><Relationship Id="rId21" Type="http://schemas.openxmlformats.org/officeDocument/2006/relationships/image" Target="../media/image396.png"/><Relationship Id="rId63" Type="http://schemas.openxmlformats.org/officeDocument/2006/relationships/image" Target="../media/image1003.png"/><Relationship Id="rId159" Type="http://schemas.openxmlformats.org/officeDocument/2006/relationships/image" Target="../media/image1424.png"/><Relationship Id="rId170" Type="http://schemas.openxmlformats.org/officeDocument/2006/relationships/customXml" Target="../ink/ink2540.xml"/><Relationship Id="rId191" Type="http://schemas.openxmlformats.org/officeDocument/2006/relationships/image" Target="../media/image1440.png"/><Relationship Id="rId205" Type="http://schemas.openxmlformats.org/officeDocument/2006/relationships/image" Target="../media/image1446.png"/><Relationship Id="rId226" Type="http://schemas.openxmlformats.org/officeDocument/2006/relationships/customXml" Target="../ink/ink2568.xml"/><Relationship Id="rId247" Type="http://schemas.openxmlformats.org/officeDocument/2006/relationships/image" Target="../media/image1467.png"/><Relationship Id="rId107" Type="http://schemas.openxmlformats.org/officeDocument/2006/relationships/image" Target="../media/image606.png"/><Relationship Id="rId11" Type="http://schemas.openxmlformats.org/officeDocument/2006/relationships/image" Target="../media/image391.png"/><Relationship Id="rId32" Type="http://schemas.openxmlformats.org/officeDocument/2006/relationships/customXml" Target="../ink/ink2471.xml"/><Relationship Id="rId53" Type="http://schemas.openxmlformats.org/officeDocument/2006/relationships/image" Target="../media/image414.png"/><Relationship Id="rId74" Type="http://schemas.openxmlformats.org/officeDocument/2006/relationships/customXml" Target="../ink/ink2492.xml"/><Relationship Id="rId128" Type="http://schemas.openxmlformats.org/officeDocument/2006/relationships/customXml" Target="../ink/ink2519.xml"/><Relationship Id="rId149" Type="http://schemas.openxmlformats.org/officeDocument/2006/relationships/image" Target="../media/image1419.png"/><Relationship Id="rId5" Type="http://schemas.openxmlformats.org/officeDocument/2006/relationships/image" Target="../media/image388.png"/><Relationship Id="rId95" Type="http://schemas.openxmlformats.org/officeDocument/2006/relationships/image" Target="../media/image600.png"/><Relationship Id="rId160" Type="http://schemas.openxmlformats.org/officeDocument/2006/relationships/customXml" Target="../ink/ink2535.xml"/><Relationship Id="rId181" Type="http://schemas.openxmlformats.org/officeDocument/2006/relationships/image" Target="../media/image1435.png"/><Relationship Id="rId216" Type="http://schemas.openxmlformats.org/officeDocument/2006/relationships/customXml" Target="../ink/ink2563.xml"/><Relationship Id="rId237" Type="http://schemas.openxmlformats.org/officeDocument/2006/relationships/image" Target="../media/image1462.png"/><Relationship Id="rId258" Type="http://schemas.openxmlformats.org/officeDocument/2006/relationships/customXml" Target="../ink/ink2584.xml"/><Relationship Id="rId22" Type="http://schemas.openxmlformats.org/officeDocument/2006/relationships/customXml" Target="../ink/ink2466.xml"/><Relationship Id="rId43" Type="http://schemas.openxmlformats.org/officeDocument/2006/relationships/image" Target="../media/image407.png"/><Relationship Id="rId64" Type="http://schemas.openxmlformats.org/officeDocument/2006/relationships/customXml" Target="../ink/ink2487.xml"/><Relationship Id="rId118" Type="http://schemas.openxmlformats.org/officeDocument/2006/relationships/customXml" Target="../ink/ink2514.xml"/><Relationship Id="rId139" Type="http://schemas.openxmlformats.org/officeDocument/2006/relationships/image" Target="../media/image1414.png"/><Relationship Id="rId85" Type="http://schemas.openxmlformats.org/officeDocument/2006/relationships/image" Target="../media/image595.png"/><Relationship Id="rId150" Type="http://schemas.openxmlformats.org/officeDocument/2006/relationships/customXml" Target="../ink/ink2530.xml"/><Relationship Id="rId171" Type="http://schemas.openxmlformats.org/officeDocument/2006/relationships/image" Target="../media/image1430.png"/><Relationship Id="rId192" Type="http://schemas.openxmlformats.org/officeDocument/2006/relationships/customXml" Target="../ink/ink2551.xml"/><Relationship Id="rId206" Type="http://schemas.openxmlformats.org/officeDocument/2006/relationships/customXml" Target="../ink/ink2558.xml"/><Relationship Id="rId227" Type="http://schemas.openxmlformats.org/officeDocument/2006/relationships/image" Target="../media/image1457.png"/><Relationship Id="rId248" Type="http://schemas.openxmlformats.org/officeDocument/2006/relationships/customXml" Target="../ink/ink2579.xml"/><Relationship Id="rId12" Type="http://schemas.openxmlformats.org/officeDocument/2006/relationships/customXml" Target="../ink/ink2461.xml"/><Relationship Id="rId33" Type="http://schemas.openxmlformats.org/officeDocument/2006/relationships/image" Target="../media/image402.png"/><Relationship Id="rId108" Type="http://schemas.openxmlformats.org/officeDocument/2006/relationships/customXml" Target="../ink/ink2509.xml"/><Relationship Id="rId129" Type="http://schemas.openxmlformats.org/officeDocument/2006/relationships/image" Target="../media/image1409.png"/><Relationship Id="rId54" Type="http://schemas.openxmlformats.org/officeDocument/2006/relationships/customXml" Target="../ink/ink2482.xml"/><Relationship Id="rId75" Type="http://schemas.openxmlformats.org/officeDocument/2006/relationships/image" Target="../media/image582.png"/><Relationship Id="rId96" Type="http://schemas.openxmlformats.org/officeDocument/2006/relationships/customXml" Target="../ink/ink2503.xml"/><Relationship Id="rId140" Type="http://schemas.openxmlformats.org/officeDocument/2006/relationships/customXml" Target="../ink/ink2525.xml"/><Relationship Id="rId161" Type="http://schemas.openxmlformats.org/officeDocument/2006/relationships/image" Target="../media/image1425.png"/><Relationship Id="rId182" Type="http://schemas.openxmlformats.org/officeDocument/2006/relationships/customXml" Target="../ink/ink2546.xml"/><Relationship Id="rId217" Type="http://schemas.openxmlformats.org/officeDocument/2006/relationships/image" Target="../media/image1452.png"/><Relationship Id="rId6" Type="http://schemas.openxmlformats.org/officeDocument/2006/relationships/customXml" Target="../ink/ink2458.xml"/><Relationship Id="rId238" Type="http://schemas.openxmlformats.org/officeDocument/2006/relationships/customXml" Target="../ink/ink2574.xml"/><Relationship Id="rId259" Type="http://schemas.openxmlformats.org/officeDocument/2006/relationships/image" Target="../media/image1473.png"/><Relationship Id="rId23" Type="http://schemas.openxmlformats.org/officeDocument/2006/relationships/image" Target="../media/image397.png"/><Relationship Id="rId119" Type="http://schemas.openxmlformats.org/officeDocument/2006/relationships/image" Target="../media/image1088.png"/><Relationship Id="rId44" Type="http://schemas.openxmlformats.org/officeDocument/2006/relationships/customXml" Target="../ink/ink2477.xml"/><Relationship Id="rId65" Type="http://schemas.openxmlformats.org/officeDocument/2006/relationships/image" Target="../media/image1004.png"/><Relationship Id="rId86" Type="http://schemas.openxmlformats.org/officeDocument/2006/relationships/customXml" Target="../ink/ink2498.xml"/><Relationship Id="rId130" Type="http://schemas.openxmlformats.org/officeDocument/2006/relationships/customXml" Target="../ink/ink2520.xml"/><Relationship Id="rId151" Type="http://schemas.openxmlformats.org/officeDocument/2006/relationships/image" Target="../media/image1420.png"/><Relationship Id="rId172" Type="http://schemas.openxmlformats.org/officeDocument/2006/relationships/customXml" Target="../ink/ink2541.xml"/><Relationship Id="rId193" Type="http://schemas.openxmlformats.org/officeDocument/2006/relationships/image" Target="../media/image802.png"/><Relationship Id="rId207" Type="http://schemas.openxmlformats.org/officeDocument/2006/relationships/image" Target="../media/image1447.png"/><Relationship Id="rId228" Type="http://schemas.openxmlformats.org/officeDocument/2006/relationships/customXml" Target="../ink/ink2569.xml"/><Relationship Id="rId249" Type="http://schemas.openxmlformats.org/officeDocument/2006/relationships/image" Target="../media/image1468.png"/><Relationship Id="rId13" Type="http://schemas.openxmlformats.org/officeDocument/2006/relationships/image" Target="../media/image392.png"/><Relationship Id="rId109" Type="http://schemas.openxmlformats.org/officeDocument/2006/relationships/image" Target="../media/image607.png"/><Relationship Id="rId260" Type="http://schemas.openxmlformats.org/officeDocument/2006/relationships/customXml" Target="../ink/ink2585.xml"/><Relationship Id="rId34" Type="http://schemas.openxmlformats.org/officeDocument/2006/relationships/customXml" Target="../ink/ink2472.xml"/><Relationship Id="rId55" Type="http://schemas.openxmlformats.org/officeDocument/2006/relationships/image" Target="../media/image415.png"/><Relationship Id="rId76" Type="http://schemas.openxmlformats.org/officeDocument/2006/relationships/customXml" Target="../ink/ink2493.xml"/><Relationship Id="rId97" Type="http://schemas.openxmlformats.org/officeDocument/2006/relationships/image" Target="../media/image601.png"/><Relationship Id="rId120" Type="http://schemas.openxmlformats.org/officeDocument/2006/relationships/customXml" Target="../ink/ink2515.xml"/><Relationship Id="rId141" Type="http://schemas.openxmlformats.org/officeDocument/2006/relationships/image" Target="../media/image1415.png"/><Relationship Id="rId7" Type="http://schemas.openxmlformats.org/officeDocument/2006/relationships/image" Target="../media/image389.png"/><Relationship Id="rId162" Type="http://schemas.openxmlformats.org/officeDocument/2006/relationships/customXml" Target="../ink/ink2536.xml"/><Relationship Id="rId183" Type="http://schemas.openxmlformats.org/officeDocument/2006/relationships/image" Target="../media/image1436.png"/><Relationship Id="rId218" Type="http://schemas.openxmlformats.org/officeDocument/2006/relationships/customXml" Target="../ink/ink2564.xml"/><Relationship Id="rId239" Type="http://schemas.openxmlformats.org/officeDocument/2006/relationships/image" Target="../media/image1463.png"/><Relationship Id="rId250" Type="http://schemas.openxmlformats.org/officeDocument/2006/relationships/customXml" Target="../ink/ink2580.xml"/><Relationship Id="rId24" Type="http://schemas.openxmlformats.org/officeDocument/2006/relationships/customXml" Target="../ink/ink2467.xml"/><Relationship Id="rId45" Type="http://schemas.openxmlformats.org/officeDocument/2006/relationships/image" Target="../media/image408.png"/><Relationship Id="rId66" Type="http://schemas.openxmlformats.org/officeDocument/2006/relationships/customXml" Target="../ink/ink2488.xml"/><Relationship Id="rId87" Type="http://schemas.openxmlformats.org/officeDocument/2006/relationships/image" Target="../media/image596.png"/><Relationship Id="rId110" Type="http://schemas.openxmlformats.org/officeDocument/2006/relationships/customXml" Target="../ink/ink2510.xml"/><Relationship Id="rId131" Type="http://schemas.openxmlformats.org/officeDocument/2006/relationships/image" Target="../media/image1410.png"/><Relationship Id="rId152" Type="http://schemas.openxmlformats.org/officeDocument/2006/relationships/customXml" Target="../ink/ink2531.xml"/><Relationship Id="rId173" Type="http://schemas.openxmlformats.org/officeDocument/2006/relationships/image" Target="../media/image1431.png"/><Relationship Id="rId194" Type="http://schemas.openxmlformats.org/officeDocument/2006/relationships/customXml" Target="../ink/ink2552.xml"/><Relationship Id="rId208" Type="http://schemas.openxmlformats.org/officeDocument/2006/relationships/customXml" Target="../ink/ink2559.xml"/><Relationship Id="rId229" Type="http://schemas.openxmlformats.org/officeDocument/2006/relationships/image" Target="../media/image1458.png"/><Relationship Id="rId240" Type="http://schemas.openxmlformats.org/officeDocument/2006/relationships/customXml" Target="../ink/ink2575.xml"/><Relationship Id="rId261" Type="http://schemas.openxmlformats.org/officeDocument/2006/relationships/image" Target="../media/image1474.png"/><Relationship Id="rId14" Type="http://schemas.openxmlformats.org/officeDocument/2006/relationships/customXml" Target="../ink/ink2462.xml"/><Relationship Id="rId35" Type="http://schemas.openxmlformats.org/officeDocument/2006/relationships/image" Target="../media/image403.png"/><Relationship Id="rId56" Type="http://schemas.openxmlformats.org/officeDocument/2006/relationships/customXml" Target="../ink/ink2483.xml"/><Relationship Id="rId77" Type="http://schemas.openxmlformats.org/officeDocument/2006/relationships/image" Target="../media/image583.png"/><Relationship Id="rId100" Type="http://schemas.openxmlformats.org/officeDocument/2006/relationships/customXml" Target="../ink/ink2505.xml"/><Relationship Id="rId8" Type="http://schemas.openxmlformats.org/officeDocument/2006/relationships/customXml" Target="../ink/ink2459.xml"/><Relationship Id="rId98" Type="http://schemas.openxmlformats.org/officeDocument/2006/relationships/customXml" Target="../ink/ink2504.xml"/><Relationship Id="rId121" Type="http://schemas.openxmlformats.org/officeDocument/2006/relationships/image" Target="../media/image1089.png"/><Relationship Id="rId142" Type="http://schemas.openxmlformats.org/officeDocument/2006/relationships/customXml" Target="../ink/ink2526.xml"/><Relationship Id="rId163" Type="http://schemas.openxmlformats.org/officeDocument/2006/relationships/image" Target="../media/image1426.png"/><Relationship Id="rId184" Type="http://schemas.openxmlformats.org/officeDocument/2006/relationships/customXml" Target="../ink/ink2547.xml"/><Relationship Id="rId219" Type="http://schemas.openxmlformats.org/officeDocument/2006/relationships/image" Target="../media/image1453.png"/><Relationship Id="rId230" Type="http://schemas.openxmlformats.org/officeDocument/2006/relationships/customXml" Target="../ink/ink2570.xml"/><Relationship Id="rId251" Type="http://schemas.openxmlformats.org/officeDocument/2006/relationships/image" Target="../media/image1469.png"/><Relationship Id="rId25" Type="http://schemas.openxmlformats.org/officeDocument/2006/relationships/image" Target="../media/image398.png"/><Relationship Id="rId46" Type="http://schemas.openxmlformats.org/officeDocument/2006/relationships/customXml" Target="../ink/ink2478.xml"/><Relationship Id="rId67" Type="http://schemas.openxmlformats.org/officeDocument/2006/relationships/image" Target="../media/image578.png"/><Relationship Id="rId88" Type="http://schemas.openxmlformats.org/officeDocument/2006/relationships/customXml" Target="../ink/ink2499.xml"/><Relationship Id="rId111" Type="http://schemas.openxmlformats.org/officeDocument/2006/relationships/image" Target="../media/image608.png"/><Relationship Id="rId132" Type="http://schemas.openxmlformats.org/officeDocument/2006/relationships/customXml" Target="../ink/ink2521.xml"/><Relationship Id="rId153" Type="http://schemas.openxmlformats.org/officeDocument/2006/relationships/image" Target="../media/image1421.png"/><Relationship Id="rId174" Type="http://schemas.openxmlformats.org/officeDocument/2006/relationships/customXml" Target="../ink/ink2542.xml"/><Relationship Id="rId195" Type="http://schemas.openxmlformats.org/officeDocument/2006/relationships/image" Target="../media/image1441.png"/><Relationship Id="rId209" Type="http://schemas.openxmlformats.org/officeDocument/2006/relationships/image" Target="../media/image1448.png"/><Relationship Id="rId220" Type="http://schemas.openxmlformats.org/officeDocument/2006/relationships/customXml" Target="../ink/ink2565.xml"/><Relationship Id="rId241" Type="http://schemas.openxmlformats.org/officeDocument/2006/relationships/image" Target="../media/image1464.png"/><Relationship Id="rId15" Type="http://schemas.openxmlformats.org/officeDocument/2006/relationships/image" Target="../media/image393.png"/><Relationship Id="rId36" Type="http://schemas.openxmlformats.org/officeDocument/2006/relationships/customXml" Target="../ink/ink2473.xml"/><Relationship Id="rId57" Type="http://schemas.openxmlformats.org/officeDocument/2006/relationships/image" Target="../media/image615.png"/><Relationship Id="rId78" Type="http://schemas.openxmlformats.org/officeDocument/2006/relationships/customXml" Target="../ink/ink2494.xml"/><Relationship Id="rId99" Type="http://schemas.openxmlformats.org/officeDocument/2006/relationships/image" Target="../media/image602.png"/><Relationship Id="rId101" Type="http://schemas.openxmlformats.org/officeDocument/2006/relationships/image" Target="../media/image603.png"/><Relationship Id="rId122" Type="http://schemas.openxmlformats.org/officeDocument/2006/relationships/customXml" Target="../ink/ink2516.xml"/><Relationship Id="rId143" Type="http://schemas.openxmlformats.org/officeDocument/2006/relationships/image" Target="../media/image1416.png"/><Relationship Id="rId164" Type="http://schemas.openxmlformats.org/officeDocument/2006/relationships/customXml" Target="../ink/ink2537.xml"/><Relationship Id="rId185" Type="http://schemas.openxmlformats.org/officeDocument/2006/relationships/image" Target="../media/image1437.png"/><Relationship Id="rId9" Type="http://schemas.openxmlformats.org/officeDocument/2006/relationships/image" Target="../media/image390.png"/><Relationship Id="rId210" Type="http://schemas.openxmlformats.org/officeDocument/2006/relationships/customXml" Target="../ink/ink2560.xml"/><Relationship Id="rId26" Type="http://schemas.openxmlformats.org/officeDocument/2006/relationships/customXml" Target="../ink/ink2468.xml"/><Relationship Id="rId231" Type="http://schemas.openxmlformats.org/officeDocument/2006/relationships/image" Target="../media/image1459.png"/><Relationship Id="rId252" Type="http://schemas.openxmlformats.org/officeDocument/2006/relationships/customXml" Target="../ink/ink2581.xml"/><Relationship Id="rId47" Type="http://schemas.openxmlformats.org/officeDocument/2006/relationships/image" Target="../media/image411.png"/><Relationship Id="rId68" Type="http://schemas.openxmlformats.org/officeDocument/2006/relationships/customXml" Target="../ink/ink2489.xml"/><Relationship Id="rId89" Type="http://schemas.openxmlformats.org/officeDocument/2006/relationships/image" Target="../media/image597.png"/><Relationship Id="rId112" Type="http://schemas.openxmlformats.org/officeDocument/2006/relationships/customXml" Target="../ink/ink2511.xml"/><Relationship Id="rId133" Type="http://schemas.openxmlformats.org/officeDocument/2006/relationships/image" Target="../media/image1411.png"/><Relationship Id="rId154" Type="http://schemas.openxmlformats.org/officeDocument/2006/relationships/customXml" Target="../ink/ink2532.xml"/><Relationship Id="rId175" Type="http://schemas.openxmlformats.org/officeDocument/2006/relationships/image" Target="../media/image1432.png"/><Relationship Id="rId196" Type="http://schemas.openxmlformats.org/officeDocument/2006/relationships/customXml" Target="../ink/ink2553.xml"/><Relationship Id="rId200" Type="http://schemas.openxmlformats.org/officeDocument/2006/relationships/customXml" Target="../ink/ink2555.xml"/><Relationship Id="rId16" Type="http://schemas.openxmlformats.org/officeDocument/2006/relationships/customXml" Target="../ink/ink2463.xml"/><Relationship Id="rId221" Type="http://schemas.openxmlformats.org/officeDocument/2006/relationships/image" Target="../media/image1454.png"/><Relationship Id="rId242" Type="http://schemas.openxmlformats.org/officeDocument/2006/relationships/customXml" Target="../ink/ink2576.xml"/><Relationship Id="rId37" Type="http://schemas.openxmlformats.org/officeDocument/2006/relationships/image" Target="../media/image404.png"/><Relationship Id="rId58" Type="http://schemas.openxmlformats.org/officeDocument/2006/relationships/customXml" Target="../ink/ink2484.xml"/><Relationship Id="rId79" Type="http://schemas.openxmlformats.org/officeDocument/2006/relationships/image" Target="../media/image584.png"/><Relationship Id="rId102" Type="http://schemas.openxmlformats.org/officeDocument/2006/relationships/customXml" Target="../ink/ink2506.xml"/><Relationship Id="rId123" Type="http://schemas.openxmlformats.org/officeDocument/2006/relationships/image" Target="../media/image1341.png"/><Relationship Id="rId144" Type="http://schemas.openxmlformats.org/officeDocument/2006/relationships/customXml" Target="../ink/ink2527.xml"/><Relationship Id="rId90" Type="http://schemas.openxmlformats.org/officeDocument/2006/relationships/customXml" Target="../ink/ink2500.xml"/><Relationship Id="rId165" Type="http://schemas.openxmlformats.org/officeDocument/2006/relationships/image" Target="../media/image1427.png"/><Relationship Id="rId186" Type="http://schemas.openxmlformats.org/officeDocument/2006/relationships/customXml" Target="../ink/ink2548.xml"/><Relationship Id="rId211" Type="http://schemas.openxmlformats.org/officeDocument/2006/relationships/image" Target="../media/image1449.png"/><Relationship Id="rId232" Type="http://schemas.openxmlformats.org/officeDocument/2006/relationships/customXml" Target="../ink/ink2571.xml"/><Relationship Id="rId253" Type="http://schemas.openxmlformats.org/officeDocument/2006/relationships/image" Target="../media/image1470.png"/><Relationship Id="rId27" Type="http://schemas.openxmlformats.org/officeDocument/2006/relationships/image" Target="../media/image399.png"/><Relationship Id="rId48" Type="http://schemas.openxmlformats.org/officeDocument/2006/relationships/customXml" Target="../ink/ink2479.xml"/><Relationship Id="rId69" Type="http://schemas.openxmlformats.org/officeDocument/2006/relationships/image" Target="../media/image579.png"/><Relationship Id="rId113" Type="http://schemas.openxmlformats.org/officeDocument/2006/relationships/image" Target="../media/image1083.png"/><Relationship Id="rId134" Type="http://schemas.openxmlformats.org/officeDocument/2006/relationships/customXml" Target="../ink/ink2522.xml"/><Relationship Id="rId80" Type="http://schemas.openxmlformats.org/officeDocument/2006/relationships/customXml" Target="../ink/ink2495.xml"/><Relationship Id="rId155" Type="http://schemas.openxmlformats.org/officeDocument/2006/relationships/image" Target="../media/image1422.png"/><Relationship Id="rId176" Type="http://schemas.openxmlformats.org/officeDocument/2006/relationships/customXml" Target="../ink/ink2543.xml"/><Relationship Id="rId197" Type="http://schemas.openxmlformats.org/officeDocument/2006/relationships/image" Target="../media/image1442.png"/><Relationship Id="rId201" Type="http://schemas.openxmlformats.org/officeDocument/2006/relationships/image" Target="../media/image1444.png"/><Relationship Id="rId222" Type="http://schemas.openxmlformats.org/officeDocument/2006/relationships/customXml" Target="../ink/ink2566.xml"/><Relationship Id="rId243" Type="http://schemas.openxmlformats.org/officeDocument/2006/relationships/image" Target="../media/image1465.png"/><Relationship Id="rId17" Type="http://schemas.openxmlformats.org/officeDocument/2006/relationships/image" Target="../media/image394.png"/><Relationship Id="rId38" Type="http://schemas.openxmlformats.org/officeDocument/2006/relationships/customXml" Target="../ink/ink2474.xml"/><Relationship Id="rId59" Type="http://schemas.openxmlformats.org/officeDocument/2006/relationships/image" Target="../media/image617.png"/><Relationship Id="rId103" Type="http://schemas.openxmlformats.org/officeDocument/2006/relationships/image" Target="../media/image604.png"/><Relationship Id="rId124" Type="http://schemas.openxmlformats.org/officeDocument/2006/relationships/customXml" Target="../ink/ink2517.xml"/><Relationship Id="rId70" Type="http://schemas.openxmlformats.org/officeDocument/2006/relationships/customXml" Target="../ink/ink2490.xml"/><Relationship Id="rId91" Type="http://schemas.openxmlformats.org/officeDocument/2006/relationships/image" Target="../media/image598.png"/><Relationship Id="rId145" Type="http://schemas.openxmlformats.org/officeDocument/2006/relationships/image" Target="../media/image1417.png"/><Relationship Id="rId166" Type="http://schemas.openxmlformats.org/officeDocument/2006/relationships/customXml" Target="../ink/ink2538.xml"/><Relationship Id="rId187" Type="http://schemas.openxmlformats.org/officeDocument/2006/relationships/image" Target="../media/image1438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2561.xml"/><Relationship Id="rId233" Type="http://schemas.openxmlformats.org/officeDocument/2006/relationships/image" Target="../media/image1460.png"/><Relationship Id="rId254" Type="http://schemas.openxmlformats.org/officeDocument/2006/relationships/customXml" Target="../ink/ink2582.xml"/><Relationship Id="rId28" Type="http://schemas.openxmlformats.org/officeDocument/2006/relationships/customXml" Target="../ink/ink2469.xml"/><Relationship Id="rId49" Type="http://schemas.openxmlformats.org/officeDocument/2006/relationships/image" Target="../media/image412.png"/><Relationship Id="rId114" Type="http://schemas.openxmlformats.org/officeDocument/2006/relationships/customXml" Target="../ink/ink2512.xml"/><Relationship Id="rId60" Type="http://schemas.openxmlformats.org/officeDocument/2006/relationships/customXml" Target="../ink/ink2485.xml"/><Relationship Id="rId81" Type="http://schemas.openxmlformats.org/officeDocument/2006/relationships/image" Target="../media/image585.png"/><Relationship Id="rId135" Type="http://schemas.openxmlformats.org/officeDocument/2006/relationships/image" Target="../media/image1412.png"/><Relationship Id="rId156" Type="http://schemas.openxmlformats.org/officeDocument/2006/relationships/customXml" Target="../ink/ink2533.xml"/><Relationship Id="rId177" Type="http://schemas.openxmlformats.org/officeDocument/2006/relationships/image" Target="../media/image1433.png"/><Relationship Id="rId198" Type="http://schemas.openxmlformats.org/officeDocument/2006/relationships/customXml" Target="../ink/ink2554.xml"/><Relationship Id="rId202" Type="http://schemas.openxmlformats.org/officeDocument/2006/relationships/customXml" Target="../ink/ink2556.xml"/><Relationship Id="rId223" Type="http://schemas.openxmlformats.org/officeDocument/2006/relationships/image" Target="../media/image1455.png"/><Relationship Id="rId244" Type="http://schemas.openxmlformats.org/officeDocument/2006/relationships/customXml" Target="../ink/ink2577.xml"/><Relationship Id="rId18" Type="http://schemas.openxmlformats.org/officeDocument/2006/relationships/customXml" Target="../ink/ink2464.xml"/><Relationship Id="rId39" Type="http://schemas.openxmlformats.org/officeDocument/2006/relationships/image" Target="../media/image405.png"/><Relationship Id="rId50" Type="http://schemas.openxmlformats.org/officeDocument/2006/relationships/customXml" Target="../ink/ink2480.xml"/><Relationship Id="rId104" Type="http://schemas.openxmlformats.org/officeDocument/2006/relationships/customXml" Target="../ink/ink2507.xml"/><Relationship Id="rId125" Type="http://schemas.openxmlformats.org/officeDocument/2006/relationships/image" Target="../media/image1407.png"/><Relationship Id="rId146" Type="http://schemas.openxmlformats.org/officeDocument/2006/relationships/customXml" Target="../ink/ink2528.xml"/><Relationship Id="rId167" Type="http://schemas.openxmlformats.org/officeDocument/2006/relationships/image" Target="../media/image1428.png"/><Relationship Id="rId188" Type="http://schemas.openxmlformats.org/officeDocument/2006/relationships/customXml" Target="../ink/ink2549.xml"/><Relationship Id="rId71" Type="http://schemas.openxmlformats.org/officeDocument/2006/relationships/image" Target="../media/image580.png"/><Relationship Id="rId92" Type="http://schemas.openxmlformats.org/officeDocument/2006/relationships/customXml" Target="../ink/ink2501.xml"/><Relationship Id="rId213" Type="http://schemas.openxmlformats.org/officeDocument/2006/relationships/image" Target="../media/image1450.png"/><Relationship Id="rId234" Type="http://schemas.openxmlformats.org/officeDocument/2006/relationships/customXml" Target="../ink/ink2572.xml"/><Relationship Id="rId2" Type="http://schemas.openxmlformats.org/officeDocument/2006/relationships/customXml" Target="../ink/ink2456.xml"/><Relationship Id="rId29" Type="http://schemas.openxmlformats.org/officeDocument/2006/relationships/image" Target="../media/image400.png"/><Relationship Id="rId255" Type="http://schemas.openxmlformats.org/officeDocument/2006/relationships/image" Target="../media/image1471.png"/><Relationship Id="rId40" Type="http://schemas.openxmlformats.org/officeDocument/2006/relationships/customXml" Target="../ink/ink2475.xml"/><Relationship Id="rId115" Type="http://schemas.openxmlformats.org/officeDocument/2006/relationships/image" Target="../media/image1084.png"/><Relationship Id="rId136" Type="http://schemas.openxmlformats.org/officeDocument/2006/relationships/customXml" Target="../ink/ink2523.xml"/><Relationship Id="rId157" Type="http://schemas.openxmlformats.org/officeDocument/2006/relationships/image" Target="../media/image1423.png"/><Relationship Id="rId178" Type="http://schemas.openxmlformats.org/officeDocument/2006/relationships/customXml" Target="../ink/ink2544.xml"/><Relationship Id="rId61" Type="http://schemas.openxmlformats.org/officeDocument/2006/relationships/image" Target="../media/image926.png"/><Relationship Id="rId82" Type="http://schemas.openxmlformats.org/officeDocument/2006/relationships/customXml" Target="../ink/ink2496.xml"/><Relationship Id="rId199" Type="http://schemas.openxmlformats.org/officeDocument/2006/relationships/image" Target="../media/image1443.png"/><Relationship Id="rId203" Type="http://schemas.openxmlformats.org/officeDocument/2006/relationships/image" Target="../media/image1445.png"/><Relationship Id="rId19" Type="http://schemas.openxmlformats.org/officeDocument/2006/relationships/image" Target="../media/image395.png"/><Relationship Id="rId224" Type="http://schemas.openxmlformats.org/officeDocument/2006/relationships/customXml" Target="../ink/ink2567.xml"/><Relationship Id="rId245" Type="http://schemas.openxmlformats.org/officeDocument/2006/relationships/image" Target="../media/image1466.png"/><Relationship Id="rId30" Type="http://schemas.openxmlformats.org/officeDocument/2006/relationships/customXml" Target="../ink/ink2470.xml"/><Relationship Id="rId105" Type="http://schemas.openxmlformats.org/officeDocument/2006/relationships/image" Target="../media/image605.png"/><Relationship Id="rId126" Type="http://schemas.openxmlformats.org/officeDocument/2006/relationships/customXml" Target="../ink/ink2518.xml"/><Relationship Id="rId147" Type="http://schemas.openxmlformats.org/officeDocument/2006/relationships/image" Target="../media/image1418.png"/><Relationship Id="rId168" Type="http://schemas.openxmlformats.org/officeDocument/2006/relationships/customXml" Target="../ink/ink2539.xml"/><Relationship Id="rId51" Type="http://schemas.openxmlformats.org/officeDocument/2006/relationships/image" Target="../media/image413.png"/><Relationship Id="rId72" Type="http://schemas.openxmlformats.org/officeDocument/2006/relationships/customXml" Target="../ink/ink2491.xml"/><Relationship Id="rId93" Type="http://schemas.openxmlformats.org/officeDocument/2006/relationships/image" Target="../media/image599.png"/><Relationship Id="rId189" Type="http://schemas.openxmlformats.org/officeDocument/2006/relationships/image" Target="../media/image1439.png"/><Relationship Id="rId3" Type="http://schemas.openxmlformats.org/officeDocument/2006/relationships/image" Target="../media/image387.png"/><Relationship Id="rId214" Type="http://schemas.openxmlformats.org/officeDocument/2006/relationships/customXml" Target="../ink/ink2562.xml"/><Relationship Id="rId235" Type="http://schemas.openxmlformats.org/officeDocument/2006/relationships/image" Target="../media/image1461.png"/><Relationship Id="rId256" Type="http://schemas.openxmlformats.org/officeDocument/2006/relationships/customXml" Target="../ink/ink2583.xml"/><Relationship Id="rId116" Type="http://schemas.openxmlformats.org/officeDocument/2006/relationships/customXml" Target="../ink/ink2513.xml"/><Relationship Id="rId137" Type="http://schemas.openxmlformats.org/officeDocument/2006/relationships/image" Target="../media/image1413.png"/><Relationship Id="rId158" Type="http://schemas.openxmlformats.org/officeDocument/2006/relationships/customXml" Target="../ink/ink2534.xml"/><Relationship Id="rId20" Type="http://schemas.openxmlformats.org/officeDocument/2006/relationships/customXml" Target="../ink/ink2465.xml"/><Relationship Id="rId41" Type="http://schemas.openxmlformats.org/officeDocument/2006/relationships/image" Target="../media/image406.png"/><Relationship Id="rId62" Type="http://schemas.openxmlformats.org/officeDocument/2006/relationships/customXml" Target="../ink/ink2486.xml"/><Relationship Id="rId83" Type="http://schemas.openxmlformats.org/officeDocument/2006/relationships/image" Target="../media/image594.png"/><Relationship Id="rId179" Type="http://schemas.openxmlformats.org/officeDocument/2006/relationships/image" Target="../media/image1434.png"/><Relationship Id="rId190" Type="http://schemas.openxmlformats.org/officeDocument/2006/relationships/customXml" Target="../ink/ink2550.xml"/><Relationship Id="rId204" Type="http://schemas.openxmlformats.org/officeDocument/2006/relationships/customXml" Target="../ink/ink2557.xml"/><Relationship Id="rId225" Type="http://schemas.openxmlformats.org/officeDocument/2006/relationships/image" Target="../media/image1456.png"/><Relationship Id="rId246" Type="http://schemas.openxmlformats.org/officeDocument/2006/relationships/customXml" Target="../ink/ink2578.xml"/><Relationship Id="rId106" Type="http://schemas.openxmlformats.org/officeDocument/2006/relationships/customXml" Target="../ink/ink2508.xml"/><Relationship Id="rId127" Type="http://schemas.openxmlformats.org/officeDocument/2006/relationships/image" Target="../media/image1408.png"/><Relationship Id="rId10" Type="http://schemas.openxmlformats.org/officeDocument/2006/relationships/customXml" Target="../ink/ink2460.xml"/><Relationship Id="rId31" Type="http://schemas.openxmlformats.org/officeDocument/2006/relationships/image" Target="../media/image401.png"/><Relationship Id="rId52" Type="http://schemas.openxmlformats.org/officeDocument/2006/relationships/customXml" Target="../ink/ink2481.xml"/><Relationship Id="rId73" Type="http://schemas.openxmlformats.org/officeDocument/2006/relationships/image" Target="../media/image581.png"/><Relationship Id="rId94" Type="http://schemas.openxmlformats.org/officeDocument/2006/relationships/customXml" Target="../ink/ink2502.xml"/><Relationship Id="rId148" Type="http://schemas.openxmlformats.org/officeDocument/2006/relationships/customXml" Target="../ink/ink2529.xml"/><Relationship Id="rId169" Type="http://schemas.openxmlformats.org/officeDocument/2006/relationships/image" Target="../media/image1429.png"/><Relationship Id="rId4" Type="http://schemas.openxmlformats.org/officeDocument/2006/relationships/customXml" Target="../ink/ink2457.xml"/><Relationship Id="rId180" Type="http://schemas.openxmlformats.org/officeDocument/2006/relationships/customXml" Target="../ink/ink2545.xml"/><Relationship Id="rId215" Type="http://schemas.openxmlformats.org/officeDocument/2006/relationships/image" Target="../media/image1451.png"/><Relationship Id="rId236" Type="http://schemas.openxmlformats.org/officeDocument/2006/relationships/customXml" Target="../ink/ink2573.xml"/><Relationship Id="rId257" Type="http://schemas.openxmlformats.org/officeDocument/2006/relationships/image" Target="../media/image1472.png"/><Relationship Id="rId42" Type="http://schemas.openxmlformats.org/officeDocument/2006/relationships/customXml" Target="../ink/ink2476.xml"/><Relationship Id="rId84" Type="http://schemas.openxmlformats.org/officeDocument/2006/relationships/customXml" Target="../ink/ink2497.xml"/><Relationship Id="rId138" Type="http://schemas.openxmlformats.org/officeDocument/2006/relationships/customXml" Target="../ink/ink2524.xml"/></Relationships>
</file>

<file path=ppt/slides/_rels/slide19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2643.xml"/><Relationship Id="rId21" Type="http://schemas.openxmlformats.org/officeDocument/2006/relationships/customXml" Target="../ink/ink2595.xml"/><Relationship Id="rId63" Type="http://schemas.openxmlformats.org/officeDocument/2006/relationships/customXml" Target="../ink/ink2616.xml"/><Relationship Id="rId159" Type="http://schemas.openxmlformats.org/officeDocument/2006/relationships/customXml" Target="../ink/ink2664.xml"/><Relationship Id="rId170" Type="http://schemas.openxmlformats.org/officeDocument/2006/relationships/image" Target="../media/image1437.png"/><Relationship Id="rId226" Type="http://schemas.openxmlformats.org/officeDocument/2006/relationships/image" Target="../media/image1464.png"/><Relationship Id="rId268" Type="http://schemas.openxmlformats.org/officeDocument/2006/relationships/image" Target="../media/image32.png"/><Relationship Id="rId32" Type="http://schemas.openxmlformats.org/officeDocument/2006/relationships/image" Target="../media/image401.png"/><Relationship Id="rId74" Type="http://schemas.openxmlformats.org/officeDocument/2006/relationships/image" Target="../media/image582.png"/><Relationship Id="rId128" Type="http://schemas.openxmlformats.org/officeDocument/2006/relationships/image" Target="../media/image1416.png"/><Relationship Id="rId5" Type="http://schemas.openxmlformats.org/officeDocument/2006/relationships/customXml" Target="../ink/ink2587.xml"/><Relationship Id="rId95" Type="http://schemas.openxmlformats.org/officeDocument/2006/relationships/customXml" Target="../ink/ink2632.xml"/><Relationship Id="rId160" Type="http://schemas.openxmlformats.org/officeDocument/2006/relationships/image" Target="../media/image1432.png"/><Relationship Id="rId181" Type="http://schemas.openxmlformats.org/officeDocument/2006/relationships/customXml" Target="../ink/ink2675.xml"/><Relationship Id="rId216" Type="http://schemas.openxmlformats.org/officeDocument/2006/relationships/image" Target="../media/image1459.png"/><Relationship Id="rId237" Type="http://schemas.openxmlformats.org/officeDocument/2006/relationships/customXml" Target="../ink/ink2703.xml"/><Relationship Id="rId258" Type="http://schemas.openxmlformats.org/officeDocument/2006/relationships/image" Target="../media/image1480.png"/><Relationship Id="rId22" Type="http://schemas.openxmlformats.org/officeDocument/2006/relationships/image" Target="../media/image396.png"/><Relationship Id="rId43" Type="http://schemas.openxmlformats.org/officeDocument/2006/relationships/customXml" Target="../ink/ink2606.xml"/><Relationship Id="rId64" Type="http://schemas.openxmlformats.org/officeDocument/2006/relationships/image" Target="../media/image1004.png"/><Relationship Id="rId118" Type="http://schemas.openxmlformats.org/officeDocument/2006/relationships/image" Target="../media/image1088.png"/><Relationship Id="rId139" Type="http://schemas.openxmlformats.org/officeDocument/2006/relationships/customXml" Target="../ink/ink2654.xml"/><Relationship Id="rId85" Type="http://schemas.openxmlformats.org/officeDocument/2006/relationships/customXml" Target="../ink/ink2627.xml"/><Relationship Id="rId150" Type="http://schemas.openxmlformats.org/officeDocument/2006/relationships/image" Target="../media/image1427.png"/><Relationship Id="rId171" Type="http://schemas.openxmlformats.org/officeDocument/2006/relationships/customXml" Target="../ink/ink2670.xml"/><Relationship Id="rId192" Type="http://schemas.openxmlformats.org/officeDocument/2006/relationships/image" Target="../media/image1447.png"/><Relationship Id="rId206" Type="http://schemas.openxmlformats.org/officeDocument/2006/relationships/image" Target="../media/image1454.png"/><Relationship Id="rId227" Type="http://schemas.openxmlformats.org/officeDocument/2006/relationships/customXml" Target="../ink/ink2698.xml"/><Relationship Id="rId248" Type="http://schemas.openxmlformats.org/officeDocument/2006/relationships/image" Target="../media/image1475.png"/><Relationship Id="rId269" Type="http://schemas.openxmlformats.org/officeDocument/2006/relationships/customXml" Target="../ink/ink2719.xml"/><Relationship Id="rId12" Type="http://schemas.openxmlformats.org/officeDocument/2006/relationships/image" Target="../media/image391.png"/><Relationship Id="rId33" Type="http://schemas.openxmlformats.org/officeDocument/2006/relationships/customXml" Target="../ink/ink2601.xml"/><Relationship Id="rId108" Type="http://schemas.openxmlformats.org/officeDocument/2006/relationships/image" Target="../media/image607.png"/><Relationship Id="rId129" Type="http://schemas.openxmlformats.org/officeDocument/2006/relationships/customXml" Target="../ink/ink2649.xml"/><Relationship Id="rId54" Type="http://schemas.openxmlformats.org/officeDocument/2006/relationships/image" Target="../media/image414.png"/><Relationship Id="rId75" Type="http://schemas.openxmlformats.org/officeDocument/2006/relationships/customXml" Target="../ink/ink2622.xml"/><Relationship Id="rId96" Type="http://schemas.openxmlformats.org/officeDocument/2006/relationships/image" Target="../media/image601.png"/><Relationship Id="rId140" Type="http://schemas.openxmlformats.org/officeDocument/2006/relationships/image" Target="../media/image1422.png"/><Relationship Id="rId161" Type="http://schemas.openxmlformats.org/officeDocument/2006/relationships/customXml" Target="../ink/ink2665.xml"/><Relationship Id="rId182" Type="http://schemas.openxmlformats.org/officeDocument/2006/relationships/image" Target="../media/image1442.png"/><Relationship Id="rId217" Type="http://schemas.openxmlformats.org/officeDocument/2006/relationships/customXml" Target="../ink/ink2693.xml"/><Relationship Id="rId6" Type="http://schemas.openxmlformats.org/officeDocument/2006/relationships/image" Target="../media/image388.png"/><Relationship Id="rId238" Type="http://schemas.openxmlformats.org/officeDocument/2006/relationships/image" Target="../media/image1470.png"/><Relationship Id="rId259" Type="http://schemas.openxmlformats.org/officeDocument/2006/relationships/customXml" Target="../ink/ink2714.xml"/><Relationship Id="rId23" Type="http://schemas.openxmlformats.org/officeDocument/2006/relationships/customXml" Target="../ink/ink2596.xml"/><Relationship Id="rId119" Type="http://schemas.openxmlformats.org/officeDocument/2006/relationships/customXml" Target="../ink/ink2644.xml"/><Relationship Id="rId270" Type="http://schemas.openxmlformats.org/officeDocument/2006/relationships/customXml" Target="../ink/ink2720.xml"/><Relationship Id="rId44" Type="http://schemas.openxmlformats.org/officeDocument/2006/relationships/image" Target="../media/image407.png"/><Relationship Id="rId65" Type="http://schemas.openxmlformats.org/officeDocument/2006/relationships/customXml" Target="../ink/ink2617.xml"/><Relationship Id="rId86" Type="http://schemas.openxmlformats.org/officeDocument/2006/relationships/image" Target="../media/image596.png"/><Relationship Id="rId130" Type="http://schemas.openxmlformats.org/officeDocument/2006/relationships/image" Target="../media/image1417.png"/><Relationship Id="rId151" Type="http://schemas.openxmlformats.org/officeDocument/2006/relationships/customXml" Target="../ink/ink2660.xml"/><Relationship Id="rId172" Type="http://schemas.openxmlformats.org/officeDocument/2006/relationships/image" Target="../media/image1438.png"/><Relationship Id="rId193" Type="http://schemas.openxmlformats.org/officeDocument/2006/relationships/customXml" Target="../ink/ink2681.xml"/><Relationship Id="rId207" Type="http://schemas.openxmlformats.org/officeDocument/2006/relationships/customXml" Target="../ink/ink2688.xml"/><Relationship Id="rId228" Type="http://schemas.openxmlformats.org/officeDocument/2006/relationships/image" Target="../media/image1465.png"/><Relationship Id="rId249" Type="http://schemas.openxmlformats.org/officeDocument/2006/relationships/customXml" Target="../ink/ink2709.xml"/><Relationship Id="rId13" Type="http://schemas.openxmlformats.org/officeDocument/2006/relationships/customXml" Target="../ink/ink2591.xml"/><Relationship Id="rId109" Type="http://schemas.openxmlformats.org/officeDocument/2006/relationships/customXml" Target="../ink/ink2639.xml"/><Relationship Id="rId260" Type="http://schemas.openxmlformats.org/officeDocument/2006/relationships/image" Target="../media/image1481.png"/><Relationship Id="rId34" Type="http://schemas.openxmlformats.org/officeDocument/2006/relationships/image" Target="../media/image402.png"/><Relationship Id="rId55" Type="http://schemas.openxmlformats.org/officeDocument/2006/relationships/customXml" Target="../ink/ink2612.xml"/><Relationship Id="rId76" Type="http://schemas.openxmlformats.org/officeDocument/2006/relationships/image" Target="../media/image583.png"/><Relationship Id="rId97" Type="http://schemas.openxmlformats.org/officeDocument/2006/relationships/customXml" Target="../ink/ink2633.xml"/><Relationship Id="rId120" Type="http://schemas.openxmlformats.org/officeDocument/2006/relationships/image" Target="../media/image1341.png"/><Relationship Id="rId141" Type="http://schemas.openxmlformats.org/officeDocument/2006/relationships/customXml" Target="../ink/ink2655.xml"/><Relationship Id="rId7" Type="http://schemas.openxmlformats.org/officeDocument/2006/relationships/customXml" Target="../ink/ink2588.xml"/><Relationship Id="rId162" Type="http://schemas.openxmlformats.org/officeDocument/2006/relationships/image" Target="../media/image1433.png"/><Relationship Id="rId183" Type="http://schemas.openxmlformats.org/officeDocument/2006/relationships/customXml" Target="../ink/ink2676.xml"/><Relationship Id="rId218" Type="http://schemas.openxmlformats.org/officeDocument/2006/relationships/image" Target="../media/image1460.png"/><Relationship Id="rId239" Type="http://schemas.openxmlformats.org/officeDocument/2006/relationships/customXml" Target="../ink/ink2704.xml"/><Relationship Id="rId250" Type="http://schemas.openxmlformats.org/officeDocument/2006/relationships/image" Target="../media/image1476.png"/><Relationship Id="rId271" Type="http://schemas.openxmlformats.org/officeDocument/2006/relationships/image" Target="../media/image1485.png"/><Relationship Id="rId24" Type="http://schemas.openxmlformats.org/officeDocument/2006/relationships/image" Target="../media/image397.png"/><Relationship Id="rId45" Type="http://schemas.openxmlformats.org/officeDocument/2006/relationships/customXml" Target="../ink/ink2607.xml"/><Relationship Id="rId66" Type="http://schemas.openxmlformats.org/officeDocument/2006/relationships/image" Target="../media/image578.png"/><Relationship Id="rId87" Type="http://schemas.openxmlformats.org/officeDocument/2006/relationships/customXml" Target="../ink/ink2628.xml"/><Relationship Id="rId110" Type="http://schemas.openxmlformats.org/officeDocument/2006/relationships/image" Target="../media/image608.png"/><Relationship Id="rId131" Type="http://schemas.openxmlformats.org/officeDocument/2006/relationships/customXml" Target="../ink/ink2650.xml"/><Relationship Id="rId152" Type="http://schemas.openxmlformats.org/officeDocument/2006/relationships/image" Target="../media/image1428.png"/><Relationship Id="rId173" Type="http://schemas.openxmlformats.org/officeDocument/2006/relationships/customXml" Target="../ink/ink2671.xml"/><Relationship Id="rId194" Type="http://schemas.openxmlformats.org/officeDocument/2006/relationships/image" Target="../media/image1448.png"/><Relationship Id="rId208" Type="http://schemas.openxmlformats.org/officeDocument/2006/relationships/image" Target="../media/image1455.png"/><Relationship Id="rId229" Type="http://schemas.openxmlformats.org/officeDocument/2006/relationships/customXml" Target="../ink/ink2699.xml"/><Relationship Id="rId240" Type="http://schemas.openxmlformats.org/officeDocument/2006/relationships/image" Target="../media/image1471.png"/><Relationship Id="rId261" Type="http://schemas.openxmlformats.org/officeDocument/2006/relationships/customXml" Target="../ink/ink2715.xml"/><Relationship Id="rId14" Type="http://schemas.openxmlformats.org/officeDocument/2006/relationships/image" Target="../media/image392.png"/><Relationship Id="rId35" Type="http://schemas.openxmlformats.org/officeDocument/2006/relationships/customXml" Target="../ink/ink2602.xml"/><Relationship Id="rId56" Type="http://schemas.openxmlformats.org/officeDocument/2006/relationships/image" Target="../media/image415.png"/><Relationship Id="rId77" Type="http://schemas.openxmlformats.org/officeDocument/2006/relationships/customXml" Target="../ink/ink2623.xml"/><Relationship Id="rId100" Type="http://schemas.openxmlformats.org/officeDocument/2006/relationships/image" Target="../media/image603.png"/><Relationship Id="rId8" Type="http://schemas.openxmlformats.org/officeDocument/2006/relationships/image" Target="../media/image389.png"/><Relationship Id="rId98" Type="http://schemas.openxmlformats.org/officeDocument/2006/relationships/image" Target="../media/image602.png"/><Relationship Id="rId121" Type="http://schemas.openxmlformats.org/officeDocument/2006/relationships/customXml" Target="../ink/ink2645.xml"/><Relationship Id="rId142" Type="http://schemas.openxmlformats.org/officeDocument/2006/relationships/image" Target="../media/image1423.png"/><Relationship Id="rId163" Type="http://schemas.openxmlformats.org/officeDocument/2006/relationships/customXml" Target="../ink/ink2666.xml"/><Relationship Id="rId184" Type="http://schemas.openxmlformats.org/officeDocument/2006/relationships/image" Target="../media/image1443.png"/><Relationship Id="rId219" Type="http://schemas.openxmlformats.org/officeDocument/2006/relationships/customXml" Target="../ink/ink2694.xml"/><Relationship Id="rId230" Type="http://schemas.openxmlformats.org/officeDocument/2006/relationships/image" Target="../media/image1466.png"/><Relationship Id="rId251" Type="http://schemas.openxmlformats.org/officeDocument/2006/relationships/customXml" Target="../ink/ink2710.xml"/><Relationship Id="rId25" Type="http://schemas.openxmlformats.org/officeDocument/2006/relationships/customXml" Target="../ink/ink2597.xml"/><Relationship Id="rId46" Type="http://schemas.openxmlformats.org/officeDocument/2006/relationships/image" Target="../media/image408.png"/><Relationship Id="rId67" Type="http://schemas.openxmlformats.org/officeDocument/2006/relationships/customXml" Target="../ink/ink2618.xml"/><Relationship Id="rId272" Type="http://schemas.openxmlformats.org/officeDocument/2006/relationships/customXml" Target="../ink/ink2721.xml"/><Relationship Id="rId88" Type="http://schemas.openxmlformats.org/officeDocument/2006/relationships/image" Target="../media/image597.png"/><Relationship Id="rId111" Type="http://schemas.openxmlformats.org/officeDocument/2006/relationships/customXml" Target="../ink/ink2640.xml"/><Relationship Id="rId132" Type="http://schemas.openxmlformats.org/officeDocument/2006/relationships/image" Target="../media/image1418.png"/><Relationship Id="rId153" Type="http://schemas.openxmlformats.org/officeDocument/2006/relationships/customXml" Target="../ink/ink2661.xml"/><Relationship Id="rId174" Type="http://schemas.openxmlformats.org/officeDocument/2006/relationships/image" Target="../media/image1439.png"/><Relationship Id="rId195" Type="http://schemas.openxmlformats.org/officeDocument/2006/relationships/customXml" Target="../ink/ink2682.xml"/><Relationship Id="rId209" Type="http://schemas.openxmlformats.org/officeDocument/2006/relationships/customXml" Target="../ink/ink2689.xml"/><Relationship Id="rId220" Type="http://schemas.openxmlformats.org/officeDocument/2006/relationships/image" Target="../media/image1461.png"/><Relationship Id="rId241" Type="http://schemas.openxmlformats.org/officeDocument/2006/relationships/customXml" Target="../ink/ink2705.xml"/><Relationship Id="rId15" Type="http://schemas.openxmlformats.org/officeDocument/2006/relationships/customXml" Target="../ink/ink2592.xml"/><Relationship Id="rId36" Type="http://schemas.openxmlformats.org/officeDocument/2006/relationships/image" Target="../media/image403.png"/><Relationship Id="rId57" Type="http://schemas.openxmlformats.org/officeDocument/2006/relationships/customXml" Target="../ink/ink2613.xml"/><Relationship Id="rId262" Type="http://schemas.openxmlformats.org/officeDocument/2006/relationships/image" Target="../media/image1482.png"/><Relationship Id="rId78" Type="http://schemas.openxmlformats.org/officeDocument/2006/relationships/image" Target="../media/image584.png"/><Relationship Id="rId99" Type="http://schemas.openxmlformats.org/officeDocument/2006/relationships/customXml" Target="../ink/ink2634.xml"/><Relationship Id="rId101" Type="http://schemas.openxmlformats.org/officeDocument/2006/relationships/customXml" Target="../ink/ink2635.xml"/><Relationship Id="rId122" Type="http://schemas.openxmlformats.org/officeDocument/2006/relationships/image" Target="../media/image1410.png"/><Relationship Id="rId143" Type="http://schemas.openxmlformats.org/officeDocument/2006/relationships/customXml" Target="../ink/ink2656.xml"/><Relationship Id="rId164" Type="http://schemas.openxmlformats.org/officeDocument/2006/relationships/image" Target="../media/image1434.png"/><Relationship Id="rId185" Type="http://schemas.openxmlformats.org/officeDocument/2006/relationships/customXml" Target="../ink/ink2677.xml"/><Relationship Id="rId9" Type="http://schemas.openxmlformats.org/officeDocument/2006/relationships/customXml" Target="../ink/ink2589.xml"/><Relationship Id="rId210" Type="http://schemas.openxmlformats.org/officeDocument/2006/relationships/image" Target="../media/image1456.png"/><Relationship Id="rId26" Type="http://schemas.openxmlformats.org/officeDocument/2006/relationships/image" Target="../media/image398.png"/><Relationship Id="rId231" Type="http://schemas.openxmlformats.org/officeDocument/2006/relationships/customXml" Target="../ink/ink2700.xml"/><Relationship Id="rId252" Type="http://schemas.openxmlformats.org/officeDocument/2006/relationships/image" Target="../media/image1477.png"/><Relationship Id="rId273" Type="http://schemas.openxmlformats.org/officeDocument/2006/relationships/image" Target="../media/image1486.png"/><Relationship Id="rId47" Type="http://schemas.openxmlformats.org/officeDocument/2006/relationships/customXml" Target="../ink/ink2608.xml"/><Relationship Id="rId68" Type="http://schemas.openxmlformats.org/officeDocument/2006/relationships/image" Target="../media/image579.png"/><Relationship Id="rId89" Type="http://schemas.openxmlformats.org/officeDocument/2006/relationships/customXml" Target="../ink/ink2629.xml"/><Relationship Id="rId112" Type="http://schemas.openxmlformats.org/officeDocument/2006/relationships/image" Target="../media/image1083.png"/><Relationship Id="rId133" Type="http://schemas.openxmlformats.org/officeDocument/2006/relationships/customXml" Target="../ink/ink2651.xml"/><Relationship Id="rId154" Type="http://schemas.openxmlformats.org/officeDocument/2006/relationships/image" Target="../media/image1429.png"/><Relationship Id="rId175" Type="http://schemas.openxmlformats.org/officeDocument/2006/relationships/customXml" Target="../ink/ink2672.xml"/><Relationship Id="rId196" Type="http://schemas.openxmlformats.org/officeDocument/2006/relationships/image" Target="../media/image1449.png"/><Relationship Id="rId200" Type="http://schemas.openxmlformats.org/officeDocument/2006/relationships/image" Target="../media/image1451.png"/><Relationship Id="rId16" Type="http://schemas.openxmlformats.org/officeDocument/2006/relationships/image" Target="../media/image393.png"/><Relationship Id="rId221" Type="http://schemas.openxmlformats.org/officeDocument/2006/relationships/customXml" Target="../ink/ink2695.xml"/><Relationship Id="rId242" Type="http://schemas.openxmlformats.org/officeDocument/2006/relationships/image" Target="../media/image1472.png"/><Relationship Id="rId263" Type="http://schemas.openxmlformats.org/officeDocument/2006/relationships/customXml" Target="../ink/ink2716.xml"/><Relationship Id="rId37" Type="http://schemas.openxmlformats.org/officeDocument/2006/relationships/customXml" Target="../ink/ink2603.xml"/><Relationship Id="rId58" Type="http://schemas.openxmlformats.org/officeDocument/2006/relationships/image" Target="../media/image615.png"/><Relationship Id="rId79" Type="http://schemas.openxmlformats.org/officeDocument/2006/relationships/customXml" Target="../ink/ink2624.xml"/><Relationship Id="rId102" Type="http://schemas.openxmlformats.org/officeDocument/2006/relationships/image" Target="../media/image604.png"/><Relationship Id="rId123" Type="http://schemas.openxmlformats.org/officeDocument/2006/relationships/customXml" Target="../ink/ink2646.xml"/><Relationship Id="rId144" Type="http://schemas.openxmlformats.org/officeDocument/2006/relationships/image" Target="../media/image1424.png"/><Relationship Id="rId90" Type="http://schemas.openxmlformats.org/officeDocument/2006/relationships/image" Target="../media/image598.png"/><Relationship Id="rId165" Type="http://schemas.openxmlformats.org/officeDocument/2006/relationships/customXml" Target="../ink/ink2667.xml"/><Relationship Id="rId186" Type="http://schemas.openxmlformats.org/officeDocument/2006/relationships/image" Target="../media/image1444.png"/><Relationship Id="rId211" Type="http://schemas.openxmlformats.org/officeDocument/2006/relationships/customXml" Target="../ink/ink2690.xml"/><Relationship Id="rId232" Type="http://schemas.openxmlformats.org/officeDocument/2006/relationships/image" Target="../media/image1467.png"/><Relationship Id="rId253" Type="http://schemas.openxmlformats.org/officeDocument/2006/relationships/customXml" Target="../ink/ink2711.xml"/><Relationship Id="rId274" Type="http://schemas.openxmlformats.org/officeDocument/2006/relationships/customXml" Target="../ink/ink2722.xml"/><Relationship Id="rId27" Type="http://schemas.openxmlformats.org/officeDocument/2006/relationships/customXml" Target="../ink/ink2598.xml"/><Relationship Id="rId48" Type="http://schemas.openxmlformats.org/officeDocument/2006/relationships/image" Target="../media/image411.png"/><Relationship Id="rId69" Type="http://schemas.openxmlformats.org/officeDocument/2006/relationships/customXml" Target="../ink/ink2619.xml"/><Relationship Id="rId113" Type="http://schemas.openxmlformats.org/officeDocument/2006/relationships/customXml" Target="../ink/ink2641.xml"/><Relationship Id="rId134" Type="http://schemas.openxmlformats.org/officeDocument/2006/relationships/image" Target="../media/image1419.png"/><Relationship Id="rId80" Type="http://schemas.openxmlformats.org/officeDocument/2006/relationships/image" Target="../media/image585.png"/><Relationship Id="rId155" Type="http://schemas.openxmlformats.org/officeDocument/2006/relationships/customXml" Target="../ink/ink2662.xml"/><Relationship Id="rId176" Type="http://schemas.openxmlformats.org/officeDocument/2006/relationships/image" Target="../media/image1440.png"/><Relationship Id="rId197" Type="http://schemas.openxmlformats.org/officeDocument/2006/relationships/customXml" Target="../ink/ink2683.xml"/><Relationship Id="rId201" Type="http://schemas.openxmlformats.org/officeDocument/2006/relationships/customXml" Target="../ink/ink2685.xml"/><Relationship Id="rId222" Type="http://schemas.openxmlformats.org/officeDocument/2006/relationships/image" Target="../media/image1462.png"/><Relationship Id="rId243" Type="http://schemas.openxmlformats.org/officeDocument/2006/relationships/customXml" Target="../ink/ink2706.xml"/><Relationship Id="rId264" Type="http://schemas.openxmlformats.org/officeDocument/2006/relationships/image" Target="../media/image1483.png"/><Relationship Id="rId17" Type="http://schemas.openxmlformats.org/officeDocument/2006/relationships/customXml" Target="../ink/ink2593.xml"/><Relationship Id="rId38" Type="http://schemas.openxmlformats.org/officeDocument/2006/relationships/image" Target="../media/image404.png"/><Relationship Id="rId59" Type="http://schemas.openxmlformats.org/officeDocument/2006/relationships/customXml" Target="../ink/ink2614.xml"/><Relationship Id="rId103" Type="http://schemas.openxmlformats.org/officeDocument/2006/relationships/customXml" Target="../ink/ink2636.xml"/><Relationship Id="rId124" Type="http://schemas.openxmlformats.org/officeDocument/2006/relationships/image" Target="../media/image1413.png"/><Relationship Id="rId70" Type="http://schemas.openxmlformats.org/officeDocument/2006/relationships/image" Target="../media/image580.png"/><Relationship Id="rId91" Type="http://schemas.openxmlformats.org/officeDocument/2006/relationships/customXml" Target="../ink/ink2630.xml"/><Relationship Id="rId145" Type="http://schemas.openxmlformats.org/officeDocument/2006/relationships/customXml" Target="../ink/ink2657.xml"/><Relationship Id="rId166" Type="http://schemas.openxmlformats.org/officeDocument/2006/relationships/image" Target="../media/image1435.png"/><Relationship Id="rId187" Type="http://schemas.openxmlformats.org/officeDocument/2006/relationships/customXml" Target="../ink/ink2678.xml"/><Relationship Id="rId1" Type="http://schemas.openxmlformats.org/officeDocument/2006/relationships/slideLayout" Target="../slideLayouts/slideLayout7.xml"/><Relationship Id="rId212" Type="http://schemas.openxmlformats.org/officeDocument/2006/relationships/image" Target="../media/image1457.png"/><Relationship Id="rId233" Type="http://schemas.openxmlformats.org/officeDocument/2006/relationships/customXml" Target="../ink/ink2701.xml"/><Relationship Id="rId254" Type="http://schemas.openxmlformats.org/officeDocument/2006/relationships/image" Target="../media/image1478.png"/><Relationship Id="rId28" Type="http://schemas.openxmlformats.org/officeDocument/2006/relationships/image" Target="../media/image399.png"/><Relationship Id="rId49" Type="http://schemas.openxmlformats.org/officeDocument/2006/relationships/customXml" Target="../ink/ink2609.xml"/><Relationship Id="rId114" Type="http://schemas.openxmlformats.org/officeDocument/2006/relationships/image" Target="../media/image1084.png"/><Relationship Id="rId275" Type="http://schemas.openxmlformats.org/officeDocument/2006/relationships/image" Target="../media/image1487.png"/><Relationship Id="rId60" Type="http://schemas.openxmlformats.org/officeDocument/2006/relationships/image" Target="../media/image926.png"/><Relationship Id="rId81" Type="http://schemas.openxmlformats.org/officeDocument/2006/relationships/customXml" Target="../ink/ink2625.xml"/><Relationship Id="rId135" Type="http://schemas.openxmlformats.org/officeDocument/2006/relationships/customXml" Target="../ink/ink2652.xml"/><Relationship Id="rId156" Type="http://schemas.openxmlformats.org/officeDocument/2006/relationships/image" Target="../media/image1430.png"/><Relationship Id="rId177" Type="http://schemas.openxmlformats.org/officeDocument/2006/relationships/customXml" Target="../ink/ink2673.xml"/><Relationship Id="rId198" Type="http://schemas.openxmlformats.org/officeDocument/2006/relationships/image" Target="../media/image1450.png"/><Relationship Id="rId202" Type="http://schemas.openxmlformats.org/officeDocument/2006/relationships/image" Target="../media/image1452.png"/><Relationship Id="rId223" Type="http://schemas.openxmlformats.org/officeDocument/2006/relationships/customXml" Target="../ink/ink2696.xml"/><Relationship Id="rId244" Type="http://schemas.openxmlformats.org/officeDocument/2006/relationships/image" Target="../media/image1473.png"/><Relationship Id="rId18" Type="http://schemas.openxmlformats.org/officeDocument/2006/relationships/image" Target="../media/image394.png"/><Relationship Id="rId39" Type="http://schemas.openxmlformats.org/officeDocument/2006/relationships/customXml" Target="../ink/ink2604.xml"/><Relationship Id="rId265" Type="http://schemas.openxmlformats.org/officeDocument/2006/relationships/customXml" Target="../ink/ink2717.xml"/><Relationship Id="rId50" Type="http://schemas.openxmlformats.org/officeDocument/2006/relationships/image" Target="../media/image412.png"/><Relationship Id="rId104" Type="http://schemas.openxmlformats.org/officeDocument/2006/relationships/image" Target="../media/image605.png"/><Relationship Id="rId125" Type="http://schemas.openxmlformats.org/officeDocument/2006/relationships/customXml" Target="../ink/ink2647.xml"/><Relationship Id="rId146" Type="http://schemas.openxmlformats.org/officeDocument/2006/relationships/image" Target="../media/image1425.png"/><Relationship Id="rId167" Type="http://schemas.openxmlformats.org/officeDocument/2006/relationships/customXml" Target="../ink/ink2668.xml"/><Relationship Id="rId188" Type="http://schemas.openxmlformats.org/officeDocument/2006/relationships/image" Target="../media/image1445.png"/><Relationship Id="rId71" Type="http://schemas.openxmlformats.org/officeDocument/2006/relationships/customXml" Target="../ink/ink2620.xml"/><Relationship Id="rId92" Type="http://schemas.openxmlformats.org/officeDocument/2006/relationships/image" Target="../media/image599.png"/><Relationship Id="rId213" Type="http://schemas.openxmlformats.org/officeDocument/2006/relationships/customXml" Target="../ink/ink2691.xml"/><Relationship Id="rId234" Type="http://schemas.openxmlformats.org/officeDocument/2006/relationships/image" Target="../media/image1468.png"/><Relationship Id="rId2" Type="http://schemas.openxmlformats.org/officeDocument/2006/relationships/notesSlide" Target="../notesSlides/notesSlide2.xml"/><Relationship Id="rId29" Type="http://schemas.openxmlformats.org/officeDocument/2006/relationships/customXml" Target="../ink/ink2599.xml"/><Relationship Id="rId255" Type="http://schemas.openxmlformats.org/officeDocument/2006/relationships/customXml" Target="../ink/ink2712.xml"/><Relationship Id="rId40" Type="http://schemas.openxmlformats.org/officeDocument/2006/relationships/image" Target="../media/image405.png"/><Relationship Id="rId115" Type="http://schemas.openxmlformats.org/officeDocument/2006/relationships/customXml" Target="../ink/ink2642.xml"/><Relationship Id="rId136" Type="http://schemas.openxmlformats.org/officeDocument/2006/relationships/image" Target="../media/image1420.png"/><Relationship Id="rId157" Type="http://schemas.openxmlformats.org/officeDocument/2006/relationships/customXml" Target="../ink/ink2663.xml"/><Relationship Id="rId178" Type="http://schemas.openxmlformats.org/officeDocument/2006/relationships/image" Target="../media/image802.png"/><Relationship Id="rId61" Type="http://schemas.openxmlformats.org/officeDocument/2006/relationships/customXml" Target="../ink/ink2615.xml"/><Relationship Id="rId82" Type="http://schemas.openxmlformats.org/officeDocument/2006/relationships/image" Target="../media/image594.png"/><Relationship Id="rId199" Type="http://schemas.openxmlformats.org/officeDocument/2006/relationships/customXml" Target="../ink/ink2684.xml"/><Relationship Id="rId203" Type="http://schemas.openxmlformats.org/officeDocument/2006/relationships/customXml" Target="../ink/ink2686.xml"/><Relationship Id="rId19" Type="http://schemas.openxmlformats.org/officeDocument/2006/relationships/customXml" Target="../ink/ink2594.xml"/><Relationship Id="rId224" Type="http://schemas.openxmlformats.org/officeDocument/2006/relationships/image" Target="../media/image1463.png"/><Relationship Id="rId245" Type="http://schemas.openxmlformats.org/officeDocument/2006/relationships/customXml" Target="../ink/ink2707.xml"/><Relationship Id="rId266" Type="http://schemas.openxmlformats.org/officeDocument/2006/relationships/image" Target="../media/image1484.png"/><Relationship Id="rId30" Type="http://schemas.openxmlformats.org/officeDocument/2006/relationships/image" Target="../media/image400.png"/><Relationship Id="rId105" Type="http://schemas.openxmlformats.org/officeDocument/2006/relationships/customXml" Target="../ink/ink2637.xml"/><Relationship Id="rId126" Type="http://schemas.openxmlformats.org/officeDocument/2006/relationships/image" Target="../media/image1415.png"/><Relationship Id="rId147" Type="http://schemas.openxmlformats.org/officeDocument/2006/relationships/customXml" Target="../ink/ink2658.xml"/><Relationship Id="rId168" Type="http://schemas.openxmlformats.org/officeDocument/2006/relationships/image" Target="../media/image1436.png"/><Relationship Id="rId51" Type="http://schemas.openxmlformats.org/officeDocument/2006/relationships/customXml" Target="../ink/ink2610.xml"/><Relationship Id="rId72" Type="http://schemas.openxmlformats.org/officeDocument/2006/relationships/image" Target="../media/image581.png"/><Relationship Id="rId93" Type="http://schemas.openxmlformats.org/officeDocument/2006/relationships/customXml" Target="../ink/ink2631.xml"/><Relationship Id="rId189" Type="http://schemas.openxmlformats.org/officeDocument/2006/relationships/customXml" Target="../ink/ink2679.xml"/><Relationship Id="rId3" Type="http://schemas.openxmlformats.org/officeDocument/2006/relationships/customXml" Target="../ink/ink2586.xml"/><Relationship Id="rId214" Type="http://schemas.openxmlformats.org/officeDocument/2006/relationships/image" Target="../media/image1458.png"/><Relationship Id="rId235" Type="http://schemas.openxmlformats.org/officeDocument/2006/relationships/customXml" Target="../ink/ink2702.xml"/><Relationship Id="rId256" Type="http://schemas.openxmlformats.org/officeDocument/2006/relationships/image" Target="../media/image1479.png"/><Relationship Id="rId116" Type="http://schemas.openxmlformats.org/officeDocument/2006/relationships/image" Target="../media/image1087.png"/><Relationship Id="rId137" Type="http://schemas.openxmlformats.org/officeDocument/2006/relationships/customXml" Target="../ink/ink2653.xml"/><Relationship Id="rId158" Type="http://schemas.openxmlformats.org/officeDocument/2006/relationships/image" Target="../media/image1431.png"/><Relationship Id="rId20" Type="http://schemas.openxmlformats.org/officeDocument/2006/relationships/image" Target="../media/image395.png"/><Relationship Id="rId41" Type="http://schemas.openxmlformats.org/officeDocument/2006/relationships/customXml" Target="../ink/ink2605.xml"/><Relationship Id="rId62" Type="http://schemas.openxmlformats.org/officeDocument/2006/relationships/image" Target="../media/image1003.png"/><Relationship Id="rId83" Type="http://schemas.openxmlformats.org/officeDocument/2006/relationships/customXml" Target="../ink/ink2626.xml"/><Relationship Id="rId179" Type="http://schemas.openxmlformats.org/officeDocument/2006/relationships/customXml" Target="../ink/ink2674.xml"/><Relationship Id="rId190" Type="http://schemas.openxmlformats.org/officeDocument/2006/relationships/image" Target="../media/image1446.png"/><Relationship Id="rId204" Type="http://schemas.openxmlformats.org/officeDocument/2006/relationships/image" Target="../media/image1453.png"/><Relationship Id="rId225" Type="http://schemas.openxmlformats.org/officeDocument/2006/relationships/customXml" Target="../ink/ink2697.xml"/><Relationship Id="rId246" Type="http://schemas.openxmlformats.org/officeDocument/2006/relationships/image" Target="../media/image1474.png"/><Relationship Id="rId267" Type="http://schemas.openxmlformats.org/officeDocument/2006/relationships/customXml" Target="../ink/ink2718.xml"/><Relationship Id="rId106" Type="http://schemas.openxmlformats.org/officeDocument/2006/relationships/image" Target="../media/image606.png"/><Relationship Id="rId127" Type="http://schemas.openxmlformats.org/officeDocument/2006/relationships/customXml" Target="../ink/ink2648.xml"/><Relationship Id="rId10" Type="http://schemas.openxmlformats.org/officeDocument/2006/relationships/image" Target="../media/image390.png"/><Relationship Id="rId31" Type="http://schemas.openxmlformats.org/officeDocument/2006/relationships/customXml" Target="../ink/ink2600.xml"/><Relationship Id="rId52" Type="http://schemas.openxmlformats.org/officeDocument/2006/relationships/image" Target="../media/image413.png"/><Relationship Id="rId73" Type="http://schemas.openxmlformats.org/officeDocument/2006/relationships/customXml" Target="../ink/ink2621.xml"/><Relationship Id="rId94" Type="http://schemas.openxmlformats.org/officeDocument/2006/relationships/image" Target="../media/image600.png"/><Relationship Id="rId148" Type="http://schemas.openxmlformats.org/officeDocument/2006/relationships/image" Target="../media/image1426.png"/><Relationship Id="rId169" Type="http://schemas.openxmlformats.org/officeDocument/2006/relationships/customXml" Target="../ink/ink2669.xml"/><Relationship Id="rId4" Type="http://schemas.openxmlformats.org/officeDocument/2006/relationships/image" Target="../media/image387.png"/><Relationship Id="rId180" Type="http://schemas.openxmlformats.org/officeDocument/2006/relationships/image" Target="../media/image1441.png"/><Relationship Id="rId215" Type="http://schemas.openxmlformats.org/officeDocument/2006/relationships/customXml" Target="../ink/ink2692.xml"/><Relationship Id="rId236" Type="http://schemas.openxmlformats.org/officeDocument/2006/relationships/image" Target="../media/image1469.png"/><Relationship Id="rId257" Type="http://schemas.openxmlformats.org/officeDocument/2006/relationships/customXml" Target="../ink/ink2713.xml"/><Relationship Id="rId42" Type="http://schemas.openxmlformats.org/officeDocument/2006/relationships/image" Target="../media/image406.png"/><Relationship Id="rId84" Type="http://schemas.openxmlformats.org/officeDocument/2006/relationships/image" Target="../media/image595.png"/><Relationship Id="rId138" Type="http://schemas.openxmlformats.org/officeDocument/2006/relationships/image" Target="../media/image1421.png"/><Relationship Id="rId191" Type="http://schemas.openxmlformats.org/officeDocument/2006/relationships/customXml" Target="../ink/ink2680.xml"/><Relationship Id="rId205" Type="http://schemas.openxmlformats.org/officeDocument/2006/relationships/customXml" Target="../ink/ink2687.xml"/><Relationship Id="rId247" Type="http://schemas.openxmlformats.org/officeDocument/2006/relationships/customXml" Target="../ink/ink2708.xml"/><Relationship Id="rId107" Type="http://schemas.openxmlformats.org/officeDocument/2006/relationships/customXml" Target="../ink/ink2638.xml"/><Relationship Id="rId11" Type="http://schemas.openxmlformats.org/officeDocument/2006/relationships/customXml" Target="../ink/ink2590.xml"/><Relationship Id="rId53" Type="http://schemas.openxmlformats.org/officeDocument/2006/relationships/customXml" Target="../ink/ink2611.xml"/><Relationship Id="rId149" Type="http://schemas.openxmlformats.org/officeDocument/2006/relationships/customXml" Target="../ink/ink2659.xml"/></Relationships>
</file>

<file path=ppt/slides/_rels/slide20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341.png"/><Relationship Id="rId21" Type="http://schemas.openxmlformats.org/officeDocument/2006/relationships/image" Target="../media/image396.png"/><Relationship Id="rId42" Type="http://schemas.openxmlformats.org/officeDocument/2006/relationships/customXml" Target="../ink/ink2743.xml"/><Relationship Id="rId63" Type="http://schemas.openxmlformats.org/officeDocument/2006/relationships/image" Target="../media/image578.png"/><Relationship Id="rId84" Type="http://schemas.openxmlformats.org/officeDocument/2006/relationships/customXml" Target="../ink/ink2764.xml"/><Relationship Id="rId138" Type="http://schemas.openxmlformats.org/officeDocument/2006/relationships/image" Target="../media/image1486.png"/><Relationship Id="rId159" Type="http://schemas.openxmlformats.org/officeDocument/2006/relationships/customXml" Target="../ink/ink2802.xml"/><Relationship Id="rId170" Type="http://schemas.openxmlformats.org/officeDocument/2006/relationships/image" Target="../media/image1503.png"/><Relationship Id="rId191" Type="http://schemas.openxmlformats.org/officeDocument/2006/relationships/customXml" Target="../ink/ink2818.xml"/><Relationship Id="rId107" Type="http://schemas.openxmlformats.org/officeDocument/2006/relationships/image" Target="../media/image608.png"/><Relationship Id="rId11" Type="http://schemas.openxmlformats.org/officeDocument/2006/relationships/image" Target="../media/image391.png"/><Relationship Id="rId32" Type="http://schemas.openxmlformats.org/officeDocument/2006/relationships/customXml" Target="../ink/ink2738.xml"/><Relationship Id="rId53" Type="http://schemas.openxmlformats.org/officeDocument/2006/relationships/image" Target="../media/image1003.png"/><Relationship Id="rId74" Type="http://schemas.openxmlformats.org/officeDocument/2006/relationships/customXml" Target="../ink/ink2759.xml"/><Relationship Id="rId128" Type="http://schemas.openxmlformats.org/officeDocument/2006/relationships/customXml" Target="../ink/ink2786.xml"/><Relationship Id="rId149" Type="http://schemas.openxmlformats.org/officeDocument/2006/relationships/customXml" Target="../ink/ink2797.xml"/><Relationship Id="rId5" Type="http://schemas.openxmlformats.org/officeDocument/2006/relationships/image" Target="../media/image388.png"/><Relationship Id="rId95" Type="http://schemas.openxmlformats.org/officeDocument/2006/relationships/image" Target="../media/image602.png"/><Relationship Id="rId160" Type="http://schemas.openxmlformats.org/officeDocument/2006/relationships/image" Target="../media/image1498.png"/><Relationship Id="rId181" Type="http://schemas.openxmlformats.org/officeDocument/2006/relationships/customXml" Target="../ink/ink2813.xml"/><Relationship Id="rId22" Type="http://schemas.openxmlformats.org/officeDocument/2006/relationships/customXml" Target="../ink/ink2733.xml"/><Relationship Id="rId43" Type="http://schemas.openxmlformats.org/officeDocument/2006/relationships/image" Target="../media/image411.png"/><Relationship Id="rId64" Type="http://schemas.openxmlformats.org/officeDocument/2006/relationships/customXml" Target="../ink/ink2754.xml"/><Relationship Id="rId118" Type="http://schemas.openxmlformats.org/officeDocument/2006/relationships/customXml" Target="../ink/ink2781.xml"/><Relationship Id="rId139" Type="http://schemas.openxmlformats.org/officeDocument/2006/relationships/customXml" Target="../ink/ink2792.xml"/><Relationship Id="rId85" Type="http://schemas.openxmlformats.org/officeDocument/2006/relationships/image" Target="../media/image597.png"/><Relationship Id="rId150" Type="http://schemas.openxmlformats.org/officeDocument/2006/relationships/image" Target="../media/image1493.png"/><Relationship Id="rId171" Type="http://schemas.openxmlformats.org/officeDocument/2006/relationships/customXml" Target="../ink/ink2808.xml"/><Relationship Id="rId192" Type="http://schemas.openxmlformats.org/officeDocument/2006/relationships/image" Target="../media/image1514.png"/><Relationship Id="rId12" Type="http://schemas.openxmlformats.org/officeDocument/2006/relationships/customXml" Target="../ink/ink2728.xml"/><Relationship Id="rId33" Type="http://schemas.openxmlformats.org/officeDocument/2006/relationships/image" Target="../media/image402.png"/><Relationship Id="rId108" Type="http://schemas.openxmlformats.org/officeDocument/2006/relationships/customXml" Target="../ink/ink2776.xml"/><Relationship Id="rId129" Type="http://schemas.openxmlformats.org/officeDocument/2006/relationships/image" Target="../media/image1483.png"/><Relationship Id="rId54" Type="http://schemas.openxmlformats.org/officeDocument/2006/relationships/customXml" Target="../ink/ink2749.xml"/><Relationship Id="rId75" Type="http://schemas.openxmlformats.org/officeDocument/2006/relationships/image" Target="../media/image584.png"/><Relationship Id="rId96" Type="http://schemas.openxmlformats.org/officeDocument/2006/relationships/customXml" Target="../ink/ink2770.xml"/><Relationship Id="rId140" Type="http://schemas.openxmlformats.org/officeDocument/2006/relationships/image" Target="../media/image1487.png"/><Relationship Id="rId161" Type="http://schemas.openxmlformats.org/officeDocument/2006/relationships/customXml" Target="../ink/ink2803.xml"/><Relationship Id="rId182" Type="http://schemas.openxmlformats.org/officeDocument/2006/relationships/image" Target="../media/image1509.png"/><Relationship Id="rId6" Type="http://schemas.openxmlformats.org/officeDocument/2006/relationships/customXml" Target="../ink/ink2725.xml"/><Relationship Id="rId23" Type="http://schemas.openxmlformats.org/officeDocument/2006/relationships/image" Target="../media/image397.png"/><Relationship Id="rId119" Type="http://schemas.openxmlformats.org/officeDocument/2006/relationships/image" Target="../media/image1413.png"/><Relationship Id="rId44" Type="http://schemas.openxmlformats.org/officeDocument/2006/relationships/customXml" Target="../ink/ink2744.xml"/><Relationship Id="rId65" Type="http://schemas.openxmlformats.org/officeDocument/2006/relationships/image" Target="../media/image579.png"/><Relationship Id="rId86" Type="http://schemas.openxmlformats.org/officeDocument/2006/relationships/customXml" Target="../ink/ink2765.xml"/><Relationship Id="rId130" Type="http://schemas.openxmlformats.org/officeDocument/2006/relationships/customXml" Target="../ink/ink2787.xml"/><Relationship Id="rId151" Type="http://schemas.openxmlformats.org/officeDocument/2006/relationships/customXml" Target="../ink/ink2798.xml"/><Relationship Id="rId172" Type="http://schemas.openxmlformats.org/officeDocument/2006/relationships/image" Target="../media/image1504.png"/><Relationship Id="rId193" Type="http://schemas.openxmlformats.org/officeDocument/2006/relationships/customXml" Target="../ink/ink2819.xml"/><Relationship Id="rId13" Type="http://schemas.openxmlformats.org/officeDocument/2006/relationships/image" Target="../media/image392.png"/><Relationship Id="rId109" Type="http://schemas.openxmlformats.org/officeDocument/2006/relationships/image" Target="../media/image1083.png"/><Relationship Id="rId34" Type="http://schemas.openxmlformats.org/officeDocument/2006/relationships/customXml" Target="../ink/ink2739.xml"/><Relationship Id="rId50" Type="http://schemas.openxmlformats.org/officeDocument/2006/relationships/customXml" Target="../ink/ink2747.xml"/><Relationship Id="rId55" Type="http://schemas.openxmlformats.org/officeDocument/2006/relationships/image" Target="../media/image1004.png"/><Relationship Id="rId76" Type="http://schemas.openxmlformats.org/officeDocument/2006/relationships/customXml" Target="../ink/ink2760.xml"/><Relationship Id="rId97" Type="http://schemas.openxmlformats.org/officeDocument/2006/relationships/image" Target="../media/image603.png"/><Relationship Id="rId104" Type="http://schemas.openxmlformats.org/officeDocument/2006/relationships/customXml" Target="../ink/ink2774.xml"/><Relationship Id="rId120" Type="http://schemas.openxmlformats.org/officeDocument/2006/relationships/customXml" Target="../ink/ink2782.xml"/><Relationship Id="rId125" Type="http://schemas.openxmlformats.org/officeDocument/2006/relationships/image" Target="../media/image1481.png"/><Relationship Id="rId141" Type="http://schemas.openxmlformats.org/officeDocument/2006/relationships/customXml" Target="../ink/ink2793.xml"/><Relationship Id="rId146" Type="http://schemas.openxmlformats.org/officeDocument/2006/relationships/image" Target="../media/image1491.png"/><Relationship Id="rId167" Type="http://schemas.openxmlformats.org/officeDocument/2006/relationships/customXml" Target="../ink/ink2806.xml"/><Relationship Id="rId188" Type="http://schemas.openxmlformats.org/officeDocument/2006/relationships/image" Target="../media/image1512.png"/><Relationship Id="rId7" Type="http://schemas.openxmlformats.org/officeDocument/2006/relationships/image" Target="../media/image389.png"/><Relationship Id="rId71" Type="http://schemas.openxmlformats.org/officeDocument/2006/relationships/image" Target="../media/image582.png"/><Relationship Id="rId92" Type="http://schemas.openxmlformats.org/officeDocument/2006/relationships/customXml" Target="../ink/ink2768.xml"/><Relationship Id="rId162" Type="http://schemas.openxmlformats.org/officeDocument/2006/relationships/image" Target="../media/image1499.png"/><Relationship Id="rId183" Type="http://schemas.openxmlformats.org/officeDocument/2006/relationships/customXml" Target="../ink/ink2814.xml"/><Relationship Id="rId2" Type="http://schemas.openxmlformats.org/officeDocument/2006/relationships/customXml" Target="../ink/ink2723.xml"/><Relationship Id="rId29" Type="http://schemas.openxmlformats.org/officeDocument/2006/relationships/image" Target="../media/image400.png"/><Relationship Id="rId24" Type="http://schemas.openxmlformats.org/officeDocument/2006/relationships/customXml" Target="../ink/ink2734.xml"/><Relationship Id="rId40" Type="http://schemas.openxmlformats.org/officeDocument/2006/relationships/customXml" Target="../ink/ink2742.xml"/><Relationship Id="rId45" Type="http://schemas.openxmlformats.org/officeDocument/2006/relationships/image" Target="../media/image412.png"/><Relationship Id="rId66" Type="http://schemas.openxmlformats.org/officeDocument/2006/relationships/customXml" Target="../ink/ink2755.xml"/><Relationship Id="rId87" Type="http://schemas.openxmlformats.org/officeDocument/2006/relationships/image" Target="../media/image598.png"/><Relationship Id="rId110" Type="http://schemas.openxmlformats.org/officeDocument/2006/relationships/customXml" Target="../ink/ink2777.xml"/><Relationship Id="rId115" Type="http://schemas.openxmlformats.org/officeDocument/2006/relationships/image" Target="../media/image1088.png"/><Relationship Id="rId131" Type="http://schemas.openxmlformats.org/officeDocument/2006/relationships/image" Target="../media/image1484.png"/><Relationship Id="rId136" Type="http://schemas.openxmlformats.org/officeDocument/2006/relationships/image" Target="../media/image1485.png"/><Relationship Id="rId157" Type="http://schemas.openxmlformats.org/officeDocument/2006/relationships/customXml" Target="../ink/ink2801.xml"/><Relationship Id="rId178" Type="http://schemas.openxmlformats.org/officeDocument/2006/relationships/image" Target="../media/image1507.png"/><Relationship Id="rId61" Type="http://schemas.openxmlformats.org/officeDocument/2006/relationships/image" Target="../media/image1488.png"/><Relationship Id="rId82" Type="http://schemas.openxmlformats.org/officeDocument/2006/relationships/customXml" Target="../ink/ink2763.xml"/><Relationship Id="rId152" Type="http://schemas.openxmlformats.org/officeDocument/2006/relationships/image" Target="../media/image1494.png"/><Relationship Id="rId173" Type="http://schemas.openxmlformats.org/officeDocument/2006/relationships/customXml" Target="../ink/ink2809.xml"/><Relationship Id="rId194" Type="http://schemas.openxmlformats.org/officeDocument/2006/relationships/image" Target="../media/image1515.png"/><Relationship Id="rId19" Type="http://schemas.openxmlformats.org/officeDocument/2006/relationships/image" Target="../media/image395.png"/><Relationship Id="rId14" Type="http://schemas.openxmlformats.org/officeDocument/2006/relationships/customXml" Target="../ink/ink2729.xml"/><Relationship Id="rId30" Type="http://schemas.openxmlformats.org/officeDocument/2006/relationships/customXml" Target="../ink/ink2737.xml"/><Relationship Id="rId35" Type="http://schemas.openxmlformats.org/officeDocument/2006/relationships/image" Target="../media/image403.png"/><Relationship Id="rId56" Type="http://schemas.openxmlformats.org/officeDocument/2006/relationships/customXml" Target="../ink/ink2750.xml"/><Relationship Id="rId77" Type="http://schemas.openxmlformats.org/officeDocument/2006/relationships/image" Target="../media/image585.png"/><Relationship Id="rId100" Type="http://schemas.openxmlformats.org/officeDocument/2006/relationships/customXml" Target="../ink/ink2772.xml"/><Relationship Id="rId105" Type="http://schemas.openxmlformats.org/officeDocument/2006/relationships/image" Target="../media/image607.png"/><Relationship Id="rId126" Type="http://schemas.openxmlformats.org/officeDocument/2006/relationships/customXml" Target="../ink/ink2785.xml"/><Relationship Id="rId147" Type="http://schemas.openxmlformats.org/officeDocument/2006/relationships/customXml" Target="../ink/ink2796.xml"/><Relationship Id="rId168" Type="http://schemas.openxmlformats.org/officeDocument/2006/relationships/image" Target="../media/image1502.png"/><Relationship Id="rId8" Type="http://schemas.openxmlformats.org/officeDocument/2006/relationships/customXml" Target="../ink/ink2726.xml"/><Relationship Id="rId51" Type="http://schemas.openxmlformats.org/officeDocument/2006/relationships/image" Target="../media/image926.png"/><Relationship Id="rId72" Type="http://schemas.openxmlformats.org/officeDocument/2006/relationships/customXml" Target="../ink/ink2758.xml"/><Relationship Id="rId93" Type="http://schemas.openxmlformats.org/officeDocument/2006/relationships/image" Target="../media/image601.png"/><Relationship Id="rId98" Type="http://schemas.openxmlformats.org/officeDocument/2006/relationships/customXml" Target="../ink/ink2771.xml"/><Relationship Id="rId121" Type="http://schemas.openxmlformats.org/officeDocument/2006/relationships/image" Target="../media/image1479.png"/><Relationship Id="rId142" Type="http://schemas.openxmlformats.org/officeDocument/2006/relationships/image" Target="../media/image1489.png"/><Relationship Id="rId163" Type="http://schemas.openxmlformats.org/officeDocument/2006/relationships/customXml" Target="../ink/ink2804.xml"/><Relationship Id="rId184" Type="http://schemas.openxmlformats.org/officeDocument/2006/relationships/image" Target="../media/image1510.png"/><Relationship Id="rId189" Type="http://schemas.openxmlformats.org/officeDocument/2006/relationships/customXml" Target="../ink/ink2817.xml"/><Relationship Id="rId3" Type="http://schemas.openxmlformats.org/officeDocument/2006/relationships/image" Target="../media/image387.png"/><Relationship Id="rId25" Type="http://schemas.openxmlformats.org/officeDocument/2006/relationships/image" Target="../media/image398.png"/><Relationship Id="rId46" Type="http://schemas.openxmlformats.org/officeDocument/2006/relationships/customXml" Target="../ink/ink2745.xml"/><Relationship Id="rId67" Type="http://schemas.openxmlformats.org/officeDocument/2006/relationships/image" Target="../media/image580.png"/><Relationship Id="rId116" Type="http://schemas.openxmlformats.org/officeDocument/2006/relationships/customXml" Target="../ink/ink2780.xml"/><Relationship Id="rId137" Type="http://schemas.openxmlformats.org/officeDocument/2006/relationships/customXml" Target="../ink/ink2791.xml"/><Relationship Id="rId158" Type="http://schemas.openxmlformats.org/officeDocument/2006/relationships/image" Target="../media/image1497.png"/><Relationship Id="rId20" Type="http://schemas.openxmlformats.org/officeDocument/2006/relationships/customXml" Target="../ink/ink2732.xml"/><Relationship Id="rId41" Type="http://schemas.openxmlformats.org/officeDocument/2006/relationships/image" Target="../media/image406.png"/><Relationship Id="rId62" Type="http://schemas.openxmlformats.org/officeDocument/2006/relationships/customXml" Target="../ink/ink2753.xml"/><Relationship Id="rId83" Type="http://schemas.openxmlformats.org/officeDocument/2006/relationships/image" Target="../media/image596.png"/><Relationship Id="rId88" Type="http://schemas.openxmlformats.org/officeDocument/2006/relationships/customXml" Target="../ink/ink2766.xml"/><Relationship Id="rId111" Type="http://schemas.openxmlformats.org/officeDocument/2006/relationships/image" Target="../media/image1084.png"/><Relationship Id="rId132" Type="http://schemas.openxmlformats.org/officeDocument/2006/relationships/customXml" Target="../ink/ink2788.xml"/><Relationship Id="rId153" Type="http://schemas.openxmlformats.org/officeDocument/2006/relationships/customXml" Target="../ink/ink2799.xml"/><Relationship Id="rId174" Type="http://schemas.openxmlformats.org/officeDocument/2006/relationships/image" Target="../media/image1505.png"/><Relationship Id="rId179" Type="http://schemas.openxmlformats.org/officeDocument/2006/relationships/customXml" Target="../ink/ink2812.xml"/><Relationship Id="rId195" Type="http://schemas.openxmlformats.org/officeDocument/2006/relationships/customXml" Target="../ink/ink2820.xml"/><Relationship Id="rId190" Type="http://schemas.openxmlformats.org/officeDocument/2006/relationships/image" Target="../media/image1513.png"/><Relationship Id="rId15" Type="http://schemas.openxmlformats.org/officeDocument/2006/relationships/image" Target="../media/image393.png"/><Relationship Id="rId36" Type="http://schemas.openxmlformats.org/officeDocument/2006/relationships/customXml" Target="../ink/ink2740.xml"/><Relationship Id="rId57" Type="http://schemas.openxmlformats.org/officeDocument/2006/relationships/image" Target="../media/image1410.png"/><Relationship Id="rId106" Type="http://schemas.openxmlformats.org/officeDocument/2006/relationships/customXml" Target="../ink/ink2775.xml"/><Relationship Id="rId127" Type="http://schemas.openxmlformats.org/officeDocument/2006/relationships/image" Target="../media/image1482.png"/><Relationship Id="rId10" Type="http://schemas.openxmlformats.org/officeDocument/2006/relationships/customXml" Target="../ink/ink2727.xml"/><Relationship Id="rId31" Type="http://schemas.openxmlformats.org/officeDocument/2006/relationships/image" Target="../media/image401.png"/><Relationship Id="rId52" Type="http://schemas.openxmlformats.org/officeDocument/2006/relationships/customXml" Target="../ink/ink2748.xml"/><Relationship Id="rId73" Type="http://schemas.openxmlformats.org/officeDocument/2006/relationships/image" Target="../media/image583.png"/><Relationship Id="rId78" Type="http://schemas.openxmlformats.org/officeDocument/2006/relationships/customXml" Target="../ink/ink2761.xml"/><Relationship Id="rId94" Type="http://schemas.openxmlformats.org/officeDocument/2006/relationships/customXml" Target="../ink/ink2769.xml"/><Relationship Id="rId99" Type="http://schemas.openxmlformats.org/officeDocument/2006/relationships/image" Target="../media/image604.png"/><Relationship Id="rId101" Type="http://schemas.openxmlformats.org/officeDocument/2006/relationships/image" Target="../media/image605.png"/><Relationship Id="rId122" Type="http://schemas.openxmlformats.org/officeDocument/2006/relationships/customXml" Target="../ink/ink2783.xml"/><Relationship Id="rId143" Type="http://schemas.openxmlformats.org/officeDocument/2006/relationships/customXml" Target="../ink/ink2794.xml"/><Relationship Id="rId148" Type="http://schemas.openxmlformats.org/officeDocument/2006/relationships/image" Target="../media/image1492.png"/><Relationship Id="rId164" Type="http://schemas.openxmlformats.org/officeDocument/2006/relationships/image" Target="../media/image1500.png"/><Relationship Id="rId169" Type="http://schemas.openxmlformats.org/officeDocument/2006/relationships/customXml" Target="../ink/ink2807.xml"/><Relationship Id="rId185" Type="http://schemas.openxmlformats.org/officeDocument/2006/relationships/customXml" Target="../ink/ink2815.xml"/><Relationship Id="rId4" Type="http://schemas.openxmlformats.org/officeDocument/2006/relationships/customXml" Target="../ink/ink2724.xml"/><Relationship Id="rId9" Type="http://schemas.openxmlformats.org/officeDocument/2006/relationships/image" Target="../media/image390.png"/><Relationship Id="rId180" Type="http://schemas.openxmlformats.org/officeDocument/2006/relationships/image" Target="../media/image1508.png"/><Relationship Id="rId26" Type="http://schemas.openxmlformats.org/officeDocument/2006/relationships/customXml" Target="../ink/ink2735.xml"/><Relationship Id="rId47" Type="http://schemas.openxmlformats.org/officeDocument/2006/relationships/image" Target="../media/image413.png"/><Relationship Id="rId68" Type="http://schemas.openxmlformats.org/officeDocument/2006/relationships/customXml" Target="../ink/ink2756.xml"/><Relationship Id="rId89" Type="http://schemas.openxmlformats.org/officeDocument/2006/relationships/image" Target="../media/image599.png"/><Relationship Id="rId112" Type="http://schemas.openxmlformats.org/officeDocument/2006/relationships/customXml" Target="../ink/ink2778.xml"/><Relationship Id="rId133" Type="http://schemas.openxmlformats.org/officeDocument/2006/relationships/image" Target="../media/image32.png"/><Relationship Id="rId154" Type="http://schemas.openxmlformats.org/officeDocument/2006/relationships/image" Target="../media/image1495.png"/><Relationship Id="rId175" Type="http://schemas.openxmlformats.org/officeDocument/2006/relationships/customXml" Target="../ink/ink2810.xml"/><Relationship Id="rId196" Type="http://schemas.openxmlformats.org/officeDocument/2006/relationships/image" Target="../media/image1516.png"/><Relationship Id="rId16" Type="http://schemas.openxmlformats.org/officeDocument/2006/relationships/customXml" Target="../ink/ink2730.xml"/><Relationship Id="rId37" Type="http://schemas.openxmlformats.org/officeDocument/2006/relationships/image" Target="../media/image404.png"/><Relationship Id="rId58" Type="http://schemas.openxmlformats.org/officeDocument/2006/relationships/customXml" Target="../ink/ink2751.xml"/><Relationship Id="rId79" Type="http://schemas.openxmlformats.org/officeDocument/2006/relationships/image" Target="../media/image594.png"/><Relationship Id="rId102" Type="http://schemas.openxmlformats.org/officeDocument/2006/relationships/customXml" Target="../ink/ink2773.xml"/><Relationship Id="rId123" Type="http://schemas.openxmlformats.org/officeDocument/2006/relationships/image" Target="../media/image1480.png"/><Relationship Id="rId144" Type="http://schemas.openxmlformats.org/officeDocument/2006/relationships/image" Target="../media/image1490.png"/><Relationship Id="rId90" Type="http://schemas.openxmlformats.org/officeDocument/2006/relationships/customXml" Target="../ink/ink2767.xml"/><Relationship Id="rId165" Type="http://schemas.openxmlformats.org/officeDocument/2006/relationships/customXml" Target="../ink/ink2805.xml"/><Relationship Id="rId186" Type="http://schemas.openxmlformats.org/officeDocument/2006/relationships/image" Target="../media/image1511.png"/><Relationship Id="rId27" Type="http://schemas.openxmlformats.org/officeDocument/2006/relationships/image" Target="../media/image399.png"/><Relationship Id="rId48" Type="http://schemas.openxmlformats.org/officeDocument/2006/relationships/customXml" Target="../ink/ink2746.xml"/><Relationship Id="rId69" Type="http://schemas.openxmlformats.org/officeDocument/2006/relationships/image" Target="../media/image581.png"/><Relationship Id="rId113" Type="http://schemas.openxmlformats.org/officeDocument/2006/relationships/image" Target="../media/image1087.png"/><Relationship Id="rId134" Type="http://schemas.openxmlformats.org/officeDocument/2006/relationships/customXml" Target="../ink/ink2789.xml"/><Relationship Id="rId80" Type="http://schemas.openxmlformats.org/officeDocument/2006/relationships/customXml" Target="../ink/ink2762.xml"/><Relationship Id="rId155" Type="http://schemas.openxmlformats.org/officeDocument/2006/relationships/customXml" Target="../ink/ink2800.xml"/><Relationship Id="rId176" Type="http://schemas.openxmlformats.org/officeDocument/2006/relationships/image" Target="../media/image1506.png"/><Relationship Id="rId17" Type="http://schemas.openxmlformats.org/officeDocument/2006/relationships/image" Target="../media/image394.png"/><Relationship Id="rId38" Type="http://schemas.openxmlformats.org/officeDocument/2006/relationships/customXml" Target="../ink/ink2741.xml"/><Relationship Id="rId59" Type="http://schemas.openxmlformats.org/officeDocument/2006/relationships/image" Target="../media/image1476.png"/><Relationship Id="rId103" Type="http://schemas.openxmlformats.org/officeDocument/2006/relationships/image" Target="../media/image606.png"/><Relationship Id="rId124" Type="http://schemas.openxmlformats.org/officeDocument/2006/relationships/customXml" Target="../ink/ink2784.xml"/><Relationship Id="rId70" Type="http://schemas.openxmlformats.org/officeDocument/2006/relationships/customXml" Target="../ink/ink2757.xml"/><Relationship Id="rId91" Type="http://schemas.openxmlformats.org/officeDocument/2006/relationships/image" Target="../media/image600.png"/><Relationship Id="rId145" Type="http://schemas.openxmlformats.org/officeDocument/2006/relationships/customXml" Target="../ink/ink2795.xml"/><Relationship Id="rId166" Type="http://schemas.openxmlformats.org/officeDocument/2006/relationships/image" Target="../media/image1501.png"/><Relationship Id="rId187" Type="http://schemas.openxmlformats.org/officeDocument/2006/relationships/customXml" Target="../ink/ink2816.xml"/><Relationship Id="rId1" Type="http://schemas.openxmlformats.org/officeDocument/2006/relationships/slideLayout" Target="../slideLayouts/slideLayout7.xml"/><Relationship Id="rId28" Type="http://schemas.openxmlformats.org/officeDocument/2006/relationships/customXml" Target="../ink/ink2736.xml"/><Relationship Id="rId49" Type="http://schemas.openxmlformats.org/officeDocument/2006/relationships/image" Target="../media/image615.png"/><Relationship Id="rId114" Type="http://schemas.openxmlformats.org/officeDocument/2006/relationships/customXml" Target="../ink/ink2779.xml"/><Relationship Id="rId60" Type="http://schemas.openxmlformats.org/officeDocument/2006/relationships/customXml" Target="../ink/ink2752.xml"/><Relationship Id="rId81" Type="http://schemas.openxmlformats.org/officeDocument/2006/relationships/image" Target="../media/image595.png"/><Relationship Id="rId135" Type="http://schemas.openxmlformats.org/officeDocument/2006/relationships/customXml" Target="../ink/ink2790.xml"/><Relationship Id="rId156" Type="http://schemas.openxmlformats.org/officeDocument/2006/relationships/image" Target="../media/image1496.png"/><Relationship Id="rId177" Type="http://schemas.openxmlformats.org/officeDocument/2006/relationships/customXml" Target="../ink/ink2811.xml"/><Relationship Id="rId18" Type="http://schemas.openxmlformats.org/officeDocument/2006/relationships/customXml" Target="../ink/ink2731.xml"/><Relationship Id="rId39" Type="http://schemas.openxmlformats.org/officeDocument/2006/relationships/image" Target="../media/image405.png"/></Relationships>
</file>

<file path=ppt/slides/_rels/slide21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483.png"/><Relationship Id="rId21" Type="http://schemas.openxmlformats.org/officeDocument/2006/relationships/image" Target="../media/image396.png"/><Relationship Id="rId42" Type="http://schemas.openxmlformats.org/officeDocument/2006/relationships/customXml" Target="../ink/ink2841.xml"/><Relationship Id="rId63" Type="http://schemas.openxmlformats.org/officeDocument/2006/relationships/image" Target="../media/image581.png"/><Relationship Id="rId84" Type="http://schemas.openxmlformats.org/officeDocument/2006/relationships/customXml" Target="../ink/ink2862.xml"/><Relationship Id="rId138" Type="http://schemas.openxmlformats.org/officeDocument/2006/relationships/image" Target="../media/image1493.png"/><Relationship Id="rId159" Type="http://schemas.openxmlformats.org/officeDocument/2006/relationships/customXml" Target="../ink/ink2900.xml"/><Relationship Id="rId170" Type="http://schemas.openxmlformats.org/officeDocument/2006/relationships/image" Target="../media/image1526.png"/><Relationship Id="rId191" Type="http://schemas.openxmlformats.org/officeDocument/2006/relationships/customXml" Target="../ink/ink2916.xml"/><Relationship Id="rId107" Type="http://schemas.openxmlformats.org/officeDocument/2006/relationships/image" Target="../media/image1341.png"/><Relationship Id="rId11" Type="http://schemas.openxmlformats.org/officeDocument/2006/relationships/image" Target="../media/image391.png"/><Relationship Id="rId32" Type="http://schemas.openxmlformats.org/officeDocument/2006/relationships/customXml" Target="../ink/ink2836.xml"/><Relationship Id="rId53" Type="http://schemas.openxmlformats.org/officeDocument/2006/relationships/image" Target="../media/image1410.png"/><Relationship Id="rId74" Type="http://schemas.openxmlformats.org/officeDocument/2006/relationships/customXml" Target="../ink/ink2857.xml"/><Relationship Id="rId128" Type="http://schemas.openxmlformats.org/officeDocument/2006/relationships/image" Target="../media/image1487.png"/><Relationship Id="rId149" Type="http://schemas.openxmlformats.org/officeDocument/2006/relationships/customXml" Target="../ink/ink2895.xml"/><Relationship Id="rId5" Type="http://schemas.openxmlformats.org/officeDocument/2006/relationships/image" Target="../media/image388.png"/><Relationship Id="rId95" Type="http://schemas.openxmlformats.org/officeDocument/2006/relationships/image" Target="../media/image605.png"/><Relationship Id="rId160" Type="http://schemas.openxmlformats.org/officeDocument/2006/relationships/image" Target="../media/image1521.png"/><Relationship Id="rId181" Type="http://schemas.openxmlformats.org/officeDocument/2006/relationships/customXml" Target="../ink/ink2911.xml"/><Relationship Id="rId22" Type="http://schemas.openxmlformats.org/officeDocument/2006/relationships/customXml" Target="../ink/ink2831.xml"/><Relationship Id="rId43" Type="http://schemas.openxmlformats.org/officeDocument/2006/relationships/image" Target="../media/image411.png"/><Relationship Id="rId64" Type="http://schemas.openxmlformats.org/officeDocument/2006/relationships/customXml" Target="../ink/ink2852.xml"/><Relationship Id="rId118" Type="http://schemas.openxmlformats.org/officeDocument/2006/relationships/customXml" Target="../ink/ink2879.xml"/><Relationship Id="rId139" Type="http://schemas.openxmlformats.org/officeDocument/2006/relationships/customXml" Target="../ink/ink2890.xml"/><Relationship Id="rId85" Type="http://schemas.openxmlformats.org/officeDocument/2006/relationships/image" Target="../media/image600.png"/><Relationship Id="rId150" Type="http://schemas.openxmlformats.org/officeDocument/2006/relationships/image" Target="../media/image1499.png"/><Relationship Id="rId171" Type="http://schemas.openxmlformats.org/officeDocument/2006/relationships/customXml" Target="../ink/ink2906.xml"/><Relationship Id="rId192" Type="http://schemas.openxmlformats.org/officeDocument/2006/relationships/image" Target="../media/image1537.png"/><Relationship Id="rId12" Type="http://schemas.openxmlformats.org/officeDocument/2006/relationships/customXml" Target="../ink/ink2826.xml"/><Relationship Id="rId33" Type="http://schemas.openxmlformats.org/officeDocument/2006/relationships/image" Target="../media/image402.png"/><Relationship Id="rId108" Type="http://schemas.openxmlformats.org/officeDocument/2006/relationships/customXml" Target="../ink/ink2874.xml"/><Relationship Id="rId129" Type="http://schemas.openxmlformats.org/officeDocument/2006/relationships/customXml" Target="../ink/ink2885.xml"/><Relationship Id="rId54" Type="http://schemas.openxmlformats.org/officeDocument/2006/relationships/customXml" Target="../ink/ink2847.xml"/><Relationship Id="rId75" Type="http://schemas.openxmlformats.org/officeDocument/2006/relationships/image" Target="../media/image595.png"/><Relationship Id="rId96" Type="http://schemas.openxmlformats.org/officeDocument/2006/relationships/customXml" Target="../ink/ink2868.xml"/><Relationship Id="rId140" Type="http://schemas.openxmlformats.org/officeDocument/2006/relationships/image" Target="../media/image1494.png"/><Relationship Id="rId161" Type="http://schemas.openxmlformats.org/officeDocument/2006/relationships/customXml" Target="../ink/ink2901.xml"/><Relationship Id="rId182" Type="http://schemas.openxmlformats.org/officeDocument/2006/relationships/image" Target="../media/image1532.png"/><Relationship Id="rId6" Type="http://schemas.openxmlformats.org/officeDocument/2006/relationships/customXml" Target="../ink/ink2823.xml"/><Relationship Id="rId23" Type="http://schemas.openxmlformats.org/officeDocument/2006/relationships/image" Target="../media/image397.png"/><Relationship Id="rId119" Type="http://schemas.openxmlformats.org/officeDocument/2006/relationships/image" Target="../media/image1484.png"/><Relationship Id="rId44" Type="http://schemas.openxmlformats.org/officeDocument/2006/relationships/customXml" Target="../ink/ink2842.xml"/><Relationship Id="rId65" Type="http://schemas.openxmlformats.org/officeDocument/2006/relationships/image" Target="../media/image582.png"/><Relationship Id="rId86" Type="http://schemas.openxmlformats.org/officeDocument/2006/relationships/customXml" Target="../ink/ink2863.xml"/><Relationship Id="rId130" Type="http://schemas.openxmlformats.org/officeDocument/2006/relationships/image" Target="../media/image1489.png"/><Relationship Id="rId151" Type="http://schemas.openxmlformats.org/officeDocument/2006/relationships/customXml" Target="../ink/ink2896.xml"/><Relationship Id="rId172" Type="http://schemas.openxmlformats.org/officeDocument/2006/relationships/image" Target="../media/image1527.png"/><Relationship Id="rId193" Type="http://schemas.openxmlformats.org/officeDocument/2006/relationships/customXml" Target="../ink/ink2917.xml"/><Relationship Id="rId13" Type="http://schemas.openxmlformats.org/officeDocument/2006/relationships/image" Target="../media/image392.png"/><Relationship Id="rId109" Type="http://schemas.openxmlformats.org/officeDocument/2006/relationships/image" Target="../media/image1413.png"/><Relationship Id="rId34" Type="http://schemas.openxmlformats.org/officeDocument/2006/relationships/customXml" Target="../ink/ink2837.xml"/><Relationship Id="rId55" Type="http://schemas.openxmlformats.org/officeDocument/2006/relationships/image" Target="../media/image1488.png"/><Relationship Id="rId76" Type="http://schemas.openxmlformats.org/officeDocument/2006/relationships/customXml" Target="../ink/ink2858.xml"/><Relationship Id="rId97" Type="http://schemas.openxmlformats.org/officeDocument/2006/relationships/image" Target="../media/image606.png"/><Relationship Id="rId120" Type="http://schemas.openxmlformats.org/officeDocument/2006/relationships/customXml" Target="../ink/ink2880.xml"/><Relationship Id="rId141" Type="http://schemas.openxmlformats.org/officeDocument/2006/relationships/customXml" Target="../ink/ink2891.xml"/><Relationship Id="rId7" Type="http://schemas.openxmlformats.org/officeDocument/2006/relationships/image" Target="../media/image389.png"/><Relationship Id="rId71" Type="http://schemas.openxmlformats.org/officeDocument/2006/relationships/image" Target="../media/image585.png"/><Relationship Id="rId92" Type="http://schemas.openxmlformats.org/officeDocument/2006/relationships/customXml" Target="../ink/ink2866.xml"/><Relationship Id="rId162" Type="http://schemas.openxmlformats.org/officeDocument/2006/relationships/image" Target="../media/image1522.png"/><Relationship Id="rId183" Type="http://schemas.openxmlformats.org/officeDocument/2006/relationships/customXml" Target="../ink/ink2912.xml"/><Relationship Id="rId2" Type="http://schemas.openxmlformats.org/officeDocument/2006/relationships/customXml" Target="../ink/ink2821.xml"/><Relationship Id="rId29" Type="http://schemas.openxmlformats.org/officeDocument/2006/relationships/image" Target="../media/image400.png"/><Relationship Id="rId24" Type="http://schemas.openxmlformats.org/officeDocument/2006/relationships/customXml" Target="../ink/ink2832.xml"/><Relationship Id="rId40" Type="http://schemas.openxmlformats.org/officeDocument/2006/relationships/customXml" Target="../ink/ink2840.xml"/><Relationship Id="rId45" Type="http://schemas.openxmlformats.org/officeDocument/2006/relationships/image" Target="../media/image412.png"/><Relationship Id="rId66" Type="http://schemas.openxmlformats.org/officeDocument/2006/relationships/customXml" Target="../ink/ink2853.xml"/><Relationship Id="rId87" Type="http://schemas.openxmlformats.org/officeDocument/2006/relationships/image" Target="../media/image601.png"/><Relationship Id="rId110" Type="http://schemas.openxmlformats.org/officeDocument/2006/relationships/customXml" Target="../ink/ink2875.xml"/><Relationship Id="rId115" Type="http://schemas.openxmlformats.org/officeDocument/2006/relationships/image" Target="../media/image1482.png"/><Relationship Id="rId131" Type="http://schemas.openxmlformats.org/officeDocument/2006/relationships/customXml" Target="../ink/ink2886.xml"/><Relationship Id="rId136" Type="http://schemas.openxmlformats.org/officeDocument/2006/relationships/image" Target="../media/image1492.png"/><Relationship Id="rId157" Type="http://schemas.openxmlformats.org/officeDocument/2006/relationships/customXml" Target="../ink/ink2899.xml"/><Relationship Id="rId178" Type="http://schemas.openxmlformats.org/officeDocument/2006/relationships/image" Target="../media/image1530.png"/><Relationship Id="rId61" Type="http://schemas.openxmlformats.org/officeDocument/2006/relationships/image" Target="../media/image580.png"/><Relationship Id="rId82" Type="http://schemas.openxmlformats.org/officeDocument/2006/relationships/customXml" Target="../ink/ink2861.xml"/><Relationship Id="rId152" Type="http://schemas.openxmlformats.org/officeDocument/2006/relationships/image" Target="../media/image1517.png"/><Relationship Id="rId173" Type="http://schemas.openxmlformats.org/officeDocument/2006/relationships/customXml" Target="../ink/ink2907.xml"/><Relationship Id="rId194" Type="http://schemas.openxmlformats.org/officeDocument/2006/relationships/image" Target="../media/image1538.png"/><Relationship Id="rId19" Type="http://schemas.openxmlformats.org/officeDocument/2006/relationships/image" Target="../media/image395.png"/><Relationship Id="rId14" Type="http://schemas.openxmlformats.org/officeDocument/2006/relationships/customXml" Target="../ink/ink2827.xml"/><Relationship Id="rId30" Type="http://schemas.openxmlformats.org/officeDocument/2006/relationships/customXml" Target="../ink/ink2835.xml"/><Relationship Id="rId35" Type="http://schemas.openxmlformats.org/officeDocument/2006/relationships/image" Target="../media/image403.png"/><Relationship Id="rId56" Type="http://schemas.openxmlformats.org/officeDocument/2006/relationships/customXml" Target="../ink/ink2848.xml"/><Relationship Id="rId77" Type="http://schemas.openxmlformats.org/officeDocument/2006/relationships/image" Target="../media/image596.png"/><Relationship Id="rId100" Type="http://schemas.openxmlformats.org/officeDocument/2006/relationships/customXml" Target="../ink/ink2870.xml"/><Relationship Id="rId105" Type="http://schemas.openxmlformats.org/officeDocument/2006/relationships/image" Target="../media/image1088.png"/><Relationship Id="rId126" Type="http://schemas.openxmlformats.org/officeDocument/2006/relationships/image" Target="../media/image1486.png"/><Relationship Id="rId147" Type="http://schemas.openxmlformats.org/officeDocument/2006/relationships/customXml" Target="../ink/ink2894.xml"/><Relationship Id="rId168" Type="http://schemas.openxmlformats.org/officeDocument/2006/relationships/image" Target="../media/image1525.png"/><Relationship Id="rId8" Type="http://schemas.openxmlformats.org/officeDocument/2006/relationships/customXml" Target="../ink/ink2824.xml"/><Relationship Id="rId51" Type="http://schemas.openxmlformats.org/officeDocument/2006/relationships/image" Target="../media/image926.png"/><Relationship Id="rId72" Type="http://schemas.openxmlformats.org/officeDocument/2006/relationships/customXml" Target="../ink/ink2856.xml"/><Relationship Id="rId93" Type="http://schemas.openxmlformats.org/officeDocument/2006/relationships/image" Target="../media/image604.png"/><Relationship Id="rId98" Type="http://schemas.openxmlformats.org/officeDocument/2006/relationships/customXml" Target="../ink/ink2869.xml"/><Relationship Id="rId121" Type="http://schemas.openxmlformats.org/officeDocument/2006/relationships/image" Target="../media/image32.png"/><Relationship Id="rId142" Type="http://schemas.openxmlformats.org/officeDocument/2006/relationships/image" Target="../media/image1495.png"/><Relationship Id="rId163" Type="http://schemas.openxmlformats.org/officeDocument/2006/relationships/customXml" Target="../ink/ink2902.xml"/><Relationship Id="rId184" Type="http://schemas.openxmlformats.org/officeDocument/2006/relationships/image" Target="../media/image1533.png"/><Relationship Id="rId189" Type="http://schemas.openxmlformats.org/officeDocument/2006/relationships/customXml" Target="../ink/ink2915.xml"/><Relationship Id="rId3" Type="http://schemas.openxmlformats.org/officeDocument/2006/relationships/image" Target="../media/image387.png"/><Relationship Id="rId25" Type="http://schemas.openxmlformats.org/officeDocument/2006/relationships/image" Target="../media/image398.png"/><Relationship Id="rId46" Type="http://schemas.openxmlformats.org/officeDocument/2006/relationships/customXml" Target="../ink/ink2843.xml"/><Relationship Id="rId67" Type="http://schemas.openxmlformats.org/officeDocument/2006/relationships/image" Target="../media/image583.png"/><Relationship Id="rId116" Type="http://schemas.openxmlformats.org/officeDocument/2006/relationships/customXml" Target="../ink/ink2878.xml"/><Relationship Id="rId137" Type="http://schemas.openxmlformats.org/officeDocument/2006/relationships/customXml" Target="../ink/ink2889.xml"/><Relationship Id="rId158" Type="http://schemas.openxmlformats.org/officeDocument/2006/relationships/image" Target="../media/image1520.png"/><Relationship Id="rId20" Type="http://schemas.openxmlformats.org/officeDocument/2006/relationships/customXml" Target="../ink/ink2830.xml"/><Relationship Id="rId41" Type="http://schemas.openxmlformats.org/officeDocument/2006/relationships/image" Target="../media/image406.png"/><Relationship Id="rId62" Type="http://schemas.openxmlformats.org/officeDocument/2006/relationships/customXml" Target="../ink/ink2851.xml"/><Relationship Id="rId83" Type="http://schemas.openxmlformats.org/officeDocument/2006/relationships/image" Target="../media/image599.png"/><Relationship Id="rId88" Type="http://schemas.openxmlformats.org/officeDocument/2006/relationships/customXml" Target="../ink/ink2864.xml"/><Relationship Id="rId111" Type="http://schemas.openxmlformats.org/officeDocument/2006/relationships/image" Target="../media/image1480.png"/><Relationship Id="rId132" Type="http://schemas.openxmlformats.org/officeDocument/2006/relationships/image" Target="../media/image1490.png"/><Relationship Id="rId153" Type="http://schemas.openxmlformats.org/officeDocument/2006/relationships/customXml" Target="../ink/ink2897.xml"/><Relationship Id="rId174" Type="http://schemas.openxmlformats.org/officeDocument/2006/relationships/image" Target="../media/image1528.png"/><Relationship Id="rId179" Type="http://schemas.openxmlformats.org/officeDocument/2006/relationships/customXml" Target="../ink/ink2910.xml"/><Relationship Id="rId195" Type="http://schemas.openxmlformats.org/officeDocument/2006/relationships/customXml" Target="../ink/ink2918.xml"/><Relationship Id="rId190" Type="http://schemas.openxmlformats.org/officeDocument/2006/relationships/image" Target="../media/image1536.png"/><Relationship Id="rId15" Type="http://schemas.openxmlformats.org/officeDocument/2006/relationships/image" Target="../media/image393.png"/><Relationship Id="rId36" Type="http://schemas.openxmlformats.org/officeDocument/2006/relationships/customXml" Target="../ink/ink2838.xml"/><Relationship Id="rId57" Type="http://schemas.openxmlformats.org/officeDocument/2006/relationships/image" Target="../media/image578.png"/><Relationship Id="rId106" Type="http://schemas.openxmlformats.org/officeDocument/2006/relationships/customXml" Target="../ink/ink2873.xml"/><Relationship Id="rId127" Type="http://schemas.openxmlformats.org/officeDocument/2006/relationships/customXml" Target="../ink/ink2884.xml"/><Relationship Id="rId10" Type="http://schemas.openxmlformats.org/officeDocument/2006/relationships/customXml" Target="../ink/ink2825.xml"/><Relationship Id="rId31" Type="http://schemas.openxmlformats.org/officeDocument/2006/relationships/image" Target="../media/image401.png"/><Relationship Id="rId52" Type="http://schemas.openxmlformats.org/officeDocument/2006/relationships/customXml" Target="../ink/ink2846.xml"/><Relationship Id="rId73" Type="http://schemas.openxmlformats.org/officeDocument/2006/relationships/image" Target="../media/image594.png"/><Relationship Id="rId78" Type="http://schemas.openxmlformats.org/officeDocument/2006/relationships/customXml" Target="../ink/ink2859.xml"/><Relationship Id="rId94" Type="http://schemas.openxmlformats.org/officeDocument/2006/relationships/customXml" Target="../ink/ink2867.xml"/><Relationship Id="rId99" Type="http://schemas.openxmlformats.org/officeDocument/2006/relationships/image" Target="../media/image607.png"/><Relationship Id="rId101" Type="http://schemas.openxmlformats.org/officeDocument/2006/relationships/image" Target="../media/image608.png"/><Relationship Id="rId122" Type="http://schemas.openxmlformats.org/officeDocument/2006/relationships/customXml" Target="../ink/ink2881.xml"/><Relationship Id="rId143" Type="http://schemas.openxmlformats.org/officeDocument/2006/relationships/customXml" Target="../ink/ink2892.xml"/><Relationship Id="rId148" Type="http://schemas.openxmlformats.org/officeDocument/2006/relationships/image" Target="../media/image1498.png"/><Relationship Id="rId164" Type="http://schemas.openxmlformats.org/officeDocument/2006/relationships/image" Target="../media/image1523.png"/><Relationship Id="rId169" Type="http://schemas.openxmlformats.org/officeDocument/2006/relationships/customXml" Target="../ink/ink2905.xml"/><Relationship Id="rId185" Type="http://schemas.openxmlformats.org/officeDocument/2006/relationships/customXml" Target="../ink/ink2913.xml"/><Relationship Id="rId4" Type="http://schemas.openxmlformats.org/officeDocument/2006/relationships/customXml" Target="../ink/ink2822.xml"/><Relationship Id="rId9" Type="http://schemas.openxmlformats.org/officeDocument/2006/relationships/image" Target="../media/image390.png"/><Relationship Id="rId180" Type="http://schemas.openxmlformats.org/officeDocument/2006/relationships/image" Target="../media/image1531.png"/><Relationship Id="rId26" Type="http://schemas.openxmlformats.org/officeDocument/2006/relationships/customXml" Target="../ink/ink2833.xml"/><Relationship Id="rId47" Type="http://schemas.openxmlformats.org/officeDocument/2006/relationships/image" Target="../media/image413.png"/><Relationship Id="rId68" Type="http://schemas.openxmlformats.org/officeDocument/2006/relationships/customXml" Target="../ink/ink2854.xml"/><Relationship Id="rId89" Type="http://schemas.openxmlformats.org/officeDocument/2006/relationships/image" Target="../media/image602.png"/><Relationship Id="rId112" Type="http://schemas.openxmlformats.org/officeDocument/2006/relationships/customXml" Target="../ink/ink2876.xml"/><Relationship Id="rId133" Type="http://schemas.openxmlformats.org/officeDocument/2006/relationships/customXml" Target="../ink/ink2887.xml"/><Relationship Id="rId154" Type="http://schemas.openxmlformats.org/officeDocument/2006/relationships/image" Target="../media/image1518.png"/><Relationship Id="rId175" Type="http://schemas.openxmlformats.org/officeDocument/2006/relationships/customXml" Target="../ink/ink2908.xml"/><Relationship Id="rId196" Type="http://schemas.openxmlformats.org/officeDocument/2006/relationships/image" Target="../media/image1539.png"/><Relationship Id="rId16" Type="http://schemas.openxmlformats.org/officeDocument/2006/relationships/customXml" Target="../ink/ink2828.xml"/><Relationship Id="rId37" Type="http://schemas.openxmlformats.org/officeDocument/2006/relationships/image" Target="../media/image404.png"/><Relationship Id="rId58" Type="http://schemas.openxmlformats.org/officeDocument/2006/relationships/customXml" Target="../ink/ink2849.xml"/><Relationship Id="rId79" Type="http://schemas.openxmlformats.org/officeDocument/2006/relationships/image" Target="../media/image597.png"/><Relationship Id="rId102" Type="http://schemas.openxmlformats.org/officeDocument/2006/relationships/customXml" Target="../ink/ink2871.xml"/><Relationship Id="rId123" Type="http://schemas.openxmlformats.org/officeDocument/2006/relationships/customXml" Target="../ink/ink2882.xml"/><Relationship Id="rId144" Type="http://schemas.openxmlformats.org/officeDocument/2006/relationships/image" Target="../media/image1496.png"/><Relationship Id="rId90" Type="http://schemas.openxmlformats.org/officeDocument/2006/relationships/customXml" Target="../ink/ink2865.xml"/><Relationship Id="rId165" Type="http://schemas.openxmlformats.org/officeDocument/2006/relationships/customXml" Target="../ink/ink2903.xml"/><Relationship Id="rId186" Type="http://schemas.openxmlformats.org/officeDocument/2006/relationships/image" Target="../media/image1534.png"/><Relationship Id="rId27" Type="http://schemas.openxmlformats.org/officeDocument/2006/relationships/image" Target="../media/image399.png"/><Relationship Id="rId48" Type="http://schemas.openxmlformats.org/officeDocument/2006/relationships/customXml" Target="../ink/ink2844.xml"/><Relationship Id="rId69" Type="http://schemas.openxmlformats.org/officeDocument/2006/relationships/image" Target="../media/image584.png"/><Relationship Id="rId113" Type="http://schemas.openxmlformats.org/officeDocument/2006/relationships/image" Target="../media/image1481.png"/><Relationship Id="rId134" Type="http://schemas.openxmlformats.org/officeDocument/2006/relationships/image" Target="../media/image1491.png"/><Relationship Id="rId80" Type="http://schemas.openxmlformats.org/officeDocument/2006/relationships/customXml" Target="../ink/ink2860.xml"/><Relationship Id="rId155" Type="http://schemas.openxmlformats.org/officeDocument/2006/relationships/customXml" Target="../ink/ink2898.xml"/><Relationship Id="rId176" Type="http://schemas.openxmlformats.org/officeDocument/2006/relationships/image" Target="../media/image1529.png"/><Relationship Id="rId197" Type="http://schemas.openxmlformats.org/officeDocument/2006/relationships/customXml" Target="../ink/ink2919.xml"/><Relationship Id="rId17" Type="http://schemas.openxmlformats.org/officeDocument/2006/relationships/image" Target="../media/image394.png"/><Relationship Id="rId38" Type="http://schemas.openxmlformats.org/officeDocument/2006/relationships/customXml" Target="../ink/ink2839.xml"/><Relationship Id="rId59" Type="http://schemas.openxmlformats.org/officeDocument/2006/relationships/image" Target="../media/image579.png"/><Relationship Id="rId103" Type="http://schemas.openxmlformats.org/officeDocument/2006/relationships/image" Target="../media/image1087.png"/><Relationship Id="rId124" Type="http://schemas.openxmlformats.org/officeDocument/2006/relationships/image" Target="../media/image1485.png"/><Relationship Id="rId70" Type="http://schemas.openxmlformats.org/officeDocument/2006/relationships/customXml" Target="../ink/ink2855.xml"/><Relationship Id="rId91" Type="http://schemas.openxmlformats.org/officeDocument/2006/relationships/image" Target="../media/image603.png"/><Relationship Id="rId145" Type="http://schemas.openxmlformats.org/officeDocument/2006/relationships/customXml" Target="../ink/ink2893.xml"/><Relationship Id="rId166" Type="http://schemas.openxmlformats.org/officeDocument/2006/relationships/image" Target="../media/image1524.png"/><Relationship Id="rId187" Type="http://schemas.openxmlformats.org/officeDocument/2006/relationships/customXml" Target="../ink/ink2914.xml"/><Relationship Id="rId1" Type="http://schemas.openxmlformats.org/officeDocument/2006/relationships/slideLayout" Target="../slideLayouts/slideLayout7.xml"/><Relationship Id="rId28" Type="http://schemas.openxmlformats.org/officeDocument/2006/relationships/customXml" Target="../ink/ink2834.xml"/><Relationship Id="rId49" Type="http://schemas.openxmlformats.org/officeDocument/2006/relationships/image" Target="../media/image615.png"/><Relationship Id="rId114" Type="http://schemas.openxmlformats.org/officeDocument/2006/relationships/customXml" Target="../ink/ink2877.xml"/><Relationship Id="rId60" Type="http://schemas.openxmlformats.org/officeDocument/2006/relationships/customXml" Target="../ink/ink2850.xml"/><Relationship Id="rId81" Type="http://schemas.openxmlformats.org/officeDocument/2006/relationships/image" Target="../media/image598.png"/><Relationship Id="rId135" Type="http://schemas.openxmlformats.org/officeDocument/2006/relationships/customXml" Target="../ink/ink2888.xml"/><Relationship Id="rId156" Type="http://schemas.openxmlformats.org/officeDocument/2006/relationships/image" Target="../media/image1519.png"/><Relationship Id="rId177" Type="http://schemas.openxmlformats.org/officeDocument/2006/relationships/customXml" Target="../ink/ink2909.xml"/><Relationship Id="rId198" Type="http://schemas.openxmlformats.org/officeDocument/2006/relationships/image" Target="../media/image1540.png"/><Relationship Id="rId18" Type="http://schemas.openxmlformats.org/officeDocument/2006/relationships/customXml" Target="../ink/ink2829.xml"/><Relationship Id="rId39" Type="http://schemas.openxmlformats.org/officeDocument/2006/relationships/image" Target="../media/image405.png"/><Relationship Id="rId50" Type="http://schemas.openxmlformats.org/officeDocument/2006/relationships/customXml" Target="../ink/ink2845.xml"/><Relationship Id="rId104" Type="http://schemas.openxmlformats.org/officeDocument/2006/relationships/customXml" Target="../ink/ink2872.xml"/><Relationship Id="rId125" Type="http://schemas.openxmlformats.org/officeDocument/2006/relationships/customXml" Target="../ink/ink2883.xml"/><Relationship Id="rId146" Type="http://schemas.openxmlformats.org/officeDocument/2006/relationships/image" Target="../media/image1497.png"/><Relationship Id="rId167" Type="http://schemas.openxmlformats.org/officeDocument/2006/relationships/customXml" Target="../ink/ink2904.xml"/><Relationship Id="rId188" Type="http://schemas.openxmlformats.org/officeDocument/2006/relationships/image" Target="../media/image1535.png"/></Relationships>
</file>

<file path=ppt/slides/_rels/slide22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484.png"/><Relationship Id="rId21" Type="http://schemas.openxmlformats.org/officeDocument/2006/relationships/image" Target="../media/image396.png"/><Relationship Id="rId42" Type="http://schemas.openxmlformats.org/officeDocument/2006/relationships/customXml" Target="../ink/ink2940.xml"/><Relationship Id="rId63" Type="http://schemas.openxmlformats.org/officeDocument/2006/relationships/image" Target="../media/image582.png"/><Relationship Id="rId84" Type="http://schemas.openxmlformats.org/officeDocument/2006/relationships/customXml" Target="../ink/ink2961.xml"/><Relationship Id="rId138" Type="http://schemas.openxmlformats.org/officeDocument/2006/relationships/image" Target="../media/image1539.png"/><Relationship Id="rId159" Type="http://schemas.openxmlformats.org/officeDocument/2006/relationships/customXml" Target="../ink/ink2999.xml"/><Relationship Id="rId170" Type="http://schemas.openxmlformats.org/officeDocument/2006/relationships/image" Target="../media/image1555.png"/><Relationship Id="rId107" Type="http://schemas.openxmlformats.org/officeDocument/2006/relationships/image" Target="../media/image1413.png"/><Relationship Id="rId11" Type="http://schemas.openxmlformats.org/officeDocument/2006/relationships/image" Target="../media/image391.png"/><Relationship Id="rId32" Type="http://schemas.openxmlformats.org/officeDocument/2006/relationships/customXml" Target="../ink/ink2935.xml"/><Relationship Id="rId53" Type="http://schemas.openxmlformats.org/officeDocument/2006/relationships/image" Target="../media/image1488.png"/><Relationship Id="rId74" Type="http://schemas.openxmlformats.org/officeDocument/2006/relationships/customXml" Target="../ink/ink2956.xml"/><Relationship Id="rId128" Type="http://schemas.openxmlformats.org/officeDocument/2006/relationships/image" Target="../media/image1489.png"/><Relationship Id="rId149" Type="http://schemas.openxmlformats.org/officeDocument/2006/relationships/customXml" Target="../ink/ink2994.xml"/><Relationship Id="rId5" Type="http://schemas.openxmlformats.org/officeDocument/2006/relationships/image" Target="../media/image388.png"/><Relationship Id="rId95" Type="http://schemas.openxmlformats.org/officeDocument/2006/relationships/image" Target="../media/image606.png"/><Relationship Id="rId160" Type="http://schemas.openxmlformats.org/officeDocument/2006/relationships/image" Target="../media/image1550.png"/><Relationship Id="rId22" Type="http://schemas.openxmlformats.org/officeDocument/2006/relationships/customXml" Target="../ink/ink2930.xml"/><Relationship Id="rId43" Type="http://schemas.openxmlformats.org/officeDocument/2006/relationships/image" Target="../media/image411.png"/><Relationship Id="rId64" Type="http://schemas.openxmlformats.org/officeDocument/2006/relationships/customXml" Target="../ink/ink2951.xml"/><Relationship Id="rId118" Type="http://schemas.openxmlformats.org/officeDocument/2006/relationships/customXml" Target="../ink/ink2978.xml"/><Relationship Id="rId139" Type="http://schemas.openxmlformats.org/officeDocument/2006/relationships/customXml" Target="../ink/ink2989.xml"/><Relationship Id="rId85" Type="http://schemas.openxmlformats.org/officeDocument/2006/relationships/image" Target="../media/image601.png"/><Relationship Id="rId150" Type="http://schemas.openxmlformats.org/officeDocument/2006/relationships/image" Target="../media/image1545.png"/><Relationship Id="rId171" Type="http://schemas.openxmlformats.org/officeDocument/2006/relationships/customXml" Target="../ink/ink3005.xml"/><Relationship Id="rId12" Type="http://schemas.openxmlformats.org/officeDocument/2006/relationships/customXml" Target="../ink/ink2925.xml"/><Relationship Id="rId33" Type="http://schemas.openxmlformats.org/officeDocument/2006/relationships/image" Target="../media/image402.png"/><Relationship Id="rId108" Type="http://schemas.openxmlformats.org/officeDocument/2006/relationships/customXml" Target="../ink/ink2973.xml"/><Relationship Id="rId129" Type="http://schemas.openxmlformats.org/officeDocument/2006/relationships/customXml" Target="../ink/ink2984.xml"/><Relationship Id="rId54" Type="http://schemas.openxmlformats.org/officeDocument/2006/relationships/customXml" Target="../ink/ink2946.xml"/><Relationship Id="rId75" Type="http://schemas.openxmlformats.org/officeDocument/2006/relationships/image" Target="../media/image596.png"/><Relationship Id="rId96" Type="http://schemas.openxmlformats.org/officeDocument/2006/relationships/customXml" Target="../ink/ink2967.xml"/><Relationship Id="rId140" Type="http://schemas.openxmlformats.org/officeDocument/2006/relationships/image" Target="../media/image1540.png"/><Relationship Id="rId161" Type="http://schemas.openxmlformats.org/officeDocument/2006/relationships/customXml" Target="../ink/ink3000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2922.xml"/><Relationship Id="rId23" Type="http://schemas.openxmlformats.org/officeDocument/2006/relationships/image" Target="../media/image397.png"/><Relationship Id="rId28" Type="http://schemas.openxmlformats.org/officeDocument/2006/relationships/customXml" Target="../ink/ink2933.xml"/><Relationship Id="rId49" Type="http://schemas.openxmlformats.org/officeDocument/2006/relationships/image" Target="../media/image926.png"/><Relationship Id="rId114" Type="http://schemas.openxmlformats.org/officeDocument/2006/relationships/customXml" Target="../ink/ink2976.xml"/><Relationship Id="rId119" Type="http://schemas.openxmlformats.org/officeDocument/2006/relationships/image" Target="../media/image32.png"/><Relationship Id="rId44" Type="http://schemas.openxmlformats.org/officeDocument/2006/relationships/customXml" Target="../ink/ink2941.xml"/><Relationship Id="rId60" Type="http://schemas.openxmlformats.org/officeDocument/2006/relationships/customXml" Target="../ink/ink2949.xml"/><Relationship Id="rId65" Type="http://schemas.openxmlformats.org/officeDocument/2006/relationships/image" Target="../media/image583.png"/><Relationship Id="rId81" Type="http://schemas.openxmlformats.org/officeDocument/2006/relationships/image" Target="../media/image599.png"/><Relationship Id="rId86" Type="http://schemas.openxmlformats.org/officeDocument/2006/relationships/customXml" Target="../ink/ink2962.xml"/><Relationship Id="rId130" Type="http://schemas.openxmlformats.org/officeDocument/2006/relationships/image" Target="../media/image1517.png"/><Relationship Id="rId135" Type="http://schemas.openxmlformats.org/officeDocument/2006/relationships/customXml" Target="../ink/ink2987.xml"/><Relationship Id="rId151" Type="http://schemas.openxmlformats.org/officeDocument/2006/relationships/customXml" Target="../ink/ink2995.xml"/><Relationship Id="rId156" Type="http://schemas.openxmlformats.org/officeDocument/2006/relationships/image" Target="../media/image1548.png"/><Relationship Id="rId172" Type="http://schemas.openxmlformats.org/officeDocument/2006/relationships/image" Target="../media/image1556.png"/><Relationship Id="rId13" Type="http://schemas.openxmlformats.org/officeDocument/2006/relationships/image" Target="../media/image392.png"/><Relationship Id="rId18" Type="http://schemas.openxmlformats.org/officeDocument/2006/relationships/customXml" Target="../ink/ink2928.xml"/><Relationship Id="rId39" Type="http://schemas.openxmlformats.org/officeDocument/2006/relationships/image" Target="../media/image405.png"/><Relationship Id="rId109" Type="http://schemas.openxmlformats.org/officeDocument/2006/relationships/image" Target="../media/image1480.png"/><Relationship Id="rId34" Type="http://schemas.openxmlformats.org/officeDocument/2006/relationships/customXml" Target="../ink/ink2936.xml"/><Relationship Id="rId50" Type="http://schemas.openxmlformats.org/officeDocument/2006/relationships/customXml" Target="../ink/ink2944.xml"/><Relationship Id="rId55" Type="http://schemas.openxmlformats.org/officeDocument/2006/relationships/image" Target="../media/image578.png"/><Relationship Id="rId76" Type="http://schemas.openxmlformats.org/officeDocument/2006/relationships/customXml" Target="../ink/ink2957.xml"/><Relationship Id="rId97" Type="http://schemas.openxmlformats.org/officeDocument/2006/relationships/image" Target="../media/image607.png"/><Relationship Id="rId104" Type="http://schemas.openxmlformats.org/officeDocument/2006/relationships/customXml" Target="../ink/ink2971.xml"/><Relationship Id="rId120" Type="http://schemas.openxmlformats.org/officeDocument/2006/relationships/customXml" Target="../ink/ink2979.xml"/><Relationship Id="rId125" Type="http://schemas.openxmlformats.org/officeDocument/2006/relationships/customXml" Target="../ink/ink2982.xml"/><Relationship Id="rId141" Type="http://schemas.openxmlformats.org/officeDocument/2006/relationships/customXml" Target="../ink/ink2990.xml"/><Relationship Id="rId146" Type="http://schemas.openxmlformats.org/officeDocument/2006/relationships/image" Target="../media/image1543.png"/><Relationship Id="rId167" Type="http://schemas.openxmlformats.org/officeDocument/2006/relationships/customXml" Target="../ink/ink3003.xml"/><Relationship Id="rId7" Type="http://schemas.openxmlformats.org/officeDocument/2006/relationships/image" Target="../media/image389.png"/><Relationship Id="rId71" Type="http://schemas.openxmlformats.org/officeDocument/2006/relationships/image" Target="../media/image594.png"/><Relationship Id="rId92" Type="http://schemas.openxmlformats.org/officeDocument/2006/relationships/customXml" Target="../ink/ink2965.xml"/><Relationship Id="rId162" Type="http://schemas.openxmlformats.org/officeDocument/2006/relationships/image" Target="../media/image1551.png"/><Relationship Id="rId2" Type="http://schemas.openxmlformats.org/officeDocument/2006/relationships/customXml" Target="../ink/ink2920.xml"/><Relationship Id="rId29" Type="http://schemas.openxmlformats.org/officeDocument/2006/relationships/image" Target="../media/image400.png"/><Relationship Id="rId24" Type="http://schemas.openxmlformats.org/officeDocument/2006/relationships/customXml" Target="../ink/ink2931.xml"/><Relationship Id="rId40" Type="http://schemas.openxmlformats.org/officeDocument/2006/relationships/customXml" Target="../ink/ink2939.xml"/><Relationship Id="rId45" Type="http://schemas.openxmlformats.org/officeDocument/2006/relationships/image" Target="../media/image412.png"/><Relationship Id="rId66" Type="http://schemas.openxmlformats.org/officeDocument/2006/relationships/customXml" Target="../ink/ink2952.xml"/><Relationship Id="rId87" Type="http://schemas.openxmlformats.org/officeDocument/2006/relationships/image" Target="../media/image602.png"/><Relationship Id="rId110" Type="http://schemas.openxmlformats.org/officeDocument/2006/relationships/customXml" Target="../ink/ink2974.xml"/><Relationship Id="rId115" Type="http://schemas.openxmlformats.org/officeDocument/2006/relationships/image" Target="../media/image1483.png"/><Relationship Id="rId131" Type="http://schemas.openxmlformats.org/officeDocument/2006/relationships/customXml" Target="../ink/ink2985.xml"/><Relationship Id="rId136" Type="http://schemas.openxmlformats.org/officeDocument/2006/relationships/image" Target="../media/image1538.png"/><Relationship Id="rId157" Type="http://schemas.openxmlformats.org/officeDocument/2006/relationships/customXml" Target="../ink/ink2998.xml"/><Relationship Id="rId61" Type="http://schemas.openxmlformats.org/officeDocument/2006/relationships/image" Target="../media/image581.png"/><Relationship Id="rId82" Type="http://schemas.openxmlformats.org/officeDocument/2006/relationships/customXml" Target="../ink/ink2960.xml"/><Relationship Id="rId152" Type="http://schemas.openxmlformats.org/officeDocument/2006/relationships/image" Target="../media/image1546.png"/><Relationship Id="rId173" Type="http://schemas.openxmlformats.org/officeDocument/2006/relationships/customXml" Target="../ink/ink3006.xml"/><Relationship Id="rId19" Type="http://schemas.openxmlformats.org/officeDocument/2006/relationships/image" Target="../media/image395.png"/><Relationship Id="rId14" Type="http://schemas.openxmlformats.org/officeDocument/2006/relationships/customXml" Target="../ink/ink2926.xml"/><Relationship Id="rId30" Type="http://schemas.openxmlformats.org/officeDocument/2006/relationships/customXml" Target="../ink/ink2934.xml"/><Relationship Id="rId35" Type="http://schemas.openxmlformats.org/officeDocument/2006/relationships/image" Target="../media/image403.png"/><Relationship Id="rId56" Type="http://schemas.openxmlformats.org/officeDocument/2006/relationships/customXml" Target="../ink/ink2947.xml"/><Relationship Id="rId77" Type="http://schemas.openxmlformats.org/officeDocument/2006/relationships/image" Target="../media/image597.png"/><Relationship Id="rId100" Type="http://schemas.openxmlformats.org/officeDocument/2006/relationships/customXml" Target="../ink/ink2969.xml"/><Relationship Id="rId105" Type="http://schemas.openxmlformats.org/officeDocument/2006/relationships/image" Target="../media/image1341.png"/><Relationship Id="rId126" Type="http://schemas.openxmlformats.org/officeDocument/2006/relationships/image" Target="../media/image1487.png"/><Relationship Id="rId147" Type="http://schemas.openxmlformats.org/officeDocument/2006/relationships/customXml" Target="../ink/ink2993.xml"/><Relationship Id="rId168" Type="http://schemas.openxmlformats.org/officeDocument/2006/relationships/image" Target="../media/image1554.png"/><Relationship Id="rId8" Type="http://schemas.openxmlformats.org/officeDocument/2006/relationships/customXml" Target="../ink/ink2923.xml"/><Relationship Id="rId51" Type="http://schemas.openxmlformats.org/officeDocument/2006/relationships/image" Target="../media/image1410.png"/><Relationship Id="rId72" Type="http://schemas.openxmlformats.org/officeDocument/2006/relationships/customXml" Target="../ink/ink2955.xml"/><Relationship Id="rId93" Type="http://schemas.openxmlformats.org/officeDocument/2006/relationships/image" Target="../media/image605.png"/><Relationship Id="rId98" Type="http://schemas.openxmlformats.org/officeDocument/2006/relationships/customXml" Target="../ink/ink2968.xml"/><Relationship Id="rId121" Type="http://schemas.openxmlformats.org/officeDocument/2006/relationships/customXml" Target="../ink/ink2980.xml"/><Relationship Id="rId142" Type="http://schemas.openxmlformats.org/officeDocument/2006/relationships/image" Target="../media/image1541.png"/><Relationship Id="rId163" Type="http://schemas.openxmlformats.org/officeDocument/2006/relationships/customXml" Target="../ink/ink3001.xml"/><Relationship Id="rId3" Type="http://schemas.openxmlformats.org/officeDocument/2006/relationships/image" Target="../media/image387.png"/><Relationship Id="rId25" Type="http://schemas.openxmlformats.org/officeDocument/2006/relationships/image" Target="../media/image398.png"/><Relationship Id="rId46" Type="http://schemas.openxmlformats.org/officeDocument/2006/relationships/customXml" Target="../ink/ink2942.xml"/><Relationship Id="rId67" Type="http://schemas.openxmlformats.org/officeDocument/2006/relationships/image" Target="../media/image584.png"/><Relationship Id="rId116" Type="http://schemas.openxmlformats.org/officeDocument/2006/relationships/customXml" Target="../ink/ink2977.xml"/><Relationship Id="rId137" Type="http://schemas.openxmlformats.org/officeDocument/2006/relationships/customXml" Target="../ink/ink2988.xml"/><Relationship Id="rId158" Type="http://schemas.openxmlformats.org/officeDocument/2006/relationships/image" Target="../media/image1549.png"/><Relationship Id="rId20" Type="http://schemas.openxmlformats.org/officeDocument/2006/relationships/customXml" Target="../ink/ink2929.xml"/><Relationship Id="rId41" Type="http://schemas.openxmlformats.org/officeDocument/2006/relationships/image" Target="../media/image406.png"/><Relationship Id="rId62" Type="http://schemas.openxmlformats.org/officeDocument/2006/relationships/customXml" Target="../ink/ink2950.xml"/><Relationship Id="rId83" Type="http://schemas.openxmlformats.org/officeDocument/2006/relationships/image" Target="../media/image600.png"/><Relationship Id="rId88" Type="http://schemas.openxmlformats.org/officeDocument/2006/relationships/customXml" Target="../ink/ink2963.xml"/><Relationship Id="rId111" Type="http://schemas.openxmlformats.org/officeDocument/2006/relationships/image" Target="../media/image1481.png"/><Relationship Id="rId132" Type="http://schemas.openxmlformats.org/officeDocument/2006/relationships/image" Target="../media/image1518.png"/><Relationship Id="rId153" Type="http://schemas.openxmlformats.org/officeDocument/2006/relationships/customXml" Target="../ink/ink2996.xml"/><Relationship Id="rId174" Type="http://schemas.openxmlformats.org/officeDocument/2006/relationships/image" Target="../media/image1557.png"/><Relationship Id="rId15" Type="http://schemas.openxmlformats.org/officeDocument/2006/relationships/image" Target="../media/image393.png"/><Relationship Id="rId36" Type="http://schemas.openxmlformats.org/officeDocument/2006/relationships/customXml" Target="../ink/ink2937.xml"/><Relationship Id="rId57" Type="http://schemas.openxmlformats.org/officeDocument/2006/relationships/image" Target="../media/image579.png"/><Relationship Id="rId106" Type="http://schemas.openxmlformats.org/officeDocument/2006/relationships/customXml" Target="../ink/ink2972.xml"/><Relationship Id="rId127" Type="http://schemas.openxmlformats.org/officeDocument/2006/relationships/customXml" Target="../ink/ink2983.xml"/><Relationship Id="rId10" Type="http://schemas.openxmlformats.org/officeDocument/2006/relationships/customXml" Target="../ink/ink2924.xml"/><Relationship Id="rId31" Type="http://schemas.openxmlformats.org/officeDocument/2006/relationships/image" Target="../media/image401.png"/><Relationship Id="rId52" Type="http://schemas.openxmlformats.org/officeDocument/2006/relationships/customXml" Target="../ink/ink2945.xml"/><Relationship Id="rId73" Type="http://schemas.openxmlformats.org/officeDocument/2006/relationships/image" Target="../media/image595.png"/><Relationship Id="rId78" Type="http://schemas.openxmlformats.org/officeDocument/2006/relationships/customXml" Target="../ink/ink2958.xml"/><Relationship Id="rId94" Type="http://schemas.openxmlformats.org/officeDocument/2006/relationships/customXml" Target="../ink/ink2966.xml"/><Relationship Id="rId99" Type="http://schemas.openxmlformats.org/officeDocument/2006/relationships/image" Target="../media/image608.png"/><Relationship Id="rId101" Type="http://schemas.openxmlformats.org/officeDocument/2006/relationships/image" Target="../media/image1087.png"/><Relationship Id="rId122" Type="http://schemas.openxmlformats.org/officeDocument/2006/relationships/image" Target="../media/image1485.png"/><Relationship Id="rId143" Type="http://schemas.openxmlformats.org/officeDocument/2006/relationships/customXml" Target="../ink/ink2991.xml"/><Relationship Id="rId148" Type="http://schemas.openxmlformats.org/officeDocument/2006/relationships/image" Target="../media/image1544.png"/><Relationship Id="rId164" Type="http://schemas.openxmlformats.org/officeDocument/2006/relationships/image" Target="../media/image1552.png"/><Relationship Id="rId169" Type="http://schemas.openxmlformats.org/officeDocument/2006/relationships/customXml" Target="../ink/ink3004.xml"/><Relationship Id="rId4" Type="http://schemas.openxmlformats.org/officeDocument/2006/relationships/customXml" Target="../ink/ink2921.xml"/><Relationship Id="rId9" Type="http://schemas.openxmlformats.org/officeDocument/2006/relationships/image" Target="../media/image390.png"/><Relationship Id="rId26" Type="http://schemas.openxmlformats.org/officeDocument/2006/relationships/customXml" Target="../ink/ink2932.xml"/><Relationship Id="rId47" Type="http://schemas.openxmlformats.org/officeDocument/2006/relationships/image" Target="../media/image413.png"/><Relationship Id="rId68" Type="http://schemas.openxmlformats.org/officeDocument/2006/relationships/customXml" Target="../ink/ink2953.xml"/><Relationship Id="rId89" Type="http://schemas.openxmlformats.org/officeDocument/2006/relationships/image" Target="../media/image603.png"/><Relationship Id="rId112" Type="http://schemas.openxmlformats.org/officeDocument/2006/relationships/customXml" Target="../ink/ink2975.xml"/><Relationship Id="rId133" Type="http://schemas.openxmlformats.org/officeDocument/2006/relationships/customXml" Target="../ink/ink2986.xml"/><Relationship Id="rId154" Type="http://schemas.openxmlformats.org/officeDocument/2006/relationships/image" Target="../media/image1547.png"/><Relationship Id="rId16" Type="http://schemas.openxmlformats.org/officeDocument/2006/relationships/customXml" Target="../ink/ink2927.xml"/><Relationship Id="rId37" Type="http://schemas.openxmlformats.org/officeDocument/2006/relationships/image" Target="../media/image404.png"/><Relationship Id="rId58" Type="http://schemas.openxmlformats.org/officeDocument/2006/relationships/customXml" Target="../ink/ink2948.xml"/><Relationship Id="rId79" Type="http://schemas.openxmlformats.org/officeDocument/2006/relationships/image" Target="../media/image598.png"/><Relationship Id="rId102" Type="http://schemas.openxmlformats.org/officeDocument/2006/relationships/customXml" Target="../ink/ink2970.xml"/><Relationship Id="rId123" Type="http://schemas.openxmlformats.org/officeDocument/2006/relationships/customXml" Target="../ink/ink2981.xml"/><Relationship Id="rId144" Type="http://schemas.openxmlformats.org/officeDocument/2006/relationships/image" Target="../media/image1542.png"/><Relationship Id="rId90" Type="http://schemas.openxmlformats.org/officeDocument/2006/relationships/customXml" Target="../ink/ink2964.xml"/><Relationship Id="rId165" Type="http://schemas.openxmlformats.org/officeDocument/2006/relationships/customXml" Target="../ink/ink3002.xml"/><Relationship Id="rId27" Type="http://schemas.openxmlformats.org/officeDocument/2006/relationships/image" Target="../media/image399.png"/><Relationship Id="rId48" Type="http://schemas.openxmlformats.org/officeDocument/2006/relationships/customXml" Target="../ink/ink2943.xml"/><Relationship Id="rId69" Type="http://schemas.openxmlformats.org/officeDocument/2006/relationships/image" Target="../media/image585.png"/><Relationship Id="rId113" Type="http://schemas.openxmlformats.org/officeDocument/2006/relationships/image" Target="../media/image1482.png"/><Relationship Id="rId134" Type="http://schemas.openxmlformats.org/officeDocument/2006/relationships/image" Target="../media/image1519.png"/><Relationship Id="rId80" Type="http://schemas.openxmlformats.org/officeDocument/2006/relationships/customXml" Target="../ink/ink2959.xml"/><Relationship Id="rId155" Type="http://schemas.openxmlformats.org/officeDocument/2006/relationships/customXml" Target="../ink/ink2997.xml"/><Relationship Id="rId17" Type="http://schemas.openxmlformats.org/officeDocument/2006/relationships/image" Target="../media/image394.png"/><Relationship Id="rId38" Type="http://schemas.openxmlformats.org/officeDocument/2006/relationships/customXml" Target="../ink/ink2938.xml"/><Relationship Id="rId59" Type="http://schemas.openxmlformats.org/officeDocument/2006/relationships/image" Target="../media/image580.png"/><Relationship Id="rId103" Type="http://schemas.openxmlformats.org/officeDocument/2006/relationships/image" Target="../media/image1088.png"/><Relationship Id="rId124" Type="http://schemas.openxmlformats.org/officeDocument/2006/relationships/image" Target="../media/image1486.png"/><Relationship Id="rId70" Type="http://schemas.openxmlformats.org/officeDocument/2006/relationships/customXml" Target="../ink/ink2954.xml"/><Relationship Id="rId91" Type="http://schemas.openxmlformats.org/officeDocument/2006/relationships/image" Target="../media/image604.png"/><Relationship Id="rId145" Type="http://schemas.openxmlformats.org/officeDocument/2006/relationships/customXml" Target="../ink/ink2992.xml"/><Relationship Id="rId166" Type="http://schemas.openxmlformats.org/officeDocument/2006/relationships/image" Target="../media/image1553.png"/></Relationships>
</file>

<file path=ppt/slides/_rels/slide23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222.png"/><Relationship Id="rId21" Type="http://schemas.openxmlformats.org/officeDocument/2006/relationships/image" Target="../media/image398.png"/><Relationship Id="rId42" Type="http://schemas.openxmlformats.org/officeDocument/2006/relationships/customXml" Target="../ink/ink3027.xml"/><Relationship Id="rId63" Type="http://schemas.openxmlformats.org/officeDocument/2006/relationships/image" Target="../media/image605.png"/><Relationship Id="rId84" Type="http://schemas.openxmlformats.org/officeDocument/2006/relationships/customXml" Target="../ink/ink3048.xml"/><Relationship Id="rId138" Type="http://schemas.openxmlformats.org/officeDocument/2006/relationships/customXml" Target="../ink/ink3075.xml"/><Relationship Id="rId107" Type="http://schemas.openxmlformats.org/officeDocument/2006/relationships/image" Target="../media/image1572.png"/><Relationship Id="rId11" Type="http://schemas.openxmlformats.org/officeDocument/2006/relationships/image" Target="../media/image393.png"/><Relationship Id="rId32" Type="http://schemas.openxmlformats.org/officeDocument/2006/relationships/customXml" Target="../ink/ink3022.xml"/><Relationship Id="rId53" Type="http://schemas.openxmlformats.org/officeDocument/2006/relationships/image" Target="../media/image600.png"/><Relationship Id="rId74" Type="http://schemas.openxmlformats.org/officeDocument/2006/relationships/customXml" Target="../ink/ink3043.xml"/><Relationship Id="rId128" Type="http://schemas.openxmlformats.org/officeDocument/2006/relationships/customXml" Target="../ink/ink3070.xml"/><Relationship Id="rId5" Type="http://schemas.openxmlformats.org/officeDocument/2006/relationships/image" Target="../media/image390.png"/><Relationship Id="rId90" Type="http://schemas.openxmlformats.org/officeDocument/2006/relationships/customXml" Target="../ink/ink3051.xml"/><Relationship Id="rId95" Type="http://schemas.openxmlformats.org/officeDocument/2006/relationships/image" Target="../media/image1566.png"/><Relationship Id="rId22" Type="http://schemas.openxmlformats.org/officeDocument/2006/relationships/customXml" Target="../ink/ink3017.xml"/><Relationship Id="rId27" Type="http://schemas.openxmlformats.org/officeDocument/2006/relationships/image" Target="../media/image579.png"/><Relationship Id="rId43" Type="http://schemas.openxmlformats.org/officeDocument/2006/relationships/image" Target="../media/image595.png"/><Relationship Id="rId48" Type="http://schemas.openxmlformats.org/officeDocument/2006/relationships/customXml" Target="../ink/ink3030.xml"/><Relationship Id="rId64" Type="http://schemas.openxmlformats.org/officeDocument/2006/relationships/customXml" Target="../ink/ink3038.xml"/><Relationship Id="rId69" Type="http://schemas.openxmlformats.org/officeDocument/2006/relationships/image" Target="../media/image608.png"/><Relationship Id="rId113" Type="http://schemas.openxmlformats.org/officeDocument/2006/relationships/image" Target="../media/image1575.png"/><Relationship Id="rId118" Type="http://schemas.openxmlformats.org/officeDocument/2006/relationships/customXml" Target="../ink/ink3065.xml"/><Relationship Id="rId134" Type="http://schemas.openxmlformats.org/officeDocument/2006/relationships/customXml" Target="../ink/ink3073.xml"/><Relationship Id="rId139" Type="http://schemas.openxmlformats.org/officeDocument/2006/relationships/image" Target="../media/image1587.png"/><Relationship Id="rId80" Type="http://schemas.openxmlformats.org/officeDocument/2006/relationships/customXml" Target="../ink/ink3046.xml"/><Relationship Id="rId85" Type="http://schemas.openxmlformats.org/officeDocument/2006/relationships/image" Target="../media/image1561.png"/><Relationship Id="rId12" Type="http://schemas.openxmlformats.org/officeDocument/2006/relationships/customXml" Target="../ink/ink3012.xml"/><Relationship Id="rId17" Type="http://schemas.openxmlformats.org/officeDocument/2006/relationships/image" Target="../media/image396.png"/><Relationship Id="rId33" Type="http://schemas.openxmlformats.org/officeDocument/2006/relationships/image" Target="../media/image582.png"/><Relationship Id="rId38" Type="http://schemas.openxmlformats.org/officeDocument/2006/relationships/customXml" Target="../ink/ink3025.xml"/><Relationship Id="rId59" Type="http://schemas.openxmlformats.org/officeDocument/2006/relationships/image" Target="../media/image603.png"/><Relationship Id="rId103" Type="http://schemas.openxmlformats.org/officeDocument/2006/relationships/image" Target="../media/image1570.png"/><Relationship Id="rId108" Type="http://schemas.openxmlformats.org/officeDocument/2006/relationships/customXml" Target="../ink/ink3060.xml"/><Relationship Id="rId124" Type="http://schemas.openxmlformats.org/officeDocument/2006/relationships/customXml" Target="../ink/ink3068.xml"/><Relationship Id="rId129" Type="http://schemas.openxmlformats.org/officeDocument/2006/relationships/image" Target="../media/image1582.png"/><Relationship Id="rId54" Type="http://schemas.openxmlformats.org/officeDocument/2006/relationships/customXml" Target="../ink/ink3033.xml"/><Relationship Id="rId70" Type="http://schemas.openxmlformats.org/officeDocument/2006/relationships/customXml" Target="../ink/ink3041.xml"/><Relationship Id="rId75" Type="http://schemas.openxmlformats.org/officeDocument/2006/relationships/image" Target="../media/image1481.png"/><Relationship Id="rId91" Type="http://schemas.openxmlformats.org/officeDocument/2006/relationships/image" Target="../media/image1564.png"/><Relationship Id="rId96" Type="http://schemas.openxmlformats.org/officeDocument/2006/relationships/customXml" Target="../ink/ink3054.xml"/><Relationship Id="rId140" Type="http://schemas.openxmlformats.org/officeDocument/2006/relationships/customXml" Target="../ink/ink3076.xml"/><Relationship Id="rId145" Type="http://schemas.openxmlformats.org/officeDocument/2006/relationships/image" Target="../media/image32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3009.xml"/><Relationship Id="rId23" Type="http://schemas.openxmlformats.org/officeDocument/2006/relationships/image" Target="../media/image1488.png"/><Relationship Id="rId28" Type="http://schemas.openxmlformats.org/officeDocument/2006/relationships/customXml" Target="../ink/ink3020.xml"/><Relationship Id="rId49" Type="http://schemas.openxmlformats.org/officeDocument/2006/relationships/image" Target="../media/image598.png"/><Relationship Id="rId114" Type="http://schemas.openxmlformats.org/officeDocument/2006/relationships/customXml" Target="../ink/ink3063.xml"/><Relationship Id="rId119" Type="http://schemas.openxmlformats.org/officeDocument/2006/relationships/image" Target="../media/image1577.png"/><Relationship Id="rId44" Type="http://schemas.openxmlformats.org/officeDocument/2006/relationships/customXml" Target="../ink/ink3028.xml"/><Relationship Id="rId60" Type="http://schemas.openxmlformats.org/officeDocument/2006/relationships/customXml" Target="../ink/ink3036.xml"/><Relationship Id="rId65" Type="http://schemas.openxmlformats.org/officeDocument/2006/relationships/image" Target="../media/image606.png"/><Relationship Id="rId81" Type="http://schemas.openxmlformats.org/officeDocument/2006/relationships/image" Target="../media/image1559.png"/><Relationship Id="rId86" Type="http://schemas.openxmlformats.org/officeDocument/2006/relationships/customXml" Target="../ink/ink3049.xml"/><Relationship Id="rId130" Type="http://schemas.openxmlformats.org/officeDocument/2006/relationships/customXml" Target="../ink/ink3071.xml"/><Relationship Id="rId135" Type="http://schemas.openxmlformats.org/officeDocument/2006/relationships/image" Target="../media/image1585.png"/><Relationship Id="rId13" Type="http://schemas.openxmlformats.org/officeDocument/2006/relationships/image" Target="../media/image394.png"/><Relationship Id="rId18" Type="http://schemas.openxmlformats.org/officeDocument/2006/relationships/customXml" Target="../ink/ink3015.xml"/><Relationship Id="rId39" Type="http://schemas.openxmlformats.org/officeDocument/2006/relationships/image" Target="../media/image585.png"/><Relationship Id="rId109" Type="http://schemas.openxmlformats.org/officeDocument/2006/relationships/image" Target="../media/image1573.png"/><Relationship Id="rId34" Type="http://schemas.openxmlformats.org/officeDocument/2006/relationships/customXml" Target="../ink/ink3023.xml"/><Relationship Id="rId50" Type="http://schemas.openxmlformats.org/officeDocument/2006/relationships/customXml" Target="../ink/ink3031.xml"/><Relationship Id="rId55" Type="http://schemas.openxmlformats.org/officeDocument/2006/relationships/image" Target="../media/image601.png"/><Relationship Id="rId76" Type="http://schemas.openxmlformats.org/officeDocument/2006/relationships/customXml" Target="../ink/ink3044.xml"/><Relationship Id="rId97" Type="http://schemas.openxmlformats.org/officeDocument/2006/relationships/image" Target="../media/image1567.png"/><Relationship Id="rId104" Type="http://schemas.openxmlformats.org/officeDocument/2006/relationships/customXml" Target="../ink/ink3058.xml"/><Relationship Id="rId120" Type="http://schemas.openxmlformats.org/officeDocument/2006/relationships/customXml" Target="../ink/ink3066.xml"/><Relationship Id="rId125" Type="http://schemas.openxmlformats.org/officeDocument/2006/relationships/image" Target="../media/image1580.png"/><Relationship Id="rId141" Type="http://schemas.openxmlformats.org/officeDocument/2006/relationships/image" Target="../media/image1588.png"/><Relationship Id="rId7" Type="http://schemas.openxmlformats.org/officeDocument/2006/relationships/image" Target="../media/image391.png"/><Relationship Id="rId71" Type="http://schemas.openxmlformats.org/officeDocument/2006/relationships/image" Target="../media/image1341.png"/><Relationship Id="rId92" Type="http://schemas.openxmlformats.org/officeDocument/2006/relationships/customXml" Target="../ink/ink3052.xml"/><Relationship Id="rId2" Type="http://schemas.openxmlformats.org/officeDocument/2006/relationships/customXml" Target="../ink/ink3007.xml"/><Relationship Id="rId29" Type="http://schemas.openxmlformats.org/officeDocument/2006/relationships/image" Target="../media/image580.png"/><Relationship Id="rId24" Type="http://schemas.openxmlformats.org/officeDocument/2006/relationships/customXml" Target="../ink/ink3018.xml"/><Relationship Id="rId40" Type="http://schemas.openxmlformats.org/officeDocument/2006/relationships/customXml" Target="../ink/ink3026.xml"/><Relationship Id="rId45" Type="http://schemas.openxmlformats.org/officeDocument/2006/relationships/image" Target="../media/image596.png"/><Relationship Id="rId66" Type="http://schemas.openxmlformats.org/officeDocument/2006/relationships/customXml" Target="../ink/ink3039.xml"/><Relationship Id="rId87" Type="http://schemas.openxmlformats.org/officeDocument/2006/relationships/image" Target="../media/image1562.png"/><Relationship Id="rId110" Type="http://schemas.openxmlformats.org/officeDocument/2006/relationships/customXml" Target="../ink/ink3061.xml"/><Relationship Id="rId115" Type="http://schemas.openxmlformats.org/officeDocument/2006/relationships/image" Target="../media/image1576.png"/><Relationship Id="rId131" Type="http://schemas.openxmlformats.org/officeDocument/2006/relationships/image" Target="../media/image1583.png"/><Relationship Id="rId136" Type="http://schemas.openxmlformats.org/officeDocument/2006/relationships/customXml" Target="../ink/ink3074.xml"/><Relationship Id="rId61" Type="http://schemas.openxmlformats.org/officeDocument/2006/relationships/image" Target="../media/image604.png"/><Relationship Id="rId82" Type="http://schemas.openxmlformats.org/officeDocument/2006/relationships/customXml" Target="../ink/ink3047.xml"/><Relationship Id="rId19" Type="http://schemas.openxmlformats.org/officeDocument/2006/relationships/image" Target="../media/image397.png"/><Relationship Id="rId14" Type="http://schemas.openxmlformats.org/officeDocument/2006/relationships/customXml" Target="../ink/ink3013.xml"/><Relationship Id="rId30" Type="http://schemas.openxmlformats.org/officeDocument/2006/relationships/customXml" Target="../ink/ink3021.xml"/><Relationship Id="rId35" Type="http://schemas.openxmlformats.org/officeDocument/2006/relationships/image" Target="../media/image583.png"/><Relationship Id="rId56" Type="http://schemas.openxmlformats.org/officeDocument/2006/relationships/customXml" Target="../ink/ink3034.xml"/><Relationship Id="rId77" Type="http://schemas.openxmlformats.org/officeDocument/2006/relationships/image" Target="../media/image1517.png"/><Relationship Id="rId100" Type="http://schemas.openxmlformats.org/officeDocument/2006/relationships/customXml" Target="../ink/ink3056.xml"/><Relationship Id="rId105" Type="http://schemas.openxmlformats.org/officeDocument/2006/relationships/image" Target="../media/image1571.png"/><Relationship Id="rId126" Type="http://schemas.openxmlformats.org/officeDocument/2006/relationships/customXml" Target="../ink/ink3069.xml"/><Relationship Id="rId8" Type="http://schemas.openxmlformats.org/officeDocument/2006/relationships/customXml" Target="../ink/ink3010.xml"/><Relationship Id="rId51" Type="http://schemas.openxmlformats.org/officeDocument/2006/relationships/image" Target="../media/image599.png"/><Relationship Id="rId72" Type="http://schemas.openxmlformats.org/officeDocument/2006/relationships/customXml" Target="../ink/ink3042.xml"/><Relationship Id="rId93" Type="http://schemas.openxmlformats.org/officeDocument/2006/relationships/image" Target="../media/image1565.png"/><Relationship Id="rId98" Type="http://schemas.openxmlformats.org/officeDocument/2006/relationships/customXml" Target="../ink/ink3055.xml"/><Relationship Id="rId121" Type="http://schemas.openxmlformats.org/officeDocument/2006/relationships/image" Target="../media/image1578.png"/><Relationship Id="rId142" Type="http://schemas.openxmlformats.org/officeDocument/2006/relationships/customXml" Target="../ink/ink3077.xml"/><Relationship Id="rId3" Type="http://schemas.openxmlformats.org/officeDocument/2006/relationships/image" Target="../media/image387.png"/><Relationship Id="rId25" Type="http://schemas.openxmlformats.org/officeDocument/2006/relationships/image" Target="../media/image578.png"/><Relationship Id="rId46" Type="http://schemas.openxmlformats.org/officeDocument/2006/relationships/customXml" Target="../ink/ink3029.xml"/><Relationship Id="rId67" Type="http://schemas.openxmlformats.org/officeDocument/2006/relationships/image" Target="../media/image607.png"/><Relationship Id="rId116" Type="http://schemas.openxmlformats.org/officeDocument/2006/relationships/customXml" Target="../ink/ink3064.xml"/><Relationship Id="rId137" Type="http://schemas.openxmlformats.org/officeDocument/2006/relationships/image" Target="../media/image1586.png"/><Relationship Id="rId20" Type="http://schemas.openxmlformats.org/officeDocument/2006/relationships/customXml" Target="../ink/ink3016.xml"/><Relationship Id="rId41" Type="http://schemas.openxmlformats.org/officeDocument/2006/relationships/image" Target="../media/image594.png"/><Relationship Id="rId62" Type="http://schemas.openxmlformats.org/officeDocument/2006/relationships/customXml" Target="../ink/ink3037.xml"/><Relationship Id="rId83" Type="http://schemas.openxmlformats.org/officeDocument/2006/relationships/image" Target="../media/image1560.png"/><Relationship Id="rId88" Type="http://schemas.openxmlformats.org/officeDocument/2006/relationships/customXml" Target="../ink/ink3050.xml"/><Relationship Id="rId111" Type="http://schemas.openxmlformats.org/officeDocument/2006/relationships/image" Target="../media/image1574.png"/><Relationship Id="rId132" Type="http://schemas.openxmlformats.org/officeDocument/2006/relationships/customXml" Target="../ink/ink3072.xml"/><Relationship Id="rId15" Type="http://schemas.openxmlformats.org/officeDocument/2006/relationships/image" Target="../media/image395.png"/><Relationship Id="rId36" Type="http://schemas.openxmlformats.org/officeDocument/2006/relationships/customXml" Target="../ink/ink3024.xml"/><Relationship Id="rId57" Type="http://schemas.openxmlformats.org/officeDocument/2006/relationships/image" Target="../media/image602.png"/><Relationship Id="rId106" Type="http://schemas.openxmlformats.org/officeDocument/2006/relationships/customXml" Target="../ink/ink3059.xml"/><Relationship Id="rId127" Type="http://schemas.openxmlformats.org/officeDocument/2006/relationships/image" Target="../media/image1581.png"/><Relationship Id="rId10" Type="http://schemas.openxmlformats.org/officeDocument/2006/relationships/customXml" Target="../ink/ink3011.xml"/><Relationship Id="rId31" Type="http://schemas.openxmlformats.org/officeDocument/2006/relationships/image" Target="../media/image581.png"/><Relationship Id="rId52" Type="http://schemas.openxmlformats.org/officeDocument/2006/relationships/customXml" Target="../ink/ink3032.xml"/><Relationship Id="rId73" Type="http://schemas.openxmlformats.org/officeDocument/2006/relationships/image" Target="../media/image1480.png"/><Relationship Id="rId78" Type="http://schemas.openxmlformats.org/officeDocument/2006/relationships/customXml" Target="../ink/ink3045.xml"/><Relationship Id="rId94" Type="http://schemas.openxmlformats.org/officeDocument/2006/relationships/customXml" Target="../ink/ink3053.xml"/><Relationship Id="rId99" Type="http://schemas.openxmlformats.org/officeDocument/2006/relationships/image" Target="../media/image1568.png"/><Relationship Id="rId101" Type="http://schemas.openxmlformats.org/officeDocument/2006/relationships/image" Target="../media/image1569.png"/><Relationship Id="rId122" Type="http://schemas.openxmlformats.org/officeDocument/2006/relationships/customXml" Target="../ink/ink3067.xml"/><Relationship Id="rId143" Type="http://schemas.openxmlformats.org/officeDocument/2006/relationships/image" Target="../media/image1589.png"/><Relationship Id="rId4" Type="http://schemas.openxmlformats.org/officeDocument/2006/relationships/customXml" Target="../ink/ink3008.xml"/><Relationship Id="rId9" Type="http://schemas.openxmlformats.org/officeDocument/2006/relationships/image" Target="../media/image392.png"/><Relationship Id="rId26" Type="http://schemas.openxmlformats.org/officeDocument/2006/relationships/customXml" Target="../ink/ink3019.xml"/><Relationship Id="rId47" Type="http://schemas.openxmlformats.org/officeDocument/2006/relationships/image" Target="../media/image597.png"/><Relationship Id="rId68" Type="http://schemas.openxmlformats.org/officeDocument/2006/relationships/customXml" Target="../ink/ink3040.xml"/><Relationship Id="rId89" Type="http://schemas.openxmlformats.org/officeDocument/2006/relationships/image" Target="../media/image1563.png"/><Relationship Id="rId112" Type="http://schemas.openxmlformats.org/officeDocument/2006/relationships/customXml" Target="../ink/ink3062.xml"/><Relationship Id="rId133" Type="http://schemas.openxmlformats.org/officeDocument/2006/relationships/image" Target="../media/image1584.png"/><Relationship Id="rId16" Type="http://schemas.openxmlformats.org/officeDocument/2006/relationships/customXml" Target="../ink/ink3014.xml"/><Relationship Id="rId37" Type="http://schemas.openxmlformats.org/officeDocument/2006/relationships/image" Target="../media/image584.png"/><Relationship Id="rId58" Type="http://schemas.openxmlformats.org/officeDocument/2006/relationships/customXml" Target="../ink/ink3035.xml"/><Relationship Id="rId79" Type="http://schemas.openxmlformats.org/officeDocument/2006/relationships/image" Target="../media/image1558.png"/><Relationship Id="rId102" Type="http://schemas.openxmlformats.org/officeDocument/2006/relationships/customXml" Target="../ink/ink3057.xml"/><Relationship Id="rId123" Type="http://schemas.openxmlformats.org/officeDocument/2006/relationships/image" Target="../media/image1579.png"/><Relationship Id="rId144" Type="http://schemas.openxmlformats.org/officeDocument/2006/relationships/customXml" Target="../ink/ink307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B55922-6A86-1510-F5A3-986E42FCA97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Heap</a:t>
            </a:r>
            <a:endParaRPr lang="en-ZA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2E52ED-687B-C3CB-71A1-5890DAC1672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Applications: Sorting, Priority Queue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7746652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79FABC-9243-854C-9A16-8CFFD02279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Heap</a:t>
            </a:r>
            <a:endParaRPr lang="en-ZA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D1D6EA63-AD4F-87C9-7551-905E6CC5AC29}"/>
              </a:ext>
            </a:extLst>
          </p:cNvPr>
          <p:cNvGrpSpPr/>
          <p:nvPr/>
        </p:nvGrpSpPr>
        <p:grpSpPr>
          <a:xfrm>
            <a:off x="2171520" y="1504296"/>
            <a:ext cx="2349720" cy="1935720"/>
            <a:chOff x="2171520" y="1504296"/>
            <a:chExt cx="2349720" cy="1935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D6D2B91A-9724-7F4D-73B9-1C257A3FA5E2}"/>
                    </a:ext>
                  </a:extLst>
                </p14:cNvPr>
                <p14:cNvContentPartPr/>
                <p14:nvPr/>
              </p14:nvContentPartPr>
              <p14:xfrm>
                <a:off x="3284640" y="1504296"/>
                <a:ext cx="322920" cy="30672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D6D2B91A-9724-7F4D-73B9-1C257A3FA5E2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3280320" y="1499976"/>
                  <a:ext cx="331560" cy="31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AA66FDC3-9062-DB8A-DFB4-6ED50E7F6B10}"/>
                    </a:ext>
                  </a:extLst>
                </p14:cNvPr>
                <p14:cNvContentPartPr/>
                <p14:nvPr/>
              </p14:nvContentPartPr>
              <p14:xfrm>
                <a:off x="3139560" y="1798776"/>
                <a:ext cx="222120" cy="42228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AA66FDC3-9062-DB8A-DFB4-6ED50E7F6B10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135240" y="1794456"/>
                  <a:ext cx="230760" cy="43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90F7ED57-9DE6-6EF2-A178-383C358BF1B6}"/>
                    </a:ext>
                  </a:extLst>
                </p14:cNvPr>
                <p14:cNvContentPartPr/>
                <p14:nvPr/>
              </p14:nvContentPartPr>
              <p14:xfrm>
                <a:off x="3471840" y="1793736"/>
                <a:ext cx="209520" cy="48060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90F7ED57-9DE6-6EF2-A178-383C358BF1B6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3467520" y="1789416"/>
                  <a:ext cx="218160" cy="48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44D1F8D4-960C-9257-86CB-B2973BFA7695}"/>
                    </a:ext>
                  </a:extLst>
                </p14:cNvPr>
                <p14:cNvContentPartPr/>
                <p14:nvPr/>
              </p14:nvContentPartPr>
              <p14:xfrm>
                <a:off x="2854800" y="2172816"/>
                <a:ext cx="417240" cy="40068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44D1F8D4-960C-9257-86CB-B2973BFA7695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850480" y="2168496"/>
                  <a:ext cx="425880" cy="40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FB127881-48C3-3C49-477F-60215F43C731}"/>
                    </a:ext>
                  </a:extLst>
                </p14:cNvPr>
                <p14:cNvContentPartPr/>
                <p14:nvPr/>
              </p14:nvContentPartPr>
              <p14:xfrm>
                <a:off x="3545640" y="2198376"/>
                <a:ext cx="476640" cy="4197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FB127881-48C3-3C49-477F-60215F43C731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541320" y="2194056"/>
                  <a:ext cx="485280" cy="42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1DB23AD3-A8E1-06D9-C0E9-743838EBAD4A}"/>
                    </a:ext>
                  </a:extLst>
                </p14:cNvPr>
                <p14:cNvContentPartPr/>
                <p14:nvPr/>
              </p14:nvContentPartPr>
              <p14:xfrm>
                <a:off x="2596680" y="2542896"/>
                <a:ext cx="342360" cy="51084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1DB23AD3-A8E1-06D9-C0E9-743838EBAD4A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592360" y="2538576"/>
                  <a:ext cx="351000" cy="51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F3106B49-0530-369B-141D-08920D632CFD}"/>
                    </a:ext>
                  </a:extLst>
                </p14:cNvPr>
                <p14:cNvContentPartPr/>
                <p14:nvPr/>
              </p14:nvContentPartPr>
              <p14:xfrm>
                <a:off x="2171520" y="3005856"/>
                <a:ext cx="491400" cy="4341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F3106B49-0530-369B-141D-08920D632CFD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167200" y="3001536"/>
                  <a:ext cx="500040" cy="44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C3DE2DA5-DC2D-CCEE-D5D9-891B167EF490}"/>
                    </a:ext>
                  </a:extLst>
                </p14:cNvPr>
                <p14:cNvContentPartPr/>
                <p14:nvPr/>
              </p14:nvContentPartPr>
              <p14:xfrm>
                <a:off x="3077640" y="2543976"/>
                <a:ext cx="96840" cy="43704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C3DE2DA5-DC2D-CCEE-D5D9-891B167EF490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073320" y="2539656"/>
                  <a:ext cx="105480" cy="44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26B0516A-B5BD-85C3-3FE8-E7E18AB9D957}"/>
                    </a:ext>
                  </a:extLst>
                </p14:cNvPr>
                <p14:cNvContentPartPr/>
                <p14:nvPr/>
              </p14:nvContentPartPr>
              <p14:xfrm>
                <a:off x="2916720" y="2995416"/>
                <a:ext cx="342000" cy="41364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26B0516A-B5BD-85C3-3FE8-E7E18AB9D957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912400" y="2991096"/>
                  <a:ext cx="350640" cy="42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6FA04716-4BFD-3E35-4916-36AB90DCFB55}"/>
                    </a:ext>
                  </a:extLst>
                </p14:cNvPr>
                <p14:cNvContentPartPr/>
                <p14:nvPr/>
              </p14:nvContentPartPr>
              <p14:xfrm>
                <a:off x="3587400" y="2597616"/>
                <a:ext cx="159480" cy="40644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6FA04716-4BFD-3E35-4916-36AB90DCFB55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583080" y="2593296"/>
                  <a:ext cx="168120" cy="41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AD8237E9-CB38-6878-8AC8-10F7299898A7}"/>
                    </a:ext>
                  </a:extLst>
                </p14:cNvPr>
                <p14:cNvContentPartPr/>
                <p14:nvPr/>
              </p14:nvContentPartPr>
              <p14:xfrm>
                <a:off x="3423240" y="2975976"/>
                <a:ext cx="303120" cy="39528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AD8237E9-CB38-6878-8AC8-10F7299898A7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418920" y="2971656"/>
                  <a:ext cx="311760" cy="40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3FA544CA-F410-DCC3-6FFC-0E71B03DC9A2}"/>
                    </a:ext>
                  </a:extLst>
                </p14:cNvPr>
                <p14:cNvContentPartPr/>
                <p14:nvPr/>
              </p14:nvContentPartPr>
              <p14:xfrm>
                <a:off x="3915360" y="2560176"/>
                <a:ext cx="286920" cy="43344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3FA544CA-F410-DCC3-6FFC-0E71B03DC9A2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911040" y="2555856"/>
                  <a:ext cx="295560" cy="44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AD59ED7F-058D-7013-C732-D46FD7E91AF9}"/>
                    </a:ext>
                  </a:extLst>
                </p14:cNvPr>
                <p14:cNvContentPartPr/>
                <p14:nvPr/>
              </p14:nvContentPartPr>
              <p14:xfrm>
                <a:off x="3977640" y="2983896"/>
                <a:ext cx="543600" cy="44460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AD59ED7F-058D-7013-C732-D46FD7E91AF9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973320" y="2979576"/>
                  <a:ext cx="552240" cy="453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BDF22683-EF46-F39D-67E8-B6A5B78A00E2}"/>
              </a:ext>
            </a:extLst>
          </p:cNvPr>
          <p:cNvGrpSpPr/>
          <p:nvPr/>
        </p:nvGrpSpPr>
        <p:grpSpPr>
          <a:xfrm>
            <a:off x="3439800" y="837216"/>
            <a:ext cx="992520" cy="662040"/>
            <a:chOff x="3439800" y="837216"/>
            <a:chExt cx="992520" cy="662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A1B30A9D-1599-A6D8-1EAE-05C91B1221F2}"/>
                    </a:ext>
                  </a:extLst>
                </p14:cNvPr>
                <p14:cNvContentPartPr/>
                <p14:nvPr/>
              </p14:nvContentPartPr>
              <p14:xfrm>
                <a:off x="3439800" y="999576"/>
                <a:ext cx="274320" cy="49968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A1B30A9D-1599-A6D8-1EAE-05C91B1221F2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435480" y="995256"/>
                  <a:ext cx="282960" cy="50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4816B996-E3B1-C48B-9801-D6EC938A1FC7}"/>
                    </a:ext>
                  </a:extLst>
                </p14:cNvPr>
                <p14:cNvContentPartPr/>
                <p14:nvPr/>
              </p14:nvContentPartPr>
              <p14:xfrm>
                <a:off x="3862440" y="958176"/>
                <a:ext cx="99720" cy="10980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4816B996-E3B1-C48B-9801-D6EC938A1FC7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858120" y="953856"/>
                  <a:ext cx="108360" cy="11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20978044-5880-B5F7-67A7-F250538ACE4A}"/>
                    </a:ext>
                  </a:extLst>
                </p14:cNvPr>
                <p14:cNvContentPartPr/>
                <p14:nvPr/>
              </p14:nvContentPartPr>
              <p14:xfrm>
                <a:off x="3971880" y="981216"/>
                <a:ext cx="76320" cy="9252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20978044-5880-B5F7-67A7-F250538ACE4A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967560" y="976896"/>
                  <a:ext cx="8496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E47A2287-90F1-81BE-7990-EF9AA3B4A4AF}"/>
                    </a:ext>
                  </a:extLst>
                </p14:cNvPr>
                <p14:cNvContentPartPr/>
                <p14:nvPr/>
              </p14:nvContentPartPr>
              <p14:xfrm>
                <a:off x="4104720" y="986256"/>
                <a:ext cx="65160" cy="6624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E47A2287-90F1-81BE-7990-EF9AA3B4A4AF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100400" y="981936"/>
                  <a:ext cx="7380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1CA26D94-471E-3BA0-920E-F1031F9DD888}"/>
                    </a:ext>
                  </a:extLst>
                </p14:cNvPr>
                <p14:cNvContentPartPr/>
                <p14:nvPr/>
              </p14:nvContentPartPr>
              <p14:xfrm>
                <a:off x="4300920" y="837216"/>
                <a:ext cx="65520" cy="21312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1CA26D94-471E-3BA0-920E-F1031F9DD888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296600" y="832896"/>
                  <a:ext cx="74160" cy="22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BD6A162B-19B7-B62A-93A9-8DE405F41402}"/>
                    </a:ext>
                  </a:extLst>
                </p14:cNvPr>
                <p14:cNvContentPartPr/>
                <p14:nvPr/>
              </p14:nvContentPartPr>
              <p14:xfrm>
                <a:off x="4285080" y="918216"/>
                <a:ext cx="147240" cy="3708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BD6A162B-19B7-B62A-93A9-8DE405F41402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280760" y="913896"/>
                  <a:ext cx="155880" cy="45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CF7A0728-CF48-F76B-491A-1F45A508299C}"/>
                  </a:ext>
                </a:extLst>
              </p14:cNvPr>
              <p14:cNvContentPartPr/>
              <p14:nvPr/>
            </p14:nvContentPartPr>
            <p14:xfrm>
              <a:off x="7257960" y="1005696"/>
              <a:ext cx="235080" cy="31284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CF7A0728-CF48-F76B-491A-1F45A508299C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7253640" y="1001376"/>
                <a:ext cx="243720" cy="321480"/>
              </a:xfrm>
              <a:prstGeom prst="rect">
                <a:avLst/>
              </a:prstGeom>
            </p:spPr>
          </p:pic>
        </mc:Fallback>
      </mc:AlternateContent>
      <p:grpSp>
        <p:nvGrpSpPr>
          <p:cNvPr id="41" name="Group 40">
            <a:extLst>
              <a:ext uri="{FF2B5EF4-FFF2-40B4-BE49-F238E27FC236}">
                <a16:creationId xmlns:a16="http://schemas.microsoft.com/office/drawing/2014/main" id="{C67A975A-2887-92FA-0035-E55744D692C4}"/>
              </a:ext>
            </a:extLst>
          </p:cNvPr>
          <p:cNvGrpSpPr/>
          <p:nvPr/>
        </p:nvGrpSpPr>
        <p:grpSpPr>
          <a:xfrm>
            <a:off x="6773040" y="635976"/>
            <a:ext cx="709200" cy="377640"/>
            <a:chOff x="6773040" y="635976"/>
            <a:chExt cx="709200" cy="377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28EFFF83-8399-1FB6-61ED-13C8A9716E5A}"/>
                    </a:ext>
                  </a:extLst>
                </p14:cNvPr>
                <p14:cNvContentPartPr/>
                <p14:nvPr/>
              </p14:nvContentPartPr>
              <p14:xfrm>
                <a:off x="7253280" y="772416"/>
                <a:ext cx="228960" cy="24120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28EFFF83-8399-1FB6-61ED-13C8A9716E5A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7248960" y="768096"/>
                  <a:ext cx="237600" cy="24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7F55755A-AF36-D407-EC96-AF512C0393F7}"/>
                    </a:ext>
                  </a:extLst>
                </p14:cNvPr>
                <p14:cNvContentPartPr/>
                <p14:nvPr/>
              </p14:nvContentPartPr>
              <p14:xfrm>
                <a:off x="6773040" y="703296"/>
                <a:ext cx="189720" cy="12132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7F55755A-AF36-D407-EC96-AF512C0393F7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6768720" y="698976"/>
                  <a:ext cx="19836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C712C404-7F73-E359-6FBA-F087C361E8D8}"/>
                    </a:ext>
                  </a:extLst>
                </p14:cNvPr>
                <p14:cNvContentPartPr/>
                <p14:nvPr/>
              </p14:nvContentPartPr>
              <p14:xfrm>
                <a:off x="6978240" y="709776"/>
                <a:ext cx="42480" cy="9216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C712C404-7F73-E359-6FBA-F087C361E8D8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6973920" y="705456"/>
                  <a:ext cx="51120" cy="10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94D5F2BA-D6EF-65F8-F919-6B9BB011A658}"/>
                    </a:ext>
                  </a:extLst>
                </p14:cNvPr>
                <p14:cNvContentPartPr/>
                <p14:nvPr/>
              </p14:nvContentPartPr>
              <p14:xfrm>
                <a:off x="7036200" y="721296"/>
                <a:ext cx="50040" cy="8712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94D5F2BA-D6EF-65F8-F919-6B9BB011A658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7031880" y="716976"/>
                  <a:ext cx="58680" cy="9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976A40D4-9D8E-7413-DE72-D401CB4BAD21}"/>
                    </a:ext>
                  </a:extLst>
                </p14:cNvPr>
                <p14:cNvContentPartPr/>
                <p14:nvPr/>
              </p14:nvContentPartPr>
              <p14:xfrm>
                <a:off x="7130880" y="635976"/>
                <a:ext cx="51120" cy="13464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976A40D4-9D8E-7413-DE72-D401CB4BAD21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7126560" y="631656"/>
                  <a:ext cx="5976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4D529A1C-B422-A7D7-27D4-31AE0A79FFF0}"/>
                    </a:ext>
                  </a:extLst>
                </p14:cNvPr>
                <p14:cNvContentPartPr/>
                <p14:nvPr/>
              </p14:nvContentPartPr>
              <p14:xfrm>
                <a:off x="7124040" y="674136"/>
                <a:ext cx="111240" cy="972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4D529A1C-B422-A7D7-27D4-31AE0A79FFF0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7119720" y="669816"/>
                  <a:ext cx="119880" cy="18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5AF2704A-5F4B-FB92-5EF8-11627341D907}"/>
              </a:ext>
            </a:extLst>
          </p:cNvPr>
          <p:cNvGrpSpPr/>
          <p:nvPr/>
        </p:nvGrpSpPr>
        <p:grpSpPr>
          <a:xfrm>
            <a:off x="8100360" y="785016"/>
            <a:ext cx="837720" cy="1288080"/>
            <a:chOff x="8100360" y="785016"/>
            <a:chExt cx="837720" cy="1288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282A8249-4D26-6678-42C0-754208FAA57D}"/>
                    </a:ext>
                  </a:extLst>
                </p14:cNvPr>
                <p14:cNvContentPartPr/>
                <p14:nvPr/>
              </p14:nvContentPartPr>
              <p14:xfrm>
                <a:off x="8700480" y="785016"/>
                <a:ext cx="237600" cy="35208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282A8249-4D26-6678-42C0-754208FAA57D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8696160" y="780696"/>
                  <a:ext cx="246240" cy="36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1C9B2392-0E76-1987-F356-8FCEF234C4C4}"/>
                    </a:ext>
                  </a:extLst>
                </p14:cNvPr>
                <p14:cNvContentPartPr/>
                <p14:nvPr/>
              </p14:nvContentPartPr>
              <p14:xfrm>
                <a:off x="8367120" y="1146456"/>
                <a:ext cx="413280" cy="55944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1C9B2392-0E76-1987-F356-8FCEF234C4C4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8362800" y="1142136"/>
                  <a:ext cx="421920" cy="56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EFDFC113-6AC4-40E0-F301-3673556C8C30}"/>
                    </a:ext>
                  </a:extLst>
                </p14:cNvPr>
                <p14:cNvContentPartPr/>
                <p14:nvPr/>
              </p14:nvContentPartPr>
              <p14:xfrm>
                <a:off x="8100360" y="1683936"/>
                <a:ext cx="372960" cy="38916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EFDFC113-6AC4-40E0-F301-3673556C8C30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8096040" y="1679616"/>
                  <a:ext cx="381600" cy="397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B61A9583-9690-6327-262E-22C93609E734}"/>
              </a:ext>
            </a:extLst>
          </p:cNvPr>
          <p:cNvGrpSpPr/>
          <p:nvPr/>
        </p:nvGrpSpPr>
        <p:grpSpPr>
          <a:xfrm>
            <a:off x="8415360" y="470376"/>
            <a:ext cx="470880" cy="351000"/>
            <a:chOff x="8415360" y="470376"/>
            <a:chExt cx="470880" cy="351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E3ADB60E-AE47-6967-B861-FAFBD09983B5}"/>
                    </a:ext>
                  </a:extLst>
                </p14:cNvPr>
                <p14:cNvContentPartPr/>
                <p14:nvPr/>
              </p14:nvContentPartPr>
              <p14:xfrm>
                <a:off x="8415360" y="578376"/>
                <a:ext cx="120600" cy="10332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E3ADB60E-AE47-6967-B861-FAFBD09983B5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8411040" y="574056"/>
                  <a:ext cx="12924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0A22DAB2-0A25-1462-FBBD-E35AEDE43F32}"/>
                    </a:ext>
                  </a:extLst>
                </p14:cNvPr>
                <p14:cNvContentPartPr/>
                <p14:nvPr/>
              </p14:nvContentPartPr>
              <p14:xfrm>
                <a:off x="8557200" y="586296"/>
                <a:ext cx="50760" cy="9000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0A22DAB2-0A25-1462-FBBD-E35AEDE43F32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8552880" y="581976"/>
                  <a:ext cx="5940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9543076F-6DB2-8DF6-4C03-C353ED0A1A8B}"/>
                    </a:ext>
                  </a:extLst>
                </p14:cNvPr>
                <p14:cNvContentPartPr/>
                <p14:nvPr/>
              </p14:nvContentPartPr>
              <p14:xfrm>
                <a:off x="8604720" y="594576"/>
                <a:ext cx="360" cy="36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9543076F-6DB2-8DF6-4C03-C353ED0A1A8B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8600400" y="590256"/>
                  <a:ext cx="900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FA3FD1DA-331F-B073-FB32-EB82D17F9136}"/>
                    </a:ext>
                  </a:extLst>
                </p14:cNvPr>
                <p14:cNvContentPartPr/>
                <p14:nvPr/>
              </p14:nvContentPartPr>
              <p14:xfrm>
                <a:off x="8604720" y="580536"/>
                <a:ext cx="92880" cy="7308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FA3FD1DA-331F-B073-FB32-EB82D17F9136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8600400" y="576216"/>
                  <a:ext cx="10152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75517B97-E17B-7ED6-BB55-F2007236E1EF}"/>
                    </a:ext>
                  </a:extLst>
                </p14:cNvPr>
                <p14:cNvContentPartPr/>
                <p14:nvPr/>
              </p14:nvContentPartPr>
              <p14:xfrm>
                <a:off x="8769600" y="470376"/>
                <a:ext cx="68400" cy="13284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75517B97-E17B-7ED6-BB55-F2007236E1EF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8765280" y="466056"/>
                  <a:ext cx="7704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D1826A0B-F50F-0E49-307D-71C69DE8FF9B}"/>
                    </a:ext>
                  </a:extLst>
                </p14:cNvPr>
                <p14:cNvContentPartPr/>
                <p14:nvPr/>
              </p14:nvContentPartPr>
              <p14:xfrm>
                <a:off x="8727120" y="533376"/>
                <a:ext cx="127440" cy="1656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D1826A0B-F50F-0E49-307D-71C69DE8FF9B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8722800" y="529056"/>
                  <a:ext cx="13608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E40949E8-F100-469A-BE8C-306E4991E4FD}"/>
                    </a:ext>
                  </a:extLst>
                </p14:cNvPr>
                <p14:cNvContentPartPr/>
                <p14:nvPr/>
              </p14:nvContentPartPr>
              <p14:xfrm>
                <a:off x="8745480" y="651816"/>
                <a:ext cx="140760" cy="16956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E40949E8-F100-469A-BE8C-306E4991E4FD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8741160" y="647496"/>
                  <a:ext cx="149400" cy="178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7022B7DC-EEC1-FEC5-B64F-4678BCCD20C7}"/>
              </a:ext>
            </a:extLst>
          </p:cNvPr>
          <p:cNvGrpSpPr/>
          <p:nvPr/>
        </p:nvGrpSpPr>
        <p:grpSpPr>
          <a:xfrm>
            <a:off x="9898200" y="454536"/>
            <a:ext cx="1418760" cy="1816560"/>
            <a:chOff x="9898200" y="454536"/>
            <a:chExt cx="1418760" cy="1816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D83C4D47-A27F-9A7C-B71E-F07F9662368B}"/>
                    </a:ext>
                  </a:extLst>
                </p14:cNvPr>
                <p14:cNvContentPartPr/>
                <p14:nvPr/>
              </p14:nvContentPartPr>
              <p14:xfrm>
                <a:off x="9898200" y="522576"/>
                <a:ext cx="159840" cy="14508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D83C4D47-A27F-9A7C-B71E-F07F9662368B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9893880" y="518256"/>
                  <a:ext cx="168480" cy="1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652849B1-D892-8E0A-4DAD-56CF85318F03}"/>
                    </a:ext>
                  </a:extLst>
                </p14:cNvPr>
                <p14:cNvContentPartPr/>
                <p14:nvPr/>
              </p14:nvContentPartPr>
              <p14:xfrm>
                <a:off x="10103400" y="520056"/>
                <a:ext cx="54360" cy="9108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652849B1-D892-8E0A-4DAD-56CF85318F03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0099080" y="515736"/>
                  <a:ext cx="6300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7F5892F5-3C3B-1662-3156-AEEB156D552C}"/>
                    </a:ext>
                  </a:extLst>
                </p14:cNvPr>
                <p14:cNvContentPartPr/>
                <p14:nvPr/>
              </p14:nvContentPartPr>
              <p14:xfrm>
                <a:off x="10219320" y="530856"/>
                <a:ext cx="35280" cy="5400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7F5892F5-3C3B-1662-3156-AEEB156D552C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0215000" y="526536"/>
                  <a:ext cx="43920" cy="6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B7376D2A-FFFB-ABE4-51A1-FB7723E96A05}"/>
                    </a:ext>
                  </a:extLst>
                </p14:cNvPr>
                <p14:cNvContentPartPr/>
                <p14:nvPr/>
              </p14:nvContentPartPr>
              <p14:xfrm>
                <a:off x="10307520" y="454536"/>
                <a:ext cx="75960" cy="18216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B7376D2A-FFFB-ABE4-51A1-FB7723E96A05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0303200" y="450216"/>
                  <a:ext cx="8460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B9B6E25D-D059-0D62-8DB3-6A0DD7489E33}"/>
                    </a:ext>
                  </a:extLst>
                </p14:cNvPr>
                <p14:cNvContentPartPr/>
                <p14:nvPr/>
              </p14:nvContentPartPr>
              <p14:xfrm>
                <a:off x="10311840" y="532296"/>
                <a:ext cx="124920" cy="1656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B9B6E25D-D059-0D62-8DB3-6A0DD7489E33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10307520" y="527976"/>
                  <a:ext cx="13356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C90CC184-C3FC-29B8-6864-71D72539BDB8}"/>
                    </a:ext>
                  </a:extLst>
                </p14:cNvPr>
                <p14:cNvContentPartPr/>
                <p14:nvPr/>
              </p14:nvContentPartPr>
              <p14:xfrm>
                <a:off x="10591200" y="536976"/>
                <a:ext cx="121680" cy="33048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C90CC184-C3FC-29B8-6864-71D72539BDB8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0586880" y="532656"/>
                  <a:ext cx="130320" cy="33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89225FF2-446F-BD1F-D335-04B0EE88C709}"/>
                    </a:ext>
                  </a:extLst>
                </p14:cNvPr>
                <p14:cNvContentPartPr/>
                <p14:nvPr/>
              </p14:nvContentPartPr>
              <p14:xfrm>
                <a:off x="10614240" y="786096"/>
                <a:ext cx="115920" cy="7200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89225FF2-446F-BD1F-D335-04B0EE88C709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0609920" y="781776"/>
                  <a:ext cx="12456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CBC57682-6892-9C58-B8AD-3E67BE61E99E}"/>
                    </a:ext>
                  </a:extLst>
                </p14:cNvPr>
                <p14:cNvContentPartPr/>
                <p14:nvPr/>
              </p14:nvContentPartPr>
              <p14:xfrm>
                <a:off x="10695240" y="783936"/>
                <a:ext cx="48960" cy="10764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CBC57682-6892-9C58-B8AD-3E67BE61E99E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0690920" y="779616"/>
                  <a:ext cx="5760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2886C79B-CE92-347D-88B4-44182F4C7303}"/>
                    </a:ext>
                  </a:extLst>
                </p14:cNvPr>
                <p14:cNvContentPartPr/>
                <p14:nvPr/>
              </p14:nvContentPartPr>
              <p14:xfrm>
                <a:off x="10440360" y="848016"/>
                <a:ext cx="400680" cy="46944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2886C79B-CE92-347D-88B4-44182F4C7303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0436040" y="843696"/>
                  <a:ext cx="409320" cy="47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B4C2C59F-EE8D-3545-DC28-874D79FC3839}"/>
                    </a:ext>
                  </a:extLst>
                </p14:cNvPr>
                <p14:cNvContentPartPr/>
                <p14:nvPr/>
              </p14:nvContentPartPr>
              <p14:xfrm>
                <a:off x="10143360" y="1304856"/>
                <a:ext cx="392760" cy="57564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B4C2C59F-EE8D-3545-DC28-874D79FC3839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10139040" y="1300536"/>
                  <a:ext cx="401400" cy="58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520F2E04-4E4E-6E0F-61E5-B9283381B265}"/>
                    </a:ext>
                  </a:extLst>
                </p14:cNvPr>
                <p14:cNvContentPartPr/>
                <p14:nvPr/>
              </p14:nvContentPartPr>
              <p14:xfrm>
                <a:off x="9927720" y="1774656"/>
                <a:ext cx="377280" cy="46152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520F2E04-4E4E-6E0F-61E5-B9283381B265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9923400" y="1770336"/>
                  <a:ext cx="385920" cy="47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D229D1FE-DAF1-8397-4D7F-A3F9F01B97A8}"/>
                    </a:ext>
                  </a:extLst>
                </p14:cNvPr>
                <p14:cNvContentPartPr/>
                <p14:nvPr/>
              </p14:nvContentPartPr>
              <p14:xfrm>
                <a:off x="10671840" y="1312776"/>
                <a:ext cx="460080" cy="60552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D229D1FE-DAF1-8397-4D7F-A3F9F01B97A8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10667520" y="1308456"/>
                  <a:ext cx="468720" cy="61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990D32A9-F13F-8B5C-7649-CB618B546450}"/>
                    </a:ext>
                  </a:extLst>
                </p14:cNvPr>
                <p14:cNvContentPartPr/>
                <p14:nvPr/>
              </p14:nvContentPartPr>
              <p14:xfrm>
                <a:off x="10851840" y="1847016"/>
                <a:ext cx="465120" cy="42408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990D32A9-F13F-8B5C-7649-CB618B546450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10847520" y="1842696"/>
                  <a:ext cx="473760" cy="432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E013558A-22EA-C753-8EF4-5C8FE9336483}"/>
                  </a:ext>
                </a:extLst>
              </p14:cNvPr>
              <p14:cNvContentPartPr/>
              <p14:nvPr/>
            </p14:nvContentPartPr>
            <p14:xfrm>
              <a:off x="7218720" y="1679256"/>
              <a:ext cx="91080" cy="273960"/>
            </p14:xfrm>
          </p:contentPart>
        </mc:Choice>
        <mc:Fallback xmlns=""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E013558A-22EA-C753-8EF4-5C8FE9336483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7214400" y="1674936"/>
                <a:ext cx="99720" cy="28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2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30459879-8507-C391-CDF0-DD12121ACD47}"/>
                  </a:ext>
                </a:extLst>
              </p14:cNvPr>
              <p14:cNvContentPartPr/>
              <p14:nvPr/>
            </p14:nvContentPartPr>
            <p14:xfrm>
              <a:off x="8528400" y="2269296"/>
              <a:ext cx="208440" cy="168120"/>
            </p14:xfrm>
          </p:contentPart>
        </mc:Choice>
        <mc:Fallback xmlns=""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30459879-8507-C391-CDF0-DD12121ACD47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8524080" y="2264976"/>
                <a:ext cx="217080" cy="17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4">
            <p14:nvContentPartPr>
              <p14:cNvPr id="73" name="Ink 72">
                <a:extLst>
                  <a:ext uri="{FF2B5EF4-FFF2-40B4-BE49-F238E27FC236}">
                    <a16:creationId xmlns:a16="http://schemas.microsoft.com/office/drawing/2014/main" id="{42C9EDC3-4445-2C9E-418B-0DDFCCAB6627}"/>
                  </a:ext>
                </a:extLst>
              </p14:cNvPr>
              <p14:cNvContentPartPr/>
              <p14:nvPr/>
            </p14:nvContentPartPr>
            <p14:xfrm>
              <a:off x="10348560" y="2377656"/>
              <a:ext cx="183960" cy="178200"/>
            </p14:xfrm>
          </p:contentPart>
        </mc:Choice>
        <mc:Fallback xmlns="">
          <p:pic>
            <p:nvPicPr>
              <p:cNvPr id="73" name="Ink 72">
                <a:extLst>
                  <a:ext uri="{FF2B5EF4-FFF2-40B4-BE49-F238E27FC236}">
                    <a16:creationId xmlns:a16="http://schemas.microsoft.com/office/drawing/2014/main" id="{42C9EDC3-4445-2C9E-418B-0DDFCCAB6627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10344240" y="2373336"/>
                <a:ext cx="192600" cy="186840"/>
              </a:xfrm>
              <a:prstGeom prst="rect">
                <a:avLst/>
              </a:prstGeom>
            </p:spPr>
          </p:pic>
        </mc:Fallback>
      </mc:AlternateContent>
      <p:grpSp>
        <p:nvGrpSpPr>
          <p:cNvPr id="80" name="Group 79">
            <a:extLst>
              <a:ext uri="{FF2B5EF4-FFF2-40B4-BE49-F238E27FC236}">
                <a16:creationId xmlns:a16="http://schemas.microsoft.com/office/drawing/2014/main" id="{AC3A2EB8-429A-AD2D-67F8-70341E8C0ABE}"/>
              </a:ext>
            </a:extLst>
          </p:cNvPr>
          <p:cNvGrpSpPr/>
          <p:nvPr/>
        </p:nvGrpSpPr>
        <p:grpSpPr>
          <a:xfrm>
            <a:off x="6807240" y="2018016"/>
            <a:ext cx="707760" cy="228960"/>
            <a:chOff x="6807240" y="2018016"/>
            <a:chExt cx="707760" cy="228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D8382741-93EB-F63E-BDAC-B99894B155B3}"/>
                    </a:ext>
                  </a:extLst>
                </p14:cNvPr>
                <p14:cNvContentPartPr/>
                <p14:nvPr/>
              </p14:nvContentPartPr>
              <p14:xfrm>
                <a:off x="6807240" y="2018016"/>
                <a:ext cx="137160" cy="22896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D8382741-93EB-F63E-BDAC-B99894B155B3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6802920" y="2013696"/>
                  <a:ext cx="145800" cy="23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C0A3E5AC-D615-A486-9DD3-8D72629DCE6E}"/>
                    </a:ext>
                  </a:extLst>
                </p14:cNvPr>
                <p14:cNvContentPartPr/>
                <p14:nvPr/>
              </p14:nvContentPartPr>
              <p14:xfrm>
                <a:off x="6956280" y="2126016"/>
                <a:ext cx="72000" cy="10800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C0A3E5AC-D615-A486-9DD3-8D72629DCE6E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6951960" y="2121696"/>
                  <a:ext cx="8064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8B9D95E2-8BA5-F8E8-53C4-97AFBAB4F33F}"/>
                    </a:ext>
                  </a:extLst>
                </p14:cNvPr>
                <p14:cNvContentPartPr/>
                <p14:nvPr/>
              </p14:nvContentPartPr>
              <p14:xfrm>
                <a:off x="7065720" y="2131416"/>
                <a:ext cx="132480" cy="6228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8B9D95E2-8BA5-F8E8-53C4-97AFBAB4F33F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7061400" y="2127096"/>
                  <a:ext cx="141120" cy="7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9985E9FD-3C68-B6F9-60C4-5366C890C428}"/>
                    </a:ext>
                  </a:extLst>
                </p14:cNvPr>
                <p14:cNvContentPartPr/>
                <p14:nvPr/>
              </p14:nvContentPartPr>
              <p14:xfrm>
                <a:off x="7197840" y="2114856"/>
                <a:ext cx="173880" cy="7524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9985E9FD-3C68-B6F9-60C4-5366C890C428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7193520" y="2110536"/>
                  <a:ext cx="18252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F47D3600-2676-4BD4-44BA-9DFB83C7C2E7}"/>
                    </a:ext>
                  </a:extLst>
                </p14:cNvPr>
                <p14:cNvContentPartPr/>
                <p14:nvPr/>
              </p14:nvContentPartPr>
              <p14:xfrm>
                <a:off x="7444800" y="2065896"/>
                <a:ext cx="32040" cy="14616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F47D3600-2676-4BD4-44BA-9DFB83C7C2E7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7440480" y="2061576"/>
                  <a:ext cx="4068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12BEC22B-976F-0038-7C99-53D4ABA5A005}"/>
                    </a:ext>
                  </a:extLst>
                </p14:cNvPr>
                <p14:cNvContentPartPr/>
                <p14:nvPr/>
              </p14:nvContentPartPr>
              <p14:xfrm>
                <a:off x="7422120" y="2146896"/>
                <a:ext cx="92880" cy="1188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12BEC22B-976F-0038-7C99-53D4ABA5A005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7417800" y="2142576"/>
                  <a:ext cx="101520" cy="20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8" name="Group 87">
            <a:extLst>
              <a:ext uri="{FF2B5EF4-FFF2-40B4-BE49-F238E27FC236}">
                <a16:creationId xmlns:a16="http://schemas.microsoft.com/office/drawing/2014/main" id="{2BF61BC3-6ADC-5F20-2CDF-7C86102F155B}"/>
              </a:ext>
            </a:extLst>
          </p:cNvPr>
          <p:cNvGrpSpPr/>
          <p:nvPr/>
        </p:nvGrpSpPr>
        <p:grpSpPr>
          <a:xfrm>
            <a:off x="8290440" y="2486376"/>
            <a:ext cx="933480" cy="254160"/>
            <a:chOff x="8290440" y="2486376"/>
            <a:chExt cx="933480" cy="254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DAEB2854-DB88-184B-7D1F-CF2789FA2D42}"/>
                    </a:ext>
                  </a:extLst>
                </p14:cNvPr>
                <p14:cNvContentPartPr/>
                <p14:nvPr/>
              </p14:nvContentPartPr>
              <p14:xfrm>
                <a:off x="8290440" y="2595456"/>
                <a:ext cx="164520" cy="14508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DAEB2854-DB88-184B-7D1F-CF2789FA2D42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8286120" y="2591136"/>
                  <a:ext cx="173160" cy="1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4ED3D3C0-B9AE-E4AA-2065-781C9535DFBF}"/>
                    </a:ext>
                  </a:extLst>
                </p14:cNvPr>
                <p14:cNvContentPartPr/>
                <p14:nvPr/>
              </p14:nvContentPartPr>
              <p14:xfrm>
                <a:off x="8501760" y="2486376"/>
                <a:ext cx="29520" cy="18504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4ED3D3C0-B9AE-E4AA-2065-781C9535DFBF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8497440" y="2482056"/>
                  <a:ext cx="3816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7BCD090F-72A5-7219-9178-B6C089E3D122}"/>
                    </a:ext>
                  </a:extLst>
                </p14:cNvPr>
                <p14:cNvContentPartPr/>
                <p14:nvPr/>
              </p14:nvContentPartPr>
              <p14:xfrm>
                <a:off x="8549280" y="2568816"/>
                <a:ext cx="76680" cy="11052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7BCD090F-72A5-7219-9178-B6C089E3D122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8544960" y="2564496"/>
                  <a:ext cx="8532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2A35C726-666E-E2B7-BB40-EAED559B7E94}"/>
                    </a:ext>
                  </a:extLst>
                </p14:cNvPr>
                <p14:cNvContentPartPr/>
                <p14:nvPr/>
              </p14:nvContentPartPr>
              <p14:xfrm>
                <a:off x="8669160" y="2607696"/>
                <a:ext cx="201240" cy="8676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2A35C726-666E-E2B7-BB40-EAED559B7E94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8664840" y="2603376"/>
                  <a:ext cx="209880" cy="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B17FEC26-A3BF-EE16-1734-572A05CB9AD1}"/>
                    </a:ext>
                  </a:extLst>
                </p14:cNvPr>
                <p14:cNvContentPartPr/>
                <p14:nvPr/>
              </p14:nvContentPartPr>
              <p14:xfrm>
                <a:off x="8863200" y="2592576"/>
                <a:ext cx="201240" cy="12168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B17FEC26-A3BF-EE16-1734-572A05CB9AD1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8858880" y="2588256"/>
                  <a:ext cx="20988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4F210A76-A322-ACEB-50A1-9935B845E78C}"/>
                    </a:ext>
                  </a:extLst>
                </p14:cNvPr>
                <p14:cNvContentPartPr/>
                <p14:nvPr/>
              </p14:nvContentPartPr>
              <p14:xfrm>
                <a:off x="9102960" y="2538216"/>
                <a:ext cx="12240" cy="10080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4F210A76-A322-ACEB-50A1-9935B845E78C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9098640" y="2533896"/>
                  <a:ext cx="2088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132EFBB0-C13F-2B74-89BC-DA21686F3A87}"/>
                    </a:ext>
                  </a:extLst>
                </p14:cNvPr>
                <p14:cNvContentPartPr/>
                <p14:nvPr/>
              </p14:nvContentPartPr>
              <p14:xfrm>
                <a:off x="9068760" y="2560176"/>
                <a:ext cx="155160" cy="1872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132EFBB0-C13F-2B74-89BC-DA21686F3A87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9064440" y="2555856"/>
                  <a:ext cx="163800" cy="27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6944149E-7CBF-AEBB-09D9-761E26D9ABF8}"/>
              </a:ext>
            </a:extLst>
          </p:cNvPr>
          <p:cNvGrpSpPr/>
          <p:nvPr/>
        </p:nvGrpSpPr>
        <p:grpSpPr>
          <a:xfrm>
            <a:off x="10216440" y="2587896"/>
            <a:ext cx="1042560" cy="254520"/>
            <a:chOff x="10216440" y="2587896"/>
            <a:chExt cx="1042560" cy="254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F6E71242-5089-0458-65F6-4E0BDF246AB6}"/>
                    </a:ext>
                  </a:extLst>
                </p14:cNvPr>
                <p14:cNvContentPartPr/>
                <p14:nvPr/>
              </p14:nvContentPartPr>
              <p14:xfrm>
                <a:off x="10216440" y="2587896"/>
                <a:ext cx="206280" cy="24300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F6E71242-5089-0458-65F6-4E0BDF246AB6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10212120" y="2583576"/>
                  <a:ext cx="214920" cy="25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7C637FCA-0D3B-DF2B-E988-EDC6E76B1A8C}"/>
                    </a:ext>
                  </a:extLst>
                </p14:cNvPr>
                <p14:cNvContentPartPr/>
                <p14:nvPr/>
              </p14:nvContentPartPr>
              <p14:xfrm>
                <a:off x="10439280" y="2712816"/>
                <a:ext cx="399240" cy="12960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7C637FCA-0D3B-DF2B-E988-EDC6E76B1A8C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10434960" y="2708496"/>
                  <a:ext cx="40788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009CE62C-654F-C506-F004-083C5CCE3D93}"/>
                    </a:ext>
                  </a:extLst>
                </p14:cNvPr>
                <p14:cNvContentPartPr/>
                <p14:nvPr/>
              </p14:nvContentPartPr>
              <p14:xfrm>
                <a:off x="10853280" y="2684736"/>
                <a:ext cx="262800" cy="9504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009CE62C-654F-C506-F004-083C5CCE3D93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10848960" y="2680416"/>
                  <a:ext cx="27144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2163C41E-9A68-A073-F6B8-D994AC99920D}"/>
                    </a:ext>
                  </a:extLst>
                </p14:cNvPr>
                <p14:cNvContentPartPr/>
                <p14:nvPr/>
              </p14:nvContentPartPr>
              <p14:xfrm>
                <a:off x="11149920" y="2610936"/>
                <a:ext cx="92880" cy="14112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2163C41E-9A68-A073-F6B8-D994AC99920D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11145600" y="2606616"/>
                  <a:ext cx="10152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479C35DE-7B2D-8AC5-8F39-0AE5663472E5}"/>
                    </a:ext>
                  </a:extLst>
                </p14:cNvPr>
                <p14:cNvContentPartPr/>
                <p14:nvPr/>
              </p14:nvContentPartPr>
              <p14:xfrm>
                <a:off x="11085480" y="2655936"/>
                <a:ext cx="173520" cy="1872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479C35DE-7B2D-8AC5-8F39-0AE5663472E5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11081160" y="2651616"/>
                  <a:ext cx="182160" cy="27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653B703B-F466-34BC-E535-268114CC88CC}"/>
              </a:ext>
            </a:extLst>
          </p:cNvPr>
          <p:cNvGrpSpPr/>
          <p:nvPr/>
        </p:nvGrpSpPr>
        <p:grpSpPr>
          <a:xfrm>
            <a:off x="6417000" y="3005584"/>
            <a:ext cx="4397976" cy="1894232"/>
            <a:chOff x="6417000" y="3005584"/>
            <a:chExt cx="4397976" cy="1894232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E355328A-3CB5-A1D8-8D77-4B358EDEF093}"/>
                    </a:ext>
                  </a:extLst>
                </p14:cNvPr>
                <p14:cNvContentPartPr/>
                <p14:nvPr/>
              </p14:nvContentPartPr>
              <p14:xfrm>
                <a:off x="6417000" y="3395016"/>
                <a:ext cx="118080" cy="10800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E355328A-3CB5-A1D8-8D77-4B358EDEF093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6412680" y="3390696"/>
                  <a:ext cx="12672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85793136-3988-271F-67CB-C5B27D3A4F8F}"/>
                    </a:ext>
                  </a:extLst>
                </p14:cNvPr>
                <p14:cNvContentPartPr/>
                <p14:nvPr/>
              </p14:nvContentPartPr>
              <p14:xfrm>
                <a:off x="6596640" y="3397176"/>
                <a:ext cx="71280" cy="10440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85793136-3988-271F-67CB-C5B27D3A4F8F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6592320" y="3392856"/>
                  <a:ext cx="79920" cy="11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F0F2A4CE-1D13-F910-8202-A671E3F46966}"/>
                    </a:ext>
                  </a:extLst>
                </p14:cNvPr>
                <p14:cNvContentPartPr/>
                <p14:nvPr/>
              </p14:nvContentPartPr>
              <p14:xfrm>
                <a:off x="6707520" y="3378456"/>
                <a:ext cx="66600" cy="9000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F0F2A4CE-1D13-F910-8202-A671E3F46966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6703200" y="3374136"/>
                  <a:ext cx="7524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425686F3-8015-E7DB-AA45-845EBA3DDAAC}"/>
                    </a:ext>
                  </a:extLst>
                </p14:cNvPr>
                <p14:cNvContentPartPr/>
                <p14:nvPr/>
              </p14:nvContentPartPr>
              <p14:xfrm>
                <a:off x="6922800" y="3265776"/>
                <a:ext cx="67320" cy="16596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425686F3-8015-E7DB-AA45-845EBA3DDAAC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6918480" y="3261456"/>
                  <a:ext cx="75960" cy="17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D513526F-2831-9B98-FE8B-1629F559996F}"/>
                    </a:ext>
                  </a:extLst>
                </p14:cNvPr>
                <p14:cNvContentPartPr/>
                <p14:nvPr/>
              </p14:nvContentPartPr>
              <p14:xfrm>
                <a:off x="6890760" y="3367296"/>
                <a:ext cx="138960" cy="1548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D513526F-2831-9B98-FE8B-1629F559996F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6886440" y="3362976"/>
                  <a:ext cx="14760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7A7A3F88-4075-E1A7-83FC-AABD9E4A8FF9}"/>
                    </a:ext>
                  </a:extLst>
                </p14:cNvPr>
                <p14:cNvContentPartPr/>
                <p14:nvPr/>
              </p14:nvContentPartPr>
              <p14:xfrm>
                <a:off x="7127640" y="3358296"/>
                <a:ext cx="91080" cy="28728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7A7A3F88-4075-E1A7-83FC-AABD9E4A8FF9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7123320" y="3353976"/>
                  <a:ext cx="99720" cy="29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D38D057C-DFE0-A484-4A31-4183EE372813}"/>
                    </a:ext>
                  </a:extLst>
                </p14:cNvPr>
                <p14:cNvContentPartPr/>
                <p14:nvPr/>
              </p14:nvContentPartPr>
              <p14:xfrm>
                <a:off x="7130880" y="3599496"/>
                <a:ext cx="104400" cy="5796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D38D057C-DFE0-A484-4A31-4183EE372813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7126560" y="3595176"/>
                  <a:ext cx="11304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D35A9938-05AF-3E61-68B4-66BB547783A9}"/>
                    </a:ext>
                  </a:extLst>
                </p14:cNvPr>
                <p14:cNvContentPartPr/>
                <p14:nvPr/>
              </p14:nvContentPartPr>
              <p14:xfrm>
                <a:off x="7197120" y="3553416"/>
                <a:ext cx="121320" cy="13500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D35A9938-05AF-3E61-68B4-66BB547783A9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7192800" y="3549096"/>
                  <a:ext cx="12996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642DA7CC-6CC2-580A-B2F5-3FB18B72D4CE}"/>
                    </a:ext>
                  </a:extLst>
                </p14:cNvPr>
                <p14:cNvContentPartPr/>
                <p14:nvPr/>
              </p14:nvContentPartPr>
              <p14:xfrm>
                <a:off x="7050240" y="3658176"/>
                <a:ext cx="364320" cy="36936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642DA7CC-6CC2-580A-B2F5-3FB18B72D4CE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7045920" y="3653856"/>
                  <a:ext cx="372960" cy="37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407A925E-32D5-D617-02BE-1A8D0737DEE3}"/>
                    </a:ext>
                  </a:extLst>
                </p14:cNvPr>
                <p14:cNvContentPartPr/>
                <p14:nvPr/>
              </p14:nvContentPartPr>
              <p14:xfrm>
                <a:off x="6773400" y="4010616"/>
                <a:ext cx="353160" cy="50328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407A925E-32D5-D617-02BE-1A8D0737DEE3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6769080" y="4006296"/>
                  <a:ext cx="361800" cy="51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223ECEE6-FC89-F96E-B05C-554840FF960A}"/>
                    </a:ext>
                  </a:extLst>
                </p14:cNvPr>
                <p14:cNvContentPartPr/>
                <p14:nvPr/>
              </p14:nvContentPartPr>
              <p14:xfrm>
                <a:off x="6497640" y="4432176"/>
                <a:ext cx="401040" cy="46764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223ECEE6-FC89-F96E-B05C-554840FF960A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6493320" y="4427856"/>
                  <a:ext cx="409680" cy="47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134712A1-771F-A21F-0C66-D17C74D83093}"/>
                    </a:ext>
                  </a:extLst>
                </p14:cNvPr>
                <p14:cNvContentPartPr/>
                <p14:nvPr/>
              </p14:nvContentPartPr>
              <p14:xfrm>
                <a:off x="7295040" y="3991536"/>
                <a:ext cx="303120" cy="53928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134712A1-771F-A21F-0C66-D17C74D83093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7290720" y="3987216"/>
                  <a:ext cx="311760" cy="54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01F28CFF-045A-43DB-2A68-4496B88786F1}"/>
                    </a:ext>
                  </a:extLst>
                </p14:cNvPr>
                <p14:cNvContentPartPr/>
                <p14:nvPr/>
              </p14:nvContentPartPr>
              <p14:xfrm>
                <a:off x="7408080" y="4483656"/>
                <a:ext cx="398520" cy="37476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01F28CFF-045A-43DB-2A68-4496B88786F1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7403760" y="4479336"/>
                  <a:ext cx="407160" cy="38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A0CAE30D-2009-0730-E193-B4E946D3A035}"/>
                    </a:ext>
                  </a:extLst>
                </p14:cNvPr>
                <p14:cNvContentPartPr/>
                <p14:nvPr/>
              </p14:nvContentPartPr>
              <p14:xfrm>
                <a:off x="9425376" y="3134824"/>
                <a:ext cx="118080" cy="10800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A0CAE30D-2009-0730-E193-B4E946D3A035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9421056" y="3130504"/>
                  <a:ext cx="12672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9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7B51575A-2A16-27E0-0A10-4B2046B19F05}"/>
                    </a:ext>
                  </a:extLst>
                </p14:cNvPr>
                <p14:cNvContentPartPr/>
                <p14:nvPr/>
              </p14:nvContentPartPr>
              <p14:xfrm>
                <a:off x="9605016" y="3136984"/>
                <a:ext cx="71280" cy="10440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7B51575A-2A16-27E0-0A10-4B2046B19F05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9600696" y="3132664"/>
                  <a:ext cx="79920" cy="11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11927E44-BD89-115C-9FD0-6C4172ADF819}"/>
                    </a:ext>
                  </a:extLst>
                </p14:cNvPr>
                <p14:cNvContentPartPr/>
                <p14:nvPr/>
              </p14:nvContentPartPr>
              <p14:xfrm>
                <a:off x="9715896" y="3118264"/>
                <a:ext cx="66600" cy="9000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11927E44-BD89-115C-9FD0-6C4172ADF819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9711576" y="3113944"/>
                  <a:ext cx="7524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1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5B387E18-1311-F984-787E-7A7C5BE08139}"/>
                    </a:ext>
                  </a:extLst>
                </p14:cNvPr>
                <p14:cNvContentPartPr/>
                <p14:nvPr/>
              </p14:nvContentPartPr>
              <p14:xfrm>
                <a:off x="9931176" y="3005584"/>
                <a:ext cx="67320" cy="16596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5B387E18-1311-F984-787E-7A7C5BE08139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9926856" y="3001264"/>
                  <a:ext cx="75960" cy="17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6FF1A277-000D-AB3D-CD9B-7AEF2E4F9EEE}"/>
                    </a:ext>
                  </a:extLst>
                </p14:cNvPr>
                <p14:cNvContentPartPr/>
                <p14:nvPr/>
              </p14:nvContentPartPr>
              <p14:xfrm>
                <a:off x="9899136" y="3107104"/>
                <a:ext cx="138960" cy="1548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6FF1A277-000D-AB3D-CD9B-7AEF2E4F9EEE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9894816" y="3102784"/>
                  <a:ext cx="14760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3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0EDEE7B6-C922-96B8-7637-9A7371A5480A}"/>
                    </a:ext>
                  </a:extLst>
                </p14:cNvPr>
                <p14:cNvContentPartPr/>
                <p14:nvPr/>
              </p14:nvContentPartPr>
              <p14:xfrm>
                <a:off x="10136016" y="3098104"/>
                <a:ext cx="91080" cy="28728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0EDEE7B6-C922-96B8-7637-9A7371A5480A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10131696" y="3093784"/>
                  <a:ext cx="99720" cy="29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1736732B-794C-3141-962E-1DC922BFEB7D}"/>
                    </a:ext>
                  </a:extLst>
                </p14:cNvPr>
                <p14:cNvContentPartPr/>
                <p14:nvPr/>
              </p14:nvContentPartPr>
              <p14:xfrm>
                <a:off x="10139256" y="3339304"/>
                <a:ext cx="104400" cy="5796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1736732B-794C-3141-962E-1DC922BFEB7D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10134936" y="3334984"/>
                  <a:ext cx="11304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5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8945D65B-921A-ACC5-8F46-B15B05B684BE}"/>
                    </a:ext>
                  </a:extLst>
                </p14:cNvPr>
                <p14:cNvContentPartPr/>
                <p14:nvPr/>
              </p14:nvContentPartPr>
              <p14:xfrm>
                <a:off x="10205496" y="3293224"/>
                <a:ext cx="121320" cy="13500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8945D65B-921A-ACC5-8F46-B15B05B684BE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10201176" y="3288904"/>
                  <a:ext cx="12996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DCD7E204-D073-4F31-51A5-C6F0D1B8C291}"/>
                    </a:ext>
                  </a:extLst>
                </p14:cNvPr>
                <p14:cNvContentPartPr/>
                <p14:nvPr/>
              </p14:nvContentPartPr>
              <p14:xfrm>
                <a:off x="10058616" y="3397984"/>
                <a:ext cx="364320" cy="36936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DCD7E204-D073-4F31-51A5-C6F0D1B8C291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10054296" y="3393664"/>
                  <a:ext cx="372960" cy="37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7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8ACAF818-85DD-F0EA-CDC4-6B8EA99FF8ED}"/>
                    </a:ext>
                  </a:extLst>
                </p14:cNvPr>
                <p14:cNvContentPartPr/>
                <p14:nvPr/>
              </p14:nvContentPartPr>
              <p14:xfrm>
                <a:off x="9781776" y="3750424"/>
                <a:ext cx="353160" cy="50328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8ACAF818-85DD-F0EA-CDC4-6B8EA99FF8ED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9777456" y="3746104"/>
                  <a:ext cx="361800" cy="51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6A0A3FC4-432A-CAC1-B240-36F6C9B7544D}"/>
                    </a:ext>
                  </a:extLst>
                </p14:cNvPr>
                <p14:cNvContentPartPr/>
                <p14:nvPr/>
              </p14:nvContentPartPr>
              <p14:xfrm>
                <a:off x="9506016" y="4171984"/>
                <a:ext cx="401040" cy="46764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6A0A3FC4-432A-CAC1-B240-36F6C9B7544D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9501696" y="4167664"/>
                  <a:ext cx="409680" cy="47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9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AF0965EA-D2C2-9C03-21C2-CEEF354037B8}"/>
                    </a:ext>
                  </a:extLst>
                </p14:cNvPr>
                <p14:cNvContentPartPr/>
                <p14:nvPr/>
              </p14:nvContentPartPr>
              <p14:xfrm>
                <a:off x="10303416" y="3731344"/>
                <a:ext cx="303120" cy="53928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AF0965EA-D2C2-9C03-21C2-CEEF354037B8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10299096" y="3727024"/>
                  <a:ext cx="311760" cy="54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B3A3F418-45FC-9B37-75F8-BDD65E398C77}"/>
                    </a:ext>
                  </a:extLst>
                </p14:cNvPr>
                <p14:cNvContentPartPr/>
                <p14:nvPr/>
              </p14:nvContentPartPr>
              <p14:xfrm>
                <a:off x="10416456" y="4223464"/>
                <a:ext cx="398520" cy="37476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B3A3F418-45FC-9B37-75F8-BDD65E398C77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10412136" y="4219144"/>
                  <a:ext cx="407160" cy="383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9F221CF4-3851-C8C8-E31D-DC3FCB29287D}"/>
              </a:ext>
            </a:extLst>
          </p:cNvPr>
          <p:cNvGrpSpPr/>
          <p:nvPr/>
        </p:nvGrpSpPr>
        <p:grpSpPr>
          <a:xfrm>
            <a:off x="5905800" y="4610104"/>
            <a:ext cx="3661056" cy="1102232"/>
            <a:chOff x="5905800" y="4610104"/>
            <a:chExt cx="3661056" cy="1102232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1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37448954-22F4-C6DF-A9F8-37885E3E3E6C}"/>
                    </a:ext>
                  </a:extLst>
                </p14:cNvPr>
                <p14:cNvContentPartPr/>
                <p14:nvPr/>
              </p14:nvContentPartPr>
              <p14:xfrm>
                <a:off x="6188400" y="4870296"/>
                <a:ext cx="370080" cy="52092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37448954-22F4-C6DF-A9F8-37885E3E3E6C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6184080" y="4865976"/>
                  <a:ext cx="378720" cy="52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3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454C3C56-9067-7B61-C9FB-3AC1DB88B730}"/>
                    </a:ext>
                  </a:extLst>
                </p14:cNvPr>
                <p14:cNvContentPartPr/>
                <p14:nvPr/>
              </p14:nvContentPartPr>
              <p14:xfrm>
                <a:off x="5905800" y="5342256"/>
                <a:ext cx="385560" cy="37008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454C3C56-9067-7B61-C9FB-3AC1DB88B730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5901480" y="5337936"/>
                  <a:ext cx="394200" cy="37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5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A7333A55-8F4F-A481-A4CC-FB649D02C834}"/>
                    </a:ext>
                  </a:extLst>
                </p14:cNvPr>
                <p14:cNvContentPartPr/>
                <p14:nvPr/>
              </p14:nvContentPartPr>
              <p14:xfrm>
                <a:off x="9196776" y="4610104"/>
                <a:ext cx="370080" cy="52092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A7333A55-8F4F-A481-A4CC-FB649D02C834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9192456" y="4605784"/>
                  <a:ext cx="378720" cy="52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F0449A3D-4F64-BD89-E889-FD835EB48C3B}"/>
                    </a:ext>
                  </a:extLst>
                </p14:cNvPr>
                <p14:cNvContentPartPr/>
                <p14:nvPr/>
              </p14:nvContentPartPr>
              <p14:xfrm>
                <a:off x="8914176" y="5082064"/>
                <a:ext cx="385560" cy="37008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F0449A3D-4F64-BD89-E889-FD835EB48C3B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8909856" y="5077744"/>
                  <a:ext cx="394200" cy="378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9B027A2A-2E56-79A0-70BD-913AEF6199D9}"/>
              </a:ext>
            </a:extLst>
          </p:cNvPr>
          <p:cNvGrpSpPr/>
          <p:nvPr/>
        </p:nvGrpSpPr>
        <p:grpSpPr>
          <a:xfrm>
            <a:off x="6149520" y="5958576"/>
            <a:ext cx="168480" cy="243360"/>
            <a:chOff x="6149520" y="5958576"/>
            <a:chExt cx="168480" cy="243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7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C0BF0697-F493-32CA-820F-1997538FF14C}"/>
                    </a:ext>
                  </a:extLst>
                </p14:cNvPr>
                <p14:cNvContentPartPr/>
                <p14:nvPr/>
              </p14:nvContentPartPr>
              <p14:xfrm>
                <a:off x="6149520" y="5958576"/>
                <a:ext cx="168480" cy="14760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C0BF0697-F493-32CA-820F-1997538FF14C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6145200" y="5954256"/>
                  <a:ext cx="17712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9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95119494-4CA5-4765-26F1-9336B0985405}"/>
                    </a:ext>
                  </a:extLst>
                </p14:cNvPr>
                <p14:cNvContentPartPr/>
                <p14:nvPr/>
              </p14:nvContentPartPr>
              <p14:xfrm>
                <a:off x="6253200" y="6020136"/>
                <a:ext cx="37440" cy="18180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95119494-4CA5-4765-26F1-9336B0985405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6248880" y="6015816"/>
                  <a:ext cx="46080" cy="190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066ACBE0-C2F2-EEC2-79F7-1EF78F5AE213}"/>
              </a:ext>
            </a:extLst>
          </p:cNvPr>
          <p:cNvGrpSpPr/>
          <p:nvPr/>
        </p:nvGrpSpPr>
        <p:grpSpPr>
          <a:xfrm>
            <a:off x="6546600" y="5786856"/>
            <a:ext cx="1146600" cy="322920"/>
            <a:chOff x="6546600" y="5786856"/>
            <a:chExt cx="1146600" cy="322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1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E672C9FA-0EB9-837E-BD63-AFA5B1E77740}"/>
                    </a:ext>
                  </a:extLst>
                </p14:cNvPr>
                <p14:cNvContentPartPr/>
                <p14:nvPr/>
              </p14:nvContentPartPr>
              <p14:xfrm>
                <a:off x="6546600" y="6026256"/>
                <a:ext cx="152640" cy="8352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E672C9FA-0EB9-837E-BD63-AFA5B1E77740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6542280" y="6021936"/>
                  <a:ext cx="161280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3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E22205C2-BE7D-95EE-5B6B-35C854C3B411}"/>
                    </a:ext>
                  </a:extLst>
                </p14:cNvPr>
                <p14:cNvContentPartPr/>
                <p14:nvPr/>
              </p14:nvContentPartPr>
              <p14:xfrm>
                <a:off x="6738120" y="5786856"/>
                <a:ext cx="83520" cy="28800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E22205C2-BE7D-95EE-5B6B-35C854C3B411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6733800" y="5782536"/>
                  <a:ext cx="92160" cy="29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5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E75F5F16-4136-B3F6-B488-74021C558D89}"/>
                    </a:ext>
                  </a:extLst>
                </p14:cNvPr>
                <p14:cNvContentPartPr/>
                <p14:nvPr/>
              </p14:nvContentPartPr>
              <p14:xfrm>
                <a:off x="6784560" y="5977656"/>
                <a:ext cx="88200" cy="10548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E75F5F16-4136-B3F6-B488-74021C558D89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6780240" y="5973336"/>
                  <a:ext cx="9684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7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EA1B38EE-81A9-A33A-4971-17B81F8235A0}"/>
                    </a:ext>
                  </a:extLst>
                </p14:cNvPr>
                <p14:cNvContentPartPr/>
                <p14:nvPr/>
              </p14:nvContentPartPr>
              <p14:xfrm>
                <a:off x="6892920" y="5998536"/>
                <a:ext cx="217440" cy="8064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EA1B38EE-81A9-A33A-4971-17B81F8235A0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6888600" y="5994216"/>
                  <a:ext cx="22608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9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B2C65417-30F6-42CA-AD2F-50B51EF8F699}"/>
                    </a:ext>
                  </a:extLst>
                </p14:cNvPr>
                <p14:cNvContentPartPr/>
                <p14:nvPr/>
              </p14:nvContentPartPr>
              <p14:xfrm>
                <a:off x="7163280" y="5961096"/>
                <a:ext cx="351360" cy="10440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B2C65417-30F6-42CA-AD2F-50B51EF8F699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7158960" y="5956776"/>
                  <a:ext cx="360000" cy="11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1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272D64CC-D8E4-0748-0272-CEC1A5A84DE1}"/>
                    </a:ext>
                  </a:extLst>
                </p14:cNvPr>
                <p14:cNvContentPartPr/>
                <p14:nvPr/>
              </p14:nvContentPartPr>
              <p14:xfrm>
                <a:off x="7539840" y="5822856"/>
                <a:ext cx="37440" cy="20124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272D64CC-D8E4-0748-0272-CEC1A5A84DE1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7535520" y="5818536"/>
                  <a:ext cx="4608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3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107B865A-00B7-0ECE-13AC-5A54B84413D7}"/>
                    </a:ext>
                  </a:extLst>
                </p14:cNvPr>
                <p14:cNvContentPartPr/>
                <p14:nvPr/>
              </p14:nvContentPartPr>
              <p14:xfrm>
                <a:off x="7493400" y="5929056"/>
                <a:ext cx="199800" cy="6876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107B865A-00B7-0ECE-13AC-5A54B84413D7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7489080" y="5924736"/>
                  <a:ext cx="208440" cy="77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3" name="Group 142">
            <a:extLst>
              <a:ext uri="{FF2B5EF4-FFF2-40B4-BE49-F238E27FC236}">
                <a16:creationId xmlns:a16="http://schemas.microsoft.com/office/drawing/2014/main" id="{042E2B71-7779-01CB-BA9D-C5CC336A8F3B}"/>
              </a:ext>
            </a:extLst>
          </p:cNvPr>
          <p:cNvGrpSpPr/>
          <p:nvPr/>
        </p:nvGrpSpPr>
        <p:grpSpPr>
          <a:xfrm>
            <a:off x="9720360" y="4625136"/>
            <a:ext cx="326160" cy="862560"/>
            <a:chOff x="9720360" y="4625136"/>
            <a:chExt cx="326160" cy="862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5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70337049-5EC3-C829-0906-A62B61C1103A}"/>
                    </a:ext>
                  </a:extLst>
                </p14:cNvPr>
                <p14:cNvContentPartPr/>
                <p14:nvPr/>
              </p14:nvContentPartPr>
              <p14:xfrm>
                <a:off x="9736560" y="4625136"/>
                <a:ext cx="168840" cy="45540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70337049-5EC3-C829-0906-A62B61C1103A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9732240" y="4620816"/>
                  <a:ext cx="177480" cy="46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7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EA3A7100-77A6-3FDE-4061-654FA52BF0AC}"/>
                    </a:ext>
                  </a:extLst>
                </p14:cNvPr>
                <p14:cNvContentPartPr/>
                <p14:nvPr/>
              </p14:nvContentPartPr>
              <p14:xfrm>
                <a:off x="9720360" y="5100696"/>
                <a:ext cx="326160" cy="38700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EA3A7100-77A6-3FDE-4061-654FA52BF0AC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9716040" y="5096376"/>
                  <a:ext cx="334800" cy="395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4" name="Group 153">
            <a:extLst>
              <a:ext uri="{FF2B5EF4-FFF2-40B4-BE49-F238E27FC236}">
                <a16:creationId xmlns:a16="http://schemas.microsoft.com/office/drawing/2014/main" id="{05B94750-C253-7CD2-5358-DC5B13DBD7B5}"/>
              </a:ext>
            </a:extLst>
          </p:cNvPr>
          <p:cNvGrpSpPr/>
          <p:nvPr/>
        </p:nvGrpSpPr>
        <p:grpSpPr>
          <a:xfrm>
            <a:off x="9632520" y="5713056"/>
            <a:ext cx="150480" cy="235800"/>
            <a:chOff x="9632520" y="5713056"/>
            <a:chExt cx="150480" cy="235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9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4D31888E-2616-3A49-9FCF-34B0268D8097}"/>
                    </a:ext>
                  </a:extLst>
                </p14:cNvPr>
                <p14:cNvContentPartPr/>
                <p14:nvPr/>
              </p14:nvContentPartPr>
              <p14:xfrm>
                <a:off x="9632520" y="5772096"/>
                <a:ext cx="74160" cy="17676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4D31888E-2616-3A49-9FCF-34B0268D8097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9628200" y="5767776"/>
                  <a:ext cx="8280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1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B5E93918-D4FB-8C45-7CD4-AD0DB8BCC323}"/>
                    </a:ext>
                  </a:extLst>
                </p14:cNvPr>
                <p14:cNvContentPartPr/>
                <p14:nvPr/>
              </p14:nvContentPartPr>
              <p14:xfrm>
                <a:off x="9681120" y="5713056"/>
                <a:ext cx="101880" cy="2232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B5E93918-D4FB-8C45-7CD4-AD0DB8BCC323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9676800" y="5708736"/>
                  <a:ext cx="110520" cy="30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3" name="Group 152">
            <a:extLst>
              <a:ext uri="{FF2B5EF4-FFF2-40B4-BE49-F238E27FC236}">
                <a16:creationId xmlns:a16="http://schemas.microsoft.com/office/drawing/2014/main" id="{F9EF521E-51CE-63CE-3545-564C9245FD3A}"/>
              </a:ext>
            </a:extLst>
          </p:cNvPr>
          <p:cNvGrpSpPr/>
          <p:nvPr/>
        </p:nvGrpSpPr>
        <p:grpSpPr>
          <a:xfrm>
            <a:off x="10038960" y="5606856"/>
            <a:ext cx="1130040" cy="291600"/>
            <a:chOff x="10038960" y="5606856"/>
            <a:chExt cx="1130040" cy="291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3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08B60425-85BF-4C14-9833-6AC61ED7CDF2}"/>
                    </a:ext>
                  </a:extLst>
                </p14:cNvPr>
                <p14:cNvContentPartPr/>
                <p14:nvPr/>
              </p14:nvContentPartPr>
              <p14:xfrm>
                <a:off x="10038960" y="5617296"/>
                <a:ext cx="222120" cy="27360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08B60425-85BF-4C14-9833-6AC61ED7CDF2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10034640" y="5612976"/>
                  <a:ext cx="230760" cy="28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5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1B54C6CB-2583-2A4C-4C2A-E4C7D1218914}"/>
                    </a:ext>
                  </a:extLst>
                </p14:cNvPr>
                <p14:cNvContentPartPr/>
                <p14:nvPr/>
              </p14:nvContentPartPr>
              <p14:xfrm>
                <a:off x="10258560" y="5761656"/>
                <a:ext cx="124920" cy="13680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1B54C6CB-2583-2A4C-4C2A-E4C7D1218914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10254240" y="5757336"/>
                  <a:ext cx="13356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7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9F19E27D-8BF7-AB16-D6A0-4B76DB0AEDEC}"/>
                    </a:ext>
                  </a:extLst>
                </p14:cNvPr>
                <p14:cNvContentPartPr/>
                <p14:nvPr/>
              </p14:nvContentPartPr>
              <p14:xfrm>
                <a:off x="10418040" y="5789376"/>
                <a:ext cx="201240" cy="6588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9F19E27D-8BF7-AB16-D6A0-4B76DB0AEDEC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10413720" y="5785056"/>
                  <a:ext cx="209880" cy="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9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87CF0393-8405-D714-53D1-D21DE10F6D1E}"/>
                    </a:ext>
                  </a:extLst>
                </p14:cNvPr>
                <p14:cNvContentPartPr/>
                <p14:nvPr/>
              </p14:nvContentPartPr>
              <p14:xfrm>
                <a:off x="10637640" y="5755896"/>
                <a:ext cx="268200" cy="10620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87CF0393-8405-D714-53D1-D21DE10F6D1E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10633320" y="5751576"/>
                  <a:ext cx="27684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1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96EBF12D-3FE2-5CB8-47FC-89C7C76A1B90}"/>
                    </a:ext>
                  </a:extLst>
                </p14:cNvPr>
                <p14:cNvContentPartPr/>
                <p14:nvPr/>
              </p14:nvContentPartPr>
              <p14:xfrm>
                <a:off x="10945080" y="5606856"/>
                <a:ext cx="27360" cy="22356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96EBF12D-3FE2-5CB8-47FC-89C7C76A1B90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10940760" y="5602536"/>
                  <a:ext cx="3600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3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9F939EEF-39AD-E2B8-176B-FE465F0FDB29}"/>
                    </a:ext>
                  </a:extLst>
                </p14:cNvPr>
                <p14:cNvContentPartPr/>
                <p14:nvPr/>
              </p14:nvContentPartPr>
              <p14:xfrm>
                <a:off x="10919160" y="5763816"/>
                <a:ext cx="162000" cy="36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9F939EEF-39AD-E2B8-176B-FE465F0FDB29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10914840" y="5759496"/>
                  <a:ext cx="17064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5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CA5C656B-B43F-F338-1BA3-D1B9160215B8}"/>
                    </a:ext>
                  </a:extLst>
                </p14:cNvPr>
                <p14:cNvContentPartPr/>
                <p14:nvPr/>
              </p14:nvContentPartPr>
              <p14:xfrm>
                <a:off x="11109960" y="5738616"/>
                <a:ext cx="59040" cy="12636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CA5C656B-B43F-F338-1BA3-D1B9160215B8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11105640" y="5734296"/>
                  <a:ext cx="67680" cy="135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7" name="Group 156">
            <a:extLst>
              <a:ext uri="{FF2B5EF4-FFF2-40B4-BE49-F238E27FC236}">
                <a16:creationId xmlns:a16="http://schemas.microsoft.com/office/drawing/2014/main" id="{472E90E8-D920-DE58-39B5-AB9CDBD344DA}"/>
              </a:ext>
            </a:extLst>
          </p:cNvPr>
          <p:cNvGrpSpPr/>
          <p:nvPr/>
        </p:nvGrpSpPr>
        <p:grpSpPr>
          <a:xfrm>
            <a:off x="459720" y="4048776"/>
            <a:ext cx="120600" cy="215640"/>
            <a:chOff x="459720" y="4048776"/>
            <a:chExt cx="120600" cy="215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7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5B3EABE3-73A3-F3A2-577D-0904BC9117D4}"/>
                    </a:ext>
                  </a:extLst>
                </p14:cNvPr>
                <p14:cNvContentPartPr/>
                <p14:nvPr/>
              </p14:nvContentPartPr>
              <p14:xfrm>
                <a:off x="459720" y="4048776"/>
                <a:ext cx="7200" cy="21564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5B3EABE3-73A3-F3A2-577D-0904BC9117D4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455400" y="4044456"/>
                  <a:ext cx="15840" cy="2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9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A5E504FF-2296-3541-C618-5060D720A943}"/>
                    </a:ext>
                  </a:extLst>
                </p14:cNvPr>
                <p14:cNvContentPartPr/>
                <p14:nvPr/>
              </p14:nvContentPartPr>
              <p14:xfrm>
                <a:off x="568440" y="4234896"/>
                <a:ext cx="11880" cy="612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A5E504FF-2296-3541-C618-5060D720A943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564120" y="4230576"/>
                  <a:ext cx="20520" cy="14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3" name="Group 172">
            <a:extLst>
              <a:ext uri="{FF2B5EF4-FFF2-40B4-BE49-F238E27FC236}">
                <a16:creationId xmlns:a16="http://schemas.microsoft.com/office/drawing/2014/main" id="{E28D279E-993A-37A2-1F1E-2E9A18A69497}"/>
              </a:ext>
            </a:extLst>
          </p:cNvPr>
          <p:cNvGrpSpPr/>
          <p:nvPr/>
        </p:nvGrpSpPr>
        <p:grpSpPr>
          <a:xfrm>
            <a:off x="873360" y="3876696"/>
            <a:ext cx="2074320" cy="641520"/>
            <a:chOff x="873360" y="3876696"/>
            <a:chExt cx="2074320" cy="641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1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8F0D34E5-B48D-754F-C4EA-A4B25213D130}"/>
                    </a:ext>
                  </a:extLst>
                </p14:cNvPr>
                <p14:cNvContentPartPr/>
                <p14:nvPr/>
              </p14:nvContentPartPr>
              <p14:xfrm>
                <a:off x="873360" y="3975696"/>
                <a:ext cx="170280" cy="30708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8F0D34E5-B48D-754F-C4EA-A4B25213D130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869040" y="3971376"/>
                  <a:ext cx="178920" cy="31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3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5DFD0AF0-AF8B-C4F5-F6CC-0AF57FE2584B}"/>
                    </a:ext>
                  </a:extLst>
                </p14:cNvPr>
                <p14:cNvContentPartPr/>
                <p14:nvPr/>
              </p14:nvContentPartPr>
              <p14:xfrm>
                <a:off x="947160" y="4097376"/>
                <a:ext cx="168840" cy="4896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5DFD0AF0-AF8B-C4F5-F6CC-0AF57FE2584B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942840" y="4093056"/>
                  <a:ext cx="17748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5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F8358380-40E2-BBCC-F010-6C8D1B429F35}"/>
                    </a:ext>
                  </a:extLst>
                </p14:cNvPr>
                <p14:cNvContentPartPr/>
                <p14:nvPr/>
              </p14:nvContentPartPr>
              <p14:xfrm>
                <a:off x="1282320" y="3943656"/>
                <a:ext cx="109440" cy="23040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F8358380-40E2-BBCC-F010-6C8D1B429F35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1278000" y="3939336"/>
                  <a:ext cx="118080" cy="23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7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6342B501-5DB2-7AAD-3FB2-63FB5EA3C8D5}"/>
                    </a:ext>
                  </a:extLst>
                </p14:cNvPr>
                <p14:cNvContentPartPr/>
                <p14:nvPr/>
              </p14:nvContentPartPr>
              <p14:xfrm>
                <a:off x="1469160" y="4102056"/>
                <a:ext cx="37440" cy="8352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6342B501-5DB2-7AAD-3FB2-63FB5EA3C8D5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1464840" y="4097736"/>
                  <a:ext cx="46080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9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008C4F9F-C2E8-EF8C-152C-0B6F2BDD8238}"/>
                    </a:ext>
                  </a:extLst>
                </p14:cNvPr>
                <p14:cNvContentPartPr/>
                <p14:nvPr/>
              </p14:nvContentPartPr>
              <p14:xfrm>
                <a:off x="1506240" y="3954096"/>
                <a:ext cx="21240" cy="12852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008C4F9F-C2E8-EF8C-152C-0B6F2BDD8238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1501920" y="3949776"/>
                  <a:ext cx="29880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1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5C4B1FDA-6DA0-4445-A0EE-DFB41A8E36A3}"/>
                    </a:ext>
                  </a:extLst>
                </p14:cNvPr>
                <p14:cNvContentPartPr/>
                <p14:nvPr/>
              </p14:nvContentPartPr>
              <p14:xfrm>
                <a:off x="1557000" y="4112496"/>
                <a:ext cx="127440" cy="5580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5C4B1FDA-6DA0-4445-A0EE-DFB41A8E36A3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1552680" y="4108176"/>
                  <a:ext cx="13608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3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A3BD5421-1C4F-9B27-A133-4D23C137E5DA}"/>
                    </a:ext>
                  </a:extLst>
                </p14:cNvPr>
                <p14:cNvContentPartPr/>
                <p14:nvPr/>
              </p14:nvContentPartPr>
              <p14:xfrm>
                <a:off x="1720080" y="4069656"/>
                <a:ext cx="144720" cy="7596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A3BD5421-1C4F-9B27-A133-4D23C137E5DA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1715760" y="4065336"/>
                  <a:ext cx="15336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5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9D9DED7B-66CA-C591-D1D9-D8AD8CCD376C}"/>
                    </a:ext>
                  </a:extLst>
                </p14:cNvPr>
                <p14:cNvContentPartPr/>
                <p14:nvPr/>
              </p14:nvContentPartPr>
              <p14:xfrm>
                <a:off x="1900080" y="4017456"/>
                <a:ext cx="34200" cy="15372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9D9DED7B-66CA-C591-D1D9-D8AD8CCD376C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1895760" y="4013136"/>
                  <a:ext cx="4284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7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CEF455B4-CD18-0BDB-C634-AD3751DF6F1A}"/>
                    </a:ext>
                  </a:extLst>
                </p14:cNvPr>
                <p14:cNvContentPartPr/>
                <p14:nvPr/>
              </p14:nvContentPartPr>
              <p14:xfrm>
                <a:off x="2009880" y="4047696"/>
                <a:ext cx="62640" cy="6516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CEF455B4-CD18-0BDB-C634-AD3751DF6F1A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2005560" y="4043376"/>
                  <a:ext cx="7128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9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739D9A8D-B2A2-8B79-3F09-4A914E4A52E4}"/>
                    </a:ext>
                  </a:extLst>
                </p14:cNvPr>
                <p14:cNvContentPartPr/>
                <p14:nvPr/>
              </p14:nvContentPartPr>
              <p14:xfrm>
                <a:off x="1855080" y="4057056"/>
                <a:ext cx="238320" cy="46116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739D9A8D-B2A2-8B79-3F09-4A914E4A52E4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1850760" y="4052736"/>
                  <a:ext cx="246960" cy="46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1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DCFB2168-B1DB-7102-D590-E30216302F62}"/>
                    </a:ext>
                  </a:extLst>
                </p14:cNvPr>
                <p14:cNvContentPartPr/>
                <p14:nvPr/>
              </p14:nvContentPartPr>
              <p14:xfrm>
                <a:off x="2411640" y="3942576"/>
                <a:ext cx="51120" cy="17424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DCFB2168-B1DB-7102-D590-E30216302F62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2407320" y="3938256"/>
                  <a:ext cx="5976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3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BE5CEFF7-12EC-67EA-BFCC-779016DDCEA8}"/>
                    </a:ext>
                  </a:extLst>
                </p14:cNvPr>
                <p14:cNvContentPartPr/>
                <p14:nvPr/>
              </p14:nvContentPartPr>
              <p14:xfrm>
                <a:off x="2259360" y="3876696"/>
                <a:ext cx="390240" cy="3744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BE5CEFF7-12EC-67EA-BFCC-779016DDCEA8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2255040" y="3872376"/>
                  <a:ext cx="39888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5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186BFF00-86CB-D9C6-8A6E-BD7CA8F5B94E}"/>
                    </a:ext>
                  </a:extLst>
                </p14:cNvPr>
                <p14:cNvContentPartPr/>
                <p14:nvPr/>
              </p14:nvContentPartPr>
              <p14:xfrm>
                <a:off x="2617200" y="3955176"/>
                <a:ext cx="81360" cy="11808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186BFF00-86CB-D9C6-8A6E-BD7CA8F5B94E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2612880" y="3950856"/>
                  <a:ext cx="9000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7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CD2C50C8-31F6-6C36-7616-0F0CEF47D347}"/>
                    </a:ext>
                  </a:extLst>
                </p14:cNvPr>
                <p14:cNvContentPartPr/>
                <p14:nvPr/>
              </p14:nvContentPartPr>
              <p14:xfrm>
                <a:off x="2711880" y="3994416"/>
                <a:ext cx="101880" cy="8604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CD2C50C8-31F6-6C36-7616-0F0CEF47D347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2707560" y="3990096"/>
                  <a:ext cx="110520" cy="9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9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6F946160-3EF0-3B86-7151-59C78C503FF9}"/>
                    </a:ext>
                  </a:extLst>
                </p14:cNvPr>
                <p14:cNvContentPartPr/>
                <p14:nvPr/>
              </p14:nvContentPartPr>
              <p14:xfrm>
                <a:off x="2842200" y="3992976"/>
                <a:ext cx="105480" cy="10800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6F946160-3EF0-3B86-7151-59C78C503FF9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2837880" y="3988656"/>
                  <a:ext cx="114120" cy="116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9" name="Group 178">
            <a:extLst>
              <a:ext uri="{FF2B5EF4-FFF2-40B4-BE49-F238E27FC236}">
                <a16:creationId xmlns:a16="http://schemas.microsoft.com/office/drawing/2014/main" id="{30B42F6F-6DD9-FA33-E658-90DFE5C0A776}"/>
              </a:ext>
            </a:extLst>
          </p:cNvPr>
          <p:cNvGrpSpPr/>
          <p:nvPr/>
        </p:nvGrpSpPr>
        <p:grpSpPr>
          <a:xfrm>
            <a:off x="364320" y="4698216"/>
            <a:ext cx="253080" cy="199080"/>
            <a:chOff x="364320" y="4698216"/>
            <a:chExt cx="253080" cy="199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1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25FB2368-DAF4-0E1D-5A98-8ADE359A8AE3}"/>
                    </a:ext>
                  </a:extLst>
                </p14:cNvPr>
                <p14:cNvContentPartPr/>
                <p14:nvPr/>
              </p14:nvContentPartPr>
              <p14:xfrm>
                <a:off x="364320" y="4698216"/>
                <a:ext cx="105480" cy="199080"/>
              </p14:xfrm>
            </p:contentPart>
          </mc:Choice>
          <mc:Fallback xmlns=""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25FB2368-DAF4-0E1D-5A98-8ADE359A8AE3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360000" y="4693896"/>
                  <a:ext cx="114120" cy="20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3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E1F06F4B-A4DA-5A9B-F7D0-9BD89A7C391F}"/>
                    </a:ext>
                  </a:extLst>
                </p14:cNvPr>
                <p14:cNvContentPartPr/>
                <p14:nvPr/>
              </p14:nvContentPartPr>
              <p14:xfrm>
                <a:off x="617040" y="4823856"/>
                <a:ext cx="360" cy="612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E1F06F4B-A4DA-5A9B-F7D0-9BD89A7C391F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612720" y="4819536"/>
                  <a:ext cx="9000" cy="14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5" name="Group 224">
            <a:extLst>
              <a:ext uri="{FF2B5EF4-FFF2-40B4-BE49-F238E27FC236}">
                <a16:creationId xmlns:a16="http://schemas.microsoft.com/office/drawing/2014/main" id="{03A35A9F-1AEC-3333-4D28-A04DF1779D0E}"/>
              </a:ext>
            </a:extLst>
          </p:cNvPr>
          <p:cNvGrpSpPr/>
          <p:nvPr/>
        </p:nvGrpSpPr>
        <p:grpSpPr>
          <a:xfrm>
            <a:off x="847800" y="4544496"/>
            <a:ext cx="1675080" cy="695520"/>
            <a:chOff x="847800" y="4544496"/>
            <a:chExt cx="1675080" cy="695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5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54CC4F5A-DD7E-D205-30B5-AD024CC6DCC1}"/>
                    </a:ext>
                  </a:extLst>
                </p14:cNvPr>
                <p14:cNvContentPartPr/>
                <p14:nvPr/>
              </p14:nvContentPartPr>
              <p14:xfrm>
                <a:off x="861840" y="4634856"/>
                <a:ext cx="196560" cy="24012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54CC4F5A-DD7E-D205-30B5-AD024CC6DCC1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857520" y="4630536"/>
                  <a:ext cx="205200" cy="24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7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6835E49D-A5B3-8FBB-8DF9-C8C85EBC3741}"/>
                    </a:ext>
                  </a:extLst>
                </p14:cNvPr>
                <p14:cNvContentPartPr/>
                <p14:nvPr/>
              </p14:nvContentPartPr>
              <p14:xfrm>
                <a:off x="949680" y="4751136"/>
                <a:ext cx="124920" cy="1764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6835E49D-A5B3-8FBB-8DF9-C8C85EBC3741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945360" y="4746816"/>
                  <a:ext cx="13356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9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F15EF8A5-5485-E0D7-6D9D-E5CDED0B3C7D}"/>
                    </a:ext>
                  </a:extLst>
                </p14:cNvPr>
                <p14:cNvContentPartPr/>
                <p14:nvPr/>
              </p14:nvContentPartPr>
              <p14:xfrm>
                <a:off x="1296000" y="4698936"/>
                <a:ext cx="129960" cy="140400"/>
              </p14:xfrm>
            </p:contentPart>
          </mc:Choice>
          <mc:Fallback xmlns=""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F15EF8A5-5485-E0D7-6D9D-E5CDED0B3C7D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1291680" y="4694616"/>
                  <a:ext cx="138600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1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1BB5C59B-3E5F-53D5-C684-7CC085489503}"/>
                    </a:ext>
                  </a:extLst>
                </p14:cNvPr>
                <p14:cNvContentPartPr/>
                <p14:nvPr/>
              </p14:nvContentPartPr>
              <p14:xfrm>
                <a:off x="1448640" y="4709736"/>
                <a:ext cx="102960" cy="128880"/>
              </p14:xfrm>
            </p:contentPart>
          </mc:Choice>
          <mc:Fallback xmlns=""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1BB5C59B-3E5F-53D5-C684-7CC085489503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1444320" y="4705416"/>
                  <a:ext cx="11160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3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1E4AD71E-9740-0E47-41F5-42D00C8D6F35}"/>
                    </a:ext>
                  </a:extLst>
                </p14:cNvPr>
                <p14:cNvContentPartPr/>
                <p14:nvPr/>
              </p14:nvContentPartPr>
              <p14:xfrm>
                <a:off x="1612440" y="4734216"/>
                <a:ext cx="205920" cy="6624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1E4AD71E-9740-0E47-41F5-42D00C8D6F35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1608120" y="4729896"/>
                  <a:ext cx="21456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5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849FC6B7-526A-EBF5-C581-8172B43A02A5}"/>
                    </a:ext>
                  </a:extLst>
                </p14:cNvPr>
                <p14:cNvContentPartPr/>
                <p14:nvPr/>
              </p14:nvContentPartPr>
              <p14:xfrm>
                <a:off x="1871280" y="4746456"/>
                <a:ext cx="2520" cy="21348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849FC6B7-526A-EBF5-C581-8172B43A02A5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1866960" y="4742136"/>
                  <a:ext cx="11160" cy="22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7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7663775C-6951-F8F5-F72C-6A45984840A3}"/>
                    </a:ext>
                  </a:extLst>
                </p14:cNvPr>
                <p14:cNvContentPartPr/>
                <p14:nvPr/>
              </p14:nvContentPartPr>
              <p14:xfrm>
                <a:off x="1873440" y="4695336"/>
                <a:ext cx="58320" cy="6300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7663775C-6951-F8F5-F72C-6A45984840A3}"/>
                    </a:ext>
                  </a:extLst>
                </p:cNvPr>
                <p:cNvPicPr/>
                <p:nvPr/>
              </p:nvPicPr>
              <p:blipFill>
                <a:blip r:embed="rId278"/>
                <a:stretch>
                  <a:fillRect/>
                </a:stretch>
              </p:blipFill>
              <p:spPr>
                <a:xfrm>
                  <a:off x="1869120" y="4691016"/>
                  <a:ext cx="6696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9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14C06447-51F7-8722-7E5D-EBE79FBD30A4}"/>
                    </a:ext>
                  </a:extLst>
                </p14:cNvPr>
                <p14:cNvContentPartPr/>
                <p14:nvPr/>
              </p14:nvContentPartPr>
              <p14:xfrm>
                <a:off x="2016720" y="4563936"/>
                <a:ext cx="41760" cy="19908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14C06447-51F7-8722-7E5D-EBE79FBD30A4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2012400" y="4559616"/>
                  <a:ext cx="50400" cy="20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1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AE356659-9C75-CE14-AAE4-BB03EB64C779}"/>
                    </a:ext>
                  </a:extLst>
                </p14:cNvPr>
                <p14:cNvContentPartPr/>
                <p14:nvPr/>
              </p14:nvContentPartPr>
              <p14:xfrm>
                <a:off x="2058480" y="4669776"/>
                <a:ext cx="122760" cy="79560"/>
              </p14:xfrm>
            </p:contentPart>
          </mc:Choice>
          <mc:Fallback xmlns=""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AE356659-9C75-CE14-AAE4-BB03EB64C779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2054160" y="4665456"/>
                  <a:ext cx="13140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3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2C222FBF-3041-9302-D9C7-F2B97D6470DD}"/>
                    </a:ext>
                  </a:extLst>
                </p14:cNvPr>
                <p14:cNvContentPartPr/>
                <p14:nvPr/>
              </p14:nvContentPartPr>
              <p14:xfrm>
                <a:off x="2229120" y="4544496"/>
                <a:ext cx="69840" cy="185760"/>
              </p14:xfrm>
            </p:contentPart>
          </mc:Choice>
          <mc:Fallback xmlns=""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2C222FBF-3041-9302-D9C7-F2B97D6470DD}"/>
                    </a:ext>
                  </a:extLst>
                </p:cNvPr>
                <p:cNvPicPr/>
                <p:nvPr/>
              </p:nvPicPr>
              <p:blipFill>
                <a:blip r:embed="rId284"/>
                <a:stretch>
                  <a:fillRect/>
                </a:stretch>
              </p:blipFill>
              <p:spPr>
                <a:xfrm>
                  <a:off x="2224800" y="4540176"/>
                  <a:ext cx="7848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5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E83FC393-AB40-CF3F-A215-36E5D4B4C7EA}"/>
                    </a:ext>
                  </a:extLst>
                </p14:cNvPr>
                <p14:cNvContentPartPr/>
                <p14:nvPr/>
              </p14:nvContentPartPr>
              <p14:xfrm>
                <a:off x="2222280" y="4647096"/>
                <a:ext cx="138960" cy="1440"/>
              </p14:xfrm>
            </p:contentPart>
          </mc:Choice>
          <mc:Fallback xmlns=""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E83FC393-AB40-CF3F-A215-36E5D4B4C7EA}"/>
                    </a:ext>
                  </a:extLst>
                </p:cNvPr>
                <p:cNvPicPr/>
                <p:nvPr/>
              </p:nvPicPr>
              <p:blipFill>
                <a:blip r:embed="rId286"/>
                <a:stretch>
                  <a:fillRect/>
                </a:stretch>
              </p:blipFill>
              <p:spPr>
                <a:xfrm>
                  <a:off x="2217960" y="4642776"/>
                  <a:ext cx="147600" cy="1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7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D18D23C1-29B6-94A9-4C2E-606DAFB1A6E5}"/>
                    </a:ext>
                  </a:extLst>
                </p14:cNvPr>
                <p14:cNvContentPartPr/>
                <p14:nvPr/>
              </p14:nvContentPartPr>
              <p14:xfrm>
                <a:off x="2342520" y="4659336"/>
                <a:ext cx="180360" cy="83520"/>
              </p14:xfrm>
            </p:contentPart>
          </mc:Choice>
          <mc:Fallback xmlns=""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D18D23C1-29B6-94A9-4C2E-606DAFB1A6E5}"/>
                    </a:ext>
                  </a:extLst>
                </p:cNvPr>
                <p:cNvPicPr/>
                <p:nvPr/>
              </p:nvPicPr>
              <p:blipFill>
                <a:blip r:embed="rId288"/>
                <a:stretch>
                  <a:fillRect/>
                </a:stretch>
              </p:blipFill>
              <p:spPr>
                <a:xfrm>
                  <a:off x="2338200" y="4655016"/>
                  <a:ext cx="189000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9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DFC364C0-8B78-646F-B20A-AD05F20BF451}"/>
                    </a:ext>
                  </a:extLst>
                </p14:cNvPr>
                <p14:cNvContentPartPr/>
                <p14:nvPr/>
              </p14:nvContentPartPr>
              <p14:xfrm>
                <a:off x="847800" y="4983336"/>
                <a:ext cx="138960" cy="256680"/>
              </p14:xfrm>
            </p:contentPart>
          </mc:Choice>
          <mc:Fallback xmlns=""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DFC364C0-8B78-646F-B20A-AD05F20BF451}"/>
                    </a:ext>
                  </a:extLst>
                </p:cNvPr>
                <p:cNvPicPr/>
                <p:nvPr/>
              </p:nvPicPr>
              <p:blipFill>
                <a:blip r:embed="rId290"/>
                <a:stretch>
                  <a:fillRect/>
                </a:stretch>
              </p:blipFill>
              <p:spPr>
                <a:xfrm>
                  <a:off x="843480" y="4979016"/>
                  <a:ext cx="147600" cy="26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1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63D831D1-F21D-3ADB-7623-D982C169DB54}"/>
                    </a:ext>
                  </a:extLst>
                </p14:cNvPr>
                <p14:cNvContentPartPr/>
                <p14:nvPr/>
              </p14:nvContentPartPr>
              <p14:xfrm>
                <a:off x="1025640" y="5090616"/>
                <a:ext cx="135000" cy="10116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63D831D1-F21D-3ADB-7623-D982C169DB54}"/>
                    </a:ext>
                  </a:extLst>
                </p:cNvPr>
                <p:cNvPicPr/>
                <p:nvPr/>
              </p:nvPicPr>
              <p:blipFill>
                <a:blip r:embed="rId292"/>
                <a:stretch>
                  <a:fillRect/>
                </a:stretch>
              </p:blipFill>
              <p:spPr>
                <a:xfrm>
                  <a:off x="1021320" y="5086296"/>
                  <a:ext cx="14364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3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40E658B3-B4AB-40F9-3AF2-F6861FA6407F}"/>
                    </a:ext>
                  </a:extLst>
                </p14:cNvPr>
                <p14:cNvContentPartPr/>
                <p14:nvPr/>
              </p14:nvContentPartPr>
              <p14:xfrm>
                <a:off x="1270800" y="5135616"/>
                <a:ext cx="11880" cy="38520"/>
              </p14:xfrm>
            </p:contentPart>
          </mc:Choice>
          <mc:Fallback xmlns=""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40E658B3-B4AB-40F9-3AF2-F6861FA6407F}"/>
                    </a:ext>
                  </a:extLst>
                </p:cNvPr>
                <p:cNvPicPr/>
                <p:nvPr/>
              </p:nvPicPr>
              <p:blipFill>
                <a:blip r:embed="rId294"/>
                <a:stretch>
                  <a:fillRect/>
                </a:stretch>
              </p:blipFill>
              <p:spPr>
                <a:xfrm>
                  <a:off x="1266480" y="5131296"/>
                  <a:ext cx="2052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5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6559141F-E601-C5A1-487E-7187E183ED6B}"/>
                    </a:ext>
                  </a:extLst>
                </p14:cNvPr>
                <p14:cNvContentPartPr/>
                <p14:nvPr/>
              </p14:nvContentPartPr>
              <p14:xfrm>
                <a:off x="1298520" y="4992336"/>
                <a:ext cx="23400" cy="55800"/>
              </p14:xfrm>
            </p:contentPart>
          </mc:Choice>
          <mc:Fallback xmlns=""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6559141F-E601-C5A1-487E-7187E183ED6B}"/>
                    </a:ext>
                  </a:extLst>
                </p:cNvPr>
                <p:cNvPicPr/>
                <p:nvPr/>
              </p:nvPicPr>
              <p:blipFill>
                <a:blip r:embed="rId296"/>
                <a:stretch>
                  <a:fillRect/>
                </a:stretch>
              </p:blipFill>
              <p:spPr>
                <a:xfrm>
                  <a:off x="1294200" y="4988016"/>
                  <a:ext cx="3204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7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3117E514-2890-6A24-59B9-C5362A5E1003}"/>
                    </a:ext>
                  </a:extLst>
                </p14:cNvPr>
                <p14:cNvContentPartPr/>
                <p14:nvPr/>
              </p14:nvContentPartPr>
              <p14:xfrm>
                <a:off x="1366200" y="4986576"/>
                <a:ext cx="66600" cy="212400"/>
              </p14:xfrm>
            </p:contentPart>
          </mc:Choice>
          <mc:Fallback xmlns=""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3117E514-2890-6A24-59B9-C5362A5E1003}"/>
                    </a:ext>
                  </a:extLst>
                </p:cNvPr>
                <p:cNvPicPr/>
                <p:nvPr/>
              </p:nvPicPr>
              <p:blipFill>
                <a:blip r:embed="rId298"/>
                <a:stretch>
                  <a:fillRect/>
                </a:stretch>
              </p:blipFill>
              <p:spPr>
                <a:xfrm>
                  <a:off x="1361880" y="4982256"/>
                  <a:ext cx="75240" cy="22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9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DA07D92B-2777-46A5-0692-FAED953A6660}"/>
                    </a:ext>
                  </a:extLst>
                </p14:cNvPr>
                <p14:cNvContentPartPr/>
                <p14:nvPr/>
              </p14:nvContentPartPr>
              <p14:xfrm>
                <a:off x="1450800" y="4943016"/>
                <a:ext cx="118080" cy="195480"/>
              </p14:xfrm>
            </p:contentPart>
          </mc:Choice>
          <mc:Fallback xmlns=""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DA07D92B-2777-46A5-0692-FAED953A6660}"/>
                    </a:ext>
                  </a:extLst>
                </p:cNvPr>
                <p:cNvPicPr/>
                <p:nvPr/>
              </p:nvPicPr>
              <p:blipFill>
                <a:blip r:embed="rId300"/>
                <a:stretch>
                  <a:fillRect/>
                </a:stretch>
              </p:blipFill>
              <p:spPr>
                <a:xfrm>
                  <a:off x="1446480" y="4938696"/>
                  <a:ext cx="12672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1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5CC45C82-6760-2C2F-EA3A-967A3BBF6175}"/>
                    </a:ext>
                  </a:extLst>
                </p14:cNvPr>
                <p14:cNvContentPartPr/>
                <p14:nvPr/>
              </p14:nvContentPartPr>
              <p14:xfrm>
                <a:off x="1883160" y="4985496"/>
                <a:ext cx="94680" cy="151560"/>
              </p14:xfrm>
            </p:contentPart>
          </mc:Choice>
          <mc:Fallback xmlns=""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5CC45C82-6760-2C2F-EA3A-967A3BBF6175}"/>
                    </a:ext>
                  </a:extLst>
                </p:cNvPr>
                <p:cNvPicPr/>
                <p:nvPr/>
              </p:nvPicPr>
              <p:blipFill>
                <a:blip r:embed="rId302"/>
                <a:stretch>
                  <a:fillRect/>
                </a:stretch>
              </p:blipFill>
              <p:spPr>
                <a:xfrm>
                  <a:off x="1878840" y="4981176"/>
                  <a:ext cx="10332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3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E4ED39C2-9DC7-DCFD-301C-33F665AB59B5}"/>
                    </a:ext>
                  </a:extLst>
                </p14:cNvPr>
                <p14:cNvContentPartPr/>
                <p14:nvPr/>
              </p14:nvContentPartPr>
              <p14:xfrm>
                <a:off x="1998000" y="4851576"/>
                <a:ext cx="120960" cy="241920"/>
              </p14:xfrm>
            </p:contentPart>
          </mc:Choice>
          <mc:Fallback xmlns=""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E4ED39C2-9DC7-DCFD-301C-33F665AB59B5}"/>
                    </a:ext>
                  </a:extLst>
                </p:cNvPr>
                <p:cNvPicPr/>
                <p:nvPr/>
              </p:nvPicPr>
              <p:blipFill>
                <a:blip r:embed="rId304"/>
                <a:stretch>
                  <a:fillRect/>
                </a:stretch>
              </p:blipFill>
              <p:spPr>
                <a:xfrm>
                  <a:off x="1993680" y="4847256"/>
                  <a:ext cx="129600" cy="25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5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70569A0D-F8FD-30EE-313D-C0972A6105F6}"/>
                    </a:ext>
                  </a:extLst>
                </p14:cNvPr>
                <p14:cNvContentPartPr/>
                <p14:nvPr/>
              </p14:nvContentPartPr>
              <p14:xfrm>
                <a:off x="2108520" y="5031936"/>
                <a:ext cx="130680" cy="71640"/>
              </p14:xfrm>
            </p:contentPart>
          </mc:Choice>
          <mc:Fallback xmlns=""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70569A0D-F8FD-30EE-313D-C0972A6105F6}"/>
                    </a:ext>
                  </a:extLst>
                </p:cNvPr>
                <p:cNvPicPr/>
                <p:nvPr/>
              </p:nvPicPr>
              <p:blipFill>
                <a:blip r:embed="rId306"/>
                <a:stretch>
                  <a:fillRect/>
                </a:stretch>
              </p:blipFill>
              <p:spPr>
                <a:xfrm>
                  <a:off x="2104200" y="5027616"/>
                  <a:ext cx="139320" cy="8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7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87363D2A-6A34-EEF8-053E-7CA68BE632E8}"/>
                    </a:ext>
                  </a:extLst>
                </p14:cNvPr>
                <p14:cNvContentPartPr/>
                <p14:nvPr/>
              </p14:nvContentPartPr>
              <p14:xfrm>
                <a:off x="2273040" y="5043096"/>
                <a:ext cx="28080" cy="185040"/>
              </p14:xfrm>
            </p:contentPart>
          </mc:Choice>
          <mc:Fallback xmlns=""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87363D2A-6A34-EEF8-053E-7CA68BE632E8}"/>
                    </a:ext>
                  </a:extLst>
                </p:cNvPr>
                <p:cNvPicPr/>
                <p:nvPr/>
              </p:nvPicPr>
              <p:blipFill>
                <a:blip r:embed="rId308"/>
                <a:stretch>
                  <a:fillRect/>
                </a:stretch>
              </p:blipFill>
              <p:spPr>
                <a:xfrm>
                  <a:off x="2268720" y="5038776"/>
                  <a:ext cx="3672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9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CD95B915-8D53-7B2A-F1EB-0B4EFD248930}"/>
                    </a:ext>
                  </a:extLst>
                </p14:cNvPr>
                <p14:cNvContentPartPr/>
                <p14:nvPr/>
              </p14:nvContentPartPr>
              <p14:xfrm>
                <a:off x="2325960" y="5017536"/>
                <a:ext cx="59040" cy="77760"/>
              </p14:xfrm>
            </p:contentPart>
          </mc:Choice>
          <mc:Fallback xmlns=""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CD95B915-8D53-7B2A-F1EB-0B4EFD248930}"/>
                    </a:ext>
                  </a:extLst>
                </p:cNvPr>
                <p:cNvPicPr/>
                <p:nvPr/>
              </p:nvPicPr>
              <p:blipFill>
                <a:blip r:embed="rId310"/>
                <a:stretch>
                  <a:fillRect/>
                </a:stretch>
              </p:blipFill>
              <p:spPr>
                <a:xfrm>
                  <a:off x="2321640" y="5013216"/>
                  <a:ext cx="6768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1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04DFD65A-B8A4-0FC4-74A7-ED465FD458B6}"/>
                    </a:ext>
                  </a:extLst>
                </p14:cNvPr>
                <p14:cNvContentPartPr/>
                <p14:nvPr/>
              </p14:nvContentPartPr>
              <p14:xfrm>
                <a:off x="2417400" y="5017896"/>
                <a:ext cx="96120" cy="67320"/>
              </p14:xfrm>
            </p:contentPart>
          </mc:Choice>
          <mc:Fallback xmlns=""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04DFD65A-B8A4-0FC4-74A7-ED465FD458B6}"/>
                    </a:ext>
                  </a:extLst>
                </p:cNvPr>
                <p:cNvPicPr/>
                <p:nvPr/>
              </p:nvPicPr>
              <p:blipFill>
                <a:blip r:embed="rId312"/>
                <a:stretch>
                  <a:fillRect/>
                </a:stretch>
              </p:blipFill>
              <p:spPr>
                <a:xfrm>
                  <a:off x="2413080" y="5013576"/>
                  <a:ext cx="104760" cy="75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4" name="Group 223">
            <a:extLst>
              <a:ext uri="{FF2B5EF4-FFF2-40B4-BE49-F238E27FC236}">
                <a16:creationId xmlns:a16="http://schemas.microsoft.com/office/drawing/2014/main" id="{C5EA01D2-CD45-F835-B36E-FD7FA57220CB}"/>
              </a:ext>
            </a:extLst>
          </p:cNvPr>
          <p:cNvGrpSpPr/>
          <p:nvPr/>
        </p:nvGrpSpPr>
        <p:grpSpPr>
          <a:xfrm>
            <a:off x="2709720" y="4471776"/>
            <a:ext cx="1276200" cy="777240"/>
            <a:chOff x="2709720" y="4471776"/>
            <a:chExt cx="1276200" cy="777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13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CBD84871-1C5F-17A7-BE5E-7A7B5A6FF19E}"/>
                    </a:ext>
                  </a:extLst>
                </p14:cNvPr>
                <p14:cNvContentPartPr/>
                <p14:nvPr/>
              </p14:nvContentPartPr>
              <p14:xfrm>
                <a:off x="2737440" y="4516776"/>
                <a:ext cx="13320" cy="138600"/>
              </p14:xfrm>
            </p:contentPart>
          </mc:Choice>
          <mc:Fallback xmlns=""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CBD84871-1C5F-17A7-BE5E-7A7B5A6FF19E}"/>
                    </a:ext>
                  </a:extLst>
                </p:cNvPr>
                <p:cNvPicPr/>
                <p:nvPr/>
              </p:nvPicPr>
              <p:blipFill>
                <a:blip r:embed="rId314"/>
                <a:stretch>
                  <a:fillRect/>
                </a:stretch>
              </p:blipFill>
              <p:spPr>
                <a:xfrm>
                  <a:off x="2733120" y="4512456"/>
                  <a:ext cx="2196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5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C06E2518-AD0F-CF18-6768-178547881606}"/>
                    </a:ext>
                  </a:extLst>
                </p14:cNvPr>
                <p14:cNvContentPartPr/>
                <p14:nvPr/>
              </p14:nvContentPartPr>
              <p14:xfrm>
                <a:off x="2709720" y="4471776"/>
                <a:ext cx="133920" cy="212760"/>
              </p14:xfrm>
            </p:contentPart>
          </mc:Choice>
          <mc:Fallback xmlns=""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C06E2518-AD0F-CF18-6768-178547881606}"/>
                    </a:ext>
                  </a:extLst>
                </p:cNvPr>
                <p:cNvPicPr/>
                <p:nvPr/>
              </p:nvPicPr>
              <p:blipFill>
                <a:blip r:embed="rId316"/>
                <a:stretch>
                  <a:fillRect/>
                </a:stretch>
              </p:blipFill>
              <p:spPr>
                <a:xfrm>
                  <a:off x="2705400" y="4467456"/>
                  <a:ext cx="142560" cy="2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7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47452DD5-4FC1-21ED-0C08-1763FC268DA4}"/>
                    </a:ext>
                  </a:extLst>
                </p14:cNvPr>
                <p14:cNvContentPartPr/>
                <p14:nvPr/>
              </p14:nvContentPartPr>
              <p14:xfrm>
                <a:off x="2933640" y="4610016"/>
                <a:ext cx="360" cy="50040"/>
              </p14:xfrm>
            </p:contentPart>
          </mc:Choice>
          <mc:Fallback xmlns=""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47452DD5-4FC1-21ED-0C08-1763FC268DA4}"/>
                    </a:ext>
                  </a:extLst>
                </p:cNvPr>
                <p:cNvPicPr/>
                <p:nvPr/>
              </p:nvPicPr>
              <p:blipFill>
                <a:blip r:embed="rId318"/>
                <a:stretch>
                  <a:fillRect/>
                </a:stretch>
              </p:blipFill>
              <p:spPr>
                <a:xfrm>
                  <a:off x="2929320" y="4605696"/>
                  <a:ext cx="900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9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0C63F7A5-DA07-52A0-0329-C5D345DFEE29}"/>
                    </a:ext>
                  </a:extLst>
                </p14:cNvPr>
                <p14:cNvContentPartPr/>
                <p14:nvPr/>
              </p14:nvContentPartPr>
              <p14:xfrm>
                <a:off x="2975400" y="4509576"/>
                <a:ext cx="5040" cy="9612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0C63F7A5-DA07-52A0-0329-C5D345DFEE29}"/>
                    </a:ext>
                  </a:extLst>
                </p:cNvPr>
                <p:cNvPicPr/>
                <p:nvPr/>
              </p:nvPicPr>
              <p:blipFill>
                <a:blip r:embed="rId320"/>
                <a:stretch>
                  <a:fillRect/>
                </a:stretch>
              </p:blipFill>
              <p:spPr>
                <a:xfrm>
                  <a:off x="2971080" y="4505256"/>
                  <a:ext cx="13680" cy="10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1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D33EE0EE-9B03-887A-D7B9-06869D1243F5}"/>
                    </a:ext>
                  </a:extLst>
                </p14:cNvPr>
                <p14:cNvContentPartPr/>
                <p14:nvPr/>
              </p14:nvContentPartPr>
              <p14:xfrm>
                <a:off x="3009960" y="4622976"/>
                <a:ext cx="132120" cy="45360"/>
              </p14:xfrm>
            </p:contentPart>
          </mc:Choice>
          <mc:Fallback xmlns=""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D33EE0EE-9B03-887A-D7B9-06869D1243F5}"/>
                    </a:ext>
                  </a:extLst>
                </p:cNvPr>
                <p:cNvPicPr/>
                <p:nvPr/>
              </p:nvPicPr>
              <p:blipFill>
                <a:blip r:embed="rId322"/>
                <a:stretch>
                  <a:fillRect/>
                </a:stretch>
              </p:blipFill>
              <p:spPr>
                <a:xfrm>
                  <a:off x="3005640" y="4618656"/>
                  <a:ext cx="14076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3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C98E5107-AFC8-A5AD-894A-249B00FD4B83}"/>
                    </a:ext>
                  </a:extLst>
                </p14:cNvPr>
                <p14:cNvContentPartPr/>
                <p14:nvPr/>
              </p14:nvContentPartPr>
              <p14:xfrm>
                <a:off x="3122280" y="4572216"/>
                <a:ext cx="158040" cy="81360"/>
              </p14:xfrm>
            </p:contentPart>
          </mc:Choice>
          <mc:Fallback xmlns=""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C98E5107-AFC8-A5AD-894A-249B00FD4B83}"/>
                    </a:ext>
                  </a:extLst>
                </p:cNvPr>
                <p:cNvPicPr/>
                <p:nvPr/>
              </p:nvPicPr>
              <p:blipFill>
                <a:blip r:embed="rId324"/>
                <a:stretch>
                  <a:fillRect/>
                </a:stretch>
              </p:blipFill>
              <p:spPr>
                <a:xfrm>
                  <a:off x="3117960" y="4567896"/>
                  <a:ext cx="16668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5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D123CF97-9BB3-5768-65F5-1EDA4C811CD6}"/>
                    </a:ext>
                  </a:extLst>
                </p14:cNvPr>
                <p14:cNvContentPartPr/>
                <p14:nvPr/>
              </p14:nvContentPartPr>
              <p14:xfrm>
                <a:off x="3288600" y="4571856"/>
                <a:ext cx="82080" cy="81360"/>
              </p14:xfrm>
            </p:contentPart>
          </mc:Choice>
          <mc:Fallback xmlns=""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D123CF97-9BB3-5768-65F5-1EDA4C811CD6}"/>
                    </a:ext>
                  </a:extLst>
                </p:cNvPr>
                <p:cNvPicPr/>
                <p:nvPr/>
              </p:nvPicPr>
              <p:blipFill>
                <a:blip r:embed="rId326"/>
                <a:stretch>
                  <a:fillRect/>
                </a:stretch>
              </p:blipFill>
              <p:spPr>
                <a:xfrm>
                  <a:off x="3284280" y="4567536"/>
                  <a:ext cx="9072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7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8C0168C7-041D-A9C5-C18E-0D937E5156DC}"/>
                    </a:ext>
                  </a:extLst>
                </p14:cNvPr>
                <p14:cNvContentPartPr/>
                <p14:nvPr/>
              </p14:nvContentPartPr>
              <p14:xfrm>
                <a:off x="3134880" y="4590936"/>
                <a:ext cx="334800" cy="355680"/>
              </p14:xfrm>
            </p:contentPart>
          </mc:Choice>
          <mc:Fallback xmlns=""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8C0168C7-041D-A9C5-C18E-0D937E5156DC}"/>
                    </a:ext>
                  </a:extLst>
                </p:cNvPr>
                <p:cNvPicPr/>
                <p:nvPr/>
              </p:nvPicPr>
              <p:blipFill>
                <a:blip r:embed="rId328"/>
                <a:stretch>
                  <a:fillRect/>
                </a:stretch>
              </p:blipFill>
              <p:spPr>
                <a:xfrm>
                  <a:off x="3130560" y="4586616"/>
                  <a:ext cx="343440" cy="36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9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F8DEDFF9-4959-0AC2-9949-43B7FB5E7BF4}"/>
                    </a:ext>
                  </a:extLst>
                </p14:cNvPr>
                <p14:cNvContentPartPr/>
                <p14:nvPr/>
              </p14:nvContentPartPr>
              <p14:xfrm>
                <a:off x="2746800" y="5044536"/>
                <a:ext cx="16560" cy="204480"/>
              </p14:xfrm>
            </p:contentPart>
          </mc:Choice>
          <mc:Fallback xmlns=""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F8DEDFF9-4959-0AC2-9949-43B7FB5E7BF4}"/>
                    </a:ext>
                  </a:extLst>
                </p:cNvPr>
                <p:cNvPicPr/>
                <p:nvPr/>
              </p:nvPicPr>
              <p:blipFill>
                <a:blip r:embed="rId330"/>
                <a:stretch>
                  <a:fillRect/>
                </a:stretch>
              </p:blipFill>
              <p:spPr>
                <a:xfrm>
                  <a:off x="2742480" y="5040216"/>
                  <a:ext cx="2520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1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18699055-24E6-BE07-7389-BCE539CB7226}"/>
                    </a:ext>
                  </a:extLst>
                </p14:cNvPr>
                <p14:cNvContentPartPr/>
                <p14:nvPr/>
              </p14:nvContentPartPr>
              <p14:xfrm>
                <a:off x="2749320" y="5005296"/>
                <a:ext cx="87840" cy="57960"/>
              </p14:xfrm>
            </p:contentPart>
          </mc:Choice>
          <mc:Fallback xmlns=""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18699055-24E6-BE07-7389-BCE539CB7226}"/>
                    </a:ext>
                  </a:extLst>
                </p:cNvPr>
                <p:cNvPicPr/>
                <p:nvPr/>
              </p:nvPicPr>
              <p:blipFill>
                <a:blip r:embed="rId332"/>
                <a:stretch>
                  <a:fillRect/>
                </a:stretch>
              </p:blipFill>
              <p:spPr>
                <a:xfrm>
                  <a:off x="2745000" y="5000976"/>
                  <a:ext cx="9648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3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72AF2F00-239F-091F-6B74-EDA7F8CDA411}"/>
                    </a:ext>
                  </a:extLst>
                </p14:cNvPr>
                <p14:cNvContentPartPr/>
                <p14:nvPr/>
              </p14:nvContentPartPr>
              <p14:xfrm>
                <a:off x="2903760" y="4976136"/>
                <a:ext cx="62640" cy="85680"/>
              </p14:xfrm>
            </p:contentPart>
          </mc:Choice>
          <mc:Fallback xmlns=""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72AF2F00-239F-091F-6B74-EDA7F8CDA411}"/>
                    </a:ext>
                  </a:extLst>
                </p:cNvPr>
                <p:cNvPicPr/>
                <p:nvPr/>
              </p:nvPicPr>
              <p:blipFill>
                <a:blip r:embed="rId334"/>
                <a:stretch>
                  <a:fillRect/>
                </a:stretch>
              </p:blipFill>
              <p:spPr>
                <a:xfrm>
                  <a:off x="2899440" y="4971816"/>
                  <a:ext cx="7128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5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90485C56-7F17-4521-C83C-9A732F09FA72}"/>
                    </a:ext>
                  </a:extLst>
                </p14:cNvPr>
                <p14:cNvContentPartPr/>
                <p14:nvPr/>
              </p14:nvContentPartPr>
              <p14:xfrm>
                <a:off x="2995560" y="4964976"/>
                <a:ext cx="63720" cy="87480"/>
              </p14:xfrm>
            </p:contentPart>
          </mc:Choice>
          <mc:Fallback xmlns=""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90485C56-7F17-4521-C83C-9A732F09FA72}"/>
                    </a:ext>
                  </a:extLst>
                </p:cNvPr>
                <p:cNvPicPr/>
                <p:nvPr/>
              </p:nvPicPr>
              <p:blipFill>
                <a:blip r:embed="rId336"/>
                <a:stretch>
                  <a:fillRect/>
                </a:stretch>
              </p:blipFill>
              <p:spPr>
                <a:xfrm>
                  <a:off x="2991240" y="4960656"/>
                  <a:ext cx="7236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7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C4F686DC-835A-8870-D277-2C8206D40AC8}"/>
                    </a:ext>
                  </a:extLst>
                </p14:cNvPr>
                <p14:cNvContentPartPr/>
                <p14:nvPr/>
              </p14:nvContentPartPr>
              <p14:xfrm>
                <a:off x="3143880" y="5020056"/>
                <a:ext cx="23400" cy="166680"/>
              </p14:xfrm>
            </p:contentPart>
          </mc:Choice>
          <mc:Fallback xmlns=""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C4F686DC-835A-8870-D277-2C8206D40AC8}"/>
                    </a:ext>
                  </a:extLst>
                </p:cNvPr>
                <p:cNvPicPr/>
                <p:nvPr/>
              </p:nvPicPr>
              <p:blipFill>
                <a:blip r:embed="rId338"/>
                <a:stretch>
                  <a:fillRect/>
                </a:stretch>
              </p:blipFill>
              <p:spPr>
                <a:xfrm>
                  <a:off x="3139560" y="5015736"/>
                  <a:ext cx="3204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9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EEDCFAF8-E11C-78CC-EF61-10B1602FE793}"/>
                    </a:ext>
                  </a:extLst>
                </p14:cNvPr>
                <p14:cNvContentPartPr/>
                <p14:nvPr/>
              </p14:nvContentPartPr>
              <p14:xfrm>
                <a:off x="3174120" y="4973976"/>
                <a:ext cx="49680" cy="72720"/>
              </p14:xfrm>
            </p:contentPart>
          </mc:Choice>
          <mc:Fallback xmlns=""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EEDCFAF8-E11C-78CC-EF61-10B1602FE793}"/>
                    </a:ext>
                  </a:extLst>
                </p:cNvPr>
                <p:cNvPicPr/>
                <p:nvPr/>
              </p:nvPicPr>
              <p:blipFill>
                <a:blip r:embed="rId340"/>
                <a:stretch>
                  <a:fillRect/>
                </a:stretch>
              </p:blipFill>
              <p:spPr>
                <a:xfrm>
                  <a:off x="3169800" y="4969656"/>
                  <a:ext cx="5832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1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94DAEFE2-FBD2-F21F-6F34-851DA97BAA47}"/>
                    </a:ext>
                  </a:extLst>
                </p14:cNvPr>
                <p14:cNvContentPartPr/>
                <p14:nvPr/>
              </p14:nvContentPartPr>
              <p14:xfrm>
                <a:off x="3294000" y="4949496"/>
                <a:ext cx="78840" cy="88560"/>
              </p14:xfrm>
            </p:contentPart>
          </mc:Choice>
          <mc:Fallback xmlns=""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94DAEFE2-FBD2-F21F-6F34-851DA97BAA47}"/>
                    </a:ext>
                  </a:extLst>
                </p:cNvPr>
                <p:cNvPicPr/>
                <p:nvPr/>
              </p:nvPicPr>
              <p:blipFill>
                <a:blip r:embed="rId342"/>
                <a:stretch>
                  <a:fillRect/>
                </a:stretch>
              </p:blipFill>
              <p:spPr>
                <a:xfrm>
                  <a:off x="3289680" y="4945176"/>
                  <a:ext cx="8748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3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0F0C52A0-E965-41F7-4DBC-D3F41997491B}"/>
                    </a:ext>
                  </a:extLst>
                </p14:cNvPr>
                <p14:cNvContentPartPr/>
                <p14:nvPr/>
              </p14:nvContentPartPr>
              <p14:xfrm>
                <a:off x="3391200" y="4926456"/>
                <a:ext cx="62640" cy="99360"/>
              </p14:xfrm>
            </p:contentPart>
          </mc:Choice>
          <mc:Fallback xmlns=""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0F0C52A0-E965-41F7-4DBC-D3F41997491B}"/>
                    </a:ext>
                  </a:extLst>
                </p:cNvPr>
                <p:cNvPicPr/>
                <p:nvPr/>
              </p:nvPicPr>
              <p:blipFill>
                <a:blip r:embed="rId344"/>
                <a:stretch>
                  <a:fillRect/>
                </a:stretch>
              </p:blipFill>
              <p:spPr>
                <a:xfrm>
                  <a:off x="3386880" y="4922136"/>
                  <a:ext cx="7128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5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F834F948-5825-6EA3-DC94-3281B0ECAC21}"/>
                    </a:ext>
                  </a:extLst>
                </p14:cNvPr>
                <p14:cNvContentPartPr/>
                <p14:nvPr/>
              </p14:nvContentPartPr>
              <p14:xfrm>
                <a:off x="3527280" y="4792536"/>
                <a:ext cx="53640" cy="188640"/>
              </p14:xfrm>
            </p:contentPart>
          </mc:Choice>
          <mc:Fallback xmlns=""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F834F948-5825-6EA3-DC94-3281B0ECAC21}"/>
                    </a:ext>
                  </a:extLst>
                </p:cNvPr>
                <p:cNvPicPr/>
                <p:nvPr/>
              </p:nvPicPr>
              <p:blipFill>
                <a:blip r:embed="rId346"/>
                <a:stretch>
                  <a:fillRect/>
                </a:stretch>
              </p:blipFill>
              <p:spPr>
                <a:xfrm>
                  <a:off x="3522960" y="4788216"/>
                  <a:ext cx="6228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7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9DAB18CF-8961-E293-16AE-DE3CFABFA5C5}"/>
                    </a:ext>
                  </a:extLst>
                </p14:cNvPr>
                <p14:cNvContentPartPr/>
                <p14:nvPr/>
              </p14:nvContentPartPr>
              <p14:xfrm>
                <a:off x="3497400" y="4911696"/>
                <a:ext cx="152640" cy="9720"/>
              </p14:xfrm>
            </p:contentPart>
          </mc:Choice>
          <mc:Fallback xmlns=""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9DAB18CF-8961-E293-16AE-DE3CFABFA5C5}"/>
                    </a:ext>
                  </a:extLst>
                </p:cNvPr>
                <p:cNvPicPr/>
                <p:nvPr/>
              </p:nvPicPr>
              <p:blipFill>
                <a:blip r:embed="rId348"/>
                <a:stretch>
                  <a:fillRect/>
                </a:stretch>
              </p:blipFill>
              <p:spPr>
                <a:xfrm>
                  <a:off x="3493080" y="4907376"/>
                  <a:ext cx="161280" cy="1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9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3CA08380-F85A-BA02-2849-B703E8D8F08D}"/>
                    </a:ext>
                  </a:extLst>
                </p14:cNvPr>
                <p14:cNvContentPartPr/>
                <p14:nvPr/>
              </p14:nvContentPartPr>
              <p14:xfrm>
                <a:off x="3707640" y="4936896"/>
                <a:ext cx="50760" cy="23400"/>
              </p14:xfrm>
            </p:contentPart>
          </mc:Choice>
          <mc:Fallback xmlns=""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3CA08380-F85A-BA02-2849-B703E8D8F08D}"/>
                    </a:ext>
                  </a:extLst>
                </p:cNvPr>
                <p:cNvPicPr/>
                <p:nvPr/>
              </p:nvPicPr>
              <p:blipFill>
                <a:blip r:embed="rId350"/>
                <a:stretch>
                  <a:fillRect/>
                </a:stretch>
              </p:blipFill>
              <p:spPr>
                <a:xfrm>
                  <a:off x="3703320" y="4932576"/>
                  <a:ext cx="5940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1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099D09B7-547F-D27D-B5DC-E35EBA185766}"/>
                    </a:ext>
                  </a:extLst>
                </p14:cNvPr>
                <p14:cNvContentPartPr/>
                <p14:nvPr/>
              </p14:nvContentPartPr>
              <p14:xfrm>
                <a:off x="3707640" y="4936896"/>
                <a:ext cx="360" cy="360"/>
              </p14:xfrm>
            </p:contentPart>
          </mc:Choice>
          <mc:Fallback xmlns=""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099D09B7-547F-D27D-B5DC-E35EBA185766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3703320" y="4932576"/>
                  <a:ext cx="900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2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AADC6A5B-E7CC-A9BF-AB1D-7C94C28C1A50}"/>
                    </a:ext>
                  </a:extLst>
                </p14:cNvPr>
                <p14:cNvContentPartPr/>
                <p14:nvPr/>
              </p14:nvContentPartPr>
              <p14:xfrm>
                <a:off x="3550680" y="4896936"/>
                <a:ext cx="233640" cy="283320"/>
              </p14:xfrm>
            </p:contentPart>
          </mc:Choice>
          <mc:Fallback xmlns=""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AADC6A5B-E7CC-A9BF-AB1D-7C94C28C1A50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3546360" y="4892616"/>
                  <a:ext cx="242280" cy="29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4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B9B8C2F1-47FF-CB67-A01D-B9EC43417888}"/>
                    </a:ext>
                  </a:extLst>
                </p14:cNvPr>
                <p14:cNvContentPartPr/>
                <p14:nvPr/>
              </p14:nvContentPartPr>
              <p14:xfrm>
                <a:off x="3859560" y="4773816"/>
                <a:ext cx="126360" cy="317160"/>
              </p14:xfrm>
            </p:contentPart>
          </mc:Choice>
          <mc:Fallback xmlns=""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B9B8C2F1-47FF-CB67-A01D-B9EC43417888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3855240" y="4769496"/>
                  <a:ext cx="135000" cy="325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56">
            <p14:nvContentPartPr>
              <p14:cNvPr id="226" name="Ink 225">
                <a:extLst>
                  <a:ext uri="{FF2B5EF4-FFF2-40B4-BE49-F238E27FC236}">
                    <a16:creationId xmlns:a16="http://schemas.microsoft.com/office/drawing/2014/main" id="{DC243D10-8094-3693-EFAB-7FEA59186C0E}"/>
                  </a:ext>
                </a:extLst>
              </p14:cNvPr>
              <p14:cNvContentPartPr/>
              <p14:nvPr/>
            </p14:nvContentPartPr>
            <p14:xfrm>
              <a:off x="372960" y="5644656"/>
              <a:ext cx="122400" cy="208440"/>
            </p14:xfrm>
          </p:contentPart>
        </mc:Choice>
        <mc:Fallback xmlns="">
          <p:pic>
            <p:nvPicPr>
              <p:cNvPr id="226" name="Ink 225">
                <a:extLst>
                  <a:ext uri="{FF2B5EF4-FFF2-40B4-BE49-F238E27FC236}">
                    <a16:creationId xmlns:a16="http://schemas.microsoft.com/office/drawing/2014/main" id="{DC243D10-8094-3693-EFAB-7FEA59186C0E}"/>
                  </a:ext>
                </a:extLst>
              </p:cNvPr>
              <p:cNvPicPr/>
              <p:nvPr/>
            </p:nvPicPr>
            <p:blipFill>
              <a:blip r:embed="rId357"/>
              <a:stretch>
                <a:fillRect/>
              </a:stretch>
            </p:blipFill>
            <p:spPr>
              <a:xfrm>
                <a:off x="368640" y="5640336"/>
                <a:ext cx="131040" cy="217080"/>
              </a:xfrm>
              <a:prstGeom prst="rect">
                <a:avLst/>
              </a:prstGeom>
            </p:spPr>
          </p:pic>
        </mc:Fallback>
      </mc:AlternateContent>
      <p:grpSp>
        <p:nvGrpSpPr>
          <p:cNvPr id="248" name="Group 247">
            <a:extLst>
              <a:ext uri="{FF2B5EF4-FFF2-40B4-BE49-F238E27FC236}">
                <a16:creationId xmlns:a16="http://schemas.microsoft.com/office/drawing/2014/main" id="{CB858499-CF7C-5752-9148-263210BB3B33}"/>
              </a:ext>
            </a:extLst>
          </p:cNvPr>
          <p:cNvGrpSpPr/>
          <p:nvPr/>
        </p:nvGrpSpPr>
        <p:grpSpPr>
          <a:xfrm>
            <a:off x="789120" y="5552496"/>
            <a:ext cx="762840" cy="310320"/>
            <a:chOff x="789120" y="5552496"/>
            <a:chExt cx="762840" cy="310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58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C778B610-57BF-386C-7766-B4764F72876D}"/>
                    </a:ext>
                  </a:extLst>
                </p14:cNvPr>
                <p14:cNvContentPartPr/>
                <p14:nvPr/>
              </p14:nvContentPartPr>
              <p14:xfrm>
                <a:off x="789120" y="5585976"/>
                <a:ext cx="183240" cy="266760"/>
              </p14:xfrm>
            </p:contentPart>
          </mc:Choice>
          <mc:Fallback xmlns=""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C778B610-57BF-386C-7766-B4764F72876D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784800" y="5581656"/>
                  <a:ext cx="191880" cy="27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0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27242A6C-E5A3-F00A-A5C1-97FACF965C91}"/>
                    </a:ext>
                  </a:extLst>
                </p14:cNvPr>
                <p14:cNvContentPartPr/>
                <p14:nvPr/>
              </p14:nvContentPartPr>
              <p14:xfrm>
                <a:off x="1011960" y="5735016"/>
                <a:ext cx="28080" cy="77760"/>
              </p14:xfrm>
            </p:contentPart>
          </mc:Choice>
          <mc:Fallback xmlns=""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27242A6C-E5A3-F00A-A5C1-97FACF965C91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1007640" y="5730696"/>
                  <a:ext cx="3672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2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8E643A9A-E86B-8EA7-7157-8CCD25D48BE1}"/>
                    </a:ext>
                  </a:extLst>
                </p14:cNvPr>
                <p14:cNvContentPartPr/>
                <p14:nvPr/>
              </p14:nvContentPartPr>
              <p14:xfrm>
                <a:off x="1067400" y="5603256"/>
                <a:ext cx="21240" cy="14040"/>
              </p14:xfrm>
            </p:contentPart>
          </mc:Choice>
          <mc:Fallback xmlns=""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8E643A9A-E86B-8EA7-7157-8CCD25D48BE1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1063080" y="5598936"/>
                  <a:ext cx="2988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4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91B47E62-A74B-CC8B-A995-0BBA0B2DDDD6}"/>
                    </a:ext>
                  </a:extLst>
                </p14:cNvPr>
                <p14:cNvContentPartPr/>
                <p14:nvPr/>
              </p14:nvContentPartPr>
              <p14:xfrm>
                <a:off x="1051200" y="5566536"/>
                <a:ext cx="145800" cy="296280"/>
              </p14:xfrm>
            </p:contentPart>
          </mc:Choice>
          <mc:Fallback xmlns=""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91B47E62-A74B-CC8B-A995-0BBA0B2DDDD6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1046880" y="5562216"/>
                  <a:ext cx="154440" cy="30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6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B564A801-E614-3150-E0C5-10005CB9171A}"/>
                    </a:ext>
                  </a:extLst>
                </p14:cNvPr>
                <p14:cNvContentPartPr/>
                <p14:nvPr/>
              </p14:nvContentPartPr>
              <p14:xfrm>
                <a:off x="1145880" y="5552496"/>
                <a:ext cx="231480" cy="262080"/>
              </p14:xfrm>
            </p:contentPart>
          </mc:Choice>
          <mc:Fallback xmlns=""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B564A801-E614-3150-E0C5-10005CB9171A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1141560" y="5548176"/>
                  <a:ext cx="240120" cy="27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8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FC11AEED-E939-9AB6-AF60-22C71A458607}"/>
                    </a:ext>
                  </a:extLst>
                </p14:cNvPr>
                <p14:cNvContentPartPr/>
                <p14:nvPr/>
              </p14:nvContentPartPr>
              <p14:xfrm>
                <a:off x="1353600" y="5706936"/>
                <a:ext cx="95040" cy="106560"/>
              </p14:xfrm>
            </p:contentPart>
          </mc:Choice>
          <mc:Fallback xmlns=""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FC11AEED-E939-9AB6-AF60-22C71A458607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1349280" y="5702616"/>
                  <a:ext cx="10368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0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841047C9-B67E-EF87-BE39-99EB818C460D}"/>
                    </a:ext>
                  </a:extLst>
                </p14:cNvPr>
                <p14:cNvContentPartPr/>
                <p14:nvPr/>
              </p14:nvContentPartPr>
              <p14:xfrm>
                <a:off x="1480680" y="5635656"/>
                <a:ext cx="71280" cy="181440"/>
              </p14:xfrm>
            </p:contentPart>
          </mc:Choice>
          <mc:Fallback xmlns=""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841047C9-B67E-EF87-BE39-99EB818C460D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1476360" y="5631336"/>
                  <a:ext cx="79920" cy="190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72">
            <p14:nvContentPartPr>
              <p14:cNvPr id="234" name="Ink 233">
                <a:extLst>
                  <a:ext uri="{FF2B5EF4-FFF2-40B4-BE49-F238E27FC236}">
                    <a16:creationId xmlns:a16="http://schemas.microsoft.com/office/drawing/2014/main" id="{B810FBA6-BE8E-9C9B-93C8-2D5BF63D187D}"/>
                  </a:ext>
                </a:extLst>
              </p14:cNvPr>
              <p14:cNvContentPartPr/>
              <p14:nvPr/>
            </p14:nvContentPartPr>
            <p14:xfrm>
              <a:off x="1778760" y="5678496"/>
              <a:ext cx="180720" cy="103320"/>
            </p14:xfrm>
          </p:contentPart>
        </mc:Choice>
        <mc:Fallback xmlns="">
          <p:pic>
            <p:nvPicPr>
              <p:cNvPr id="234" name="Ink 233">
                <a:extLst>
                  <a:ext uri="{FF2B5EF4-FFF2-40B4-BE49-F238E27FC236}">
                    <a16:creationId xmlns:a16="http://schemas.microsoft.com/office/drawing/2014/main" id="{B810FBA6-BE8E-9C9B-93C8-2D5BF63D187D}"/>
                  </a:ext>
                </a:extLst>
              </p:cNvPr>
              <p:cNvPicPr/>
              <p:nvPr/>
            </p:nvPicPr>
            <p:blipFill>
              <a:blip r:embed="rId373"/>
              <a:stretch>
                <a:fillRect/>
              </a:stretch>
            </p:blipFill>
            <p:spPr>
              <a:xfrm>
                <a:off x="1774440" y="5674176"/>
                <a:ext cx="189360" cy="111960"/>
              </a:xfrm>
              <a:prstGeom prst="rect">
                <a:avLst/>
              </a:prstGeom>
            </p:spPr>
          </p:pic>
        </mc:Fallback>
      </mc:AlternateContent>
      <p:grpSp>
        <p:nvGrpSpPr>
          <p:cNvPr id="247" name="Group 246">
            <a:extLst>
              <a:ext uri="{FF2B5EF4-FFF2-40B4-BE49-F238E27FC236}">
                <a16:creationId xmlns:a16="http://schemas.microsoft.com/office/drawing/2014/main" id="{179BDEE5-1721-5740-34C2-AF619705B763}"/>
              </a:ext>
            </a:extLst>
          </p:cNvPr>
          <p:cNvGrpSpPr/>
          <p:nvPr/>
        </p:nvGrpSpPr>
        <p:grpSpPr>
          <a:xfrm>
            <a:off x="2162160" y="5411736"/>
            <a:ext cx="1431360" cy="445320"/>
            <a:chOff x="2162160" y="5411736"/>
            <a:chExt cx="1431360" cy="445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74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DBC114B3-4C9A-AA50-7095-ECF9B8C6E94B}"/>
                    </a:ext>
                  </a:extLst>
                </p14:cNvPr>
                <p14:cNvContentPartPr/>
                <p14:nvPr/>
              </p14:nvContentPartPr>
              <p14:xfrm>
                <a:off x="2162160" y="5489136"/>
                <a:ext cx="372240" cy="269280"/>
              </p14:xfrm>
            </p:contentPart>
          </mc:Choice>
          <mc:Fallback xmlns=""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DBC114B3-4C9A-AA50-7095-ECF9B8C6E94B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2157840" y="5484816"/>
                  <a:ext cx="380880" cy="27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6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278E8E93-DBDA-6502-0F92-B1A2CF1D9567}"/>
                    </a:ext>
                  </a:extLst>
                </p14:cNvPr>
                <p14:cNvContentPartPr/>
                <p14:nvPr/>
              </p14:nvContentPartPr>
              <p14:xfrm>
                <a:off x="2509920" y="5627736"/>
                <a:ext cx="158400" cy="106920"/>
              </p14:xfrm>
            </p:contentPart>
          </mc:Choice>
          <mc:Fallback xmlns=""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278E8E93-DBDA-6502-0F92-B1A2CF1D9567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2505600" y="5623416"/>
                  <a:ext cx="16704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8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830DA0D2-0411-B761-B196-56CFDEEEEF08}"/>
                    </a:ext>
                  </a:extLst>
                </p14:cNvPr>
                <p14:cNvContentPartPr/>
                <p14:nvPr/>
              </p14:nvContentPartPr>
              <p14:xfrm>
                <a:off x="2711880" y="5592816"/>
                <a:ext cx="78840" cy="150120"/>
              </p14:xfrm>
            </p:contentPart>
          </mc:Choice>
          <mc:Fallback xmlns=""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830DA0D2-0411-B761-B196-56CFDEEEEF08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2707560" y="5588496"/>
                  <a:ext cx="8748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0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C8947779-64EB-4D87-C941-F81924D3C527}"/>
                    </a:ext>
                  </a:extLst>
                </p14:cNvPr>
                <p14:cNvContentPartPr/>
                <p14:nvPr/>
              </p14:nvContentPartPr>
              <p14:xfrm>
                <a:off x="2696040" y="5638176"/>
                <a:ext cx="95040" cy="74160"/>
              </p14:xfrm>
            </p:contentPart>
          </mc:Choice>
          <mc:Fallback xmlns=""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C8947779-64EB-4D87-C941-F81924D3C527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2691720" y="5633856"/>
                  <a:ext cx="103680" cy="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2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3193732A-8088-ABC1-45FE-C4CDC79C734A}"/>
                    </a:ext>
                  </a:extLst>
                </p14:cNvPr>
                <p14:cNvContentPartPr/>
                <p14:nvPr/>
              </p14:nvContentPartPr>
              <p14:xfrm>
                <a:off x="2879640" y="5656536"/>
                <a:ext cx="128520" cy="11160"/>
              </p14:xfrm>
            </p:contentPart>
          </mc:Choice>
          <mc:Fallback xmlns=""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3193732A-8088-ABC1-45FE-C4CDC79C734A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2875320" y="5652216"/>
                  <a:ext cx="137160" cy="1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4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AAA3C396-1442-CE0C-391B-2A2C42FE03C0}"/>
                    </a:ext>
                  </a:extLst>
                </p14:cNvPr>
                <p14:cNvContentPartPr/>
                <p14:nvPr/>
              </p14:nvContentPartPr>
              <p14:xfrm>
                <a:off x="3093120" y="5411736"/>
                <a:ext cx="60480" cy="280800"/>
              </p14:xfrm>
            </p:contentPart>
          </mc:Choice>
          <mc:Fallback xmlns=""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AAA3C396-1442-CE0C-391B-2A2C42FE03C0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3088800" y="5407416"/>
                  <a:ext cx="69120" cy="28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6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30C0565D-E5CF-7EDE-9426-3B028314EBDA}"/>
                    </a:ext>
                  </a:extLst>
                </p14:cNvPr>
                <p14:cNvContentPartPr/>
                <p14:nvPr/>
              </p14:nvContentPartPr>
              <p14:xfrm>
                <a:off x="3171600" y="5433696"/>
                <a:ext cx="90360" cy="262800"/>
              </p14:xfrm>
            </p:contentPart>
          </mc:Choice>
          <mc:Fallback xmlns=""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30C0565D-E5CF-7EDE-9426-3B028314EBDA}"/>
                    </a:ext>
                  </a:extLst>
                </p:cNvPr>
                <p:cNvPicPr/>
                <p:nvPr/>
              </p:nvPicPr>
              <p:blipFill>
                <a:blip r:embed="rId387"/>
                <a:stretch>
                  <a:fillRect/>
                </a:stretch>
              </p:blipFill>
              <p:spPr>
                <a:xfrm>
                  <a:off x="3167280" y="5429376"/>
                  <a:ext cx="99000" cy="27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8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291D020F-967B-8F9A-24E4-C6667231C777}"/>
                    </a:ext>
                  </a:extLst>
                </p14:cNvPr>
                <p14:cNvContentPartPr/>
                <p14:nvPr/>
              </p14:nvContentPartPr>
              <p14:xfrm>
                <a:off x="3099960" y="5579136"/>
                <a:ext cx="141120" cy="8280"/>
              </p14:xfrm>
            </p:contentPart>
          </mc:Choice>
          <mc:Fallback xmlns=""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291D020F-967B-8F9A-24E4-C6667231C777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3095640" y="5574816"/>
                  <a:ext cx="149760" cy="1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0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A01AE27A-8A4D-F47C-B66E-42B33E9DB6FA}"/>
                    </a:ext>
                  </a:extLst>
                </p14:cNvPr>
                <p14:cNvContentPartPr/>
                <p14:nvPr/>
              </p14:nvContentPartPr>
              <p14:xfrm>
                <a:off x="3238560" y="5609016"/>
                <a:ext cx="124920" cy="59400"/>
              </p14:xfrm>
            </p:contentPart>
          </mc:Choice>
          <mc:Fallback xmlns=""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A01AE27A-8A4D-F47C-B66E-42B33E9DB6FA}"/>
                    </a:ext>
                  </a:extLst>
                </p:cNvPr>
                <p:cNvPicPr/>
                <p:nvPr/>
              </p:nvPicPr>
              <p:blipFill>
                <a:blip r:embed="rId391"/>
                <a:stretch>
                  <a:fillRect/>
                </a:stretch>
              </p:blipFill>
              <p:spPr>
                <a:xfrm>
                  <a:off x="3234240" y="5604696"/>
                  <a:ext cx="13356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2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6549FB59-63D8-2586-23BA-286A31D95D7B}"/>
                    </a:ext>
                  </a:extLst>
                </p14:cNvPr>
                <p14:cNvContentPartPr/>
                <p14:nvPr/>
              </p14:nvContentPartPr>
              <p14:xfrm>
                <a:off x="3386160" y="5597136"/>
                <a:ext cx="100080" cy="81360"/>
              </p14:xfrm>
            </p:contentPart>
          </mc:Choice>
          <mc:Fallback xmlns=""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6549FB59-63D8-2586-23BA-286A31D95D7B}"/>
                    </a:ext>
                  </a:extLst>
                </p:cNvPr>
                <p:cNvPicPr/>
                <p:nvPr/>
              </p:nvPicPr>
              <p:blipFill>
                <a:blip r:embed="rId393"/>
                <a:stretch>
                  <a:fillRect/>
                </a:stretch>
              </p:blipFill>
              <p:spPr>
                <a:xfrm>
                  <a:off x="3381840" y="5592816"/>
                  <a:ext cx="10872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4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27A3F8EC-7840-E440-0CB6-F6D82ADA81EE}"/>
                    </a:ext>
                  </a:extLst>
                </p14:cNvPr>
                <p14:cNvContentPartPr/>
                <p14:nvPr/>
              </p14:nvContentPartPr>
              <p14:xfrm>
                <a:off x="3476520" y="5635656"/>
                <a:ext cx="90360" cy="221400"/>
              </p14:xfrm>
            </p:contentPart>
          </mc:Choice>
          <mc:Fallback xmlns=""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27A3F8EC-7840-E440-0CB6-F6D82ADA81EE}"/>
                    </a:ext>
                  </a:extLst>
                </p:cNvPr>
                <p:cNvPicPr/>
                <p:nvPr/>
              </p:nvPicPr>
              <p:blipFill>
                <a:blip r:embed="rId395"/>
                <a:stretch>
                  <a:fillRect/>
                </a:stretch>
              </p:blipFill>
              <p:spPr>
                <a:xfrm>
                  <a:off x="3472200" y="5631336"/>
                  <a:ext cx="99000" cy="23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6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D5372F2C-A316-0C23-E5DC-A073FD8FACF5}"/>
                    </a:ext>
                  </a:extLst>
                </p14:cNvPr>
                <p14:cNvContentPartPr/>
                <p14:nvPr/>
              </p14:nvContentPartPr>
              <p14:xfrm>
                <a:off x="3495240" y="5609016"/>
                <a:ext cx="98280" cy="80280"/>
              </p14:xfrm>
            </p:contentPart>
          </mc:Choice>
          <mc:Fallback xmlns=""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D5372F2C-A316-0C23-E5DC-A073FD8FACF5}"/>
                    </a:ext>
                  </a:extLst>
                </p:cNvPr>
                <p:cNvPicPr/>
                <p:nvPr/>
              </p:nvPicPr>
              <p:blipFill>
                <a:blip r:embed="rId397"/>
                <a:stretch>
                  <a:fillRect/>
                </a:stretch>
              </p:blipFill>
              <p:spPr>
                <a:xfrm>
                  <a:off x="3490920" y="5604696"/>
                  <a:ext cx="106920" cy="88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5" name="Group 264">
            <a:extLst>
              <a:ext uri="{FF2B5EF4-FFF2-40B4-BE49-F238E27FC236}">
                <a16:creationId xmlns:a16="http://schemas.microsoft.com/office/drawing/2014/main" id="{96FFD2C8-0D7B-9E43-BE16-EF927F913997}"/>
              </a:ext>
            </a:extLst>
          </p:cNvPr>
          <p:cNvGrpSpPr/>
          <p:nvPr/>
        </p:nvGrpSpPr>
        <p:grpSpPr>
          <a:xfrm>
            <a:off x="3859560" y="5559696"/>
            <a:ext cx="313200" cy="150480"/>
            <a:chOff x="3859560" y="5559696"/>
            <a:chExt cx="313200" cy="150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98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03C42A63-1733-4897-7F13-900BBD73DA31}"/>
                    </a:ext>
                  </a:extLst>
                </p14:cNvPr>
                <p14:cNvContentPartPr/>
                <p14:nvPr/>
              </p14:nvContentPartPr>
              <p14:xfrm>
                <a:off x="3859560" y="5588856"/>
                <a:ext cx="130320" cy="121320"/>
              </p14:xfrm>
            </p:contentPart>
          </mc:Choice>
          <mc:Fallback xmlns=""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03C42A63-1733-4897-7F13-900BBD73DA31}"/>
                    </a:ext>
                  </a:extLst>
                </p:cNvPr>
                <p:cNvPicPr/>
                <p:nvPr/>
              </p:nvPicPr>
              <p:blipFill>
                <a:blip r:embed="rId399"/>
                <a:stretch>
                  <a:fillRect/>
                </a:stretch>
              </p:blipFill>
              <p:spPr>
                <a:xfrm>
                  <a:off x="3855240" y="5584536"/>
                  <a:ext cx="13896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0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673A5134-DF1A-D14A-6B8C-DFC4FF1F66B1}"/>
                    </a:ext>
                  </a:extLst>
                </p14:cNvPr>
                <p14:cNvContentPartPr/>
                <p14:nvPr/>
              </p14:nvContentPartPr>
              <p14:xfrm>
                <a:off x="4042440" y="5559696"/>
                <a:ext cx="130320" cy="105480"/>
              </p14:xfrm>
            </p:contentPart>
          </mc:Choice>
          <mc:Fallback xmlns=""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673A5134-DF1A-D14A-6B8C-DFC4FF1F66B1}"/>
                    </a:ext>
                  </a:extLst>
                </p:cNvPr>
                <p:cNvPicPr/>
                <p:nvPr/>
              </p:nvPicPr>
              <p:blipFill>
                <a:blip r:embed="rId401"/>
                <a:stretch>
                  <a:fillRect/>
                </a:stretch>
              </p:blipFill>
              <p:spPr>
                <a:xfrm>
                  <a:off x="4038120" y="5555376"/>
                  <a:ext cx="138960" cy="114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02">
            <p14:nvContentPartPr>
              <p14:cNvPr id="251" name="Ink 250">
                <a:extLst>
                  <a:ext uri="{FF2B5EF4-FFF2-40B4-BE49-F238E27FC236}">
                    <a16:creationId xmlns:a16="http://schemas.microsoft.com/office/drawing/2014/main" id="{D09302E3-6C1E-F285-3422-FCD9A9FF75B9}"/>
                  </a:ext>
                </a:extLst>
              </p14:cNvPr>
              <p14:cNvContentPartPr/>
              <p14:nvPr/>
            </p14:nvContentPartPr>
            <p14:xfrm>
              <a:off x="579600" y="6179976"/>
              <a:ext cx="176400" cy="143640"/>
            </p14:xfrm>
          </p:contentPart>
        </mc:Choice>
        <mc:Fallback xmlns="">
          <p:pic>
            <p:nvPicPr>
              <p:cNvPr id="251" name="Ink 250">
                <a:extLst>
                  <a:ext uri="{FF2B5EF4-FFF2-40B4-BE49-F238E27FC236}">
                    <a16:creationId xmlns:a16="http://schemas.microsoft.com/office/drawing/2014/main" id="{D09302E3-6C1E-F285-3422-FCD9A9FF75B9}"/>
                  </a:ext>
                </a:extLst>
              </p:cNvPr>
              <p:cNvPicPr/>
              <p:nvPr/>
            </p:nvPicPr>
            <p:blipFill>
              <a:blip r:embed="rId403"/>
              <a:stretch>
                <a:fillRect/>
              </a:stretch>
            </p:blipFill>
            <p:spPr>
              <a:xfrm>
                <a:off x="575280" y="6175656"/>
                <a:ext cx="185040" cy="152280"/>
              </a:xfrm>
              <a:prstGeom prst="rect">
                <a:avLst/>
              </a:prstGeom>
            </p:spPr>
          </p:pic>
        </mc:Fallback>
      </mc:AlternateContent>
      <p:grpSp>
        <p:nvGrpSpPr>
          <p:cNvPr id="264" name="Group 263">
            <a:extLst>
              <a:ext uri="{FF2B5EF4-FFF2-40B4-BE49-F238E27FC236}">
                <a16:creationId xmlns:a16="http://schemas.microsoft.com/office/drawing/2014/main" id="{F1C1397C-1FA0-985E-48AB-237E09FBD981}"/>
              </a:ext>
            </a:extLst>
          </p:cNvPr>
          <p:cNvGrpSpPr/>
          <p:nvPr/>
        </p:nvGrpSpPr>
        <p:grpSpPr>
          <a:xfrm>
            <a:off x="1127880" y="6019056"/>
            <a:ext cx="1893960" cy="447480"/>
            <a:chOff x="1127880" y="6019056"/>
            <a:chExt cx="1893960" cy="447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04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32548DCF-B9AB-1785-5122-E1E839A62B8E}"/>
                    </a:ext>
                  </a:extLst>
                </p14:cNvPr>
                <p14:cNvContentPartPr/>
                <p14:nvPr/>
              </p14:nvContentPartPr>
              <p14:xfrm>
                <a:off x="1127880" y="6034176"/>
                <a:ext cx="568080" cy="308880"/>
              </p14:xfrm>
            </p:contentPart>
          </mc:Choice>
          <mc:Fallback xmlns=""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32548DCF-B9AB-1785-5122-E1E839A62B8E}"/>
                    </a:ext>
                  </a:extLst>
                </p:cNvPr>
                <p:cNvPicPr/>
                <p:nvPr/>
              </p:nvPicPr>
              <p:blipFill>
                <a:blip r:embed="rId405"/>
                <a:stretch>
                  <a:fillRect/>
                </a:stretch>
              </p:blipFill>
              <p:spPr>
                <a:xfrm>
                  <a:off x="1123560" y="6029856"/>
                  <a:ext cx="576720" cy="31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6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A2E88A6D-B2E7-5AF2-75F6-5A21DDE2BED7}"/>
                    </a:ext>
                  </a:extLst>
                </p14:cNvPr>
                <p14:cNvContentPartPr/>
                <p14:nvPr/>
              </p14:nvContentPartPr>
              <p14:xfrm>
                <a:off x="1690920" y="6236136"/>
                <a:ext cx="16560" cy="101880"/>
              </p14:xfrm>
            </p:contentPart>
          </mc:Choice>
          <mc:Fallback xmlns=""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A2E88A6D-B2E7-5AF2-75F6-5A21DDE2BED7}"/>
                    </a:ext>
                  </a:extLst>
                </p:cNvPr>
                <p:cNvPicPr/>
                <p:nvPr/>
              </p:nvPicPr>
              <p:blipFill>
                <a:blip r:embed="rId407"/>
                <a:stretch>
                  <a:fillRect/>
                </a:stretch>
              </p:blipFill>
              <p:spPr>
                <a:xfrm>
                  <a:off x="1686600" y="6231816"/>
                  <a:ext cx="2520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8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83F654AE-2CE3-BEEB-7645-CF2D5753C811}"/>
                    </a:ext>
                  </a:extLst>
                </p14:cNvPr>
                <p14:cNvContentPartPr/>
                <p14:nvPr/>
              </p14:nvContentPartPr>
              <p14:xfrm>
                <a:off x="1753560" y="6101136"/>
                <a:ext cx="7200" cy="56880"/>
              </p14:xfrm>
            </p:contentPart>
          </mc:Choice>
          <mc:Fallback xmlns=""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83F654AE-2CE3-BEEB-7645-CF2D5753C811}"/>
                    </a:ext>
                  </a:extLst>
                </p:cNvPr>
                <p:cNvPicPr/>
                <p:nvPr/>
              </p:nvPicPr>
              <p:blipFill>
                <a:blip r:embed="rId409"/>
                <a:stretch>
                  <a:fillRect/>
                </a:stretch>
              </p:blipFill>
              <p:spPr>
                <a:xfrm>
                  <a:off x="1749240" y="6096816"/>
                  <a:ext cx="1584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0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6067C30E-3933-32BB-7967-97529FCAA3FA}"/>
                    </a:ext>
                  </a:extLst>
                </p14:cNvPr>
                <p14:cNvContentPartPr/>
                <p14:nvPr/>
              </p14:nvContentPartPr>
              <p14:xfrm>
                <a:off x="1762560" y="6249096"/>
                <a:ext cx="183600" cy="72720"/>
              </p14:xfrm>
            </p:contentPart>
          </mc:Choice>
          <mc:Fallback xmlns=""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6067C30E-3933-32BB-7967-97529FCAA3FA}"/>
                    </a:ext>
                  </a:extLst>
                </p:cNvPr>
                <p:cNvPicPr/>
                <p:nvPr/>
              </p:nvPicPr>
              <p:blipFill>
                <a:blip r:embed="rId411"/>
                <a:stretch>
                  <a:fillRect/>
                </a:stretch>
              </p:blipFill>
              <p:spPr>
                <a:xfrm>
                  <a:off x="1758240" y="6244776"/>
                  <a:ext cx="19224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2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D3A5696C-AAA9-B2A0-A9E1-31C1FEF386AB}"/>
                    </a:ext>
                  </a:extLst>
                </p14:cNvPr>
                <p14:cNvContentPartPr/>
                <p14:nvPr/>
              </p14:nvContentPartPr>
              <p14:xfrm>
                <a:off x="2079000" y="6213096"/>
                <a:ext cx="129600" cy="6480"/>
              </p14:xfrm>
            </p:contentPart>
          </mc:Choice>
          <mc:Fallback xmlns=""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D3A5696C-AAA9-B2A0-A9E1-31C1FEF386AB}"/>
                    </a:ext>
                  </a:extLst>
                </p:cNvPr>
                <p:cNvPicPr/>
                <p:nvPr/>
              </p:nvPicPr>
              <p:blipFill>
                <a:blip r:embed="rId413"/>
                <a:stretch>
                  <a:fillRect/>
                </a:stretch>
              </p:blipFill>
              <p:spPr>
                <a:xfrm>
                  <a:off x="2074680" y="6208776"/>
                  <a:ext cx="138240" cy="1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4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9EE5E46D-0269-EEB6-F4BC-87B9504E1447}"/>
                    </a:ext>
                  </a:extLst>
                </p14:cNvPr>
                <p14:cNvContentPartPr/>
                <p14:nvPr/>
              </p14:nvContentPartPr>
              <p14:xfrm>
                <a:off x="2356200" y="6057216"/>
                <a:ext cx="83520" cy="218520"/>
              </p14:xfrm>
            </p:contentPart>
          </mc:Choice>
          <mc:Fallback xmlns=""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9EE5E46D-0269-EEB6-F4BC-87B9504E1447}"/>
                    </a:ext>
                  </a:extLst>
                </p:cNvPr>
                <p:cNvPicPr/>
                <p:nvPr/>
              </p:nvPicPr>
              <p:blipFill>
                <a:blip r:embed="rId415"/>
                <a:stretch>
                  <a:fillRect/>
                </a:stretch>
              </p:blipFill>
              <p:spPr>
                <a:xfrm>
                  <a:off x="2351880" y="6052896"/>
                  <a:ext cx="92160" cy="22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6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20B08DD5-FE8B-D304-E9A6-F0A7576CE2C2}"/>
                    </a:ext>
                  </a:extLst>
                </p14:cNvPr>
                <p14:cNvContentPartPr/>
                <p14:nvPr/>
              </p14:nvContentPartPr>
              <p14:xfrm>
                <a:off x="2464920" y="6019056"/>
                <a:ext cx="97200" cy="295920"/>
              </p14:xfrm>
            </p:contentPart>
          </mc:Choice>
          <mc:Fallback xmlns=""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20B08DD5-FE8B-D304-E9A6-F0A7576CE2C2}"/>
                    </a:ext>
                  </a:extLst>
                </p:cNvPr>
                <p:cNvPicPr/>
                <p:nvPr/>
              </p:nvPicPr>
              <p:blipFill>
                <a:blip r:embed="rId417"/>
                <a:stretch>
                  <a:fillRect/>
                </a:stretch>
              </p:blipFill>
              <p:spPr>
                <a:xfrm>
                  <a:off x="2460600" y="6014736"/>
                  <a:ext cx="105840" cy="30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8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8C6123D2-F6A0-893F-8AF9-2249F0632018}"/>
                    </a:ext>
                  </a:extLst>
                </p14:cNvPr>
                <p14:cNvContentPartPr/>
                <p14:nvPr/>
              </p14:nvContentPartPr>
              <p14:xfrm>
                <a:off x="2400120" y="6148656"/>
                <a:ext cx="210600" cy="7200"/>
              </p14:xfrm>
            </p:contentPart>
          </mc:Choice>
          <mc:Fallback xmlns=""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8C6123D2-F6A0-893F-8AF9-2249F0632018}"/>
                    </a:ext>
                  </a:extLst>
                </p:cNvPr>
                <p:cNvPicPr/>
                <p:nvPr/>
              </p:nvPicPr>
              <p:blipFill>
                <a:blip r:embed="rId419"/>
                <a:stretch>
                  <a:fillRect/>
                </a:stretch>
              </p:blipFill>
              <p:spPr>
                <a:xfrm>
                  <a:off x="2395800" y="6144336"/>
                  <a:ext cx="219240" cy="1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0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9CF9FCA9-9BEF-0BFB-B9CB-F1494E5F2F47}"/>
                    </a:ext>
                  </a:extLst>
                </p14:cNvPr>
                <p14:cNvContentPartPr/>
                <p14:nvPr/>
              </p14:nvContentPartPr>
              <p14:xfrm>
                <a:off x="2598840" y="6177096"/>
                <a:ext cx="101880" cy="70200"/>
              </p14:xfrm>
            </p:contentPart>
          </mc:Choice>
          <mc:Fallback xmlns=""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9CF9FCA9-9BEF-0BFB-B9CB-F1494E5F2F47}"/>
                    </a:ext>
                  </a:extLst>
                </p:cNvPr>
                <p:cNvPicPr/>
                <p:nvPr/>
              </p:nvPicPr>
              <p:blipFill>
                <a:blip r:embed="rId421"/>
                <a:stretch>
                  <a:fillRect/>
                </a:stretch>
              </p:blipFill>
              <p:spPr>
                <a:xfrm>
                  <a:off x="2594520" y="6172776"/>
                  <a:ext cx="11052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2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AA39210E-7F27-A6E1-EABB-F1B8C52DE71F}"/>
                    </a:ext>
                  </a:extLst>
                </p14:cNvPr>
                <p14:cNvContentPartPr/>
                <p14:nvPr/>
              </p14:nvContentPartPr>
              <p14:xfrm>
                <a:off x="2760120" y="6174936"/>
                <a:ext cx="97920" cy="97200"/>
              </p14:xfrm>
            </p:contentPart>
          </mc:Choice>
          <mc:Fallback xmlns=""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AA39210E-7F27-A6E1-EABB-F1B8C52DE71F}"/>
                    </a:ext>
                  </a:extLst>
                </p:cNvPr>
                <p:cNvPicPr/>
                <p:nvPr/>
              </p:nvPicPr>
              <p:blipFill>
                <a:blip r:embed="rId423"/>
                <a:stretch>
                  <a:fillRect/>
                </a:stretch>
              </p:blipFill>
              <p:spPr>
                <a:xfrm>
                  <a:off x="2755800" y="6170616"/>
                  <a:ext cx="10656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4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CCFD0FD2-10D2-F73A-9859-004A542F133B}"/>
                    </a:ext>
                  </a:extLst>
                </p14:cNvPr>
                <p14:cNvContentPartPr/>
                <p14:nvPr/>
              </p14:nvContentPartPr>
              <p14:xfrm>
                <a:off x="2904120" y="6215616"/>
                <a:ext cx="34560" cy="250920"/>
              </p14:xfrm>
            </p:contentPart>
          </mc:Choice>
          <mc:Fallback xmlns=""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CCFD0FD2-10D2-F73A-9859-004A542F133B}"/>
                    </a:ext>
                  </a:extLst>
                </p:cNvPr>
                <p:cNvPicPr/>
                <p:nvPr/>
              </p:nvPicPr>
              <p:blipFill>
                <a:blip r:embed="rId425"/>
                <a:stretch>
                  <a:fillRect/>
                </a:stretch>
              </p:blipFill>
              <p:spPr>
                <a:xfrm>
                  <a:off x="2899800" y="6211296"/>
                  <a:ext cx="43200" cy="25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6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47ADD8DE-9B05-08FB-B195-7118074D68C2}"/>
                    </a:ext>
                  </a:extLst>
                </p14:cNvPr>
                <p14:cNvContentPartPr/>
                <p14:nvPr/>
              </p14:nvContentPartPr>
              <p14:xfrm>
                <a:off x="2933640" y="6200496"/>
                <a:ext cx="88200" cy="75600"/>
              </p14:xfrm>
            </p:contentPart>
          </mc:Choice>
          <mc:Fallback xmlns=""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47ADD8DE-9B05-08FB-B195-7118074D68C2}"/>
                    </a:ext>
                  </a:extLst>
                </p:cNvPr>
                <p:cNvPicPr/>
                <p:nvPr/>
              </p:nvPicPr>
              <p:blipFill>
                <a:blip r:embed="rId427"/>
                <a:stretch>
                  <a:fillRect/>
                </a:stretch>
              </p:blipFill>
              <p:spPr>
                <a:xfrm>
                  <a:off x="2929320" y="6196176"/>
                  <a:ext cx="96840" cy="842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0176014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66946596-4F76-AA84-8B6A-A80ADA216F2D}"/>
                  </a:ext>
                </a:extLst>
              </p14:cNvPr>
              <p14:cNvContentPartPr/>
              <p14:nvPr/>
            </p14:nvContentPartPr>
            <p14:xfrm>
              <a:off x="894024" y="318472"/>
              <a:ext cx="118080" cy="10800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66946596-4F76-AA84-8B6A-A80ADA216F2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89704" y="314152"/>
                <a:ext cx="126720" cy="11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DF409F19-F205-E0AD-EF8C-DF3F7FD6B9F4}"/>
                  </a:ext>
                </a:extLst>
              </p14:cNvPr>
              <p14:cNvContentPartPr/>
              <p14:nvPr/>
            </p14:nvContentPartPr>
            <p14:xfrm>
              <a:off x="1073664" y="320632"/>
              <a:ext cx="71280" cy="10440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DF409F19-F205-E0AD-EF8C-DF3F7FD6B9F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69344" y="316312"/>
                <a:ext cx="79920" cy="11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3ABED5C9-5B84-ADD2-2DB1-5425F99A0FDF}"/>
                  </a:ext>
                </a:extLst>
              </p14:cNvPr>
              <p14:cNvContentPartPr/>
              <p14:nvPr/>
            </p14:nvContentPartPr>
            <p14:xfrm>
              <a:off x="1184544" y="301912"/>
              <a:ext cx="66600" cy="9000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3ABED5C9-5B84-ADD2-2DB1-5425F99A0FDF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180224" y="297592"/>
                <a:ext cx="75240" cy="9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31075177-7DC3-AD4B-7E83-D3E7851EB447}"/>
                  </a:ext>
                </a:extLst>
              </p14:cNvPr>
              <p14:cNvContentPartPr/>
              <p14:nvPr/>
            </p14:nvContentPartPr>
            <p14:xfrm>
              <a:off x="1399824" y="189232"/>
              <a:ext cx="67320" cy="1659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31075177-7DC3-AD4B-7E83-D3E7851EB447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395504" y="184912"/>
                <a:ext cx="75960" cy="17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61503107-E0A7-F02A-6296-F9EEE333AF4E}"/>
                  </a:ext>
                </a:extLst>
              </p14:cNvPr>
              <p14:cNvContentPartPr/>
              <p14:nvPr/>
            </p14:nvContentPartPr>
            <p14:xfrm>
              <a:off x="1367784" y="290752"/>
              <a:ext cx="138960" cy="1548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61503107-E0A7-F02A-6296-F9EEE333AF4E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363464" y="286432"/>
                <a:ext cx="147600" cy="2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9917C429-2E2F-DC5A-0A85-74677DA5AABC}"/>
                  </a:ext>
                </a:extLst>
              </p14:cNvPr>
              <p14:cNvContentPartPr/>
              <p14:nvPr/>
            </p14:nvContentPartPr>
            <p14:xfrm>
              <a:off x="1604664" y="281752"/>
              <a:ext cx="91080" cy="28728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9917C429-2E2F-DC5A-0A85-74677DA5AABC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600344" y="277432"/>
                <a:ext cx="99720" cy="29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F670862D-EDC8-853B-6000-990747C1EE18}"/>
                  </a:ext>
                </a:extLst>
              </p14:cNvPr>
              <p14:cNvContentPartPr/>
              <p14:nvPr/>
            </p14:nvContentPartPr>
            <p14:xfrm>
              <a:off x="1607904" y="522952"/>
              <a:ext cx="104400" cy="579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F670862D-EDC8-853B-6000-990747C1EE18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603584" y="518632"/>
                <a:ext cx="113040" cy="6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DA62FCEA-0FAF-A3F0-11E7-A3432A221F9E}"/>
                  </a:ext>
                </a:extLst>
              </p14:cNvPr>
              <p14:cNvContentPartPr/>
              <p14:nvPr/>
            </p14:nvContentPartPr>
            <p14:xfrm>
              <a:off x="1674144" y="476872"/>
              <a:ext cx="121320" cy="13500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DA62FCEA-0FAF-A3F0-11E7-A3432A221F9E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669824" y="472552"/>
                <a:ext cx="129960" cy="14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C7FEFBEB-315E-CF27-2735-94F4270594A9}"/>
                  </a:ext>
                </a:extLst>
              </p14:cNvPr>
              <p14:cNvContentPartPr/>
              <p14:nvPr/>
            </p14:nvContentPartPr>
            <p14:xfrm>
              <a:off x="1527264" y="581632"/>
              <a:ext cx="364320" cy="36936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C7FEFBEB-315E-CF27-2735-94F4270594A9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522944" y="577312"/>
                <a:ext cx="372960" cy="37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FD147CAE-E992-A4DB-D246-2627C9960018}"/>
                  </a:ext>
                </a:extLst>
              </p14:cNvPr>
              <p14:cNvContentPartPr/>
              <p14:nvPr/>
            </p14:nvContentPartPr>
            <p14:xfrm>
              <a:off x="1250424" y="934072"/>
              <a:ext cx="353160" cy="50328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FD147CAE-E992-A4DB-D246-2627C9960018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1246104" y="929752"/>
                <a:ext cx="361800" cy="51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D42BEB20-C7E9-8720-78D3-0009705E665B}"/>
                  </a:ext>
                </a:extLst>
              </p14:cNvPr>
              <p14:cNvContentPartPr/>
              <p14:nvPr/>
            </p14:nvContentPartPr>
            <p14:xfrm>
              <a:off x="974664" y="1355632"/>
              <a:ext cx="401040" cy="46764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D42BEB20-C7E9-8720-78D3-0009705E665B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970344" y="1351312"/>
                <a:ext cx="409680" cy="47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0B49D493-12EA-1DB6-BAAE-4CDBD8219CE2}"/>
                  </a:ext>
                </a:extLst>
              </p14:cNvPr>
              <p14:cNvContentPartPr/>
              <p14:nvPr/>
            </p14:nvContentPartPr>
            <p14:xfrm>
              <a:off x="1772064" y="914992"/>
              <a:ext cx="303120" cy="53928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0B49D493-12EA-1DB6-BAAE-4CDBD8219CE2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1767744" y="910672"/>
                <a:ext cx="311760" cy="54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39D9D38F-1989-E2F2-69E4-4BCF22B528E7}"/>
                  </a:ext>
                </a:extLst>
              </p14:cNvPr>
              <p14:cNvContentPartPr/>
              <p14:nvPr/>
            </p14:nvContentPartPr>
            <p14:xfrm>
              <a:off x="1885104" y="1407112"/>
              <a:ext cx="398520" cy="37476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39D9D38F-1989-E2F2-69E4-4BCF22B528E7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1880784" y="1402792"/>
                <a:ext cx="407160" cy="38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E4789869-2D31-C21B-1C2B-24FD80B37A55}"/>
                  </a:ext>
                </a:extLst>
              </p14:cNvPr>
              <p14:cNvContentPartPr/>
              <p14:nvPr/>
            </p14:nvContentPartPr>
            <p14:xfrm>
              <a:off x="665424" y="1793752"/>
              <a:ext cx="370080" cy="52092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E4789869-2D31-C21B-1C2B-24FD80B37A55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661104" y="1789432"/>
                <a:ext cx="378720" cy="52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219C695D-58DE-B43B-2E09-A1C0A4ED5CC7}"/>
                  </a:ext>
                </a:extLst>
              </p14:cNvPr>
              <p14:cNvContentPartPr/>
              <p14:nvPr/>
            </p14:nvContentPartPr>
            <p14:xfrm>
              <a:off x="382824" y="2265712"/>
              <a:ext cx="385560" cy="37008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219C695D-58DE-B43B-2E09-A1C0A4ED5CC7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378504" y="2261392"/>
                <a:ext cx="394200" cy="37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8CACD576-EE87-03EA-F43E-0D170EBFCF18}"/>
                  </a:ext>
                </a:extLst>
              </p14:cNvPr>
              <p14:cNvContentPartPr/>
              <p14:nvPr/>
            </p14:nvContentPartPr>
            <p14:xfrm>
              <a:off x="1205208" y="1808784"/>
              <a:ext cx="168840" cy="45540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8CACD576-EE87-03EA-F43E-0D170EBFCF18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1200888" y="1804464"/>
                <a:ext cx="177480" cy="46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6EE53C61-970A-6BFE-6C19-026BAA626F5E}"/>
                  </a:ext>
                </a:extLst>
              </p14:cNvPr>
              <p14:cNvContentPartPr/>
              <p14:nvPr/>
            </p14:nvContentPartPr>
            <p14:xfrm>
              <a:off x="1189008" y="2284344"/>
              <a:ext cx="326160" cy="38700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6EE53C61-970A-6BFE-6C19-026BAA626F5E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1184688" y="2280024"/>
                <a:ext cx="334800" cy="39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C4859110-C9AD-8F9F-8B98-A19523862DD9}"/>
                  </a:ext>
                </a:extLst>
              </p14:cNvPr>
              <p14:cNvContentPartPr/>
              <p14:nvPr/>
            </p14:nvContentPartPr>
            <p14:xfrm>
              <a:off x="1507608" y="2800944"/>
              <a:ext cx="222120" cy="27360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C4859110-C9AD-8F9F-8B98-A19523862DD9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1503288" y="2796624"/>
                <a:ext cx="230760" cy="282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7F7F7F1B-A10E-E757-E459-41F0EFE32753}"/>
                  </a:ext>
                </a:extLst>
              </p14:cNvPr>
              <p14:cNvContentPartPr/>
              <p14:nvPr/>
            </p14:nvContentPartPr>
            <p14:xfrm>
              <a:off x="1727208" y="2945304"/>
              <a:ext cx="124920" cy="13680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7F7F7F1B-A10E-E757-E459-41F0EFE32753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1722888" y="2940984"/>
                <a:ext cx="133560" cy="14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37E19C2F-05D9-6956-D059-F645DB452F40}"/>
                  </a:ext>
                </a:extLst>
              </p14:cNvPr>
              <p14:cNvContentPartPr/>
              <p14:nvPr/>
            </p14:nvContentPartPr>
            <p14:xfrm>
              <a:off x="1886688" y="2973024"/>
              <a:ext cx="201240" cy="6588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37E19C2F-05D9-6956-D059-F645DB452F40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1882368" y="2968704"/>
                <a:ext cx="209880" cy="7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60383C0F-CEF9-E3BA-DEFA-F5FD24E8DAF9}"/>
                  </a:ext>
                </a:extLst>
              </p14:cNvPr>
              <p14:cNvContentPartPr/>
              <p14:nvPr/>
            </p14:nvContentPartPr>
            <p14:xfrm>
              <a:off x="2106288" y="2939544"/>
              <a:ext cx="268200" cy="10620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60383C0F-CEF9-E3BA-DEFA-F5FD24E8DAF9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2101968" y="2935224"/>
                <a:ext cx="276840" cy="11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4E3CD350-DE59-1ED0-A4A4-0484BD7DB086}"/>
                  </a:ext>
                </a:extLst>
              </p14:cNvPr>
              <p14:cNvContentPartPr/>
              <p14:nvPr/>
            </p14:nvContentPartPr>
            <p14:xfrm>
              <a:off x="2413728" y="2790504"/>
              <a:ext cx="27360" cy="22356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4E3CD350-DE59-1ED0-A4A4-0484BD7DB086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2409408" y="2786184"/>
                <a:ext cx="36000" cy="23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AF8D313E-8B48-53C9-87EA-506787FE5686}"/>
                  </a:ext>
                </a:extLst>
              </p14:cNvPr>
              <p14:cNvContentPartPr/>
              <p14:nvPr/>
            </p14:nvContentPartPr>
            <p14:xfrm>
              <a:off x="2387808" y="2947464"/>
              <a:ext cx="162000" cy="36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AF8D313E-8B48-53C9-87EA-506787FE5686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2383488" y="2943144"/>
                <a:ext cx="170640" cy="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8E9965F3-0167-EEE2-D72B-9E52FDA4F226}"/>
                  </a:ext>
                </a:extLst>
              </p14:cNvPr>
              <p14:cNvContentPartPr/>
              <p14:nvPr/>
            </p14:nvContentPartPr>
            <p14:xfrm>
              <a:off x="2578608" y="2922264"/>
              <a:ext cx="59040" cy="12636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8E9965F3-0167-EEE2-D72B-9E52FDA4F226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2574288" y="2917944"/>
                <a:ext cx="67680" cy="13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CFC4AB7B-6A83-1D00-33BF-2EFC441A42B9}"/>
                  </a:ext>
                </a:extLst>
              </p14:cNvPr>
              <p14:cNvContentPartPr/>
              <p14:nvPr/>
            </p14:nvContentPartPr>
            <p14:xfrm>
              <a:off x="3169440" y="4412736"/>
              <a:ext cx="14040" cy="5904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CFC4AB7B-6A83-1D00-33BF-2EFC441A42B9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3165120" y="4408416"/>
                <a:ext cx="22680" cy="67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674CEA6C-E3B3-EE8A-B0F0-89B275F01D43}"/>
                  </a:ext>
                </a:extLst>
              </p14:cNvPr>
              <p14:cNvContentPartPr/>
              <p14:nvPr/>
            </p14:nvContentPartPr>
            <p14:xfrm>
              <a:off x="1058040" y="2894616"/>
              <a:ext cx="141480" cy="26244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674CEA6C-E3B3-EE8A-B0F0-89B275F01D43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1053720" y="2890296"/>
                <a:ext cx="150120" cy="271080"/>
              </a:xfrm>
              <a:prstGeom prst="rect">
                <a:avLst/>
              </a:prstGeom>
            </p:spPr>
          </p:pic>
        </mc:Fallback>
      </mc:AlternateContent>
      <p:grpSp>
        <p:nvGrpSpPr>
          <p:cNvPr id="32" name="Group 31">
            <a:extLst>
              <a:ext uri="{FF2B5EF4-FFF2-40B4-BE49-F238E27FC236}">
                <a16:creationId xmlns:a16="http://schemas.microsoft.com/office/drawing/2014/main" id="{AE56300E-742D-4C14-421F-AA7B1A44C805}"/>
              </a:ext>
            </a:extLst>
          </p:cNvPr>
          <p:cNvGrpSpPr/>
          <p:nvPr/>
        </p:nvGrpSpPr>
        <p:grpSpPr>
          <a:xfrm>
            <a:off x="1638360" y="1703664"/>
            <a:ext cx="3841392" cy="952272"/>
            <a:chOff x="1638360" y="1703664"/>
            <a:chExt cx="3841392" cy="952272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C1ED705F-25A5-1E3D-C433-E1713BF49C4F}"/>
                    </a:ext>
                  </a:extLst>
                </p14:cNvPr>
                <p14:cNvContentPartPr/>
                <p14:nvPr/>
              </p14:nvContentPartPr>
              <p14:xfrm>
                <a:off x="1802160" y="1778616"/>
                <a:ext cx="219240" cy="56412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C1ED705F-25A5-1E3D-C433-E1713BF49C4F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797840" y="1774296"/>
                  <a:ext cx="227880" cy="57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FA6B727A-B36C-3AE4-384D-0CB8E45A2726}"/>
                    </a:ext>
                  </a:extLst>
                </p14:cNvPr>
                <p14:cNvContentPartPr/>
                <p14:nvPr/>
              </p14:nvContentPartPr>
              <p14:xfrm>
                <a:off x="1638360" y="2313576"/>
                <a:ext cx="295920" cy="34236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FA6B727A-B36C-3AE4-384D-0CB8E45A2726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634040" y="2309256"/>
                  <a:ext cx="304560" cy="35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5A557376-B619-74F2-64E6-A154A6A1233D}"/>
                    </a:ext>
                  </a:extLst>
                </p14:cNvPr>
                <p14:cNvContentPartPr/>
                <p14:nvPr/>
              </p14:nvContentPartPr>
              <p14:xfrm>
                <a:off x="5260512" y="1703664"/>
                <a:ext cx="219240" cy="56412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5A557376-B619-74F2-64E6-A154A6A1233D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5256192" y="1699344"/>
                  <a:ext cx="227880" cy="57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2359CCC6-AD2C-2227-E7D6-B228B4F9CAA8}"/>
                    </a:ext>
                  </a:extLst>
                </p14:cNvPr>
                <p14:cNvContentPartPr/>
                <p14:nvPr/>
              </p14:nvContentPartPr>
              <p14:xfrm>
                <a:off x="5096712" y="2238624"/>
                <a:ext cx="295920" cy="34236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2359CCC6-AD2C-2227-E7D6-B228B4F9CAA8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5092392" y="2234304"/>
                  <a:ext cx="304560" cy="351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7987A8B3-8895-E7D3-9622-63659FC15037}"/>
                  </a:ext>
                </a:extLst>
              </p14:cNvPr>
              <p14:cNvContentPartPr/>
              <p14:nvPr/>
            </p14:nvContentPartPr>
            <p14:xfrm>
              <a:off x="4352376" y="243520"/>
              <a:ext cx="118080" cy="10800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7987A8B3-8895-E7D3-9622-63659FC1503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348056" y="239200"/>
                <a:ext cx="126720" cy="11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1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BAB2F55C-4BB4-28D0-E179-4589D543149E}"/>
                  </a:ext>
                </a:extLst>
              </p14:cNvPr>
              <p14:cNvContentPartPr/>
              <p14:nvPr/>
            </p14:nvContentPartPr>
            <p14:xfrm>
              <a:off x="4532016" y="245680"/>
              <a:ext cx="71280" cy="10440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BAB2F55C-4BB4-28D0-E179-4589D543149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527696" y="241360"/>
                <a:ext cx="79920" cy="11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8E00A589-2038-DED6-5C91-8CF88ABEE33D}"/>
                  </a:ext>
                </a:extLst>
              </p14:cNvPr>
              <p14:cNvContentPartPr/>
              <p14:nvPr/>
            </p14:nvContentPartPr>
            <p14:xfrm>
              <a:off x="4642896" y="226960"/>
              <a:ext cx="66600" cy="9000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8E00A589-2038-DED6-5C91-8CF88ABEE33D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638576" y="222640"/>
                <a:ext cx="75240" cy="9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3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90CB720F-7410-BA78-F5C7-3990BE878CD0}"/>
                  </a:ext>
                </a:extLst>
              </p14:cNvPr>
              <p14:cNvContentPartPr/>
              <p14:nvPr/>
            </p14:nvContentPartPr>
            <p14:xfrm>
              <a:off x="4858176" y="114280"/>
              <a:ext cx="67320" cy="16596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90CB720F-7410-BA78-F5C7-3990BE878CD0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853856" y="109960"/>
                <a:ext cx="75960" cy="17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EEE2C7AC-F52E-E4B5-5D79-6FF5DF8C87ED}"/>
                  </a:ext>
                </a:extLst>
              </p14:cNvPr>
              <p14:cNvContentPartPr/>
              <p14:nvPr/>
            </p14:nvContentPartPr>
            <p14:xfrm>
              <a:off x="4826136" y="215800"/>
              <a:ext cx="138960" cy="1548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EEE2C7AC-F52E-E4B5-5D79-6FF5DF8C87ED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4821816" y="211480"/>
                <a:ext cx="147600" cy="2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5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BE5293E0-EF9D-C024-5749-AAAA360798BF}"/>
                  </a:ext>
                </a:extLst>
              </p14:cNvPr>
              <p14:cNvContentPartPr/>
              <p14:nvPr/>
            </p14:nvContentPartPr>
            <p14:xfrm>
              <a:off x="5063016" y="206800"/>
              <a:ext cx="91080" cy="28728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BE5293E0-EF9D-C024-5749-AAAA360798BF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5058696" y="202480"/>
                <a:ext cx="99720" cy="29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EA711FE9-E0CE-9072-E2E5-E183D3E1AF2A}"/>
                  </a:ext>
                </a:extLst>
              </p14:cNvPr>
              <p14:cNvContentPartPr/>
              <p14:nvPr/>
            </p14:nvContentPartPr>
            <p14:xfrm>
              <a:off x="5066256" y="448000"/>
              <a:ext cx="104400" cy="5796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EA711FE9-E0CE-9072-E2E5-E183D3E1AF2A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5061936" y="443680"/>
                <a:ext cx="113040" cy="6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7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DCF29ED8-637A-D043-7AFB-645021F286A4}"/>
                  </a:ext>
                </a:extLst>
              </p14:cNvPr>
              <p14:cNvContentPartPr/>
              <p14:nvPr/>
            </p14:nvContentPartPr>
            <p14:xfrm>
              <a:off x="5132496" y="401920"/>
              <a:ext cx="121320" cy="13500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DCF29ED8-637A-D043-7AFB-645021F286A4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5128176" y="397600"/>
                <a:ext cx="129960" cy="14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86CBB770-39AE-4386-9ECC-EC74C038C929}"/>
                  </a:ext>
                </a:extLst>
              </p14:cNvPr>
              <p14:cNvContentPartPr/>
              <p14:nvPr/>
            </p14:nvContentPartPr>
            <p14:xfrm>
              <a:off x="4985616" y="506680"/>
              <a:ext cx="364320" cy="369360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86CBB770-39AE-4386-9ECC-EC74C038C929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4981296" y="502360"/>
                <a:ext cx="372960" cy="37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9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0EB27633-129A-2657-CC36-F14D76F79363}"/>
                  </a:ext>
                </a:extLst>
              </p14:cNvPr>
              <p14:cNvContentPartPr/>
              <p14:nvPr/>
            </p14:nvContentPartPr>
            <p14:xfrm>
              <a:off x="4708776" y="859120"/>
              <a:ext cx="353160" cy="503280"/>
            </p14:xfrm>
          </p:contentPart>
        </mc:Choice>
        <mc:Fallback xmlns=""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0EB27633-129A-2657-CC36-F14D76F79363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4704456" y="854800"/>
                <a:ext cx="361800" cy="51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46DD9DF4-02D9-A3A3-2641-134392EFF59A}"/>
                  </a:ext>
                </a:extLst>
              </p14:cNvPr>
              <p14:cNvContentPartPr/>
              <p14:nvPr/>
            </p14:nvContentPartPr>
            <p14:xfrm>
              <a:off x="4433016" y="1280680"/>
              <a:ext cx="401040" cy="467640"/>
            </p14:xfrm>
          </p:contentPart>
        </mc:Choice>
        <mc:Fallback xmlns=""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46DD9DF4-02D9-A3A3-2641-134392EFF59A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4428696" y="1276360"/>
                <a:ext cx="409680" cy="47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1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06E4CAD6-9342-E3FF-EC52-F41C75473C18}"/>
                  </a:ext>
                </a:extLst>
              </p14:cNvPr>
              <p14:cNvContentPartPr/>
              <p14:nvPr/>
            </p14:nvContentPartPr>
            <p14:xfrm>
              <a:off x="5230416" y="840040"/>
              <a:ext cx="303120" cy="539280"/>
            </p14:xfrm>
          </p:contentPart>
        </mc:Choice>
        <mc:Fallback xmlns=""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06E4CAD6-9342-E3FF-EC52-F41C75473C18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5226096" y="835720"/>
                <a:ext cx="311760" cy="54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BAFB7D0F-2E90-26D2-EC87-9B3F7A8A529D}"/>
                  </a:ext>
                </a:extLst>
              </p14:cNvPr>
              <p14:cNvContentPartPr/>
              <p14:nvPr/>
            </p14:nvContentPartPr>
            <p14:xfrm>
              <a:off x="5343456" y="1332160"/>
              <a:ext cx="398520" cy="374760"/>
            </p14:xfrm>
          </p:contentPart>
        </mc:Choice>
        <mc:Fallback xmlns=""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BAFB7D0F-2E90-26D2-EC87-9B3F7A8A529D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5339136" y="1327840"/>
                <a:ext cx="407160" cy="38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3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8983CDCD-9082-0529-FCA4-90E8EE93D780}"/>
                  </a:ext>
                </a:extLst>
              </p14:cNvPr>
              <p14:cNvContentPartPr/>
              <p14:nvPr/>
            </p14:nvContentPartPr>
            <p14:xfrm>
              <a:off x="4123776" y="1718800"/>
              <a:ext cx="370080" cy="520920"/>
            </p14:xfrm>
          </p:contentPart>
        </mc:Choice>
        <mc:Fallback xmlns=""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8983CDCD-9082-0529-FCA4-90E8EE93D780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4119456" y="1714480"/>
                <a:ext cx="378720" cy="52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7C9D6868-1F08-B8A9-6C96-9C84DFDFCA3C}"/>
                  </a:ext>
                </a:extLst>
              </p14:cNvPr>
              <p14:cNvContentPartPr/>
              <p14:nvPr/>
            </p14:nvContentPartPr>
            <p14:xfrm>
              <a:off x="3841176" y="2190760"/>
              <a:ext cx="385560" cy="370080"/>
            </p14:xfrm>
          </p:contentPart>
        </mc:Choice>
        <mc:Fallback xmlns=""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7C9D6868-1F08-B8A9-6C96-9C84DFDFCA3C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3836856" y="2186440"/>
                <a:ext cx="394200" cy="37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5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A27E9398-7F42-CBF6-A1D8-7A3277D95213}"/>
                  </a:ext>
                </a:extLst>
              </p14:cNvPr>
              <p14:cNvContentPartPr/>
              <p14:nvPr/>
            </p14:nvContentPartPr>
            <p14:xfrm>
              <a:off x="4663560" y="1733832"/>
              <a:ext cx="168840" cy="455400"/>
            </p14:xfrm>
          </p:contentPart>
        </mc:Choice>
        <mc:Fallback xmlns=""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A27E9398-7F42-CBF6-A1D8-7A3277D95213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4659240" y="1729512"/>
                <a:ext cx="177480" cy="46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3D7B1402-11E1-F55E-D95D-375978A28ACA}"/>
                  </a:ext>
                </a:extLst>
              </p14:cNvPr>
              <p14:cNvContentPartPr/>
              <p14:nvPr/>
            </p14:nvContentPartPr>
            <p14:xfrm>
              <a:off x="4647360" y="2209392"/>
              <a:ext cx="326160" cy="387000"/>
            </p14:xfrm>
          </p:contentPart>
        </mc:Choice>
        <mc:Fallback xmlns=""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3D7B1402-11E1-F55E-D95D-375978A28ACA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4643040" y="2205072"/>
                <a:ext cx="334800" cy="39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7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58875950-D778-10FE-9E6F-47B13D9F0BE1}"/>
                  </a:ext>
                </a:extLst>
              </p14:cNvPr>
              <p14:cNvContentPartPr/>
              <p14:nvPr/>
            </p14:nvContentPartPr>
            <p14:xfrm>
              <a:off x="4965960" y="2725992"/>
              <a:ext cx="222120" cy="273600"/>
            </p14:xfrm>
          </p:contentPart>
        </mc:Choice>
        <mc:Fallback xmlns=""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58875950-D778-10FE-9E6F-47B13D9F0BE1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4961640" y="2721672"/>
                <a:ext cx="230760" cy="282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2F8B8DEA-1CD3-BC51-7A1E-72E222D945CE}"/>
                  </a:ext>
                </a:extLst>
              </p14:cNvPr>
              <p14:cNvContentPartPr/>
              <p14:nvPr/>
            </p14:nvContentPartPr>
            <p14:xfrm>
              <a:off x="5185560" y="2870352"/>
              <a:ext cx="124920" cy="136800"/>
            </p14:xfrm>
          </p:contentPart>
        </mc:Choice>
        <mc:Fallback xmlns=""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2F8B8DEA-1CD3-BC51-7A1E-72E222D945CE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5181240" y="2866032"/>
                <a:ext cx="133560" cy="14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9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71D9DB2A-74D5-3AD6-9A19-A2578626418A}"/>
                  </a:ext>
                </a:extLst>
              </p14:cNvPr>
              <p14:cNvContentPartPr/>
              <p14:nvPr/>
            </p14:nvContentPartPr>
            <p14:xfrm>
              <a:off x="5345040" y="2898072"/>
              <a:ext cx="201240" cy="65880"/>
            </p14:xfrm>
          </p:contentPart>
        </mc:Choice>
        <mc:Fallback xmlns=""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71D9DB2A-74D5-3AD6-9A19-A2578626418A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5340720" y="2893752"/>
                <a:ext cx="209880" cy="7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2ACC9C85-D559-9002-0770-C02B32F498D3}"/>
                  </a:ext>
                </a:extLst>
              </p14:cNvPr>
              <p14:cNvContentPartPr/>
              <p14:nvPr/>
            </p14:nvContentPartPr>
            <p14:xfrm>
              <a:off x="5564640" y="2864592"/>
              <a:ext cx="268200" cy="106200"/>
            </p14:xfrm>
          </p:contentPart>
        </mc:Choice>
        <mc:Fallback xmlns=""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2ACC9C85-D559-9002-0770-C02B32F498D3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5560320" y="2860272"/>
                <a:ext cx="276840" cy="11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1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A938B819-FD0E-FA7F-2E09-175FBC5636E7}"/>
                  </a:ext>
                </a:extLst>
              </p14:cNvPr>
              <p14:cNvContentPartPr/>
              <p14:nvPr/>
            </p14:nvContentPartPr>
            <p14:xfrm>
              <a:off x="5872080" y="2715552"/>
              <a:ext cx="27360" cy="223560"/>
            </p14:xfrm>
          </p:contentPart>
        </mc:Choice>
        <mc:Fallback xmlns=""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A938B819-FD0E-FA7F-2E09-175FBC5636E7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5867760" y="2711232"/>
                <a:ext cx="36000" cy="23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2972A915-8EFA-BA5E-683A-ECCAD1A95B85}"/>
                  </a:ext>
                </a:extLst>
              </p14:cNvPr>
              <p14:cNvContentPartPr/>
              <p14:nvPr/>
            </p14:nvContentPartPr>
            <p14:xfrm>
              <a:off x="5846160" y="2872512"/>
              <a:ext cx="162000" cy="360"/>
            </p14:xfrm>
          </p:contentPart>
        </mc:Choice>
        <mc:Fallback xmlns=""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2972A915-8EFA-BA5E-683A-ECCAD1A95B85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5841840" y="2868192"/>
                <a:ext cx="170640" cy="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3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595B56B4-2E38-E9EA-EDE6-3967E3FF2AFF}"/>
                  </a:ext>
                </a:extLst>
              </p14:cNvPr>
              <p14:cNvContentPartPr/>
              <p14:nvPr/>
            </p14:nvContentPartPr>
            <p14:xfrm>
              <a:off x="6036960" y="2847312"/>
              <a:ext cx="59040" cy="126360"/>
            </p14:xfrm>
          </p:contentPart>
        </mc:Choice>
        <mc:Fallback xmlns=""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595B56B4-2E38-E9EA-EDE6-3967E3FF2AFF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6032640" y="2842992"/>
                <a:ext cx="67680" cy="135000"/>
              </a:xfrm>
              <a:prstGeom prst="rect">
                <a:avLst/>
              </a:prstGeom>
            </p:spPr>
          </p:pic>
        </mc:Fallback>
      </mc:AlternateContent>
      <p:grpSp>
        <p:nvGrpSpPr>
          <p:cNvPr id="62" name="Group 61">
            <a:extLst>
              <a:ext uri="{FF2B5EF4-FFF2-40B4-BE49-F238E27FC236}">
                <a16:creationId xmlns:a16="http://schemas.microsoft.com/office/drawing/2014/main" id="{59B77D4D-EFAF-3E09-839C-BE99DC2907E3}"/>
              </a:ext>
            </a:extLst>
          </p:cNvPr>
          <p:cNvGrpSpPr/>
          <p:nvPr/>
        </p:nvGrpSpPr>
        <p:grpSpPr>
          <a:xfrm>
            <a:off x="5636520" y="1656936"/>
            <a:ext cx="608760" cy="996480"/>
            <a:chOff x="5636520" y="1656936"/>
            <a:chExt cx="608760" cy="996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DC1C7D8A-62C8-1007-5EA6-9820A812FF61}"/>
                    </a:ext>
                  </a:extLst>
                </p14:cNvPr>
                <p14:cNvContentPartPr/>
                <p14:nvPr/>
              </p14:nvContentPartPr>
              <p14:xfrm>
                <a:off x="5636520" y="1656936"/>
                <a:ext cx="429840" cy="71172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DC1C7D8A-62C8-1007-5EA6-9820A812FF61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5632200" y="1652616"/>
                  <a:ext cx="438480" cy="72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4A1BE18C-CB0E-28CF-3BF3-5F3BA8E3D397}"/>
                    </a:ext>
                  </a:extLst>
                </p14:cNvPr>
                <p14:cNvContentPartPr/>
                <p14:nvPr/>
              </p14:nvContentPartPr>
              <p14:xfrm>
                <a:off x="5875200" y="2335896"/>
                <a:ext cx="370080" cy="31752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4A1BE18C-CB0E-28CF-3BF3-5F3BA8E3D397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5870880" y="2331576"/>
                  <a:ext cx="378720" cy="326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FE677031-CF55-695D-F750-4A85B598BC19}"/>
              </a:ext>
            </a:extLst>
          </p:cNvPr>
          <p:cNvGrpSpPr/>
          <p:nvPr/>
        </p:nvGrpSpPr>
        <p:grpSpPr>
          <a:xfrm>
            <a:off x="4414320" y="2842056"/>
            <a:ext cx="229320" cy="201240"/>
            <a:chOff x="4414320" y="2842056"/>
            <a:chExt cx="229320" cy="201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182BA738-0336-0BB8-8012-03EFD78E3881}"/>
                    </a:ext>
                  </a:extLst>
                </p14:cNvPr>
                <p14:cNvContentPartPr/>
                <p14:nvPr/>
              </p14:nvContentPartPr>
              <p14:xfrm>
                <a:off x="4414320" y="2842056"/>
                <a:ext cx="187200" cy="20124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182BA738-0336-0BB8-8012-03EFD78E3881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4410000" y="2837736"/>
                  <a:ext cx="19584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D86FDE99-23FE-FB70-8ABF-F533D2F20F92}"/>
                    </a:ext>
                  </a:extLst>
                </p14:cNvPr>
                <p14:cNvContentPartPr/>
                <p14:nvPr/>
              </p14:nvContentPartPr>
              <p14:xfrm>
                <a:off x="4456080" y="2946096"/>
                <a:ext cx="187560" cy="1296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D86FDE99-23FE-FB70-8ABF-F533D2F20F92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4451760" y="2941776"/>
                  <a:ext cx="196200" cy="216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7802048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D972A0-FFCB-C8CB-0810-9F3FBB9533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Max-Heap</a:t>
            </a:r>
            <a:endParaRPr lang="en-ZA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15FCD2A3-E85C-E268-BD79-53491A02C4DE}"/>
                  </a:ext>
                </a:extLst>
              </p14:cNvPr>
              <p14:cNvContentPartPr/>
              <p14:nvPr/>
            </p14:nvContentPartPr>
            <p14:xfrm>
              <a:off x="7257960" y="1005696"/>
              <a:ext cx="235080" cy="3128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15FCD2A3-E85C-E268-BD79-53491A02C4D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253640" y="1001376"/>
                <a:ext cx="243720" cy="32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9F114259-544E-4E26-D6CC-18B3204B415C}"/>
                  </a:ext>
                </a:extLst>
              </p14:cNvPr>
              <p14:cNvContentPartPr/>
              <p14:nvPr/>
            </p14:nvContentPartPr>
            <p14:xfrm>
              <a:off x="7253280" y="772416"/>
              <a:ext cx="228960" cy="2412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9F114259-544E-4E26-D6CC-18B3204B415C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248960" y="768096"/>
                <a:ext cx="237600" cy="24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C7DD25EC-2141-A610-5336-E23CA93D5B96}"/>
                  </a:ext>
                </a:extLst>
              </p14:cNvPr>
              <p14:cNvContentPartPr/>
              <p14:nvPr/>
            </p14:nvContentPartPr>
            <p14:xfrm>
              <a:off x="6773040" y="703296"/>
              <a:ext cx="189720" cy="12132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C7DD25EC-2141-A610-5336-E23CA93D5B96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768720" y="698976"/>
                <a:ext cx="198360" cy="12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A6033156-4247-87F8-DE5B-8531CBBE7882}"/>
                  </a:ext>
                </a:extLst>
              </p14:cNvPr>
              <p14:cNvContentPartPr/>
              <p14:nvPr/>
            </p14:nvContentPartPr>
            <p14:xfrm>
              <a:off x="6978240" y="709776"/>
              <a:ext cx="42480" cy="921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A6033156-4247-87F8-DE5B-8531CBBE7882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6973920" y="705456"/>
                <a:ext cx="51120" cy="10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C7FD8D78-032D-783D-AF1B-B4DE4A0ABF62}"/>
                  </a:ext>
                </a:extLst>
              </p14:cNvPr>
              <p14:cNvContentPartPr/>
              <p14:nvPr/>
            </p14:nvContentPartPr>
            <p14:xfrm>
              <a:off x="7036200" y="721296"/>
              <a:ext cx="50040" cy="8712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C7FD8D78-032D-783D-AF1B-B4DE4A0ABF62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7031880" y="716976"/>
                <a:ext cx="58680" cy="9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23D549E3-3883-527C-02FF-AF8B27835984}"/>
                  </a:ext>
                </a:extLst>
              </p14:cNvPr>
              <p14:cNvContentPartPr/>
              <p14:nvPr/>
            </p14:nvContentPartPr>
            <p14:xfrm>
              <a:off x="7130880" y="635976"/>
              <a:ext cx="51120" cy="13464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23D549E3-3883-527C-02FF-AF8B27835984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7126560" y="631656"/>
                <a:ext cx="59760" cy="14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6A8DD4E6-7B14-C635-E7DF-118C4AD295C9}"/>
                  </a:ext>
                </a:extLst>
              </p14:cNvPr>
              <p14:cNvContentPartPr/>
              <p14:nvPr/>
            </p14:nvContentPartPr>
            <p14:xfrm>
              <a:off x="7124040" y="674136"/>
              <a:ext cx="111240" cy="972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6A8DD4E6-7B14-C635-E7DF-118C4AD295C9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7119720" y="669816"/>
                <a:ext cx="119880" cy="18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4DCC3A57-1062-2211-8DBB-DD3A93C72BC5}"/>
                  </a:ext>
                </a:extLst>
              </p14:cNvPr>
              <p14:cNvContentPartPr/>
              <p14:nvPr/>
            </p14:nvContentPartPr>
            <p14:xfrm>
              <a:off x="8700480" y="785016"/>
              <a:ext cx="237600" cy="35208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4DCC3A57-1062-2211-8DBB-DD3A93C72BC5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8696160" y="780696"/>
                <a:ext cx="246240" cy="36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1156CA1E-B864-36EE-4CB6-961DE15B114E}"/>
                  </a:ext>
                </a:extLst>
              </p14:cNvPr>
              <p14:cNvContentPartPr/>
              <p14:nvPr/>
            </p14:nvContentPartPr>
            <p14:xfrm>
              <a:off x="8367120" y="1146456"/>
              <a:ext cx="413280" cy="55944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1156CA1E-B864-36EE-4CB6-961DE15B114E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8362800" y="1142136"/>
                <a:ext cx="421920" cy="56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0F946E71-6052-509B-F072-0DF3EB456906}"/>
                  </a:ext>
                </a:extLst>
              </p14:cNvPr>
              <p14:cNvContentPartPr/>
              <p14:nvPr/>
            </p14:nvContentPartPr>
            <p14:xfrm>
              <a:off x="8100360" y="1683936"/>
              <a:ext cx="372960" cy="38916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0F946E71-6052-509B-F072-0DF3EB456906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8096040" y="1679616"/>
                <a:ext cx="381600" cy="39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80D5C106-E338-0E01-FA88-F3B24C74B74B}"/>
                  </a:ext>
                </a:extLst>
              </p14:cNvPr>
              <p14:cNvContentPartPr/>
              <p14:nvPr/>
            </p14:nvContentPartPr>
            <p14:xfrm>
              <a:off x="8415360" y="578376"/>
              <a:ext cx="120600" cy="10332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80D5C106-E338-0E01-FA88-F3B24C74B74B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8411040" y="574056"/>
                <a:ext cx="129240" cy="11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0E5C0D22-9684-8FCB-805D-93F70FFB5C26}"/>
                  </a:ext>
                </a:extLst>
              </p14:cNvPr>
              <p14:cNvContentPartPr/>
              <p14:nvPr/>
            </p14:nvContentPartPr>
            <p14:xfrm>
              <a:off x="8557200" y="586296"/>
              <a:ext cx="50760" cy="9000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0E5C0D22-9684-8FCB-805D-93F70FFB5C26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8552880" y="581976"/>
                <a:ext cx="59400" cy="9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A326062C-FF23-6113-978E-07D1EFF9E976}"/>
                  </a:ext>
                </a:extLst>
              </p14:cNvPr>
              <p14:cNvContentPartPr/>
              <p14:nvPr/>
            </p14:nvContentPartPr>
            <p14:xfrm>
              <a:off x="8604720" y="594576"/>
              <a:ext cx="360" cy="36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A326062C-FF23-6113-978E-07D1EFF9E976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8600400" y="590256"/>
                <a:ext cx="9000" cy="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73A22255-4FF7-6299-FE75-A2D812008369}"/>
                  </a:ext>
                </a:extLst>
              </p14:cNvPr>
              <p14:cNvContentPartPr/>
              <p14:nvPr/>
            </p14:nvContentPartPr>
            <p14:xfrm>
              <a:off x="8604720" y="580536"/>
              <a:ext cx="92880" cy="7308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73A22255-4FF7-6299-FE75-A2D812008369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8600400" y="576216"/>
                <a:ext cx="101520" cy="8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127E5149-182F-79C4-44CA-F589A5CAD475}"/>
                  </a:ext>
                </a:extLst>
              </p14:cNvPr>
              <p14:cNvContentPartPr/>
              <p14:nvPr/>
            </p14:nvContentPartPr>
            <p14:xfrm>
              <a:off x="8769600" y="470376"/>
              <a:ext cx="68400" cy="13284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127E5149-182F-79C4-44CA-F589A5CAD475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8765280" y="466056"/>
                <a:ext cx="77040" cy="14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318D44B8-2F11-AD5B-8D44-60CF3B446F7D}"/>
                  </a:ext>
                </a:extLst>
              </p14:cNvPr>
              <p14:cNvContentPartPr/>
              <p14:nvPr/>
            </p14:nvContentPartPr>
            <p14:xfrm>
              <a:off x="8727120" y="533376"/>
              <a:ext cx="127440" cy="1656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318D44B8-2F11-AD5B-8D44-60CF3B446F7D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8722800" y="529056"/>
                <a:ext cx="136080" cy="2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25498EBD-86C6-05B1-D159-E94F7414AA55}"/>
                  </a:ext>
                </a:extLst>
              </p14:cNvPr>
              <p14:cNvContentPartPr/>
              <p14:nvPr/>
            </p14:nvContentPartPr>
            <p14:xfrm>
              <a:off x="8745480" y="651816"/>
              <a:ext cx="140760" cy="16956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25498EBD-86C6-05B1-D159-E94F7414AA55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8741160" y="647496"/>
                <a:ext cx="149400" cy="17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6FDE076A-B72E-C072-0DF8-FB1F04DC3C7C}"/>
                  </a:ext>
                </a:extLst>
              </p14:cNvPr>
              <p14:cNvContentPartPr/>
              <p14:nvPr/>
            </p14:nvContentPartPr>
            <p14:xfrm>
              <a:off x="9898200" y="522576"/>
              <a:ext cx="159840" cy="14508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6FDE076A-B72E-C072-0DF8-FB1F04DC3C7C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9893880" y="518256"/>
                <a:ext cx="168480" cy="15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218C803D-446B-FA6D-9AFB-CCF5B7BD222F}"/>
                  </a:ext>
                </a:extLst>
              </p14:cNvPr>
              <p14:cNvContentPartPr/>
              <p14:nvPr/>
            </p14:nvContentPartPr>
            <p14:xfrm>
              <a:off x="10103400" y="520056"/>
              <a:ext cx="54360" cy="9108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218C803D-446B-FA6D-9AFB-CCF5B7BD222F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10099080" y="515736"/>
                <a:ext cx="63000" cy="9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C6C191C5-F565-4ABA-4133-8655273B8F61}"/>
                  </a:ext>
                </a:extLst>
              </p14:cNvPr>
              <p14:cNvContentPartPr/>
              <p14:nvPr/>
            </p14:nvContentPartPr>
            <p14:xfrm>
              <a:off x="10219320" y="530856"/>
              <a:ext cx="35280" cy="5400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C6C191C5-F565-4ABA-4133-8655273B8F61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10215000" y="526536"/>
                <a:ext cx="43920" cy="6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3A729711-B89D-8B32-AEE2-F8F02960E779}"/>
                  </a:ext>
                </a:extLst>
              </p14:cNvPr>
              <p14:cNvContentPartPr/>
              <p14:nvPr/>
            </p14:nvContentPartPr>
            <p14:xfrm>
              <a:off x="10307520" y="454536"/>
              <a:ext cx="75960" cy="18216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3A729711-B89D-8B32-AEE2-F8F02960E779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10303200" y="450216"/>
                <a:ext cx="84600" cy="19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3AE28C75-4647-5382-7BA9-55A0051F7A83}"/>
                  </a:ext>
                </a:extLst>
              </p14:cNvPr>
              <p14:cNvContentPartPr/>
              <p14:nvPr/>
            </p14:nvContentPartPr>
            <p14:xfrm>
              <a:off x="10311840" y="532296"/>
              <a:ext cx="124920" cy="1656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3AE28C75-4647-5382-7BA9-55A0051F7A83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10307520" y="527976"/>
                <a:ext cx="133560" cy="2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BB65D2F5-9CCB-8D27-C0E3-1BDB4FE8A39C}"/>
                  </a:ext>
                </a:extLst>
              </p14:cNvPr>
              <p14:cNvContentPartPr/>
              <p14:nvPr/>
            </p14:nvContentPartPr>
            <p14:xfrm>
              <a:off x="10591200" y="536976"/>
              <a:ext cx="121680" cy="33048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BB65D2F5-9CCB-8D27-C0E3-1BDB4FE8A39C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10586880" y="532656"/>
                <a:ext cx="130320" cy="33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3D0B30B4-5B11-A56D-5452-EDD876AA082A}"/>
                  </a:ext>
                </a:extLst>
              </p14:cNvPr>
              <p14:cNvContentPartPr/>
              <p14:nvPr/>
            </p14:nvContentPartPr>
            <p14:xfrm>
              <a:off x="10614240" y="786096"/>
              <a:ext cx="115920" cy="7200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3D0B30B4-5B11-A56D-5452-EDD876AA082A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10609920" y="781776"/>
                <a:ext cx="124560" cy="8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DD3023CF-DA5B-A691-BAD0-2DBDE6E05934}"/>
                  </a:ext>
                </a:extLst>
              </p14:cNvPr>
              <p14:cNvContentPartPr/>
              <p14:nvPr/>
            </p14:nvContentPartPr>
            <p14:xfrm>
              <a:off x="10695240" y="783936"/>
              <a:ext cx="48960" cy="10764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DD3023CF-DA5B-A691-BAD0-2DBDE6E05934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10690920" y="779616"/>
                <a:ext cx="57600" cy="11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030335AF-A56D-2CC3-91A1-232A035D81B9}"/>
                  </a:ext>
                </a:extLst>
              </p14:cNvPr>
              <p14:cNvContentPartPr/>
              <p14:nvPr/>
            </p14:nvContentPartPr>
            <p14:xfrm>
              <a:off x="10440360" y="848016"/>
              <a:ext cx="400680" cy="46944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030335AF-A56D-2CC3-91A1-232A035D81B9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10436040" y="843696"/>
                <a:ext cx="409320" cy="47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9F75FBD5-56F1-8B5F-FE1F-FB1236020504}"/>
                  </a:ext>
                </a:extLst>
              </p14:cNvPr>
              <p14:cNvContentPartPr/>
              <p14:nvPr/>
            </p14:nvContentPartPr>
            <p14:xfrm>
              <a:off x="10143360" y="1304856"/>
              <a:ext cx="392760" cy="57564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9F75FBD5-56F1-8B5F-FE1F-FB1236020504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10139040" y="1300536"/>
                <a:ext cx="401400" cy="58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E8ECC6C6-6075-3298-1E01-45FB2F1E6912}"/>
                  </a:ext>
                </a:extLst>
              </p14:cNvPr>
              <p14:cNvContentPartPr/>
              <p14:nvPr/>
            </p14:nvContentPartPr>
            <p14:xfrm>
              <a:off x="9927720" y="1774656"/>
              <a:ext cx="377280" cy="46152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E8ECC6C6-6075-3298-1E01-45FB2F1E6912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9923400" y="1770336"/>
                <a:ext cx="385920" cy="47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9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FC4A0D68-DC99-C43B-C098-75D7F3DACA13}"/>
                  </a:ext>
                </a:extLst>
              </p14:cNvPr>
              <p14:cNvContentPartPr/>
              <p14:nvPr/>
            </p14:nvContentPartPr>
            <p14:xfrm>
              <a:off x="10671840" y="1312776"/>
              <a:ext cx="460080" cy="60552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FC4A0D68-DC99-C43B-C098-75D7F3DACA13}"/>
                  </a:ext>
                </a:extLst>
              </p:cNvPr>
              <p:cNvPicPr/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10667520" y="1308456"/>
                <a:ext cx="468720" cy="61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1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6530C049-30B4-35BE-F41B-4E5C4081D2DE}"/>
                  </a:ext>
                </a:extLst>
              </p14:cNvPr>
              <p14:cNvContentPartPr/>
              <p14:nvPr/>
            </p14:nvContentPartPr>
            <p14:xfrm>
              <a:off x="10851840" y="1847016"/>
              <a:ext cx="465120" cy="42408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6530C049-30B4-35BE-F41B-4E5C4081D2DE}"/>
                  </a:ext>
                </a:extLst>
              </p:cNvPr>
              <p:cNvPicPr/>
              <p:nvPr/>
            </p:nvPicPr>
            <p:blipFill>
              <a:blip r:embed="rId62"/>
              <a:stretch>
                <a:fillRect/>
              </a:stretch>
            </p:blipFill>
            <p:spPr>
              <a:xfrm>
                <a:off x="10847520" y="1842696"/>
                <a:ext cx="473760" cy="432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3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8B668EE8-2D26-53F6-602D-2EEBF1D10411}"/>
                  </a:ext>
                </a:extLst>
              </p14:cNvPr>
              <p14:cNvContentPartPr/>
              <p14:nvPr/>
            </p14:nvContentPartPr>
            <p14:xfrm>
              <a:off x="7218720" y="1679256"/>
              <a:ext cx="91080" cy="27396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8B668EE8-2D26-53F6-602D-2EEBF1D10411}"/>
                  </a:ext>
                </a:extLst>
              </p:cNvPr>
              <p:cNvPicPr/>
              <p:nvPr/>
            </p:nvPicPr>
            <p:blipFill>
              <a:blip r:embed="rId64"/>
              <a:stretch>
                <a:fillRect/>
              </a:stretch>
            </p:blipFill>
            <p:spPr>
              <a:xfrm>
                <a:off x="7214400" y="1674936"/>
                <a:ext cx="99720" cy="28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5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7B4349F1-6F8A-7E42-F8FB-4E606EA1184E}"/>
                  </a:ext>
                </a:extLst>
              </p14:cNvPr>
              <p14:cNvContentPartPr/>
              <p14:nvPr/>
            </p14:nvContentPartPr>
            <p14:xfrm>
              <a:off x="8528400" y="2269296"/>
              <a:ext cx="208440" cy="16812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7B4349F1-6F8A-7E42-F8FB-4E606EA1184E}"/>
                  </a:ext>
                </a:extLst>
              </p:cNvPr>
              <p:cNvPicPr/>
              <p:nvPr/>
            </p:nvPicPr>
            <p:blipFill>
              <a:blip r:embed="rId66"/>
              <a:stretch>
                <a:fillRect/>
              </a:stretch>
            </p:blipFill>
            <p:spPr>
              <a:xfrm>
                <a:off x="8524080" y="2264976"/>
                <a:ext cx="217080" cy="17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7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4AC6069A-F127-F507-2EEB-14404A4A3759}"/>
                  </a:ext>
                </a:extLst>
              </p14:cNvPr>
              <p14:cNvContentPartPr/>
              <p14:nvPr/>
            </p14:nvContentPartPr>
            <p14:xfrm>
              <a:off x="10348560" y="2377656"/>
              <a:ext cx="183960" cy="17820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4AC6069A-F127-F507-2EEB-14404A4A3759}"/>
                  </a:ext>
                </a:extLst>
              </p:cNvPr>
              <p:cNvPicPr/>
              <p:nvPr/>
            </p:nvPicPr>
            <p:blipFill>
              <a:blip r:embed="rId68"/>
              <a:stretch>
                <a:fillRect/>
              </a:stretch>
            </p:blipFill>
            <p:spPr>
              <a:xfrm>
                <a:off x="10344240" y="2373336"/>
                <a:ext cx="192600" cy="18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9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C0507000-DE33-311B-D871-480F86F0DBB2}"/>
                  </a:ext>
                </a:extLst>
              </p14:cNvPr>
              <p14:cNvContentPartPr/>
              <p14:nvPr/>
            </p14:nvContentPartPr>
            <p14:xfrm>
              <a:off x="6807240" y="2018016"/>
              <a:ext cx="137160" cy="22896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C0507000-DE33-311B-D871-480F86F0DBB2}"/>
                  </a:ext>
                </a:extLst>
              </p:cNvPr>
              <p:cNvPicPr/>
              <p:nvPr/>
            </p:nvPicPr>
            <p:blipFill>
              <a:blip r:embed="rId70"/>
              <a:stretch>
                <a:fillRect/>
              </a:stretch>
            </p:blipFill>
            <p:spPr>
              <a:xfrm>
                <a:off x="6802920" y="2013696"/>
                <a:ext cx="145800" cy="23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1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E9B9CFCD-1E08-8F6A-EA50-B7CE5D9EBBF0}"/>
                  </a:ext>
                </a:extLst>
              </p14:cNvPr>
              <p14:cNvContentPartPr/>
              <p14:nvPr/>
            </p14:nvContentPartPr>
            <p14:xfrm>
              <a:off x="6956280" y="2126016"/>
              <a:ext cx="72000" cy="10800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E9B9CFCD-1E08-8F6A-EA50-B7CE5D9EBBF0}"/>
                  </a:ext>
                </a:extLst>
              </p:cNvPr>
              <p:cNvPicPr/>
              <p:nvPr/>
            </p:nvPicPr>
            <p:blipFill>
              <a:blip r:embed="rId72"/>
              <a:stretch>
                <a:fillRect/>
              </a:stretch>
            </p:blipFill>
            <p:spPr>
              <a:xfrm>
                <a:off x="6951960" y="2121696"/>
                <a:ext cx="80640" cy="11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3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9D0766F2-0E93-8495-7965-9247B711C9D7}"/>
                  </a:ext>
                </a:extLst>
              </p14:cNvPr>
              <p14:cNvContentPartPr/>
              <p14:nvPr/>
            </p14:nvContentPartPr>
            <p14:xfrm>
              <a:off x="7065720" y="2131416"/>
              <a:ext cx="132480" cy="6228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9D0766F2-0E93-8495-7965-9247B711C9D7}"/>
                  </a:ext>
                </a:extLst>
              </p:cNvPr>
              <p:cNvPicPr/>
              <p:nvPr/>
            </p:nvPicPr>
            <p:blipFill>
              <a:blip r:embed="rId74"/>
              <a:stretch>
                <a:fillRect/>
              </a:stretch>
            </p:blipFill>
            <p:spPr>
              <a:xfrm>
                <a:off x="7061400" y="2127096"/>
                <a:ext cx="141120" cy="7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5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E657CAE3-CB27-AFF0-5D37-9C5E4F200DB4}"/>
                  </a:ext>
                </a:extLst>
              </p14:cNvPr>
              <p14:cNvContentPartPr/>
              <p14:nvPr/>
            </p14:nvContentPartPr>
            <p14:xfrm>
              <a:off x="7197840" y="2114856"/>
              <a:ext cx="173880" cy="7524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E657CAE3-CB27-AFF0-5D37-9C5E4F200DB4}"/>
                  </a:ext>
                </a:extLst>
              </p:cNvPr>
              <p:cNvPicPr/>
              <p:nvPr/>
            </p:nvPicPr>
            <p:blipFill>
              <a:blip r:embed="rId76"/>
              <a:stretch>
                <a:fillRect/>
              </a:stretch>
            </p:blipFill>
            <p:spPr>
              <a:xfrm>
                <a:off x="7193520" y="2110536"/>
                <a:ext cx="182520" cy="8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7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CB8D7721-0BB8-A769-AAE6-01E294F251E2}"/>
                  </a:ext>
                </a:extLst>
              </p14:cNvPr>
              <p14:cNvContentPartPr/>
              <p14:nvPr/>
            </p14:nvContentPartPr>
            <p14:xfrm>
              <a:off x="7444800" y="2065896"/>
              <a:ext cx="32040" cy="146160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CB8D7721-0BB8-A769-AAE6-01E294F251E2}"/>
                  </a:ext>
                </a:extLst>
              </p:cNvPr>
              <p:cNvPicPr/>
              <p:nvPr/>
            </p:nvPicPr>
            <p:blipFill>
              <a:blip r:embed="rId78"/>
              <a:stretch>
                <a:fillRect/>
              </a:stretch>
            </p:blipFill>
            <p:spPr>
              <a:xfrm>
                <a:off x="7440480" y="2061576"/>
                <a:ext cx="40680" cy="15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9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388E257A-70B8-E11D-8AC7-A7BFED8B5150}"/>
                  </a:ext>
                </a:extLst>
              </p14:cNvPr>
              <p14:cNvContentPartPr/>
              <p14:nvPr/>
            </p14:nvContentPartPr>
            <p14:xfrm>
              <a:off x="7422120" y="2146896"/>
              <a:ext cx="92880" cy="11880"/>
            </p14:xfrm>
          </p:contentPart>
        </mc:Choice>
        <mc:Fallback xmlns=""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388E257A-70B8-E11D-8AC7-A7BFED8B5150}"/>
                  </a:ext>
                </a:extLst>
              </p:cNvPr>
              <p:cNvPicPr/>
              <p:nvPr/>
            </p:nvPicPr>
            <p:blipFill>
              <a:blip r:embed="rId80"/>
              <a:stretch>
                <a:fillRect/>
              </a:stretch>
            </p:blipFill>
            <p:spPr>
              <a:xfrm>
                <a:off x="7417800" y="2142576"/>
                <a:ext cx="101520" cy="2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1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E8F3FED7-7603-368F-3689-BA0622A9ACD8}"/>
                  </a:ext>
                </a:extLst>
              </p14:cNvPr>
              <p14:cNvContentPartPr/>
              <p14:nvPr/>
            </p14:nvContentPartPr>
            <p14:xfrm>
              <a:off x="8290440" y="2595456"/>
              <a:ext cx="164520" cy="145080"/>
            </p14:xfrm>
          </p:contentPart>
        </mc:Choice>
        <mc:Fallback xmlns=""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E8F3FED7-7603-368F-3689-BA0622A9ACD8}"/>
                  </a:ext>
                </a:extLst>
              </p:cNvPr>
              <p:cNvPicPr/>
              <p:nvPr/>
            </p:nvPicPr>
            <p:blipFill>
              <a:blip r:embed="rId82"/>
              <a:stretch>
                <a:fillRect/>
              </a:stretch>
            </p:blipFill>
            <p:spPr>
              <a:xfrm>
                <a:off x="8286120" y="2591136"/>
                <a:ext cx="173160" cy="15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3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85114D17-7CD1-CBBB-E295-2E5C392B121C}"/>
                  </a:ext>
                </a:extLst>
              </p14:cNvPr>
              <p14:cNvContentPartPr/>
              <p14:nvPr/>
            </p14:nvContentPartPr>
            <p14:xfrm>
              <a:off x="8501760" y="2486376"/>
              <a:ext cx="29520" cy="185040"/>
            </p14:xfrm>
          </p:contentPart>
        </mc:Choice>
        <mc:Fallback xmlns=""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85114D17-7CD1-CBBB-E295-2E5C392B121C}"/>
                  </a:ext>
                </a:extLst>
              </p:cNvPr>
              <p:cNvPicPr/>
              <p:nvPr/>
            </p:nvPicPr>
            <p:blipFill>
              <a:blip r:embed="rId84"/>
              <a:stretch>
                <a:fillRect/>
              </a:stretch>
            </p:blipFill>
            <p:spPr>
              <a:xfrm>
                <a:off x="8497440" y="2482056"/>
                <a:ext cx="38160" cy="19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5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98B81B06-3A01-BAE4-1717-C07CED138AAC}"/>
                  </a:ext>
                </a:extLst>
              </p14:cNvPr>
              <p14:cNvContentPartPr/>
              <p14:nvPr/>
            </p14:nvContentPartPr>
            <p14:xfrm>
              <a:off x="8549280" y="2568816"/>
              <a:ext cx="76680" cy="110520"/>
            </p14:xfrm>
          </p:contentPart>
        </mc:Choice>
        <mc:Fallback xmlns=""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98B81B06-3A01-BAE4-1717-C07CED138AAC}"/>
                  </a:ext>
                </a:extLst>
              </p:cNvPr>
              <p:cNvPicPr/>
              <p:nvPr/>
            </p:nvPicPr>
            <p:blipFill>
              <a:blip r:embed="rId86"/>
              <a:stretch>
                <a:fillRect/>
              </a:stretch>
            </p:blipFill>
            <p:spPr>
              <a:xfrm>
                <a:off x="8544960" y="2564496"/>
                <a:ext cx="85320" cy="11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7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41CD0A5A-5812-6DB0-7FFE-58B73DBC0582}"/>
                  </a:ext>
                </a:extLst>
              </p14:cNvPr>
              <p14:cNvContentPartPr/>
              <p14:nvPr/>
            </p14:nvContentPartPr>
            <p14:xfrm>
              <a:off x="8669160" y="2607696"/>
              <a:ext cx="201240" cy="86760"/>
            </p14:xfrm>
          </p:contentPart>
        </mc:Choice>
        <mc:Fallback xmlns=""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41CD0A5A-5812-6DB0-7FFE-58B73DBC0582}"/>
                  </a:ext>
                </a:extLst>
              </p:cNvPr>
              <p:cNvPicPr/>
              <p:nvPr/>
            </p:nvPicPr>
            <p:blipFill>
              <a:blip r:embed="rId88"/>
              <a:stretch>
                <a:fillRect/>
              </a:stretch>
            </p:blipFill>
            <p:spPr>
              <a:xfrm>
                <a:off x="8664840" y="2603376"/>
                <a:ext cx="209880" cy="9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9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BB0AFDC8-8C12-E77A-1565-37F42AE4C1AA}"/>
                  </a:ext>
                </a:extLst>
              </p14:cNvPr>
              <p14:cNvContentPartPr/>
              <p14:nvPr/>
            </p14:nvContentPartPr>
            <p14:xfrm>
              <a:off x="8863200" y="2592576"/>
              <a:ext cx="201240" cy="121680"/>
            </p14:xfrm>
          </p:contentPart>
        </mc:Choice>
        <mc:Fallback xmlns=""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BB0AFDC8-8C12-E77A-1565-37F42AE4C1AA}"/>
                  </a:ext>
                </a:extLst>
              </p:cNvPr>
              <p:cNvPicPr/>
              <p:nvPr/>
            </p:nvPicPr>
            <p:blipFill>
              <a:blip r:embed="rId90"/>
              <a:stretch>
                <a:fillRect/>
              </a:stretch>
            </p:blipFill>
            <p:spPr>
              <a:xfrm>
                <a:off x="8858880" y="2588256"/>
                <a:ext cx="209880" cy="13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1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AF9ED727-E07C-6971-001A-023DD6C2CDCA}"/>
                  </a:ext>
                </a:extLst>
              </p14:cNvPr>
              <p14:cNvContentPartPr/>
              <p14:nvPr/>
            </p14:nvContentPartPr>
            <p14:xfrm>
              <a:off x="9102960" y="2538216"/>
              <a:ext cx="12240" cy="100800"/>
            </p14:xfrm>
          </p:contentPart>
        </mc:Choice>
        <mc:Fallback xmlns=""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AF9ED727-E07C-6971-001A-023DD6C2CDCA}"/>
                  </a:ext>
                </a:extLst>
              </p:cNvPr>
              <p:cNvPicPr/>
              <p:nvPr/>
            </p:nvPicPr>
            <p:blipFill>
              <a:blip r:embed="rId92"/>
              <a:stretch>
                <a:fillRect/>
              </a:stretch>
            </p:blipFill>
            <p:spPr>
              <a:xfrm>
                <a:off x="9098640" y="2533896"/>
                <a:ext cx="20880" cy="10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3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C4EDC976-A441-0922-C525-50D0B31C63DE}"/>
                  </a:ext>
                </a:extLst>
              </p14:cNvPr>
              <p14:cNvContentPartPr/>
              <p14:nvPr/>
            </p14:nvContentPartPr>
            <p14:xfrm>
              <a:off x="9068760" y="2560176"/>
              <a:ext cx="155160" cy="18720"/>
            </p14:xfrm>
          </p:contentPart>
        </mc:Choice>
        <mc:Fallback xmlns=""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C4EDC976-A441-0922-C525-50D0B31C63DE}"/>
                  </a:ext>
                </a:extLst>
              </p:cNvPr>
              <p:cNvPicPr/>
              <p:nvPr/>
            </p:nvPicPr>
            <p:blipFill>
              <a:blip r:embed="rId94"/>
              <a:stretch>
                <a:fillRect/>
              </a:stretch>
            </p:blipFill>
            <p:spPr>
              <a:xfrm>
                <a:off x="9064440" y="2555856"/>
                <a:ext cx="163800" cy="2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5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44DDF385-809E-0094-DFD6-BF1825DFA753}"/>
                  </a:ext>
                </a:extLst>
              </p14:cNvPr>
              <p14:cNvContentPartPr/>
              <p14:nvPr/>
            </p14:nvContentPartPr>
            <p14:xfrm>
              <a:off x="10216440" y="2587896"/>
              <a:ext cx="206280" cy="243000"/>
            </p14:xfrm>
          </p:contentPart>
        </mc:Choice>
        <mc:Fallback xmlns=""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44DDF385-809E-0094-DFD6-BF1825DFA753}"/>
                  </a:ext>
                </a:extLst>
              </p:cNvPr>
              <p:cNvPicPr/>
              <p:nvPr/>
            </p:nvPicPr>
            <p:blipFill>
              <a:blip r:embed="rId96"/>
              <a:stretch>
                <a:fillRect/>
              </a:stretch>
            </p:blipFill>
            <p:spPr>
              <a:xfrm>
                <a:off x="10212120" y="2583576"/>
                <a:ext cx="214920" cy="25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7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AA328D1A-8EB6-C873-0016-4C1154E2B518}"/>
                  </a:ext>
                </a:extLst>
              </p14:cNvPr>
              <p14:cNvContentPartPr/>
              <p14:nvPr/>
            </p14:nvContentPartPr>
            <p14:xfrm>
              <a:off x="10439280" y="2712816"/>
              <a:ext cx="399240" cy="129600"/>
            </p14:xfrm>
          </p:contentPart>
        </mc:Choice>
        <mc:Fallback xmlns=""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AA328D1A-8EB6-C873-0016-4C1154E2B518}"/>
                  </a:ext>
                </a:extLst>
              </p:cNvPr>
              <p:cNvPicPr/>
              <p:nvPr/>
            </p:nvPicPr>
            <p:blipFill>
              <a:blip r:embed="rId98"/>
              <a:stretch>
                <a:fillRect/>
              </a:stretch>
            </p:blipFill>
            <p:spPr>
              <a:xfrm>
                <a:off x="10434960" y="2708496"/>
                <a:ext cx="407880" cy="13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9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CE196B5E-5D05-720B-37BC-FED111E082A5}"/>
                  </a:ext>
                </a:extLst>
              </p14:cNvPr>
              <p14:cNvContentPartPr/>
              <p14:nvPr/>
            </p14:nvContentPartPr>
            <p14:xfrm>
              <a:off x="10853280" y="2684736"/>
              <a:ext cx="262800" cy="95040"/>
            </p14:xfrm>
          </p:contentPart>
        </mc:Choice>
        <mc:Fallback xmlns=""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CE196B5E-5D05-720B-37BC-FED111E082A5}"/>
                  </a:ext>
                </a:extLst>
              </p:cNvPr>
              <p:cNvPicPr/>
              <p:nvPr/>
            </p:nvPicPr>
            <p:blipFill>
              <a:blip r:embed="rId100"/>
              <a:stretch>
                <a:fillRect/>
              </a:stretch>
            </p:blipFill>
            <p:spPr>
              <a:xfrm>
                <a:off x="10848960" y="2680416"/>
                <a:ext cx="271440" cy="10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1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DC9C5912-0A29-BE08-B40E-AE7B9B6997DE}"/>
                  </a:ext>
                </a:extLst>
              </p14:cNvPr>
              <p14:cNvContentPartPr/>
              <p14:nvPr/>
            </p14:nvContentPartPr>
            <p14:xfrm>
              <a:off x="11149920" y="2610936"/>
              <a:ext cx="92880" cy="141120"/>
            </p14:xfrm>
          </p:contentPart>
        </mc:Choice>
        <mc:Fallback xmlns=""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DC9C5912-0A29-BE08-B40E-AE7B9B6997DE}"/>
                  </a:ext>
                </a:extLst>
              </p:cNvPr>
              <p:cNvPicPr/>
              <p:nvPr/>
            </p:nvPicPr>
            <p:blipFill>
              <a:blip r:embed="rId102"/>
              <a:stretch>
                <a:fillRect/>
              </a:stretch>
            </p:blipFill>
            <p:spPr>
              <a:xfrm>
                <a:off x="11145600" y="2606616"/>
                <a:ext cx="101520" cy="14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3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8A991809-2056-BE56-A677-6FD8C8B949C1}"/>
                  </a:ext>
                </a:extLst>
              </p14:cNvPr>
              <p14:cNvContentPartPr/>
              <p14:nvPr/>
            </p14:nvContentPartPr>
            <p14:xfrm>
              <a:off x="11085480" y="2655936"/>
              <a:ext cx="173520" cy="18720"/>
            </p14:xfrm>
          </p:contentPart>
        </mc:Choice>
        <mc:Fallback xmlns=""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8A991809-2056-BE56-A677-6FD8C8B949C1}"/>
                  </a:ext>
                </a:extLst>
              </p:cNvPr>
              <p:cNvPicPr/>
              <p:nvPr/>
            </p:nvPicPr>
            <p:blipFill>
              <a:blip r:embed="rId104"/>
              <a:stretch>
                <a:fillRect/>
              </a:stretch>
            </p:blipFill>
            <p:spPr>
              <a:xfrm>
                <a:off x="11081160" y="2651616"/>
                <a:ext cx="182160" cy="2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5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1C98857A-EE16-92EB-E755-00A055716FE4}"/>
                  </a:ext>
                </a:extLst>
              </p14:cNvPr>
              <p14:cNvContentPartPr/>
              <p14:nvPr/>
            </p14:nvContentPartPr>
            <p14:xfrm>
              <a:off x="6417000" y="3395016"/>
              <a:ext cx="118080" cy="108000"/>
            </p14:xfrm>
          </p:contentPart>
        </mc:Choice>
        <mc:Fallback xmlns=""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1C98857A-EE16-92EB-E755-00A055716FE4}"/>
                  </a:ext>
                </a:extLst>
              </p:cNvPr>
              <p:cNvPicPr/>
              <p:nvPr/>
            </p:nvPicPr>
            <p:blipFill>
              <a:blip r:embed="rId106"/>
              <a:stretch>
                <a:fillRect/>
              </a:stretch>
            </p:blipFill>
            <p:spPr>
              <a:xfrm>
                <a:off x="6412680" y="3390696"/>
                <a:ext cx="126720" cy="11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7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40043AE3-5FB2-91A2-379D-AF8C92698BCE}"/>
                  </a:ext>
                </a:extLst>
              </p14:cNvPr>
              <p14:cNvContentPartPr/>
              <p14:nvPr/>
            </p14:nvContentPartPr>
            <p14:xfrm>
              <a:off x="6596640" y="3397176"/>
              <a:ext cx="71280" cy="104400"/>
            </p14:xfrm>
          </p:contentPart>
        </mc:Choice>
        <mc:Fallback xmlns=""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40043AE3-5FB2-91A2-379D-AF8C92698BCE}"/>
                  </a:ext>
                </a:extLst>
              </p:cNvPr>
              <p:cNvPicPr/>
              <p:nvPr/>
            </p:nvPicPr>
            <p:blipFill>
              <a:blip r:embed="rId108"/>
              <a:stretch>
                <a:fillRect/>
              </a:stretch>
            </p:blipFill>
            <p:spPr>
              <a:xfrm>
                <a:off x="6592320" y="3392856"/>
                <a:ext cx="79920" cy="11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9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B59490A8-79FC-3B0B-5ABA-AB62077EB4E5}"/>
                  </a:ext>
                </a:extLst>
              </p14:cNvPr>
              <p14:cNvContentPartPr/>
              <p14:nvPr/>
            </p14:nvContentPartPr>
            <p14:xfrm>
              <a:off x="6707520" y="3378456"/>
              <a:ext cx="66600" cy="90000"/>
            </p14:xfrm>
          </p:contentPart>
        </mc:Choice>
        <mc:Fallback xmlns=""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B59490A8-79FC-3B0B-5ABA-AB62077EB4E5}"/>
                  </a:ext>
                </a:extLst>
              </p:cNvPr>
              <p:cNvPicPr/>
              <p:nvPr/>
            </p:nvPicPr>
            <p:blipFill>
              <a:blip r:embed="rId110"/>
              <a:stretch>
                <a:fillRect/>
              </a:stretch>
            </p:blipFill>
            <p:spPr>
              <a:xfrm>
                <a:off x="6703200" y="3374136"/>
                <a:ext cx="75240" cy="9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1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6382D4F2-3F18-53DA-B617-B3DD1367EF6A}"/>
                  </a:ext>
                </a:extLst>
              </p14:cNvPr>
              <p14:cNvContentPartPr/>
              <p14:nvPr/>
            </p14:nvContentPartPr>
            <p14:xfrm>
              <a:off x="6922800" y="3265776"/>
              <a:ext cx="67320" cy="165960"/>
            </p14:xfrm>
          </p:contentPart>
        </mc:Choice>
        <mc:Fallback xmlns=""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6382D4F2-3F18-53DA-B617-B3DD1367EF6A}"/>
                  </a:ext>
                </a:extLst>
              </p:cNvPr>
              <p:cNvPicPr/>
              <p:nvPr/>
            </p:nvPicPr>
            <p:blipFill>
              <a:blip r:embed="rId112"/>
              <a:stretch>
                <a:fillRect/>
              </a:stretch>
            </p:blipFill>
            <p:spPr>
              <a:xfrm>
                <a:off x="6918480" y="3261456"/>
                <a:ext cx="75960" cy="17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3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60032FC1-09BB-DEA0-DFED-980790219AE5}"/>
                  </a:ext>
                </a:extLst>
              </p14:cNvPr>
              <p14:cNvContentPartPr/>
              <p14:nvPr/>
            </p14:nvContentPartPr>
            <p14:xfrm>
              <a:off x="6890760" y="3367296"/>
              <a:ext cx="138960" cy="15480"/>
            </p14:xfrm>
          </p:contentPart>
        </mc:Choice>
        <mc:Fallback xmlns=""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60032FC1-09BB-DEA0-DFED-980790219AE5}"/>
                  </a:ext>
                </a:extLst>
              </p:cNvPr>
              <p:cNvPicPr/>
              <p:nvPr/>
            </p:nvPicPr>
            <p:blipFill>
              <a:blip r:embed="rId114"/>
              <a:stretch>
                <a:fillRect/>
              </a:stretch>
            </p:blipFill>
            <p:spPr>
              <a:xfrm>
                <a:off x="6886440" y="3362976"/>
                <a:ext cx="147600" cy="2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5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BD4BA22A-FBBA-6091-36E2-5031A7533FF9}"/>
                  </a:ext>
                </a:extLst>
              </p14:cNvPr>
              <p14:cNvContentPartPr/>
              <p14:nvPr/>
            </p14:nvContentPartPr>
            <p14:xfrm>
              <a:off x="7127640" y="3358296"/>
              <a:ext cx="91080" cy="287280"/>
            </p14:xfrm>
          </p:contentPart>
        </mc:Choice>
        <mc:Fallback xmlns=""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BD4BA22A-FBBA-6091-36E2-5031A7533FF9}"/>
                  </a:ext>
                </a:extLst>
              </p:cNvPr>
              <p:cNvPicPr/>
              <p:nvPr/>
            </p:nvPicPr>
            <p:blipFill>
              <a:blip r:embed="rId116"/>
              <a:stretch>
                <a:fillRect/>
              </a:stretch>
            </p:blipFill>
            <p:spPr>
              <a:xfrm>
                <a:off x="7123320" y="3353976"/>
                <a:ext cx="99720" cy="29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7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600E291B-0993-7024-DB7A-2D6E96C29651}"/>
                  </a:ext>
                </a:extLst>
              </p14:cNvPr>
              <p14:cNvContentPartPr/>
              <p14:nvPr/>
            </p14:nvContentPartPr>
            <p14:xfrm>
              <a:off x="7130880" y="3599496"/>
              <a:ext cx="104400" cy="57960"/>
            </p14:xfrm>
          </p:contentPart>
        </mc:Choice>
        <mc:Fallback xmlns=""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600E291B-0993-7024-DB7A-2D6E96C29651}"/>
                  </a:ext>
                </a:extLst>
              </p:cNvPr>
              <p:cNvPicPr/>
              <p:nvPr/>
            </p:nvPicPr>
            <p:blipFill>
              <a:blip r:embed="rId118"/>
              <a:stretch>
                <a:fillRect/>
              </a:stretch>
            </p:blipFill>
            <p:spPr>
              <a:xfrm>
                <a:off x="7126560" y="3595176"/>
                <a:ext cx="113040" cy="6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9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4D1519AE-3D87-C0A0-53BE-DE48B0BDBBBB}"/>
                  </a:ext>
                </a:extLst>
              </p14:cNvPr>
              <p14:cNvContentPartPr/>
              <p14:nvPr/>
            </p14:nvContentPartPr>
            <p14:xfrm>
              <a:off x="7197120" y="3553416"/>
              <a:ext cx="121320" cy="135000"/>
            </p14:xfrm>
          </p:contentPart>
        </mc:Choice>
        <mc:Fallback xmlns=""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4D1519AE-3D87-C0A0-53BE-DE48B0BDBBBB}"/>
                  </a:ext>
                </a:extLst>
              </p:cNvPr>
              <p:cNvPicPr/>
              <p:nvPr/>
            </p:nvPicPr>
            <p:blipFill>
              <a:blip r:embed="rId120"/>
              <a:stretch>
                <a:fillRect/>
              </a:stretch>
            </p:blipFill>
            <p:spPr>
              <a:xfrm>
                <a:off x="7192800" y="3549096"/>
                <a:ext cx="129960" cy="14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1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22229AFE-7C0E-37CC-80FD-FF6762734DD8}"/>
                  </a:ext>
                </a:extLst>
              </p14:cNvPr>
              <p14:cNvContentPartPr/>
              <p14:nvPr/>
            </p14:nvContentPartPr>
            <p14:xfrm>
              <a:off x="7050240" y="3658176"/>
              <a:ext cx="364320" cy="369360"/>
            </p14:xfrm>
          </p:contentPart>
        </mc:Choice>
        <mc:Fallback xmlns=""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22229AFE-7C0E-37CC-80FD-FF6762734DD8}"/>
                  </a:ext>
                </a:extLst>
              </p:cNvPr>
              <p:cNvPicPr/>
              <p:nvPr/>
            </p:nvPicPr>
            <p:blipFill>
              <a:blip r:embed="rId122"/>
              <a:stretch>
                <a:fillRect/>
              </a:stretch>
            </p:blipFill>
            <p:spPr>
              <a:xfrm>
                <a:off x="7045920" y="3653856"/>
                <a:ext cx="372960" cy="37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3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A2AF1B26-882D-4BD2-077D-93F3AF69103A}"/>
                  </a:ext>
                </a:extLst>
              </p14:cNvPr>
              <p14:cNvContentPartPr/>
              <p14:nvPr/>
            </p14:nvContentPartPr>
            <p14:xfrm>
              <a:off x="6773400" y="4010616"/>
              <a:ext cx="353160" cy="503280"/>
            </p14:xfrm>
          </p:contentPart>
        </mc:Choice>
        <mc:Fallback xmlns=""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A2AF1B26-882D-4BD2-077D-93F3AF69103A}"/>
                  </a:ext>
                </a:extLst>
              </p:cNvPr>
              <p:cNvPicPr/>
              <p:nvPr/>
            </p:nvPicPr>
            <p:blipFill>
              <a:blip r:embed="rId124"/>
              <a:stretch>
                <a:fillRect/>
              </a:stretch>
            </p:blipFill>
            <p:spPr>
              <a:xfrm>
                <a:off x="6769080" y="4006296"/>
                <a:ext cx="361800" cy="51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5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14C94C20-F9EE-B864-AAC0-4FFAB803106D}"/>
                  </a:ext>
                </a:extLst>
              </p14:cNvPr>
              <p14:cNvContentPartPr/>
              <p14:nvPr/>
            </p14:nvContentPartPr>
            <p14:xfrm>
              <a:off x="6497640" y="4432176"/>
              <a:ext cx="401040" cy="467640"/>
            </p14:xfrm>
          </p:contentPart>
        </mc:Choice>
        <mc:Fallback xmlns=""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14C94C20-F9EE-B864-AAC0-4FFAB803106D}"/>
                  </a:ext>
                </a:extLst>
              </p:cNvPr>
              <p:cNvPicPr/>
              <p:nvPr/>
            </p:nvPicPr>
            <p:blipFill>
              <a:blip r:embed="rId126"/>
              <a:stretch>
                <a:fillRect/>
              </a:stretch>
            </p:blipFill>
            <p:spPr>
              <a:xfrm>
                <a:off x="6493320" y="4427856"/>
                <a:ext cx="409680" cy="47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7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C968DC00-F27A-C573-A411-230E23975B1B}"/>
                  </a:ext>
                </a:extLst>
              </p14:cNvPr>
              <p14:cNvContentPartPr/>
              <p14:nvPr/>
            </p14:nvContentPartPr>
            <p14:xfrm>
              <a:off x="7295040" y="3991536"/>
              <a:ext cx="303120" cy="539280"/>
            </p14:xfrm>
          </p:contentPart>
        </mc:Choice>
        <mc:Fallback xmlns=""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C968DC00-F27A-C573-A411-230E23975B1B}"/>
                  </a:ext>
                </a:extLst>
              </p:cNvPr>
              <p:cNvPicPr/>
              <p:nvPr/>
            </p:nvPicPr>
            <p:blipFill>
              <a:blip r:embed="rId128"/>
              <a:stretch>
                <a:fillRect/>
              </a:stretch>
            </p:blipFill>
            <p:spPr>
              <a:xfrm>
                <a:off x="7290720" y="3987216"/>
                <a:ext cx="311760" cy="54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9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1F7CD5FE-6505-32CF-4878-627FE380A1C3}"/>
                  </a:ext>
                </a:extLst>
              </p14:cNvPr>
              <p14:cNvContentPartPr/>
              <p14:nvPr/>
            </p14:nvContentPartPr>
            <p14:xfrm>
              <a:off x="7408080" y="4483656"/>
              <a:ext cx="398520" cy="374760"/>
            </p14:xfrm>
          </p:contentPart>
        </mc:Choice>
        <mc:Fallback xmlns=""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1F7CD5FE-6505-32CF-4878-627FE380A1C3}"/>
                  </a:ext>
                </a:extLst>
              </p:cNvPr>
              <p:cNvPicPr/>
              <p:nvPr/>
            </p:nvPicPr>
            <p:blipFill>
              <a:blip r:embed="rId130"/>
              <a:stretch>
                <a:fillRect/>
              </a:stretch>
            </p:blipFill>
            <p:spPr>
              <a:xfrm>
                <a:off x="7403760" y="4479336"/>
                <a:ext cx="407160" cy="38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1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4598D15B-C127-7F01-A8E2-03565E39DFF2}"/>
                  </a:ext>
                </a:extLst>
              </p14:cNvPr>
              <p14:cNvContentPartPr/>
              <p14:nvPr/>
            </p14:nvContentPartPr>
            <p14:xfrm>
              <a:off x="9425376" y="3134824"/>
              <a:ext cx="118080" cy="108000"/>
            </p14:xfrm>
          </p:contentPart>
        </mc:Choice>
        <mc:Fallback xmlns=""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4598D15B-C127-7F01-A8E2-03565E39DFF2}"/>
                  </a:ext>
                </a:extLst>
              </p:cNvPr>
              <p:cNvPicPr/>
              <p:nvPr/>
            </p:nvPicPr>
            <p:blipFill>
              <a:blip r:embed="rId106"/>
              <a:stretch>
                <a:fillRect/>
              </a:stretch>
            </p:blipFill>
            <p:spPr>
              <a:xfrm>
                <a:off x="9421056" y="3130504"/>
                <a:ext cx="126720" cy="11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2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B1D33DDC-EC28-C4DE-584F-73D289CF8E1B}"/>
                  </a:ext>
                </a:extLst>
              </p14:cNvPr>
              <p14:cNvContentPartPr/>
              <p14:nvPr/>
            </p14:nvContentPartPr>
            <p14:xfrm>
              <a:off x="9605016" y="3136984"/>
              <a:ext cx="71280" cy="104400"/>
            </p14:xfrm>
          </p:contentPart>
        </mc:Choice>
        <mc:Fallback xmlns=""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B1D33DDC-EC28-C4DE-584F-73D289CF8E1B}"/>
                  </a:ext>
                </a:extLst>
              </p:cNvPr>
              <p:cNvPicPr/>
              <p:nvPr/>
            </p:nvPicPr>
            <p:blipFill>
              <a:blip r:embed="rId108"/>
              <a:stretch>
                <a:fillRect/>
              </a:stretch>
            </p:blipFill>
            <p:spPr>
              <a:xfrm>
                <a:off x="9600696" y="3132664"/>
                <a:ext cx="79920" cy="11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3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9E1BD94C-50BE-D797-D60E-C90212533755}"/>
                  </a:ext>
                </a:extLst>
              </p14:cNvPr>
              <p14:cNvContentPartPr/>
              <p14:nvPr/>
            </p14:nvContentPartPr>
            <p14:xfrm>
              <a:off x="9715896" y="3118264"/>
              <a:ext cx="66600" cy="90000"/>
            </p14:xfrm>
          </p:contentPart>
        </mc:Choice>
        <mc:Fallback xmlns=""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9E1BD94C-50BE-D797-D60E-C90212533755}"/>
                  </a:ext>
                </a:extLst>
              </p:cNvPr>
              <p:cNvPicPr/>
              <p:nvPr/>
            </p:nvPicPr>
            <p:blipFill>
              <a:blip r:embed="rId110"/>
              <a:stretch>
                <a:fillRect/>
              </a:stretch>
            </p:blipFill>
            <p:spPr>
              <a:xfrm>
                <a:off x="9711576" y="3113944"/>
                <a:ext cx="75240" cy="9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4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817B24FC-1350-DB5B-6161-5F8DBC05664D}"/>
                  </a:ext>
                </a:extLst>
              </p14:cNvPr>
              <p14:cNvContentPartPr/>
              <p14:nvPr/>
            </p14:nvContentPartPr>
            <p14:xfrm>
              <a:off x="9931176" y="3005584"/>
              <a:ext cx="67320" cy="165960"/>
            </p14:xfrm>
          </p:contentPart>
        </mc:Choice>
        <mc:Fallback xmlns=""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817B24FC-1350-DB5B-6161-5F8DBC05664D}"/>
                  </a:ext>
                </a:extLst>
              </p:cNvPr>
              <p:cNvPicPr/>
              <p:nvPr/>
            </p:nvPicPr>
            <p:blipFill>
              <a:blip r:embed="rId112"/>
              <a:stretch>
                <a:fillRect/>
              </a:stretch>
            </p:blipFill>
            <p:spPr>
              <a:xfrm>
                <a:off x="9926856" y="3001264"/>
                <a:ext cx="75960" cy="17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5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5C2A75B2-C308-BB10-37F8-8AA6A9A1824E}"/>
                  </a:ext>
                </a:extLst>
              </p14:cNvPr>
              <p14:cNvContentPartPr/>
              <p14:nvPr/>
            </p14:nvContentPartPr>
            <p14:xfrm>
              <a:off x="9899136" y="3107104"/>
              <a:ext cx="138960" cy="15480"/>
            </p14:xfrm>
          </p:contentPart>
        </mc:Choice>
        <mc:Fallback xmlns=""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5C2A75B2-C308-BB10-37F8-8AA6A9A1824E}"/>
                  </a:ext>
                </a:extLst>
              </p:cNvPr>
              <p:cNvPicPr/>
              <p:nvPr/>
            </p:nvPicPr>
            <p:blipFill>
              <a:blip r:embed="rId114"/>
              <a:stretch>
                <a:fillRect/>
              </a:stretch>
            </p:blipFill>
            <p:spPr>
              <a:xfrm>
                <a:off x="9894816" y="3102784"/>
                <a:ext cx="147600" cy="2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6">
            <p14:nvContentPartPr>
              <p14:cNvPr id="73" name="Ink 72">
                <a:extLst>
                  <a:ext uri="{FF2B5EF4-FFF2-40B4-BE49-F238E27FC236}">
                    <a16:creationId xmlns:a16="http://schemas.microsoft.com/office/drawing/2014/main" id="{0C9BD8C1-5213-C34A-354F-AE4F384CF7BF}"/>
                  </a:ext>
                </a:extLst>
              </p14:cNvPr>
              <p14:cNvContentPartPr/>
              <p14:nvPr/>
            </p14:nvContentPartPr>
            <p14:xfrm>
              <a:off x="10136016" y="3098104"/>
              <a:ext cx="91080" cy="287280"/>
            </p14:xfrm>
          </p:contentPart>
        </mc:Choice>
        <mc:Fallback xmlns="">
          <p:pic>
            <p:nvPicPr>
              <p:cNvPr id="73" name="Ink 72">
                <a:extLst>
                  <a:ext uri="{FF2B5EF4-FFF2-40B4-BE49-F238E27FC236}">
                    <a16:creationId xmlns:a16="http://schemas.microsoft.com/office/drawing/2014/main" id="{0C9BD8C1-5213-C34A-354F-AE4F384CF7BF}"/>
                  </a:ext>
                </a:extLst>
              </p:cNvPr>
              <p:cNvPicPr/>
              <p:nvPr/>
            </p:nvPicPr>
            <p:blipFill>
              <a:blip r:embed="rId116"/>
              <a:stretch>
                <a:fillRect/>
              </a:stretch>
            </p:blipFill>
            <p:spPr>
              <a:xfrm>
                <a:off x="10131696" y="3093784"/>
                <a:ext cx="99720" cy="29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7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597A68E4-316B-9412-5DA6-80872F844DD4}"/>
                  </a:ext>
                </a:extLst>
              </p14:cNvPr>
              <p14:cNvContentPartPr/>
              <p14:nvPr/>
            </p14:nvContentPartPr>
            <p14:xfrm>
              <a:off x="10139256" y="3339304"/>
              <a:ext cx="104400" cy="57960"/>
            </p14:xfrm>
          </p:contentPart>
        </mc:Choice>
        <mc:Fallback xmlns=""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597A68E4-316B-9412-5DA6-80872F844DD4}"/>
                  </a:ext>
                </a:extLst>
              </p:cNvPr>
              <p:cNvPicPr/>
              <p:nvPr/>
            </p:nvPicPr>
            <p:blipFill>
              <a:blip r:embed="rId118"/>
              <a:stretch>
                <a:fillRect/>
              </a:stretch>
            </p:blipFill>
            <p:spPr>
              <a:xfrm>
                <a:off x="10134936" y="3334984"/>
                <a:ext cx="113040" cy="6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8">
            <p14:nvContentPartPr>
              <p14:cNvPr id="75" name="Ink 74">
                <a:extLst>
                  <a:ext uri="{FF2B5EF4-FFF2-40B4-BE49-F238E27FC236}">
                    <a16:creationId xmlns:a16="http://schemas.microsoft.com/office/drawing/2014/main" id="{DA6FAC0D-8BDB-FF77-7520-36C5A54CD929}"/>
                  </a:ext>
                </a:extLst>
              </p14:cNvPr>
              <p14:cNvContentPartPr/>
              <p14:nvPr/>
            </p14:nvContentPartPr>
            <p14:xfrm>
              <a:off x="10205496" y="3293224"/>
              <a:ext cx="121320" cy="135000"/>
            </p14:xfrm>
          </p:contentPart>
        </mc:Choice>
        <mc:Fallback xmlns="">
          <p:pic>
            <p:nvPicPr>
              <p:cNvPr id="75" name="Ink 74">
                <a:extLst>
                  <a:ext uri="{FF2B5EF4-FFF2-40B4-BE49-F238E27FC236}">
                    <a16:creationId xmlns:a16="http://schemas.microsoft.com/office/drawing/2014/main" id="{DA6FAC0D-8BDB-FF77-7520-36C5A54CD929}"/>
                  </a:ext>
                </a:extLst>
              </p:cNvPr>
              <p:cNvPicPr/>
              <p:nvPr/>
            </p:nvPicPr>
            <p:blipFill>
              <a:blip r:embed="rId120"/>
              <a:stretch>
                <a:fillRect/>
              </a:stretch>
            </p:blipFill>
            <p:spPr>
              <a:xfrm>
                <a:off x="10201176" y="3288904"/>
                <a:ext cx="129960" cy="14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9">
            <p14:nvContentPartPr>
              <p14:cNvPr id="76" name="Ink 75">
                <a:extLst>
                  <a:ext uri="{FF2B5EF4-FFF2-40B4-BE49-F238E27FC236}">
                    <a16:creationId xmlns:a16="http://schemas.microsoft.com/office/drawing/2014/main" id="{41502C0A-02FA-3895-0995-6130EF0060FB}"/>
                  </a:ext>
                </a:extLst>
              </p14:cNvPr>
              <p14:cNvContentPartPr/>
              <p14:nvPr/>
            </p14:nvContentPartPr>
            <p14:xfrm>
              <a:off x="10058616" y="3397984"/>
              <a:ext cx="364320" cy="369360"/>
            </p14:xfrm>
          </p:contentPart>
        </mc:Choice>
        <mc:Fallback xmlns="">
          <p:pic>
            <p:nvPicPr>
              <p:cNvPr id="76" name="Ink 75">
                <a:extLst>
                  <a:ext uri="{FF2B5EF4-FFF2-40B4-BE49-F238E27FC236}">
                    <a16:creationId xmlns:a16="http://schemas.microsoft.com/office/drawing/2014/main" id="{41502C0A-02FA-3895-0995-6130EF0060FB}"/>
                  </a:ext>
                </a:extLst>
              </p:cNvPr>
              <p:cNvPicPr/>
              <p:nvPr/>
            </p:nvPicPr>
            <p:blipFill>
              <a:blip r:embed="rId122"/>
              <a:stretch>
                <a:fillRect/>
              </a:stretch>
            </p:blipFill>
            <p:spPr>
              <a:xfrm>
                <a:off x="10054296" y="3393664"/>
                <a:ext cx="372960" cy="37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0">
            <p14:nvContentPartPr>
              <p14:cNvPr id="77" name="Ink 76">
                <a:extLst>
                  <a:ext uri="{FF2B5EF4-FFF2-40B4-BE49-F238E27FC236}">
                    <a16:creationId xmlns:a16="http://schemas.microsoft.com/office/drawing/2014/main" id="{0339C833-079B-49B1-B5B7-21E5620F88ED}"/>
                  </a:ext>
                </a:extLst>
              </p14:cNvPr>
              <p14:cNvContentPartPr/>
              <p14:nvPr/>
            </p14:nvContentPartPr>
            <p14:xfrm>
              <a:off x="9781776" y="3750424"/>
              <a:ext cx="353160" cy="503280"/>
            </p14:xfrm>
          </p:contentPart>
        </mc:Choice>
        <mc:Fallback xmlns="">
          <p:pic>
            <p:nvPicPr>
              <p:cNvPr id="77" name="Ink 76">
                <a:extLst>
                  <a:ext uri="{FF2B5EF4-FFF2-40B4-BE49-F238E27FC236}">
                    <a16:creationId xmlns:a16="http://schemas.microsoft.com/office/drawing/2014/main" id="{0339C833-079B-49B1-B5B7-21E5620F88ED}"/>
                  </a:ext>
                </a:extLst>
              </p:cNvPr>
              <p:cNvPicPr/>
              <p:nvPr/>
            </p:nvPicPr>
            <p:blipFill>
              <a:blip r:embed="rId124"/>
              <a:stretch>
                <a:fillRect/>
              </a:stretch>
            </p:blipFill>
            <p:spPr>
              <a:xfrm>
                <a:off x="9777456" y="3746104"/>
                <a:ext cx="361800" cy="51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1">
            <p14:nvContentPartPr>
              <p14:cNvPr id="78" name="Ink 77">
                <a:extLst>
                  <a:ext uri="{FF2B5EF4-FFF2-40B4-BE49-F238E27FC236}">
                    <a16:creationId xmlns:a16="http://schemas.microsoft.com/office/drawing/2014/main" id="{516DA2BE-2406-6117-318C-9D13FF42D261}"/>
                  </a:ext>
                </a:extLst>
              </p14:cNvPr>
              <p14:cNvContentPartPr/>
              <p14:nvPr/>
            </p14:nvContentPartPr>
            <p14:xfrm>
              <a:off x="9506016" y="4171984"/>
              <a:ext cx="401040" cy="467640"/>
            </p14:xfrm>
          </p:contentPart>
        </mc:Choice>
        <mc:Fallback xmlns="">
          <p:pic>
            <p:nvPicPr>
              <p:cNvPr id="78" name="Ink 77">
                <a:extLst>
                  <a:ext uri="{FF2B5EF4-FFF2-40B4-BE49-F238E27FC236}">
                    <a16:creationId xmlns:a16="http://schemas.microsoft.com/office/drawing/2014/main" id="{516DA2BE-2406-6117-318C-9D13FF42D261}"/>
                  </a:ext>
                </a:extLst>
              </p:cNvPr>
              <p:cNvPicPr/>
              <p:nvPr/>
            </p:nvPicPr>
            <p:blipFill>
              <a:blip r:embed="rId126"/>
              <a:stretch>
                <a:fillRect/>
              </a:stretch>
            </p:blipFill>
            <p:spPr>
              <a:xfrm>
                <a:off x="9501696" y="4167664"/>
                <a:ext cx="409680" cy="47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2">
            <p14:nvContentPartPr>
              <p14:cNvPr id="79" name="Ink 78">
                <a:extLst>
                  <a:ext uri="{FF2B5EF4-FFF2-40B4-BE49-F238E27FC236}">
                    <a16:creationId xmlns:a16="http://schemas.microsoft.com/office/drawing/2014/main" id="{117045A2-9FBD-12F7-1E8D-597081AE6DAB}"/>
                  </a:ext>
                </a:extLst>
              </p14:cNvPr>
              <p14:cNvContentPartPr/>
              <p14:nvPr/>
            </p14:nvContentPartPr>
            <p14:xfrm>
              <a:off x="10303416" y="3731344"/>
              <a:ext cx="303120" cy="539280"/>
            </p14:xfrm>
          </p:contentPart>
        </mc:Choice>
        <mc:Fallback xmlns="">
          <p:pic>
            <p:nvPicPr>
              <p:cNvPr id="79" name="Ink 78">
                <a:extLst>
                  <a:ext uri="{FF2B5EF4-FFF2-40B4-BE49-F238E27FC236}">
                    <a16:creationId xmlns:a16="http://schemas.microsoft.com/office/drawing/2014/main" id="{117045A2-9FBD-12F7-1E8D-597081AE6DAB}"/>
                  </a:ext>
                </a:extLst>
              </p:cNvPr>
              <p:cNvPicPr/>
              <p:nvPr/>
            </p:nvPicPr>
            <p:blipFill>
              <a:blip r:embed="rId128"/>
              <a:stretch>
                <a:fillRect/>
              </a:stretch>
            </p:blipFill>
            <p:spPr>
              <a:xfrm>
                <a:off x="10299096" y="3727024"/>
                <a:ext cx="311760" cy="54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3">
            <p14:nvContentPartPr>
              <p14:cNvPr id="80" name="Ink 79">
                <a:extLst>
                  <a:ext uri="{FF2B5EF4-FFF2-40B4-BE49-F238E27FC236}">
                    <a16:creationId xmlns:a16="http://schemas.microsoft.com/office/drawing/2014/main" id="{03384ED8-2306-92DA-7719-FBBF26E9A5EA}"/>
                  </a:ext>
                </a:extLst>
              </p14:cNvPr>
              <p14:cNvContentPartPr/>
              <p14:nvPr/>
            </p14:nvContentPartPr>
            <p14:xfrm>
              <a:off x="10416456" y="4223464"/>
              <a:ext cx="398520" cy="374760"/>
            </p14:xfrm>
          </p:contentPart>
        </mc:Choice>
        <mc:Fallback xmlns="">
          <p:pic>
            <p:nvPicPr>
              <p:cNvPr id="80" name="Ink 79">
                <a:extLst>
                  <a:ext uri="{FF2B5EF4-FFF2-40B4-BE49-F238E27FC236}">
                    <a16:creationId xmlns:a16="http://schemas.microsoft.com/office/drawing/2014/main" id="{03384ED8-2306-92DA-7719-FBBF26E9A5EA}"/>
                  </a:ext>
                </a:extLst>
              </p:cNvPr>
              <p:cNvPicPr/>
              <p:nvPr/>
            </p:nvPicPr>
            <p:blipFill>
              <a:blip r:embed="rId130"/>
              <a:stretch>
                <a:fillRect/>
              </a:stretch>
            </p:blipFill>
            <p:spPr>
              <a:xfrm>
                <a:off x="10412136" y="4219144"/>
                <a:ext cx="407160" cy="38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4">
            <p14:nvContentPartPr>
              <p14:cNvPr id="81" name="Ink 80">
                <a:extLst>
                  <a:ext uri="{FF2B5EF4-FFF2-40B4-BE49-F238E27FC236}">
                    <a16:creationId xmlns:a16="http://schemas.microsoft.com/office/drawing/2014/main" id="{ED5260B8-176F-F436-FFDC-F43B3FA1DE84}"/>
                  </a:ext>
                </a:extLst>
              </p14:cNvPr>
              <p14:cNvContentPartPr/>
              <p14:nvPr/>
            </p14:nvContentPartPr>
            <p14:xfrm>
              <a:off x="6188400" y="4870296"/>
              <a:ext cx="370080" cy="520920"/>
            </p14:xfrm>
          </p:contentPart>
        </mc:Choice>
        <mc:Fallback xmlns="">
          <p:pic>
            <p:nvPicPr>
              <p:cNvPr id="81" name="Ink 80">
                <a:extLst>
                  <a:ext uri="{FF2B5EF4-FFF2-40B4-BE49-F238E27FC236}">
                    <a16:creationId xmlns:a16="http://schemas.microsoft.com/office/drawing/2014/main" id="{ED5260B8-176F-F436-FFDC-F43B3FA1DE84}"/>
                  </a:ext>
                </a:extLst>
              </p:cNvPr>
              <p:cNvPicPr/>
              <p:nvPr/>
            </p:nvPicPr>
            <p:blipFill>
              <a:blip r:embed="rId145"/>
              <a:stretch>
                <a:fillRect/>
              </a:stretch>
            </p:blipFill>
            <p:spPr>
              <a:xfrm>
                <a:off x="6184080" y="4865976"/>
                <a:ext cx="378720" cy="52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6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E40FE1B9-36FD-6217-979C-7F81E51D0D09}"/>
                  </a:ext>
                </a:extLst>
              </p14:cNvPr>
              <p14:cNvContentPartPr/>
              <p14:nvPr/>
            </p14:nvContentPartPr>
            <p14:xfrm>
              <a:off x="5905800" y="5342256"/>
              <a:ext cx="385560" cy="370080"/>
            </p14:xfrm>
          </p:contentPart>
        </mc:Choice>
        <mc:Fallback xmlns=""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E40FE1B9-36FD-6217-979C-7F81E51D0D09}"/>
                  </a:ext>
                </a:extLst>
              </p:cNvPr>
              <p:cNvPicPr/>
              <p:nvPr/>
            </p:nvPicPr>
            <p:blipFill>
              <a:blip r:embed="rId147"/>
              <a:stretch>
                <a:fillRect/>
              </a:stretch>
            </p:blipFill>
            <p:spPr>
              <a:xfrm>
                <a:off x="5901480" y="5337936"/>
                <a:ext cx="394200" cy="37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8">
            <p14:nvContentPartPr>
              <p14:cNvPr id="83" name="Ink 82">
                <a:extLst>
                  <a:ext uri="{FF2B5EF4-FFF2-40B4-BE49-F238E27FC236}">
                    <a16:creationId xmlns:a16="http://schemas.microsoft.com/office/drawing/2014/main" id="{4822E8D7-F798-0299-3CCF-40C7BE115C19}"/>
                  </a:ext>
                </a:extLst>
              </p14:cNvPr>
              <p14:cNvContentPartPr/>
              <p14:nvPr/>
            </p14:nvContentPartPr>
            <p14:xfrm>
              <a:off x="9196776" y="4610104"/>
              <a:ext cx="370080" cy="520920"/>
            </p14:xfrm>
          </p:contentPart>
        </mc:Choice>
        <mc:Fallback xmlns="">
          <p:pic>
            <p:nvPicPr>
              <p:cNvPr id="83" name="Ink 82">
                <a:extLst>
                  <a:ext uri="{FF2B5EF4-FFF2-40B4-BE49-F238E27FC236}">
                    <a16:creationId xmlns:a16="http://schemas.microsoft.com/office/drawing/2014/main" id="{4822E8D7-F798-0299-3CCF-40C7BE115C19}"/>
                  </a:ext>
                </a:extLst>
              </p:cNvPr>
              <p:cNvPicPr/>
              <p:nvPr/>
            </p:nvPicPr>
            <p:blipFill>
              <a:blip r:embed="rId145"/>
              <a:stretch>
                <a:fillRect/>
              </a:stretch>
            </p:blipFill>
            <p:spPr>
              <a:xfrm>
                <a:off x="9192456" y="4605784"/>
                <a:ext cx="378720" cy="52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9">
            <p14:nvContentPartPr>
              <p14:cNvPr id="84" name="Ink 83">
                <a:extLst>
                  <a:ext uri="{FF2B5EF4-FFF2-40B4-BE49-F238E27FC236}">
                    <a16:creationId xmlns:a16="http://schemas.microsoft.com/office/drawing/2014/main" id="{70089FE7-1E2D-89C9-B42F-5411DAEEB870}"/>
                  </a:ext>
                </a:extLst>
              </p14:cNvPr>
              <p14:cNvContentPartPr/>
              <p14:nvPr/>
            </p14:nvContentPartPr>
            <p14:xfrm>
              <a:off x="8914176" y="5082064"/>
              <a:ext cx="385560" cy="370080"/>
            </p14:xfrm>
          </p:contentPart>
        </mc:Choice>
        <mc:Fallback xmlns="">
          <p:pic>
            <p:nvPicPr>
              <p:cNvPr id="84" name="Ink 83">
                <a:extLst>
                  <a:ext uri="{FF2B5EF4-FFF2-40B4-BE49-F238E27FC236}">
                    <a16:creationId xmlns:a16="http://schemas.microsoft.com/office/drawing/2014/main" id="{70089FE7-1E2D-89C9-B42F-5411DAEEB870}"/>
                  </a:ext>
                </a:extLst>
              </p:cNvPr>
              <p:cNvPicPr/>
              <p:nvPr/>
            </p:nvPicPr>
            <p:blipFill>
              <a:blip r:embed="rId147"/>
              <a:stretch>
                <a:fillRect/>
              </a:stretch>
            </p:blipFill>
            <p:spPr>
              <a:xfrm>
                <a:off x="8909856" y="5077744"/>
                <a:ext cx="394200" cy="37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0">
            <p14:nvContentPartPr>
              <p14:cNvPr id="85" name="Ink 84">
                <a:extLst>
                  <a:ext uri="{FF2B5EF4-FFF2-40B4-BE49-F238E27FC236}">
                    <a16:creationId xmlns:a16="http://schemas.microsoft.com/office/drawing/2014/main" id="{922221B8-09A4-08E7-4CD2-E32EDAAEF87A}"/>
                  </a:ext>
                </a:extLst>
              </p14:cNvPr>
              <p14:cNvContentPartPr/>
              <p14:nvPr/>
            </p14:nvContentPartPr>
            <p14:xfrm>
              <a:off x="6149520" y="5958576"/>
              <a:ext cx="168480" cy="147600"/>
            </p14:xfrm>
          </p:contentPart>
        </mc:Choice>
        <mc:Fallback xmlns="">
          <p:pic>
            <p:nvPicPr>
              <p:cNvPr id="85" name="Ink 84">
                <a:extLst>
                  <a:ext uri="{FF2B5EF4-FFF2-40B4-BE49-F238E27FC236}">
                    <a16:creationId xmlns:a16="http://schemas.microsoft.com/office/drawing/2014/main" id="{922221B8-09A4-08E7-4CD2-E32EDAAEF87A}"/>
                  </a:ext>
                </a:extLst>
              </p:cNvPr>
              <p:cNvPicPr/>
              <p:nvPr/>
            </p:nvPicPr>
            <p:blipFill>
              <a:blip r:embed="rId151"/>
              <a:stretch>
                <a:fillRect/>
              </a:stretch>
            </p:blipFill>
            <p:spPr>
              <a:xfrm>
                <a:off x="6145200" y="5954256"/>
                <a:ext cx="177120" cy="15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2">
            <p14:nvContentPartPr>
              <p14:cNvPr id="86" name="Ink 85">
                <a:extLst>
                  <a:ext uri="{FF2B5EF4-FFF2-40B4-BE49-F238E27FC236}">
                    <a16:creationId xmlns:a16="http://schemas.microsoft.com/office/drawing/2014/main" id="{C8D0CC43-BCB5-5A7C-745E-79DCAFEDA744}"/>
                  </a:ext>
                </a:extLst>
              </p14:cNvPr>
              <p14:cNvContentPartPr/>
              <p14:nvPr/>
            </p14:nvContentPartPr>
            <p14:xfrm>
              <a:off x="6253200" y="6020136"/>
              <a:ext cx="37440" cy="181800"/>
            </p14:xfrm>
          </p:contentPart>
        </mc:Choice>
        <mc:Fallback xmlns="">
          <p:pic>
            <p:nvPicPr>
              <p:cNvPr id="86" name="Ink 85">
                <a:extLst>
                  <a:ext uri="{FF2B5EF4-FFF2-40B4-BE49-F238E27FC236}">
                    <a16:creationId xmlns:a16="http://schemas.microsoft.com/office/drawing/2014/main" id="{C8D0CC43-BCB5-5A7C-745E-79DCAFEDA744}"/>
                  </a:ext>
                </a:extLst>
              </p:cNvPr>
              <p:cNvPicPr/>
              <p:nvPr/>
            </p:nvPicPr>
            <p:blipFill>
              <a:blip r:embed="rId153"/>
              <a:stretch>
                <a:fillRect/>
              </a:stretch>
            </p:blipFill>
            <p:spPr>
              <a:xfrm>
                <a:off x="6248880" y="6015816"/>
                <a:ext cx="46080" cy="19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4">
            <p14:nvContentPartPr>
              <p14:cNvPr id="87" name="Ink 86">
                <a:extLst>
                  <a:ext uri="{FF2B5EF4-FFF2-40B4-BE49-F238E27FC236}">
                    <a16:creationId xmlns:a16="http://schemas.microsoft.com/office/drawing/2014/main" id="{FF4C25C7-63DE-D4E4-C0C1-64A27095BFCE}"/>
                  </a:ext>
                </a:extLst>
              </p14:cNvPr>
              <p14:cNvContentPartPr/>
              <p14:nvPr/>
            </p14:nvContentPartPr>
            <p14:xfrm>
              <a:off x="6546600" y="6026256"/>
              <a:ext cx="152640" cy="83520"/>
            </p14:xfrm>
          </p:contentPart>
        </mc:Choice>
        <mc:Fallback xmlns="">
          <p:pic>
            <p:nvPicPr>
              <p:cNvPr id="87" name="Ink 86">
                <a:extLst>
                  <a:ext uri="{FF2B5EF4-FFF2-40B4-BE49-F238E27FC236}">
                    <a16:creationId xmlns:a16="http://schemas.microsoft.com/office/drawing/2014/main" id="{FF4C25C7-63DE-D4E4-C0C1-64A27095BFCE}"/>
                  </a:ext>
                </a:extLst>
              </p:cNvPr>
              <p:cNvPicPr/>
              <p:nvPr/>
            </p:nvPicPr>
            <p:blipFill>
              <a:blip r:embed="rId155"/>
              <a:stretch>
                <a:fillRect/>
              </a:stretch>
            </p:blipFill>
            <p:spPr>
              <a:xfrm>
                <a:off x="6542280" y="6021936"/>
                <a:ext cx="161280" cy="9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6">
            <p14:nvContentPartPr>
              <p14:cNvPr id="88" name="Ink 87">
                <a:extLst>
                  <a:ext uri="{FF2B5EF4-FFF2-40B4-BE49-F238E27FC236}">
                    <a16:creationId xmlns:a16="http://schemas.microsoft.com/office/drawing/2014/main" id="{5E6BC60A-223F-B648-2247-2496F1FA34C4}"/>
                  </a:ext>
                </a:extLst>
              </p14:cNvPr>
              <p14:cNvContentPartPr/>
              <p14:nvPr/>
            </p14:nvContentPartPr>
            <p14:xfrm>
              <a:off x="6738120" y="5786856"/>
              <a:ext cx="83520" cy="288000"/>
            </p14:xfrm>
          </p:contentPart>
        </mc:Choice>
        <mc:Fallback xmlns="">
          <p:pic>
            <p:nvPicPr>
              <p:cNvPr id="88" name="Ink 87">
                <a:extLst>
                  <a:ext uri="{FF2B5EF4-FFF2-40B4-BE49-F238E27FC236}">
                    <a16:creationId xmlns:a16="http://schemas.microsoft.com/office/drawing/2014/main" id="{5E6BC60A-223F-B648-2247-2496F1FA34C4}"/>
                  </a:ext>
                </a:extLst>
              </p:cNvPr>
              <p:cNvPicPr/>
              <p:nvPr/>
            </p:nvPicPr>
            <p:blipFill>
              <a:blip r:embed="rId157"/>
              <a:stretch>
                <a:fillRect/>
              </a:stretch>
            </p:blipFill>
            <p:spPr>
              <a:xfrm>
                <a:off x="6733800" y="5782536"/>
                <a:ext cx="92160" cy="29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8">
            <p14:nvContentPartPr>
              <p14:cNvPr id="89" name="Ink 88">
                <a:extLst>
                  <a:ext uri="{FF2B5EF4-FFF2-40B4-BE49-F238E27FC236}">
                    <a16:creationId xmlns:a16="http://schemas.microsoft.com/office/drawing/2014/main" id="{19C0D6D1-BF69-5C1F-BC1C-5A4C7E00B16D}"/>
                  </a:ext>
                </a:extLst>
              </p14:cNvPr>
              <p14:cNvContentPartPr/>
              <p14:nvPr/>
            </p14:nvContentPartPr>
            <p14:xfrm>
              <a:off x="6784560" y="5977656"/>
              <a:ext cx="88200" cy="105480"/>
            </p14:xfrm>
          </p:contentPart>
        </mc:Choice>
        <mc:Fallback xmlns="">
          <p:pic>
            <p:nvPicPr>
              <p:cNvPr id="89" name="Ink 88">
                <a:extLst>
                  <a:ext uri="{FF2B5EF4-FFF2-40B4-BE49-F238E27FC236}">
                    <a16:creationId xmlns:a16="http://schemas.microsoft.com/office/drawing/2014/main" id="{19C0D6D1-BF69-5C1F-BC1C-5A4C7E00B16D}"/>
                  </a:ext>
                </a:extLst>
              </p:cNvPr>
              <p:cNvPicPr/>
              <p:nvPr/>
            </p:nvPicPr>
            <p:blipFill>
              <a:blip r:embed="rId159"/>
              <a:stretch>
                <a:fillRect/>
              </a:stretch>
            </p:blipFill>
            <p:spPr>
              <a:xfrm>
                <a:off x="6780240" y="5973336"/>
                <a:ext cx="96840" cy="11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0">
            <p14:nvContentPartPr>
              <p14:cNvPr id="90" name="Ink 89">
                <a:extLst>
                  <a:ext uri="{FF2B5EF4-FFF2-40B4-BE49-F238E27FC236}">
                    <a16:creationId xmlns:a16="http://schemas.microsoft.com/office/drawing/2014/main" id="{7718ACE7-8A21-1BB4-EE61-06BC3E0CE174}"/>
                  </a:ext>
                </a:extLst>
              </p14:cNvPr>
              <p14:cNvContentPartPr/>
              <p14:nvPr/>
            </p14:nvContentPartPr>
            <p14:xfrm>
              <a:off x="6892920" y="5998536"/>
              <a:ext cx="217440" cy="80640"/>
            </p14:xfrm>
          </p:contentPart>
        </mc:Choice>
        <mc:Fallback xmlns="">
          <p:pic>
            <p:nvPicPr>
              <p:cNvPr id="90" name="Ink 89">
                <a:extLst>
                  <a:ext uri="{FF2B5EF4-FFF2-40B4-BE49-F238E27FC236}">
                    <a16:creationId xmlns:a16="http://schemas.microsoft.com/office/drawing/2014/main" id="{7718ACE7-8A21-1BB4-EE61-06BC3E0CE174}"/>
                  </a:ext>
                </a:extLst>
              </p:cNvPr>
              <p:cNvPicPr/>
              <p:nvPr/>
            </p:nvPicPr>
            <p:blipFill>
              <a:blip r:embed="rId161"/>
              <a:stretch>
                <a:fillRect/>
              </a:stretch>
            </p:blipFill>
            <p:spPr>
              <a:xfrm>
                <a:off x="6888600" y="5994216"/>
                <a:ext cx="226080" cy="89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2">
            <p14:nvContentPartPr>
              <p14:cNvPr id="91" name="Ink 90">
                <a:extLst>
                  <a:ext uri="{FF2B5EF4-FFF2-40B4-BE49-F238E27FC236}">
                    <a16:creationId xmlns:a16="http://schemas.microsoft.com/office/drawing/2014/main" id="{1681056C-BD81-7817-66F9-89D8643BE57E}"/>
                  </a:ext>
                </a:extLst>
              </p14:cNvPr>
              <p14:cNvContentPartPr/>
              <p14:nvPr/>
            </p14:nvContentPartPr>
            <p14:xfrm>
              <a:off x="7163280" y="5961096"/>
              <a:ext cx="351360" cy="104400"/>
            </p14:xfrm>
          </p:contentPart>
        </mc:Choice>
        <mc:Fallback xmlns="">
          <p:pic>
            <p:nvPicPr>
              <p:cNvPr id="91" name="Ink 90">
                <a:extLst>
                  <a:ext uri="{FF2B5EF4-FFF2-40B4-BE49-F238E27FC236}">
                    <a16:creationId xmlns:a16="http://schemas.microsoft.com/office/drawing/2014/main" id="{1681056C-BD81-7817-66F9-89D8643BE57E}"/>
                  </a:ext>
                </a:extLst>
              </p:cNvPr>
              <p:cNvPicPr/>
              <p:nvPr/>
            </p:nvPicPr>
            <p:blipFill>
              <a:blip r:embed="rId163"/>
              <a:stretch>
                <a:fillRect/>
              </a:stretch>
            </p:blipFill>
            <p:spPr>
              <a:xfrm>
                <a:off x="7158960" y="5956776"/>
                <a:ext cx="360000" cy="11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4">
            <p14:nvContentPartPr>
              <p14:cNvPr id="92" name="Ink 91">
                <a:extLst>
                  <a:ext uri="{FF2B5EF4-FFF2-40B4-BE49-F238E27FC236}">
                    <a16:creationId xmlns:a16="http://schemas.microsoft.com/office/drawing/2014/main" id="{173D7E5D-9AF7-5321-2622-6DD96669A7AE}"/>
                  </a:ext>
                </a:extLst>
              </p14:cNvPr>
              <p14:cNvContentPartPr/>
              <p14:nvPr/>
            </p14:nvContentPartPr>
            <p14:xfrm>
              <a:off x="7539840" y="5822856"/>
              <a:ext cx="37440" cy="201240"/>
            </p14:xfrm>
          </p:contentPart>
        </mc:Choice>
        <mc:Fallback xmlns="">
          <p:pic>
            <p:nvPicPr>
              <p:cNvPr id="92" name="Ink 91">
                <a:extLst>
                  <a:ext uri="{FF2B5EF4-FFF2-40B4-BE49-F238E27FC236}">
                    <a16:creationId xmlns:a16="http://schemas.microsoft.com/office/drawing/2014/main" id="{173D7E5D-9AF7-5321-2622-6DD96669A7AE}"/>
                  </a:ext>
                </a:extLst>
              </p:cNvPr>
              <p:cNvPicPr/>
              <p:nvPr/>
            </p:nvPicPr>
            <p:blipFill>
              <a:blip r:embed="rId165"/>
              <a:stretch>
                <a:fillRect/>
              </a:stretch>
            </p:blipFill>
            <p:spPr>
              <a:xfrm>
                <a:off x="7535520" y="5818536"/>
                <a:ext cx="46080" cy="20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6">
            <p14:nvContentPartPr>
              <p14:cNvPr id="93" name="Ink 92">
                <a:extLst>
                  <a:ext uri="{FF2B5EF4-FFF2-40B4-BE49-F238E27FC236}">
                    <a16:creationId xmlns:a16="http://schemas.microsoft.com/office/drawing/2014/main" id="{E669CF85-A6BD-82BC-455D-52335493E888}"/>
                  </a:ext>
                </a:extLst>
              </p14:cNvPr>
              <p14:cNvContentPartPr/>
              <p14:nvPr/>
            </p14:nvContentPartPr>
            <p14:xfrm>
              <a:off x="7493400" y="5929056"/>
              <a:ext cx="199800" cy="68760"/>
            </p14:xfrm>
          </p:contentPart>
        </mc:Choice>
        <mc:Fallback xmlns="">
          <p:pic>
            <p:nvPicPr>
              <p:cNvPr id="93" name="Ink 92">
                <a:extLst>
                  <a:ext uri="{FF2B5EF4-FFF2-40B4-BE49-F238E27FC236}">
                    <a16:creationId xmlns:a16="http://schemas.microsoft.com/office/drawing/2014/main" id="{E669CF85-A6BD-82BC-455D-52335493E888}"/>
                  </a:ext>
                </a:extLst>
              </p:cNvPr>
              <p:cNvPicPr/>
              <p:nvPr/>
            </p:nvPicPr>
            <p:blipFill>
              <a:blip r:embed="rId167"/>
              <a:stretch>
                <a:fillRect/>
              </a:stretch>
            </p:blipFill>
            <p:spPr>
              <a:xfrm>
                <a:off x="7489080" y="5924736"/>
                <a:ext cx="208440" cy="7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8">
            <p14:nvContentPartPr>
              <p14:cNvPr id="94" name="Ink 93">
                <a:extLst>
                  <a:ext uri="{FF2B5EF4-FFF2-40B4-BE49-F238E27FC236}">
                    <a16:creationId xmlns:a16="http://schemas.microsoft.com/office/drawing/2014/main" id="{60F6A44D-C033-7375-BCDF-CF9CFBBDE494}"/>
                  </a:ext>
                </a:extLst>
              </p14:cNvPr>
              <p14:cNvContentPartPr/>
              <p14:nvPr/>
            </p14:nvContentPartPr>
            <p14:xfrm>
              <a:off x="9736560" y="4625136"/>
              <a:ext cx="168840" cy="455400"/>
            </p14:xfrm>
          </p:contentPart>
        </mc:Choice>
        <mc:Fallback xmlns="">
          <p:pic>
            <p:nvPicPr>
              <p:cNvPr id="94" name="Ink 93">
                <a:extLst>
                  <a:ext uri="{FF2B5EF4-FFF2-40B4-BE49-F238E27FC236}">
                    <a16:creationId xmlns:a16="http://schemas.microsoft.com/office/drawing/2014/main" id="{60F6A44D-C033-7375-BCDF-CF9CFBBDE494}"/>
                  </a:ext>
                </a:extLst>
              </p:cNvPr>
              <p:cNvPicPr/>
              <p:nvPr/>
            </p:nvPicPr>
            <p:blipFill>
              <a:blip r:embed="rId169"/>
              <a:stretch>
                <a:fillRect/>
              </a:stretch>
            </p:blipFill>
            <p:spPr>
              <a:xfrm>
                <a:off x="9732240" y="4620816"/>
                <a:ext cx="177480" cy="46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0">
            <p14:nvContentPartPr>
              <p14:cNvPr id="95" name="Ink 94">
                <a:extLst>
                  <a:ext uri="{FF2B5EF4-FFF2-40B4-BE49-F238E27FC236}">
                    <a16:creationId xmlns:a16="http://schemas.microsoft.com/office/drawing/2014/main" id="{CDCFEE5C-66BF-7D94-3BBE-CDBC4B91CFEB}"/>
                  </a:ext>
                </a:extLst>
              </p14:cNvPr>
              <p14:cNvContentPartPr/>
              <p14:nvPr/>
            </p14:nvContentPartPr>
            <p14:xfrm>
              <a:off x="9720360" y="5100696"/>
              <a:ext cx="326160" cy="387000"/>
            </p14:xfrm>
          </p:contentPart>
        </mc:Choice>
        <mc:Fallback xmlns="">
          <p:pic>
            <p:nvPicPr>
              <p:cNvPr id="95" name="Ink 94">
                <a:extLst>
                  <a:ext uri="{FF2B5EF4-FFF2-40B4-BE49-F238E27FC236}">
                    <a16:creationId xmlns:a16="http://schemas.microsoft.com/office/drawing/2014/main" id="{CDCFEE5C-66BF-7D94-3BBE-CDBC4B91CFEB}"/>
                  </a:ext>
                </a:extLst>
              </p:cNvPr>
              <p:cNvPicPr/>
              <p:nvPr/>
            </p:nvPicPr>
            <p:blipFill>
              <a:blip r:embed="rId171"/>
              <a:stretch>
                <a:fillRect/>
              </a:stretch>
            </p:blipFill>
            <p:spPr>
              <a:xfrm>
                <a:off x="9716040" y="5096376"/>
                <a:ext cx="334800" cy="39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2">
            <p14:nvContentPartPr>
              <p14:cNvPr id="96" name="Ink 95">
                <a:extLst>
                  <a:ext uri="{FF2B5EF4-FFF2-40B4-BE49-F238E27FC236}">
                    <a16:creationId xmlns:a16="http://schemas.microsoft.com/office/drawing/2014/main" id="{A8D7041D-5DC3-7537-2545-DA79EF7AE1DE}"/>
                  </a:ext>
                </a:extLst>
              </p14:cNvPr>
              <p14:cNvContentPartPr/>
              <p14:nvPr/>
            </p14:nvContentPartPr>
            <p14:xfrm>
              <a:off x="9632520" y="5772096"/>
              <a:ext cx="74160" cy="176760"/>
            </p14:xfrm>
          </p:contentPart>
        </mc:Choice>
        <mc:Fallback xmlns="">
          <p:pic>
            <p:nvPicPr>
              <p:cNvPr id="96" name="Ink 95">
                <a:extLst>
                  <a:ext uri="{FF2B5EF4-FFF2-40B4-BE49-F238E27FC236}">
                    <a16:creationId xmlns:a16="http://schemas.microsoft.com/office/drawing/2014/main" id="{A8D7041D-5DC3-7537-2545-DA79EF7AE1DE}"/>
                  </a:ext>
                </a:extLst>
              </p:cNvPr>
              <p:cNvPicPr/>
              <p:nvPr/>
            </p:nvPicPr>
            <p:blipFill>
              <a:blip r:embed="rId173"/>
              <a:stretch>
                <a:fillRect/>
              </a:stretch>
            </p:blipFill>
            <p:spPr>
              <a:xfrm>
                <a:off x="9628200" y="5767776"/>
                <a:ext cx="82800" cy="18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4">
            <p14:nvContentPartPr>
              <p14:cNvPr id="97" name="Ink 96">
                <a:extLst>
                  <a:ext uri="{FF2B5EF4-FFF2-40B4-BE49-F238E27FC236}">
                    <a16:creationId xmlns:a16="http://schemas.microsoft.com/office/drawing/2014/main" id="{D300111F-75DF-7577-010D-1414BF7D0122}"/>
                  </a:ext>
                </a:extLst>
              </p14:cNvPr>
              <p14:cNvContentPartPr/>
              <p14:nvPr/>
            </p14:nvContentPartPr>
            <p14:xfrm>
              <a:off x="9681120" y="5713056"/>
              <a:ext cx="101880" cy="22320"/>
            </p14:xfrm>
          </p:contentPart>
        </mc:Choice>
        <mc:Fallback xmlns="">
          <p:pic>
            <p:nvPicPr>
              <p:cNvPr id="97" name="Ink 96">
                <a:extLst>
                  <a:ext uri="{FF2B5EF4-FFF2-40B4-BE49-F238E27FC236}">
                    <a16:creationId xmlns:a16="http://schemas.microsoft.com/office/drawing/2014/main" id="{D300111F-75DF-7577-010D-1414BF7D0122}"/>
                  </a:ext>
                </a:extLst>
              </p:cNvPr>
              <p:cNvPicPr/>
              <p:nvPr/>
            </p:nvPicPr>
            <p:blipFill>
              <a:blip r:embed="rId175"/>
              <a:stretch>
                <a:fillRect/>
              </a:stretch>
            </p:blipFill>
            <p:spPr>
              <a:xfrm>
                <a:off x="9676800" y="5708736"/>
                <a:ext cx="110520" cy="3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6">
            <p14:nvContentPartPr>
              <p14:cNvPr id="98" name="Ink 97">
                <a:extLst>
                  <a:ext uri="{FF2B5EF4-FFF2-40B4-BE49-F238E27FC236}">
                    <a16:creationId xmlns:a16="http://schemas.microsoft.com/office/drawing/2014/main" id="{3F9A3F4A-042E-F2BC-77BB-BC378F351A73}"/>
                  </a:ext>
                </a:extLst>
              </p14:cNvPr>
              <p14:cNvContentPartPr/>
              <p14:nvPr/>
            </p14:nvContentPartPr>
            <p14:xfrm>
              <a:off x="10038960" y="5617296"/>
              <a:ext cx="222120" cy="273600"/>
            </p14:xfrm>
          </p:contentPart>
        </mc:Choice>
        <mc:Fallback xmlns="">
          <p:pic>
            <p:nvPicPr>
              <p:cNvPr id="98" name="Ink 97">
                <a:extLst>
                  <a:ext uri="{FF2B5EF4-FFF2-40B4-BE49-F238E27FC236}">
                    <a16:creationId xmlns:a16="http://schemas.microsoft.com/office/drawing/2014/main" id="{3F9A3F4A-042E-F2BC-77BB-BC378F351A73}"/>
                  </a:ext>
                </a:extLst>
              </p:cNvPr>
              <p:cNvPicPr/>
              <p:nvPr/>
            </p:nvPicPr>
            <p:blipFill>
              <a:blip r:embed="rId177"/>
              <a:stretch>
                <a:fillRect/>
              </a:stretch>
            </p:blipFill>
            <p:spPr>
              <a:xfrm>
                <a:off x="10034640" y="5612976"/>
                <a:ext cx="230760" cy="282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8">
            <p14:nvContentPartPr>
              <p14:cNvPr id="99" name="Ink 98">
                <a:extLst>
                  <a:ext uri="{FF2B5EF4-FFF2-40B4-BE49-F238E27FC236}">
                    <a16:creationId xmlns:a16="http://schemas.microsoft.com/office/drawing/2014/main" id="{46ECAB51-E1E2-B714-51B1-7DBFF9ECF642}"/>
                  </a:ext>
                </a:extLst>
              </p14:cNvPr>
              <p14:cNvContentPartPr/>
              <p14:nvPr/>
            </p14:nvContentPartPr>
            <p14:xfrm>
              <a:off x="10258560" y="5761656"/>
              <a:ext cx="124920" cy="136800"/>
            </p14:xfrm>
          </p:contentPart>
        </mc:Choice>
        <mc:Fallback xmlns="">
          <p:pic>
            <p:nvPicPr>
              <p:cNvPr id="99" name="Ink 98">
                <a:extLst>
                  <a:ext uri="{FF2B5EF4-FFF2-40B4-BE49-F238E27FC236}">
                    <a16:creationId xmlns:a16="http://schemas.microsoft.com/office/drawing/2014/main" id="{46ECAB51-E1E2-B714-51B1-7DBFF9ECF642}"/>
                  </a:ext>
                </a:extLst>
              </p:cNvPr>
              <p:cNvPicPr/>
              <p:nvPr/>
            </p:nvPicPr>
            <p:blipFill>
              <a:blip r:embed="rId179"/>
              <a:stretch>
                <a:fillRect/>
              </a:stretch>
            </p:blipFill>
            <p:spPr>
              <a:xfrm>
                <a:off x="10254240" y="5757336"/>
                <a:ext cx="133560" cy="14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0">
            <p14:nvContentPartPr>
              <p14:cNvPr id="100" name="Ink 99">
                <a:extLst>
                  <a:ext uri="{FF2B5EF4-FFF2-40B4-BE49-F238E27FC236}">
                    <a16:creationId xmlns:a16="http://schemas.microsoft.com/office/drawing/2014/main" id="{9C2CD0CF-1919-5603-73DC-39906C4654B6}"/>
                  </a:ext>
                </a:extLst>
              </p14:cNvPr>
              <p14:cNvContentPartPr/>
              <p14:nvPr/>
            </p14:nvContentPartPr>
            <p14:xfrm>
              <a:off x="10418040" y="5789376"/>
              <a:ext cx="201240" cy="65880"/>
            </p14:xfrm>
          </p:contentPart>
        </mc:Choice>
        <mc:Fallback xmlns="">
          <p:pic>
            <p:nvPicPr>
              <p:cNvPr id="100" name="Ink 99">
                <a:extLst>
                  <a:ext uri="{FF2B5EF4-FFF2-40B4-BE49-F238E27FC236}">
                    <a16:creationId xmlns:a16="http://schemas.microsoft.com/office/drawing/2014/main" id="{9C2CD0CF-1919-5603-73DC-39906C4654B6}"/>
                  </a:ext>
                </a:extLst>
              </p:cNvPr>
              <p:cNvPicPr/>
              <p:nvPr/>
            </p:nvPicPr>
            <p:blipFill>
              <a:blip r:embed="rId181"/>
              <a:stretch>
                <a:fillRect/>
              </a:stretch>
            </p:blipFill>
            <p:spPr>
              <a:xfrm>
                <a:off x="10413720" y="5785056"/>
                <a:ext cx="209880" cy="7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2">
            <p14:nvContentPartPr>
              <p14:cNvPr id="101" name="Ink 100">
                <a:extLst>
                  <a:ext uri="{FF2B5EF4-FFF2-40B4-BE49-F238E27FC236}">
                    <a16:creationId xmlns:a16="http://schemas.microsoft.com/office/drawing/2014/main" id="{466A1D49-E528-9E59-D49B-81C6E249D266}"/>
                  </a:ext>
                </a:extLst>
              </p14:cNvPr>
              <p14:cNvContentPartPr/>
              <p14:nvPr/>
            </p14:nvContentPartPr>
            <p14:xfrm>
              <a:off x="10637640" y="5755896"/>
              <a:ext cx="268200" cy="106200"/>
            </p14:xfrm>
          </p:contentPart>
        </mc:Choice>
        <mc:Fallback xmlns="">
          <p:pic>
            <p:nvPicPr>
              <p:cNvPr id="101" name="Ink 100">
                <a:extLst>
                  <a:ext uri="{FF2B5EF4-FFF2-40B4-BE49-F238E27FC236}">
                    <a16:creationId xmlns:a16="http://schemas.microsoft.com/office/drawing/2014/main" id="{466A1D49-E528-9E59-D49B-81C6E249D266}"/>
                  </a:ext>
                </a:extLst>
              </p:cNvPr>
              <p:cNvPicPr/>
              <p:nvPr/>
            </p:nvPicPr>
            <p:blipFill>
              <a:blip r:embed="rId183"/>
              <a:stretch>
                <a:fillRect/>
              </a:stretch>
            </p:blipFill>
            <p:spPr>
              <a:xfrm>
                <a:off x="10633320" y="5751576"/>
                <a:ext cx="276840" cy="11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4">
            <p14:nvContentPartPr>
              <p14:cNvPr id="102" name="Ink 101">
                <a:extLst>
                  <a:ext uri="{FF2B5EF4-FFF2-40B4-BE49-F238E27FC236}">
                    <a16:creationId xmlns:a16="http://schemas.microsoft.com/office/drawing/2014/main" id="{B7F42977-B258-4D7C-C6CE-4DB01FB1B84E}"/>
                  </a:ext>
                </a:extLst>
              </p14:cNvPr>
              <p14:cNvContentPartPr/>
              <p14:nvPr/>
            </p14:nvContentPartPr>
            <p14:xfrm>
              <a:off x="10945080" y="5606856"/>
              <a:ext cx="27360" cy="223560"/>
            </p14:xfrm>
          </p:contentPart>
        </mc:Choice>
        <mc:Fallback xmlns="">
          <p:pic>
            <p:nvPicPr>
              <p:cNvPr id="102" name="Ink 101">
                <a:extLst>
                  <a:ext uri="{FF2B5EF4-FFF2-40B4-BE49-F238E27FC236}">
                    <a16:creationId xmlns:a16="http://schemas.microsoft.com/office/drawing/2014/main" id="{B7F42977-B258-4D7C-C6CE-4DB01FB1B84E}"/>
                  </a:ext>
                </a:extLst>
              </p:cNvPr>
              <p:cNvPicPr/>
              <p:nvPr/>
            </p:nvPicPr>
            <p:blipFill>
              <a:blip r:embed="rId185"/>
              <a:stretch>
                <a:fillRect/>
              </a:stretch>
            </p:blipFill>
            <p:spPr>
              <a:xfrm>
                <a:off x="10940760" y="5602536"/>
                <a:ext cx="36000" cy="23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6">
            <p14:nvContentPartPr>
              <p14:cNvPr id="103" name="Ink 102">
                <a:extLst>
                  <a:ext uri="{FF2B5EF4-FFF2-40B4-BE49-F238E27FC236}">
                    <a16:creationId xmlns:a16="http://schemas.microsoft.com/office/drawing/2014/main" id="{13BCB014-36A5-4C5E-2FF6-EE46E1307896}"/>
                  </a:ext>
                </a:extLst>
              </p14:cNvPr>
              <p14:cNvContentPartPr/>
              <p14:nvPr/>
            </p14:nvContentPartPr>
            <p14:xfrm>
              <a:off x="10919160" y="5763816"/>
              <a:ext cx="162000" cy="360"/>
            </p14:xfrm>
          </p:contentPart>
        </mc:Choice>
        <mc:Fallback xmlns="">
          <p:pic>
            <p:nvPicPr>
              <p:cNvPr id="103" name="Ink 102">
                <a:extLst>
                  <a:ext uri="{FF2B5EF4-FFF2-40B4-BE49-F238E27FC236}">
                    <a16:creationId xmlns:a16="http://schemas.microsoft.com/office/drawing/2014/main" id="{13BCB014-36A5-4C5E-2FF6-EE46E1307896}"/>
                  </a:ext>
                </a:extLst>
              </p:cNvPr>
              <p:cNvPicPr/>
              <p:nvPr/>
            </p:nvPicPr>
            <p:blipFill>
              <a:blip r:embed="rId187"/>
              <a:stretch>
                <a:fillRect/>
              </a:stretch>
            </p:blipFill>
            <p:spPr>
              <a:xfrm>
                <a:off x="10914840" y="5759496"/>
                <a:ext cx="170640" cy="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8">
            <p14:nvContentPartPr>
              <p14:cNvPr id="104" name="Ink 103">
                <a:extLst>
                  <a:ext uri="{FF2B5EF4-FFF2-40B4-BE49-F238E27FC236}">
                    <a16:creationId xmlns:a16="http://schemas.microsoft.com/office/drawing/2014/main" id="{EF540240-7E6F-E464-0259-B2D39FE18DCB}"/>
                  </a:ext>
                </a:extLst>
              </p14:cNvPr>
              <p14:cNvContentPartPr/>
              <p14:nvPr/>
            </p14:nvContentPartPr>
            <p14:xfrm>
              <a:off x="11109960" y="5738616"/>
              <a:ext cx="59040" cy="126360"/>
            </p14:xfrm>
          </p:contentPart>
        </mc:Choice>
        <mc:Fallback xmlns="">
          <p:pic>
            <p:nvPicPr>
              <p:cNvPr id="104" name="Ink 103">
                <a:extLst>
                  <a:ext uri="{FF2B5EF4-FFF2-40B4-BE49-F238E27FC236}">
                    <a16:creationId xmlns:a16="http://schemas.microsoft.com/office/drawing/2014/main" id="{EF540240-7E6F-E464-0259-B2D39FE18DCB}"/>
                  </a:ext>
                </a:extLst>
              </p:cNvPr>
              <p:cNvPicPr/>
              <p:nvPr/>
            </p:nvPicPr>
            <p:blipFill>
              <a:blip r:embed="rId189"/>
              <a:stretch>
                <a:fillRect/>
              </a:stretch>
            </p:blipFill>
            <p:spPr>
              <a:xfrm>
                <a:off x="11105640" y="5734296"/>
                <a:ext cx="67680" cy="135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15" name="Group 114">
            <a:extLst>
              <a:ext uri="{FF2B5EF4-FFF2-40B4-BE49-F238E27FC236}">
                <a16:creationId xmlns:a16="http://schemas.microsoft.com/office/drawing/2014/main" id="{687834A1-0451-C305-099A-BCE9AF35B37E}"/>
              </a:ext>
            </a:extLst>
          </p:cNvPr>
          <p:cNvGrpSpPr/>
          <p:nvPr/>
        </p:nvGrpSpPr>
        <p:grpSpPr>
          <a:xfrm>
            <a:off x="924120" y="1651176"/>
            <a:ext cx="722160" cy="1099080"/>
            <a:chOff x="924120" y="1651176"/>
            <a:chExt cx="722160" cy="1099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654F9C51-4767-F3D6-2313-B2C96FE2C4D5}"/>
                    </a:ext>
                  </a:extLst>
                </p14:cNvPr>
                <p14:cNvContentPartPr/>
                <p14:nvPr/>
              </p14:nvContentPartPr>
              <p14:xfrm>
                <a:off x="1473120" y="1820736"/>
                <a:ext cx="104040" cy="34488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654F9C51-4767-F3D6-2313-B2C96FE2C4D5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1468800" y="1816416"/>
                  <a:ext cx="112680" cy="35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04CE4B87-F9F9-CD9C-800A-B2A91FC97320}"/>
                    </a:ext>
                  </a:extLst>
                </p14:cNvPr>
                <p14:cNvContentPartPr/>
                <p14:nvPr/>
              </p14:nvContentPartPr>
              <p14:xfrm>
                <a:off x="1468440" y="2083536"/>
                <a:ext cx="86760" cy="11268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04CE4B87-F9F9-CD9C-800A-B2A91FC97320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1464120" y="2079216"/>
                  <a:ext cx="9540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B2B858ED-6426-4751-AC10-BCFE025CC27D}"/>
                    </a:ext>
                  </a:extLst>
                </p14:cNvPr>
                <p14:cNvContentPartPr/>
                <p14:nvPr/>
              </p14:nvContentPartPr>
              <p14:xfrm>
                <a:off x="1527120" y="2084616"/>
                <a:ext cx="118080" cy="13176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B2B858ED-6426-4751-AC10-BCFE025CC27D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1522800" y="2080296"/>
                  <a:ext cx="12672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56FA4069-F799-A675-8934-63518542E5D9}"/>
                    </a:ext>
                  </a:extLst>
                </p14:cNvPr>
                <p14:cNvContentPartPr/>
                <p14:nvPr/>
              </p14:nvContentPartPr>
              <p14:xfrm>
                <a:off x="1307520" y="2253096"/>
                <a:ext cx="338760" cy="49716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56FA4069-F799-A675-8934-63518542E5D9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1303200" y="2248776"/>
                  <a:ext cx="347400" cy="50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21075CEF-97A9-C381-955E-B31B443A902E}"/>
                    </a:ext>
                  </a:extLst>
                </p14:cNvPr>
                <p14:cNvContentPartPr/>
                <p14:nvPr/>
              </p14:nvContentPartPr>
              <p14:xfrm>
                <a:off x="924120" y="1784376"/>
                <a:ext cx="106560" cy="13752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21075CEF-97A9-C381-955E-B31B443A902E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919800" y="1780056"/>
                  <a:ext cx="11520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E25A61C0-5C43-6DB7-0B93-C6858420F768}"/>
                    </a:ext>
                  </a:extLst>
                </p14:cNvPr>
                <p14:cNvContentPartPr/>
                <p14:nvPr/>
              </p14:nvContentPartPr>
              <p14:xfrm>
                <a:off x="1044720" y="1825416"/>
                <a:ext cx="54000" cy="8136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E25A61C0-5C43-6DB7-0B93-C6858420F768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1040400" y="1821096"/>
                  <a:ext cx="6264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B76B09A9-A3D6-94D2-98B9-62A2F0C26EFC}"/>
                    </a:ext>
                  </a:extLst>
                </p14:cNvPr>
                <p14:cNvContentPartPr/>
                <p14:nvPr/>
              </p14:nvContentPartPr>
              <p14:xfrm>
                <a:off x="1147680" y="1789776"/>
                <a:ext cx="50760" cy="8676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B76B09A9-A3D6-94D2-98B9-62A2F0C26EFC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1143360" y="1785456"/>
                  <a:ext cx="59400" cy="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D8C912E9-EDAD-3D0B-3669-5687A53269F0}"/>
                    </a:ext>
                  </a:extLst>
                </p14:cNvPr>
                <p14:cNvContentPartPr/>
                <p14:nvPr/>
              </p14:nvContentPartPr>
              <p14:xfrm>
                <a:off x="1278000" y="1651176"/>
                <a:ext cx="66960" cy="18432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D8C912E9-EDAD-3D0B-3669-5687A53269F0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1273680" y="1646856"/>
                  <a:ext cx="75600" cy="19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12C575CA-A1E7-B416-A290-17B48BCA2996}"/>
                    </a:ext>
                  </a:extLst>
                </p14:cNvPr>
                <p14:cNvContentPartPr/>
                <p14:nvPr/>
              </p14:nvContentPartPr>
              <p14:xfrm>
                <a:off x="1266120" y="1731096"/>
                <a:ext cx="145800" cy="144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12C575CA-A1E7-B416-A290-17B48BCA2996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1261800" y="1726776"/>
                  <a:ext cx="154440" cy="10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FDF50292-A688-29EF-0E43-56E36A8366C0}"/>
              </a:ext>
            </a:extLst>
          </p:cNvPr>
          <p:cNvGrpSpPr/>
          <p:nvPr/>
        </p:nvGrpSpPr>
        <p:grpSpPr>
          <a:xfrm>
            <a:off x="680760" y="2411136"/>
            <a:ext cx="1367640" cy="1269360"/>
            <a:chOff x="680760" y="2411136"/>
            <a:chExt cx="1367640" cy="1269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5FAB96BA-5263-C16F-AF4B-9D44AF153CE7}"/>
                    </a:ext>
                  </a:extLst>
                </p14:cNvPr>
                <p14:cNvContentPartPr/>
                <p14:nvPr/>
              </p14:nvContentPartPr>
              <p14:xfrm>
                <a:off x="1377000" y="2411136"/>
                <a:ext cx="98280" cy="22356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5FAB96BA-5263-C16F-AF4B-9D44AF153CE7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1372680" y="2406816"/>
                  <a:ext cx="10692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F52D1ECF-A5C5-92CC-135D-2583DD1375F6}"/>
                    </a:ext>
                  </a:extLst>
                </p14:cNvPr>
                <p14:cNvContentPartPr/>
                <p14:nvPr/>
              </p14:nvContentPartPr>
              <p14:xfrm>
                <a:off x="1428480" y="2423016"/>
                <a:ext cx="88920" cy="2088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F52D1ECF-A5C5-92CC-135D-2583DD1375F6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1424160" y="2418696"/>
                  <a:ext cx="9756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2BDFCD99-D9AD-B8D9-9F97-67D5A1B91187}"/>
                    </a:ext>
                  </a:extLst>
                </p14:cNvPr>
                <p14:cNvContentPartPr/>
                <p14:nvPr/>
              </p14:nvContentPartPr>
              <p14:xfrm>
                <a:off x="998640" y="2740536"/>
                <a:ext cx="420480" cy="49104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2BDFCD99-D9AD-B8D9-9F97-67D5A1B91187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994320" y="2736216"/>
                  <a:ext cx="429120" cy="49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3A6B5C2B-6786-A829-8101-AF10EB379CB1}"/>
                    </a:ext>
                  </a:extLst>
                </p14:cNvPr>
                <p14:cNvContentPartPr/>
                <p14:nvPr/>
              </p14:nvContentPartPr>
              <p14:xfrm>
                <a:off x="680760" y="3196296"/>
                <a:ext cx="410040" cy="46872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3A6B5C2B-6786-A829-8101-AF10EB379CB1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676440" y="3191976"/>
                  <a:ext cx="418680" cy="47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A1B7A909-2E9C-0CB9-D695-2669E59082E2}"/>
                    </a:ext>
                  </a:extLst>
                </p14:cNvPr>
                <p14:cNvContentPartPr/>
                <p14:nvPr/>
              </p14:nvContentPartPr>
              <p14:xfrm>
                <a:off x="801360" y="3346416"/>
                <a:ext cx="96840" cy="16704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A1B7A909-2E9C-0CB9-D695-2669E59082E2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797040" y="3342096"/>
                  <a:ext cx="105480" cy="1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3F9F8A40-650A-C1EC-EA23-178D8D81CCD9}"/>
                    </a:ext>
                  </a:extLst>
                </p14:cNvPr>
                <p14:cNvContentPartPr/>
                <p14:nvPr/>
              </p14:nvContentPartPr>
              <p14:xfrm>
                <a:off x="1469160" y="2715696"/>
                <a:ext cx="348840" cy="54936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3F9F8A40-650A-C1EC-EA23-178D8D81CCD9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1464840" y="2711376"/>
                  <a:ext cx="357480" cy="55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04569441-128A-1FA2-166F-67D19702E042}"/>
                    </a:ext>
                  </a:extLst>
                </p14:cNvPr>
                <p14:cNvContentPartPr/>
                <p14:nvPr/>
              </p14:nvContentPartPr>
              <p14:xfrm>
                <a:off x="1776960" y="3371256"/>
                <a:ext cx="124560" cy="11016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04569441-128A-1FA2-166F-67D19702E042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1772640" y="3366936"/>
                  <a:ext cx="13320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4BBA55B1-3091-EF5B-EAA7-9B9DB83CA5A5}"/>
                    </a:ext>
                  </a:extLst>
                </p14:cNvPr>
                <p14:cNvContentPartPr/>
                <p14:nvPr/>
              </p14:nvContentPartPr>
              <p14:xfrm>
                <a:off x="1607400" y="3249216"/>
                <a:ext cx="441000" cy="43128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4BBA55B1-3091-EF5B-EAA7-9B9DB83CA5A5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1603080" y="3244896"/>
                  <a:ext cx="449640" cy="439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9" name="Group 138">
            <a:extLst>
              <a:ext uri="{FF2B5EF4-FFF2-40B4-BE49-F238E27FC236}">
                <a16:creationId xmlns:a16="http://schemas.microsoft.com/office/drawing/2014/main" id="{D743868A-D0FB-DCDD-CB67-B474C6809BAB}"/>
              </a:ext>
            </a:extLst>
          </p:cNvPr>
          <p:cNvGrpSpPr/>
          <p:nvPr/>
        </p:nvGrpSpPr>
        <p:grpSpPr>
          <a:xfrm>
            <a:off x="2587320" y="1542816"/>
            <a:ext cx="1208520" cy="2038680"/>
            <a:chOff x="2587320" y="1542816"/>
            <a:chExt cx="1208520" cy="2038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885B25D9-01B2-D30B-7AD3-A5B041AB4362}"/>
                    </a:ext>
                  </a:extLst>
                </p14:cNvPr>
                <p14:cNvContentPartPr/>
                <p14:nvPr/>
              </p14:nvContentPartPr>
              <p14:xfrm>
                <a:off x="3120840" y="1542816"/>
                <a:ext cx="163080" cy="35028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885B25D9-01B2-D30B-7AD3-A5B041AB4362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3116520" y="1538496"/>
                  <a:ext cx="171720" cy="35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F1039921-50E5-2C02-646D-6068BE90B22B}"/>
                    </a:ext>
                  </a:extLst>
                </p14:cNvPr>
                <p14:cNvContentPartPr/>
                <p14:nvPr/>
              </p14:nvContentPartPr>
              <p14:xfrm>
                <a:off x="3153240" y="1835856"/>
                <a:ext cx="115920" cy="4536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F1039921-50E5-2C02-646D-6068BE90B22B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3148920" y="1831536"/>
                  <a:ext cx="12456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7BBBFE26-4CB5-BB53-D8DD-427EAA5B65AB}"/>
                    </a:ext>
                  </a:extLst>
                </p14:cNvPr>
                <p14:cNvContentPartPr/>
                <p14:nvPr/>
              </p14:nvContentPartPr>
              <p14:xfrm>
                <a:off x="3246120" y="1837656"/>
                <a:ext cx="138600" cy="6336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7BBBFE26-4CB5-BB53-D8DD-427EAA5B65AB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3241800" y="1833336"/>
                  <a:ext cx="14724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6FC72427-67A9-4E84-5832-1F580115BB3F}"/>
                    </a:ext>
                  </a:extLst>
                </p14:cNvPr>
                <p14:cNvContentPartPr/>
                <p14:nvPr/>
              </p14:nvContentPartPr>
              <p14:xfrm>
                <a:off x="2988000" y="1901736"/>
                <a:ext cx="455760" cy="50868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6FC72427-67A9-4E84-5832-1F580115BB3F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2983680" y="1897416"/>
                  <a:ext cx="464400" cy="51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36C7FB58-1E6F-919D-25DF-BD21CCF697D4}"/>
                    </a:ext>
                  </a:extLst>
                </p14:cNvPr>
                <p14:cNvContentPartPr/>
                <p14:nvPr/>
              </p14:nvContentPartPr>
              <p14:xfrm>
                <a:off x="3160080" y="2080296"/>
                <a:ext cx="84240" cy="17496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36C7FB58-1E6F-919D-25DF-BD21CCF697D4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3155760" y="2075976"/>
                  <a:ext cx="9288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911D9BB9-AE78-4245-4172-0FDF5E7AE148}"/>
                    </a:ext>
                  </a:extLst>
                </p14:cNvPr>
                <p14:cNvContentPartPr/>
                <p14:nvPr/>
              </p14:nvContentPartPr>
              <p14:xfrm>
                <a:off x="3218040" y="2039256"/>
                <a:ext cx="99720" cy="2916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911D9BB9-AE78-4245-4172-0FDF5E7AE148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3213720" y="2034936"/>
                  <a:ext cx="10836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550AD0F4-9405-D4AA-E12F-B5FAC044CFD1}"/>
                    </a:ext>
                  </a:extLst>
                </p14:cNvPr>
                <p14:cNvContentPartPr/>
                <p14:nvPr/>
              </p14:nvContentPartPr>
              <p14:xfrm>
                <a:off x="2907720" y="2397096"/>
                <a:ext cx="213480" cy="58716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550AD0F4-9405-D4AA-E12F-B5FAC044CFD1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2903400" y="2392776"/>
                  <a:ext cx="222120" cy="59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E460339A-9BA7-BC0F-D831-4FACE2CC3001}"/>
                    </a:ext>
                  </a:extLst>
                </p14:cNvPr>
                <p14:cNvContentPartPr/>
                <p14:nvPr/>
              </p14:nvContentPartPr>
              <p14:xfrm>
                <a:off x="2751840" y="3170016"/>
                <a:ext cx="127080" cy="15768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E460339A-9BA7-BC0F-D831-4FACE2CC3001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2747520" y="3165696"/>
                  <a:ext cx="135720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40720B6B-02D3-8EC3-225A-4EB18C85001E}"/>
                    </a:ext>
                  </a:extLst>
                </p14:cNvPr>
                <p14:cNvContentPartPr/>
                <p14:nvPr/>
              </p14:nvContentPartPr>
              <p14:xfrm>
                <a:off x="2587320" y="2960496"/>
                <a:ext cx="467280" cy="62100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40720B6B-02D3-8EC3-225A-4EB18C85001E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2583000" y="2956176"/>
                  <a:ext cx="475920" cy="62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1722FBB7-E751-9FD4-028B-41EC4E9E6089}"/>
                    </a:ext>
                  </a:extLst>
                </p14:cNvPr>
                <p14:cNvContentPartPr/>
                <p14:nvPr/>
              </p14:nvContentPartPr>
              <p14:xfrm>
                <a:off x="3247920" y="2410416"/>
                <a:ext cx="305280" cy="69300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1722FBB7-E751-9FD4-028B-41EC4E9E6089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3243600" y="2406096"/>
                  <a:ext cx="313920" cy="70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48D55A15-D6DF-D473-E72E-F4CBAFA732A4}"/>
                    </a:ext>
                  </a:extLst>
                </p14:cNvPr>
                <p14:cNvContentPartPr/>
                <p14:nvPr/>
              </p14:nvContentPartPr>
              <p14:xfrm>
                <a:off x="3453120" y="3220416"/>
                <a:ext cx="95760" cy="16704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48D55A15-D6DF-D473-E72E-F4CBAFA732A4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3448800" y="3216096"/>
                  <a:ext cx="104400" cy="1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06872FEF-A2D8-30BC-52B2-9745E1651C4B}"/>
                    </a:ext>
                  </a:extLst>
                </p14:cNvPr>
                <p14:cNvContentPartPr/>
                <p14:nvPr/>
              </p14:nvContentPartPr>
              <p14:xfrm>
                <a:off x="3287160" y="3024576"/>
                <a:ext cx="508680" cy="52524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06872FEF-A2D8-30BC-52B2-9745E1651C4B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3282840" y="3020256"/>
                  <a:ext cx="517320" cy="533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6" name="Group 145">
            <a:extLst>
              <a:ext uri="{FF2B5EF4-FFF2-40B4-BE49-F238E27FC236}">
                <a16:creationId xmlns:a16="http://schemas.microsoft.com/office/drawing/2014/main" id="{E08D51A0-43D5-0C24-A21D-0A0BC96EC0B9}"/>
              </a:ext>
            </a:extLst>
          </p:cNvPr>
          <p:cNvGrpSpPr/>
          <p:nvPr/>
        </p:nvGrpSpPr>
        <p:grpSpPr>
          <a:xfrm>
            <a:off x="2603520" y="1401696"/>
            <a:ext cx="450720" cy="239760"/>
            <a:chOff x="2603520" y="1401696"/>
            <a:chExt cx="450720" cy="239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0D06E13E-E34A-2A36-B1B1-E17AED3295FA}"/>
                    </a:ext>
                  </a:extLst>
                </p14:cNvPr>
                <p14:cNvContentPartPr/>
                <p14:nvPr/>
              </p14:nvContentPartPr>
              <p14:xfrm>
                <a:off x="2603520" y="1523016"/>
                <a:ext cx="120600" cy="11844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0D06E13E-E34A-2A36-B1B1-E17AED3295FA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2599200" y="1518696"/>
                  <a:ext cx="12924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173BDA76-B886-7077-1968-BAE2375918A4}"/>
                    </a:ext>
                  </a:extLst>
                </p14:cNvPr>
                <p14:cNvContentPartPr/>
                <p14:nvPr/>
              </p14:nvContentPartPr>
              <p14:xfrm>
                <a:off x="2757240" y="1537776"/>
                <a:ext cx="56880" cy="7380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173BDA76-B886-7077-1968-BAE2375918A4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2752920" y="1533456"/>
                  <a:ext cx="6552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295C8046-47F3-8B67-9F04-59FC0B6B3C2F}"/>
                    </a:ext>
                  </a:extLst>
                </p14:cNvPr>
                <p14:cNvContentPartPr/>
                <p14:nvPr/>
              </p14:nvContentPartPr>
              <p14:xfrm>
                <a:off x="2811240" y="1555416"/>
                <a:ext cx="360" cy="36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295C8046-47F3-8B67-9F04-59FC0B6B3C2F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2806920" y="1551096"/>
                  <a:ext cx="900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3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30D732DF-51F3-28B7-D85B-2C50B6EECD27}"/>
                    </a:ext>
                  </a:extLst>
                </p14:cNvPr>
                <p14:cNvContentPartPr/>
                <p14:nvPr/>
              </p14:nvContentPartPr>
              <p14:xfrm>
                <a:off x="2811240" y="1543176"/>
                <a:ext cx="91440" cy="6516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30D732DF-51F3-28B7-D85B-2C50B6EECD27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2806920" y="1538856"/>
                  <a:ext cx="10008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5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CA4DD7F0-0AF8-3398-4F3F-1B1250F35999}"/>
                    </a:ext>
                  </a:extLst>
                </p14:cNvPr>
                <p14:cNvContentPartPr/>
                <p14:nvPr/>
              </p14:nvContentPartPr>
              <p14:xfrm>
                <a:off x="2940480" y="1401696"/>
                <a:ext cx="72000" cy="19476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CA4DD7F0-0AF8-3398-4F3F-1B1250F35999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2936160" y="1397376"/>
                  <a:ext cx="80640" cy="2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7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C14CF868-A930-CE82-F102-4032785CB083}"/>
                    </a:ext>
                  </a:extLst>
                </p14:cNvPr>
                <p14:cNvContentPartPr/>
                <p14:nvPr/>
              </p14:nvContentPartPr>
              <p14:xfrm>
                <a:off x="2931480" y="1495296"/>
                <a:ext cx="122760" cy="2340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C14CF868-A930-CE82-F102-4032785CB083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2927160" y="1490976"/>
                  <a:ext cx="131400" cy="32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9" name="Group 148">
            <a:extLst>
              <a:ext uri="{FF2B5EF4-FFF2-40B4-BE49-F238E27FC236}">
                <a16:creationId xmlns:a16="http://schemas.microsoft.com/office/drawing/2014/main" id="{7D6D39A1-BC22-C1D3-6C0E-A7912E5FAF97}"/>
              </a:ext>
            </a:extLst>
          </p:cNvPr>
          <p:cNvGrpSpPr/>
          <p:nvPr/>
        </p:nvGrpSpPr>
        <p:grpSpPr>
          <a:xfrm>
            <a:off x="7329240" y="1129176"/>
            <a:ext cx="102240" cy="115920"/>
            <a:chOff x="7329240" y="1129176"/>
            <a:chExt cx="102240" cy="115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9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39DE7630-1B3F-C314-7D68-7254CF1A0DD0}"/>
                    </a:ext>
                  </a:extLst>
                </p14:cNvPr>
                <p14:cNvContentPartPr/>
                <p14:nvPr/>
              </p14:nvContentPartPr>
              <p14:xfrm>
                <a:off x="7329240" y="1129176"/>
                <a:ext cx="17280" cy="11592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39DE7630-1B3F-C314-7D68-7254CF1A0DD0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7324920" y="1124856"/>
                  <a:ext cx="2592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1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B2FE2E68-8DD5-5ADE-56E2-55CF09537E3C}"/>
                    </a:ext>
                  </a:extLst>
                </p14:cNvPr>
                <p14:cNvContentPartPr/>
                <p14:nvPr/>
              </p14:nvContentPartPr>
              <p14:xfrm>
                <a:off x="7373160" y="1132776"/>
                <a:ext cx="58320" cy="8748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B2FE2E68-8DD5-5ADE-56E2-55CF09537E3C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7368840" y="1128456"/>
                  <a:ext cx="66960" cy="96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5" name="Group 154">
            <a:extLst>
              <a:ext uri="{FF2B5EF4-FFF2-40B4-BE49-F238E27FC236}">
                <a16:creationId xmlns:a16="http://schemas.microsoft.com/office/drawing/2014/main" id="{FAECB636-A758-1000-7527-6C958442BCEB}"/>
              </a:ext>
            </a:extLst>
          </p:cNvPr>
          <p:cNvGrpSpPr/>
          <p:nvPr/>
        </p:nvGrpSpPr>
        <p:grpSpPr>
          <a:xfrm>
            <a:off x="8782560" y="889056"/>
            <a:ext cx="90360" cy="183960"/>
            <a:chOff x="8782560" y="889056"/>
            <a:chExt cx="90360" cy="183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3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EFFE2535-E947-57EC-7694-6195B01F19A2}"/>
                    </a:ext>
                  </a:extLst>
                </p14:cNvPr>
                <p14:cNvContentPartPr/>
                <p14:nvPr/>
              </p14:nvContentPartPr>
              <p14:xfrm>
                <a:off x="8782560" y="889056"/>
                <a:ext cx="67320" cy="18396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EFFE2535-E947-57EC-7694-6195B01F19A2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8778240" y="884736"/>
                  <a:ext cx="7596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5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75640668-2C7B-E384-F27B-5EC6198B1F30}"/>
                    </a:ext>
                  </a:extLst>
                </p14:cNvPr>
                <p14:cNvContentPartPr/>
                <p14:nvPr/>
              </p14:nvContentPartPr>
              <p14:xfrm>
                <a:off x="8807040" y="912096"/>
                <a:ext cx="65880" cy="3276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75640668-2C7B-E384-F27B-5EC6198B1F30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8802720" y="907776"/>
                  <a:ext cx="74520" cy="41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67">
            <p14:nvContentPartPr>
              <p14:cNvPr id="156" name="Ink 155">
                <a:extLst>
                  <a:ext uri="{FF2B5EF4-FFF2-40B4-BE49-F238E27FC236}">
                    <a16:creationId xmlns:a16="http://schemas.microsoft.com/office/drawing/2014/main" id="{ECA15C54-FABE-EF3E-F884-FC354847D618}"/>
                  </a:ext>
                </a:extLst>
              </p14:cNvPr>
              <p14:cNvContentPartPr/>
              <p14:nvPr/>
            </p14:nvContentPartPr>
            <p14:xfrm>
              <a:off x="8326800" y="1794456"/>
              <a:ext cx="14760" cy="164520"/>
            </p14:xfrm>
          </p:contentPart>
        </mc:Choice>
        <mc:Fallback xmlns="">
          <p:pic>
            <p:nvPicPr>
              <p:cNvPr id="156" name="Ink 155">
                <a:extLst>
                  <a:ext uri="{FF2B5EF4-FFF2-40B4-BE49-F238E27FC236}">
                    <a16:creationId xmlns:a16="http://schemas.microsoft.com/office/drawing/2014/main" id="{ECA15C54-FABE-EF3E-F884-FC354847D618}"/>
                  </a:ext>
                </a:extLst>
              </p:cNvPr>
              <p:cNvPicPr/>
              <p:nvPr/>
            </p:nvPicPr>
            <p:blipFill>
              <a:blip r:embed="rId268"/>
              <a:stretch>
                <a:fillRect/>
              </a:stretch>
            </p:blipFill>
            <p:spPr>
              <a:xfrm>
                <a:off x="8322480" y="1790136"/>
                <a:ext cx="23400" cy="173160"/>
              </a:xfrm>
              <a:prstGeom prst="rect">
                <a:avLst/>
              </a:prstGeom>
            </p:spPr>
          </p:pic>
        </mc:Fallback>
      </mc:AlternateContent>
      <p:grpSp>
        <p:nvGrpSpPr>
          <p:cNvPr id="159" name="Group 158">
            <a:extLst>
              <a:ext uri="{FF2B5EF4-FFF2-40B4-BE49-F238E27FC236}">
                <a16:creationId xmlns:a16="http://schemas.microsoft.com/office/drawing/2014/main" id="{E48CBB83-296C-5D47-9E29-3C0B379BB785}"/>
              </a:ext>
            </a:extLst>
          </p:cNvPr>
          <p:cNvGrpSpPr/>
          <p:nvPr/>
        </p:nvGrpSpPr>
        <p:grpSpPr>
          <a:xfrm>
            <a:off x="10537920" y="1057536"/>
            <a:ext cx="213120" cy="116280"/>
            <a:chOff x="10537920" y="1057536"/>
            <a:chExt cx="213120" cy="116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9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ED5E0A33-37CF-A02F-4C13-86028639AE8F}"/>
                    </a:ext>
                  </a:extLst>
                </p14:cNvPr>
                <p14:cNvContentPartPr/>
                <p14:nvPr/>
              </p14:nvContentPartPr>
              <p14:xfrm>
                <a:off x="10537920" y="1059696"/>
                <a:ext cx="101160" cy="11412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ED5E0A33-37CF-A02F-4C13-86028639AE8F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10533600" y="1055376"/>
                  <a:ext cx="10980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1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DA81FA7D-0E6E-4E8A-73F9-EF864C12FE08}"/>
                    </a:ext>
                  </a:extLst>
                </p14:cNvPr>
                <p14:cNvContentPartPr/>
                <p14:nvPr/>
              </p14:nvContentPartPr>
              <p14:xfrm>
                <a:off x="10681200" y="1057536"/>
                <a:ext cx="69840" cy="11016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DA81FA7D-0E6E-4E8A-73F9-EF864C12FE08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10676880" y="1053216"/>
                  <a:ext cx="78480" cy="118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2" name="Group 161">
            <a:extLst>
              <a:ext uri="{FF2B5EF4-FFF2-40B4-BE49-F238E27FC236}">
                <a16:creationId xmlns:a16="http://schemas.microsoft.com/office/drawing/2014/main" id="{6D01599C-5E3B-CC3E-EA84-5BC8AB877B94}"/>
              </a:ext>
            </a:extLst>
          </p:cNvPr>
          <p:cNvGrpSpPr/>
          <p:nvPr/>
        </p:nvGrpSpPr>
        <p:grpSpPr>
          <a:xfrm>
            <a:off x="10078200" y="1938816"/>
            <a:ext cx="136080" cy="160920"/>
            <a:chOff x="10078200" y="1938816"/>
            <a:chExt cx="136080" cy="160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3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D792C59A-9D6B-6A25-3CB7-95C126124EB3}"/>
                    </a:ext>
                  </a:extLst>
                </p14:cNvPr>
                <p14:cNvContentPartPr/>
                <p14:nvPr/>
              </p14:nvContentPartPr>
              <p14:xfrm>
                <a:off x="10078200" y="1960416"/>
                <a:ext cx="16560" cy="13932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D792C59A-9D6B-6A25-3CB7-95C126124EB3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10073880" y="1956096"/>
                  <a:ext cx="25200" cy="14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5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484D5C07-060A-7C83-273B-511383B0A943}"/>
                    </a:ext>
                  </a:extLst>
                </p14:cNvPr>
                <p14:cNvContentPartPr/>
                <p14:nvPr/>
              </p14:nvContentPartPr>
              <p14:xfrm>
                <a:off x="10140480" y="1938816"/>
                <a:ext cx="73800" cy="13212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484D5C07-060A-7C83-273B-511383B0A943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10136160" y="1934496"/>
                  <a:ext cx="82440" cy="140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5" name="Group 164">
            <a:extLst>
              <a:ext uri="{FF2B5EF4-FFF2-40B4-BE49-F238E27FC236}">
                <a16:creationId xmlns:a16="http://schemas.microsoft.com/office/drawing/2014/main" id="{2DE26DC9-6729-2442-D1C2-EEB9031445D5}"/>
              </a:ext>
            </a:extLst>
          </p:cNvPr>
          <p:cNvGrpSpPr/>
          <p:nvPr/>
        </p:nvGrpSpPr>
        <p:grpSpPr>
          <a:xfrm>
            <a:off x="10969920" y="1993536"/>
            <a:ext cx="230760" cy="146520"/>
            <a:chOff x="10969920" y="1993536"/>
            <a:chExt cx="230760" cy="146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7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B885A7FF-32C1-E041-7606-C7EDB2D83A36}"/>
                    </a:ext>
                  </a:extLst>
                </p14:cNvPr>
                <p14:cNvContentPartPr/>
                <p14:nvPr/>
              </p14:nvContentPartPr>
              <p14:xfrm>
                <a:off x="10969920" y="2032416"/>
                <a:ext cx="110880" cy="10764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B885A7FF-32C1-E041-7606-C7EDB2D83A36}"/>
                    </a:ext>
                  </a:extLst>
                </p:cNvPr>
                <p:cNvPicPr/>
                <p:nvPr/>
              </p:nvPicPr>
              <p:blipFill>
                <a:blip r:embed="rId278"/>
                <a:stretch>
                  <a:fillRect/>
                </a:stretch>
              </p:blipFill>
              <p:spPr>
                <a:xfrm>
                  <a:off x="10965600" y="2028096"/>
                  <a:ext cx="11952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9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73727E1B-92EF-EDC7-1B6B-38046CFFA382}"/>
                    </a:ext>
                  </a:extLst>
                </p14:cNvPr>
                <p14:cNvContentPartPr/>
                <p14:nvPr/>
              </p14:nvContentPartPr>
              <p14:xfrm>
                <a:off x="11106720" y="1993536"/>
                <a:ext cx="93960" cy="12708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73727E1B-92EF-EDC7-1B6B-38046CFFA382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11102400" y="1989216"/>
                  <a:ext cx="102600" cy="135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9" name="Group 168">
            <a:extLst>
              <a:ext uri="{FF2B5EF4-FFF2-40B4-BE49-F238E27FC236}">
                <a16:creationId xmlns:a16="http://schemas.microsoft.com/office/drawing/2014/main" id="{0544E597-A7AE-F3C1-1B1C-D585049BF257}"/>
              </a:ext>
            </a:extLst>
          </p:cNvPr>
          <p:cNvGrpSpPr/>
          <p:nvPr/>
        </p:nvGrpSpPr>
        <p:grpSpPr>
          <a:xfrm>
            <a:off x="7165440" y="3780936"/>
            <a:ext cx="182880" cy="141120"/>
            <a:chOff x="7165440" y="3780936"/>
            <a:chExt cx="182880" cy="141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1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0F1DF412-5691-F38D-BB88-4400B2DF22EF}"/>
                    </a:ext>
                  </a:extLst>
                </p14:cNvPr>
                <p14:cNvContentPartPr/>
                <p14:nvPr/>
              </p14:nvContentPartPr>
              <p14:xfrm>
                <a:off x="7165440" y="3808656"/>
                <a:ext cx="2520" cy="11340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0F1DF412-5691-F38D-BB88-4400B2DF22EF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7161120" y="3804336"/>
                  <a:ext cx="1116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3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4F51C959-0039-EFCD-1ED0-EC6595E80A58}"/>
                    </a:ext>
                  </a:extLst>
                </p14:cNvPr>
                <p14:cNvContentPartPr/>
                <p14:nvPr/>
              </p14:nvContentPartPr>
              <p14:xfrm>
                <a:off x="7223400" y="3796056"/>
                <a:ext cx="60480" cy="9612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4F51C959-0039-EFCD-1ED0-EC6595E80A58}"/>
                    </a:ext>
                  </a:extLst>
                </p:cNvPr>
                <p:cNvPicPr/>
                <p:nvPr/>
              </p:nvPicPr>
              <p:blipFill>
                <a:blip r:embed="rId284"/>
                <a:stretch>
                  <a:fillRect/>
                </a:stretch>
              </p:blipFill>
              <p:spPr>
                <a:xfrm>
                  <a:off x="7219080" y="3791736"/>
                  <a:ext cx="69120" cy="10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5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8AEFD2DA-7B99-80E1-975F-4FC3ABE9105A}"/>
                    </a:ext>
                  </a:extLst>
                </p14:cNvPr>
                <p14:cNvContentPartPr/>
                <p14:nvPr/>
              </p14:nvContentPartPr>
              <p14:xfrm>
                <a:off x="7239600" y="3780936"/>
                <a:ext cx="108720" cy="2016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8AEFD2DA-7B99-80E1-975F-4FC3ABE9105A}"/>
                    </a:ext>
                  </a:extLst>
                </p:cNvPr>
                <p:cNvPicPr/>
                <p:nvPr/>
              </p:nvPicPr>
              <p:blipFill>
                <a:blip r:embed="rId286"/>
                <a:stretch>
                  <a:fillRect/>
                </a:stretch>
              </p:blipFill>
              <p:spPr>
                <a:xfrm>
                  <a:off x="7235280" y="3776616"/>
                  <a:ext cx="117360" cy="28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87">
            <p14:nvContentPartPr>
              <p14:cNvPr id="170" name="Ink 169">
                <a:extLst>
                  <a:ext uri="{FF2B5EF4-FFF2-40B4-BE49-F238E27FC236}">
                    <a16:creationId xmlns:a16="http://schemas.microsoft.com/office/drawing/2014/main" id="{5D1DD5B2-4CB2-4AB1-B58F-8B4E27CDAE83}"/>
                  </a:ext>
                </a:extLst>
              </p14:cNvPr>
              <p14:cNvContentPartPr/>
              <p14:nvPr/>
            </p14:nvContentPartPr>
            <p14:xfrm>
              <a:off x="7595280" y="4611456"/>
              <a:ext cx="35280" cy="126360"/>
            </p14:xfrm>
          </p:contentPart>
        </mc:Choice>
        <mc:Fallback xmlns="">
          <p:pic>
            <p:nvPicPr>
              <p:cNvPr id="170" name="Ink 169">
                <a:extLst>
                  <a:ext uri="{FF2B5EF4-FFF2-40B4-BE49-F238E27FC236}">
                    <a16:creationId xmlns:a16="http://schemas.microsoft.com/office/drawing/2014/main" id="{5D1DD5B2-4CB2-4AB1-B58F-8B4E27CDAE83}"/>
                  </a:ext>
                </a:extLst>
              </p:cNvPr>
              <p:cNvPicPr/>
              <p:nvPr/>
            </p:nvPicPr>
            <p:blipFill>
              <a:blip r:embed="rId288"/>
              <a:stretch>
                <a:fillRect/>
              </a:stretch>
            </p:blipFill>
            <p:spPr>
              <a:xfrm>
                <a:off x="7590960" y="4607136"/>
                <a:ext cx="43920" cy="13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9">
            <p14:nvContentPartPr>
              <p14:cNvPr id="171" name="Ink 170">
                <a:extLst>
                  <a:ext uri="{FF2B5EF4-FFF2-40B4-BE49-F238E27FC236}">
                    <a16:creationId xmlns:a16="http://schemas.microsoft.com/office/drawing/2014/main" id="{37ACD7C9-F05F-CC29-C367-5C90178AC1A4}"/>
                  </a:ext>
                </a:extLst>
              </p14:cNvPr>
              <p14:cNvContentPartPr/>
              <p14:nvPr/>
            </p14:nvContentPartPr>
            <p14:xfrm>
              <a:off x="6671160" y="4590216"/>
              <a:ext cx="72360" cy="203760"/>
            </p14:xfrm>
          </p:contentPart>
        </mc:Choice>
        <mc:Fallback xmlns="">
          <p:pic>
            <p:nvPicPr>
              <p:cNvPr id="171" name="Ink 170">
                <a:extLst>
                  <a:ext uri="{FF2B5EF4-FFF2-40B4-BE49-F238E27FC236}">
                    <a16:creationId xmlns:a16="http://schemas.microsoft.com/office/drawing/2014/main" id="{37ACD7C9-F05F-CC29-C367-5C90178AC1A4}"/>
                  </a:ext>
                </a:extLst>
              </p:cNvPr>
              <p:cNvPicPr/>
              <p:nvPr/>
            </p:nvPicPr>
            <p:blipFill>
              <a:blip r:embed="rId290"/>
              <a:stretch>
                <a:fillRect/>
              </a:stretch>
            </p:blipFill>
            <p:spPr>
              <a:xfrm>
                <a:off x="6666840" y="4585896"/>
                <a:ext cx="81000" cy="212400"/>
              </a:xfrm>
              <a:prstGeom prst="rect">
                <a:avLst/>
              </a:prstGeom>
            </p:spPr>
          </p:pic>
        </mc:Fallback>
      </mc:AlternateContent>
      <p:grpSp>
        <p:nvGrpSpPr>
          <p:cNvPr id="174" name="Group 173">
            <a:extLst>
              <a:ext uri="{FF2B5EF4-FFF2-40B4-BE49-F238E27FC236}">
                <a16:creationId xmlns:a16="http://schemas.microsoft.com/office/drawing/2014/main" id="{C56E64D9-70F9-CDF5-05BE-1AC1BED06BDC}"/>
              </a:ext>
            </a:extLst>
          </p:cNvPr>
          <p:cNvGrpSpPr/>
          <p:nvPr/>
        </p:nvGrpSpPr>
        <p:grpSpPr>
          <a:xfrm>
            <a:off x="6083640" y="5483376"/>
            <a:ext cx="167040" cy="168120"/>
            <a:chOff x="6083640" y="5483376"/>
            <a:chExt cx="167040" cy="168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1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479F3221-2617-B43C-BEA8-1925FBD1A90A}"/>
                    </a:ext>
                  </a:extLst>
                </p14:cNvPr>
                <p14:cNvContentPartPr/>
                <p14:nvPr/>
              </p14:nvContentPartPr>
              <p14:xfrm>
                <a:off x="6083640" y="5483376"/>
                <a:ext cx="117720" cy="16812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479F3221-2617-B43C-BEA8-1925FBD1A90A}"/>
                    </a:ext>
                  </a:extLst>
                </p:cNvPr>
                <p:cNvPicPr/>
                <p:nvPr/>
              </p:nvPicPr>
              <p:blipFill>
                <a:blip r:embed="rId292"/>
                <a:stretch>
                  <a:fillRect/>
                </a:stretch>
              </p:blipFill>
              <p:spPr>
                <a:xfrm>
                  <a:off x="6079320" y="5479056"/>
                  <a:ext cx="12636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3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0B546FA1-7213-AF08-E662-EC665DBB7B35}"/>
                    </a:ext>
                  </a:extLst>
                </p14:cNvPr>
                <p14:cNvContentPartPr/>
                <p14:nvPr/>
              </p14:nvContentPartPr>
              <p14:xfrm>
                <a:off x="6137640" y="5503896"/>
                <a:ext cx="113040" cy="7200"/>
              </p14:xfrm>
            </p:contentPart>
          </mc:Choice>
          <mc:Fallback xmlns=""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0B546FA1-7213-AF08-E662-EC665DBB7B35}"/>
                    </a:ext>
                  </a:extLst>
                </p:cNvPr>
                <p:cNvPicPr/>
                <p:nvPr/>
              </p:nvPicPr>
              <p:blipFill>
                <a:blip r:embed="rId294"/>
                <a:stretch>
                  <a:fillRect/>
                </a:stretch>
              </p:blipFill>
              <p:spPr>
                <a:xfrm>
                  <a:off x="6133320" y="5499576"/>
                  <a:ext cx="121680" cy="15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1" name="Group 180">
            <a:extLst>
              <a:ext uri="{FF2B5EF4-FFF2-40B4-BE49-F238E27FC236}">
                <a16:creationId xmlns:a16="http://schemas.microsoft.com/office/drawing/2014/main" id="{4D47E41B-A2F9-3E60-4315-DEDBA5A88D7C}"/>
              </a:ext>
            </a:extLst>
          </p:cNvPr>
          <p:cNvGrpSpPr/>
          <p:nvPr/>
        </p:nvGrpSpPr>
        <p:grpSpPr>
          <a:xfrm>
            <a:off x="10168560" y="3537216"/>
            <a:ext cx="191880" cy="170280"/>
            <a:chOff x="10168560" y="3537216"/>
            <a:chExt cx="191880" cy="170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5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BBCBBE8F-5CD7-DFA9-756C-307EF8E076B4}"/>
                    </a:ext>
                  </a:extLst>
                </p14:cNvPr>
                <p14:cNvContentPartPr/>
                <p14:nvPr/>
              </p14:nvContentPartPr>
              <p14:xfrm>
                <a:off x="10168560" y="3537216"/>
                <a:ext cx="102960" cy="17028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BBCBBE8F-5CD7-DFA9-756C-307EF8E076B4}"/>
                    </a:ext>
                  </a:extLst>
                </p:cNvPr>
                <p:cNvPicPr/>
                <p:nvPr/>
              </p:nvPicPr>
              <p:blipFill>
                <a:blip r:embed="rId296"/>
                <a:stretch>
                  <a:fillRect/>
                </a:stretch>
              </p:blipFill>
              <p:spPr>
                <a:xfrm>
                  <a:off x="10164240" y="3532896"/>
                  <a:ext cx="11160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7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3594596A-18EF-6DEE-2C43-F1847F7E5021}"/>
                    </a:ext>
                  </a:extLst>
                </p14:cNvPr>
                <p14:cNvContentPartPr/>
                <p14:nvPr/>
              </p14:nvContentPartPr>
              <p14:xfrm>
                <a:off x="10216800" y="3539376"/>
                <a:ext cx="143640" cy="3276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3594596A-18EF-6DEE-2C43-F1847F7E5021}"/>
                    </a:ext>
                  </a:extLst>
                </p:cNvPr>
                <p:cNvPicPr/>
                <p:nvPr/>
              </p:nvPicPr>
              <p:blipFill>
                <a:blip r:embed="rId298"/>
                <a:stretch>
                  <a:fillRect/>
                </a:stretch>
              </p:blipFill>
              <p:spPr>
                <a:xfrm>
                  <a:off x="10212480" y="3535056"/>
                  <a:ext cx="152280" cy="41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0" name="Group 179">
            <a:extLst>
              <a:ext uri="{FF2B5EF4-FFF2-40B4-BE49-F238E27FC236}">
                <a16:creationId xmlns:a16="http://schemas.microsoft.com/office/drawing/2014/main" id="{899A9D1E-4B7E-8309-1698-E51379BA9D6A}"/>
              </a:ext>
            </a:extLst>
          </p:cNvPr>
          <p:cNvGrpSpPr/>
          <p:nvPr/>
        </p:nvGrpSpPr>
        <p:grpSpPr>
          <a:xfrm>
            <a:off x="9662760" y="4324536"/>
            <a:ext cx="155520" cy="260640"/>
            <a:chOff x="9662760" y="4324536"/>
            <a:chExt cx="155520" cy="260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9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AAF69DEF-0E1B-4676-0F40-B4FAC1B7F862}"/>
                    </a:ext>
                  </a:extLst>
                </p14:cNvPr>
                <p14:cNvContentPartPr/>
                <p14:nvPr/>
              </p14:nvContentPartPr>
              <p14:xfrm>
                <a:off x="9662760" y="4324536"/>
                <a:ext cx="155520" cy="14400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AAF69DEF-0E1B-4676-0F40-B4FAC1B7F862}"/>
                    </a:ext>
                  </a:extLst>
                </p:cNvPr>
                <p:cNvPicPr/>
                <p:nvPr/>
              </p:nvPicPr>
              <p:blipFill>
                <a:blip r:embed="rId300"/>
                <a:stretch>
                  <a:fillRect/>
                </a:stretch>
              </p:blipFill>
              <p:spPr>
                <a:xfrm>
                  <a:off x="9658440" y="4320216"/>
                  <a:ext cx="16416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1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E7D6738B-809F-5A44-3538-6F0055B67E55}"/>
                    </a:ext>
                  </a:extLst>
                </p14:cNvPr>
                <p14:cNvContentPartPr/>
                <p14:nvPr/>
              </p14:nvContentPartPr>
              <p14:xfrm>
                <a:off x="9773280" y="4375656"/>
                <a:ext cx="30240" cy="20952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E7D6738B-809F-5A44-3538-6F0055B67E55}"/>
                    </a:ext>
                  </a:extLst>
                </p:cNvPr>
                <p:cNvPicPr/>
                <p:nvPr/>
              </p:nvPicPr>
              <p:blipFill>
                <a:blip r:embed="rId302"/>
                <a:stretch>
                  <a:fillRect/>
                </a:stretch>
              </p:blipFill>
              <p:spPr>
                <a:xfrm>
                  <a:off x="9768960" y="4371336"/>
                  <a:ext cx="38880" cy="218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03">
            <p14:nvContentPartPr>
              <p14:cNvPr id="179" name="Ink 178">
                <a:extLst>
                  <a:ext uri="{FF2B5EF4-FFF2-40B4-BE49-F238E27FC236}">
                    <a16:creationId xmlns:a16="http://schemas.microsoft.com/office/drawing/2014/main" id="{CB1A0C7E-0D18-D25D-73CF-E4259570DFB8}"/>
                  </a:ext>
                </a:extLst>
              </p14:cNvPr>
              <p14:cNvContentPartPr/>
              <p14:nvPr/>
            </p14:nvContentPartPr>
            <p14:xfrm>
              <a:off x="10542600" y="4328856"/>
              <a:ext cx="151560" cy="189000"/>
            </p14:xfrm>
          </p:contentPart>
        </mc:Choice>
        <mc:Fallback xmlns="">
          <p:pic>
            <p:nvPicPr>
              <p:cNvPr id="179" name="Ink 178">
                <a:extLst>
                  <a:ext uri="{FF2B5EF4-FFF2-40B4-BE49-F238E27FC236}">
                    <a16:creationId xmlns:a16="http://schemas.microsoft.com/office/drawing/2014/main" id="{CB1A0C7E-0D18-D25D-73CF-E4259570DFB8}"/>
                  </a:ext>
                </a:extLst>
              </p:cNvPr>
              <p:cNvPicPr/>
              <p:nvPr/>
            </p:nvPicPr>
            <p:blipFill>
              <a:blip r:embed="rId304"/>
              <a:stretch>
                <a:fillRect/>
              </a:stretch>
            </p:blipFill>
            <p:spPr>
              <a:xfrm>
                <a:off x="10538280" y="4324536"/>
                <a:ext cx="160200" cy="19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5">
            <p14:nvContentPartPr>
              <p14:cNvPr id="182" name="Ink 181">
                <a:extLst>
                  <a:ext uri="{FF2B5EF4-FFF2-40B4-BE49-F238E27FC236}">
                    <a16:creationId xmlns:a16="http://schemas.microsoft.com/office/drawing/2014/main" id="{C99E5D60-3597-DA56-E755-30CD74A66172}"/>
                  </a:ext>
                </a:extLst>
              </p14:cNvPr>
              <p14:cNvContentPartPr/>
              <p14:nvPr/>
            </p14:nvContentPartPr>
            <p14:xfrm>
              <a:off x="9103680" y="5245056"/>
              <a:ext cx="143640" cy="118800"/>
            </p14:xfrm>
          </p:contentPart>
        </mc:Choice>
        <mc:Fallback xmlns="">
          <p:pic>
            <p:nvPicPr>
              <p:cNvPr id="182" name="Ink 181">
                <a:extLst>
                  <a:ext uri="{FF2B5EF4-FFF2-40B4-BE49-F238E27FC236}">
                    <a16:creationId xmlns:a16="http://schemas.microsoft.com/office/drawing/2014/main" id="{C99E5D60-3597-DA56-E755-30CD74A66172}"/>
                  </a:ext>
                </a:extLst>
              </p:cNvPr>
              <p:cNvPicPr/>
              <p:nvPr/>
            </p:nvPicPr>
            <p:blipFill>
              <a:blip r:embed="rId306"/>
              <a:stretch>
                <a:fillRect/>
              </a:stretch>
            </p:blipFill>
            <p:spPr>
              <a:xfrm>
                <a:off x="9099360" y="5240736"/>
                <a:ext cx="152280" cy="12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7">
            <p14:nvContentPartPr>
              <p14:cNvPr id="183" name="Ink 182">
                <a:extLst>
                  <a:ext uri="{FF2B5EF4-FFF2-40B4-BE49-F238E27FC236}">
                    <a16:creationId xmlns:a16="http://schemas.microsoft.com/office/drawing/2014/main" id="{92DA8A23-8260-2A4C-1560-F722D13B6A35}"/>
                  </a:ext>
                </a:extLst>
              </p14:cNvPr>
              <p14:cNvContentPartPr/>
              <p14:nvPr/>
            </p14:nvContentPartPr>
            <p14:xfrm>
              <a:off x="9900360" y="5211936"/>
              <a:ext cx="53640" cy="121680"/>
            </p14:xfrm>
          </p:contentPart>
        </mc:Choice>
        <mc:Fallback xmlns="">
          <p:pic>
            <p:nvPicPr>
              <p:cNvPr id="183" name="Ink 182">
                <a:extLst>
                  <a:ext uri="{FF2B5EF4-FFF2-40B4-BE49-F238E27FC236}">
                    <a16:creationId xmlns:a16="http://schemas.microsoft.com/office/drawing/2014/main" id="{92DA8A23-8260-2A4C-1560-F722D13B6A35}"/>
                  </a:ext>
                </a:extLst>
              </p:cNvPr>
              <p:cNvPicPr/>
              <p:nvPr/>
            </p:nvPicPr>
            <p:blipFill>
              <a:blip r:embed="rId308"/>
              <a:stretch>
                <a:fillRect/>
              </a:stretch>
            </p:blipFill>
            <p:spPr>
              <a:xfrm>
                <a:off x="9896040" y="5207616"/>
                <a:ext cx="62280" cy="130320"/>
              </a:xfrm>
              <a:prstGeom prst="rect">
                <a:avLst/>
              </a:prstGeom>
            </p:spPr>
          </p:pic>
        </mc:Fallback>
      </mc:AlternateContent>
      <p:grpSp>
        <p:nvGrpSpPr>
          <p:cNvPr id="237" name="Group 236">
            <a:extLst>
              <a:ext uri="{FF2B5EF4-FFF2-40B4-BE49-F238E27FC236}">
                <a16:creationId xmlns:a16="http://schemas.microsoft.com/office/drawing/2014/main" id="{44EA79C2-3E5C-847D-6200-286C370C047E}"/>
              </a:ext>
            </a:extLst>
          </p:cNvPr>
          <p:cNvGrpSpPr/>
          <p:nvPr/>
        </p:nvGrpSpPr>
        <p:grpSpPr>
          <a:xfrm>
            <a:off x="581040" y="4425336"/>
            <a:ext cx="630000" cy="590760"/>
            <a:chOff x="581040" y="4425336"/>
            <a:chExt cx="630000" cy="590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9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69F90B33-8CBF-DCFB-3050-3BD53AACE34B}"/>
                    </a:ext>
                  </a:extLst>
                </p14:cNvPr>
                <p14:cNvContentPartPr/>
                <p14:nvPr/>
              </p14:nvContentPartPr>
              <p14:xfrm>
                <a:off x="581040" y="4425336"/>
                <a:ext cx="203040" cy="37620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69F90B33-8CBF-DCFB-3050-3BD53AACE34B}"/>
                    </a:ext>
                  </a:extLst>
                </p:cNvPr>
                <p:cNvPicPr/>
                <p:nvPr/>
              </p:nvPicPr>
              <p:blipFill>
                <a:blip r:embed="rId310"/>
                <a:stretch>
                  <a:fillRect/>
                </a:stretch>
              </p:blipFill>
              <p:spPr>
                <a:xfrm>
                  <a:off x="576360" y="4421016"/>
                  <a:ext cx="211680" cy="38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1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F8EA35FC-16E4-B905-C976-C4EE54AFCEC9}"/>
                    </a:ext>
                  </a:extLst>
                </p14:cNvPr>
                <p14:cNvContentPartPr/>
                <p14:nvPr/>
              </p14:nvContentPartPr>
              <p14:xfrm>
                <a:off x="788040" y="4673736"/>
                <a:ext cx="69480" cy="8784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F8EA35FC-16E4-B905-C976-C4EE54AFCEC9}"/>
                    </a:ext>
                  </a:extLst>
                </p:cNvPr>
                <p:cNvPicPr/>
                <p:nvPr/>
              </p:nvPicPr>
              <p:blipFill>
                <a:blip r:embed="rId312"/>
                <a:stretch>
                  <a:fillRect/>
                </a:stretch>
              </p:blipFill>
              <p:spPr>
                <a:xfrm>
                  <a:off x="783720" y="4669416"/>
                  <a:ext cx="78120" cy="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3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296109EF-DCEB-49E9-BD90-314405D82D56}"/>
                    </a:ext>
                  </a:extLst>
                </p14:cNvPr>
                <p14:cNvContentPartPr/>
                <p14:nvPr/>
              </p14:nvContentPartPr>
              <p14:xfrm>
                <a:off x="903240" y="4674816"/>
                <a:ext cx="86040" cy="93600"/>
              </p14:xfrm>
            </p:contentPart>
          </mc:Choice>
          <mc:Fallback xmlns=""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296109EF-DCEB-49E9-BD90-314405D82D56}"/>
                    </a:ext>
                  </a:extLst>
                </p:cNvPr>
                <p:cNvPicPr/>
                <p:nvPr/>
              </p:nvPicPr>
              <p:blipFill>
                <a:blip r:embed="rId314"/>
                <a:stretch>
                  <a:fillRect/>
                </a:stretch>
              </p:blipFill>
              <p:spPr>
                <a:xfrm>
                  <a:off x="898920" y="4670496"/>
                  <a:ext cx="9468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5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79654FDB-8370-F4F8-609C-A9E3A23B2BF2}"/>
                    </a:ext>
                  </a:extLst>
                </p14:cNvPr>
                <p14:cNvContentPartPr/>
                <p14:nvPr/>
              </p14:nvContentPartPr>
              <p14:xfrm>
                <a:off x="1016640" y="4626216"/>
                <a:ext cx="67320" cy="131760"/>
              </p14:xfrm>
            </p:contentPart>
          </mc:Choice>
          <mc:Fallback xmlns=""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79654FDB-8370-F4F8-609C-A9E3A23B2BF2}"/>
                    </a:ext>
                  </a:extLst>
                </p:cNvPr>
                <p:cNvPicPr/>
                <p:nvPr/>
              </p:nvPicPr>
              <p:blipFill>
                <a:blip r:embed="rId316"/>
                <a:stretch>
                  <a:fillRect/>
                </a:stretch>
              </p:blipFill>
              <p:spPr>
                <a:xfrm>
                  <a:off x="1012320" y="4621896"/>
                  <a:ext cx="7596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7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799AB580-6E12-CB2F-F210-20A32FE8BC6D}"/>
                    </a:ext>
                  </a:extLst>
                </p14:cNvPr>
                <p14:cNvContentPartPr/>
                <p14:nvPr/>
              </p14:nvContentPartPr>
              <p14:xfrm>
                <a:off x="1118160" y="4669056"/>
                <a:ext cx="67320" cy="37440"/>
              </p14:xfrm>
            </p:contentPart>
          </mc:Choice>
          <mc:Fallback xmlns=""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799AB580-6E12-CB2F-F210-20A32FE8BC6D}"/>
                    </a:ext>
                  </a:extLst>
                </p:cNvPr>
                <p:cNvPicPr/>
                <p:nvPr/>
              </p:nvPicPr>
              <p:blipFill>
                <a:blip r:embed="rId318"/>
                <a:stretch>
                  <a:fillRect/>
                </a:stretch>
              </p:blipFill>
              <p:spPr>
                <a:xfrm>
                  <a:off x="1113840" y="4664736"/>
                  <a:ext cx="7596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9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29DF5689-446E-9118-FC49-4F928D85F66D}"/>
                    </a:ext>
                  </a:extLst>
                </p14:cNvPr>
                <p14:cNvContentPartPr/>
                <p14:nvPr/>
              </p14:nvContentPartPr>
              <p14:xfrm>
                <a:off x="1049760" y="4650696"/>
                <a:ext cx="161280" cy="365400"/>
              </p14:xfrm>
            </p:contentPart>
          </mc:Choice>
          <mc:Fallback xmlns=""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29DF5689-446E-9118-FC49-4F928D85F66D}"/>
                    </a:ext>
                  </a:extLst>
                </p:cNvPr>
                <p:cNvPicPr/>
                <p:nvPr/>
              </p:nvPicPr>
              <p:blipFill>
                <a:blip r:embed="rId320"/>
                <a:stretch>
                  <a:fillRect/>
                </a:stretch>
              </p:blipFill>
              <p:spPr>
                <a:xfrm>
                  <a:off x="1045440" y="4646376"/>
                  <a:ext cx="169920" cy="374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6" name="Group 235">
            <a:extLst>
              <a:ext uri="{FF2B5EF4-FFF2-40B4-BE49-F238E27FC236}">
                <a16:creationId xmlns:a16="http://schemas.microsoft.com/office/drawing/2014/main" id="{FBDB3A4F-9AD2-D17B-31B2-104A7E8E54E9}"/>
              </a:ext>
            </a:extLst>
          </p:cNvPr>
          <p:cNvGrpSpPr/>
          <p:nvPr/>
        </p:nvGrpSpPr>
        <p:grpSpPr>
          <a:xfrm>
            <a:off x="1476360" y="4369896"/>
            <a:ext cx="675360" cy="331560"/>
            <a:chOff x="1476360" y="4369896"/>
            <a:chExt cx="675360" cy="331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1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0A3D3B1E-DC42-E412-E999-2F6FFACD1656}"/>
                    </a:ext>
                  </a:extLst>
                </p14:cNvPr>
                <p14:cNvContentPartPr/>
                <p14:nvPr/>
              </p14:nvContentPartPr>
              <p14:xfrm>
                <a:off x="1476360" y="4382496"/>
                <a:ext cx="107280" cy="318960"/>
              </p14:xfrm>
            </p:contentPart>
          </mc:Choice>
          <mc:Fallback xmlns=""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0A3D3B1E-DC42-E412-E999-2F6FFACD1656}"/>
                    </a:ext>
                  </a:extLst>
                </p:cNvPr>
                <p:cNvPicPr/>
                <p:nvPr/>
              </p:nvPicPr>
              <p:blipFill>
                <a:blip r:embed="rId322"/>
                <a:stretch>
                  <a:fillRect/>
                </a:stretch>
              </p:blipFill>
              <p:spPr>
                <a:xfrm>
                  <a:off x="1472040" y="4378176"/>
                  <a:ext cx="115920" cy="32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3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03E39B96-7F0F-1A53-64AA-55E25BDF6CFA}"/>
                    </a:ext>
                  </a:extLst>
                </p14:cNvPr>
                <p14:cNvContentPartPr/>
                <p14:nvPr/>
              </p14:nvContentPartPr>
              <p14:xfrm>
                <a:off x="1679040" y="4569696"/>
                <a:ext cx="95400" cy="104760"/>
              </p14:xfrm>
            </p:contentPart>
          </mc:Choice>
          <mc:Fallback xmlns=""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03E39B96-7F0F-1A53-64AA-55E25BDF6CFA}"/>
                    </a:ext>
                  </a:extLst>
                </p:cNvPr>
                <p:cNvPicPr/>
                <p:nvPr/>
              </p:nvPicPr>
              <p:blipFill>
                <a:blip r:embed="rId324"/>
                <a:stretch>
                  <a:fillRect/>
                </a:stretch>
              </p:blipFill>
              <p:spPr>
                <a:xfrm>
                  <a:off x="1674720" y="4565376"/>
                  <a:ext cx="10404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5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3221CCEC-CE19-6A74-033A-A49504AD26BA}"/>
                    </a:ext>
                  </a:extLst>
                </p14:cNvPr>
                <p14:cNvContentPartPr/>
                <p14:nvPr/>
              </p14:nvContentPartPr>
              <p14:xfrm>
                <a:off x="1786320" y="4369896"/>
                <a:ext cx="96840" cy="288720"/>
              </p14:xfrm>
            </p:contentPart>
          </mc:Choice>
          <mc:Fallback xmlns=""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3221CCEC-CE19-6A74-033A-A49504AD26BA}"/>
                    </a:ext>
                  </a:extLst>
                </p:cNvPr>
                <p:cNvPicPr/>
                <p:nvPr/>
              </p:nvPicPr>
              <p:blipFill>
                <a:blip r:embed="rId326"/>
                <a:stretch>
                  <a:fillRect/>
                </a:stretch>
              </p:blipFill>
              <p:spPr>
                <a:xfrm>
                  <a:off x="1782000" y="4365576"/>
                  <a:ext cx="105480" cy="29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7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871FF5CB-F9B6-79EC-3970-61174525C4AF}"/>
                    </a:ext>
                  </a:extLst>
                </p14:cNvPr>
                <p14:cNvContentPartPr/>
                <p14:nvPr/>
              </p14:nvContentPartPr>
              <p14:xfrm>
                <a:off x="1860840" y="4529376"/>
                <a:ext cx="68400" cy="12276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871FF5CB-F9B6-79EC-3970-61174525C4AF}"/>
                    </a:ext>
                  </a:extLst>
                </p:cNvPr>
                <p:cNvPicPr/>
                <p:nvPr/>
              </p:nvPicPr>
              <p:blipFill>
                <a:blip r:embed="rId328"/>
                <a:stretch>
                  <a:fillRect/>
                </a:stretch>
              </p:blipFill>
              <p:spPr>
                <a:xfrm>
                  <a:off x="1856520" y="4525056"/>
                  <a:ext cx="7704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9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E0F2A931-FC13-B9DB-41FF-B6B0CA889600}"/>
                    </a:ext>
                  </a:extLst>
                </p14:cNvPr>
                <p14:cNvContentPartPr/>
                <p14:nvPr/>
              </p14:nvContentPartPr>
              <p14:xfrm>
                <a:off x="1928880" y="4530456"/>
                <a:ext cx="360" cy="360"/>
              </p14:xfrm>
            </p:contentPart>
          </mc:Choice>
          <mc:Fallback xmlns=""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E0F2A931-FC13-B9DB-41FF-B6B0CA889600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1924560" y="4526136"/>
                  <a:ext cx="900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0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C4056EEF-B059-817B-4A99-B451DED8DFD9}"/>
                    </a:ext>
                  </a:extLst>
                </p14:cNvPr>
                <p14:cNvContentPartPr/>
                <p14:nvPr/>
              </p14:nvContentPartPr>
              <p14:xfrm>
                <a:off x="1928880" y="4517856"/>
                <a:ext cx="222840" cy="115560"/>
              </p14:xfrm>
            </p:contentPart>
          </mc:Choice>
          <mc:Fallback xmlns=""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C4056EEF-B059-817B-4A99-B451DED8DFD9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1924560" y="4513536"/>
                  <a:ext cx="231480" cy="124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3" name="Group 232">
            <a:extLst>
              <a:ext uri="{FF2B5EF4-FFF2-40B4-BE49-F238E27FC236}">
                <a16:creationId xmlns:a16="http://schemas.microsoft.com/office/drawing/2014/main" id="{DB0EF303-9224-E636-EF91-397ACF139785}"/>
              </a:ext>
            </a:extLst>
          </p:cNvPr>
          <p:cNvGrpSpPr/>
          <p:nvPr/>
        </p:nvGrpSpPr>
        <p:grpSpPr>
          <a:xfrm>
            <a:off x="596160" y="5090616"/>
            <a:ext cx="660960" cy="497160"/>
            <a:chOff x="596160" y="5090616"/>
            <a:chExt cx="660960" cy="497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32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0A40C0BF-0120-D9C9-1774-F3F94E33E292}"/>
                    </a:ext>
                  </a:extLst>
                </p14:cNvPr>
                <p14:cNvContentPartPr/>
                <p14:nvPr/>
              </p14:nvContentPartPr>
              <p14:xfrm>
                <a:off x="596160" y="5246136"/>
                <a:ext cx="88200" cy="94320"/>
              </p14:xfrm>
            </p:contentPart>
          </mc:Choice>
          <mc:Fallback xmlns=""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0A40C0BF-0120-D9C9-1774-F3F94E33E292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591840" y="5241816"/>
                  <a:ext cx="9684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4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656C0048-2C51-CA3B-5914-CC09FCBED81F}"/>
                    </a:ext>
                  </a:extLst>
                </p14:cNvPr>
                <p14:cNvContentPartPr/>
                <p14:nvPr/>
              </p14:nvContentPartPr>
              <p14:xfrm>
                <a:off x="658440" y="5217696"/>
                <a:ext cx="157320" cy="370080"/>
              </p14:xfrm>
            </p:contentPart>
          </mc:Choice>
          <mc:Fallback xmlns=""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656C0048-2C51-CA3B-5914-CC09FCBED81F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654120" y="5213376"/>
                  <a:ext cx="165960" cy="37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6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842A1A9B-58C0-CC9F-8EAA-FBE31B123C91}"/>
                    </a:ext>
                  </a:extLst>
                </p14:cNvPr>
                <p14:cNvContentPartPr/>
                <p14:nvPr/>
              </p14:nvContentPartPr>
              <p14:xfrm>
                <a:off x="856080" y="5258736"/>
                <a:ext cx="170280" cy="69120"/>
              </p14:xfrm>
            </p:contentPart>
          </mc:Choice>
          <mc:Fallback xmlns=""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842A1A9B-58C0-CC9F-8EAA-FBE31B123C91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851760" y="5254416"/>
                  <a:ext cx="17892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8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3E82C8F3-4C0B-3280-FE05-8BBE9B864605}"/>
                    </a:ext>
                  </a:extLst>
                </p14:cNvPr>
                <p14:cNvContentPartPr/>
                <p14:nvPr/>
              </p14:nvContentPartPr>
              <p14:xfrm>
                <a:off x="1024920" y="5165496"/>
                <a:ext cx="195480" cy="128520"/>
              </p14:xfrm>
            </p:contentPart>
          </mc:Choice>
          <mc:Fallback xmlns=""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3E82C8F3-4C0B-3280-FE05-8BBE9B864605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1020600" y="5161176"/>
                  <a:ext cx="204120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0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399DFC8F-E47A-D6C5-2DDB-F71A44AB2176}"/>
                    </a:ext>
                  </a:extLst>
                </p14:cNvPr>
                <p14:cNvContentPartPr/>
                <p14:nvPr/>
              </p14:nvContentPartPr>
              <p14:xfrm>
                <a:off x="1180440" y="5090616"/>
                <a:ext cx="76680" cy="193680"/>
              </p14:xfrm>
            </p:contentPart>
          </mc:Choice>
          <mc:Fallback xmlns=""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399DFC8F-E47A-D6C5-2DDB-F71A44AB2176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1176120" y="5086296"/>
                  <a:ext cx="85320" cy="202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42">
            <p14:nvContentPartPr>
              <p14:cNvPr id="209" name="Ink 208">
                <a:extLst>
                  <a:ext uri="{FF2B5EF4-FFF2-40B4-BE49-F238E27FC236}">
                    <a16:creationId xmlns:a16="http://schemas.microsoft.com/office/drawing/2014/main" id="{85E75635-DDAB-1B98-4E55-29D30046EF60}"/>
                  </a:ext>
                </a:extLst>
              </p14:cNvPr>
              <p14:cNvContentPartPr/>
              <p14:nvPr/>
            </p14:nvContentPartPr>
            <p14:xfrm>
              <a:off x="1519560" y="5091696"/>
              <a:ext cx="239040" cy="145080"/>
            </p14:xfrm>
          </p:contentPart>
        </mc:Choice>
        <mc:Fallback xmlns="">
          <p:pic>
            <p:nvPicPr>
              <p:cNvPr id="209" name="Ink 208">
                <a:extLst>
                  <a:ext uri="{FF2B5EF4-FFF2-40B4-BE49-F238E27FC236}">
                    <a16:creationId xmlns:a16="http://schemas.microsoft.com/office/drawing/2014/main" id="{85E75635-DDAB-1B98-4E55-29D30046EF60}"/>
                  </a:ext>
                </a:extLst>
              </p:cNvPr>
              <p:cNvPicPr/>
              <p:nvPr/>
            </p:nvPicPr>
            <p:blipFill>
              <a:blip r:embed="rId343"/>
              <a:stretch>
                <a:fillRect/>
              </a:stretch>
            </p:blipFill>
            <p:spPr>
              <a:xfrm>
                <a:off x="1515240" y="5087376"/>
                <a:ext cx="247680" cy="153720"/>
              </a:xfrm>
              <a:prstGeom prst="rect">
                <a:avLst/>
              </a:prstGeom>
            </p:spPr>
          </p:pic>
        </mc:Fallback>
      </mc:AlternateContent>
      <p:grpSp>
        <p:nvGrpSpPr>
          <p:cNvPr id="231" name="Group 230">
            <a:extLst>
              <a:ext uri="{FF2B5EF4-FFF2-40B4-BE49-F238E27FC236}">
                <a16:creationId xmlns:a16="http://schemas.microsoft.com/office/drawing/2014/main" id="{F4ACD455-7977-9C39-8BB1-511539C62CC7}"/>
              </a:ext>
            </a:extLst>
          </p:cNvPr>
          <p:cNvGrpSpPr/>
          <p:nvPr/>
        </p:nvGrpSpPr>
        <p:grpSpPr>
          <a:xfrm>
            <a:off x="3000960" y="4851576"/>
            <a:ext cx="693000" cy="301680"/>
            <a:chOff x="3000960" y="4851576"/>
            <a:chExt cx="693000" cy="301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4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4EC7091C-6C2A-EF47-BF81-ECD1ADA5DA7A}"/>
                    </a:ext>
                  </a:extLst>
                </p14:cNvPr>
                <p14:cNvContentPartPr/>
                <p14:nvPr/>
              </p14:nvContentPartPr>
              <p14:xfrm>
                <a:off x="3000960" y="4913856"/>
                <a:ext cx="90360" cy="239400"/>
              </p14:xfrm>
            </p:contentPart>
          </mc:Choice>
          <mc:Fallback xmlns=""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4EC7091C-6C2A-EF47-BF81-ECD1ADA5DA7A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2996640" y="4909536"/>
                  <a:ext cx="99000" cy="24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6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825EF897-BD1D-5335-F942-AFBB8E99F9D6}"/>
                    </a:ext>
                  </a:extLst>
                </p14:cNvPr>
                <p14:cNvContentPartPr/>
                <p14:nvPr/>
              </p14:nvContentPartPr>
              <p14:xfrm>
                <a:off x="3000960" y="4851576"/>
                <a:ext cx="457560" cy="226080"/>
              </p14:xfrm>
            </p:contentPart>
          </mc:Choice>
          <mc:Fallback xmlns=""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825EF897-BD1D-5335-F942-AFBB8E99F9D6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2996640" y="4847256"/>
                  <a:ext cx="466200" cy="23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8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F825C981-5A33-B4A1-4D6E-213F3F9C503E}"/>
                    </a:ext>
                  </a:extLst>
                </p14:cNvPr>
                <p14:cNvContentPartPr/>
                <p14:nvPr/>
              </p14:nvContentPartPr>
              <p14:xfrm>
                <a:off x="3425400" y="4993416"/>
                <a:ext cx="95400" cy="86040"/>
              </p14:xfrm>
            </p:contentPart>
          </mc:Choice>
          <mc:Fallback xmlns=""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F825C981-5A33-B4A1-4D6E-213F3F9C503E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3421080" y="4989096"/>
                  <a:ext cx="104040" cy="9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0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9C04830D-741F-DA44-BE3A-F17B8C160560}"/>
                    </a:ext>
                  </a:extLst>
                </p14:cNvPr>
                <p14:cNvContentPartPr/>
                <p14:nvPr/>
              </p14:nvContentPartPr>
              <p14:xfrm>
                <a:off x="3592080" y="5021136"/>
                <a:ext cx="101880" cy="61560"/>
              </p14:xfrm>
            </p:contentPart>
          </mc:Choice>
          <mc:Fallback xmlns=""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9C04830D-741F-DA44-BE3A-F17B8C160560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3587760" y="5016816"/>
                  <a:ext cx="110520" cy="70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0" name="Group 229">
            <a:extLst>
              <a:ext uri="{FF2B5EF4-FFF2-40B4-BE49-F238E27FC236}">
                <a16:creationId xmlns:a16="http://schemas.microsoft.com/office/drawing/2014/main" id="{9DE489E3-70F4-2D01-7453-FB3A8C5D7C81}"/>
              </a:ext>
            </a:extLst>
          </p:cNvPr>
          <p:cNvGrpSpPr/>
          <p:nvPr/>
        </p:nvGrpSpPr>
        <p:grpSpPr>
          <a:xfrm>
            <a:off x="517680" y="5715576"/>
            <a:ext cx="471240" cy="363960"/>
            <a:chOff x="517680" y="5715576"/>
            <a:chExt cx="471240" cy="363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52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984688B6-F6B5-2D8C-41EF-21E51B7E03EA}"/>
                    </a:ext>
                  </a:extLst>
                </p14:cNvPr>
                <p14:cNvContentPartPr/>
                <p14:nvPr/>
              </p14:nvContentPartPr>
              <p14:xfrm>
                <a:off x="517680" y="5792616"/>
                <a:ext cx="76680" cy="286920"/>
              </p14:xfrm>
            </p:contentPart>
          </mc:Choice>
          <mc:Fallback xmlns=""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984688B6-F6B5-2D8C-41EF-21E51B7E03EA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513360" y="5788296"/>
                  <a:ext cx="85320" cy="29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4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401202D4-54D3-6624-A6D1-4C6C1F6A3E54}"/>
                    </a:ext>
                  </a:extLst>
                </p14:cNvPr>
                <p14:cNvContentPartPr/>
                <p14:nvPr/>
              </p14:nvContentPartPr>
              <p14:xfrm>
                <a:off x="533880" y="5715576"/>
                <a:ext cx="423000" cy="294480"/>
              </p14:xfrm>
            </p:contentPart>
          </mc:Choice>
          <mc:Fallback xmlns=""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401202D4-54D3-6624-A6D1-4C6C1F6A3E54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529560" y="5711256"/>
                  <a:ext cx="431640" cy="30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6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1F0D84E4-2172-C123-91C9-93B5B6E07C34}"/>
                    </a:ext>
                  </a:extLst>
                </p14:cNvPr>
                <p14:cNvContentPartPr/>
                <p14:nvPr/>
              </p14:nvContentPartPr>
              <p14:xfrm>
                <a:off x="891720" y="5932296"/>
                <a:ext cx="97200" cy="75960"/>
              </p14:xfrm>
            </p:contentPart>
          </mc:Choice>
          <mc:Fallback xmlns=""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1F0D84E4-2172-C123-91C9-93B5B6E07C34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887400" y="5927976"/>
                  <a:ext cx="105840" cy="84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9" name="Group 238">
            <a:extLst>
              <a:ext uri="{FF2B5EF4-FFF2-40B4-BE49-F238E27FC236}">
                <a16:creationId xmlns:a16="http://schemas.microsoft.com/office/drawing/2014/main" id="{DE41F5C3-1A00-0C03-D188-BFAB4061568F}"/>
              </a:ext>
            </a:extLst>
          </p:cNvPr>
          <p:cNvGrpSpPr/>
          <p:nvPr/>
        </p:nvGrpSpPr>
        <p:grpSpPr>
          <a:xfrm>
            <a:off x="1425240" y="5835456"/>
            <a:ext cx="698040" cy="246240"/>
            <a:chOff x="1425240" y="5835456"/>
            <a:chExt cx="698040" cy="246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58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BB75EF72-E607-6F90-414B-394BF5E05A5E}"/>
                    </a:ext>
                  </a:extLst>
                </p14:cNvPr>
                <p14:cNvContentPartPr/>
                <p14:nvPr/>
              </p14:nvContentPartPr>
              <p14:xfrm>
                <a:off x="1425240" y="5922936"/>
                <a:ext cx="102240" cy="158760"/>
              </p14:xfrm>
            </p:contentPart>
          </mc:Choice>
          <mc:Fallback xmlns=""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BB75EF72-E607-6F90-414B-394BF5E05A5E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1420920" y="5918616"/>
                  <a:ext cx="11088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0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3CA5DB9F-1BB1-E03D-CFE2-941384116F0F}"/>
                    </a:ext>
                  </a:extLst>
                </p14:cNvPr>
                <p14:cNvContentPartPr/>
                <p14:nvPr/>
              </p14:nvContentPartPr>
              <p14:xfrm>
                <a:off x="1544400" y="5934816"/>
                <a:ext cx="87480" cy="96480"/>
              </p14:xfrm>
            </p:contentPart>
          </mc:Choice>
          <mc:Fallback xmlns=""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3CA5DB9F-1BB1-E03D-CFE2-941384116F0F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1539720" y="5930496"/>
                  <a:ext cx="9612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2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324C73F9-DA64-B2EF-1ED7-BB2B99FD341C}"/>
                    </a:ext>
                  </a:extLst>
                </p14:cNvPr>
                <p14:cNvContentPartPr/>
                <p14:nvPr/>
              </p14:nvContentPartPr>
              <p14:xfrm>
                <a:off x="1697400" y="5908176"/>
                <a:ext cx="70560" cy="88560"/>
              </p14:xfrm>
            </p:contentPart>
          </mc:Choice>
          <mc:Fallback xmlns=""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324C73F9-DA64-B2EF-1ED7-BB2B99FD341C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1693080" y="5903856"/>
                  <a:ext cx="7920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4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4F80FE86-9F1D-8C87-4722-2CEB14B4DEC6}"/>
                    </a:ext>
                  </a:extLst>
                </p14:cNvPr>
                <p14:cNvContentPartPr/>
                <p14:nvPr/>
              </p14:nvContentPartPr>
              <p14:xfrm>
                <a:off x="1859760" y="5835456"/>
                <a:ext cx="88200" cy="185040"/>
              </p14:xfrm>
            </p:contentPart>
          </mc:Choice>
          <mc:Fallback xmlns=""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4F80FE86-9F1D-8C87-4722-2CEB14B4DEC6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1855440" y="5831136"/>
                  <a:ext cx="9684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6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36A990AA-A87C-BCE3-82D6-76D435619CC8}"/>
                    </a:ext>
                  </a:extLst>
                </p14:cNvPr>
                <p14:cNvContentPartPr/>
                <p14:nvPr/>
              </p14:nvContentPartPr>
              <p14:xfrm>
                <a:off x="1836720" y="5870016"/>
                <a:ext cx="148320" cy="34920"/>
              </p14:xfrm>
            </p:contentPart>
          </mc:Choice>
          <mc:Fallback xmlns=""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36A990AA-A87C-BCE3-82D6-76D435619CC8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1832400" y="5865696"/>
                  <a:ext cx="15696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8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2D8709F0-9386-0CF8-D75C-5D4AD3764E4C}"/>
                    </a:ext>
                  </a:extLst>
                </p14:cNvPr>
                <p14:cNvContentPartPr/>
                <p14:nvPr/>
              </p14:nvContentPartPr>
              <p14:xfrm>
                <a:off x="2118240" y="6028416"/>
                <a:ext cx="5040" cy="23400"/>
              </p14:xfrm>
            </p:contentPart>
          </mc:Choice>
          <mc:Fallback xmlns=""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2D8709F0-9386-0CF8-D75C-5D4AD3764E4C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2113920" y="6024096"/>
                  <a:ext cx="13680" cy="32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4" name="Group 243">
            <a:extLst>
              <a:ext uri="{FF2B5EF4-FFF2-40B4-BE49-F238E27FC236}">
                <a16:creationId xmlns:a16="http://schemas.microsoft.com/office/drawing/2014/main" id="{2921448C-5076-60D9-766C-41471ADF3892}"/>
              </a:ext>
            </a:extLst>
          </p:cNvPr>
          <p:cNvGrpSpPr/>
          <p:nvPr/>
        </p:nvGrpSpPr>
        <p:grpSpPr>
          <a:xfrm>
            <a:off x="2102400" y="4958136"/>
            <a:ext cx="423000" cy="264600"/>
            <a:chOff x="2102400" y="4958136"/>
            <a:chExt cx="423000" cy="264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70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2532ED17-70B3-4304-EC98-8E15FF6A8287}"/>
                    </a:ext>
                  </a:extLst>
                </p14:cNvPr>
                <p14:cNvContentPartPr/>
                <p14:nvPr/>
              </p14:nvContentPartPr>
              <p14:xfrm>
                <a:off x="2102400" y="4958136"/>
                <a:ext cx="30960" cy="264600"/>
              </p14:xfrm>
            </p:contentPart>
          </mc:Choice>
          <mc:Fallback xmlns=""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2532ED17-70B3-4304-EC98-8E15FF6A8287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2098080" y="4953816"/>
                  <a:ext cx="39600" cy="27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2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E4DAFC91-7FBA-ACD6-353C-B57DC9A53266}"/>
                    </a:ext>
                  </a:extLst>
                </p14:cNvPr>
                <p14:cNvContentPartPr/>
                <p14:nvPr/>
              </p14:nvContentPartPr>
              <p14:xfrm>
                <a:off x="2187720" y="5108256"/>
                <a:ext cx="111240" cy="81360"/>
              </p14:xfrm>
            </p:contentPart>
          </mc:Choice>
          <mc:Fallback xmlns=""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E4DAFC91-7FBA-ACD6-353C-B57DC9A53266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2183400" y="5103936"/>
                  <a:ext cx="11988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4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1A8CCB79-98EF-E0D1-A292-F0117BB42270}"/>
                    </a:ext>
                  </a:extLst>
                </p14:cNvPr>
                <p14:cNvContentPartPr/>
                <p14:nvPr/>
              </p14:nvContentPartPr>
              <p14:xfrm>
                <a:off x="2322360" y="5084496"/>
                <a:ext cx="73440" cy="125280"/>
              </p14:xfrm>
            </p:contentPart>
          </mc:Choice>
          <mc:Fallback xmlns=""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1A8CCB79-98EF-E0D1-A292-F0117BB42270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2318040" y="5080176"/>
                  <a:ext cx="8208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6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C1E5A545-6837-E9C9-77BE-A312B16AF86D}"/>
                    </a:ext>
                  </a:extLst>
                </p14:cNvPr>
                <p14:cNvContentPartPr/>
                <p14:nvPr/>
              </p14:nvContentPartPr>
              <p14:xfrm>
                <a:off x="2462760" y="5065776"/>
                <a:ext cx="62640" cy="122760"/>
              </p14:xfrm>
            </p:contentPart>
          </mc:Choice>
          <mc:Fallback xmlns=""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C1E5A545-6837-E9C9-77BE-A312B16AF86D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2458440" y="5061456"/>
                  <a:ext cx="71280" cy="131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0" name="Group 249">
            <a:extLst>
              <a:ext uri="{FF2B5EF4-FFF2-40B4-BE49-F238E27FC236}">
                <a16:creationId xmlns:a16="http://schemas.microsoft.com/office/drawing/2014/main" id="{1CA6B037-6710-8272-5185-66E11540DE88}"/>
              </a:ext>
            </a:extLst>
          </p:cNvPr>
          <p:cNvGrpSpPr/>
          <p:nvPr/>
        </p:nvGrpSpPr>
        <p:grpSpPr>
          <a:xfrm>
            <a:off x="2406960" y="4344696"/>
            <a:ext cx="1268640" cy="297000"/>
            <a:chOff x="2406960" y="4344696"/>
            <a:chExt cx="1268640" cy="297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78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D55F6BAD-AEA5-390E-893D-022D59E286EB}"/>
                    </a:ext>
                  </a:extLst>
                </p14:cNvPr>
                <p14:cNvContentPartPr/>
                <p14:nvPr/>
              </p14:nvContentPartPr>
              <p14:xfrm>
                <a:off x="2406960" y="4539096"/>
                <a:ext cx="205920" cy="102600"/>
              </p14:xfrm>
            </p:contentPart>
          </mc:Choice>
          <mc:Fallback xmlns=""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D55F6BAD-AEA5-390E-893D-022D59E286EB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2402640" y="4534776"/>
                  <a:ext cx="21456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0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3DC3671D-2D07-5AD8-216B-5CB8E6F719BD}"/>
                    </a:ext>
                  </a:extLst>
                </p14:cNvPr>
                <p14:cNvContentPartPr/>
                <p14:nvPr/>
              </p14:nvContentPartPr>
              <p14:xfrm>
                <a:off x="3481200" y="4472856"/>
                <a:ext cx="21240" cy="84600"/>
              </p14:xfrm>
            </p:contentPart>
          </mc:Choice>
          <mc:Fallback xmlns=""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3DC3671D-2D07-5AD8-216B-5CB8E6F719BD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3476880" y="4468536"/>
                  <a:ext cx="2988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2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DD834F94-65C3-1841-645E-D3E8388D0B5C}"/>
                    </a:ext>
                  </a:extLst>
                </p14:cNvPr>
                <p14:cNvContentPartPr/>
                <p14:nvPr/>
              </p14:nvContentPartPr>
              <p14:xfrm>
                <a:off x="3559680" y="4344696"/>
                <a:ext cx="37440" cy="91440"/>
              </p14:xfrm>
            </p:contentPart>
          </mc:Choice>
          <mc:Fallback xmlns=""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DD834F94-65C3-1841-645E-D3E8388D0B5C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3555360" y="4340376"/>
                  <a:ext cx="4608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4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12B96BA9-64B4-83C7-989E-16AF7F220E1E}"/>
                    </a:ext>
                  </a:extLst>
                </p14:cNvPr>
                <p14:cNvContentPartPr/>
                <p14:nvPr/>
              </p14:nvContentPartPr>
              <p14:xfrm>
                <a:off x="3557520" y="4470336"/>
                <a:ext cx="118080" cy="134280"/>
              </p14:xfrm>
            </p:contentPart>
          </mc:Choice>
          <mc:Fallback xmlns=""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12B96BA9-64B4-83C7-989E-16AF7F220E1E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3553200" y="4466016"/>
                  <a:ext cx="12672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6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F7E5F48D-3379-6919-265A-0185A0C0FF83}"/>
                    </a:ext>
                  </a:extLst>
                </p14:cNvPr>
                <p14:cNvContentPartPr/>
                <p14:nvPr/>
              </p14:nvContentPartPr>
              <p14:xfrm>
                <a:off x="2795040" y="4446936"/>
                <a:ext cx="81360" cy="117360"/>
              </p14:xfrm>
            </p:contentPart>
          </mc:Choice>
          <mc:Fallback xmlns=""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F7E5F48D-3379-6919-265A-0185A0C0FF83}"/>
                    </a:ext>
                  </a:extLst>
                </p:cNvPr>
                <p:cNvPicPr/>
                <p:nvPr/>
              </p:nvPicPr>
              <p:blipFill>
                <a:blip r:embed="rId387"/>
                <a:stretch>
                  <a:fillRect/>
                </a:stretch>
              </p:blipFill>
              <p:spPr>
                <a:xfrm>
                  <a:off x="2790720" y="4442616"/>
                  <a:ext cx="90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8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23738026-8D44-E271-237D-83A2C12583C5}"/>
                    </a:ext>
                  </a:extLst>
                </p14:cNvPr>
                <p14:cNvContentPartPr/>
                <p14:nvPr/>
              </p14:nvContentPartPr>
              <p14:xfrm>
                <a:off x="2892240" y="4451616"/>
                <a:ext cx="44280" cy="92160"/>
              </p14:xfrm>
            </p:contentPart>
          </mc:Choice>
          <mc:Fallback xmlns=""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23738026-8D44-E271-237D-83A2C12583C5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2887920" y="4447296"/>
                  <a:ext cx="52920" cy="10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0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EDE91CA9-6E24-D18D-5C6A-9D3477203580}"/>
                    </a:ext>
                  </a:extLst>
                </p14:cNvPr>
                <p14:cNvContentPartPr/>
                <p14:nvPr/>
              </p14:nvContentPartPr>
              <p14:xfrm>
                <a:off x="2978640" y="4439376"/>
                <a:ext cx="91800" cy="92520"/>
              </p14:xfrm>
            </p:contentPart>
          </mc:Choice>
          <mc:Fallback xmlns=""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EDE91CA9-6E24-D18D-5C6A-9D3477203580}"/>
                    </a:ext>
                  </a:extLst>
                </p:cNvPr>
                <p:cNvPicPr/>
                <p:nvPr/>
              </p:nvPicPr>
              <p:blipFill>
                <a:blip r:embed="rId391"/>
                <a:stretch>
                  <a:fillRect/>
                </a:stretch>
              </p:blipFill>
              <p:spPr>
                <a:xfrm>
                  <a:off x="2974320" y="4435056"/>
                  <a:ext cx="10044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2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DDA9F669-B33C-3718-178E-22E6E98E213F}"/>
                    </a:ext>
                  </a:extLst>
                </p14:cNvPr>
                <p14:cNvContentPartPr/>
                <p14:nvPr/>
              </p14:nvContentPartPr>
              <p14:xfrm>
                <a:off x="3157920" y="4347936"/>
                <a:ext cx="76680" cy="200880"/>
              </p14:xfrm>
            </p:contentPart>
          </mc:Choice>
          <mc:Fallback xmlns=""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DDA9F669-B33C-3718-178E-22E6E98E213F}"/>
                    </a:ext>
                  </a:extLst>
                </p:cNvPr>
                <p:cNvPicPr/>
                <p:nvPr/>
              </p:nvPicPr>
              <p:blipFill>
                <a:blip r:embed="rId393"/>
                <a:stretch>
                  <a:fillRect/>
                </a:stretch>
              </p:blipFill>
              <p:spPr>
                <a:xfrm>
                  <a:off x="3153600" y="4343616"/>
                  <a:ext cx="85320" cy="2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4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B8238E10-3DB8-59E2-93CD-B5B58DD870C8}"/>
                    </a:ext>
                  </a:extLst>
                </p14:cNvPr>
                <p14:cNvContentPartPr/>
                <p14:nvPr/>
              </p14:nvContentPartPr>
              <p14:xfrm>
                <a:off x="3132360" y="4364136"/>
                <a:ext cx="205920" cy="65160"/>
              </p14:xfrm>
            </p:contentPart>
          </mc:Choice>
          <mc:Fallback xmlns=""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B8238E10-3DB8-59E2-93CD-B5B58DD870C8}"/>
                    </a:ext>
                  </a:extLst>
                </p:cNvPr>
                <p:cNvPicPr/>
                <p:nvPr/>
              </p:nvPicPr>
              <p:blipFill>
                <a:blip r:embed="rId395"/>
                <a:stretch>
                  <a:fillRect/>
                </a:stretch>
              </p:blipFill>
              <p:spPr>
                <a:xfrm>
                  <a:off x="3128040" y="4359816"/>
                  <a:ext cx="214560" cy="738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8634607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1A5B3D-423A-4A2B-FD27-B7B4403FD0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5F0B2-511F-3379-C5C6-D58D9FA6F2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Min-Heap</a:t>
            </a:r>
            <a:endParaRPr lang="en-ZA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1752DB3D-9860-2891-1DC8-B1EDC527AEB4}"/>
                  </a:ext>
                </a:extLst>
              </p14:cNvPr>
              <p14:cNvContentPartPr/>
              <p14:nvPr/>
            </p14:nvContentPartPr>
            <p14:xfrm>
              <a:off x="7253280" y="772416"/>
              <a:ext cx="228960" cy="2412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1752DB3D-9860-2891-1DC8-B1EDC527AEB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248960" y="768096"/>
                <a:ext cx="237600" cy="24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728CDE3F-51F2-95BF-CA8A-D5904F090E83}"/>
                  </a:ext>
                </a:extLst>
              </p14:cNvPr>
              <p14:cNvContentPartPr/>
              <p14:nvPr/>
            </p14:nvContentPartPr>
            <p14:xfrm>
              <a:off x="6773040" y="703296"/>
              <a:ext cx="189720" cy="12132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728CDE3F-51F2-95BF-CA8A-D5904F090E8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768720" y="698976"/>
                <a:ext cx="198360" cy="12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E0E77F9A-D2E9-C2F6-A45E-BE55AC0713F6}"/>
                  </a:ext>
                </a:extLst>
              </p14:cNvPr>
              <p14:cNvContentPartPr/>
              <p14:nvPr/>
            </p14:nvContentPartPr>
            <p14:xfrm>
              <a:off x="6978240" y="709776"/>
              <a:ext cx="42480" cy="921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E0E77F9A-D2E9-C2F6-A45E-BE55AC0713F6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973920" y="705456"/>
                <a:ext cx="51120" cy="10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D43DA4B1-0AC7-316C-7F35-782642004FBE}"/>
                  </a:ext>
                </a:extLst>
              </p14:cNvPr>
              <p14:cNvContentPartPr/>
              <p14:nvPr/>
            </p14:nvContentPartPr>
            <p14:xfrm>
              <a:off x="7036200" y="721296"/>
              <a:ext cx="50040" cy="8712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D43DA4B1-0AC7-316C-7F35-782642004FBE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031880" y="716976"/>
                <a:ext cx="58680" cy="9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46FB3F8C-656D-37BC-2CF0-AE1B7380817E}"/>
                  </a:ext>
                </a:extLst>
              </p14:cNvPr>
              <p14:cNvContentPartPr/>
              <p14:nvPr/>
            </p14:nvContentPartPr>
            <p14:xfrm>
              <a:off x="7130880" y="635976"/>
              <a:ext cx="51120" cy="13464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46FB3F8C-656D-37BC-2CF0-AE1B7380817E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7126560" y="631656"/>
                <a:ext cx="59760" cy="14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E0CB6A8D-3490-6513-429F-28B14C4D23E9}"/>
                  </a:ext>
                </a:extLst>
              </p14:cNvPr>
              <p14:cNvContentPartPr/>
              <p14:nvPr/>
            </p14:nvContentPartPr>
            <p14:xfrm>
              <a:off x="7124040" y="674136"/>
              <a:ext cx="111240" cy="972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E0CB6A8D-3490-6513-429F-28B14C4D23E9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7119720" y="669816"/>
                <a:ext cx="119880" cy="18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4A203D1B-B218-767F-F8B0-1582265A9CCD}"/>
                  </a:ext>
                </a:extLst>
              </p14:cNvPr>
              <p14:cNvContentPartPr/>
              <p14:nvPr/>
            </p14:nvContentPartPr>
            <p14:xfrm>
              <a:off x="8700480" y="785016"/>
              <a:ext cx="237600" cy="35208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4A203D1B-B218-767F-F8B0-1582265A9CCD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8696160" y="780696"/>
                <a:ext cx="246240" cy="36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89CDAC97-E25F-DFE0-0E6E-E79A29DC83B3}"/>
                  </a:ext>
                </a:extLst>
              </p14:cNvPr>
              <p14:cNvContentPartPr/>
              <p14:nvPr/>
            </p14:nvContentPartPr>
            <p14:xfrm>
              <a:off x="8367120" y="1146456"/>
              <a:ext cx="413280" cy="55944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89CDAC97-E25F-DFE0-0E6E-E79A29DC83B3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8362800" y="1142136"/>
                <a:ext cx="421920" cy="56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C0952464-B39B-3156-BC5E-A1CF35672DA4}"/>
                  </a:ext>
                </a:extLst>
              </p14:cNvPr>
              <p14:cNvContentPartPr/>
              <p14:nvPr/>
            </p14:nvContentPartPr>
            <p14:xfrm>
              <a:off x="8100360" y="1683936"/>
              <a:ext cx="372960" cy="38916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C0952464-B39B-3156-BC5E-A1CF35672DA4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8096040" y="1679616"/>
                <a:ext cx="381600" cy="39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08408350-EE68-C5FA-CB87-92D1622DF83D}"/>
                  </a:ext>
                </a:extLst>
              </p14:cNvPr>
              <p14:cNvContentPartPr/>
              <p14:nvPr/>
            </p14:nvContentPartPr>
            <p14:xfrm>
              <a:off x="8415360" y="578376"/>
              <a:ext cx="120600" cy="10332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08408350-EE68-C5FA-CB87-92D1622DF83D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8411040" y="574056"/>
                <a:ext cx="129240" cy="11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7AA85E16-C5A6-CBCD-0667-85F9286201CA}"/>
                  </a:ext>
                </a:extLst>
              </p14:cNvPr>
              <p14:cNvContentPartPr/>
              <p14:nvPr/>
            </p14:nvContentPartPr>
            <p14:xfrm>
              <a:off x="8557200" y="586296"/>
              <a:ext cx="50760" cy="9000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7AA85E16-C5A6-CBCD-0667-85F9286201CA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8552880" y="581976"/>
                <a:ext cx="59400" cy="9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6B1671C3-19EA-1E4C-2521-887A0527CDA1}"/>
                  </a:ext>
                </a:extLst>
              </p14:cNvPr>
              <p14:cNvContentPartPr/>
              <p14:nvPr/>
            </p14:nvContentPartPr>
            <p14:xfrm>
              <a:off x="8604720" y="594576"/>
              <a:ext cx="360" cy="36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6B1671C3-19EA-1E4C-2521-887A0527CDA1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8600400" y="590256"/>
                <a:ext cx="9000" cy="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1C300EED-3954-34E9-1700-3F371B893C6D}"/>
                  </a:ext>
                </a:extLst>
              </p14:cNvPr>
              <p14:cNvContentPartPr/>
              <p14:nvPr/>
            </p14:nvContentPartPr>
            <p14:xfrm>
              <a:off x="8604720" y="580536"/>
              <a:ext cx="92880" cy="7308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1C300EED-3954-34E9-1700-3F371B893C6D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8600400" y="576216"/>
                <a:ext cx="101520" cy="8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7DAF8589-8ECD-C12E-8E8E-5D565AF83619}"/>
                  </a:ext>
                </a:extLst>
              </p14:cNvPr>
              <p14:cNvContentPartPr/>
              <p14:nvPr/>
            </p14:nvContentPartPr>
            <p14:xfrm>
              <a:off x="8769600" y="470376"/>
              <a:ext cx="68400" cy="13284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7DAF8589-8ECD-C12E-8E8E-5D565AF83619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8765280" y="466056"/>
                <a:ext cx="77040" cy="14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CECBB411-C4AE-7E3D-11E5-0D13EB189433}"/>
                  </a:ext>
                </a:extLst>
              </p14:cNvPr>
              <p14:cNvContentPartPr/>
              <p14:nvPr/>
            </p14:nvContentPartPr>
            <p14:xfrm>
              <a:off x="8727120" y="533376"/>
              <a:ext cx="127440" cy="1656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CECBB411-C4AE-7E3D-11E5-0D13EB189433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8722800" y="529056"/>
                <a:ext cx="136080" cy="2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B4492588-FBC9-0D5F-BDE8-313DCB2CBD32}"/>
                  </a:ext>
                </a:extLst>
              </p14:cNvPr>
              <p14:cNvContentPartPr/>
              <p14:nvPr/>
            </p14:nvContentPartPr>
            <p14:xfrm>
              <a:off x="8745480" y="651816"/>
              <a:ext cx="140760" cy="16956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B4492588-FBC9-0D5F-BDE8-313DCB2CBD32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8741160" y="647496"/>
                <a:ext cx="149400" cy="17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BC4313B2-F8FE-9FB5-AE2C-7D8B36C9AE63}"/>
                  </a:ext>
                </a:extLst>
              </p14:cNvPr>
              <p14:cNvContentPartPr/>
              <p14:nvPr/>
            </p14:nvContentPartPr>
            <p14:xfrm>
              <a:off x="9898200" y="522576"/>
              <a:ext cx="159840" cy="14508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BC4313B2-F8FE-9FB5-AE2C-7D8B36C9AE63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9893880" y="518256"/>
                <a:ext cx="168480" cy="15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BBE7F5F1-98D5-E379-3285-2AC85889C242}"/>
                  </a:ext>
                </a:extLst>
              </p14:cNvPr>
              <p14:cNvContentPartPr/>
              <p14:nvPr/>
            </p14:nvContentPartPr>
            <p14:xfrm>
              <a:off x="10103400" y="520056"/>
              <a:ext cx="54360" cy="9108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BBE7F5F1-98D5-E379-3285-2AC85889C242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10099080" y="515736"/>
                <a:ext cx="63000" cy="9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761E8195-5BBF-8292-8AD4-BB8532759479}"/>
                  </a:ext>
                </a:extLst>
              </p14:cNvPr>
              <p14:cNvContentPartPr/>
              <p14:nvPr/>
            </p14:nvContentPartPr>
            <p14:xfrm>
              <a:off x="10219320" y="530856"/>
              <a:ext cx="35280" cy="5400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761E8195-5BBF-8292-8AD4-BB8532759479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10215000" y="526536"/>
                <a:ext cx="43920" cy="6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FAFA699B-6FC4-13DC-FB03-8E445A0E5283}"/>
                  </a:ext>
                </a:extLst>
              </p14:cNvPr>
              <p14:cNvContentPartPr/>
              <p14:nvPr/>
            </p14:nvContentPartPr>
            <p14:xfrm>
              <a:off x="10307520" y="454536"/>
              <a:ext cx="75960" cy="18216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FAFA699B-6FC4-13DC-FB03-8E445A0E5283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10303200" y="450216"/>
                <a:ext cx="84600" cy="19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10165BFE-C582-F811-1E27-C35B16A46A23}"/>
                  </a:ext>
                </a:extLst>
              </p14:cNvPr>
              <p14:cNvContentPartPr/>
              <p14:nvPr/>
            </p14:nvContentPartPr>
            <p14:xfrm>
              <a:off x="10311840" y="532296"/>
              <a:ext cx="124920" cy="1656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10165BFE-C582-F811-1E27-C35B16A46A23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10307520" y="527976"/>
                <a:ext cx="133560" cy="2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210E8A8B-D36A-C233-0FFC-75D3FD6559C9}"/>
                  </a:ext>
                </a:extLst>
              </p14:cNvPr>
              <p14:cNvContentPartPr/>
              <p14:nvPr/>
            </p14:nvContentPartPr>
            <p14:xfrm>
              <a:off x="10591200" y="536976"/>
              <a:ext cx="121680" cy="33048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210E8A8B-D36A-C233-0FFC-75D3FD6559C9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10586880" y="532656"/>
                <a:ext cx="130320" cy="33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EE7E549A-26B8-8C48-E8E4-F188EDDF2A3B}"/>
                  </a:ext>
                </a:extLst>
              </p14:cNvPr>
              <p14:cNvContentPartPr/>
              <p14:nvPr/>
            </p14:nvContentPartPr>
            <p14:xfrm>
              <a:off x="10614240" y="786096"/>
              <a:ext cx="115920" cy="7200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EE7E549A-26B8-8C48-E8E4-F188EDDF2A3B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10609920" y="781776"/>
                <a:ext cx="124560" cy="8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DE53A791-CAFB-49F2-519D-BD07E72A95AD}"/>
                  </a:ext>
                </a:extLst>
              </p14:cNvPr>
              <p14:cNvContentPartPr/>
              <p14:nvPr/>
            </p14:nvContentPartPr>
            <p14:xfrm>
              <a:off x="10695240" y="783936"/>
              <a:ext cx="48960" cy="10764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DE53A791-CAFB-49F2-519D-BD07E72A95AD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10690920" y="779616"/>
                <a:ext cx="57600" cy="11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A912C11D-AF54-F95D-D62C-928C7847EEA9}"/>
                  </a:ext>
                </a:extLst>
              </p14:cNvPr>
              <p14:cNvContentPartPr/>
              <p14:nvPr/>
            </p14:nvContentPartPr>
            <p14:xfrm>
              <a:off x="10440360" y="848016"/>
              <a:ext cx="400680" cy="46944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A912C11D-AF54-F95D-D62C-928C7847EEA9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10436040" y="843696"/>
                <a:ext cx="409320" cy="47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080C697A-3D84-BF8E-CE53-EE5F2B51D6B4}"/>
                  </a:ext>
                </a:extLst>
              </p14:cNvPr>
              <p14:cNvContentPartPr/>
              <p14:nvPr/>
            </p14:nvContentPartPr>
            <p14:xfrm>
              <a:off x="10143360" y="1304856"/>
              <a:ext cx="392760" cy="57564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080C697A-3D84-BF8E-CE53-EE5F2B51D6B4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10139040" y="1300536"/>
                <a:ext cx="401400" cy="58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2F79D5B5-B5FC-A33C-1E42-7DDE8DEB36EF}"/>
                  </a:ext>
                </a:extLst>
              </p14:cNvPr>
              <p14:cNvContentPartPr/>
              <p14:nvPr/>
            </p14:nvContentPartPr>
            <p14:xfrm>
              <a:off x="9927720" y="1774656"/>
              <a:ext cx="377280" cy="46152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2F79D5B5-B5FC-A33C-1E42-7DDE8DEB36EF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9923400" y="1770336"/>
                <a:ext cx="385920" cy="47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2B954298-46B3-2AA4-168A-7A2B7EDB5D06}"/>
                  </a:ext>
                </a:extLst>
              </p14:cNvPr>
              <p14:cNvContentPartPr/>
              <p14:nvPr/>
            </p14:nvContentPartPr>
            <p14:xfrm>
              <a:off x="10671840" y="1312776"/>
              <a:ext cx="460080" cy="60552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2B954298-46B3-2AA4-168A-7A2B7EDB5D06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10667520" y="1308456"/>
                <a:ext cx="468720" cy="61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BBDFB2FF-2537-6718-F124-6F8E76F74B71}"/>
                  </a:ext>
                </a:extLst>
              </p14:cNvPr>
              <p14:cNvContentPartPr/>
              <p14:nvPr/>
            </p14:nvContentPartPr>
            <p14:xfrm>
              <a:off x="10851840" y="1847016"/>
              <a:ext cx="465120" cy="42408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BBDFB2FF-2537-6718-F124-6F8E76F74B71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10847520" y="1842696"/>
                <a:ext cx="473760" cy="432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47DBA726-B144-D49A-284B-7C96AA40A311}"/>
                  </a:ext>
                </a:extLst>
              </p14:cNvPr>
              <p14:cNvContentPartPr/>
              <p14:nvPr/>
            </p14:nvContentPartPr>
            <p14:xfrm>
              <a:off x="7218720" y="1679256"/>
              <a:ext cx="91080" cy="27396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47DBA726-B144-D49A-284B-7C96AA40A311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7214400" y="1674936"/>
                <a:ext cx="99720" cy="28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E38BC1B7-3A38-CC83-0343-30CD6D854E3D}"/>
                  </a:ext>
                </a:extLst>
              </p14:cNvPr>
              <p14:cNvContentPartPr/>
              <p14:nvPr/>
            </p14:nvContentPartPr>
            <p14:xfrm>
              <a:off x="8528400" y="2269296"/>
              <a:ext cx="208440" cy="16812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E38BC1B7-3A38-CC83-0343-30CD6D854E3D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8524080" y="2264976"/>
                <a:ext cx="217080" cy="17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38CD97D1-D285-31E2-9FFD-DA05C8297118}"/>
                  </a:ext>
                </a:extLst>
              </p14:cNvPr>
              <p14:cNvContentPartPr/>
              <p14:nvPr/>
            </p14:nvContentPartPr>
            <p14:xfrm>
              <a:off x="10348560" y="2377656"/>
              <a:ext cx="183960" cy="17820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38CD97D1-D285-31E2-9FFD-DA05C8297118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10344240" y="2373336"/>
                <a:ext cx="192600" cy="18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AFC8E14B-CE78-26D0-EB6B-3D67B983B2BD}"/>
                  </a:ext>
                </a:extLst>
              </p14:cNvPr>
              <p14:cNvContentPartPr/>
              <p14:nvPr/>
            </p14:nvContentPartPr>
            <p14:xfrm>
              <a:off x="6807240" y="2018016"/>
              <a:ext cx="137160" cy="22896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AFC8E14B-CE78-26D0-EB6B-3D67B983B2BD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6802920" y="2013696"/>
                <a:ext cx="145800" cy="23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A9291A7D-579D-5BCD-A9A7-EB6E1749702D}"/>
                  </a:ext>
                </a:extLst>
              </p14:cNvPr>
              <p14:cNvContentPartPr/>
              <p14:nvPr/>
            </p14:nvContentPartPr>
            <p14:xfrm>
              <a:off x="6956280" y="2126016"/>
              <a:ext cx="72000" cy="10800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A9291A7D-579D-5BCD-A9A7-EB6E1749702D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6951960" y="2121696"/>
                <a:ext cx="80640" cy="11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61D21F27-08F7-66D4-CF2C-8E5AD2C7BDE7}"/>
                  </a:ext>
                </a:extLst>
              </p14:cNvPr>
              <p14:cNvContentPartPr/>
              <p14:nvPr/>
            </p14:nvContentPartPr>
            <p14:xfrm>
              <a:off x="7065720" y="2131416"/>
              <a:ext cx="132480" cy="6228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61D21F27-08F7-66D4-CF2C-8E5AD2C7BDE7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7061400" y="2127096"/>
                <a:ext cx="141120" cy="7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54D1725E-0997-606F-3838-CB3C31154773}"/>
                  </a:ext>
                </a:extLst>
              </p14:cNvPr>
              <p14:cNvContentPartPr/>
              <p14:nvPr/>
            </p14:nvContentPartPr>
            <p14:xfrm>
              <a:off x="7197840" y="2114856"/>
              <a:ext cx="173880" cy="7524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54D1725E-0997-606F-3838-CB3C31154773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7193520" y="2110536"/>
                <a:ext cx="182520" cy="8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02C9AF68-0EE7-B9C9-D522-3C19C5954E33}"/>
                  </a:ext>
                </a:extLst>
              </p14:cNvPr>
              <p14:cNvContentPartPr/>
              <p14:nvPr/>
            </p14:nvContentPartPr>
            <p14:xfrm>
              <a:off x="7444800" y="2065896"/>
              <a:ext cx="32040" cy="146160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02C9AF68-0EE7-B9C9-D522-3C19C5954E33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7440480" y="2061576"/>
                <a:ext cx="40680" cy="15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09DA481D-D8D2-E007-E526-DF17AA19FF12}"/>
                  </a:ext>
                </a:extLst>
              </p14:cNvPr>
              <p14:cNvContentPartPr/>
              <p14:nvPr/>
            </p14:nvContentPartPr>
            <p14:xfrm>
              <a:off x="7422120" y="2146896"/>
              <a:ext cx="92880" cy="11880"/>
            </p14:xfrm>
          </p:contentPart>
        </mc:Choice>
        <mc:Fallback xmlns=""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09DA481D-D8D2-E007-E526-DF17AA19FF12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7417800" y="2142576"/>
                <a:ext cx="101520" cy="2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5C968727-C389-B263-DC27-FA543E4DFC5E}"/>
                  </a:ext>
                </a:extLst>
              </p14:cNvPr>
              <p14:cNvContentPartPr/>
              <p14:nvPr/>
            </p14:nvContentPartPr>
            <p14:xfrm>
              <a:off x="8290440" y="2595456"/>
              <a:ext cx="164520" cy="145080"/>
            </p14:xfrm>
          </p:contentPart>
        </mc:Choice>
        <mc:Fallback xmlns=""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5C968727-C389-B263-DC27-FA543E4DFC5E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8286120" y="2591136"/>
                <a:ext cx="173160" cy="15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6091B821-8C06-6A69-6AE4-D4FC5DCEFEDF}"/>
                  </a:ext>
                </a:extLst>
              </p14:cNvPr>
              <p14:cNvContentPartPr/>
              <p14:nvPr/>
            </p14:nvContentPartPr>
            <p14:xfrm>
              <a:off x="8501760" y="2486376"/>
              <a:ext cx="29520" cy="185040"/>
            </p14:xfrm>
          </p:contentPart>
        </mc:Choice>
        <mc:Fallback xmlns=""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6091B821-8C06-6A69-6AE4-D4FC5DCEFEDF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8497440" y="2482056"/>
                <a:ext cx="38160" cy="19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D976BABC-E144-FBD6-CDD6-68755C28D14A}"/>
                  </a:ext>
                </a:extLst>
              </p14:cNvPr>
              <p14:cNvContentPartPr/>
              <p14:nvPr/>
            </p14:nvContentPartPr>
            <p14:xfrm>
              <a:off x="8549280" y="2568816"/>
              <a:ext cx="76680" cy="110520"/>
            </p14:xfrm>
          </p:contentPart>
        </mc:Choice>
        <mc:Fallback xmlns=""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D976BABC-E144-FBD6-CDD6-68755C28D14A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8544960" y="2564496"/>
                <a:ext cx="85320" cy="11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4BC55C73-F30F-40D4-45AD-5D630BE1A477}"/>
                  </a:ext>
                </a:extLst>
              </p14:cNvPr>
              <p14:cNvContentPartPr/>
              <p14:nvPr/>
            </p14:nvContentPartPr>
            <p14:xfrm>
              <a:off x="8669160" y="2607696"/>
              <a:ext cx="201240" cy="86760"/>
            </p14:xfrm>
          </p:contentPart>
        </mc:Choice>
        <mc:Fallback xmlns=""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4BC55C73-F30F-40D4-45AD-5D630BE1A477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8664840" y="2603376"/>
                <a:ext cx="209880" cy="9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F3E56611-203D-8BD3-C308-EA121FA4BB84}"/>
                  </a:ext>
                </a:extLst>
              </p14:cNvPr>
              <p14:cNvContentPartPr/>
              <p14:nvPr/>
            </p14:nvContentPartPr>
            <p14:xfrm>
              <a:off x="8863200" y="2592576"/>
              <a:ext cx="201240" cy="121680"/>
            </p14:xfrm>
          </p:contentPart>
        </mc:Choice>
        <mc:Fallback xmlns=""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F3E56611-203D-8BD3-C308-EA121FA4BB84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8858880" y="2588256"/>
                <a:ext cx="209880" cy="13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18EDCE9E-8DE8-1EE4-BC29-D91FA005FE02}"/>
                  </a:ext>
                </a:extLst>
              </p14:cNvPr>
              <p14:cNvContentPartPr/>
              <p14:nvPr/>
            </p14:nvContentPartPr>
            <p14:xfrm>
              <a:off x="9102960" y="2538216"/>
              <a:ext cx="12240" cy="100800"/>
            </p14:xfrm>
          </p:contentPart>
        </mc:Choice>
        <mc:Fallback xmlns=""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18EDCE9E-8DE8-1EE4-BC29-D91FA005FE02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9098640" y="2533896"/>
                <a:ext cx="20880" cy="10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DE8B8A1F-9759-BF14-C152-DCD0583569AA}"/>
                  </a:ext>
                </a:extLst>
              </p14:cNvPr>
              <p14:cNvContentPartPr/>
              <p14:nvPr/>
            </p14:nvContentPartPr>
            <p14:xfrm>
              <a:off x="9068760" y="2560176"/>
              <a:ext cx="155160" cy="18720"/>
            </p14:xfrm>
          </p:contentPart>
        </mc:Choice>
        <mc:Fallback xmlns=""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DE8B8A1F-9759-BF14-C152-DCD0583569AA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9064440" y="2555856"/>
                <a:ext cx="163800" cy="2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250D81B7-9171-CB58-A2A2-FA26FD03D8B4}"/>
                  </a:ext>
                </a:extLst>
              </p14:cNvPr>
              <p14:cNvContentPartPr/>
              <p14:nvPr/>
            </p14:nvContentPartPr>
            <p14:xfrm>
              <a:off x="10216440" y="2587896"/>
              <a:ext cx="206280" cy="243000"/>
            </p14:xfrm>
          </p:contentPart>
        </mc:Choice>
        <mc:Fallback xmlns=""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250D81B7-9171-CB58-A2A2-FA26FD03D8B4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10212120" y="2583576"/>
                <a:ext cx="214920" cy="25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8018F094-FDC2-48FF-717D-EA1E681180A7}"/>
                  </a:ext>
                </a:extLst>
              </p14:cNvPr>
              <p14:cNvContentPartPr/>
              <p14:nvPr/>
            </p14:nvContentPartPr>
            <p14:xfrm>
              <a:off x="10439280" y="2712816"/>
              <a:ext cx="399240" cy="129600"/>
            </p14:xfrm>
          </p:contentPart>
        </mc:Choice>
        <mc:Fallback xmlns=""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8018F094-FDC2-48FF-717D-EA1E681180A7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10434960" y="2708496"/>
                <a:ext cx="407880" cy="13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646DCA1F-7919-3349-338E-EA666B64DC67}"/>
                  </a:ext>
                </a:extLst>
              </p14:cNvPr>
              <p14:cNvContentPartPr/>
              <p14:nvPr/>
            </p14:nvContentPartPr>
            <p14:xfrm>
              <a:off x="10853280" y="2684736"/>
              <a:ext cx="262800" cy="95040"/>
            </p14:xfrm>
          </p:contentPart>
        </mc:Choice>
        <mc:Fallback xmlns=""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646DCA1F-7919-3349-338E-EA666B64DC67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10848960" y="2680416"/>
                <a:ext cx="271440" cy="10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8AE80497-0347-77D0-40C4-60AFB9031066}"/>
                  </a:ext>
                </a:extLst>
              </p14:cNvPr>
              <p14:cNvContentPartPr/>
              <p14:nvPr/>
            </p14:nvContentPartPr>
            <p14:xfrm>
              <a:off x="11149920" y="2610936"/>
              <a:ext cx="92880" cy="141120"/>
            </p14:xfrm>
          </p:contentPart>
        </mc:Choice>
        <mc:Fallback xmlns=""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8AE80497-0347-77D0-40C4-60AFB9031066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11145600" y="2606616"/>
                <a:ext cx="101520" cy="14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C526AC95-A445-D246-E8C2-514B394AE576}"/>
                  </a:ext>
                </a:extLst>
              </p14:cNvPr>
              <p14:cNvContentPartPr/>
              <p14:nvPr/>
            </p14:nvContentPartPr>
            <p14:xfrm>
              <a:off x="11085480" y="2655936"/>
              <a:ext cx="173520" cy="18720"/>
            </p14:xfrm>
          </p:contentPart>
        </mc:Choice>
        <mc:Fallback xmlns=""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C526AC95-A445-D246-E8C2-514B394AE576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11081160" y="2651616"/>
                <a:ext cx="182160" cy="2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2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93D97621-3B8A-A612-655A-50B2BE1423AA}"/>
                  </a:ext>
                </a:extLst>
              </p14:cNvPr>
              <p14:cNvContentPartPr/>
              <p14:nvPr/>
            </p14:nvContentPartPr>
            <p14:xfrm>
              <a:off x="6417000" y="3395016"/>
              <a:ext cx="118080" cy="108000"/>
            </p14:xfrm>
          </p:contentPart>
        </mc:Choice>
        <mc:Fallback xmlns=""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93D97621-3B8A-A612-655A-50B2BE1423AA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6412680" y="3390696"/>
                <a:ext cx="126720" cy="11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4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DA1C6FAD-3EE5-D699-0A44-FDF0AA13E8CB}"/>
                  </a:ext>
                </a:extLst>
              </p14:cNvPr>
              <p14:cNvContentPartPr/>
              <p14:nvPr/>
            </p14:nvContentPartPr>
            <p14:xfrm>
              <a:off x="6596640" y="3397176"/>
              <a:ext cx="71280" cy="104400"/>
            </p14:xfrm>
          </p:contentPart>
        </mc:Choice>
        <mc:Fallback xmlns=""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DA1C6FAD-3EE5-D699-0A44-FDF0AA13E8CB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6592320" y="3392856"/>
                <a:ext cx="79920" cy="11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6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F14FF4AB-1506-10C3-E6D0-E3B01C69F700}"/>
                  </a:ext>
                </a:extLst>
              </p14:cNvPr>
              <p14:cNvContentPartPr/>
              <p14:nvPr/>
            </p14:nvContentPartPr>
            <p14:xfrm>
              <a:off x="6707520" y="3378456"/>
              <a:ext cx="66600" cy="90000"/>
            </p14:xfrm>
          </p:contentPart>
        </mc:Choice>
        <mc:Fallback xmlns=""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F14FF4AB-1506-10C3-E6D0-E3B01C69F700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6703200" y="3374136"/>
                <a:ext cx="75240" cy="9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8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F13B32BA-CBEE-0BC3-32BD-6C99EFB515F9}"/>
                  </a:ext>
                </a:extLst>
              </p14:cNvPr>
              <p14:cNvContentPartPr/>
              <p14:nvPr/>
            </p14:nvContentPartPr>
            <p14:xfrm>
              <a:off x="6922800" y="3265776"/>
              <a:ext cx="67320" cy="165960"/>
            </p14:xfrm>
          </p:contentPart>
        </mc:Choice>
        <mc:Fallback xmlns=""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F13B32BA-CBEE-0BC3-32BD-6C99EFB515F9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6918480" y="3261456"/>
                <a:ext cx="75960" cy="17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0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DE0FB067-8A31-A095-DF5D-F3B8A92D265C}"/>
                  </a:ext>
                </a:extLst>
              </p14:cNvPr>
              <p14:cNvContentPartPr/>
              <p14:nvPr/>
            </p14:nvContentPartPr>
            <p14:xfrm>
              <a:off x="6890760" y="3367296"/>
              <a:ext cx="138960" cy="15480"/>
            </p14:xfrm>
          </p:contentPart>
        </mc:Choice>
        <mc:Fallback xmlns=""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DE0FB067-8A31-A095-DF5D-F3B8A92D265C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6886440" y="3362976"/>
                <a:ext cx="147600" cy="2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2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BD5A325E-470E-0811-96A8-046D7FE03371}"/>
                  </a:ext>
                </a:extLst>
              </p14:cNvPr>
              <p14:cNvContentPartPr/>
              <p14:nvPr/>
            </p14:nvContentPartPr>
            <p14:xfrm>
              <a:off x="7127640" y="3358296"/>
              <a:ext cx="91080" cy="287280"/>
            </p14:xfrm>
          </p:contentPart>
        </mc:Choice>
        <mc:Fallback xmlns=""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BD5A325E-470E-0811-96A8-046D7FE03371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7123320" y="3353976"/>
                <a:ext cx="99720" cy="29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4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AE6701E0-1185-6778-8886-673E1EEB4295}"/>
                  </a:ext>
                </a:extLst>
              </p14:cNvPr>
              <p14:cNvContentPartPr/>
              <p14:nvPr/>
            </p14:nvContentPartPr>
            <p14:xfrm>
              <a:off x="7130880" y="3599496"/>
              <a:ext cx="104400" cy="57960"/>
            </p14:xfrm>
          </p:contentPart>
        </mc:Choice>
        <mc:Fallback xmlns=""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AE6701E0-1185-6778-8886-673E1EEB4295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7126560" y="3595176"/>
                <a:ext cx="113040" cy="6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6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C1358EE0-7785-9084-CF80-422BD61928A9}"/>
                  </a:ext>
                </a:extLst>
              </p14:cNvPr>
              <p14:cNvContentPartPr/>
              <p14:nvPr/>
            </p14:nvContentPartPr>
            <p14:xfrm>
              <a:off x="7197120" y="3553416"/>
              <a:ext cx="121320" cy="135000"/>
            </p14:xfrm>
          </p:contentPart>
        </mc:Choice>
        <mc:Fallback xmlns=""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C1358EE0-7785-9084-CF80-422BD61928A9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7192800" y="3549096"/>
                <a:ext cx="129960" cy="14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8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BAEC955C-654F-96DC-CDC1-9F28F604483A}"/>
                  </a:ext>
                </a:extLst>
              </p14:cNvPr>
              <p14:cNvContentPartPr/>
              <p14:nvPr/>
            </p14:nvContentPartPr>
            <p14:xfrm>
              <a:off x="7050240" y="3658176"/>
              <a:ext cx="364320" cy="369360"/>
            </p14:xfrm>
          </p:contentPart>
        </mc:Choice>
        <mc:Fallback xmlns=""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BAEC955C-654F-96DC-CDC1-9F28F604483A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7045920" y="3653856"/>
                <a:ext cx="372960" cy="37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0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9F9AEF88-A90B-391C-DC5F-B43E6233F62E}"/>
                  </a:ext>
                </a:extLst>
              </p14:cNvPr>
              <p14:cNvContentPartPr/>
              <p14:nvPr/>
            </p14:nvContentPartPr>
            <p14:xfrm>
              <a:off x="6773400" y="4010616"/>
              <a:ext cx="353160" cy="503280"/>
            </p14:xfrm>
          </p:contentPart>
        </mc:Choice>
        <mc:Fallback xmlns=""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9F9AEF88-A90B-391C-DC5F-B43E6233F62E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6769080" y="4006296"/>
                <a:ext cx="361800" cy="51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2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C56C30A5-C599-B451-CDDF-D47A03EEA96B}"/>
                  </a:ext>
                </a:extLst>
              </p14:cNvPr>
              <p14:cNvContentPartPr/>
              <p14:nvPr/>
            </p14:nvContentPartPr>
            <p14:xfrm>
              <a:off x="6497640" y="4432176"/>
              <a:ext cx="401040" cy="467640"/>
            </p14:xfrm>
          </p:contentPart>
        </mc:Choice>
        <mc:Fallback xmlns=""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C56C30A5-C599-B451-CDDF-D47A03EEA96B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6493320" y="4427856"/>
                <a:ext cx="409680" cy="47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4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33B6C586-5FE2-F5D8-C806-294700ACE13B}"/>
                  </a:ext>
                </a:extLst>
              </p14:cNvPr>
              <p14:cNvContentPartPr/>
              <p14:nvPr/>
            </p14:nvContentPartPr>
            <p14:xfrm>
              <a:off x="7295040" y="3991536"/>
              <a:ext cx="303120" cy="539280"/>
            </p14:xfrm>
          </p:contentPart>
        </mc:Choice>
        <mc:Fallback xmlns=""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33B6C586-5FE2-F5D8-C806-294700ACE13B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7290720" y="3987216"/>
                <a:ext cx="311760" cy="54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6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6B444838-EB75-CF05-37D2-F25EF9A67FB2}"/>
                  </a:ext>
                </a:extLst>
              </p14:cNvPr>
              <p14:cNvContentPartPr/>
              <p14:nvPr/>
            </p14:nvContentPartPr>
            <p14:xfrm>
              <a:off x="9425376" y="3134824"/>
              <a:ext cx="118080" cy="108000"/>
            </p14:xfrm>
          </p:contentPart>
        </mc:Choice>
        <mc:Fallback xmlns=""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6B444838-EB75-CF05-37D2-F25EF9A67FB2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9421056" y="3130504"/>
                <a:ext cx="126720" cy="11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7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867B8E7B-05C4-8838-19E8-E51035121A01}"/>
                  </a:ext>
                </a:extLst>
              </p14:cNvPr>
              <p14:cNvContentPartPr/>
              <p14:nvPr/>
            </p14:nvContentPartPr>
            <p14:xfrm>
              <a:off x="9605016" y="3136984"/>
              <a:ext cx="71280" cy="104400"/>
            </p14:xfrm>
          </p:contentPart>
        </mc:Choice>
        <mc:Fallback xmlns=""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867B8E7B-05C4-8838-19E8-E51035121A01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9600696" y="3132664"/>
                <a:ext cx="79920" cy="11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8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7F244960-63A2-0F18-E4F5-A5846F9A4ECB}"/>
                  </a:ext>
                </a:extLst>
              </p14:cNvPr>
              <p14:cNvContentPartPr/>
              <p14:nvPr/>
            </p14:nvContentPartPr>
            <p14:xfrm>
              <a:off x="9715896" y="3118264"/>
              <a:ext cx="66600" cy="90000"/>
            </p14:xfrm>
          </p:contentPart>
        </mc:Choice>
        <mc:Fallback xmlns=""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7F244960-63A2-0F18-E4F5-A5846F9A4ECB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9711576" y="3113944"/>
                <a:ext cx="75240" cy="9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9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0B059DB6-7FE8-CDC0-EC6F-4366C760B318}"/>
                  </a:ext>
                </a:extLst>
              </p14:cNvPr>
              <p14:cNvContentPartPr/>
              <p14:nvPr/>
            </p14:nvContentPartPr>
            <p14:xfrm>
              <a:off x="9931176" y="3005584"/>
              <a:ext cx="67320" cy="165960"/>
            </p14:xfrm>
          </p:contentPart>
        </mc:Choice>
        <mc:Fallback xmlns=""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0B059DB6-7FE8-CDC0-EC6F-4366C760B318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9926856" y="3001264"/>
                <a:ext cx="75960" cy="17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0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8839BDAF-104A-CADB-0402-2C3993F63827}"/>
                  </a:ext>
                </a:extLst>
              </p14:cNvPr>
              <p14:cNvContentPartPr/>
              <p14:nvPr/>
            </p14:nvContentPartPr>
            <p14:xfrm>
              <a:off x="9899136" y="3107104"/>
              <a:ext cx="138960" cy="15480"/>
            </p14:xfrm>
          </p:contentPart>
        </mc:Choice>
        <mc:Fallback xmlns=""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8839BDAF-104A-CADB-0402-2C3993F63827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9894816" y="3102784"/>
                <a:ext cx="147600" cy="2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1">
            <p14:nvContentPartPr>
              <p14:cNvPr id="73" name="Ink 72">
                <a:extLst>
                  <a:ext uri="{FF2B5EF4-FFF2-40B4-BE49-F238E27FC236}">
                    <a16:creationId xmlns:a16="http://schemas.microsoft.com/office/drawing/2014/main" id="{432E8703-889C-A144-E176-F475B304490F}"/>
                  </a:ext>
                </a:extLst>
              </p14:cNvPr>
              <p14:cNvContentPartPr/>
              <p14:nvPr/>
            </p14:nvContentPartPr>
            <p14:xfrm>
              <a:off x="10136016" y="3098104"/>
              <a:ext cx="91080" cy="287280"/>
            </p14:xfrm>
          </p:contentPart>
        </mc:Choice>
        <mc:Fallback xmlns="">
          <p:pic>
            <p:nvPicPr>
              <p:cNvPr id="73" name="Ink 72">
                <a:extLst>
                  <a:ext uri="{FF2B5EF4-FFF2-40B4-BE49-F238E27FC236}">
                    <a16:creationId xmlns:a16="http://schemas.microsoft.com/office/drawing/2014/main" id="{432E8703-889C-A144-E176-F475B304490F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10131696" y="3093784"/>
                <a:ext cx="99720" cy="29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2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5C808D64-0E8D-185C-C744-EFEEA0F0C7C2}"/>
                  </a:ext>
                </a:extLst>
              </p14:cNvPr>
              <p14:cNvContentPartPr/>
              <p14:nvPr/>
            </p14:nvContentPartPr>
            <p14:xfrm>
              <a:off x="10139256" y="3339304"/>
              <a:ext cx="104400" cy="57960"/>
            </p14:xfrm>
          </p:contentPart>
        </mc:Choice>
        <mc:Fallback xmlns=""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5C808D64-0E8D-185C-C744-EFEEA0F0C7C2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10134936" y="3334984"/>
                <a:ext cx="113040" cy="6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3">
            <p14:nvContentPartPr>
              <p14:cNvPr id="75" name="Ink 74">
                <a:extLst>
                  <a:ext uri="{FF2B5EF4-FFF2-40B4-BE49-F238E27FC236}">
                    <a16:creationId xmlns:a16="http://schemas.microsoft.com/office/drawing/2014/main" id="{B5276446-2587-3616-6AC8-6D7F19737E42}"/>
                  </a:ext>
                </a:extLst>
              </p14:cNvPr>
              <p14:cNvContentPartPr/>
              <p14:nvPr/>
            </p14:nvContentPartPr>
            <p14:xfrm>
              <a:off x="10205496" y="3293224"/>
              <a:ext cx="121320" cy="135000"/>
            </p14:xfrm>
          </p:contentPart>
        </mc:Choice>
        <mc:Fallback xmlns="">
          <p:pic>
            <p:nvPicPr>
              <p:cNvPr id="75" name="Ink 74">
                <a:extLst>
                  <a:ext uri="{FF2B5EF4-FFF2-40B4-BE49-F238E27FC236}">
                    <a16:creationId xmlns:a16="http://schemas.microsoft.com/office/drawing/2014/main" id="{B5276446-2587-3616-6AC8-6D7F19737E42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10201176" y="3288904"/>
                <a:ext cx="129960" cy="14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4">
            <p14:nvContentPartPr>
              <p14:cNvPr id="76" name="Ink 75">
                <a:extLst>
                  <a:ext uri="{FF2B5EF4-FFF2-40B4-BE49-F238E27FC236}">
                    <a16:creationId xmlns:a16="http://schemas.microsoft.com/office/drawing/2014/main" id="{3714680E-DA86-317D-2C8B-6FE8BFE55409}"/>
                  </a:ext>
                </a:extLst>
              </p14:cNvPr>
              <p14:cNvContentPartPr/>
              <p14:nvPr/>
            </p14:nvContentPartPr>
            <p14:xfrm>
              <a:off x="10058616" y="3397984"/>
              <a:ext cx="364320" cy="369360"/>
            </p14:xfrm>
          </p:contentPart>
        </mc:Choice>
        <mc:Fallback xmlns="">
          <p:pic>
            <p:nvPicPr>
              <p:cNvPr id="76" name="Ink 75">
                <a:extLst>
                  <a:ext uri="{FF2B5EF4-FFF2-40B4-BE49-F238E27FC236}">
                    <a16:creationId xmlns:a16="http://schemas.microsoft.com/office/drawing/2014/main" id="{3714680E-DA86-317D-2C8B-6FE8BFE55409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10054296" y="3393664"/>
                <a:ext cx="372960" cy="37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5">
            <p14:nvContentPartPr>
              <p14:cNvPr id="77" name="Ink 76">
                <a:extLst>
                  <a:ext uri="{FF2B5EF4-FFF2-40B4-BE49-F238E27FC236}">
                    <a16:creationId xmlns:a16="http://schemas.microsoft.com/office/drawing/2014/main" id="{B7743230-20D2-D2F8-1B53-C9EAC19B91E5}"/>
                  </a:ext>
                </a:extLst>
              </p14:cNvPr>
              <p14:cNvContentPartPr/>
              <p14:nvPr/>
            </p14:nvContentPartPr>
            <p14:xfrm>
              <a:off x="9781776" y="3750424"/>
              <a:ext cx="353160" cy="503280"/>
            </p14:xfrm>
          </p:contentPart>
        </mc:Choice>
        <mc:Fallback xmlns="">
          <p:pic>
            <p:nvPicPr>
              <p:cNvPr id="77" name="Ink 76">
                <a:extLst>
                  <a:ext uri="{FF2B5EF4-FFF2-40B4-BE49-F238E27FC236}">
                    <a16:creationId xmlns:a16="http://schemas.microsoft.com/office/drawing/2014/main" id="{B7743230-20D2-D2F8-1B53-C9EAC19B91E5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9777456" y="3746104"/>
                <a:ext cx="361800" cy="51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6">
            <p14:nvContentPartPr>
              <p14:cNvPr id="78" name="Ink 77">
                <a:extLst>
                  <a:ext uri="{FF2B5EF4-FFF2-40B4-BE49-F238E27FC236}">
                    <a16:creationId xmlns:a16="http://schemas.microsoft.com/office/drawing/2014/main" id="{6827B918-02DE-69F3-0DBE-E23EBE1FCBDE}"/>
                  </a:ext>
                </a:extLst>
              </p14:cNvPr>
              <p14:cNvContentPartPr/>
              <p14:nvPr/>
            </p14:nvContentPartPr>
            <p14:xfrm>
              <a:off x="9506016" y="4171984"/>
              <a:ext cx="401040" cy="467640"/>
            </p14:xfrm>
          </p:contentPart>
        </mc:Choice>
        <mc:Fallback xmlns="">
          <p:pic>
            <p:nvPicPr>
              <p:cNvPr id="78" name="Ink 77">
                <a:extLst>
                  <a:ext uri="{FF2B5EF4-FFF2-40B4-BE49-F238E27FC236}">
                    <a16:creationId xmlns:a16="http://schemas.microsoft.com/office/drawing/2014/main" id="{6827B918-02DE-69F3-0DBE-E23EBE1FCBDE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9501696" y="4167664"/>
                <a:ext cx="409680" cy="47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7">
            <p14:nvContentPartPr>
              <p14:cNvPr id="79" name="Ink 78">
                <a:extLst>
                  <a:ext uri="{FF2B5EF4-FFF2-40B4-BE49-F238E27FC236}">
                    <a16:creationId xmlns:a16="http://schemas.microsoft.com/office/drawing/2014/main" id="{92FA6403-11A4-D87A-3396-7D81EB0F174B}"/>
                  </a:ext>
                </a:extLst>
              </p14:cNvPr>
              <p14:cNvContentPartPr/>
              <p14:nvPr/>
            </p14:nvContentPartPr>
            <p14:xfrm>
              <a:off x="10303416" y="3731344"/>
              <a:ext cx="303120" cy="539280"/>
            </p14:xfrm>
          </p:contentPart>
        </mc:Choice>
        <mc:Fallback xmlns="">
          <p:pic>
            <p:nvPicPr>
              <p:cNvPr id="79" name="Ink 78">
                <a:extLst>
                  <a:ext uri="{FF2B5EF4-FFF2-40B4-BE49-F238E27FC236}">
                    <a16:creationId xmlns:a16="http://schemas.microsoft.com/office/drawing/2014/main" id="{92FA6403-11A4-D87A-3396-7D81EB0F174B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10299096" y="3727024"/>
                <a:ext cx="311760" cy="54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8">
            <p14:nvContentPartPr>
              <p14:cNvPr id="80" name="Ink 79">
                <a:extLst>
                  <a:ext uri="{FF2B5EF4-FFF2-40B4-BE49-F238E27FC236}">
                    <a16:creationId xmlns:a16="http://schemas.microsoft.com/office/drawing/2014/main" id="{D538DAA6-AE10-8204-2FE9-A1C515EA4DE4}"/>
                  </a:ext>
                </a:extLst>
              </p14:cNvPr>
              <p14:cNvContentPartPr/>
              <p14:nvPr/>
            </p14:nvContentPartPr>
            <p14:xfrm>
              <a:off x="10416456" y="4223464"/>
              <a:ext cx="398520" cy="374760"/>
            </p14:xfrm>
          </p:contentPart>
        </mc:Choice>
        <mc:Fallback xmlns="">
          <p:pic>
            <p:nvPicPr>
              <p:cNvPr id="80" name="Ink 79">
                <a:extLst>
                  <a:ext uri="{FF2B5EF4-FFF2-40B4-BE49-F238E27FC236}">
                    <a16:creationId xmlns:a16="http://schemas.microsoft.com/office/drawing/2014/main" id="{D538DAA6-AE10-8204-2FE9-A1C515EA4DE4}"/>
                  </a:ext>
                </a:extLst>
              </p:cNvPr>
              <p:cNvPicPr/>
              <p:nvPr/>
            </p:nvPicPr>
            <p:blipFill>
              <a:blip r:embed="rId139"/>
              <a:stretch>
                <a:fillRect/>
              </a:stretch>
            </p:blipFill>
            <p:spPr>
              <a:xfrm>
                <a:off x="10412136" y="4219144"/>
                <a:ext cx="407160" cy="38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0">
            <p14:nvContentPartPr>
              <p14:cNvPr id="81" name="Ink 80">
                <a:extLst>
                  <a:ext uri="{FF2B5EF4-FFF2-40B4-BE49-F238E27FC236}">
                    <a16:creationId xmlns:a16="http://schemas.microsoft.com/office/drawing/2014/main" id="{72160898-950A-1A76-3F40-F8C37FF6B0F5}"/>
                  </a:ext>
                </a:extLst>
              </p14:cNvPr>
              <p14:cNvContentPartPr/>
              <p14:nvPr/>
            </p14:nvContentPartPr>
            <p14:xfrm>
              <a:off x="6188400" y="4870296"/>
              <a:ext cx="370080" cy="520920"/>
            </p14:xfrm>
          </p:contentPart>
        </mc:Choice>
        <mc:Fallback xmlns="">
          <p:pic>
            <p:nvPicPr>
              <p:cNvPr id="81" name="Ink 80">
                <a:extLst>
                  <a:ext uri="{FF2B5EF4-FFF2-40B4-BE49-F238E27FC236}">
                    <a16:creationId xmlns:a16="http://schemas.microsoft.com/office/drawing/2014/main" id="{72160898-950A-1A76-3F40-F8C37FF6B0F5}"/>
                  </a:ext>
                </a:extLst>
              </p:cNvPr>
              <p:cNvPicPr/>
              <p:nvPr/>
            </p:nvPicPr>
            <p:blipFill>
              <a:blip r:embed="rId141"/>
              <a:stretch>
                <a:fillRect/>
              </a:stretch>
            </p:blipFill>
            <p:spPr>
              <a:xfrm>
                <a:off x="6184080" y="4865976"/>
                <a:ext cx="378720" cy="52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2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728CD022-F2A0-54D0-39B3-FEE09EA1C9C4}"/>
                  </a:ext>
                </a:extLst>
              </p14:cNvPr>
              <p14:cNvContentPartPr/>
              <p14:nvPr/>
            </p14:nvContentPartPr>
            <p14:xfrm>
              <a:off x="5905800" y="5342256"/>
              <a:ext cx="385560" cy="370080"/>
            </p14:xfrm>
          </p:contentPart>
        </mc:Choice>
        <mc:Fallback xmlns=""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728CD022-F2A0-54D0-39B3-FEE09EA1C9C4}"/>
                  </a:ext>
                </a:extLst>
              </p:cNvPr>
              <p:cNvPicPr/>
              <p:nvPr/>
            </p:nvPicPr>
            <p:blipFill>
              <a:blip r:embed="rId143"/>
              <a:stretch>
                <a:fillRect/>
              </a:stretch>
            </p:blipFill>
            <p:spPr>
              <a:xfrm>
                <a:off x="5901480" y="5337936"/>
                <a:ext cx="394200" cy="37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4">
            <p14:nvContentPartPr>
              <p14:cNvPr id="83" name="Ink 82">
                <a:extLst>
                  <a:ext uri="{FF2B5EF4-FFF2-40B4-BE49-F238E27FC236}">
                    <a16:creationId xmlns:a16="http://schemas.microsoft.com/office/drawing/2014/main" id="{BB4AA340-7978-8025-6DBA-1EEFEFF408E1}"/>
                  </a:ext>
                </a:extLst>
              </p14:cNvPr>
              <p14:cNvContentPartPr/>
              <p14:nvPr/>
            </p14:nvContentPartPr>
            <p14:xfrm>
              <a:off x="9196776" y="4610104"/>
              <a:ext cx="370080" cy="520920"/>
            </p14:xfrm>
          </p:contentPart>
        </mc:Choice>
        <mc:Fallback xmlns="">
          <p:pic>
            <p:nvPicPr>
              <p:cNvPr id="83" name="Ink 82">
                <a:extLst>
                  <a:ext uri="{FF2B5EF4-FFF2-40B4-BE49-F238E27FC236}">
                    <a16:creationId xmlns:a16="http://schemas.microsoft.com/office/drawing/2014/main" id="{BB4AA340-7978-8025-6DBA-1EEFEFF408E1}"/>
                  </a:ext>
                </a:extLst>
              </p:cNvPr>
              <p:cNvPicPr/>
              <p:nvPr/>
            </p:nvPicPr>
            <p:blipFill>
              <a:blip r:embed="rId141"/>
              <a:stretch>
                <a:fillRect/>
              </a:stretch>
            </p:blipFill>
            <p:spPr>
              <a:xfrm>
                <a:off x="9192456" y="4605784"/>
                <a:ext cx="378720" cy="52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5">
            <p14:nvContentPartPr>
              <p14:cNvPr id="85" name="Ink 84">
                <a:extLst>
                  <a:ext uri="{FF2B5EF4-FFF2-40B4-BE49-F238E27FC236}">
                    <a16:creationId xmlns:a16="http://schemas.microsoft.com/office/drawing/2014/main" id="{ED3FD054-C50A-402F-63BA-00BD87FDA02B}"/>
                  </a:ext>
                </a:extLst>
              </p14:cNvPr>
              <p14:cNvContentPartPr/>
              <p14:nvPr/>
            </p14:nvContentPartPr>
            <p14:xfrm>
              <a:off x="6149520" y="5958576"/>
              <a:ext cx="168480" cy="147600"/>
            </p14:xfrm>
          </p:contentPart>
        </mc:Choice>
        <mc:Fallback xmlns="">
          <p:pic>
            <p:nvPicPr>
              <p:cNvPr id="85" name="Ink 84">
                <a:extLst>
                  <a:ext uri="{FF2B5EF4-FFF2-40B4-BE49-F238E27FC236}">
                    <a16:creationId xmlns:a16="http://schemas.microsoft.com/office/drawing/2014/main" id="{ED3FD054-C50A-402F-63BA-00BD87FDA02B}"/>
                  </a:ext>
                </a:extLst>
              </p:cNvPr>
              <p:cNvPicPr/>
              <p:nvPr/>
            </p:nvPicPr>
            <p:blipFill>
              <a:blip r:embed="rId146"/>
              <a:stretch>
                <a:fillRect/>
              </a:stretch>
            </p:blipFill>
            <p:spPr>
              <a:xfrm>
                <a:off x="6145200" y="5954256"/>
                <a:ext cx="177120" cy="15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7">
            <p14:nvContentPartPr>
              <p14:cNvPr id="86" name="Ink 85">
                <a:extLst>
                  <a:ext uri="{FF2B5EF4-FFF2-40B4-BE49-F238E27FC236}">
                    <a16:creationId xmlns:a16="http://schemas.microsoft.com/office/drawing/2014/main" id="{4E883888-9CDE-0615-EA5A-5D197F9557F9}"/>
                  </a:ext>
                </a:extLst>
              </p14:cNvPr>
              <p14:cNvContentPartPr/>
              <p14:nvPr/>
            </p14:nvContentPartPr>
            <p14:xfrm>
              <a:off x="6253200" y="6020136"/>
              <a:ext cx="37440" cy="181800"/>
            </p14:xfrm>
          </p:contentPart>
        </mc:Choice>
        <mc:Fallback xmlns="">
          <p:pic>
            <p:nvPicPr>
              <p:cNvPr id="86" name="Ink 85">
                <a:extLst>
                  <a:ext uri="{FF2B5EF4-FFF2-40B4-BE49-F238E27FC236}">
                    <a16:creationId xmlns:a16="http://schemas.microsoft.com/office/drawing/2014/main" id="{4E883888-9CDE-0615-EA5A-5D197F9557F9}"/>
                  </a:ext>
                </a:extLst>
              </p:cNvPr>
              <p:cNvPicPr/>
              <p:nvPr/>
            </p:nvPicPr>
            <p:blipFill>
              <a:blip r:embed="rId148"/>
              <a:stretch>
                <a:fillRect/>
              </a:stretch>
            </p:blipFill>
            <p:spPr>
              <a:xfrm>
                <a:off x="6248880" y="6015816"/>
                <a:ext cx="46080" cy="19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9">
            <p14:nvContentPartPr>
              <p14:cNvPr id="87" name="Ink 86">
                <a:extLst>
                  <a:ext uri="{FF2B5EF4-FFF2-40B4-BE49-F238E27FC236}">
                    <a16:creationId xmlns:a16="http://schemas.microsoft.com/office/drawing/2014/main" id="{AD97B431-BA9E-40EA-C4B9-BA3F45BCA425}"/>
                  </a:ext>
                </a:extLst>
              </p14:cNvPr>
              <p14:cNvContentPartPr/>
              <p14:nvPr/>
            </p14:nvContentPartPr>
            <p14:xfrm>
              <a:off x="6546600" y="6026256"/>
              <a:ext cx="152640" cy="83520"/>
            </p14:xfrm>
          </p:contentPart>
        </mc:Choice>
        <mc:Fallback xmlns="">
          <p:pic>
            <p:nvPicPr>
              <p:cNvPr id="87" name="Ink 86">
                <a:extLst>
                  <a:ext uri="{FF2B5EF4-FFF2-40B4-BE49-F238E27FC236}">
                    <a16:creationId xmlns:a16="http://schemas.microsoft.com/office/drawing/2014/main" id="{AD97B431-BA9E-40EA-C4B9-BA3F45BCA425}"/>
                  </a:ext>
                </a:extLst>
              </p:cNvPr>
              <p:cNvPicPr/>
              <p:nvPr/>
            </p:nvPicPr>
            <p:blipFill>
              <a:blip r:embed="rId150"/>
              <a:stretch>
                <a:fillRect/>
              </a:stretch>
            </p:blipFill>
            <p:spPr>
              <a:xfrm>
                <a:off x="6542280" y="6021936"/>
                <a:ext cx="161280" cy="9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1">
            <p14:nvContentPartPr>
              <p14:cNvPr id="88" name="Ink 87">
                <a:extLst>
                  <a:ext uri="{FF2B5EF4-FFF2-40B4-BE49-F238E27FC236}">
                    <a16:creationId xmlns:a16="http://schemas.microsoft.com/office/drawing/2014/main" id="{03DEA6E0-C251-47FE-F95F-28107007F0AE}"/>
                  </a:ext>
                </a:extLst>
              </p14:cNvPr>
              <p14:cNvContentPartPr/>
              <p14:nvPr/>
            </p14:nvContentPartPr>
            <p14:xfrm>
              <a:off x="6738120" y="5786856"/>
              <a:ext cx="83520" cy="288000"/>
            </p14:xfrm>
          </p:contentPart>
        </mc:Choice>
        <mc:Fallback xmlns="">
          <p:pic>
            <p:nvPicPr>
              <p:cNvPr id="88" name="Ink 87">
                <a:extLst>
                  <a:ext uri="{FF2B5EF4-FFF2-40B4-BE49-F238E27FC236}">
                    <a16:creationId xmlns:a16="http://schemas.microsoft.com/office/drawing/2014/main" id="{03DEA6E0-C251-47FE-F95F-28107007F0AE}"/>
                  </a:ext>
                </a:extLst>
              </p:cNvPr>
              <p:cNvPicPr/>
              <p:nvPr/>
            </p:nvPicPr>
            <p:blipFill>
              <a:blip r:embed="rId152"/>
              <a:stretch>
                <a:fillRect/>
              </a:stretch>
            </p:blipFill>
            <p:spPr>
              <a:xfrm>
                <a:off x="6733800" y="5782536"/>
                <a:ext cx="92160" cy="29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3">
            <p14:nvContentPartPr>
              <p14:cNvPr id="89" name="Ink 88">
                <a:extLst>
                  <a:ext uri="{FF2B5EF4-FFF2-40B4-BE49-F238E27FC236}">
                    <a16:creationId xmlns:a16="http://schemas.microsoft.com/office/drawing/2014/main" id="{50608F5B-E525-B533-C6C3-60F69C654469}"/>
                  </a:ext>
                </a:extLst>
              </p14:cNvPr>
              <p14:cNvContentPartPr/>
              <p14:nvPr/>
            </p14:nvContentPartPr>
            <p14:xfrm>
              <a:off x="6784560" y="5977656"/>
              <a:ext cx="88200" cy="105480"/>
            </p14:xfrm>
          </p:contentPart>
        </mc:Choice>
        <mc:Fallback xmlns="">
          <p:pic>
            <p:nvPicPr>
              <p:cNvPr id="89" name="Ink 88">
                <a:extLst>
                  <a:ext uri="{FF2B5EF4-FFF2-40B4-BE49-F238E27FC236}">
                    <a16:creationId xmlns:a16="http://schemas.microsoft.com/office/drawing/2014/main" id="{50608F5B-E525-B533-C6C3-60F69C654469}"/>
                  </a:ext>
                </a:extLst>
              </p:cNvPr>
              <p:cNvPicPr/>
              <p:nvPr/>
            </p:nvPicPr>
            <p:blipFill>
              <a:blip r:embed="rId154"/>
              <a:stretch>
                <a:fillRect/>
              </a:stretch>
            </p:blipFill>
            <p:spPr>
              <a:xfrm>
                <a:off x="6780240" y="5973336"/>
                <a:ext cx="96840" cy="11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5">
            <p14:nvContentPartPr>
              <p14:cNvPr id="90" name="Ink 89">
                <a:extLst>
                  <a:ext uri="{FF2B5EF4-FFF2-40B4-BE49-F238E27FC236}">
                    <a16:creationId xmlns:a16="http://schemas.microsoft.com/office/drawing/2014/main" id="{EE6CF6CB-A336-158C-EF13-8840B8E49C8F}"/>
                  </a:ext>
                </a:extLst>
              </p14:cNvPr>
              <p14:cNvContentPartPr/>
              <p14:nvPr/>
            </p14:nvContentPartPr>
            <p14:xfrm>
              <a:off x="6892920" y="5998536"/>
              <a:ext cx="217440" cy="80640"/>
            </p14:xfrm>
          </p:contentPart>
        </mc:Choice>
        <mc:Fallback xmlns="">
          <p:pic>
            <p:nvPicPr>
              <p:cNvPr id="90" name="Ink 89">
                <a:extLst>
                  <a:ext uri="{FF2B5EF4-FFF2-40B4-BE49-F238E27FC236}">
                    <a16:creationId xmlns:a16="http://schemas.microsoft.com/office/drawing/2014/main" id="{EE6CF6CB-A336-158C-EF13-8840B8E49C8F}"/>
                  </a:ext>
                </a:extLst>
              </p:cNvPr>
              <p:cNvPicPr/>
              <p:nvPr/>
            </p:nvPicPr>
            <p:blipFill>
              <a:blip r:embed="rId156"/>
              <a:stretch>
                <a:fillRect/>
              </a:stretch>
            </p:blipFill>
            <p:spPr>
              <a:xfrm>
                <a:off x="6888600" y="5994216"/>
                <a:ext cx="226080" cy="89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7">
            <p14:nvContentPartPr>
              <p14:cNvPr id="91" name="Ink 90">
                <a:extLst>
                  <a:ext uri="{FF2B5EF4-FFF2-40B4-BE49-F238E27FC236}">
                    <a16:creationId xmlns:a16="http://schemas.microsoft.com/office/drawing/2014/main" id="{871C6C53-71B8-F0B7-2889-FF6F979000C3}"/>
                  </a:ext>
                </a:extLst>
              </p14:cNvPr>
              <p14:cNvContentPartPr/>
              <p14:nvPr/>
            </p14:nvContentPartPr>
            <p14:xfrm>
              <a:off x="7163280" y="5961096"/>
              <a:ext cx="351360" cy="104400"/>
            </p14:xfrm>
          </p:contentPart>
        </mc:Choice>
        <mc:Fallback xmlns="">
          <p:pic>
            <p:nvPicPr>
              <p:cNvPr id="91" name="Ink 90">
                <a:extLst>
                  <a:ext uri="{FF2B5EF4-FFF2-40B4-BE49-F238E27FC236}">
                    <a16:creationId xmlns:a16="http://schemas.microsoft.com/office/drawing/2014/main" id="{871C6C53-71B8-F0B7-2889-FF6F979000C3}"/>
                  </a:ext>
                </a:extLst>
              </p:cNvPr>
              <p:cNvPicPr/>
              <p:nvPr/>
            </p:nvPicPr>
            <p:blipFill>
              <a:blip r:embed="rId158"/>
              <a:stretch>
                <a:fillRect/>
              </a:stretch>
            </p:blipFill>
            <p:spPr>
              <a:xfrm>
                <a:off x="7158960" y="5956776"/>
                <a:ext cx="360000" cy="11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9">
            <p14:nvContentPartPr>
              <p14:cNvPr id="92" name="Ink 91">
                <a:extLst>
                  <a:ext uri="{FF2B5EF4-FFF2-40B4-BE49-F238E27FC236}">
                    <a16:creationId xmlns:a16="http://schemas.microsoft.com/office/drawing/2014/main" id="{BC02DCCF-2A20-17CB-2341-B623D5E47E34}"/>
                  </a:ext>
                </a:extLst>
              </p14:cNvPr>
              <p14:cNvContentPartPr/>
              <p14:nvPr/>
            </p14:nvContentPartPr>
            <p14:xfrm>
              <a:off x="7539840" y="5822856"/>
              <a:ext cx="37440" cy="201240"/>
            </p14:xfrm>
          </p:contentPart>
        </mc:Choice>
        <mc:Fallback xmlns="">
          <p:pic>
            <p:nvPicPr>
              <p:cNvPr id="92" name="Ink 91">
                <a:extLst>
                  <a:ext uri="{FF2B5EF4-FFF2-40B4-BE49-F238E27FC236}">
                    <a16:creationId xmlns:a16="http://schemas.microsoft.com/office/drawing/2014/main" id="{BC02DCCF-2A20-17CB-2341-B623D5E47E34}"/>
                  </a:ext>
                </a:extLst>
              </p:cNvPr>
              <p:cNvPicPr/>
              <p:nvPr/>
            </p:nvPicPr>
            <p:blipFill>
              <a:blip r:embed="rId160"/>
              <a:stretch>
                <a:fillRect/>
              </a:stretch>
            </p:blipFill>
            <p:spPr>
              <a:xfrm>
                <a:off x="7535520" y="5818536"/>
                <a:ext cx="46080" cy="20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1">
            <p14:nvContentPartPr>
              <p14:cNvPr id="93" name="Ink 92">
                <a:extLst>
                  <a:ext uri="{FF2B5EF4-FFF2-40B4-BE49-F238E27FC236}">
                    <a16:creationId xmlns:a16="http://schemas.microsoft.com/office/drawing/2014/main" id="{78D8774F-3AB5-BD86-0896-46EC5B6488D2}"/>
                  </a:ext>
                </a:extLst>
              </p14:cNvPr>
              <p14:cNvContentPartPr/>
              <p14:nvPr/>
            </p14:nvContentPartPr>
            <p14:xfrm>
              <a:off x="7493400" y="5929056"/>
              <a:ext cx="199800" cy="68760"/>
            </p14:xfrm>
          </p:contentPart>
        </mc:Choice>
        <mc:Fallback xmlns="">
          <p:pic>
            <p:nvPicPr>
              <p:cNvPr id="93" name="Ink 92">
                <a:extLst>
                  <a:ext uri="{FF2B5EF4-FFF2-40B4-BE49-F238E27FC236}">
                    <a16:creationId xmlns:a16="http://schemas.microsoft.com/office/drawing/2014/main" id="{78D8774F-3AB5-BD86-0896-46EC5B6488D2}"/>
                  </a:ext>
                </a:extLst>
              </p:cNvPr>
              <p:cNvPicPr/>
              <p:nvPr/>
            </p:nvPicPr>
            <p:blipFill>
              <a:blip r:embed="rId162"/>
              <a:stretch>
                <a:fillRect/>
              </a:stretch>
            </p:blipFill>
            <p:spPr>
              <a:xfrm>
                <a:off x="7489080" y="5924736"/>
                <a:ext cx="208440" cy="7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3">
            <p14:nvContentPartPr>
              <p14:cNvPr id="94" name="Ink 93">
                <a:extLst>
                  <a:ext uri="{FF2B5EF4-FFF2-40B4-BE49-F238E27FC236}">
                    <a16:creationId xmlns:a16="http://schemas.microsoft.com/office/drawing/2014/main" id="{A6FB4842-26C4-45EF-F44D-9D109F6AFBD1}"/>
                  </a:ext>
                </a:extLst>
              </p14:cNvPr>
              <p14:cNvContentPartPr/>
              <p14:nvPr/>
            </p14:nvContentPartPr>
            <p14:xfrm>
              <a:off x="9736560" y="4625136"/>
              <a:ext cx="168840" cy="455400"/>
            </p14:xfrm>
          </p:contentPart>
        </mc:Choice>
        <mc:Fallback xmlns="">
          <p:pic>
            <p:nvPicPr>
              <p:cNvPr id="94" name="Ink 93">
                <a:extLst>
                  <a:ext uri="{FF2B5EF4-FFF2-40B4-BE49-F238E27FC236}">
                    <a16:creationId xmlns:a16="http://schemas.microsoft.com/office/drawing/2014/main" id="{A6FB4842-26C4-45EF-F44D-9D109F6AFBD1}"/>
                  </a:ext>
                </a:extLst>
              </p:cNvPr>
              <p:cNvPicPr/>
              <p:nvPr/>
            </p:nvPicPr>
            <p:blipFill>
              <a:blip r:embed="rId164"/>
              <a:stretch>
                <a:fillRect/>
              </a:stretch>
            </p:blipFill>
            <p:spPr>
              <a:xfrm>
                <a:off x="9732240" y="4620816"/>
                <a:ext cx="177480" cy="46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5">
            <p14:nvContentPartPr>
              <p14:cNvPr id="96" name="Ink 95">
                <a:extLst>
                  <a:ext uri="{FF2B5EF4-FFF2-40B4-BE49-F238E27FC236}">
                    <a16:creationId xmlns:a16="http://schemas.microsoft.com/office/drawing/2014/main" id="{0DA4C2FB-DC1C-4789-369A-4D997A8A3B77}"/>
                  </a:ext>
                </a:extLst>
              </p14:cNvPr>
              <p14:cNvContentPartPr/>
              <p14:nvPr/>
            </p14:nvContentPartPr>
            <p14:xfrm>
              <a:off x="9632520" y="5772096"/>
              <a:ext cx="74160" cy="176760"/>
            </p14:xfrm>
          </p:contentPart>
        </mc:Choice>
        <mc:Fallback xmlns="">
          <p:pic>
            <p:nvPicPr>
              <p:cNvPr id="96" name="Ink 95">
                <a:extLst>
                  <a:ext uri="{FF2B5EF4-FFF2-40B4-BE49-F238E27FC236}">
                    <a16:creationId xmlns:a16="http://schemas.microsoft.com/office/drawing/2014/main" id="{0DA4C2FB-DC1C-4789-369A-4D997A8A3B77}"/>
                  </a:ext>
                </a:extLst>
              </p:cNvPr>
              <p:cNvPicPr/>
              <p:nvPr/>
            </p:nvPicPr>
            <p:blipFill>
              <a:blip r:embed="rId166"/>
              <a:stretch>
                <a:fillRect/>
              </a:stretch>
            </p:blipFill>
            <p:spPr>
              <a:xfrm>
                <a:off x="9628200" y="5767776"/>
                <a:ext cx="82800" cy="18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7">
            <p14:nvContentPartPr>
              <p14:cNvPr id="97" name="Ink 96">
                <a:extLst>
                  <a:ext uri="{FF2B5EF4-FFF2-40B4-BE49-F238E27FC236}">
                    <a16:creationId xmlns:a16="http://schemas.microsoft.com/office/drawing/2014/main" id="{78187EB1-1282-8E20-835C-51101A071CC3}"/>
                  </a:ext>
                </a:extLst>
              </p14:cNvPr>
              <p14:cNvContentPartPr/>
              <p14:nvPr/>
            </p14:nvContentPartPr>
            <p14:xfrm>
              <a:off x="9681120" y="5713056"/>
              <a:ext cx="101880" cy="22320"/>
            </p14:xfrm>
          </p:contentPart>
        </mc:Choice>
        <mc:Fallback xmlns="">
          <p:pic>
            <p:nvPicPr>
              <p:cNvPr id="97" name="Ink 96">
                <a:extLst>
                  <a:ext uri="{FF2B5EF4-FFF2-40B4-BE49-F238E27FC236}">
                    <a16:creationId xmlns:a16="http://schemas.microsoft.com/office/drawing/2014/main" id="{78187EB1-1282-8E20-835C-51101A071CC3}"/>
                  </a:ext>
                </a:extLst>
              </p:cNvPr>
              <p:cNvPicPr/>
              <p:nvPr/>
            </p:nvPicPr>
            <p:blipFill>
              <a:blip r:embed="rId168"/>
              <a:stretch>
                <a:fillRect/>
              </a:stretch>
            </p:blipFill>
            <p:spPr>
              <a:xfrm>
                <a:off x="9676800" y="5708736"/>
                <a:ext cx="110520" cy="3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9">
            <p14:nvContentPartPr>
              <p14:cNvPr id="98" name="Ink 97">
                <a:extLst>
                  <a:ext uri="{FF2B5EF4-FFF2-40B4-BE49-F238E27FC236}">
                    <a16:creationId xmlns:a16="http://schemas.microsoft.com/office/drawing/2014/main" id="{773DC327-5AFF-3300-DB24-821968B5CB0A}"/>
                  </a:ext>
                </a:extLst>
              </p14:cNvPr>
              <p14:cNvContentPartPr/>
              <p14:nvPr/>
            </p14:nvContentPartPr>
            <p14:xfrm>
              <a:off x="10038960" y="5617296"/>
              <a:ext cx="222120" cy="273600"/>
            </p14:xfrm>
          </p:contentPart>
        </mc:Choice>
        <mc:Fallback xmlns="">
          <p:pic>
            <p:nvPicPr>
              <p:cNvPr id="98" name="Ink 97">
                <a:extLst>
                  <a:ext uri="{FF2B5EF4-FFF2-40B4-BE49-F238E27FC236}">
                    <a16:creationId xmlns:a16="http://schemas.microsoft.com/office/drawing/2014/main" id="{773DC327-5AFF-3300-DB24-821968B5CB0A}"/>
                  </a:ext>
                </a:extLst>
              </p:cNvPr>
              <p:cNvPicPr/>
              <p:nvPr/>
            </p:nvPicPr>
            <p:blipFill>
              <a:blip r:embed="rId170"/>
              <a:stretch>
                <a:fillRect/>
              </a:stretch>
            </p:blipFill>
            <p:spPr>
              <a:xfrm>
                <a:off x="10034640" y="5612976"/>
                <a:ext cx="230760" cy="282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1">
            <p14:nvContentPartPr>
              <p14:cNvPr id="99" name="Ink 98">
                <a:extLst>
                  <a:ext uri="{FF2B5EF4-FFF2-40B4-BE49-F238E27FC236}">
                    <a16:creationId xmlns:a16="http://schemas.microsoft.com/office/drawing/2014/main" id="{143FD09A-D5A2-FC7A-D32E-2B2BDA026423}"/>
                  </a:ext>
                </a:extLst>
              </p14:cNvPr>
              <p14:cNvContentPartPr/>
              <p14:nvPr/>
            </p14:nvContentPartPr>
            <p14:xfrm>
              <a:off x="10258560" y="5761656"/>
              <a:ext cx="124920" cy="136800"/>
            </p14:xfrm>
          </p:contentPart>
        </mc:Choice>
        <mc:Fallback xmlns="">
          <p:pic>
            <p:nvPicPr>
              <p:cNvPr id="99" name="Ink 98">
                <a:extLst>
                  <a:ext uri="{FF2B5EF4-FFF2-40B4-BE49-F238E27FC236}">
                    <a16:creationId xmlns:a16="http://schemas.microsoft.com/office/drawing/2014/main" id="{143FD09A-D5A2-FC7A-D32E-2B2BDA026423}"/>
                  </a:ext>
                </a:extLst>
              </p:cNvPr>
              <p:cNvPicPr/>
              <p:nvPr/>
            </p:nvPicPr>
            <p:blipFill>
              <a:blip r:embed="rId172"/>
              <a:stretch>
                <a:fillRect/>
              </a:stretch>
            </p:blipFill>
            <p:spPr>
              <a:xfrm>
                <a:off x="10254240" y="5757336"/>
                <a:ext cx="133560" cy="14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3">
            <p14:nvContentPartPr>
              <p14:cNvPr id="100" name="Ink 99">
                <a:extLst>
                  <a:ext uri="{FF2B5EF4-FFF2-40B4-BE49-F238E27FC236}">
                    <a16:creationId xmlns:a16="http://schemas.microsoft.com/office/drawing/2014/main" id="{A0AE23A2-B964-6573-7D91-C1C55F24F743}"/>
                  </a:ext>
                </a:extLst>
              </p14:cNvPr>
              <p14:cNvContentPartPr/>
              <p14:nvPr/>
            </p14:nvContentPartPr>
            <p14:xfrm>
              <a:off x="10418040" y="5789376"/>
              <a:ext cx="201240" cy="65880"/>
            </p14:xfrm>
          </p:contentPart>
        </mc:Choice>
        <mc:Fallback xmlns="">
          <p:pic>
            <p:nvPicPr>
              <p:cNvPr id="100" name="Ink 99">
                <a:extLst>
                  <a:ext uri="{FF2B5EF4-FFF2-40B4-BE49-F238E27FC236}">
                    <a16:creationId xmlns:a16="http://schemas.microsoft.com/office/drawing/2014/main" id="{A0AE23A2-B964-6573-7D91-C1C55F24F743}"/>
                  </a:ext>
                </a:extLst>
              </p:cNvPr>
              <p:cNvPicPr/>
              <p:nvPr/>
            </p:nvPicPr>
            <p:blipFill>
              <a:blip r:embed="rId174"/>
              <a:stretch>
                <a:fillRect/>
              </a:stretch>
            </p:blipFill>
            <p:spPr>
              <a:xfrm>
                <a:off x="10413720" y="5785056"/>
                <a:ext cx="209880" cy="7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5">
            <p14:nvContentPartPr>
              <p14:cNvPr id="101" name="Ink 100">
                <a:extLst>
                  <a:ext uri="{FF2B5EF4-FFF2-40B4-BE49-F238E27FC236}">
                    <a16:creationId xmlns:a16="http://schemas.microsoft.com/office/drawing/2014/main" id="{D63EB25C-45B2-B4A8-57B5-792FA5A62547}"/>
                  </a:ext>
                </a:extLst>
              </p14:cNvPr>
              <p14:cNvContentPartPr/>
              <p14:nvPr/>
            </p14:nvContentPartPr>
            <p14:xfrm>
              <a:off x="10637640" y="5755896"/>
              <a:ext cx="268200" cy="106200"/>
            </p14:xfrm>
          </p:contentPart>
        </mc:Choice>
        <mc:Fallback xmlns="">
          <p:pic>
            <p:nvPicPr>
              <p:cNvPr id="101" name="Ink 100">
                <a:extLst>
                  <a:ext uri="{FF2B5EF4-FFF2-40B4-BE49-F238E27FC236}">
                    <a16:creationId xmlns:a16="http://schemas.microsoft.com/office/drawing/2014/main" id="{D63EB25C-45B2-B4A8-57B5-792FA5A62547}"/>
                  </a:ext>
                </a:extLst>
              </p:cNvPr>
              <p:cNvPicPr/>
              <p:nvPr/>
            </p:nvPicPr>
            <p:blipFill>
              <a:blip r:embed="rId176"/>
              <a:stretch>
                <a:fillRect/>
              </a:stretch>
            </p:blipFill>
            <p:spPr>
              <a:xfrm>
                <a:off x="10633320" y="5751576"/>
                <a:ext cx="276840" cy="11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7">
            <p14:nvContentPartPr>
              <p14:cNvPr id="102" name="Ink 101">
                <a:extLst>
                  <a:ext uri="{FF2B5EF4-FFF2-40B4-BE49-F238E27FC236}">
                    <a16:creationId xmlns:a16="http://schemas.microsoft.com/office/drawing/2014/main" id="{468DE63E-1CC7-7901-AFDA-DD2C33DD66D7}"/>
                  </a:ext>
                </a:extLst>
              </p14:cNvPr>
              <p14:cNvContentPartPr/>
              <p14:nvPr/>
            </p14:nvContentPartPr>
            <p14:xfrm>
              <a:off x="10945080" y="5606856"/>
              <a:ext cx="27360" cy="223560"/>
            </p14:xfrm>
          </p:contentPart>
        </mc:Choice>
        <mc:Fallback xmlns="">
          <p:pic>
            <p:nvPicPr>
              <p:cNvPr id="102" name="Ink 101">
                <a:extLst>
                  <a:ext uri="{FF2B5EF4-FFF2-40B4-BE49-F238E27FC236}">
                    <a16:creationId xmlns:a16="http://schemas.microsoft.com/office/drawing/2014/main" id="{468DE63E-1CC7-7901-AFDA-DD2C33DD66D7}"/>
                  </a:ext>
                </a:extLst>
              </p:cNvPr>
              <p:cNvPicPr/>
              <p:nvPr/>
            </p:nvPicPr>
            <p:blipFill>
              <a:blip r:embed="rId178"/>
              <a:stretch>
                <a:fillRect/>
              </a:stretch>
            </p:blipFill>
            <p:spPr>
              <a:xfrm>
                <a:off x="10940760" y="5602536"/>
                <a:ext cx="36000" cy="23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9">
            <p14:nvContentPartPr>
              <p14:cNvPr id="103" name="Ink 102">
                <a:extLst>
                  <a:ext uri="{FF2B5EF4-FFF2-40B4-BE49-F238E27FC236}">
                    <a16:creationId xmlns:a16="http://schemas.microsoft.com/office/drawing/2014/main" id="{30EF4592-B2B3-58E7-9B9B-0DCF2566363C}"/>
                  </a:ext>
                </a:extLst>
              </p14:cNvPr>
              <p14:cNvContentPartPr/>
              <p14:nvPr/>
            </p14:nvContentPartPr>
            <p14:xfrm>
              <a:off x="10919160" y="5763816"/>
              <a:ext cx="162000" cy="360"/>
            </p14:xfrm>
          </p:contentPart>
        </mc:Choice>
        <mc:Fallback xmlns="">
          <p:pic>
            <p:nvPicPr>
              <p:cNvPr id="103" name="Ink 102">
                <a:extLst>
                  <a:ext uri="{FF2B5EF4-FFF2-40B4-BE49-F238E27FC236}">
                    <a16:creationId xmlns:a16="http://schemas.microsoft.com/office/drawing/2014/main" id="{30EF4592-B2B3-58E7-9B9B-0DCF2566363C}"/>
                  </a:ext>
                </a:extLst>
              </p:cNvPr>
              <p:cNvPicPr/>
              <p:nvPr/>
            </p:nvPicPr>
            <p:blipFill>
              <a:blip r:embed="rId180"/>
              <a:stretch>
                <a:fillRect/>
              </a:stretch>
            </p:blipFill>
            <p:spPr>
              <a:xfrm>
                <a:off x="10914840" y="5759496"/>
                <a:ext cx="170640" cy="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1">
            <p14:nvContentPartPr>
              <p14:cNvPr id="104" name="Ink 103">
                <a:extLst>
                  <a:ext uri="{FF2B5EF4-FFF2-40B4-BE49-F238E27FC236}">
                    <a16:creationId xmlns:a16="http://schemas.microsoft.com/office/drawing/2014/main" id="{15814C9F-0A52-4DE8-1EF2-3D10B7750B7D}"/>
                  </a:ext>
                </a:extLst>
              </p14:cNvPr>
              <p14:cNvContentPartPr/>
              <p14:nvPr/>
            </p14:nvContentPartPr>
            <p14:xfrm>
              <a:off x="11109960" y="5738616"/>
              <a:ext cx="59040" cy="126360"/>
            </p14:xfrm>
          </p:contentPart>
        </mc:Choice>
        <mc:Fallback xmlns="">
          <p:pic>
            <p:nvPicPr>
              <p:cNvPr id="104" name="Ink 103">
                <a:extLst>
                  <a:ext uri="{FF2B5EF4-FFF2-40B4-BE49-F238E27FC236}">
                    <a16:creationId xmlns:a16="http://schemas.microsoft.com/office/drawing/2014/main" id="{15814C9F-0A52-4DE8-1EF2-3D10B7750B7D}"/>
                  </a:ext>
                </a:extLst>
              </p:cNvPr>
              <p:cNvPicPr/>
              <p:nvPr/>
            </p:nvPicPr>
            <p:blipFill>
              <a:blip r:embed="rId182"/>
              <a:stretch>
                <a:fillRect/>
              </a:stretch>
            </p:blipFill>
            <p:spPr>
              <a:xfrm>
                <a:off x="11105640" y="5734296"/>
                <a:ext cx="67680" cy="135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15" name="Group 114">
            <a:extLst>
              <a:ext uri="{FF2B5EF4-FFF2-40B4-BE49-F238E27FC236}">
                <a16:creationId xmlns:a16="http://schemas.microsoft.com/office/drawing/2014/main" id="{171FBE47-3FCC-689C-9877-998FDAFB20B0}"/>
              </a:ext>
            </a:extLst>
          </p:cNvPr>
          <p:cNvGrpSpPr/>
          <p:nvPr/>
        </p:nvGrpSpPr>
        <p:grpSpPr>
          <a:xfrm>
            <a:off x="924120" y="1651176"/>
            <a:ext cx="722160" cy="1099080"/>
            <a:chOff x="924120" y="1651176"/>
            <a:chExt cx="722160" cy="1099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3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63821619-EF9C-B519-E683-603F29751E21}"/>
                    </a:ext>
                  </a:extLst>
                </p14:cNvPr>
                <p14:cNvContentPartPr/>
                <p14:nvPr/>
              </p14:nvContentPartPr>
              <p14:xfrm>
                <a:off x="1473120" y="1820736"/>
                <a:ext cx="104040" cy="34488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63821619-EF9C-B519-E683-603F29751E21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1468800" y="1816416"/>
                  <a:ext cx="112680" cy="35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5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93A6B7D0-E5D9-6376-AEAF-F1D9B126C8E6}"/>
                    </a:ext>
                  </a:extLst>
                </p14:cNvPr>
                <p14:cNvContentPartPr/>
                <p14:nvPr/>
              </p14:nvContentPartPr>
              <p14:xfrm>
                <a:off x="1468440" y="2083536"/>
                <a:ext cx="86760" cy="11268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93A6B7D0-E5D9-6376-AEAF-F1D9B126C8E6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1464120" y="2079216"/>
                  <a:ext cx="9540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7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F5A5C68B-5BA8-FD09-5EAD-105DADEAF83D}"/>
                    </a:ext>
                  </a:extLst>
                </p14:cNvPr>
                <p14:cNvContentPartPr/>
                <p14:nvPr/>
              </p14:nvContentPartPr>
              <p14:xfrm>
                <a:off x="1527120" y="2084616"/>
                <a:ext cx="118080" cy="13176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F5A5C68B-5BA8-FD09-5EAD-105DADEAF83D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1522800" y="2080296"/>
                  <a:ext cx="12672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9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D5D1CF15-3618-F9C9-B382-3364CD13E22F}"/>
                    </a:ext>
                  </a:extLst>
                </p14:cNvPr>
                <p14:cNvContentPartPr/>
                <p14:nvPr/>
              </p14:nvContentPartPr>
              <p14:xfrm>
                <a:off x="1307520" y="2253096"/>
                <a:ext cx="338760" cy="49716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D5D1CF15-3618-F9C9-B382-3364CD13E22F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1303200" y="2248776"/>
                  <a:ext cx="347400" cy="50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1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8BF121AB-0565-4619-61CC-6F485D46AF54}"/>
                    </a:ext>
                  </a:extLst>
                </p14:cNvPr>
                <p14:cNvContentPartPr/>
                <p14:nvPr/>
              </p14:nvContentPartPr>
              <p14:xfrm>
                <a:off x="924120" y="1784376"/>
                <a:ext cx="106560" cy="13752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8BF121AB-0565-4619-61CC-6F485D46AF54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919800" y="1780056"/>
                  <a:ext cx="11520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3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7967C29B-45A3-121A-DB92-702FC509EC32}"/>
                    </a:ext>
                  </a:extLst>
                </p14:cNvPr>
                <p14:cNvContentPartPr/>
                <p14:nvPr/>
              </p14:nvContentPartPr>
              <p14:xfrm>
                <a:off x="1044720" y="1825416"/>
                <a:ext cx="54000" cy="8136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7967C29B-45A3-121A-DB92-702FC509EC32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1040400" y="1821096"/>
                  <a:ext cx="6264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5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414A75FA-9BFC-BD20-371D-C127C5E86D61}"/>
                    </a:ext>
                  </a:extLst>
                </p14:cNvPr>
                <p14:cNvContentPartPr/>
                <p14:nvPr/>
              </p14:nvContentPartPr>
              <p14:xfrm>
                <a:off x="1147680" y="1789776"/>
                <a:ext cx="50760" cy="8676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414A75FA-9BFC-BD20-371D-C127C5E86D61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1143360" y="1785456"/>
                  <a:ext cx="59400" cy="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7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18BA3459-B2A3-DF0D-9C7C-3009FE8535D1}"/>
                    </a:ext>
                  </a:extLst>
                </p14:cNvPr>
                <p14:cNvContentPartPr/>
                <p14:nvPr/>
              </p14:nvContentPartPr>
              <p14:xfrm>
                <a:off x="1278000" y="1651176"/>
                <a:ext cx="66960" cy="18432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18BA3459-B2A3-DF0D-9C7C-3009FE8535D1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1273680" y="1646856"/>
                  <a:ext cx="75600" cy="19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9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56363BA4-21C5-8541-5FD0-47C249C80A19}"/>
                    </a:ext>
                  </a:extLst>
                </p14:cNvPr>
                <p14:cNvContentPartPr/>
                <p14:nvPr/>
              </p14:nvContentPartPr>
              <p14:xfrm>
                <a:off x="1266120" y="1731096"/>
                <a:ext cx="145800" cy="144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56363BA4-21C5-8541-5FD0-47C249C80A19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1261800" y="1726776"/>
                  <a:ext cx="154440" cy="10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B38CD3D8-56D6-3F02-DE4A-68DC1B6ED70B}"/>
              </a:ext>
            </a:extLst>
          </p:cNvPr>
          <p:cNvGrpSpPr/>
          <p:nvPr/>
        </p:nvGrpSpPr>
        <p:grpSpPr>
          <a:xfrm>
            <a:off x="680760" y="2715696"/>
            <a:ext cx="1367640" cy="964800"/>
            <a:chOff x="680760" y="2715696"/>
            <a:chExt cx="1367640" cy="964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1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6D9C96CF-AB61-5599-E2FF-0B18505D2D45}"/>
                    </a:ext>
                  </a:extLst>
                </p14:cNvPr>
                <p14:cNvContentPartPr/>
                <p14:nvPr/>
              </p14:nvContentPartPr>
              <p14:xfrm>
                <a:off x="998640" y="2740536"/>
                <a:ext cx="420480" cy="49104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6D9C96CF-AB61-5599-E2FF-0B18505D2D45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994320" y="2736216"/>
                  <a:ext cx="429120" cy="49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3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074193D4-2048-EF4C-1274-0778483CF4B1}"/>
                    </a:ext>
                  </a:extLst>
                </p14:cNvPr>
                <p14:cNvContentPartPr/>
                <p14:nvPr/>
              </p14:nvContentPartPr>
              <p14:xfrm>
                <a:off x="680760" y="3196296"/>
                <a:ext cx="410040" cy="46872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074193D4-2048-EF4C-1274-0778483CF4B1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676440" y="3191976"/>
                  <a:ext cx="418680" cy="47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5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6286E1C6-CF6F-B4B2-FB1C-7F383ED15A4B}"/>
                    </a:ext>
                  </a:extLst>
                </p14:cNvPr>
                <p14:cNvContentPartPr/>
                <p14:nvPr/>
              </p14:nvContentPartPr>
              <p14:xfrm>
                <a:off x="1469160" y="2715696"/>
                <a:ext cx="348840" cy="54936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6286E1C6-CF6F-B4B2-FB1C-7F383ED15A4B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1464840" y="2711376"/>
                  <a:ext cx="357480" cy="55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7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B70EE67E-078E-5567-2D52-CC80811BBDC7}"/>
                    </a:ext>
                  </a:extLst>
                </p14:cNvPr>
                <p14:cNvContentPartPr/>
                <p14:nvPr/>
              </p14:nvContentPartPr>
              <p14:xfrm>
                <a:off x="1607400" y="3249216"/>
                <a:ext cx="441000" cy="43128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B70EE67E-078E-5567-2D52-CC80811BBDC7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1603080" y="3244896"/>
                  <a:ext cx="449640" cy="439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9" name="Group 138">
            <a:extLst>
              <a:ext uri="{FF2B5EF4-FFF2-40B4-BE49-F238E27FC236}">
                <a16:creationId xmlns:a16="http://schemas.microsoft.com/office/drawing/2014/main" id="{08908A53-65E9-B9FC-4BFA-9341C686123D}"/>
              </a:ext>
            </a:extLst>
          </p:cNvPr>
          <p:cNvGrpSpPr/>
          <p:nvPr/>
        </p:nvGrpSpPr>
        <p:grpSpPr>
          <a:xfrm>
            <a:off x="2587320" y="1542816"/>
            <a:ext cx="1208520" cy="2038680"/>
            <a:chOff x="2587320" y="1542816"/>
            <a:chExt cx="1208520" cy="2038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9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E6F9CE53-6CD5-DA77-DB51-F2FF1329E8BF}"/>
                    </a:ext>
                  </a:extLst>
                </p14:cNvPr>
                <p14:cNvContentPartPr/>
                <p14:nvPr/>
              </p14:nvContentPartPr>
              <p14:xfrm>
                <a:off x="3120840" y="1542816"/>
                <a:ext cx="163080" cy="35028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E6F9CE53-6CD5-DA77-DB51-F2FF1329E8BF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3116520" y="1538496"/>
                  <a:ext cx="171720" cy="35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1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E2FC4237-5617-9978-BB0F-9CFEE6E15FDD}"/>
                    </a:ext>
                  </a:extLst>
                </p14:cNvPr>
                <p14:cNvContentPartPr/>
                <p14:nvPr/>
              </p14:nvContentPartPr>
              <p14:xfrm>
                <a:off x="3153240" y="1835856"/>
                <a:ext cx="115920" cy="4536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E2FC4237-5617-9978-BB0F-9CFEE6E15FDD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3148920" y="1831536"/>
                  <a:ext cx="12456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3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F119E0CA-F79D-1FA7-3925-D06B9CCB70EE}"/>
                    </a:ext>
                  </a:extLst>
                </p14:cNvPr>
                <p14:cNvContentPartPr/>
                <p14:nvPr/>
              </p14:nvContentPartPr>
              <p14:xfrm>
                <a:off x="3246120" y="1837656"/>
                <a:ext cx="138600" cy="6336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F119E0CA-F79D-1FA7-3925-D06B9CCB70EE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3241800" y="1833336"/>
                  <a:ext cx="14724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5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15FAA02D-EFAF-7676-7101-91FDB5F47F10}"/>
                    </a:ext>
                  </a:extLst>
                </p14:cNvPr>
                <p14:cNvContentPartPr/>
                <p14:nvPr/>
              </p14:nvContentPartPr>
              <p14:xfrm>
                <a:off x="2988000" y="1901736"/>
                <a:ext cx="455760" cy="50868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15FAA02D-EFAF-7676-7101-91FDB5F47F10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2983680" y="1897416"/>
                  <a:ext cx="464400" cy="51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7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28A5DAFC-B40A-9F30-9DA9-7CEB2E06CB8E}"/>
                    </a:ext>
                  </a:extLst>
                </p14:cNvPr>
                <p14:cNvContentPartPr/>
                <p14:nvPr/>
              </p14:nvContentPartPr>
              <p14:xfrm>
                <a:off x="2907720" y="2397096"/>
                <a:ext cx="213480" cy="58716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28A5DAFC-B40A-9F30-9DA9-7CEB2E06CB8E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2903400" y="2392776"/>
                  <a:ext cx="222120" cy="59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9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2FFCDB55-83C2-19F6-1D38-D14A0608068C}"/>
                    </a:ext>
                  </a:extLst>
                </p14:cNvPr>
                <p14:cNvContentPartPr/>
                <p14:nvPr/>
              </p14:nvContentPartPr>
              <p14:xfrm>
                <a:off x="2587320" y="2960496"/>
                <a:ext cx="467280" cy="62100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2FFCDB55-83C2-19F6-1D38-D14A0608068C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2583000" y="2956176"/>
                  <a:ext cx="475920" cy="62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1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66D1BFD1-C3C4-31EA-4A92-548CEBCAD205}"/>
                    </a:ext>
                  </a:extLst>
                </p14:cNvPr>
                <p14:cNvContentPartPr/>
                <p14:nvPr/>
              </p14:nvContentPartPr>
              <p14:xfrm>
                <a:off x="3247920" y="2410416"/>
                <a:ext cx="305280" cy="69300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66D1BFD1-C3C4-31EA-4A92-548CEBCAD205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3243600" y="2406096"/>
                  <a:ext cx="313920" cy="70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3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F82BD0F1-4E82-D18F-A6EA-E163530D81BA}"/>
                    </a:ext>
                  </a:extLst>
                </p14:cNvPr>
                <p14:cNvContentPartPr/>
                <p14:nvPr/>
              </p14:nvContentPartPr>
              <p14:xfrm>
                <a:off x="3287160" y="3024576"/>
                <a:ext cx="508680" cy="52524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F82BD0F1-4E82-D18F-A6EA-E163530D81BA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3282840" y="3020256"/>
                  <a:ext cx="517320" cy="533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6" name="Group 145">
            <a:extLst>
              <a:ext uri="{FF2B5EF4-FFF2-40B4-BE49-F238E27FC236}">
                <a16:creationId xmlns:a16="http://schemas.microsoft.com/office/drawing/2014/main" id="{4F080E50-CFA1-B21A-F880-7E9EE27935EA}"/>
              </a:ext>
            </a:extLst>
          </p:cNvPr>
          <p:cNvGrpSpPr/>
          <p:nvPr/>
        </p:nvGrpSpPr>
        <p:grpSpPr>
          <a:xfrm>
            <a:off x="2603520" y="1401696"/>
            <a:ext cx="450720" cy="239760"/>
            <a:chOff x="2603520" y="1401696"/>
            <a:chExt cx="450720" cy="239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5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E109793C-20DA-5AAC-54A8-8AF1A5CE02DC}"/>
                    </a:ext>
                  </a:extLst>
                </p14:cNvPr>
                <p14:cNvContentPartPr/>
                <p14:nvPr/>
              </p14:nvContentPartPr>
              <p14:xfrm>
                <a:off x="2603520" y="1523016"/>
                <a:ext cx="120600" cy="11844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E109793C-20DA-5AAC-54A8-8AF1A5CE02DC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2599200" y="1518696"/>
                  <a:ext cx="12924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7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11ACAEC6-7C95-EDAD-582C-92CD9FF9E893}"/>
                    </a:ext>
                  </a:extLst>
                </p14:cNvPr>
                <p14:cNvContentPartPr/>
                <p14:nvPr/>
              </p14:nvContentPartPr>
              <p14:xfrm>
                <a:off x="2757240" y="1537776"/>
                <a:ext cx="56880" cy="7380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11ACAEC6-7C95-EDAD-582C-92CD9FF9E893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2752920" y="1533456"/>
                  <a:ext cx="6552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9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5A9BF3F4-5473-DFAA-67F0-575424FD6007}"/>
                    </a:ext>
                  </a:extLst>
                </p14:cNvPr>
                <p14:cNvContentPartPr/>
                <p14:nvPr/>
              </p14:nvContentPartPr>
              <p14:xfrm>
                <a:off x="2811240" y="1555416"/>
                <a:ext cx="360" cy="36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5A9BF3F4-5473-DFAA-67F0-575424FD6007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806920" y="1551096"/>
                  <a:ext cx="900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8243B764-BF22-9F2C-66AD-23A126DD4AED}"/>
                    </a:ext>
                  </a:extLst>
                </p14:cNvPr>
                <p14:cNvContentPartPr/>
                <p14:nvPr/>
              </p14:nvContentPartPr>
              <p14:xfrm>
                <a:off x="2811240" y="1543176"/>
                <a:ext cx="91440" cy="6516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8243B764-BF22-9F2C-66AD-23A126DD4AED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2806920" y="1538856"/>
                  <a:ext cx="10008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6B55EF29-F61D-2A85-32B3-785618C36A5B}"/>
                    </a:ext>
                  </a:extLst>
                </p14:cNvPr>
                <p14:cNvContentPartPr/>
                <p14:nvPr/>
              </p14:nvContentPartPr>
              <p14:xfrm>
                <a:off x="2940480" y="1401696"/>
                <a:ext cx="72000" cy="19476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6B55EF29-F61D-2A85-32B3-785618C36A5B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2936160" y="1397376"/>
                  <a:ext cx="80640" cy="2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A160735B-A423-735C-103A-0B4524AC3F4C}"/>
                    </a:ext>
                  </a:extLst>
                </p14:cNvPr>
                <p14:cNvContentPartPr/>
                <p14:nvPr/>
              </p14:nvContentPartPr>
              <p14:xfrm>
                <a:off x="2931480" y="1495296"/>
                <a:ext cx="122760" cy="2340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A160735B-A423-735C-103A-0B4524AC3F4C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2927160" y="1490976"/>
                  <a:ext cx="131400" cy="32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9" name="Group 158">
            <a:extLst>
              <a:ext uri="{FF2B5EF4-FFF2-40B4-BE49-F238E27FC236}">
                <a16:creationId xmlns:a16="http://schemas.microsoft.com/office/drawing/2014/main" id="{CF5870EA-08F2-0B42-466D-C18ACD8632C2}"/>
              </a:ext>
            </a:extLst>
          </p:cNvPr>
          <p:cNvGrpSpPr/>
          <p:nvPr/>
        </p:nvGrpSpPr>
        <p:grpSpPr>
          <a:xfrm>
            <a:off x="10537920" y="1057536"/>
            <a:ext cx="213120" cy="116280"/>
            <a:chOff x="10537920" y="1057536"/>
            <a:chExt cx="213120" cy="116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BA9319C3-CA4B-4EAB-22AA-9DB45D835FCF}"/>
                    </a:ext>
                  </a:extLst>
                </p14:cNvPr>
                <p14:cNvContentPartPr/>
                <p14:nvPr/>
              </p14:nvContentPartPr>
              <p14:xfrm>
                <a:off x="10537920" y="1059696"/>
                <a:ext cx="101160" cy="11412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BA9319C3-CA4B-4EAB-22AA-9DB45D835FCF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10533600" y="1055376"/>
                  <a:ext cx="10980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9FFE35A0-05B8-28EA-38DC-E666E7F6CE84}"/>
                    </a:ext>
                  </a:extLst>
                </p14:cNvPr>
                <p14:cNvContentPartPr/>
                <p14:nvPr/>
              </p14:nvContentPartPr>
              <p14:xfrm>
                <a:off x="10681200" y="1057536"/>
                <a:ext cx="69840" cy="11016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9FFE35A0-05B8-28EA-38DC-E666E7F6CE84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10676880" y="1053216"/>
                  <a:ext cx="78480" cy="118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A367E506-BA2D-B2E1-4EB7-BDD7B587153C}"/>
              </a:ext>
            </a:extLst>
          </p:cNvPr>
          <p:cNvGrpSpPr/>
          <p:nvPr/>
        </p:nvGrpSpPr>
        <p:grpSpPr>
          <a:xfrm>
            <a:off x="10971720" y="1993176"/>
            <a:ext cx="245880" cy="146160"/>
            <a:chOff x="10971720" y="1993176"/>
            <a:chExt cx="245880" cy="146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4E5632BB-B0DB-5B4C-7A30-A140395ECDCD}"/>
                    </a:ext>
                  </a:extLst>
                </p14:cNvPr>
                <p14:cNvContentPartPr/>
                <p14:nvPr/>
              </p14:nvContentPartPr>
              <p14:xfrm>
                <a:off x="10971720" y="2031336"/>
                <a:ext cx="97920" cy="10800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4E5632BB-B0DB-5B4C-7A30-A140395ECDCD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10967400" y="2027016"/>
                  <a:ext cx="10656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10763227-95BD-3E35-EABE-DD63187B0D6D}"/>
                    </a:ext>
                  </a:extLst>
                </p14:cNvPr>
                <p14:cNvContentPartPr/>
                <p14:nvPr/>
              </p14:nvContentPartPr>
              <p14:xfrm>
                <a:off x="11110680" y="1993176"/>
                <a:ext cx="106920" cy="12312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10763227-95BD-3E35-EABE-DD63187B0D6D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11106360" y="1988856"/>
                  <a:ext cx="115560" cy="131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5" name="Group 184">
            <a:extLst>
              <a:ext uri="{FF2B5EF4-FFF2-40B4-BE49-F238E27FC236}">
                <a16:creationId xmlns:a16="http://schemas.microsoft.com/office/drawing/2014/main" id="{541E83D4-2AC1-640D-9DA8-CA080F95E061}"/>
              </a:ext>
            </a:extLst>
          </p:cNvPr>
          <p:cNvGrpSpPr/>
          <p:nvPr/>
        </p:nvGrpSpPr>
        <p:grpSpPr>
          <a:xfrm>
            <a:off x="10004400" y="1914696"/>
            <a:ext cx="194760" cy="181440"/>
            <a:chOff x="10004400" y="1914696"/>
            <a:chExt cx="194760" cy="181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F287F46E-D529-F3E1-A22C-097C7F54B143}"/>
                    </a:ext>
                  </a:extLst>
                </p14:cNvPr>
                <p14:cNvContentPartPr/>
                <p14:nvPr/>
              </p14:nvContentPartPr>
              <p14:xfrm>
                <a:off x="10004400" y="1937376"/>
                <a:ext cx="116280" cy="15876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F287F46E-D529-F3E1-A22C-097C7F54B143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10000080" y="1933056"/>
                  <a:ext cx="12492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9C8A2E0A-5876-8DD1-064B-64285C6050F7}"/>
                    </a:ext>
                  </a:extLst>
                </p14:cNvPr>
                <p14:cNvContentPartPr/>
                <p14:nvPr/>
              </p14:nvContentPartPr>
              <p14:xfrm>
                <a:off x="10173240" y="1914696"/>
                <a:ext cx="25920" cy="16308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9C8A2E0A-5876-8DD1-064B-64285C6050F7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10168920" y="1910376"/>
                  <a:ext cx="34560" cy="171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48">
            <p14:nvContentPartPr>
              <p14:cNvPr id="186" name="Ink 185">
                <a:extLst>
                  <a:ext uri="{FF2B5EF4-FFF2-40B4-BE49-F238E27FC236}">
                    <a16:creationId xmlns:a16="http://schemas.microsoft.com/office/drawing/2014/main" id="{0C7D20FD-6D7E-0A3F-C8A4-B382B4183AE2}"/>
                  </a:ext>
                </a:extLst>
              </p14:cNvPr>
              <p14:cNvContentPartPr/>
              <p14:nvPr/>
            </p14:nvContentPartPr>
            <p14:xfrm>
              <a:off x="8796240" y="933336"/>
              <a:ext cx="30240" cy="164160"/>
            </p14:xfrm>
          </p:contentPart>
        </mc:Choice>
        <mc:Fallback xmlns="">
          <p:pic>
            <p:nvPicPr>
              <p:cNvPr id="186" name="Ink 185">
                <a:extLst>
                  <a:ext uri="{FF2B5EF4-FFF2-40B4-BE49-F238E27FC236}">
                    <a16:creationId xmlns:a16="http://schemas.microsoft.com/office/drawing/2014/main" id="{0C7D20FD-6D7E-0A3F-C8A4-B382B4183AE2}"/>
                  </a:ext>
                </a:extLst>
              </p:cNvPr>
              <p:cNvPicPr/>
              <p:nvPr/>
            </p:nvPicPr>
            <p:blipFill>
              <a:blip r:embed="rId249"/>
              <a:stretch>
                <a:fillRect/>
              </a:stretch>
            </p:blipFill>
            <p:spPr>
              <a:xfrm>
                <a:off x="8791920" y="929016"/>
                <a:ext cx="38880" cy="172800"/>
              </a:xfrm>
              <a:prstGeom prst="rect">
                <a:avLst/>
              </a:prstGeom>
            </p:spPr>
          </p:pic>
        </mc:Fallback>
      </mc:AlternateContent>
      <p:grpSp>
        <p:nvGrpSpPr>
          <p:cNvPr id="189" name="Group 188">
            <a:extLst>
              <a:ext uri="{FF2B5EF4-FFF2-40B4-BE49-F238E27FC236}">
                <a16:creationId xmlns:a16="http://schemas.microsoft.com/office/drawing/2014/main" id="{9D51B2CF-55B8-ED7D-CD4E-99D0F17C500A}"/>
              </a:ext>
            </a:extLst>
          </p:cNvPr>
          <p:cNvGrpSpPr/>
          <p:nvPr/>
        </p:nvGrpSpPr>
        <p:grpSpPr>
          <a:xfrm>
            <a:off x="8246520" y="1781856"/>
            <a:ext cx="171360" cy="195840"/>
            <a:chOff x="8246520" y="1781856"/>
            <a:chExt cx="171360" cy="195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44BD9E8F-6749-2E30-8A2D-254625A2ABAD}"/>
                    </a:ext>
                  </a:extLst>
                </p14:cNvPr>
                <p14:cNvContentPartPr/>
                <p14:nvPr/>
              </p14:nvContentPartPr>
              <p14:xfrm>
                <a:off x="8246520" y="1805976"/>
                <a:ext cx="90720" cy="171720"/>
              </p14:xfrm>
            </p:contentPart>
          </mc:Choice>
          <mc:Fallback xmlns=""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44BD9E8F-6749-2E30-8A2D-254625A2ABAD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8242200" y="1801656"/>
                  <a:ext cx="9936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F3599C1D-CDCB-7355-0344-FC1A8575C9C0}"/>
                    </a:ext>
                  </a:extLst>
                </p14:cNvPr>
                <p14:cNvContentPartPr/>
                <p14:nvPr/>
              </p14:nvContentPartPr>
              <p14:xfrm>
                <a:off x="8332200" y="1781856"/>
                <a:ext cx="85680" cy="27000"/>
              </p14:xfrm>
            </p:contentPart>
          </mc:Choice>
          <mc:Fallback xmlns=""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F3599C1D-CDCB-7355-0344-FC1A8575C9C0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8327880" y="1777536"/>
                  <a:ext cx="94320" cy="35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2" name="Group 191">
            <a:extLst>
              <a:ext uri="{FF2B5EF4-FFF2-40B4-BE49-F238E27FC236}">
                <a16:creationId xmlns:a16="http://schemas.microsoft.com/office/drawing/2014/main" id="{3F88B0B9-03B2-A2AD-ECEC-E8396045D2C9}"/>
              </a:ext>
            </a:extLst>
          </p:cNvPr>
          <p:cNvGrpSpPr/>
          <p:nvPr/>
        </p:nvGrpSpPr>
        <p:grpSpPr>
          <a:xfrm>
            <a:off x="7126200" y="3801456"/>
            <a:ext cx="178200" cy="118800"/>
            <a:chOff x="7126200" y="3801456"/>
            <a:chExt cx="178200" cy="118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BC23FF10-3571-1902-27B4-8995B1285267}"/>
                    </a:ext>
                  </a:extLst>
                </p14:cNvPr>
                <p14:cNvContentPartPr/>
                <p14:nvPr/>
              </p14:nvContentPartPr>
              <p14:xfrm>
                <a:off x="7126200" y="3807576"/>
                <a:ext cx="94320" cy="112680"/>
              </p14:xfrm>
            </p:contentPart>
          </mc:Choice>
          <mc:Fallback xmlns=""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BC23FF10-3571-1902-27B4-8995B1285267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7121880" y="3803256"/>
                  <a:ext cx="10296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4EB0661B-01CA-3950-8EA0-3E2ED56D10D3}"/>
                    </a:ext>
                  </a:extLst>
                </p14:cNvPr>
                <p14:cNvContentPartPr/>
                <p14:nvPr/>
              </p14:nvContentPartPr>
              <p14:xfrm>
                <a:off x="7241760" y="3801456"/>
                <a:ext cx="62640" cy="105120"/>
              </p14:xfrm>
            </p:contentPart>
          </mc:Choice>
          <mc:Fallback xmlns=""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4EB0661B-01CA-3950-8EA0-3E2ED56D10D3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7237440" y="3797136"/>
                  <a:ext cx="71280" cy="113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0" name="Group 199">
            <a:extLst>
              <a:ext uri="{FF2B5EF4-FFF2-40B4-BE49-F238E27FC236}">
                <a16:creationId xmlns:a16="http://schemas.microsoft.com/office/drawing/2014/main" id="{3760337D-AD29-5838-1649-0BB7088603C7}"/>
              </a:ext>
            </a:extLst>
          </p:cNvPr>
          <p:cNvGrpSpPr/>
          <p:nvPr/>
        </p:nvGrpSpPr>
        <p:grpSpPr>
          <a:xfrm>
            <a:off x="6599520" y="4610016"/>
            <a:ext cx="201240" cy="142920"/>
            <a:chOff x="6599520" y="4610016"/>
            <a:chExt cx="201240" cy="142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282DB469-9AFA-319F-E579-0CB463445AD8}"/>
                    </a:ext>
                  </a:extLst>
                </p14:cNvPr>
                <p14:cNvContentPartPr/>
                <p14:nvPr/>
              </p14:nvContentPartPr>
              <p14:xfrm>
                <a:off x="6599520" y="4649256"/>
                <a:ext cx="120600" cy="10368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282DB469-9AFA-319F-E579-0CB463445AD8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6595200" y="4644936"/>
                  <a:ext cx="12924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B5673588-036A-BCA9-B2F8-12980931A3FE}"/>
                    </a:ext>
                  </a:extLst>
                </p14:cNvPr>
                <p14:cNvContentPartPr/>
                <p14:nvPr/>
              </p14:nvContentPartPr>
              <p14:xfrm>
                <a:off x="6786360" y="4610016"/>
                <a:ext cx="14400" cy="118080"/>
              </p14:xfrm>
            </p:contentPart>
          </mc:Choice>
          <mc:Fallback xmlns=""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B5673588-036A-BCA9-B2F8-12980931A3FE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6782040" y="4605696"/>
                  <a:ext cx="23040" cy="126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62">
            <p14:nvContentPartPr>
              <p14:cNvPr id="201" name="Ink 200">
                <a:extLst>
                  <a:ext uri="{FF2B5EF4-FFF2-40B4-BE49-F238E27FC236}">
                    <a16:creationId xmlns:a16="http://schemas.microsoft.com/office/drawing/2014/main" id="{FC98672F-FB91-5E65-850B-0620E585122B}"/>
                  </a:ext>
                </a:extLst>
              </p14:cNvPr>
              <p14:cNvContentPartPr/>
              <p14:nvPr/>
            </p14:nvContentPartPr>
            <p14:xfrm>
              <a:off x="7445880" y="4472136"/>
              <a:ext cx="349920" cy="473760"/>
            </p14:xfrm>
          </p:contentPart>
        </mc:Choice>
        <mc:Fallback xmlns="">
          <p:pic>
            <p:nvPicPr>
              <p:cNvPr id="201" name="Ink 200">
                <a:extLst>
                  <a:ext uri="{FF2B5EF4-FFF2-40B4-BE49-F238E27FC236}">
                    <a16:creationId xmlns:a16="http://schemas.microsoft.com/office/drawing/2014/main" id="{FC98672F-FB91-5E65-850B-0620E585122B}"/>
                  </a:ext>
                </a:extLst>
              </p:cNvPr>
              <p:cNvPicPr/>
              <p:nvPr/>
            </p:nvPicPr>
            <p:blipFill>
              <a:blip r:embed="rId263"/>
              <a:stretch>
                <a:fillRect/>
              </a:stretch>
            </p:blipFill>
            <p:spPr>
              <a:xfrm>
                <a:off x="7441560" y="4467816"/>
                <a:ext cx="358560" cy="482400"/>
              </a:xfrm>
              <a:prstGeom prst="rect">
                <a:avLst/>
              </a:prstGeom>
            </p:spPr>
          </p:pic>
        </mc:Fallback>
      </mc:AlternateContent>
      <p:grpSp>
        <p:nvGrpSpPr>
          <p:cNvPr id="204" name="Group 203">
            <a:extLst>
              <a:ext uri="{FF2B5EF4-FFF2-40B4-BE49-F238E27FC236}">
                <a16:creationId xmlns:a16="http://schemas.microsoft.com/office/drawing/2014/main" id="{9E341BE2-3498-E895-CC7B-03CFCD21FCCD}"/>
              </a:ext>
            </a:extLst>
          </p:cNvPr>
          <p:cNvGrpSpPr/>
          <p:nvPr/>
        </p:nvGrpSpPr>
        <p:grpSpPr>
          <a:xfrm>
            <a:off x="7530480" y="4635576"/>
            <a:ext cx="219960" cy="208440"/>
            <a:chOff x="7530480" y="4635576"/>
            <a:chExt cx="219960" cy="208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1FEE0925-4071-93DE-531B-7273585AAD0E}"/>
                    </a:ext>
                  </a:extLst>
                </p14:cNvPr>
                <p14:cNvContentPartPr/>
                <p14:nvPr/>
              </p14:nvContentPartPr>
              <p14:xfrm>
                <a:off x="7530480" y="4664736"/>
                <a:ext cx="77400" cy="179280"/>
              </p14:xfrm>
            </p:contentPart>
          </mc:Choice>
          <mc:Fallback xmlns=""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1FEE0925-4071-93DE-531B-7273585AAD0E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7526160" y="4660416"/>
                  <a:ext cx="8604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3D77E39C-8B12-1E96-29BF-EA701C1F6F96}"/>
                    </a:ext>
                  </a:extLst>
                </p14:cNvPr>
                <p14:cNvContentPartPr/>
                <p14:nvPr/>
              </p14:nvContentPartPr>
              <p14:xfrm>
                <a:off x="7647480" y="4635576"/>
                <a:ext cx="102960" cy="142560"/>
              </p14:xfrm>
            </p:contentPart>
          </mc:Choice>
          <mc:Fallback xmlns=""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3D77E39C-8B12-1E96-29BF-EA701C1F6F96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7643160" y="4631256"/>
                  <a:ext cx="111600" cy="151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7" name="Group 206">
            <a:extLst>
              <a:ext uri="{FF2B5EF4-FFF2-40B4-BE49-F238E27FC236}">
                <a16:creationId xmlns:a16="http://schemas.microsoft.com/office/drawing/2014/main" id="{8CD383F7-B572-42B5-F10E-7D51EB1D6A04}"/>
              </a:ext>
            </a:extLst>
          </p:cNvPr>
          <p:cNvGrpSpPr/>
          <p:nvPr/>
        </p:nvGrpSpPr>
        <p:grpSpPr>
          <a:xfrm>
            <a:off x="6014520" y="5460336"/>
            <a:ext cx="215640" cy="182520"/>
            <a:chOff x="6014520" y="5460336"/>
            <a:chExt cx="215640" cy="182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24D3679C-6FCA-2EF7-CBF3-1B66A14D8931}"/>
                    </a:ext>
                  </a:extLst>
                </p14:cNvPr>
                <p14:cNvContentPartPr/>
                <p14:nvPr/>
              </p14:nvContentPartPr>
              <p14:xfrm>
                <a:off x="6014520" y="5519016"/>
                <a:ext cx="114120" cy="123840"/>
              </p14:xfrm>
            </p:contentPart>
          </mc:Choice>
          <mc:Fallback xmlns=""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24D3679C-6FCA-2EF7-CBF3-1B66A14D8931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6010200" y="5514696"/>
                  <a:ext cx="12276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42284AE6-9FB1-0C10-6011-C29B2D0626A2}"/>
                    </a:ext>
                  </a:extLst>
                </p14:cNvPr>
                <p14:cNvContentPartPr/>
                <p14:nvPr/>
              </p14:nvContentPartPr>
              <p14:xfrm>
                <a:off x="6155640" y="5460336"/>
                <a:ext cx="74520" cy="135360"/>
              </p14:xfrm>
            </p:contentPart>
          </mc:Choice>
          <mc:Fallback xmlns=""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42284AE6-9FB1-0C10-6011-C29B2D0626A2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6151320" y="5456016"/>
                  <a:ext cx="83160" cy="144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72">
            <p14:nvContentPartPr>
              <p14:cNvPr id="208" name="Ink 207">
                <a:extLst>
                  <a:ext uri="{FF2B5EF4-FFF2-40B4-BE49-F238E27FC236}">
                    <a16:creationId xmlns:a16="http://schemas.microsoft.com/office/drawing/2014/main" id="{52232CDB-0047-B728-A061-1A7B71039F5C}"/>
                  </a:ext>
                </a:extLst>
              </p14:cNvPr>
              <p14:cNvContentPartPr/>
              <p14:nvPr/>
            </p14:nvContentPartPr>
            <p14:xfrm>
              <a:off x="6588000" y="2979576"/>
              <a:ext cx="148320" cy="89280"/>
            </p14:xfrm>
          </p:contentPart>
        </mc:Choice>
        <mc:Fallback xmlns="">
          <p:pic>
            <p:nvPicPr>
              <p:cNvPr id="208" name="Ink 207">
                <a:extLst>
                  <a:ext uri="{FF2B5EF4-FFF2-40B4-BE49-F238E27FC236}">
                    <a16:creationId xmlns:a16="http://schemas.microsoft.com/office/drawing/2014/main" id="{52232CDB-0047-B728-A061-1A7B71039F5C}"/>
                  </a:ext>
                </a:extLst>
              </p:cNvPr>
              <p:cNvPicPr/>
              <p:nvPr/>
            </p:nvPicPr>
            <p:blipFill>
              <a:blip r:embed="rId273"/>
              <a:stretch>
                <a:fillRect/>
              </a:stretch>
            </p:blipFill>
            <p:spPr>
              <a:xfrm>
                <a:off x="6583680" y="2975256"/>
                <a:ext cx="156960" cy="9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4">
            <p14:nvContentPartPr>
              <p14:cNvPr id="209" name="Ink 208">
                <a:extLst>
                  <a:ext uri="{FF2B5EF4-FFF2-40B4-BE49-F238E27FC236}">
                    <a16:creationId xmlns:a16="http://schemas.microsoft.com/office/drawing/2014/main" id="{02AE3A3B-AF0E-D237-A3E5-9EF3030D8AC1}"/>
                  </a:ext>
                </a:extLst>
              </p14:cNvPr>
              <p14:cNvContentPartPr/>
              <p14:nvPr/>
            </p14:nvContentPartPr>
            <p14:xfrm>
              <a:off x="8985600" y="5080176"/>
              <a:ext cx="422280" cy="509040"/>
            </p14:xfrm>
          </p:contentPart>
        </mc:Choice>
        <mc:Fallback xmlns="">
          <p:pic>
            <p:nvPicPr>
              <p:cNvPr id="209" name="Ink 208">
                <a:extLst>
                  <a:ext uri="{FF2B5EF4-FFF2-40B4-BE49-F238E27FC236}">
                    <a16:creationId xmlns:a16="http://schemas.microsoft.com/office/drawing/2014/main" id="{02AE3A3B-AF0E-D237-A3E5-9EF3030D8AC1}"/>
                  </a:ext>
                </a:extLst>
              </p:cNvPr>
              <p:cNvPicPr/>
              <p:nvPr/>
            </p:nvPicPr>
            <p:blipFill>
              <a:blip r:embed="rId275"/>
              <a:stretch>
                <a:fillRect/>
              </a:stretch>
            </p:blipFill>
            <p:spPr>
              <a:xfrm>
                <a:off x="8981280" y="5075856"/>
                <a:ext cx="430920" cy="517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6">
            <p14:nvContentPartPr>
              <p14:cNvPr id="210" name="Ink 209">
                <a:extLst>
                  <a:ext uri="{FF2B5EF4-FFF2-40B4-BE49-F238E27FC236}">
                    <a16:creationId xmlns:a16="http://schemas.microsoft.com/office/drawing/2014/main" id="{A1D38284-3682-1432-93CF-8414D7EFCFF4}"/>
                  </a:ext>
                </a:extLst>
              </p14:cNvPr>
              <p14:cNvContentPartPr/>
              <p14:nvPr/>
            </p14:nvContentPartPr>
            <p14:xfrm>
              <a:off x="9708480" y="5069376"/>
              <a:ext cx="377280" cy="401040"/>
            </p14:xfrm>
          </p:contentPart>
        </mc:Choice>
        <mc:Fallback xmlns="">
          <p:pic>
            <p:nvPicPr>
              <p:cNvPr id="210" name="Ink 209">
                <a:extLst>
                  <a:ext uri="{FF2B5EF4-FFF2-40B4-BE49-F238E27FC236}">
                    <a16:creationId xmlns:a16="http://schemas.microsoft.com/office/drawing/2014/main" id="{A1D38284-3682-1432-93CF-8414D7EFCFF4}"/>
                  </a:ext>
                </a:extLst>
              </p:cNvPr>
              <p:cNvPicPr/>
              <p:nvPr/>
            </p:nvPicPr>
            <p:blipFill>
              <a:blip r:embed="rId277"/>
              <a:stretch>
                <a:fillRect/>
              </a:stretch>
            </p:blipFill>
            <p:spPr>
              <a:xfrm>
                <a:off x="9704160" y="5065056"/>
                <a:ext cx="385920" cy="40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8">
            <p14:nvContentPartPr>
              <p14:cNvPr id="211" name="Ink 210">
                <a:extLst>
                  <a:ext uri="{FF2B5EF4-FFF2-40B4-BE49-F238E27FC236}">
                    <a16:creationId xmlns:a16="http://schemas.microsoft.com/office/drawing/2014/main" id="{95FD653B-CF32-C982-44E1-B4C127EF0131}"/>
                  </a:ext>
                </a:extLst>
              </p14:cNvPr>
              <p14:cNvContentPartPr/>
              <p14:nvPr/>
            </p14:nvContentPartPr>
            <p14:xfrm>
              <a:off x="10184760" y="3519936"/>
              <a:ext cx="9720" cy="190800"/>
            </p14:xfrm>
          </p:contentPart>
        </mc:Choice>
        <mc:Fallback xmlns="">
          <p:pic>
            <p:nvPicPr>
              <p:cNvPr id="211" name="Ink 210">
                <a:extLst>
                  <a:ext uri="{FF2B5EF4-FFF2-40B4-BE49-F238E27FC236}">
                    <a16:creationId xmlns:a16="http://schemas.microsoft.com/office/drawing/2014/main" id="{95FD653B-CF32-C982-44E1-B4C127EF0131}"/>
                  </a:ext>
                </a:extLst>
              </p:cNvPr>
              <p:cNvPicPr/>
              <p:nvPr/>
            </p:nvPicPr>
            <p:blipFill>
              <a:blip r:embed="rId279"/>
              <a:stretch>
                <a:fillRect/>
              </a:stretch>
            </p:blipFill>
            <p:spPr>
              <a:xfrm>
                <a:off x="10180440" y="3515616"/>
                <a:ext cx="18360" cy="19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0">
            <p14:nvContentPartPr>
              <p14:cNvPr id="212" name="Ink 211">
                <a:extLst>
                  <a:ext uri="{FF2B5EF4-FFF2-40B4-BE49-F238E27FC236}">
                    <a16:creationId xmlns:a16="http://schemas.microsoft.com/office/drawing/2014/main" id="{C5A4BE96-4C8A-857C-A62B-EF2CC3FDEEB0}"/>
                  </a:ext>
                </a:extLst>
              </p14:cNvPr>
              <p14:cNvContentPartPr/>
              <p14:nvPr/>
            </p14:nvContentPartPr>
            <p14:xfrm>
              <a:off x="10502640" y="4334616"/>
              <a:ext cx="195840" cy="133200"/>
            </p14:xfrm>
          </p:contentPart>
        </mc:Choice>
        <mc:Fallback xmlns="">
          <p:pic>
            <p:nvPicPr>
              <p:cNvPr id="212" name="Ink 211">
                <a:extLst>
                  <a:ext uri="{FF2B5EF4-FFF2-40B4-BE49-F238E27FC236}">
                    <a16:creationId xmlns:a16="http://schemas.microsoft.com/office/drawing/2014/main" id="{C5A4BE96-4C8A-857C-A62B-EF2CC3FDEEB0}"/>
                  </a:ext>
                </a:extLst>
              </p:cNvPr>
              <p:cNvPicPr/>
              <p:nvPr/>
            </p:nvPicPr>
            <p:blipFill>
              <a:blip r:embed="rId281"/>
              <a:stretch>
                <a:fillRect/>
              </a:stretch>
            </p:blipFill>
            <p:spPr>
              <a:xfrm>
                <a:off x="10498320" y="4330296"/>
                <a:ext cx="204480" cy="14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2">
            <p14:nvContentPartPr>
              <p14:cNvPr id="213" name="Ink 212">
                <a:extLst>
                  <a:ext uri="{FF2B5EF4-FFF2-40B4-BE49-F238E27FC236}">
                    <a16:creationId xmlns:a16="http://schemas.microsoft.com/office/drawing/2014/main" id="{7037400D-158C-A209-D8E8-DF7EE072A5BE}"/>
                  </a:ext>
                </a:extLst>
              </p14:cNvPr>
              <p14:cNvContentPartPr/>
              <p14:nvPr/>
            </p14:nvContentPartPr>
            <p14:xfrm>
              <a:off x="9659880" y="4421736"/>
              <a:ext cx="100080" cy="200520"/>
            </p14:xfrm>
          </p:contentPart>
        </mc:Choice>
        <mc:Fallback xmlns="">
          <p:pic>
            <p:nvPicPr>
              <p:cNvPr id="213" name="Ink 212">
                <a:extLst>
                  <a:ext uri="{FF2B5EF4-FFF2-40B4-BE49-F238E27FC236}">
                    <a16:creationId xmlns:a16="http://schemas.microsoft.com/office/drawing/2014/main" id="{7037400D-158C-A209-D8E8-DF7EE072A5BE}"/>
                  </a:ext>
                </a:extLst>
              </p:cNvPr>
              <p:cNvPicPr/>
              <p:nvPr/>
            </p:nvPicPr>
            <p:blipFill>
              <a:blip r:embed="rId283"/>
              <a:stretch>
                <a:fillRect/>
              </a:stretch>
            </p:blipFill>
            <p:spPr>
              <a:xfrm>
                <a:off x="9655560" y="4417416"/>
                <a:ext cx="108720" cy="209160"/>
              </a:xfrm>
              <a:prstGeom prst="rect">
                <a:avLst/>
              </a:prstGeom>
            </p:spPr>
          </p:pic>
        </mc:Fallback>
      </mc:AlternateContent>
      <p:grpSp>
        <p:nvGrpSpPr>
          <p:cNvPr id="219" name="Group 218">
            <a:extLst>
              <a:ext uri="{FF2B5EF4-FFF2-40B4-BE49-F238E27FC236}">
                <a16:creationId xmlns:a16="http://schemas.microsoft.com/office/drawing/2014/main" id="{9113B48E-E640-7911-2736-6AA096DFBF53}"/>
              </a:ext>
            </a:extLst>
          </p:cNvPr>
          <p:cNvGrpSpPr/>
          <p:nvPr/>
        </p:nvGrpSpPr>
        <p:grpSpPr>
          <a:xfrm>
            <a:off x="9824400" y="5207256"/>
            <a:ext cx="168840" cy="233640"/>
            <a:chOff x="9824400" y="5207256"/>
            <a:chExt cx="168840" cy="233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3E5D5394-75B3-9A4D-6E9F-A0FBF2308279}"/>
                    </a:ext>
                  </a:extLst>
                </p14:cNvPr>
                <p14:cNvContentPartPr/>
                <p14:nvPr/>
              </p14:nvContentPartPr>
              <p14:xfrm>
                <a:off x="9824400" y="5207256"/>
                <a:ext cx="168840" cy="131040"/>
              </p14:xfrm>
            </p:contentPart>
          </mc:Choice>
          <mc:Fallback xmlns=""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3E5D5394-75B3-9A4D-6E9F-A0FBF2308279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9820080" y="5202936"/>
                  <a:ext cx="17748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5D826CCD-ED94-C58F-0AD8-154738A17F56}"/>
                    </a:ext>
                  </a:extLst>
                </p14:cNvPr>
                <p14:cNvContentPartPr/>
                <p14:nvPr/>
              </p14:nvContentPartPr>
              <p14:xfrm>
                <a:off x="9896040" y="5232816"/>
                <a:ext cx="48960" cy="208080"/>
              </p14:xfrm>
            </p:contentPart>
          </mc:Choice>
          <mc:Fallback xmlns=""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5D826CCD-ED94-C58F-0AD8-154738A17F56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9891720" y="5228496"/>
                  <a:ext cx="57600" cy="216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8" name="Group 217">
            <a:extLst>
              <a:ext uri="{FF2B5EF4-FFF2-40B4-BE49-F238E27FC236}">
                <a16:creationId xmlns:a16="http://schemas.microsoft.com/office/drawing/2014/main" id="{66568E8B-52E1-0930-E6A6-A79282C4658E}"/>
              </a:ext>
            </a:extLst>
          </p:cNvPr>
          <p:cNvGrpSpPr/>
          <p:nvPr/>
        </p:nvGrpSpPr>
        <p:grpSpPr>
          <a:xfrm>
            <a:off x="9112680" y="5254776"/>
            <a:ext cx="173880" cy="222840"/>
            <a:chOff x="9112680" y="5254776"/>
            <a:chExt cx="173880" cy="222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BD3BF56C-E9F9-E3B6-4347-3662DD494CA2}"/>
                    </a:ext>
                  </a:extLst>
                </p14:cNvPr>
                <p14:cNvContentPartPr/>
                <p14:nvPr/>
              </p14:nvContentPartPr>
              <p14:xfrm>
                <a:off x="9112680" y="5296536"/>
                <a:ext cx="115920" cy="181080"/>
              </p14:xfrm>
            </p:contentPart>
          </mc:Choice>
          <mc:Fallback xmlns=""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BD3BF56C-E9F9-E3B6-4347-3662DD494CA2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9108360" y="5292216"/>
                  <a:ext cx="12456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2FD33817-4412-A5BE-4989-8F8C754E8E16}"/>
                    </a:ext>
                  </a:extLst>
                </p14:cNvPr>
                <p14:cNvContentPartPr/>
                <p14:nvPr/>
              </p14:nvContentPartPr>
              <p14:xfrm>
                <a:off x="9182160" y="5254776"/>
                <a:ext cx="104400" cy="33480"/>
              </p14:xfrm>
            </p:contentPart>
          </mc:Choice>
          <mc:Fallback xmlns=""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2FD33817-4412-A5BE-4989-8F8C754E8E16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9177840" y="5250456"/>
                  <a:ext cx="113040" cy="42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92">
            <p14:nvContentPartPr>
              <p14:cNvPr id="220" name="Ink 219">
                <a:extLst>
                  <a:ext uri="{FF2B5EF4-FFF2-40B4-BE49-F238E27FC236}">
                    <a16:creationId xmlns:a16="http://schemas.microsoft.com/office/drawing/2014/main" id="{3180B653-A675-C983-4F39-DE8254E3FADF}"/>
                  </a:ext>
                </a:extLst>
              </p14:cNvPr>
              <p14:cNvContentPartPr/>
              <p14:nvPr/>
            </p14:nvContentPartPr>
            <p14:xfrm>
              <a:off x="1383840" y="2443896"/>
              <a:ext cx="132480" cy="166320"/>
            </p14:xfrm>
          </p:contentPart>
        </mc:Choice>
        <mc:Fallback xmlns="">
          <p:pic>
            <p:nvPicPr>
              <p:cNvPr id="220" name="Ink 219">
                <a:extLst>
                  <a:ext uri="{FF2B5EF4-FFF2-40B4-BE49-F238E27FC236}">
                    <a16:creationId xmlns:a16="http://schemas.microsoft.com/office/drawing/2014/main" id="{3180B653-A675-C983-4F39-DE8254E3FADF}"/>
                  </a:ext>
                </a:extLst>
              </p:cNvPr>
              <p:cNvPicPr/>
              <p:nvPr/>
            </p:nvPicPr>
            <p:blipFill>
              <a:blip r:embed="rId293"/>
              <a:stretch>
                <a:fillRect/>
              </a:stretch>
            </p:blipFill>
            <p:spPr>
              <a:xfrm>
                <a:off x="1379520" y="2439576"/>
                <a:ext cx="141120" cy="174960"/>
              </a:xfrm>
              <a:prstGeom prst="rect">
                <a:avLst/>
              </a:prstGeom>
            </p:spPr>
          </p:pic>
        </mc:Fallback>
      </mc:AlternateContent>
      <p:grpSp>
        <p:nvGrpSpPr>
          <p:cNvPr id="223" name="Group 222">
            <a:extLst>
              <a:ext uri="{FF2B5EF4-FFF2-40B4-BE49-F238E27FC236}">
                <a16:creationId xmlns:a16="http://schemas.microsoft.com/office/drawing/2014/main" id="{8BB036AE-BD7E-9C55-1D51-42D155687960}"/>
              </a:ext>
            </a:extLst>
          </p:cNvPr>
          <p:cNvGrpSpPr/>
          <p:nvPr/>
        </p:nvGrpSpPr>
        <p:grpSpPr>
          <a:xfrm>
            <a:off x="803880" y="3310776"/>
            <a:ext cx="280080" cy="204480"/>
            <a:chOff x="803880" y="3310776"/>
            <a:chExt cx="280080" cy="204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58385C7E-4AD6-CF0A-17C0-D02B6B608489}"/>
                    </a:ext>
                  </a:extLst>
                </p14:cNvPr>
                <p14:cNvContentPartPr/>
                <p14:nvPr/>
              </p14:nvContentPartPr>
              <p14:xfrm>
                <a:off x="803880" y="3354696"/>
                <a:ext cx="108360" cy="160560"/>
              </p14:xfrm>
            </p:contentPart>
          </mc:Choice>
          <mc:Fallback xmlns=""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58385C7E-4AD6-CF0A-17C0-D02B6B608489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799560" y="3350376"/>
                  <a:ext cx="11700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AD84369C-D185-C51B-C695-149E9759DEE1}"/>
                    </a:ext>
                  </a:extLst>
                </p14:cNvPr>
                <p14:cNvContentPartPr/>
                <p14:nvPr/>
              </p14:nvContentPartPr>
              <p14:xfrm>
                <a:off x="864000" y="3310776"/>
                <a:ext cx="219960" cy="23400"/>
              </p14:xfrm>
            </p:contentPart>
          </mc:Choice>
          <mc:Fallback xmlns=""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AD84369C-D185-C51B-C695-149E9759DEE1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859680" y="3306456"/>
                  <a:ext cx="228600" cy="32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98">
            <p14:nvContentPartPr>
              <p14:cNvPr id="224" name="Ink 223">
                <a:extLst>
                  <a:ext uri="{FF2B5EF4-FFF2-40B4-BE49-F238E27FC236}">
                    <a16:creationId xmlns:a16="http://schemas.microsoft.com/office/drawing/2014/main" id="{3C27D6FA-9E1A-1EF9-109D-4BC9929A1D97}"/>
                  </a:ext>
                </a:extLst>
              </p14:cNvPr>
              <p14:cNvContentPartPr/>
              <p14:nvPr/>
            </p14:nvContentPartPr>
            <p14:xfrm>
              <a:off x="1741680" y="3333816"/>
              <a:ext cx="140400" cy="253080"/>
            </p14:xfrm>
          </p:contentPart>
        </mc:Choice>
        <mc:Fallback xmlns="">
          <p:pic>
            <p:nvPicPr>
              <p:cNvPr id="224" name="Ink 223">
                <a:extLst>
                  <a:ext uri="{FF2B5EF4-FFF2-40B4-BE49-F238E27FC236}">
                    <a16:creationId xmlns:a16="http://schemas.microsoft.com/office/drawing/2014/main" id="{3C27D6FA-9E1A-1EF9-109D-4BC9929A1D97}"/>
                  </a:ext>
                </a:extLst>
              </p:cNvPr>
              <p:cNvPicPr/>
              <p:nvPr/>
            </p:nvPicPr>
            <p:blipFill>
              <a:blip r:embed="rId299"/>
              <a:stretch>
                <a:fillRect/>
              </a:stretch>
            </p:blipFill>
            <p:spPr>
              <a:xfrm>
                <a:off x="1737360" y="3329496"/>
                <a:ext cx="149040" cy="26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0">
            <p14:nvContentPartPr>
              <p14:cNvPr id="225" name="Ink 224">
                <a:extLst>
                  <a:ext uri="{FF2B5EF4-FFF2-40B4-BE49-F238E27FC236}">
                    <a16:creationId xmlns:a16="http://schemas.microsoft.com/office/drawing/2014/main" id="{B4B4860E-4679-C471-3E35-D74B8A569075}"/>
                  </a:ext>
                </a:extLst>
              </p14:cNvPr>
              <p14:cNvContentPartPr/>
              <p14:nvPr/>
            </p14:nvContentPartPr>
            <p14:xfrm>
              <a:off x="3090240" y="2093616"/>
              <a:ext cx="135000" cy="237240"/>
            </p14:xfrm>
          </p:contentPart>
        </mc:Choice>
        <mc:Fallback xmlns="">
          <p:pic>
            <p:nvPicPr>
              <p:cNvPr id="225" name="Ink 224">
                <a:extLst>
                  <a:ext uri="{FF2B5EF4-FFF2-40B4-BE49-F238E27FC236}">
                    <a16:creationId xmlns:a16="http://schemas.microsoft.com/office/drawing/2014/main" id="{B4B4860E-4679-C471-3E35-D74B8A569075}"/>
                  </a:ext>
                </a:extLst>
              </p:cNvPr>
              <p:cNvPicPr/>
              <p:nvPr/>
            </p:nvPicPr>
            <p:blipFill>
              <a:blip r:embed="rId301"/>
              <a:stretch>
                <a:fillRect/>
              </a:stretch>
            </p:blipFill>
            <p:spPr>
              <a:xfrm>
                <a:off x="3085920" y="2089296"/>
                <a:ext cx="143640" cy="24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2">
            <p14:nvContentPartPr>
              <p14:cNvPr id="226" name="Ink 225">
                <a:extLst>
                  <a:ext uri="{FF2B5EF4-FFF2-40B4-BE49-F238E27FC236}">
                    <a16:creationId xmlns:a16="http://schemas.microsoft.com/office/drawing/2014/main" id="{1141C949-03FD-58E4-51BF-675EF532CC7C}"/>
                  </a:ext>
                </a:extLst>
              </p14:cNvPr>
              <p14:cNvContentPartPr/>
              <p14:nvPr/>
            </p14:nvContentPartPr>
            <p14:xfrm>
              <a:off x="2800800" y="3154176"/>
              <a:ext cx="133200" cy="282960"/>
            </p14:xfrm>
          </p:contentPart>
        </mc:Choice>
        <mc:Fallback xmlns="">
          <p:pic>
            <p:nvPicPr>
              <p:cNvPr id="226" name="Ink 225">
                <a:extLst>
                  <a:ext uri="{FF2B5EF4-FFF2-40B4-BE49-F238E27FC236}">
                    <a16:creationId xmlns:a16="http://schemas.microsoft.com/office/drawing/2014/main" id="{1141C949-03FD-58E4-51BF-675EF532CC7C}"/>
                  </a:ext>
                </a:extLst>
              </p:cNvPr>
              <p:cNvPicPr/>
              <p:nvPr/>
            </p:nvPicPr>
            <p:blipFill>
              <a:blip r:embed="rId303"/>
              <a:stretch>
                <a:fillRect/>
              </a:stretch>
            </p:blipFill>
            <p:spPr>
              <a:xfrm>
                <a:off x="2796480" y="3149856"/>
                <a:ext cx="141840" cy="291600"/>
              </a:xfrm>
              <a:prstGeom prst="rect">
                <a:avLst/>
              </a:prstGeom>
            </p:spPr>
          </p:pic>
        </mc:Fallback>
      </mc:AlternateContent>
      <p:grpSp>
        <p:nvGrpSpPr>
          <p:cNvPr id="229" name="Group 228">
            <a:extLst>
              <a:ext uri="{FF2B5EF4-FFF2-40B4-BE49-F238E27FC236}">
                <a16:creationId xmlns:a16="http://schemas.microsoft.com/office/drawing/2014/main" id="{D28DF81B-1286-C749-1446-66AF7511B0FA}"/>
              </a:ext>
            </a:extLst>
          </p:cNvPr>
          <p:cNvGrpSpPr/>
          <p:nvPr/>
        </p:nvGrpSpPr>
        <p:grpSpPr>
          <a:xfrm>
            <a:off x="3388320" y="3153816"/>
            <a:ext cx="201600" cy="232920"/>
            <a:chOff x="3388320" y="3153816"/>
            <a:chExt cx="201600" cy="232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4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0FB4D30B-9D6A-830D-7CDB-759757385FC6}"/>
                    </a:ext>
                  </a:extLst>
                </p14:cNvPr>
                <p14:cNvContentPartPr/>
                <p14:nvPr/>
              </p14:nvContentPartPr>
              <p14:xfrm>
                <a:off x="3388320" y="3218976"/>
                <a:ext cx="107640" cy="167760"/>
              </p14:xfrm>
            </p:contentPart>
          </mc:Choice>
          <mc:Fallback xmlns=""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0FB4D30B-9D6A-830D-7CDB-759757385FC6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3384000" y="3214656"/>
                  <a:ext cx="11628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6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2BA91E20-7DD4-593D-E24D-3A7D598F2350}"/>
                    </a:ext>
                  </a:extLst>
                </p14:cNvPr>
                <p14:cNvContentPartPr/>
                <p14:nvPr/>
              </p14:nvContentPartPr>
              <p14:xfrm>
                <a:off x="3448800" y="3153816"/>
                <a:ext cx="141120" cy="37440"/>
              </p14:xfrm>
            </p:contentPart>
          </mc:Choice>
          <mc:Fallback xmlns=""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2BA91E20-7DD4-593D-E24D-3A7D598F2350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3444480" y="3149496"/>
                  <a:ext cx="149760" cy="46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08">
            <p14:nvContentPartPr>
              <p14:cNvPr id="230" name="Ink 229">
                <a:extLst>
                  <a:ext uri="{FF2B5EF4-FFF2-40B4-BE49-F238E27FC236}">
                    <a16:creationId xmlns:a16="http://schemas.microsoft.com/office/drawing/2014/main" id="{CED63750-FFDF-B57B-3F72-2668337AC3E0}"/>
                  </a:ext>
                </a:extLst>
              </p14:cNvPr>
              <p14:cNvContentPartPr/>
              <p14:nvPr/>
            </p14:nvContentPartPr>
            <p14:xfrm>
              <a:off x="581040" y="4425336"/>
              <a:ext cx="203040" cy="376200"/>
            </p14:xfrm>
          </p:contentPart>
        </mc:Choice>
        <mc:Fallback xmlns="">
          <p:pic>
            <p:nvPicPr>
              <p:cNvPr id="230" name="Ink 229">
                <a:extLst>
                  <a:ext uri="{FF2B5EF4-FFF2-40B4-BE49-F238E27FC236}">
                    <a16:creationId xmlns:a16="http://schemas.microsoft.com/office/drawing/2014/main" id="{CED63750-FFDF-B57B-3F72-2668337AC3E0}"/>
                  </a:ext>
                </a:extLst>
              </p:cNvPr>
              <p:cNvPicPr/>
              <p:nvPr/>
            </p:nvPicPr>
            <p:blipFill>
              <a:blip r:embed="rId309"/>
              <a:stretch>
                <a:fillRect/>
              </a:stretch>
            </p:blipFill>
            <p:spPr>
              <a:xfrm>
                <a:off x="576360" y="4421016"/>
                <a:ext cx="211680" cy="38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0">
            <p14:nvContentPartPr>
              <p14:cNvPr id="231" name="Ink 230">
                <a:extLst>
                  <a:ext uri="{FF2B5EF4-FFF2-40B4-BE49-F238E27FC236}">
                    <a16:creationId xmlns:a16="http://schemas.microsoft.com/office/drawing/2014/main" id="{586EEE36-7693-45A2-E5EA-6312CBD61E7E}"/>
                  </a:ext>
                </a:extLst>
              </p14:cNvPr>
              <p14:cNvContentPartPr/>
              <p14:nvPr/>
            </p14:nvContentPartPr>
            <p14:xfrm>
              <a:off x="788040" y="4673736"/>
              <a:ext cx="69480" cy="87840"/>
            </p14:xfrm>
          </p:contentPart>
        </mc:Choice>
        <mc:Fallback xmlns="">
          <p:pic>
            <p:nvPicPr>
              <p:cNvPr id="231" name="Ink 230">
                <a:extLst>
                  <a:ext uri="{FF2B5EF4-FFF2-40B4-BE49-F238E27FC236}">
                    <a16:creationId xmlns:a16="http://schemas.microsoft.com/office/drawing/2014/main" id="{586EEE36-7693-45A2-E5EA-6312CBD61E7E}"/>
                  </a:ext>
                </a:extLst>
              </p:cNvPr>
              <p:cNvPicPr/>
              <p:nvPr/>
            </p:nvPicPr>
            <p:blipFill>
              <a:blip r:embed="rId311"/>
              <a:stretch>
                <a:fillRect/>
              </a:stretch>
            </p:blipFill>
            <p:spPr>
              <a:xfrm>
                <a:off x="783720" y="4669416"/>
                <a:ext cx="78120" cy="9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2">
            <p14:nvContentPartPr>
              <p14:cNvPr id="232" name="Ink 231">
                <a:extLst>
                  <a:ext uri="{FF2B5EF4-FFF2-40B4-BE49-F238E27FC236}">
                    <a16:creationId xmlns:a16="http://schemas.microsoft.com/office/drawing/2014/main" id="{B87D99AE-B5F4-83C5-638A-A56C7ED70865}"/>
                  </a:ext>
                </a:extLst>
              </p14:cNvPr>
              <p14:cNvContentPartPr/>
              <p14:nvPr/>
            </p14:nvContentPartPr>
            <p14:xfrm>
              <a:off x="903240" y="4674816"/>
              <a:ext cx="86040" cy="93600"/>
            </p14:xfrm>
          </p:contentPart>
        </mc:Choice>
        <mc:Fallback xmlns="">
          <p:pic>
            <p:nvPicPr>
              <p:cNvPr id="232" name="Ink 231">
                <a:extLst>
                  <a:ext uri="{FF2B5EF4-FFF2-40B4-BE49-F238E27FC236}">
                    <a16:creationId xmlns:a16="http://schemas.microsoft.com/office/drawing/2014/main" id="{B87D99AE-B5F4-83C5-638A-A56C7ED70865}"/>
                  </a:ext>
                </a:extLst>
              </p:cNvPr>
              <p:cNvPicPr/>
              <p:nvPr/>
            </p:nvPicPr>
            <p:blipFill>
              <a:blip r:embed="rId313"/>
              <a:stretch>
                <a:fillRect/>
              </a:stretch>
            </p:blipFill>
            <p:spPr>
              <a:xfrm>
                <a:off x="898920" y="4670496"/>
                <a:ext cx="94680" cy="102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4">
            <p14:nvContentPartPr>
              <p14:cNvPr id="233" name="Ink 232">
                <a:extLst>
                  <a:ext uri="{FF2B5EF4-FFF2-40B4-BE49-F238E27FC236}">
                    <a16:creationId xmlns:a16="http://schemas.microsoft.com/office/drawing/2014/main" id="{E690D770-BDD6-513B-9CCC-DF0EA555B507}"/>
                  </a:ext>
                </a:extLst>
              </p14:cNvPr>
              <p14:cNvContentPartPr/>
              <p14:nvPr/>
            </p14:nvContentPartPr>
            <p14:xfrm>
              <a:off x="1016640" y="4626216"/>
              <a:ext cx="67320" cy="131760"/>
            </p14:xfrm>
          </p:contentPart>
        </mc:Choice>
        <mc:Fallback xmlns="">
          <p:pic>
            <p:nvPicPr>
              <p:cNvPr id="233" name="Ink 232">
                <a:extLst>
                  <a:ext uri="{FF2B5EF4-FFF2-40B4-BE49-F238E27FC236}">
                    <a16:creationId xmlns:a16="http://schemas.microsoft.com/office/drawing/2014/main" id="{E690D770-BDD6-513B-9CCC-DF0EA555B507}"/>
                  </a:ext>
                </a:extLst>
              </p:cNvPr>
              <p:cNvPicPr/>
              <p:nvPr/>
            </p:nvPicPr>
            <p:blipFill>
              <a:blip r:embed="rId315"/>
              <a:stretch>
                <a:fillRect/>
              </a:stretch>
            </p:blipFill>
            <p:spPr>
              <a:xfrm>
                <a:off x="1012320" y="4621896"/>
                <a:ext cx="75960" cy="14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6">
            <p14:nvContentPartPr>
              <p14:cNvPr id="234" name="Ink 233">
                <a:extLst>
                  <a:ext uri="{FF2B5EF4-FFF2-40B4-BE49-F238E27FC236}">
                    <a16:creationId xmlns:a16="http://schemas.microsoft.com/office/drawing/2014/main" id="{09B8FAE2-BEB9-458E-EF7C-518747F95FAE}"/>
                  </a:ext>
                </a:extLst>
              </p14:cNvPr>
              <p14:cNvContentPartPr/>
              <p14:nvPr/>
            </p14:nvContentPartPr>
            <p14:xfrm>
              <a:off x="1118160" y="4669056"/>
              <a:ext cx="67320" cy="37440"/>
            </p14:xfrm>
          </p:contentPart>
        </mc:Choice>
        <mc:Fallback xmlns="">
          <p:pic>
            <p:nvPicPr>
              <p:cNvPr id="234" name="Ink 233">
                <a:extLst>
                  <a:ext uri="{FF2B5EF4-FFF2-40B4-BE49-F238E27FC236}">
                    <a16:creationId xmlns:a16="http://schemas.microsoft.com/office/drawing/2014/main" id="{09B8FAE2-BEB9-458E-EF7C-518747F95FAE}"/>
                  </a:ext>
                </a:extLst>
              </p:cNvPr>
              <p:cNvPicPr/>
              <p:nvPr/>
            </p:nvPicPr>
            <p:blipFill>
              <a:blip r:embed="rId317"/>
              <a:stretch>
                <a:fillRect/>
              </a:stretch>
            </p:blipFill>
            <p:spPr>
              <a:xfrm>
                <a:off x="1113840" y="4664736"/>
                <a:ext cx="75960" cy="4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8">
            <p14:nvContentPartPr>
              <p14:cNvPr id="235" name="Ink 234">
                <a:extLst>
                  <a:ext uri="{FF2B5EF4-FFF2-40B4-BE49-F238E27FC236}">
                    <a16:creationId xmlns:a16="http://schemas.microsoft.com/office/drawing/2014/main" id="{0B931AB4-043D-7985-27EB-7AAA877F74E5}"/>
                  </a:ext>
                </a:extLst>
              </p14:cNvPr>
              <p14:cNvContentPartPr/>
              <p14:nvPr/>
            </p14:nvContentPartPr>
            <p14:xfrm>
              <a:off x="1049760" y="4650696"/>
              <a:ext cx="161280" cy="365400"/>
            </p14:xfrm>
          </p:contentPart>
        </mc:Choice>
        <mc:Fallback xmlns="">
          <p:pic>
            <p:nvPicPr>
              <p:cNvPr id="235" name="Ink 234">
                <a:extLst>
                  <a:ext uri="{FF2B5EF4-FFF2-40B4-BE49-F238E27FC236}">
                    <a16:creationId xmlns:a16="http://schemas.microsoft.com/office/drawing/2014/main" id="{0B931AB4-043D-7985-27EB-7AAA877F74E5}"/>
                  </a:ext>
                </a:extLst>
              </p:cNvPr>
              <p:cNvPicPr/>
              <p:nvPr/>
            </p:nvPicPr>
            <p:blipFill>
              <a:blip r:embed="rId319"/>
              <a:stretch>
                <a:fillRect/>
              </a:stretch>
            </p:blipFill>
            <p:spPr>
              <a:xfrm>
                <a:off x="1045440" y="4646376"/>
                <a:ext cx="169920" cy="37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0">
            <p14:nvContentPartPr>
              <p14:cNvPr id="236" name="Ink 235">
                <a:extLst>
                  <a:ext uri="{FF2B5EF4-FFF2-40B4-BE49-F238E27FC236}">
                    <a16:creationId xmlns:a16="http://schemas.microsoft.com/office/drawing/2014/main" id="{BE081B25-EDA7-0F58-9923-DDCD4230C51C}"/>
                  </a:ext>
                </a:extLst>
              </p14:cNvPr>
              <p14:cNvContentPartPr/>
              <p14:nvPr/>
            </p14:nvContentPartPr>
            <p14:xfrm>
              <a:off x="1476360" y="4382496"/>
              <a:ext cx="107280" cy="318960"/>
            </p14:xfrm>
          </p:contentPart>
        </mc:Choice>
        <mc:Fallback xmlns="">
          <p:pic>
            <p:nvPicPr>
              <p:cNvPr id="236" name="Ink 235">
                <a:extLst>
                  <a:ext uri="{FF2B5EF4-FFF2-40B4-BE49-F238E27FC236}">
                    <a16:creationId xmlns:a16="http://schemas.microsoft.com/office/drawing/2014/main" id="{BE081B25-EDA7-0F58-9923-DDCD4230C51C}"/>
                  </a:ext>
                </a:extLst>
              </p:cNvPr>
              <p:cNvPicPr/>
              <p:nvPr/>
            </p:nvPicPr>
            <p:blipFill>
              <a:blip r:embed="rId321"/>
              <a:stretch>
                <a:fillRect/>
              </a:stretch>
            </p:blipFill>
            <p:spPr>
              <a:xfrm>
                <a:off x="1472040" y="4378176"/>
                <a:ext cx="115920" cy="32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2">
            <p14:nvContentPartPr>
              <p14:cNvPr id="237" name="Ink 236">
                <a:extLst>
                  <a:ext uri="{FF2B5EF4-FFF2-40B4-BE49-F238E27FC236}">
                    <a16:creationId xmlns:a16="http://schemas.microsoft.com/office/drawing/2014/main" id="{CD76F7D3-C2DF-4DA7-C4D2-C2417AD1DD7F}"/>
                  </a:ext>
                </a:extLst>
              </p14:cNvPr>
              <p14:cNvContentPartPr/>
              <p14:nvPr/>
            </p14:nvContentPartPr>
            <p14:xfrm>
              <a:off x="1679040" y="4569696"/>
              <a:ext cx="95400" cy="104760"/>
            </p14:xfrm>
          </p:contentPart>
        </mc:Choice>
        <mc:Fallback xmlns="">
          <p:pic>
            <p:nvPicPr>
              <p:cNvPr id="237" name="Ink 236">
                <a:extLst>
                  <a:ext uri="{FF2B5EF4-FFF2-40B4-BE49-F238E27FC236}">
                    <a16:creationId xmlns:a16="http://schemas.microsoft.com/office/drawing/2014/main" id="{CD76F7D3-C2DF-4DA7-C4D2-C2417AD1DD7F}"/>
                  </a:ext>
                </a:extLst>
              </p:cNvPr>
              <p:cNvPicPr/>
              <p:nvPr/>
            </p:nvPicPr>
            <p:blipFill>
              <a:blip r:embed="rId323"/>
              <a:stretch>
                <a:fillRect/>
              </a:stretch>
            </p:blipFill>
            <p:spPr>
              <a:xfrm>
                <a:off x="1674720" y="4565376"/>
                <a:ext cx="104040" cy="11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4">
            <p14:nvContentPartPr>
              <p14:cNvPr id="238" name="Ink 237">
                <a:extLst>
                  <a:ext uri="{FF2B5EF4-FFF2-40B4-BE49-F238E27FC236}">
                    <a16:creationId xmlns:a16="http://schemas.microsoft.com/office/drawing/2014/main" id="{340FB320-C2F2-A0A7-3762-1BE32296359C}"/>
                  </a:ext>
                </a:extLst>
              </p14:cNvPr>
              <p14:cNvContentPartPr/>
              <p14:nvPr/>
            </p14:nvContentPartPr>
            <p14:xfrm>
              <a:off x="1786320" y="4369896"/>
              <a:ext cx="96840" cy="288720"/>
            </p14:xfrm>
          </p:contentPart>
        </mc:Choice>
        <mc:Fallback xmlns="">
          <p:pic>
            <p:nvPicPr>
              <p:cNvPr id="238" name="Ink 237">
                <a:extLst>
                  <a:ext uri="{FF2B5EF4-FFF2-40B4-BE49-F238E27FC236}">
                    <a16:creationId xmlns:a16="http://schemas.microsoft.com/office/drawing/2014/main" id="{340FB320-C2F2-A0A7-3762-1BE32296359C}"/>
                  </a:ext>
                </a:extLst>
              </p:cNvPr>
              <p:cNvPicPr/>
              <p:nvPr/>
            </p:nvPicPr>
            <p:blipFill>
              <a:blip r:embed="rId325"/>
              <a:stretch>
                <a:fillRect/>
              </a:stretch>
            </p:blipFill>
            <p:spPr>
              <a:xfrm>
                <a:off x="1782000" y="4365576"/>
                <a:ext cx="105480" cy="29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6">
            <p14:nvContentPartPr>
              <p14:cNvPr id="239" name="Ink 238">
                <a:extLst>
                  <a:ext uri="{FF2B5EF4-FFF2-40B4-BE49-F238E27FC236}">
                    <a16:creationId xmlns:a16="http://schemas.microsoft.com/office/drawing/2014/main" id="{8A601454-FA94-E167-D456-6FE05AEDFFF1}"/>
                  </a:ext>
                </a:extLst>
              </p14:cNvPr>
              <p14:cNvContentPartPr/>
              <p14:nvPr/>
            </p14:nvContentPartPr>
            <p14:xfrm>
              <a:off x="1860840" y="4529376"/>
              <a:ext cx="68400" cy="122760"/>
            </p14:xfrm>
          </p:contentPart>
        </mc:Choice>
        <mc:Fallback xmlns="">
          <p:pic>
            <p:nvPicPr>
              <p:cNvPr id="239" name="Ink 238">
                <a:extLst>
                  <a:ext uri="{FF2B5EF4-FFF2-40B4-BE49-F238E27FC236}">
                    <a16:creationId xmlns:a16="http://schemas.microsoft.com/office/drawing/2014/main" id="{8A601454-FA94-E167-D456-6FE05AEDFFF1}"/>
                  </a:ext>
                </a:extLst>
              </p:cNvPr>
              <p:cNvPicPr/>
              <p:nvPr/>
            </p:nvPicPr>
            <p:blipFill>
              <a:blip r:embed="rId327"/>
              <a:stretch>
                <a:fillRect/>
              </a:stretch>
            </p:blipFill>
            <p:spPr>
              <a:xfrm>
                <a:off x="1856520" y="4525056"/>
                <a:ext cx="77040" cy="1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8">
            <p14:nvContentPartPr>
              <p14:cNvPr id="240" name="Ink 239">
                <a:extLst>
                  <a:ext uri="{FF2B5EF4-FFF2-40B4-BE49-F238E27FC236}">
                    <a16:creationId xmlns:a16="http://schemas.microsoft.com/office/drawing/2014/main" id="{3215B617-F539-0819-56C6-53F7BC092FC0}"/>
                  </a:ext>
                </a:extLst>
              </p14:cNvPr>
              <p14:cNvContentPartPr/>
              <p14:nvPr/>
            </p14:nvContentPartPr>
            <p14:xfrm>
              <a:off x="1928880" y="4530456"/>
              <a:ext cx="360" cy="360"/>
            </p14:xfrm>
          </p:contentPart>
        </mc:Choice>
        <mc:Fallback xmlns="">
          <p:pic>
            <p:nvPicPr>
              <p:cNvPr id="240" name="Ink 239">
                <a:extLst>
                  <a:ext uri="{FF2B5EF4-FFF2-40B4-BE49-F238E27FC236}">
                    <a16:creationId xmlns:a16="http://schemas.microsoft.com/office/drawing/2014/main" id="{3215B617-F539-0819-56C6-53F7BC092FC0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1924560" y="4526136"/>
                <a:ext cx="9000" cy="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9">
            <p14:nvContentPartPr>
              <p14:cNvPr id="241" name="Ink 240">
                <a:extLst>
                  <a:ext uri="{FF2B5EF4-FFF2-40B4-BE49-F238E27FC236}">
                    <a16:creationId xmlns:a16="http://schemas.microsoft.com/office/drawing/2014/main" id="{E7EFDF8A-1CEC-2E3F-9214-D188A70C4F3D}"/>
                  </a:ext>
                </a:extLst>
              </p14:cNvPr>
              <p14:cNvContentPartPr/>
              <p14:nvPr/>
            </p14:nvContentPartPr>
            <p14:xfrm>
              <a:off x="1928880" y="4517856"/>
              <a:ext cx="222840" cy="115560"/>
            </p14:xfrm>
          </p:contentPart>
        </mc:Choice>
        <mc:Fallback xmlns="">
          <p:pic>
            <p:nvPicPr>
              <p:cNvPr id="241" name="Ink 240">
                <a:extLst>
                  <a:ext uri="{FF2B5EF4-FFF2-40B4-BE49-F238E27FC236}">
                    <a16:creationId xmlns:a16="http://schemas.microsoft.com/office/drawing/2014/main" id="{E7EFDF8A-1CEC-2E3F-9214-D188A70C4F3D}"/>
                  </a:ext>
                </a:extLst>
              </p:cNvPr>
              <p:cNvPicPr/>
              <p:nvPr/>
            </p:nvPicPr>
            <p:blipFill>
              <a:blip r:embed="rId330"/>
              <a:stretch>
                <a:fillRect/>
              </a:stretch>
            </p:blipFill>
            <p:spPr>
              <a:xfrm>
                <a:off x="1924560" y="4513536"/>
                <a:ext cx="231480" cy="12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1">
            <p14:nvContentPartPr>
              <p14:cNvPr id="242" name="Ink 241">
                <a:extLst>
                  <a:ext uri="{FF2B5EF4-FFF2-40B4-BE49-F238E27FC236}">
                    <a16:creationId xmlns:a16="http://schemas.microsoft.com/office/drawing/2014/main" id="{F1388DC6-3884-D266-2FF7-7B6D5BEDF4FD}"/>
                  </a:ext>
                </a:extLst>
              </p14:cNvPr>
              <p14:cNvContentPartPr/>
              <p14:nvPr/>
            </p14:nvContentPartPr>
            <p14:xfrm>
              <a:off x="2406960" y="4539096"/>
              <a:ext cx="205920" cy="102600"/>
            </p14:xfrm>
          </p:contentPart>
        </mc:Choice>
        <mc:Fallback xmlns="">
          <p:pic>
            <p:nvPicPr>
              <p:cNvPr id="242" name="Ink 241">
                <a:extLst>
                  <a:ext uri="{FF2B5EF4-FFF2-40B4-BE49-F238E27FC236}">
                    <a16:creationId xmlns:a16="http://schemas.microsoft.com/office/drawing/2014/main" id="{F1388DC6-3884-D266-2FF7-7B6D5BEDF4FD}"/>
                  </a:ext>
                </a:extLst>
              </p:cNvPr>
              <p:cNvPicPr/>
              <p:nvPr/>
            </p:nvPicPr>
            <p:blipFill>
              <a:blip r:embed="rId332"/>
              <a:stretch>
                <a:fillRect/>
              </a:stretch>
            </p:blipFill>
            <p:spPr>
              <a:xfrm>
                <a:off x="2402640" y="4534776"/>
                <a:ext cx="214560" cy="11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3">
            <p14:nvContentPartPr>
              <p14:cNvPr id="247" name="Ink 246">
                <a:extLst>
                  <a:ext uri="{FF2B5EF4-FFF2-40B4-BE49-F238E27FC236}">
                    <a16:creationId xmlns:a16="http://schemas.microsoft.com/office/drawing/2014/main" id="{2E1B4005-619C-222A-62D5-D9AF1EC1901F}"/>
                  </a:ext>
                </a:extLst>
              </p14:cNvPr>
              <p14:cNvContentPartPr/>
              <p14:nvPr/>
            </p14:nvContentPartPr>
            <p14:xfrm>
              <a:off x="3481200" y="4472856"/>
              <a:ext cx="21240" cy="84600"/>
            </p14:xfrm>
          </p:contentPart>
        </mc:Choice>
        <mc:Fallback xmlns="">
          <p:pic>
            <p:nvPicPr>
              <p:cNvPr id="247" name="Ink 246">
                <a:extLst>
                  <a:ext uri="{FF2B5EF4-FFF2-40B4-BE49-F238E27FC236}">
                    <a16:creationId xmlns:a16="http://schemas.microsoft.com/office/drawing/2014/main" id="{2E1B4005-619C-222A-62D5-D9AF1EC1901F}"/>
                  </a:ext>
                </a:extLst>
              </p:cNvPr>
              <p:cNvPicPr/>
              <p:nvPr/>
            </p:nvPicPr>
            <p:blipFill>
              <a:blip r:embed="rId334"/>
              <a:stretch>
                <a:fillRect/>
              </a:stretch>
            </p:blipFill>
            <p:spPr>
              <a:xfrm>
                <a:off x="3476880" y="4468536"/>
                <a:ext cx="29880" cy="9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5">
            <p14:nvContentPartPr>
              <p14:cNvPr id="248" name="Ink 247">
                <a:extLst>
                  <a:ext uri="{FF2B5EF4-FFF2-40B4-BE49-F238E27FC236}">
                    <a16:creationId xmlns:a16="http://schemas.microsoft.com/office/drawing/2014/main" id="{DE232595-D8D4-9FFF-979B-DA2E7ECA91D1}"/>
                  </a:ext>
                </a:extLst>
              </p14:cNvPr>
              <p14:cNvContentPartPr/>
              <p14:nvPr/>
            </p14:nvContentPartPr>
            <p14:xfrm>
              <a:off x="3559680" y="4344696"/>
              <a:ext cx="37440" cy="91440"/>
            </p14:xfrm>
          </p:contentPart>
        </mc:Choice>
        <mc:Fallback xmlns="">
          <p:pic>
            <p:nvPicPr>
              <p:cNvPr id="248" name="Ink 247">
                <a:extLst>
                  <a:ext uri="{FF2B5EF4-FFF2-40B4-BE49-F238E27FC236}">
                    <a16:creationId xmlns:a16="http://schemas.microsoft.com/office/drawing/2014/main" id="{DE232595-D8D4-9FFF-979B-DA2E7ECA91D1}"/>
                  </a:ext>
                </a:extLst>
              </p:cNvPr>
              <p:cNvPicPr/>
              <p:nvPr/>
            </p:nvPicPr>
            <p:blipFill>
              <a:blip r:embed="rId336"/>
              <a:stretch>
                <a:fillRect/>
              </a:stretch>
            </p:blipFill>
            <p:spPr>
              <a:xfrm>
                <a:off x="3555360" y="4340376"/>
                <a:ext cx="46080" cy="10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7">
            <p14:nvContentPartPr>
              <p14:cNvPr id="249" name="Ink 248">
                <a:extLst>
                  <a:ext uri="{FF2B5EF4-FFF2-40B4-BE49-F238E27FC236}">
                    <a16:creationId xmlns:a16="http://schemas.microsoft.com/office/drawing/2014/main" id="{B8D1BBD1-8FAB-12F9-C98A-D2D5F8D1A4F9}"/>
                  </a:ext>
                </a:extLst>
              </p14:cNvPr>
              <p14:cNvContentPartPr/>
              <p14:nvPr/>
            </p14:nvContentPartPr>
            <p14:xfrm>
              <a:off x="3557520" y="4470336"/>
              <a:ext cx="118080" cy="134280"/>
            </p14:xfrm>
          </p:contentPart>
        </mc:Choice>
        <mc:Fallback xmlns="">
          <p:pic>
            <p:nvPicPr>
              <p:cNvPr id="249" name="Ink 248">
                <a:extLst>
                  <a:ext uri="{FF2B5EF4-FFF2-40B4-BE49-F238E27FC236}">
                    <a16:creationId xmlns:a16="http://schemas.microsoft.com/office/drawing/2014/main" id="{B8D1BBD1-8FAB-12F9-C98A-D2D5F8D1A4F9}"/>
                  </a:ext>
                </a:extLst>
              </p:cNvPr>
              <p:cNvPicPr/>
              <p:nvPr/>
            </p:nvPicPr>
            <p:blipFill>
              <a:blip r:embed="rId338"/>
              <a:stretch>
                <a:fillRect/>
              </a:stretch>
            </p:blipFill>
            <p:spPr>
              <a:xfrm>
                <a:off x="3553200" y="4466016"/>
                <a:ext cx="126720" cy="14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9">
            <p14:nvContentPartPr>
              <p14:cNvPr id="250" name="Ink 249">
                <a:extLst>
                  <a:ext uri="{FF2B5EF4-FFF2-40B4-BE49-F238E27FC236}">
                    <a16:creationId xmlns:a16="http://schemas.microsoft.com/office/drawing/2014/main" id="{05BF5B8B-787E-9701-A666-FA33E30F1454}"/>
                  </a:ext>
                </a:extLst>
              </p14:cNvPr>
              <p14:cNvContentPartPr/>
              <p14:nvPr/>
            </p14:nvContentPartPr>
            <p14:xfrm>
              <a:off x="596160" y="5246136"/>
              <a:ext cx="88200" cy="94320"/>
            </p14:xfrm>
          </p:contentPart>
        </mc:Choice>
        <mc:Fallback xmlns="">
          <p:pic>
            <p:nvPicPr>
              <p:cNvPr id="250" name="Ink 249">
                <a:extLst>
                  <a:ext uri="{FF2B5EF4-FFF2-40B4-BE49-F238E27FC236}">
                    <a16:creationId xmlns:a16="http://schemas.microsoft.com/office/drawing/2014/main" id="{05BF5B8B-787E-9701-A666-FA33E30F1454}"/>
                  </a:ext>
                </a:extLst>
              </p:cNvPr>
              <p:cNvPicPr/>
              <p:nvPr/>
            </p:nvPicPr>
            <p:blipFill>
              <a:blip r:embed="rId340"/>
              <a:stretch>
                <a:fillRect/>
              </a:stretch>
            </p:blipFill>
            <p:spPr>
              <a:xfrm>
                <a:off x="591840" y="5241816"/>
                <a:ext cx="96840" cy="102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1">
            <p14:nvContentPartPr>
              <p14:cNvPr id="251" name="Ink 250">
                <a:extLst>
                  <a:ext uri="{FF2B5EF4-FFF2-40B4-BE49-F238E27FC236}">
                    <a16:creationId xmlns:a16="http://schemas.microsoft.com/office/drawing/2014/main" id="{01B3639F-0D29-3936-067E-BDBE6607EE39}"/>
                  </a:ext>
                </a:extLst>
              </p14:cNvPr>
              <p14:cNvContentPartPr/>
              <p14:nvPr/>
            </p14:nvContentPartPr>
            <p14:xfrm>
              <a:off x="658440" y="5217696"/>
              <a:ext cx="157320" cy="370080"/>
            </p14:xfrm>
          </p:contentPart>
        </mc:Choice>
        <mc:Fallback xmlns="">
          <p:pic>
            <p:nvPicPr>
              <p:cNvPr id="251" name="Ink 250">
                <a:extLst>
                  <a:ext uri="{FF2B5EF4-FFF2-40B4-BE49-F238E27FC236}">
                    <a16:creationId xmlns:a16="http://schemas.microsoft.com/office/drawing/2014/main" id="{01B3639F-0D29-3936-067E-BDBE6607EE39}"/>
                  </a:ext>
                </a:extLst>
              </p:cNvPr>
              <p:cNvPicPr/>
              <p:nvPr/>
            </p:nvPicPr>
            <p:blipFill>
              <a:blip r:embed="rId342"/>
              <a:stretch>
                <a:fillRect/>
              </a:stretch>
            </p:blipFill>
            <p:spPr>
              <a:xfrm>
                <a:off x="654120" y="5213376"/>
                <a:ext cx="165960" cy="37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3">
            <p14:nvContentPartPr>
              <p14:cNvPr id="252" name="Ink 251">
                <a:extLst>
                  <a:ext uri="{FF2B5EF4-FFF2-40B4-BE49-F238E27FC236}">
                    <a16:creationId xmlns:a16="http://schemas.microsoft.com/office/drawing/2014/main" id="{AB518F35-BCC3-6EB5-9706-95940AD3B1C4}"/>
                  </a:ext>
                </a:extLst>
              </p14:cNvPr>
              <p14:cNvContentPartPr/>
              <p14:nvPr/>
            </p14:nvContentPartPr>
            <p14:xfrm>
              <a:off x="856080" y="5258736"/>
              <a:ext cx="170280" cy="69120"/>
            </p14:xfrm>
          </p:contentPart>
        </mc:Choice>
        <mc:Fallback xmlns="">
          <p:pic>
            <p:nvPicPr>
              <p:cNvPr id="252" name="Ink 251">
                <a:extLst>
                  <a:ext uri="{FF2B5EF4-FFF2-40B4-BE49-F238E27FC236}">
                    <a16:creationId xmlns:a16="http://schemas.microsoft.com/office/drawing/2014/main" id="{AB518F35-BCC3-6EB5-9706-95940AD3B1C4}"/>
                  </a:ext>
                </a:extLst>
              </p:cNvPr>
              <p:cNvPicPr/>
              <p:nvPr/>
            </p:nvPicPr>
            <p:blipFill>
              <a:blip r:embed="rId344"/>
              <a:stretch>
                <a:fillRect/>
              </a:stretch>
            </p:blipFill>
            <p:spPr>
              <a:xfrm>
                <a:off x="851760" y="5254416"/>
                <a:ext cx="178920" cy="7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5">
            <p14:nvContentPartPr>
              <p14:cNvPr id="253" name="Ink 252">
                <a:extLst>
                  <a:ext uri="{FF2B5EF4-FFF2-40B4-BE49-F238E27FC236}">
                    <a16:creationId xmlns:a16="http://schemas.microsoft.com/office/drawing/2014/main" id="{083F9448-132F-2312-5599-989BBAE66110}"/>
                  </a:ext>
                </a:extLst>
              </p14:cNvPr>
              <p14:cNvContentPartPr/>
              <p14:nvPr/>
            </p14:nvContentPartPr>
            <p14:xfrm>
              <a:off x="1024920" y="5165496"/>
              <a:ext cx="195480" cy="128520"/>
            </p14:xfrm>
          </p:contentPart>
        </mc:Choice>
        <mc:Fallback xmlns="">
          <p:pic>
            <p:nvPicPr>
              <p:cNvPr id="253" name="Ink 252">
                <a:extLst>
                  <a:ext uri="{FF2B5EF4-FFF2-40B4-BE49-F238E27FC236}">
                    <a16:creationId xmlns:a16="http://schemas.microsoft.com/office/drawing/2014/main" id="{083F9448-132F-2312-5599-989BBAE66110}"/>
                  </a:ext>
                </a:extLst>
              </p:cNvPr>
              <p:cNvPicPr/>
              <p:nvPr/>
            </p:nvPicPr>
            <p:blipFill>
              <a:blip r:embed="rId346"/>
              <a:stretch>
                <a:fillRect/>
              </a:stretch>
            </p:blipFill>
            <p:spPr>
              <a:xfrm>
                <a:off x="1020600" y="5161176"/>
                <a:ext cx="204120" cy="13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7">
            <p14:nvContentPartPr>
              <p14:cNvPr id="254" name="Ink 253">
                <a:extLst>
                  <a:ext uri="{FF2B5EF4-FFF2-40B4-BE49-F238E27FC236}">
                    <a16:creationId xmlns:a16="http://schemas.microsoft.com/office/drawing/2014/main" id="{43583FAE-169E-BE18-EBD9-806D319422C7}"/>
                  </a:ext>
                </a:extLst>
              </p14:cNvPr>
              <p14:cNvContentPartPr/>
              <p14:nvPr/>
            </p14:nvContentPartPr>
            <p14:xfrm>
              <a:off x="1180440" y="5090616"/>
              <a:ext cx="76680" cy="193680"/>
            </p14:xfrm>
          </p:contentPart>
        </mc:Choice>
        <mc:Fallback xmlns="">
          <p:pic>
            <p:nvPicPr>
              <p:cNvPr id="254" name="Ink 253">
                <a:extLst>
                  <a:ext uri="{FF2B5EF4-FFF2-40B4-BE49-F238E27FC236}">
                    <a16:creationId xmlns:a16="http://schemas.microsoft.com/office/drawing/2014/main" id="{43583FAE-169E-BE18-EBD9-806D319422C7}"/>
                  </a:ext>
                </a:extLst>
              </p:cNvPr>
              <p:cNvPicPr/>
              <p:nvPr/>
            </p:nvPicPr>
            <p:blipFill>
              <a:blip r:embed="rId348"/>
              <a:stretch>
                <a:fillRect/>
              </a:stretch>
            </p:blipFill>
            <p:spPr>
              <a:xfrm>
                <a:off x="1176120" y="5086296"/>
                <a:ext cx="85320" cy="20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9">
            <p14:nvContentPartPr>
              <p14:cNvPr id="263" name="Ink 262">
                <a:extLst>
                  <a:ext uri="{FF2B5EF4-FFF2-40B4-BE49-F238E27FC236}">
                    <a16:creationId xmlns:a16="http://schemas.microsoft.com/office/drawing/2014/main" id="{E0A66245-1127-9DDA-258A-FC512A2046E1}"/>
                  </a:ext>
                </a:extLst>
              </p14:cNvPr>
              <p14:cNvContentPartPr/>
              <p14:nvPr/>
            </p14:nvContentPartPr>
            <p14:xfrm>
              <a:off x="3000960" y="4913856"/>
              <a:ext cx="90360" cy="239400"/>
            </p14:xfrm>
          </p:contentPart>
        </mc:Choice>
        <mc:Fallback xmlns="">
          <p:pic>
            <p:nvPicPr>
              <p:cNvPr id="263" name="Ink 262">
                <a:extLst>
                  <a:ext uri="{FF2B5EF4-FFF2-40B4-BE49-F238E27FC236}">
                    <a16:creationId xmlns:a16="http://schemas.microsoft.com/office/drawing/2014/main" id="{E0A66245-1127-9DDA-258A-FC512A2046E1}"/>
                  </a:ext>
                </a:extLst>
              </p:cNvPr>
              <p:cNvPicPr/>
              <p:nvPr/>
            </p:nvPicPr>
            <p:blipFill>
              <a:blip r:embed="rId350"/>
              <a:stretch>
                <a:fillRect/>
              </a:stretch>
            </p:blipFill>
            <p:spPr>
              <a:xfrm>
                <a:off x="2996640" y="4909536"/>
                <a:ext cx="99000" cy="24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1">
            <p14:nvContentPartPr>
              <p14:cNvPr id="264" name="Ink 263">
                <a:extLst>
                  <a:ext uri="{FF2B5EF4-FFF2-40B4-BE49-F238E27FC236}">
                    <a16:creationId xmlns:a16="http://schemas.microsoft.com/office/drawing/2014/main" id="{E96B68FF-C81E-BECD-FAC3-7365F09F2BFE}"/>
                  </a:ext>
                </a:extLst>
              </p14:cNvPr>
              <p14:cNvContentPartPr/>
              <p14:nvPr/>
            </p14:nvContentPartPr>
            <p14:xfrm>
              <a:off x="3000960" y="4851576"/>
              <a:ext cx="457560" cy="226080"/>
            </p14:xfrm>
          </p:contentPart>
        </mc:Choice>
        <mc:Fallback xmlns="">
          <p:pic>
            <p:nvPicPr>
              <p:cNvPr id="264" name="Ink 263">
                <a:extLst>
                  <a:ext uri="{FF2B5EF4-FFF2-40B4-BE49-F238E27FC236}">
                    <a16:creationId xmlns:a16="http://schemas.microsoft.com/office/drawing/2014/main" id="{E96B68FF-C81E-BECD-FAC3-7365F09F2BFE}"/>
                  </a:ext>
                </a:extLst>
              </p:cNvPr>
              <p:cNvPicPr/>
              <p:nvPr/>
            </p:nvPicPr>
            <p:blipFill>
              <a:blip r:embed="rId352"/>
              <a:stretch>
                <a:fillRect/>
              </a:stretch>
            </p:blipFill>
            <p:spPr>
              <a:xfrm>
                <a:off x="2996640" y="4847256"/>
                <a:ext cx="466200" cy="23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3">
            <p14:nvContentPartPr>
              <p14:cNvPr id="265" name="Ink 264">
                <a:extLst>
                  <a:ext uri="{FF2B5EF4-FFF2-40B4-BE49-F238E27FC236}">
                    <a16:creationId xmlns:a16="http://schemas.microsoft.com/office/drawing/2014/main" id="{893EBB5F-5ECB-615F-937D-2E8784B93D0C}"/>
                  </a:ext>
                </a:extLst>
              </p14:cNvPr>
              <p14:cNvContentPartPr/>
              <p14:nvPr/>
            </p14:nvContentPartPr>
            <p14:xfrm>
              <a:off x="3425400" y="4993416"/>
              <a:ext cx="95400" cy="86040"/>
            </p14:xfrm>
          </p:contentPart>
        </mc:Choice>
        <mc:Fallback xmlns="">
          <p:pic>
            <p:nvPicPr>
              <p:cNvPr id="265" name="Ink 264">
                <a:extLst>
                  <a:ext uri="{FF2B5EF4-FFF2-40B4-BE49-F238E27FC236}">
                    <a16:creationId xmlns:a16="http://schemas.microsoft.com/office/drawing/2014/main" id="{893EBB5F-5ECB-615F-937D-2E8784B93D0C}"/>
                  </a:ext>
                </a:extLst>
              </p:cNvPr>
              <p:cNvPicPr/>
              <p:nvPr/>
            </p:nvPicPr>
            <p:blipFill>
              <a:blip r:embed="rId354"/>
              <a:stretch>
                <a:fillRect/>
              </a:stretch>
            </p:blipFill>
            <p:spPr>
              <a:xfrm>
                <a:off x="3421080" y="4989096"/>
                <a:ext cx="104040" cy="9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5">
            <p14:nvContentPartPr>
              <p14:cNvPr id="266" name="Ink 265">
                <a:extLst>
                  <a:ext uri="{FF2B5EF4-FFF2-40B4-BE49-F238E27FC236}">
                    <a16:creationId xmlns:a16="http://schemas.microsoft.com/office/drawing/2014/main" id="{F08DE4F0-02E1-1901-5722-D300145A543E}"/>
                  </a:ext>
                </a:extLst>
              </p14:cNvPr>
              <p14:cNvContentPartPr/>
              <p14:nvPr/>
            </p14:nvContentPartPr>
            <p14:xfrm>
              <a:off x="3592080" y="5021136"/>
              <a:ext cx="101880" cy="61560"/>
            </p14:xfrm>
          </p:contentPart>
        </mc:Choice>
        <mc:Fallback xmlns="">
          <p:pic>
            <p:nvPicPr>
              <p:cNvPr id="266" name="Ink 265">
                <a:extLst>
                  <a:ext uri="{FF2B5EF4-FFF2-40B4-BE49-F238E27FC236}">
                    <a16:creationId xmlns:a16="http://schemas.microsoft.com/office/drawing/2014/main" id="{F08DE4F0-02E1-1901-5722-D300145A543E}"/>
                  </a:ext>
                </a:extLst>
              </p:cNvPr>
              <p:cNvPicPr/>
              <p:nvPr/>
            </p:nvPicPr>
            <p:blipFill>
              <a:blip r:embed="rId356"/>
              <a:stretch>
                <a:fillRect/>
              </a:stretch>
            </p:blipFill>
            <p:spPr>
              <a:xfrm>
                <a:off x="3587760" y="5016816"/>
                <a:ext cx="110520" cy="7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7">
            <p14:nvContentPartPr>
              <p14:cNvPr id="267" name="Ink 266">
                <a:extLst>
                  <a:ext uri="{FF2B5EF4-FFF2-40B4-BE49-F238E27FC236}">
                    <a16:creationId xmlns:a16="http://schemas.microsoft.com/office/drawing/2014/main" id="{B34D3C08-6C46-B020-D571-DA7219D23EAA}"/>
                  </a:ext>
                </a:extLst>
              </p14:cNvPr>
              <p14:cNvContentPartPr/>
              <p14:nvPr/>
            </p14:nvContentPartPr>
            <p14:xfrm>
              <a:off x="517680" y="5792616"/>
              <a:ext cx="76680" cy="286920"/>
            </p14:xfrm>
          </p:contentPart>
        </mc:Choice>
        <mc:Fallback xmlns="">
          <p:pic>
            <p:nvPicPr>
              <p:cNvPr id="267" name="Ink 266">
                <a:extLst>
                  <a:ext uri="{FF2B5EF4-FFF2-40B4-BE49-F238E27FC236}">
                    <a16:creationId xmlns:a16="http://schemas.microsoft.com/office/drawing/2014/main" id="{B34D3C08-6C46-B020-D571-DA7219D23EAA}"/>
                  </a:ext>
                </a:extLst>
              </p:cNvPr>
              <p:cNvPicPr/>
              <p:nvPr/>
            </p:nvPicPr>
            <p:blipFill>
              <a:blip r:embed="rId358"/>
              <a:stretch>
                <a:fillRect/>
              </a:stretch>
            </p:blipFill>
            <p:spPr>
              <a:xfrm>
                <a:off x="513360" y="5788296"/>
                <a:ext cx="85320" cy="29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9">
            <p14:nvContentPartPr>
              <p14:cNvPr id="268" name="Ink 267">
                <a:extLst>
                  <a:ext uri="{FF2B5EF4-FFF2-40B4-BE49-F238E27FC236}">
                    <a16:creationId xmlns:a16="http://schemas.microsoft.com/office/drawing/2014/main" id="{D4A7E525-DCF3-9485-2084-FC140F78E6E4}"/>
                  </a:ext>
                </a:extLst>
              </p14:cNvPr>
              <p14:cNvContentPartPr/>
              <p14:nvPr/>
            </p14:nvContentPartPr>
            <p14:xfrm>
              <a:off x="533880" y="5715576"/>
              <a:ext cx="423000" cy="294480"/>
            </p14:xfrm>
          </p:contentPart>
        </mc:Choice>
        <mc:Fallback xmlns="">
          <p:pic>
            <p:nvPicPr>
              <p:cNvPr id="268" name="Ink 267">
                <a:extLst>
                  <a:ext uri="{FF2B5EF4-FFF2-40B4-BE49-F238E27FC236}">
                    <a16:creationId xmlns:a16="http://schemas.microsoft.com/office/drawing/2014/main" id="{D4A7E525-DCF3-9485-2084-FC140F78E6E4}"/>
                  </a:ext>
                </a:extLst>
              </p:cNvPr>
              <p:cNvPicPr/>
              <p:nvPr/>
            </p:nvPicPr>
            <p:blipFill>
              <a:blip r:embed="rId360"/>
              <a:stretch>
                <a:fillRect/>
              </a:stretch>
            </p:blipFill>
            <p:spPr>
              <a:xfrm>
                <a:off x="529560" y="5711256"/>
                <a:ext cx="431640" cy="30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1">
            <p14:nvContentPartPr>
              <p14:cNvPr id="269" name="Ink 268">
                <a:extLst>
                  <a:ext uri="{FF2B5EF4-FFF2-40B4-BE49-F238E27FC236}">
                    <a16:creationId xmlns:a16="http://schemas.microsoft.com/office/drawing/2014/main" id="{48200F26-3831-366A-AAE7-888B2D730954}"/>
                  </a:ext>
                </a:extLst>
              </p14:cNvPr>
              <p14:cNvContentPartPr/>
              <p14:nvPr/>
            </p14:nvContentPartPr>
            <p14:xfrm>
              <a:off x="891720" y="5932296"/>
              <a:ext cx="97200" cy="75960"/>
            </p14:xfrm>
          </p:contentPart>
        </mc:Choice>
        <mc:Fallback xmlns="">
          <p:pic>
            <p:nvPicPr>
              <p:cNvPr id="269" name="Ink 268">
                <a:extLst>
                  <a:ext uri="{FF2B5EF4-FFF2-40B4-BE49-F238E27FC236}">
                    <a16:creationId xmlns:a16="http://schemas.microsoft.com/office/drawing/2014/main" id="{48200F26-3831-366A-AAE7-888B2D730954}"/>
                  </a:ext>
                </a:extLst>
              </p:cNvPr>
              <p:cNvPicPr/>
              <p:nvPr/>
            </p:nvPicPr>
            <p:blipFill>
              <a:blip r:embed="rId362"/>
              <a:stretch>
                <a:fillRect/>
              </a:stretch>
            </p:blipFill>
            <p:spPr>
              <a:xfrm>
                <a:off x="887400" y="5927976"/>
                <a:ext cx="105840" cy="8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3">
            <p14:nvContentPartPr>
              <p14:cNvPr id="270" name="Ink 269">
                <a:extLst>
                  <a:ext uri="{FF2B5EF4-FFF2-40B4-BE49-F238E27FC236}">
                    <a16:creationId xmlns:a16="http://schemas.microsoft.com/office/drawing/2014/main" id="{9FAF687B-A399-2433-7F81-F605817B3592}"/>
                  </a:ext>
                </a:extLst>
              </p14:cNvPr>
              <p14:cNvContentPartPr/>
              <p14:nvPr/>
            </p14:nvContentPartPr>
            <p14:xfrm>
              <a:off x="1425240" y="5922936"/>
              <a:ext cx="102240" cy="158760"/>
            </p14:xfrm>
          </p:contentPart>
        </mc:Choice>
        <mc:Fallback xmlns="">
          <p:pic>
            <p:nvPicPr>
              <p:cNvPr id="270" name="Ink 269">
                <a:extLst>
                  <a:ext uri="{FF2B5EF4-FFF2-40B4-BE49-F238E27FC236}">
                    <a16:creationId xmlns:a16="http://schemas.microsoft.com/office/drawing/2014/main" id="{9FAF687B-A399-2433-7F81-F605817B3592}"/>
                  </a:ext>
                </a:extLst>
              </p:cNvPr>
              <p:cNvPicPr/>
              <p:nvPr/>
            </p:nvPicPr>
            <p:blipFill>
              <a:blip r:embed="rId364"/>
              <a:stretch>
                <a:fillRect/>
              </a:stretch>
            </p:blipFill>
            <p:spPr>
              <a:xfrm>
                <a:off x="1420920" y="5918616"/>
                <a:ext cx="110880" cy="16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5">
            <p14:nvContentPartPr>
              <p14:cNvPr id="271" name="Ink 270">
                <a:extLst>
                  <a:ext uri="{FF2B5EF4-FFF2-40B4-BE49-F238E27FC236}">
                    <a16:creationId xmlns:a16="http://schemas.microsoft.com/office/drawing/2014/main" id="{C0108313-AEFD-31D4-5FBB-C353DF72AC29}"/>
                  </a:ext>
                </a:extLst>
              </p14:cNvPr>
              <p14:cNvContentPartPr/>
              <p14:nvPr/>
            </p14:nvContentPartPr>
            <p14:xfrm>
              <a:off x="1544400" y="5934816"/>
              <a:ext cx="87480" cy="96480"/>
            </p14:xfrm>
          </p:contentPart>
        </mc:Choice>
        <mc:Fallback xmlns="">
          <p:pic>
            <p:nvPicPr>
              <p:cNvPr id="271" name="Ink 270">
                <a:extLst>
                  <a:ext uri="{FF2B5EF4-FFF2-40B4-BE49-F238E27FC236}">
                    <a16:creationId xmlns:a16="http://schemas.microsoft.com/office/drawing/2014/main" id="{C0108313-AEFD-31D4-5FBB-C353DF72AC29}"/>
                  </a:ext>
                </a:extLst>
              </p:cNvPr>
              <p:cNvPicPr/>
              <p:nvPr/>
            </p:nvPicPr>
            <p:blipFill>
              <a:blip r:embed="rId366"/>
              <a:stretch>
                <a:fillRect/>
              </a:stretch>
            </p:blipFill>
            <p:spPr>
              <a:xfrm>
                <a:off x="1539720" y="5930496"/>
                <a:ext cx="96120" cy="105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7">
            <p14:nvContentPartPr>
              <p14:cNvPr id="272" name="Ink 271">
                <a:extLst>
                  <a:ext uri="{FF2B5EF4-FFF2-40B4-BE49-F238E27FC236}">
                    <a16:creationId xmlns:a16="http://schemas.microsoft.com/office/drawing/2014/main" id="{150C3404-25A1-3D66-36C2-F521F50AD9DF}"/>
                  </a:ext>
                </a:extLst>
              </p14:cNvPr>
              <p14:cNvContentPartPr/>
              <p14:nvPr/>
            </p14:nvContentPartPr>
            <p14:xfrm>
              <a:off x="1697400" y="5908176"/>
              <a:ext cx="70560" cy="88560"/>
            </p14:xfrm>
          </p:contentPart>
        </mc:Choice>
        <mc:Fallback xmlns="">
          <p:pic>
            <p:nvPicPr>
              <p:cNvPr id="272" name="Ink 271">
                <a:extLst>
                  <a:ext uri="{FF2B5EF4-FFF2-40B4-BE49-F238E27FC236}">
                    <a16:creationId xmlns:a16="http://schemas.microsoft.com/office/drawing/2014/main" id="{150C3404-25A1-3D66-36C2-F521F50AD9DF}"/>
                  </a:ext>
                </a:extLst>
              </p:cNvPr>
              <p:cNvPicPr/>
              <p:nvPr/>
            </p:nvPicPr>
            <p:blipFill>
              <a:blip r:embed="rId368"/>
              <a:stretch>
                <a:fillRect/>
              </a:stretch>
            </p:blipFill>
            <p:spPr>
              <a:xfrm>
                <a:off x="1693080" y="5903856"/>
                <a:ext cx="79200" cy="97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9">
            <p14:nvContentPartPr>
              <p14:cNvPr id="273" name="Ink 272">
                <a:extLst>
                  <a:ext uri="{FF2B5EF4-FFF2-40B4-BE49-F238E27FC236}">
                    <a16:creationId xmlns:a16="http://schemas.microsoft.com/office/drawing/2014/main" id="{5410E969-BEE1-98A5-9EBC-D5E9DF605E12}"/>
                  </a:ext>
                </a:extLst>
              </p14:cNvPr>
              <p14:cNvContentPartPr/>
              <p14:nvPr/>
            </p14:nvContentPartPr>
            <p14:xfrm>
              <a:off x="1859760" y="5835456"/>
              <a:ext cx="88200" cy="185040"/>
            </p14:xfrm>
          </p:contentPart>
        </mc:Choice>
        <mc:Fallback xmlns="">
          <p:pic>
            <p:nvPicPr>
              <p:cNvPr id="273" name="Ink 272">
                <a:extLst>
                  <a:ext uri="{FF2B5EF4-FFF2-40B4-BE49-F238E27FC236}">
                    <a16:creationId xmlns:a16="http://schemas.microsoft.com/office/drawing/2014/main" id="{5410E969-BEE1-98A5-9EBC-D5E9DF605E12}"/>
                  </a:ext>
                </a:extLst>
              </p:cNvPr>
              <p:cNvPicPr/>
              <p:nvPr/>
            </p:nvPicPr>
            <p:blipFill>
              <a:blip r:embed="rId370"/>
              <a:stretch>
                <a:fillRect/>
              </a:stretch>
            </p:blipFill>
            <p:spPr>
              <a:xfrm>
                <a:off x="1855440" y="5831136"/>
                <a:ext cx="96840" cy="19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1">
            <p14:nvContentPartPr>
              <p14:cNvPr id="274" name="Ink 273">
                <a:extLst>
                  <a:ext uri="{FF2B5EF4-FFF2-40B4-BE49-F238E27FC236}">
                    <a16:creationId xmlns:a16="http://schemas.microsoft.com/office/drawing/2014/main" id="{A9E7A4C2-2C64-FDE3-4B42-1AE1FFDA431C}"/>
                  </a:ext>
                </a:extLst>
              </p14:cNvPr>
              <p14:cNvContentPartPr/>
              <p14:nvPr/>
            </p14:nvContentPartPr>
            <p14:xfrm>
              <a:off x="1836720" y="5870016"/>
              <a:ext cx="148320" cy="34920"/>
            </p14:xfrm>
          </p:contentPart>
        </mc:Choice>
        <mc:Fallback xmlns="">
          <p:pic>
            <p:nvPicPr>
              <p:cNvPr id="274" name="Ink 273">
                <a:extLst>
                  <a:ext uri="{FF2B5EF4-FFF2-40B4-BE49-F238E27FC236}">
                    <a16:creationId xmlns:a16="http://schemas.microsoft.com/office/drawing/2014/main" id="{A9E7A4C2-2C64-FDE3-4B42-1AE1FFDA431C}"/>
                  </a:ext>
                </a:extLst>
              </p:cNvPr>
              <p:cNvPicPr/>
              <p:nvPr/>
            </p:nvPicPr>
            <p:blipFill>
              <a:blip r:embed="rId372"/>
              <a:stretch>
                <a:fillRect/>
              </a:stretch>
            </p:blipFill>
            <p:spPr>
              <a:xfrm>
                <a:off x="1832400" y="5865696"/>
                <a:ext cx="156960" cy="4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3">
            <p14:nvContentPartPr>
              <p14:cNvPr id="275" name="Ink 274">
                <a:extLst>
                  <a:ext uri="{FF2B5EF4-FFF2-40B4-BE49-F238E27FC236}">
                    <a16:creationId xmlns:a16="http://schemas.microsoft.com/office/drawing/2014/main" id="{CD397807-E255-FA7E-60C3-57C7C3B689F0}"/>
                  </a:ext>
                </a:extLst>
              </p14:cNvPr>
              <p14:cNvContentPartPr/>
              <p14:nvPr/>
            </p14:nvContentPartPr>
            <p14:xfrm>
              <a:off x="2118240" y="6028416"/>
              <a:ext cx="5040" cy="23400"/>
            </p14:xfrm>
          </p:contentPart>
        </mc:Choice>
        <mc:Fallback xmlns="">
          <p:pic>
            <p:nvPicPr>
              <p:cNvPr id="275" name="Ink 274">
                <a:extLst>
                  <a:ext uri="{FF2B5EF4-FFF2-40B4-BE49-F238E27FC236}">
                    <a16:creationId xmlns:a16="http://schemas.microsoft.com/office/drawing/2014/main" id="{CD397807-E255-FA7E-60C3-57C7C3B689F0}"/>
                  </a:ext>
                </a:extLst>
              </p:cNvPr>
              <p:cNvPicPr/>
              <p:nvPr/>
            </p:nvPicPr>
            <p:blipFill>
              <a:blip r:embed="rId374"/>
              <a:stretch>
                <a:fillRect/>
              </a:stretch>
            </p:blipFill>
            <p:spPr>
              <a:xfrm>
                <a:off x="2113920" y="6024096"/>
                <a:ext cx="13680" cy="3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5">
            <p14:nvContentPartPr>
              <p14:cNvPr id="284" name="Ink 283">
                <a:extLst>
                  <a:ext uri="{FF2B5EF4-FFF2-40B4-BE49-F238E27FC236}">
                    <a16:creationId xmlns:a16="http://schemas.microsoft.com/office/drawing/2014/main" id="{497D02EA-34D5-52BB-8B8E-51C41BCA506F}"/>
                  </a:ext>
                </a:extLst>
              </p14:cNvPr>
              <p14:cNvContentPartPr/>
              <p14:nvPr/>
            </p14:nvContentPartPr>
            <p14:xfrm>
              <a:off x="1439280" y="5137416"/>
              <a:ext cx="148320" cy="149400"/>
            </p14:xfrm>
          </p:contentPart>
        </mc:Choice>
        <mc:Fallback xmlns="">
          <p:pic>
            <p:nvPicPr>
              <p:cNvPr id="284" name="Ink 283">
                <a:extLst>
                  <a:ext uri="{FF2B5EF4-FFF2-40B4-BE49-F238E27FC236}">
                    <a16:creationId xmlns:a16="http://schemas.microsoft.com/office/drawing/2014/main" id="{497D02EA-34D5-52BB-8B8E-51C41BCA506F}"/>
                  </a:ext>
                </a:extLst>
              </p:cNvPr>
              <p:cNvPicPr/>
              <p:nvPr/>
            </p:nvPicPr>
            <p:blipFill>
              <a:blip r:embed="rId376"/>
              <a:stretch>
                <a:fillRect/>
              </a:stretch>
            </p:blipFill>
            <p:spPr>
              <a:xfrm>
                <a:off x="1434960" y="5133096"/>
                <a:ext cx="156960" cy="158040"/>
              </a:xfrm>
              <a:prstGeom prst="rect">
                <a:avLst/>
              </a:prstGeom>
            </p:spPr>
          </p:pic>
        </mc:Fallback>
      </mc:AlternateContent>
      <p:grpSp>
        <p:nvGrpSpPr>
          <p:cNvPr id="292" name="Group 291">
            <a:extLst>
              <a:ext uri="{FF2B5EF4-FFF2-40B4-BE49-F238E27FC236}">
                <a16:creationId xmlns:a16="http://schemas.microsoft.com/office/drawing/2014/main" id="{49382D8D-2C7E-73B2-0299-9C776A4F0EDF}"/>
              </a:ext>
            </a:extLst>
          </p:cNvPr>
          <p:cNvGrpSpPr/>
          <p:nvPr/>
        </p:nvGrpSpPr>
        <p:grpSpPr>
          <a:xfrm>
            <a:off x="1766880" y="4990176"/>
            <a:ext cx="885240" cy="553680"/>
            <a:chOff x="1766880" y="4990176"/>
            <a:chExt cx="885240" cy="553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77">
              <p14:nvContentPartPr>
                <p14:cNvPr id="285" name="Ink 284">
                  <a:extLst>
                    <a:ext uri="{FF2B5EF4-FFF2-40B4-BE49-F238E27FC236}">
                      <a16:creationId xmlns:a16="http://schemas.microsoft.com/office/drawing/2014/main" id="{1C19911E-29DB-AFB4-78D7-F45A6A7F6B2D}"/>
                    </a:ext>
                  </a:extLst>
                </p14:cNvPr>
                <p14:cNvContentPartPr/>
                <p14:nvPr/>
              </p14:nvContentPartPr>
              <p14:xfrm>
                <a:off x="1766880" y="5143536"/>
                <a:ext cx="155520" cy="400320"/>
              </p14:xfrm>
            </p:contentPart>
          </mc:Choice>
          <mc:Fallback xmlns="">
            <p:pic>
              <p:nvPicPr>
                <p:cNvPr id="285" name="Ink 284">
                  <a:extLst>
                    <a:ext uri="{FF2B5EF4-FFF2-40B4-BE49-F238E27FC236}">
                      <a16:creationId xmlns:a16="http://schemas.microsoft.com/office/drawing/2014/main" id="{1C19911E-29DB-AFB4-78D7-F45A6A7F6B2D}"/>
                    </a:ext>
                  </a:extLst>
                </p:cNvPr>
                <p:cNvPicPr/>
                <p:nvPr/>
              </p:nvPicPr>
              <p:blipFill>
                <a:blip r:embed="rId378"/>
                <a:stretch>
                  <a:fillRect/>
                </a:stretch>
              </p:blipFill>
              <p:spPr>
                <a:xfrm>
                  <a:off x="1762560" y="5139216"/>
                  <a:ext cx="164160" cy="40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9">
              <p14:nvContentPartPr>
                <p14:cNvPr id="286" name="Ink 285">
                  <a:extLst>
                    <a:ext uri="{FF2B5EF4-FFF2-40B4-BE49-F238E27FC236}">
                      <a16:creationId xmlns:a16="http://schemas.microsoft.com/office/drawing/2014/main" id="{6802A6F0-CBB0-DD47-F639-C4B78F6B3A14}"/>
                    </a:ext>
                  </a:extLst>
                </p14:cNvPr>
                <p14:cNvContentPartPr/>
                <p14:nvPr/>
              </p14:nvContentPartPr>
              <p14:xfrm>
                <a:off x="1959120" y="5116896"/>
                <a:ext cx="180360" cy="125640"/>
              </p14:xfrm>
            </p:contentPart>
          </mc:Choice>
          <mc:Fallback xmlns="">
            <p:pic>
              <p:nvPicPr>
                <p:cNvPr id="286" name="Ink 285">
                  <a:extLst>
                    <a:ext uri="{FF2B5EF4-FFF2-40B4-BE49-F238E27FC236}">
                      <a16:creationId xmlns:a16="http://schemas.microsoft.com/office/drawing/2014/main" id="{6802A6F0-CBB0-DD47-F639-C4B78F6B3A14}"/>
                    </a:ext>
                  </a:extLst>
                </p:cNvPr>
                <p:cNvPicPr/>
                <p:nvPr/>
              </p:nvPicPr>
              <p:blipFill>
                <a:blip r:embed="rId380"/>
                <a:stretch>
                  <a:fillRect/>
                </a:stretch>
              </p:blipFill>
              <p:spPr>
                <a:xfrm>
                  <a:off x="1954800" y="5112576"/>
                  <a:ext cx="18900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1">
              <p14:nvContentPartPr>
                <p14:cNvPr id="287" name="Ink 286">
                  <a:extLst>
                    <a:ext uri="{FF2B5EF4-FFF2-40B4-BE49-F238E27FC236}">
                      <a16:creationId xmlns:a16="http://schemas.microsoft.com/office/drawing/2014/main" id="{42CB360B-E367-990E-85B3-3EDBFC3BB4D7}"/>
                    </a:ext>
                  </a:extLst>
                </p14:cNvPr>
                <p14:cNvContentPartPr/>
                <p14:nvPr/>
              </p14:nvContentPartPr>
              <p14:xfrm>
                <a:off x="2190960" y="5116176"/>
                <a:ext cx="93960" cy="90360"/>
              </p14:xfrm>
            </p:contentPart>
          </mc:Choice>
          <mc:Fallback xmlns="">
            <p:pic>
              <p:nvPicPr>
                <p:cNvPr id="287" name="Ink 286">
                  <a:extLst>
                    <a:ext uri="{FF2B5EF4-FFF2-40B4-BE49-F238E27FC236}">
                      <a16:creationId xmlns:a16="http://schemas.microsoft.com/office/drawing/2014/main" id="{42CB360B-E367-990E-85B3-3EDBFC3BB4D7}"/>
                    </a:ext>
                  </a:extLst>
                </p:cNvPr>
                <p:cNvPicPr/>
                <p:nvPr/>
              </p:nvPicPr>
              <p:blipFill>
                <a:blip r:embed="rId382"/>
                <a:stretch>
                  <a:fillRect/>
                </a:stretch>
              </p:blipFill>
              <p:spPr>
                <a:xfrm>
                  <a:off x="2186640" y="5111856"/>
                  <a:ext cx="102600" cy="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3">
              <p14:nvContentPartPr>
                <p14:cNvPr id="288" name="Ink 287">
                  <a:extLst>
                    <a:ext uri="{FF2B5EF4-FFF2-40B4-BE49-F238E27FC236}">
                      <a16:creationId xmlns:a16="http://schemas.microsoft.com/office/drawing/2014/main" id="{B6D1841B-6178-D09C-7FA2-3DF36FF1A0B9}"/>
                    </a:ext>
                  </a:extLst>
                </p14:cNvPr>
                <p14:cNvContentPartPr/>
                <p14:nvPr/>
              </p14:nvContentPartPr>
              <p14:xfrm>
                <a:off x="2349360" y="4990176"/>
                <a:ext cx="23400" cy="207000"/>
              </p14:xfrm>
            </p:contentPart>
          </mc:Choice>
          <mc:Fallback xmlns="">
            <p:pic>
              <p:nvPicPr>
                <p:cNvPr id="288" name="Ink 287">
                  <a:extLst>
                    <a:ext uri="{FF2B5EF4-FFF2-40B4-BE49-F238E27FC236}">
                      <a16:creationId xmlns:a16="http://schemas.microsoft.com/office/drawing/2014/main" id="{B6D1841B-6178-D09C-7FA2-3DF36FF1A0B9}"/>
                    </a:ext>
                  </a:extLst>
                </p:cNvPr>
                <p:cNvPicPr/>
                <p:nvPr/>
              </p:nvPicPr>
              <p:blipFill>
                <a:blip r:embed="rId384"/>
                <a:stretch>
                  <a:fillRect/>
                </a:stretch>
              </p:blipFill>
              <p:spPr>
                <a:xfrm>
                  <a:off x="2345040" y="4985856"/>
                  <a:ext cx="32040" cy="21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5">
              <p14:nvContentPartPr>
                <p14:cNvPr id="289" name="Ink 288">
                  <a:extLst>
                    <a:ext uri="{FF2B5EF4-FFF2-40B4-BE49-F238E27FC236}">
                      <a16:creationId xmlns:a16="http://schemas.microsoft.com/office/drawing/2014/main" id="{3334BDBE-F6A4-87ED-4506-48D771237BB6}"/>
                    </a:ext>
                  </a:extLst>
                </p14:cNvPr>
                <p14:cNvContentPartPr/>
                <p14:nvPr/>
              </p14:nvContentPartPr>
              <p14:xfrm>
                <a:off x="2333160" y="5129856"/>
                <a:ext cx="92880" cy="6120"/>
              </p14:xfrm>
            </p:contentPart>
          </mc:Choice>
          <mc:Fallback xmlns="">
            <p:pic>
              <p:nvPicPr>
                <p:cNvPr id="289" name="Ink 288">
                  <a:extLst>
                    <a:ext uri="{FF2B5EF4-FFF2-40B4-BE49-F238E27FC236}">
                      <a16:creationId xmlns:a16="http://schemas.microsoft.com/office/drawing/2014/main" id="{3334BDBE-F6A4-87ED-4506-48D771237BB6}"/>
                    </a:ext>
                  </a:extLst>
                </p:cNvPr>
                <p:cNvPicPr/>
                <p:nvPr/>
              </p:nvPicPr>
              <p:blipFill>
                <a:blip r:embed="rId386"/>
                <a:stretch>
                  <a:fillRect/>
                </a:stretch>
              </p:blipFill>
              <p:spPr>
                <a:xfrm>
                  <a:off x="2328840" y="5125536"/>
                  <a:ext cx="101520" cy="1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7">
              <p14:nvContentPartPr>
                <p14:cNvPr id="290" name="Ink 289">
                  <a:extLst>
                    <a:ext uri="{FF2B5EF4-FFF2-40B4-BE49-F238E27FC236}">
                      <a16:creationId xmlns:a16="http://schemas.microsoft.com/office/drawing/2014/main" id="{875FFDF4-D2CD-576C-91A0-4695BD32B01A}"/>
                    </a:ext>
                  </a:extLst>
                </p14:cNvPr>
                <p14:cNvContentPartPr/>
                <p14:nvPr/>
              </p14:nvContentPartPr>
              <p14:xfrm>
                <a:off x="2453040" y="5113656"/>
                <a:ext cx="104400" cy="75600"/>
              </p14:xfrm>
            </p:contentPart>
          </mc:Choice>
          <mc:Fallback xmlns="">
            <p:pic>
              <p:nvPicPr>
                <p:cNvPr id="290" name="Ink 289">
                  <a:extLst>
                    <a:ext uri="{FF2B5EF4-FFF2-40B4-BE49-F238E27FC236}">
                      <a16:creationId xmlns:a16="http://schemas.microsoft.com/office/drawing/2014/main" id="{875FFDF4-D2CD-576C-91A0-4695BD32B01A}"/>
                    </a:ext>
                  </a:extLst>
                </p:cNvPr>
                <p:cNvPicPr/>
                <p:nvPr/>
              </p:nvPicPr>
              <p:blipFill>
                <a:blip r:embed="rId388"/>
                <a:stretch>
                  <a:fillRect/>
                </a:stretch>
              </p:blipFill>
              <p:spPr>
                <a:xfrm>
                  <a:off x="2448720" y="5109336"/>
                  <a:ext cx="11304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9">
              <p14:nvContentPartPr>
                <p14:cNvPr id="291" name="Ink 290">
                  <a:extLst>
                    <a:ext uri="{FF2B5EF4-FFF2-40B4-BE49-F238E27FC236}">
                      <a16:creationId xmlns:a16="http://schemas.microsoft.com/office/drawing/2014/main" id="{F6E410CB-50E8-A210-E74C-677AD3C57DD2}"/>
                    </a:ext>
                  </a:extLst>
                </p14:cNvPr>
                <p14:cNvContentPartPr/>
                <p14:nvPr/>
              </p14:nvContentPartPr>
              <p14:xfrm>
                <a:off x="2594160" y="5080896"/>
                <a:ext cx="57960" cy="104760"/>
              </p14:xfrm>
            </p:contentPart>
          </mc:Choice>
          <mc:Fallback xmlns="">
            <p:pic>
              <p:nvPicPr>
                <p:cNvPr id="291" name="Ink 290">
                  <a:extLst>
                    <a:ext uri="{FF2B5EF4-FFF2-40B4-BE49-F238E27FC236}">
                      <a16:creationId xmlns:a16="http://schemas.microsoft.com/office/drawing/2014/main" id="{F6E410CB-50E8-A210-E74C-677AD3C57DD2}"/>
                    </a:ext>
                  </a:extLst>
                </p:cNvPr>
                <p:cNvPicPr/>
                <p:nvPr/>
              </p:nvPicPr>
              <p:blipFill>
                <a:blip r:embed="rId390"/>
                <a:stretch>
                  <a:fillRect/>
                </a:stretch>
              </p:blipFill>
              <p:spPr>
                <a:xfrm>
                  <a:off x="2589840" y="5076576"/>
                  <a:ext cx="66600" cy="113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8" name="Group 297">
            <a:extLst>
              <a:ext uri="{FF2B5EF4-FFF2-40B4-BE49-F238E27FC236}">
                <a16:creationId xmlns:a16="http://schemas.microsoft.com/office/drawing/2014/main" id="{DE9C0B26-CC92-E733-5FB3-27A7E87DE0B3}"/>
              </a:ext>
            </a:extLst>
          </p:cNvPr>
          <p:cNvGrpSpPr/>
          <p:nvPr/>
        </p:nvGrpSpPr>
        <p:grpSpPr>
          <a:xfrm>
            <a:off x="2786400" y="4397616"/>
            <a:ext cx="401760" cy="224640"/>
            <a:chOff x="2786400" y="4397616"/>
            <a:chExt cx="401760" cy="224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91">
              <p14:nvContentPartPr>
                <p14:cNvPr id="293" name="Ink 292">
                  <a:extLst>
                    <a:ext uri="{FF2B5EF4-FFF2-40B4-BE49-F238E27FC236}">
                      <a16:creationId xmlns:a16="http://schemas.microsoft.com/office/drawing/2014/main" id="{3B8609A3-941A-C891-63D3-6C5196B926E8}"/>
                    </a:ext>
                  </a:extLst>
                </p14:cNvPr>
                <p14:cNvContentPartPr/>
                <p14:nvPr/>
              </p14:nvContentPartPr>
              <p14:xfrm>
                <a:off x="2786400" y="4509216"/>
                <a:ext cx="71640" cy="113040"/>
              </p14:xfrm>
            </p:contentPart>
          </mc:Choice>
          <mc:Fallback xmlns="">
            <p:pic>
              <p:nvPicPr>
                <p:cNvPr id="293" name="Ink 292">
                  <a:extLst>
                    <a:ext uri="{FF2B5EF4-FFF2-40B4-BE49-F238E27FC236}">
                      <a16:creationId xmlns:a16="http://schemas.microsoft.com/office/drawing/2014/main" id="{3B8609A3-941A-C891-63D3-6C5196B926E8}"/>
                    </a:ext>
                  </a:extLst>
                </p:cNvPr>
                <p:cNvPicPr/>
                <p:nvPr/>
              </p:nvPicPr>
              <p:blipFill>
                <a:blip r:embed="rId392"/>
                <a:stretch>
                  <a:fillRect/>
                </a:stretch>
              </p:blipFill>
              <p:spPr>
                <a:xfrm>
                  <a:off x="2782080" y="4504896"/>
                  <a:ext cx="8028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3">
              <p14:nvContentPartPr>
                <p14:cNvPr id="294" name="Ink 293">
                  <a:extLst>
                    <a:ext uri="{FF2B5EF4-FFF2-40B4-BE49-F238E27FC236}">
                      <a16:creationId xmlns:a16="http://schemas.microsoft.com/office/drawing/2014/main" id="{0ED05B3C-2175-BB24-EC75-4A490107B79E}"/>
                    </a:ext>
                  </a:extLst>
                </p14:cNvPr>
                <p14:cNvContentPartPr/>
                <p14:nvPr/>
              </p14:nvContentPartPr>
              <p14:xfrm>
                <a:off x="2906280" y="4516056"/>
                <a:ext cx="41040" cy="92520"/>
              </p14:xfrm>
            </p:contentPart>
          </mc:Choice>
          <mc:Fallback xmlns="">
            <p:pic>
              <p:nvPicPr>
                <p:cNvPr id="294" name="Ink 293">
                  <a:extLst>
                    <a:ext uri="{FF2B5EF4-FFF2-40B4-BE49-F238E27FC236}">
                      <a16:creationId xmlns:a16="http://schemas.microsoft.com/office/drawing/2014/main" id="{0ED05B3C-2175-BB24-EC75-4A490107B79E}"/>
                    </a:ext>
                  </a:extLst>
                </p:cNvPr>
                <p:cNvPicPr/>
                <p:nvPr/>
              </p:nvPicPr>
              <p:blipFill>
                <a:blip r:embed="rId394"/>
                <a:stretch>
                  <a:fillRect/>
                </a:stretch>
              </p:blipFill>
              <p:spPr>
                <a:xfrm>
                  <a:off x="2901960" y="4511736"/>
                  <a:ext cx="4968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5">
              <p14:nvContentPartPr>
                <p14:cNvPr id="295" name="Ink 294">
                  <a:extLst>
                    <a:ext uri="{FF2B5EF4-FFF2-40B4-BE49-F238E27FC236}">
                      <a16:creationId xmlns:a16="http://schemas.microsoft.com/office/drawing/2014/main" id="{2A5BD6F1-013A-905D-F032-328EDDC901C9}"/>
                    </a:ext>
                  </a:extLst>
                </p14:cNvPr>
                <p14:cNvContentPartPr/>
                <p14:nvPr/>
              </p14:nvContentPartPr>
              <p14:xfrm>
                <a:off x="3007800" y="4517856"/>
                <a:ext cx="33120" cy="70920"/>
              </p14:xfrm>
            </p:contentPart>
          </mc:Choice>
          <mc:Fallback xmlns="">
            <p:pic>
              <p:nvPicPr>
                <p:cNvPr id="295" name="Ink 294">
                  <a:extLst>
                    <a:ext uri="{FF2B5EF4-FFF2-40B4-BE49-F238E27FC236}">
                      <a16:creationId xmlns:a16="http://schemas.microsoft.com/office/drawing/2014/main" id="{2A5BD6F1-013A-905D-F032-328EDDC901C9}"/>
                    </a:ext>
                  </a:extLst>
                </p:cNvPr>
                <p:cNvPicPr/>
                <p:nvPr/>
              </p:nvPicPr>
              <p:blipFill>
                <a:blip r:embed="rId396"/>
                <a:stretch>
                  <a:fillRect/>
                </a:stretch>
              </p:blipFill>
              <p:spPr>
                <a:xfrm>
                  <a:off x="3003480" y="4513536"/>
                  <a:ext cx="4176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7">
              <p14:nvContentPartPr>
                <p14:cNvPr id="296" name="Ink 295">
                  <a:extLst>
                    <a:ext uri="{FF2B5EF4-FFF2-40B4-BE49-F238E27FC236}">
                      <a16:creationId xmlns:a16="http://schemas.microsoft.com/office/drawing/2014/main" id="{C7EDE82F-9A08-13E6-B41D-AF03987C8A2A}"/>
                    </a:ext>
                  </a:extLst>
                </p14:cNvPr>
                <p14:cNvContentPartPr/>
                <p14:nvPr/>
              </p14:nvContentPartPr>
              <p14:xfrm>
                <a:off x="3125160" y="4397616"/>
                <a:ext cx="63000" cy="158760"/>
              </p14:xfrm>
            </p:contentPart>
          </mc:Choice>
          <mc:Fallback xmlns="">
            <p:pic>
              <p:nvPicPr>
                <p:cNvPr id="296" name="Ink 295">
                  <a:extLst>
                    <a:ext uri="{FF2B5EF4-FFF2-40B4-BE49-F238E27FC236}">
                      <a16:creationId xmlns:a16="http://schemas.microsoft.com/office/drawing/2014/main" id="{C7EDE82F-9A08-13E6-B41D-AF03987C8A2A}"/>
                    </a:ext>
                  </a:extLst>
                </p:cNvPr>
                <p:cNvPicPr/>
                <p:nvPr/>
              </p:nvPicPr>
              <p:blipFill>
                <a:blip r:embed="rId398"/>
                <a:stretch>
                  <a:fillRect/>
                </a:stretch>
              </p:blipFill>
              <p:spPr>
                <a:xfrm>
                  <a:off x="3120840" y="4393296"/>
                  <a:ext cx="7164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9">
              <p14:nvContentPartPr>
                <p14:cNvPr id="297" name="Ink 296">
                  <a:extLst>
                    <a:ext uri="{FF2B5EF4-FFF2-40B4-BE49-F238E27FC236}">
                      <a16:creationId xmlns:a16="http://schemas.microsoft.com/office/drawing/2014/main" id="{C4594C3C-289A-5F38-4AB3-A0472E3940E8}"/>
                    </a:ext>
                  </a:extLst>
                </p14:cNvPr>
                <p14:cNvContentPartPr/>
                <p14:nvPr/>
              </p14:nvContentPartPr>
              <p14:xfrm>
                <a:off x="3114000" y="4462416"/>
                <a:ext cx="72000" cy="10800"/>
              </p14:xfrm>
            </p:contentPart>
          </mc:Choice>
          <mc:Fallback xmlns="">
            <p:pic>
              <p:nvPicPr>
                <p:cNvPr id="297" name="Ink 296">
                  <a:extLst>
                    <a:ext uri="{FF2B5EF4-FFF2-40B4-BE49-F238E27FC236}">
                      <a16:creationId xmlns:a16="http://schemas.microsoft.com/office/drawing/2014/main" id="{C4594C3C-289A-5F38-4AB3-A0472E3940E8}"/>
                    </a:ext>
                  </a:extLst>
                </p:cNvPr>
                <p:cNvPicPr/>
                <p:nvPr/>
              </p:nvPicPr>
              <p:blipFill>
                <a:blip r:embed="rId400"/>
                <a:stretch>
                  <a:fillRect/>
                </a:stretch>
              </p:blipFill>
              <p:spPr>
                <a:xfrm>
                  <a:off x="3109680" y="4458096"/>
                  <a:ext cx="80640" cy="194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7445867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D318AF-B3D0-C39F-0520-4D00CC979E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an array relate to a binary tree </a:t>
            </a:r>
            <a:br>
              <a:rPr lang="en-US" dirty="0"/>
            </a:br>
            <a:r>
              <a:rPr lang="en-US" dirty="0"/>
              <a:t>(heap in this case)</a:t>
            </a:r>
            <a:endParaRPr lang="en-ZA" dirty="0"/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2C04CCAC-D40D-4195-40BB-691A745F472E}"/>
              </a:ext>
            </a:extLst>
          </p:cNvPr>
          <p:cNvGrpSpPr/>
          <p:nvPr/>
        </p:nvGrpSpPr>
        <p:grpSpPr>
          <a:xfrm>
            <a:off x="955440" y="1959696"/>
            <a:ext cx="4579920" cy="938160"/>
            <a:chOff x="955440" y="1959696"/>
            <a:chExt cx="4579920" cy="938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8F8A6692-A87D-D562-CA30-BE85744496A7}"/>
                    </a:ext>
                  </a:extLst>
                </p14:cNvPr>
                <p14:cNvContentPartPr/>
                <p14:nvPr/>
              </p14:nvContentPartPr>
              <p14:xfrm>
                <a:off x="2286360" y="1959696"/>
                <a:ext cx="3230280" cy="15516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8F8A6692-A87D-D562-CA30-BE85744496A7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282040" y="1955376"/>
                  <a:ext cx="323892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16F2ED66-17BD-9E3E-2D89-F0A165873A8F}"/>
                    </a:ext>
                  </a:extLst>
                </p14:cNvPr>
                <p14:cNvContentPartPr/>
                <p14:nvPr/>
              </p14:nvContentPartPr>
              <p14:xfrm>
                <a:off x="5458680" y="1971216"/>
                <a:ext cx="76680" cy="56196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16F2ED66-17BD-9E3E-2D89-F0A165873A8F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454360" y="1966896"/>
                  <a:ext cx="85320" cy="57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4797D507-D02B-9BA6-4CFE-1B1A7DDBEFE2}"/>
                    </a:ext>
                  </a:extLst>
                </p14:cNvPr>
                <p14:cNvContentPartPr/>
                <p14:nvPr/>
              </p14:nvContentPartPr>
              <p14:xfrm>
                <a:off x="955440" y="2339856"/>
                <a:ext cx="181440" cy="15156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4797D507-D02B-9BA6-4CFE-1B1A7DDBEFE2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951120" y="2335536"/>
                  <a:ext cx="19008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B47AA689-54FD-34AE-D770-8FEE46089B19}"/>
                    </a:ext>
                  </a:extLst>
                </p14:cNvPr>
                <p14:cNvContentPartPr/>
                <p14:nvPr/>
              </p14:nvContentPartPr>
              <p14:xfrm>
                <a:off x="1104840" y="2627136"/>
                <a:ext cx="4680" cy="24984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B47AA689-54FD-34AE-D770-8FEE46089B19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100520" y="2622816"/>
                  <a:ext cx="13320" cy="25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050F12C7-8DC8-5995-491C-4BEA18BC85D6}"/>
                    </a:ext>
                  </a:extLst>
                </p14:cNvPr>
                <p14:cNvContentPartPr/>
                <p14:nvPr/>
              </p14:nvContentPartPr>
              <p14:xfrm>
                <a:off x="1106640" y="2544336"/>
                <a:ext cx="439560" cy="35352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050F12C7-8DC8-5995-491C-4BEA18BC85D6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102320" y="2540016"/>
                  <a:ext cx="448200" cy="36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76B340E7-AFFA-78EA-F488-E311F31B6416}"/>
                    </a:ext>
                  </a:extLst>
                </p14:cNvPr>
                <p14:cNvContentPartPr/>
                <p14:nvPr/>
              </p14:nvContentPartPr>
              <p14:xfrm>
                <a:off x="1353960" y="2301696"/>
                <a:ext cx="848520" cy="43308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76B340E7-AFFA-78EA-F488-E311F31B6416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349640" y="2297376"/>
                  <a:ext cx="857160" cy="44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848423FD-1E66-7876-9FC9-E22A49A2E901}"/>
                    </a:ext>
                  </a:extLst>
                </p14:cNvPr>
                <p14:cNvContentPartPr/>
                <p14:nvPr/>
              </p14:nvContentPartPr>
              <p14:xfrm>
                <a:off x="2185560" y="2214936"/>
                <a:ext cx="90360" cy="15048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848423FD-1E66-7876-9FC9-E22A49A2E901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181240" y="2210616"/>
                  <a:ext cx="9900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9F9EEB73-3007-217D-A556-891F475762F8}"/>
                    </a:ext>
                  </a:extLst>
                </p14:cNvPr>
                <p14:cNvContentPartPr/>
                <p14:nvPr/>
              </p14:nvContentPartPr>
              <p14:xfrm>
                <a:off x="2301840" y="2084256"/>
                <a:ext cx="39960" cy="51012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9F9EEB73-3007-217D-A556-891F475762F8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297520" y="2079936"/>
                  <a:ext cx="48600" cy="51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A235CFD1-D326-73E4-BECB-9A54E35837A5}"/>
                    </a:ext>
                  </a:extLst>
                </p14:cNvPr>
                <p14:cNvContentPartPr/>
                <p14:nvPr/>
              </p14:nvContentPartPr>
              <p14:xfrm>
                <a:off x="2652480" y="2079576"/>
                <a:ext cx="57600" cy="53244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A235CFD1-D326-73E4-BECB-9A54E35837A5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648160" y="2075256"/>
                  <a:ext cx="66240" cy="54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EE4CABCB-64F6-1066-E7FF-3AC77DEB2775}"/>
                    </a:ext>
                  </a:extLst>
                </p14:cNvPr>
                <p14:cNvContentPartPr/>
                <p14:nvPr/>
              </p14:nvContentPartPr>
              <p14:xfrm>
                <a:off x="2453400" y="2707056"/>
                <a:ext cx="95040" cy="10944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EE4CABCB-64F6-1066-E7FF-3AC77DEB2775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449080" y="2702736"/>
                  <a:ext cx="10368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DC048DB7-D7BE-4EA7-4622-BF36B2EB2A61}"/>
                    </a:ext>
                  </a:extLst>
                </p14:cNvPr>
                <p14:cNvContentPartPr/>
                <p14:nvPr/>
              </p14:nvContentPartPr>
              <p14:xfrm>
                <a:off x="2979000" y="2063016"/>
                <a:ext cx="31680" cy="52992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DC048DB7-D7BE-4EA7-4622-BF36B2EB2A61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974680" y="2058696"/>
                  <a:ext cx="40320" cy="53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AD12281C-9A54-45C3-F24D-B617A0EBB01D}"/>
                    </a:ext>
                  </a:extLst>
                </p14:cNvPr>
                <p14:cNvContentPartPr/>
                <p14:nvPr/>
              </p14:nvContentPartPr>
              <p14:xfrm>
                <a:off x="3351240" y="2077776"/>
                <a:ext cx="21960" cy="56592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AD12281C-9A54-45C3-F24D-B617A0EBB01D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346920" y="2073456"/>
                  <a:ext cx="30600" cy="57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E7DBA3CF-2091-9DAB-9235-E3DC04DB5736}"/>
                    </a:ext>
                  </a:extLst>
                </p14:cNvPr>
                <p14:cNvContentPartPr/>
                <p14:nvPr/>
              </p14:nvContentPartPr>
              <p14:xfrm>
                <a:off x="3767760" y="2010456"/>
                <a:ext cx="11160" cy="59868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E7DBA3CF-2091-9DAB-9235-E3DC04DB5736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763440" y="2006136"/>
                  <a:ext cx="19800" cy="60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F869D3A4-B96E-3712-B259-D053743FA47F}"/>
                    </a:ext>
                  </a:extLst>
                </p14:cNvPr>
                <p14:cNvContentPartPr/>
                <p14:nvPr/>
              </p14:nvContentPartPr>
              <p14:xfrm>
                <a:off x="4224960" y="2002896"/>
                <a:ext cx="21240" cy="58068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F869D3A4-B96E-3712-B259-D053743FA47F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220640" y="1998576"/>
                  <a:ext cx="29880" cy="58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3DD31963-AD57-4658-661A-29C179C66187}"/>
                    </a:ext>
                  </a:extLst>
                </p14:cNvPr>
                <p14:cNvContentPartPr/>
                <p14:nvPr/>
              </p14:nvContentPartPr>
              <p14:xfrm>
                <a:off x="4673160" y="1983096"/>
                <a:ext cx="44280" cy="60156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3DD31963-AD57-4658-661A-29C179C66187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668840" y="1978776"/>
                  <a:ext cx="52920" cy="61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F3353B9F-1176-1933-C9C7-F2023322BF0A}"/>
                    </a:ext>
                  </a:extLst>
                </p14:cNvPr>
                <p14:cNvContentPartPr/>
                <p14:nvPr/>
              </p14:nvContentPartPr>
              <p14:xfrm>
                <a:off x="2850480" y="2691936"/>
                <a:ext cx="28080" cy="15264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F3353B9F-1176-1933-C9C7-F2023322BF0A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2846160" y="2687616"/>
                  <a:ext cx="36720" cy="16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CCFFB0B2-A82A-D268-8DD0-A0CDBE4B4894}"/>
                    </a:ext>
                  </a:extLst>
                </p14:cNvPr>
                <p14:cNvContentPartPr/>
                <p14:nvPr/>
              </p14:nvContentPartPr>
              <p14:xfrm>
                <a:off x="3141720" y="2697696"/>
                <a:ext cx="127440" cy="9900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CCFFB0B2-A82A-D268-8DD0-A0CDBE4B4894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137400" y="2693376"/>
                  <a:ext cx="13608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0C00FAD3-FD00-E1CA-1196-651A5F13FEAC}"/>
                    </a:ext>
                  </a:extLst>
                </p14:cNvPr>
                <p14:cNvContentPartPr/>
                <p14:nvPr/>
              </p14:nvContentPartPr>
              <p14:xfrm>
                <a:off x="3499560" y="2684736"/>
                <a:ext cx="82440" cy="11592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0C00FAD3-FD00-E1CA-1196-651A5F13FEAC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495240" y="2680416"/>
                  <a:ext cx="9108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255556B0-842B-7E62-908B-BAC31740DA4C}"/>
                    </a:ext>
                  </a:extLst>
                </p14:cNvPr>
                <p14:cNvContentPartPr/>
                <p14:nvPr/>
              </p14:nvContentPartPr>
              <p14:xfrm>
                <a:off x="3931560" y="2648016"/>
                <a:ext cx="159840" cy="10080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255556B0-842B-7E62-908B-BAC31740DA4C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3927240" y="2643696"/>
                  <a:ext cx="16848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F19C77DF-5544-01F4-365D-BD7927BF6830}"/>
                    </a:ext>
                  </a:extLst>
                </p14:cNvPr>
                <p14:cNvContentPartPr/>
                <p14:nvPr/>
              </p14:nvContentPartPr>
              <p14:xfrm>
                <a:off x="4043160" y="2711376"/>
                <a:ext cx="29880" cy="15624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F19C77DF-5544-01F4-365D-BD7927BF6830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4038840" y="2707056"/>
                  <a:ext cx="3852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857CBA4A-766D-AD4C-8C5F-833D8861F4EF}"/>
                    </a:ext>
                  </a:extLst>
                </p14:cNvPr>
                <p14:cNvContentPartPr/>
                <p14:nvPr/>
              </p14:nvContentPartPr>
              <p14:xfrm>
                <a:off x="4372920" y="2657736"/>
                <a:ext cx="91080" cy="11520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857CBA4A-766D-AD4C-8C5F-833D8861F4EF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4368600" y="2653416"/>
                  <a:ext cx="9972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25CC604D-ABF8-393F-3C00-70D852D2B56A}"/>
                    </a:ext>
                  </a:extLst>
                </p14:cNvPr>
                <p14:cNvContentPartPr/>
                <p14:nvPr/>
              </p14:nvContentPartPr>
              <p14:xfrm>
                <a:off x="4460760" y="2628216"/>
                <a:ext cx="104400" cy="1080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25CC604D-ABF8-393F-3C00-70D852D2B56A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4456440" y="2623896"/>
                  <a:ext cx="113040" cy="1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D44F3894-109D-1373-83D7-25CF38F25F01}"/>
                    </a:ext>
                  </a:extLst>
                </p14:cNvPr>
                <p14:cNvContentPartPr/>
                <p14:nvPr/>
              </p14:nvContentPartPr>
              <p14:xfrm>
                <a:off x="4938480" y="2595816"/>
                <a:ext cx="109080" cy="21708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D44F3894-109D-1373-83D7-25CF38F25F01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4934160" y="2591496"/>
                  <a:ext cx="117720" cy="225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37578D59-0FA4-3D63-8B4A-55DCF85A2E99}"/>
                  </a:ext>
                </a:extLst>
              </p14:cNvPr>
              <p14:cNvContentPartPr/>
              <p14:nvPr/>
            </p14:nvContentPartPr>
            <p14:xfrm>
              <a:off x="2341440" y="2503656"/>
              <a:ext cx="3173040" cy="144360"/>
            </p14:xfrm>
          </p:contentPart>
        </mc:Choice>
        <mc:Fallback xmlns=""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37578D59-0FA4-3D63-8B4A-55DCF85A2E99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2337120" y="2499336"/>
                <a:ext cx="3181680" cy="15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DD22CEDA-1BE6-4CEA-5235-3AFEB3A740A6}"/>
                  </a:ext>
                </a:extLst>
              </p14:cNvPr>
              <p14:cNvContentPartPr/>
              <p14:nvPr/>
            </p14:nvContentPartPr>
            <p14:xfrm>
              <a:off x="8696880" y="2442456"/>
              <a:ext cx="88920" cy="122040"/>
            </p14:xfrm>
          </p:contentPart>
        </mc:Choice>
        <mc:Fallback xmlns=""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DD22CEDA-1BE6-4CEA-5235-3AFEB3A740A6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8692560" y="2438136"/>
                <a:ext cx="97560" cy="13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293EC501-8FA8-2EAD-D8AA-FF6061409E00}"/>
                  </a:ext>
                </a:extLst>
              </p14:cNvPr>
              <p14:cNvContentPartPr/>
              <p14:nvPr/>
            </p14:nvContentPartPr>
            <p14:xfrm>
              <a:off x="8068680" y="3260376"/>
              <a:ext cx="34920" cy="115560"/>
            </p14:xfrm>
          </p:contentPart>
        </mc:Choice>
        <mc:Fallback xmlns=""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293EC501-8FA8-2EAD-D8AA-FF6061409E00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8064360" y="3256056"/>
                <a:ext cx="43560" cy="12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189FF218-E731-BF68-B7BB-C1AA6B046F12}"/>
                  </a:ext>
                </a:extLst>
              </p14:cNvPr>
              <p14:cNvContentPartPr/>
              <p14:nvPr/>
            </p14:nvContentPartPr>
            <p14:xfrm>
              <a:off x="9237600" y="3298536"/>
              <a:ext cx="115560" cy="86760"/>
            </p14:xfrm>
          </p:contentPart>
        </mc:Choice>
        <mc:Fallback xmlns=""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189FF218-E731-BF68-B7BB-C1AA6B046F12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9233280" y="3294216"/>
                <a:ext cx="124200" cy="95400"/>
              </a:xfrm>
              <a:prstGeom prst="rect">
                <a:avLst/>
              </a:prstGeom>
            </p:spPr>
          </p:pic>
        </mc:Fallback>
      </mc:AlternateContent>
      <p:grpSp>
        <p:nvGrpSpPr>
          <p:cNvPr id="76" name="Group 75">
            <a:extLst>
              <a:ext uri="{FF2B5EF4-FFF2-40B4-BE49-F238E27FC236}">
                <a16:creationId xmlns:a16="http://schemas.microsoft.com/office/drawing/2014/main" id="{6E7EDD07-2D6D-76DE-5F62-078866B46836}"/>
              </a:ext>
            </a:extLst>
          </p:cNvPr>
          <p:cNvGrpSpPr/>
          <p:nvPr/>
        </p:nvGrpSpPr>
        <p:grpSpPr>
          <a:xfrm>
            <a:off x="7078320" y="1672056"/>
            <a:ext cx="2974680" cy="2959920"/>
            <a:chOff x="7078320" y="1672056"/>
            <a:chExt cx="2974680" cy="2959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440F5D16-9E35-7ABC-108C-BEA97F41CC9A}"/>
                    </a:ext>
                  </a:extLst>
                </p14:cNvPr>
                <p14:cNvContentPartPr/>
                <p14:nvPr/>
              </p14:nvContentPartPr>
              <p14:xfrm>
                <a:off x="7495920" y="1739016"/>
                <a:ext cx="152640" cy="14256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440F5D16-9E35-7ABC-108C-BEA97F41CC9A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7491600" y="1734696"/>
                  <a:ext cx="16128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EBE1B1D3-5FF9-B0BA-4AE2-8F06D026D1B3}"/>
                    </a:ext>
                  </a:extLst>
                </p14:cNvPr>
                <p14:cNvContentPartPr/>
                <p14:nvPr/>
              </p14:nvContentPartPr>
              <p14:xfrm>
                <a:off x="7650360" y="1760976"/>
                <a:ext cx="70920" cy="8568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EBE1B1D3-5FF9-B0BA-4AE2-8F06D026D1B3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7646040" y="1756656"/>
                  <a:ext cx="7956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57A57C1A-659D-CD69-CC90-5105DB1AC446}"/>
                    </a:ext>
                  </a:extLst>
                </p14:cNvPr>
                <p14:cNvContentPartPr/>
                <p14:nvPr/>
              </p14:nvContentPartPr>
              <p14:xfrm>
                <a:off x="7749720" y="1772496"/>
                <a:ext cx="77760" cy="6696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57A57C1A-659D-CD69-CC90-5105DB1AC446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7745400" y="1768176"/>
                  <a:ext cx="8640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328E853A-5E1C-3F02-B2A6-105108260033}"/>
                    </a:ext>
                  </a:extLst>
                </p14:cNvPr>
                <p14:cNvContentPartPr/>
                <p14:nvPr/>
              </p14:nvContentPartPr>
              <p14:xfrm>
                <a:off x="7886160" y="1672056"/>
                <a:ext cx="99720" cy="16380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328E853A-5E1C-3F02-B2A6-105108260033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7881840" y="1667736"/>
                  <a:ext cx="10836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1A12A20D-D1DE-BAEE-847C-E213D712914D}"/>
                    </a:ext>
                  </a:extLst>
                </p14:cNvPr>
                <p14:cNvContentPartPr/>
                <p14:nvPr/>
              </p14:nvContentPartPr>
              <p14:xfrm>
                <a:off x="7881480" y="1739016"/>
                <a:ext cx="148320" cy="252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1A12A20D-D1DE-BAEE-847C-E213D712914D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7877160" y="1734696"/>
                  <a:ext cx="156960" cy="1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150D031D-904A-D524-C368-027AB5B3A422}"/>
                    </a:ext>
                  </a:extLst>
                </p14:cNvPr>
                <p14:cNvContentPartPr/>
                <p14:nvPr/>
              </p14:nvContentPartPr>
              <p14:xfrm>
                <a:off x="8429040" y="1701936"/>
                <a:ext cx="297720" cy="33948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150D031D-904A-D524-C368-027AB5B3A422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8424720" y="1697616"/>
                  <a:ext cx="306360" cy="34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262CD400-83F4-B182-2FC3-AE5679E1CD78}"/>
                    </a:ext>
                  </a:extLst>
                </p14:cNvPr>
                <p14:cNvContentPartPr/>
                <p14:nvPr/>
              </p14:nvContentPartPr>
              <p14:xfrm>
                <a:off x="8615520" y="1969056"/>
                <a:ext cx="93240" cy="5148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262CD400-83F4-B182-2FC3-AE5679E1CD78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8611200" y="1964736"/>
                  <a:ext cx="10188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32C91845-C602-7C30-2B48-9AF7B4B4D9E6}"/>
                    </a:ext>
                  </a:extLst>
                </p14:cNvPr>
                <p14:cNvContentPartPr/>
                <p14:nvPr/>
              </p14:nvContentPartPr>
              <p14:xfrm>
                <a:off x="8698680" y="1955376"/>
                <a:ext cx="95760" cy="9720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32C91845-C602-7C30-2B48-9AF7B4B4D9E6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8694360" y="1951056"/>
                  <a:ext cx="10440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14921F61-BFF1-F9D3-6571-1454C8D13E7B}"/>
                    </a:ext>
                  </a:extLst>
                </p14:cNvPr>
                <p14:cNvContentPartPr/>
                <p14:nvPr/>
              </p14:nvContentPartPr>
              <p14:xfrm>
                <a:off x="8526240" y="2008656"/>
                <a:ext cx="381600" cy="40788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14921F61-BFF1-F9D3-6571-1454C8D13E7B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8521920" y="2004336"/>
                  <a:ext cx="390240" cy="41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BFC5BF96-3AAB-9E78-8F25-949DD95C5006}"/>
                    </a:ext>
                  </a:extLst>
                </p14:cNvPr>
                <p14:cNvContentPartPr/>
                <p14:nvPr/>
              </p14:nvContentPartPr>
              <p14:xfrm>
                <a:off x="8382960" y="2367216"/>
                <a:ext cx="220320" cy="47844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BFC5BF96-3AAB-9E78-8F25-949DD95C5006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8378640" y="2362896"/>
                  <a:ext cx="228960" cy="48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79216872-6FC1-7114-A52D-B31EDE1B222D}"/>
                    </a:ext>
                  </a:extLst>
                </p14:cNvPr>
                <p14:cNvContentPartPr/>
                <p14:nvPr/>
              </p14:nvContentPartPr>
              <p14:xfrm>
                <a:off x="7925400" y="2803176"/>
                <a:ext cx="508680" cy="42300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79216872-6FC1-7114-A52D-B31EDE1B222D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7921080" y="2798856"/>
                  <a:ext cx="517320" cy="43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76F191D3-F755-BA5E-6A3B-6971929C503E}"/>
                    </a:ext>
                  </a:extLst>
                </p14:cNvPr>
                <p14:cNvContentPartPr/>
                <p14:nvPr/>
              </p14:nvContentPartPr>
              <p14:xfrm>
                <a:off x="8813160" y="2399616"/>
                <a:ext cx="441000" cy="46224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76F191D3-F755-BA5E-6A3B-6971929C503E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8808840" y="2395296"/>
                  <a:ext cx="449640" cy="47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48DFB7C2-824E-C8BD-C713-37A1C0DABC2B}"/>
                    </a:ext>
                  </a:extLst>
                </p14:cNvPr>
                <p14:cNvContentPartPr/>
                <p14:nvPr/>
              </p14:nvContentPartPr>
              <p14:xfrm>
                <a:off x="8996400" y="2856816"/>
                <a:ext cx="521640" cy="38808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48DFB7C2-824E-C8BD-C713-37A1C0DABC2B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8992080" y="2852496"/>
                  <a:ext cx="530280" cy="39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17B5C922-812A-9706-DBD5-B5474F7D315D}"/>
                    </a:ext>
                  </a:extLst>
                </p14:cNvPr>
                <p14:cNvContentPartPr/>
                <p14:nvPr/>
              </p14:nvContentPartPr>
              <p14:xfrm>
                <a:off x="7627320" y="3199536"/>
                <a:ext cx="344880" cy="66924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17B5C922-812A-9706-DBD5-B5474F7D315D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7623000" y="3195216"/>
                  <a:ext cx="353520" cy="67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3A4C1BFF-7DB2-2FD1-24F2-1739FD93B4C6}"/>
                    </a:ext>
                  </a:extLst>
                </p14:cNvPr>
                <p14:cNvContentPartPr/>
                <p14:nvPr/>
              </p14:nvContentPartPr>
              <p14:xfrm>
                <a:off x="7078320" y="3804336"/>
                <a:ext cx="676080" cy="71208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3A4C1BFF-7DB2-2FD1-24F2-1739FD93B4C6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7074000" y="3800016"/>
                  <a:ext cx="684720" cy="72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D875B20B-E1AD-E860-AE4E-587517BF80BA}"/>
                    </a:ext>
                  </a:extLst>
                </p14:cNvPr>
                <p14:cNvContentPartPr/>
                <p14:nvPr/>
              </p14:nvContentPartPr>
              <p14:xfrm>
                <a:off x="8262360" y="3230136"/>
                <a:ext cx="56160" cy="87804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D875B20B-E1AD-E860-AE4E-587517BF80BA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8258040" y="3225816"/>
                  <a:ext cx="64800" cy="88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051ABDE9-0130-8F4D-7305-8265D711E9BA}"/>
                    </a:ext>
                  </a:extLst>
                </p14:cNvPr>
                <p14:cNvContentPartPr/>
                <p14:nvPr/>
              </p14:nvContentPartPr>
              <p14:xfrm>
                <a:off x="7978680" y="3881376"/>
                <a:ext cx="594000" cy="75060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051ABDE9-0130-8F4D-7305-8265D711E9BA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7974360" y="3877056"/>
                  <a:ext cx="602640" cy="75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EE0DAA0D-C623-9D61-AFA3-DD3FD1415B68}"/>
                    </a:ext>
                  </a:extLst>
                </p14:cNvPr>
                <p14:cNvContentPartPr/>
                <p14:nvPr/>
              </p14:nvContentPartPr>
              <p14:xfrm>
                <a:off x="8876880" y="3199896"/>
                <a:ext cx="282600" cy="74484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EE0DAA0D-C623-9D61-AFA3-DD3FD1415B68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8872560" y="3195576"/>
                  <a:ext cx="291240" cy="75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F7A06C31-F91E-144A-6199-5D32D6A08339}"/>
                    </a:ext>
                  </a:extLst>
                </p14:cNvPr>
                <p14:cNvContentPartPr/>
                <p14:nvPr/>
              </p14:nvContentPartPr>
              <p14:xfrm>
                <a:off x="8657280" y="3927456"/>
                <a:ext cx="532080" cy="62676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F7A06C31-F91E-144A-6199-5D32D6A08339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8652960" y="3923136"/>
                  <a:ext cx="540720" cy="63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E158340E-6D6B-CDBC-1753-CFBE5AC9E9A7}"/>
                    </a:ext>
                  </a:extLst>
                </p14:cNvPr>
                <p14:cNvContentPartPr/>
                <p14:nvPr/>
              </p14:nvContentPartPr>
              <p14:xfrm>
                <a:off x="9403920" y="3215016"/>
                <a:ext cx="362880" cy="62388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E158340E-6D6B-CDBC-1753-CFBE5AC9E9A7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9399600" y="3210696"/>
                  <a:ext cx="371520" cy="63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67EC50B4-006D-5E81-7DD9-A4C41839D8AE}"/>
                    </a:ext>
                  </a:extLst>
                </p14:cNvPr>
                <p14:cNvContentPartPr/>
                <p14:nvPr/>
              </p14:nvContentPartPr>
              <p14:xfrm>
                <a:off x="9484200" y="3830616"/>
                <a:ext cx="568800" cy="63000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67EC50B4-006D-5E81-7DD9-A4C41839D8AE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9479880" y="3826296"/>
                  <a:ext cx="577440" cy="638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77" name="Ink 76">
                <a:extLst>
                  <a:ext uri="{FF2B5EF4-FFF2-40B4-BE49-F238E27FC236}">
                    <a16:creationId xmlns:a16="http://schemas.microsoft.com/office/drawing/2014/main" id="{3DCB6826-5896-7D31-1C67-65A3FC45EBD7}"/>
                  </a:ext>
                </a:extLst>
              </p14:cNvPr>
              <p14:cNvContentPartPr/>
              <p14:nvPr/>
            </p14:nvContentPartPr>
            <p14:xfrm>
              <a:off x="7124400" y="4566096"/>
              <a:ext cx="97200" cy="132120"/>
            </p14:xfrm>
          </p:contentPart>
        </mc:Choice>
        <mc:Fallback xmlns="">
          <p:pic>
            <p:nvPicPr>
              <p:cNvPr id="77" name="Ink 76">
                <a:extLst>
                  <a:ext uri="{FF2B5EF4-FFF2-40B4-BE49-F238E27FC236}">
                    <a16:creationId xmlns:a16="http://schemas.microsoft.com/office/drawing/2014/main" id="{3DCB6826-5896-7D31-1C67-65A3FC45EBD7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7120080" y="4561776"/>
                <a:ext cx="105840" cy="140760"/>
              </a:xfrm>
              <a:prstGeom prst="rect">
                <a:avLst/>
              </a:prstGeom>
            </p:spPr>
          </p:pic>
        </mc:Fallback>
      </mc:AlternateContent>
      <p:grpSp>
        <p:nvGrpSpPr>
          <p:cNvPr id="84" name="Group 83">
            <a:extLst>
              <a:ext uri="{FF2B5EF4-FFF2-40B4-BE49-F238E27FC236}">
                <a16:creationId xmlns:a16="http://schemas.microsoft.com/office/drawing/2014/main" id="{08476C32-4B08-177B-217B-E1D05D760B8B}"/>
              </a:ext>
            </a:extLst>
          </p:cNvPr>
          <p:cNvGrpSpPr/>
          <p:nvPr/>
        </p:nvGrpSpPr>
        <p:grpSpPr>
          <a:xfrm>
            <a:off x="8068680" y="4673016"/>
            <a:ext cx="141120" cy="149040"/>
            <a:chOff x="8068680" y="4673016"/>
            <a:chExt cx="141120" cy="149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34CD2DA9-6DCA-0F13-AA02-A07FE1B720F0}"/>
                    </a:ext>
                  </a:extLst>
                </p14:cNvPr>
                <p14:cNvContentPartPr/>
                <p14:nvPr/>
              </p14:nvContentPartPr>
              <p14:xfrm>
                <a:off x="8068680" y="4673016"/>
                <a:ext cx="141120" cy="8892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34CD2DA9-6DCA-0F13-AA02-A07FE1B720F0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8064360" y="4668696"/>
                  <a:ext cx="14976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5CD624F1-4371-1285-DDF9-6840A41F7D00}"/>
                    </a:ext>
                  </a:extLst>
                </p14:cNvPr>
                <p14:cNvContentPartPr/>
                <p14:nvPr/>
              </p14:nvContentPartPr>
              <p14:xfrm>
                <a:off x="8143560" y="4711896"/>
                <a:ext cx="27000" cy="11016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5CD624F1-4371-1285-DDF9-6840A41F7D00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8139240" y="4707576"/>
                  <a:ext cx="35640" cy="118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DDBF6A56-6CF4-0DC1-766E-A351A7BD1577}"/>
              </a:ext>
            </a:extLst>
          </p:cNvPr>
          <p:cNvGrpSpPr/>
          <p:nvPr/>
        </p:nvGrpSpPr>
        <p:grpSpPr>
          <a:xfrm>
            <a:off x="8812800" y="4633056"/>
            <a:ext cx="161640" cy="107640"/>
            <a:chOff x="8812800" y="4633056"/>
            <a:chExt cx="161640" cy="107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CE589564-C2F1-CACA-7F82-6A6F20BA8304}"/>
                    </a:ext>
                  </a:extLst>
                </p14:cNvPr>
                <p14:cNvContentPartPr/>
                <p14:nvPr/>
              </p14:nvContentPartPr>
              <p14:xfrm>
                <a:off x="8812800" y="4639176"/>
                <a:ext cx="73440" cy="10152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CE589564-C2F1-CACA-7F82-6A6F20BA8304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8808480" y="4634856"/>
                  <a:ext cx="8208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ADDB5210-83F1-3D38-68D9-627E07A281DE}"/>
                    </a:ext>
                  </a:extLst>
                </p14:cNvPr>
                <p14:cNvContentPartPr/>
                <p14:nvPr/>
              </p14:nvContentPartPr>
              <p14:xfrm>
                <a:off x="8879400" y="4633056"/>
                <a:ext cx="95040" cy="1080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ADDB5210-83F1-3D38-68D9-627E07A281DE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8875080" y="4628736"/>
                  <a:ext cx="103680" cy="19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08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FC7F2B42-479D-1A3F-418C-0D7C18B8F5E1}"/>
                  </a:ext>
                </a:extLst>
              </p14:cNvPr>
              <p14:cNvContentPartPr/>
              <p14:nvPr/>
            </p14:nvContentPartPr>
            <p14:xfrm>
              <a:off x="9792360" y="4513896"/>
              <a:ext cx="133920" cy="143280"/>
            </p14:xfrm>
          </p:contentPart>
        </mc:Choice>
        <mc:Fallback xmlns=""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FC7F2B42-479D-1A3F-418C-0D7C18B8F5E1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9788040" y="4509576"/>
                <a:ext cx="142560" cy="151920"/>
              </a:xfrm>
              <a:prstGeom prst="rect">
                <a:avLst/>
              </a:prstGeom>
            </p:spPr>
          </p:pic>
        </mc:Fallback>
      </mc:AlternateContent>
      <p:grpSp>
        <p:nvGrpSpPr>
          <p:cNvPr id="132" name="Group 131">
            <a:extLst>
              <a:ext uri="{FF2B5EF4-FFF2-40B4-BE49-F238E27FC236}">
                <a16:creationId xmlns:a16="http://schemas.microsoft.com/office/drawing/2014/main" id="{57C41771-9661-A197-6750-5449D09C2605}"/>
              </a:ext>
            </a:extLst>
          </p:cNvPr>
          <p:cNvGrpSpPr/>
          <p:nvPr/>
        </p:nvGrpSpPr>
        <p:grpSpPr>
          <a:xfrm>
            <a:off x="2133900" y="3267576"/>
            <a:ext cx="966780" cy="1209601"/>
            <a:chOff x="2133900" y="3267576"/>
            <a:chExt cx="966780" cy="1209601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5BA4D3A7-2143-68E0-CB5B-D8189F544679}"/>
                    </a:ext>
                  </a:extLst>
                </p14:cNvPr>
                <p14:cNvContentPartPr/>
                <p14:nvPr/>
              </p14:nvContentPartPr>
              <p14:xfrm>
                <a:off x="2233800" y="3462336"/>
                <a:ext cx="48960" cy="6300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5BA4D3A7-2143-68E0-CB5B-D8189F544679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2229480" y="3458016"/>
                  <a:ext cx="5760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667763D9-E52C-0F01-63A3-A3595BF5090B}"/>
                    </a:ext>
                  </a:extLst>
                </p14:cNvPr>
                <p14:cNvContentPartPr/>
                <p14:nvPr/>
              </p14:nvContentPartPr>
              <p14:xfrm>
                <a:off x="2350440" y="3290976"/>
                <a:ext cx="170280" cy="30888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667763D9-E52C-0F01-63A3-A3595BF5090B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2346120" y="3286656"/>
                  <a:ext cx="178920" cy="31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9E577EAE-0ED8-24C6-EEB3-5E4A655D061E}"/>
                    </a:ext>
                  </a:extLst>
                </p14:cNvPr>
                <p14:cNvContentPartPr/>
                <p14:nvPr/>
              </p14:nvContentPartPr>
              <p14:xfrm>
                <a:off x="2328480" y="3440376"/>
                <a:ext cx="101880" cy="828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9E577EAE-0ED8-24C6-EEB3-5E4A655D061E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2324160" y="3436056"/>
                  <a:ext cx="110520" cy="1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FC24B941-F2ED-4E87-EB3B-30F6C5769856}"/>
                    </a:ext>
                  </a:extLst>
                </p14:cNvPr>
                <p14:cNvContentPartPr/>
                <p14:nvPr/>
              </p14:nvContentPartPr>
              <p14:xfrm>
                <a:off x="2691360" y="3323736"/>
                <a:ext cx="46440" cy="17460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FC24B941-F2ED-4E87-EB3B-30F6C5769856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2687040" y="3319416"/>
                  <a:ext cx="5508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F31E5570-A527-B518-65B0-5EB84C6A0831}"/>
                    </a:ext>
                  </a:extLst>
                </p14:cNvPr>
                <p14:cNvContentPartPr/>
                <p14:nvPr/>
              </p14:nvContentPartPr>
              <p14:xfrm>
                <a:off x="2654280" y="3267576"/>
                <a:ext cx="330840" cy="20808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F31E5570-A527-B518-65B0-5EB84C6A0831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2649960" y="3263256"/>
                  <a:ext cx="339480" cy="21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60C1D633-9349-881A-17A2-4146A210A350}"/>
                    </a:ext>
                  </a:extLst>
                </p14:cNvPr>
                <p14:cNvContentPartPr/>
                <p14:nvPr/>
              </p14:nvContentPartPr>
              <p14:xfrm>
                <a:off x="2968560" y="3397896"/>
                <a:ext cx="132120" cy="7380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60C1D633-9349-881A-17A2-4146A210A350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2964240" y="3393576"/>
                  <a:ext cx="14076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2A2CE7A1-9DE7-EF45-B4C0-5F6849D56518}"/>
                    </a:ext>
                  </a:extLst>
                </p14:cNvPr>
                <p14:cNvContentPartPr/>
                <p14:nvPr/>
              </p14:nvContentPartPr>
              <p14:xfrm>
                <a:off x="2133900" y="4339657"/>
                <a:ext cx="48960" cy="6300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2A2CE7A1-9DE7-EF45-B4C0-5F6849D56518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2129580" y="4335337"/>
                  <a:ext cx="5760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1EBB64E3-F337-C146-DA6F-69F5C1B897B9}"/>
                    </a:ext>
                  </a:extLst>
                </p14:cNvPr>
                <p14:cNvContentPartPr/>
                <p14:nvPr/>
              </p14:nvContentPartPr>
              <p14:xfrm>
                <a:off x="2250540" y="4168297"/>
                <a:ext cx="170280" cy="30888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1EBB64E3-F337-C146-DA6F-69F5C1B897B9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2246220" y="4163977"/>
                  <a:ext cx="178920" cy="31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5E0EEB07-735D-68C9-F388-BAA074FE0B2D}"/>
                    </a:ext>
                  </a:extLst>
                </p14:cNvPr>
                <p14:cNvContentPartPr/>
                <p14:nvPr/>
              </p14:nvContentPartPr>
              <p14:xfrm>
                <a:off x="2228580" y="4317697"/>
                <a:ext cx="101880" cy="828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5E0EEB07-735D-68C9-F388-BAA074FE0B2D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2224260" y="4313377"/>
                  <a:ext cx="110520" cy="1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CDEF8757-402A-E76E-FEBB-C67FAF4C5E04}"/>
                    </a:ext>
                  </a:extLst>
                </p14:cNvPr>
                <p14:cNvContentPartPr/>
                <p14:nvPr/>
              </p14:nvContentPartPr>
              <p14:xfrm>
                <a:off x="2591460" y="4201057"/>
                <a:ext cx="46440" cy="17460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CDEF8757-402A-E76E-FEBB-C67FAF4C5E04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2587140" y="4196737"/>
                  <a:ext cx="5508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4F33BFD3-0810-8A2B-CFFA-73C959EC12FB}"/>
                    </a:ext>
                  </a:extLst>
                </p14:cNvPr>
                <p14:cNvContentPartPr/>
                <p14:nvPr/>
              </p14:nvContentPartPr>
              <p14:xfrm>
                <a:off x="2868660" y="4275217"/>
                <a:ext cx="132120" cy="7380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4F33BFD3-0810-8A2B-CFFA-73C959EC12FB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2864340" y="4270897"/>
                  <a:ext cx="140760" cy="82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1" name="Group 130">
            <a:extLst>
              <a:ext uri="{FF2B5EF4-FFF2-40B4-BE49-F238E27FC236}">
                <a16:creationId xmlns:a16="http://schemas.microsoft.com/office/drawing/2014/main" id="{9CB7DCF4-23E8-BB00-932B-4E5A4403D9F7}"/>
              </a:ext>
            </a:extLst>
          </p:cNvPr>
          <p:cNvGrpSpPr/>
          <p:nvPr/>
        </p:nvGrpSpPr>
        <p:grpSpPr>
          <a:xfrm>
            <a:off x="3286260" y="3151656"/>
            <a:ext cx="1620900" cy="1252801"/>
            <a:chOff x="3286260" y="3151656"/>
            <a:chExt cx="1620900" cy="1252801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7DA40E16-FE8E-1F0A-3860-8F41FE270FB1}"/>
                    </a:ext>
                  </a:extLst>
                </p14:cNvPr>
                <p14:cNvContentPartPr/>
                <p14:nvPr/>
              </p14:nvContentPartPr>
              <p14:xfrm>
                <a:off x="3386160" y="3260016"/>
                <a:ext cx="37440" cy="20628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7DA40E16-FE8E-1F0A-3860-8F41FE270FB1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3381840" y="3255696"/>
                  <a:ext cx="46080" cy="21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9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E5518114-BCDC-0C59-48C6-938BE7319ED7}"/>
                    </a:ext>
                  </a:extLst>
                </p14:cNvPr>
                <p14:cNvContentPartPr/>
                <p14:nvPr/>
              </p14:nvContentPartPr>
              <p14:xfrm>
                <a:off x="3437280" y="3366216"/>
                <a:ext cx="132120" cy="9288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E5518114-BCDC-0C59-48C6-938BE7319ED7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3432960" y="3361896"/>
                  <a:ext cx="14076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EF331DFA-66C1-294B-B34F-33FEBA1E83AB}"/>
                    </a:ext>
                  </a:extLst>
                </p14:cNvPr>
                <p14:cNvContentPartPr/>
                <p14:nvPr/>
              </p14:nvContentPartPr>
              <p14:xfrm>
                <a:off x="3636000" y="3215376"/>
                <a:ext cx="152640" cy="31176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EF331DFA-66C1-294B-B34F-33FEBA1E83AB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3631680" y="3211056"/>
                  <a:ext cx="161280" cy="32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3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44698860-BA23-D52C-393C-3ADDD203867B}"/>
                    </a:ext>
                  </a:extLst>
                </p14:cNvPr>
                <p14:cNvContentPartPr/>
                <p14:nvPr/>
              </p14:nvContentPartPr>
              <p14:xfrm>
                <a:off x="3617640" y="3389256"/>
                <a:ext cx="120600" cy="1764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44698860-BA23-D52C-393C-3ADDD203867B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3613320" y="3384936"/>
                  <a:ext cx="12924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5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064B1FC7-D7D0-4B6B-2FBC-37CBE16FC75B}"/>
                    </a:ext>
                  </a:extLst>
                </p14:cNvPr>
                <p14:cNvContentPartPr/>
                <p14:nvPr/>
              </p14:nvContentPartPr>
              <p14:xfrm>
                <a:off x="3828240" y="3266856"/>
                <a:ext cx="32040" cy="22356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064B1FC7-D7D0-4B6B-2FBC-37CBE16FC75B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3823920" y="3262536"/>
                  <a:ext cx="4068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7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9C1E2E58-01C5-7FD4-7DF0-AEFF4FAE3AC1}"/>
                    </a:ext>
                  </a:extLst>
                </p14:cNvPr>
                <p14:cNvContentPartPr/>
                <p14:nvPr/>
              </p14:nvContentPartPr>
              <p14:xfrm>
                <a:off x="3797640" y="3386016"/>
                <a:ext cx="97200" cy="2592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9C1E2E58-01C5-7FD4-7DF0-AEFF4FAE3AC1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3793320" y="3381696"/>
                  <a:ext cx="10584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9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7FD76BA7-8650-869A-11B4-89EF4FFED8D2}"/>
                    </a:ext>
                  </a:extLst>
                </p14:cNvPr>
                <p14:cNvContentPartPr/>
                <p14:nvPr/>
              </p14:nvContentPartPr>
              <p14:xfrm>
                <a:off x="4133880" y="3371976"/>
                <a:ext cx="109800" cy="9576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7FD76BA7-8650-869A-11B4-89EF4FFED8D2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4129560" y="3367656"/>
                  <a:ext cx="11844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1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7DE3D144-02C3-569A-30C2-D80E424C581B}"/>
                    </a:ext>
                  </a:extLst>
                </p14:cNvPr>
                <p14:cNvContentPartPr/>
                <p14:nvPr/>
              </p14:nvContentPartPr>
              <p14:xfrm>
                <a:off x="4309200" y="3151656"/>
                <a:ext cx="122040" cy="29484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7DE3D144-02C3-569A-30C2-D80E424C581B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4304880" y="3147336"/>
                  <a:ext cx="130680" cy="30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3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3E17A2BB-00CF-7265-9015-12F2D1AD19F1}"/>
                    </a:ext>
                  </a:extLst>
                </p14:cNvPr>
                <p14:cNvContentPartPr/>
                <p14:nvPr/>
              </p14:nvContentPartPr>
              <p14:xfrm>
                <a:off x="4509000" y="3403296"/>
                <a:ext cx="25920" cy="6948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3E17A2BB-00CF-7265-9015-12F2D1AD19F1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4504680" y="3398976"/>
                  <a:ext cx="3456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5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2E521DB8-79E3-5C97-19B5-3FA1D5F47235}"/>
                    </a:ext>
                  </a:extLst>
                </p14:cNvPr>
                <p14:cNvContentPartPr/>
                <p14:nvPr/>
              </p14:nvContentPartPr>
              <p14:xfrm>
                <a:off x="4532400" y="3221856"/>
                <a:ext cx="16560" cy="5472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2E521DB8-79E3-5C97-19B5-3FA1D5F47235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4528080" y="3217536"/>
                  <a:ext cx="2520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7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21C38DAE-2B10-4205-5B53-958F2E85A42D}"/>
                    </a:ext>
                  </a:extLst>
                </p14:cNvPr>
                <p14:cNvContentPartPr/>
                <p14:nvPr/>
              </p14:nvContentPartPr>
              <p14:xfrm>
                <a:off x="4633920" y="3220776"/>
                <a:ext cx="39600" cy="24948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21C38DAE-2B10-4205-5B53-958F2E85A42D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4629600" y="3216456"/>
                  <a:ext cx="48240" cy="25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9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282BDC20-F44B-BEB3-0D7C-73A4CBE675B4}"/>
                    </a:ext>
                  </a:extLst>
                </p14:cNvPr>
                <p14:cNvContentPartPr/>
                <p14:nvPr/>
              </p14:nvContentPartPr>
              <p14:xfrm>
                <a:off x="4712400" y="3177216"/>
                <a:ext cx="194760" cy="34092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282BDC20-F44B-BEB3-0D7C-73A4CBE675B4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4708080" y="3172896"/>
                  <a:ext cx="203400" cy="34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1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61653DD0-7532-2B1E-1FE3-FC5A7D7541FA}"/>
                    </a:ext>
                  </a:extLst>
                </p14:cNvPr>
                <p14:cNvContentPartPr/>
                <p14:nvPr/>
              </p14:nvContentPartPr>
              <p14:xfrm>
                <a:off x="3286260" y="4137337"/>
                <a:ext cx="37440" cy="20628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61653DD0-7532-2B1E-1FE3-FC5A7D7541FA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3281940" y="4133017"/>
                  <a:ext cx="46080" cy="21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047E4F4C-9D48-7F79-E58D-53AC3297F388}"/>
                    </a:ext>
                  </a:extLst>
                </p14:cNvPr>
                <p14:cNvContentPartPr/>
                <p14:nvPr/>
              </p14:nvContentPartPr>
              <p14:xfrm>
                <a:off x="3337380" y="4243537"/>
                <a:ext cx="132120" cy="9288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047E4F4C-9D48-7F79-E58D-53AC3297F388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3333060" y="4239217"/>
                  <a:ext cx="14076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3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0FFD2B4B-9498-F246-CE9F-07815D5E95E7}"/>
                    </a:ext>
                  </a:extLst>
                </p14:cNvPr>
                <p14:cNvContentPartPr/>
                <p14:nvPr/>
              </p14:nvContentPartPr>
              <p14:xfrm>
                <a:off x="3536100" y="4092697"/>
                <a:ext cx="152640" cy="31176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0FFD2B4B-9498-F246-CE9F-07815D5E95E7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3531780" y="4088377"/>
                  <a:ext cx="161280" cy="32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B4CFFBC2-310A-77E4-F4BD-69E0B97C80A3}"/>
                    </a:ext>
                  </a:extLst>
                </p14:cNvPr>
                <p14:cNvContentPartPr/>
                <p14:nvPr/>
              </p14:nvContentPartPr>
              <p14:xfrm>
                <a:off x="3517740" y="4266577"/>
                <a:ext cx="120600" cy="1764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B4CFFBC2-310A-77E4-F4BD-69E0B97C80A3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3513420" y="4262257"/>
                  <a:ext cx="12924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5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AE217AC8-FC75-1725-5A9C-28CBAF9D4DA7}"/>
                    </a:ext>
                  </a:extLst>
                </p14:cNvPr>
                <p14:cNvContentPartPr/>
                <p14:nvPr/>
              </p14:nvContentPartPr>
              <p14:xfrm>
                <a:off x="3728340" y="4144177"/>
                <a:ext cx="32040" cy="22356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AE217AC8-FC75-1725-5A9C-28CBAF9D4DA7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3724020" y="4139857"/>
                  <a:ext cx="4068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55277E72-D8CD-EED8-E898-87A6B4BA40DB}"/>
                    </a:ext>
                  </a:extLst>
                </p14:cNvPr>
                <p14:cNvContentPartPr/>
                <p14:nvPr/>
              </p14:nvContentPartPr>
              <p14:xfrm>
                <a:off x="3697740" y="4263337"/>
                <a:ext cx="97200" cy="2592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55277E72-D8CD-EED8-E898-87A6B4BA40DB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3693420" y="4259017"/>
                  <a:ext cx="10584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7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7052574A-BDBB-05C5-D20C-CE23B5BBBCB6}"/>
                    </a:ext>
                  </a:extLst>
                </p14:cNvPr>
                <p14:cNvContentPartPr/>
                <p14:nvPr/>
              </p14:nvContentPartPr>
              <p14:xfrm>
                <a:off x="4033980" y="4249297"/>
                <a:ext cx="109800" cy="9576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7052574A-BDBB-05C5-D20C-CE23B5BBBCB6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4029660" y="4244977"/>
                  <a:ext cx="11844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185FE704-47EA-5EAA-8BF9-A37D8CF3A8A3}"/>
                    </a:ext>
                  </a:extLst>
                </p14:cNvPr>
                <p14:cNvContentPartPr/>
                <p14:nvPr/>
              </p14:nvContentPartPr>
              <p14:xfrm>
                <a:off x="4209300" y="4028977"/>
                <a:ext cx="122040" cy="29484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185FE704-47EA-5EAA-8BF9-A37D8CF3A8A3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4204980" y="4024657"/>
                  <a:ext cx="130680" cy="30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9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F455C728-D3EB-611A-7180-07BB43B0A017}"/>
                    </a:ext>
                  </a:extLst>
                </p14:cNvPr>
                <p14:cNvContentPartPr/>
                <p14:nvPr/>
              </p14:nvContentPartPr>
              <p14:xfrm>
                <a:off x="4409100" y="4280617"/>
                <a:ext cx="25920" cy="6948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F455C728-D3EB-611A-7180-07BB43B0A017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4404780" y="4276297"/>
                  <a:ext cx="3456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E1173680-5A7C-0007-DD11-8819DE55FB53}"/>
                    </a:ext>
                  </a:extLst>
                </p14:cNvPr>
                <p14:cNvContentPartPr/>
                <p14:nvPr/>
              </p14:nvContentPartPr>
              <p14:xfrm>
                <a:off x="4432500" y="4099177"/>
                <a:ext cx="16560" cy="5472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E1173680-5A7C-0007-DD11-8819DE55FB53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4428180" y="4094857"/>
                  <a:ext cx="2520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1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C5377D60-9616-76DD-7D78-F53BA952F6E4}"/>
                    </a:ext>
                  </a:extLst>
                </p14:cNvPr>
                <p14:cNvContentPartPr/>
                <p14:nvPr/>
              </p14:nvContentPartPr>
              <p14:xfrm>
                <a:off x="4534020" y="4098097"/>
                <a:ext cx="39600" cy="24948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C5377D60-9616-76DD-7D78-F53BA952F6E4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4529700" y="4093777"/>
                  <a:ext cx="48240" cy="25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2BD8BF53-6F7B-6596-FB9F-C49898A8D81D}"/>
                    </a:ext>
                  </a:extLst>
                </p14:cNvPr>
                <p14:cNvContentPartPr/>
                <p14:nvPr/>
              </p14:nvContentPartPr>
              <p14:xfrm>
                <a:off x="4612500" y="4054537"/>
                <a:ext cx="194760" cy="34092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2BD8BF53-6F7B-6596-FB9F-C49898A8D81D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4608180" y="4050217"/>
                  <a:ext cx="203400" cy="349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0" name="Group 129">
            <a:extLst>
              <a:ext uri="{FF2B5EF4-FFF2-40B4-BE49-F238E27FC236}">
                <a16:creationId xmlns:a16="http://schemas.microsoft.com/office/drawing/2014/main" id="{F6959F7B-99B3-D91B-599F-FCBF4AE8AC9B}"/>
              </a:ext>
            </a:extLst>
          </p:cNvPr>
          <p:cNvGrpSpPr/>
          <p:nvPr/>
        </p:nvGrpSpPr>
        <p:grpSpPr>
          <a:xfrm>
            <a:off x="122220" y="3342096"/>
            <a:ext cx="1832580" cy="1770481"/>
            <a:chOff x="122220" y="3342096"/>
            <a:chExt cx="1832580" cy="1770481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3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FFB424BF-023B-F8C3-6E8A-7D9D8A1972D8}"/>
                    </a:ext>
                  </a:extLst>
                </p14:cNvPr>
                <p14:cNvContentPartPr/>
                <p14:nvPr/>
              </p14:nvContentPartPr>
              <p14:xfrm>
                <a:off x="222120" y="3564936"/>
                <a:ext cx="249120" cy="16992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FFB424BF-023B-F8C3-6E8A-7D9D8A1972D8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217800" y="3560616"/>
                  <a:ext cx="25776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5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B6D97FFC-CCD3-3679-E0C8-9B365631BEA8}"/>
                    </a:ext>
                  </a:extLst>
                </p14:cNvPr>
                <p14:cNvContentPartPr/>
                <p14:nvPr/>
              </p14:nvContentPartPr>
              <p14:xfrm>
                <a:off x="527040" y="3377736"/>
                <a:ext cx="104400" cy="31968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B6D97FFC-CCD3-3679-E0C8-9B365631BEA8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522720" y="3373416"/>
                  <a:ext cx="113040" cy="32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7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B07343F3-B27B-B3C6-ECA5-E1AD6E24A04A}"/>
                    </a:ext>
                  </a:extLst>
                </p14:cNvPr>
                <p14:cNvContentPartPr/>
                <p14:nvPr/>
              </p14:nvContentPartPr>
              <p14:xfrm>
                <a:off x="690840" y="3588336"/>
                <a:ext cx="92880" cy="10404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B07343F3-B27B-B3C6-ECA5-E1AD6E24A04A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686520" y="3584016"/>
                  <a:ext cx="10152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9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710F161E-DA8D-21B2-7A35-81D8F40B27DD}"/>
                    </a:ext>
                  </a:extLst>
                </p14:cNvPr>
                <p14:cNvContentPartPr/>
                <p14:nvPr/>
              </p14:nvContentPartPr>
              <p14:xfrm>
                <a:off x="836280" y="3444696"/>
                <a:ext cx="65160" cy="23256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710F161E-DA8D-21B2-7A35-81D8F40B27DD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831960" y="3440376"/>
                  <a:ext cx="73800" cy="24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1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6DCA7862-7D79-9B46-59E2-F62359053D4C}"/>
                    </a:ext>
                  </a:extLst>
                </p14:cNvPr>
                <p14:cNvContentPartPr/>
                <p14:nvPr/>
              </p14:nvContentPartPr>
              <p14:xfrm>
                <a:off x="808560" y="3578976"/>
                <a:ext cx="141120" cy="1548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6DCA7862-7D79-9B46-59E2-F62359053D4C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804240" y="3574656"/>
                  <a:ext cx="14976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3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FA1E7E0B-F06F-9427-94D5-775F278793F0}"/>
                    </a:ext>
                  </a:extLst>
                </p14:cNvPr>
                <p14:cNvContentPartPr/>
                <p14:nvPr/>
              </p14:nvContentPartPr>
              <p14:xfrm>
                <a:off x="1235880" y="3602016"/>
                <a:ext cx="16560" cy="5328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FA1E7E0B-F06F-9427-94D5-775F278793F0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1231560" y="3597696"/>
                  <a:ext cx="2520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5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4EA92193-001B-E136-0A1B-7FEFEC0EF143}"/>
                    </a:ext>
                  </a:extLst>
                </p14:cNvPr>
                <p14:cNvContentPartPr/>
                <p14:nvPr/>
              </p14:nvContentPartPr>
              <p14:xfrm>
                <a:off x="1291320" y="3484296"/>
                <a:ext cx="32760" cy="5220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4EA92193-001B-E136-0A1B-7FEFEC0EF143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1287000" y="3479976"/>
                  <a:ext cx="4140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7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33465B06-4FC3-93E1-1738-67E79CA4BCE9}"/>
                    </a:ext>
                  </a:extLst>
                </p14:cNvPr>
                <p14:cNvContentPartPr/>
                <p14:nvPr/>
              </p14:nvContentPartPr>
              <p14:xfrm>
                <a:off x="1326240" y="3587256"/>
                <a:ext cx="127440" cy="4608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33465B06-4FC3-93E1-1738-67E79CA4BCE9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1321920" y="3582936"/>
                  <a:ext cx="13608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9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33794874-463E-319A-BD02-087E1D3AB4CC}"/>
                    </a:ext>
                  </a:extLst>
                </p14:cNvPr>
                <p14:cNvContentPartPr/>
                <p14:nvPr/>
              </p14:nvContentPartPr>
              <p14:xfrm>
                <a:off x="1527120" y="3342096"/>
                <a:ext cx="129960" cy="27180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33794874-463E-319A-BD02-087E1D3AB4CC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1522800" y="3337776"/>
                  <a:ext cx="138600" cy="28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1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C5283418-753A-DBA2-38A3-3519DDAC2656}"/>
                    </a:ext>
                  </a:extLst>
                </p14:cNvPr>
                <p14:cNvContentPartPr/>
                <p14:nvPr/>
              </p14:nvContentPartPr>
              <p14:xfrm>
                <a:off x="1685880" y="3500856"/>
                <a:ext cx="67680" cy="8172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C5283418-753A-DBA2-38A3-3519DDAC2656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1681560" y="3496536"/>
                  <a:ext cx="7632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3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82B551FF-830A-0AE1-2D05-3703720F6C1C}"/>
                    </a:ext>
                  </a:extLst>
                </p14:cNvPr>
                <p14:cNvContentPartPr/>
                <p14:nvPr/>
              </p14:nvContentPartPr>
              <p14:xfrm>
                <a:off x="1813680" y="3464496"/>
                <a:ext cx="69480" cy="12384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82B551FF-830A-0AE1-2D05-3703720F6C1C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1809360" y="3460176"/>
                  <a:ext cx="7812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5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E7553BB3-4388-DADC-7BE1-CE5099BF66D1}"/>
                    </a:ext>
                  </a:extLst>
                </p14:cNvPr>
                <p14:cNvContentPartPr/>
                <p14:nvPr/>
              </p14:nvContentPartPr>
              <p14:xfrm>
                <a:off x="1822680" y="3502656"/>
                <a:ext cx="92880" cy="7776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E7553BB3-4388-DADC-7BE1-CE5099BF66D1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1818360" y="3498336"/>
                  <a:ext cx="10152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7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2A4AAB35-36F7-E9D0-F97E-E55DDB4BE073}"/>
                    </a:ext>
                  </a:extLst>
                </p14:cNvPr>
                <p14:cNvContentPartPr/>
                <p14:nvPr/>
              </p14:nvContentPartPr>
              <p14:xfrm>
                <a:off x="355320" y="4028616"/>
                <a:ext cx="88560" cy="9216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2A4AAB35-36F7-E9D0-F97E-E55DDB4BE073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351000" y="4024296"/>
                  <a:ext cx="97200" cy="10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9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779BF69B-199C-4D9A-E5FC-0727B160B4B6}"/>
                    </a:ext>
                  </a:extLst>
                </p14:cNvPr>
                <p14:cNvContentPartPr/>
                <p14:nvPr/>
              </p14:nvContentPartPr>
              <p14:xfrm>
                <a:off x="517320" y="3830616"/>
                <a:ext cx="213480" cy="40464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779BF69B-199C-4D9A-E5FC-0727B160B4B6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513000" y="3826296"/>
                  <a:ext cx="222120" cy="41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1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E7625E32-3D8B-6C37-584B-884389D5CBF8}"/>
                    </a:ext>
                  </a:extLst>
                </p14:cNvPr>
                <p14:cNvContentPartPr/>
                <p14:nvPr/>
              </p14:nvContentPartPr>
              <p14:xfrm>
                <a:off x="496800" y="4054536"/>
                <a:ext cx="192240" cy="720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E7625E32-3D8B-6C37-584B-884389D5CBF8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492480" y="4050216"/>
                  <a:ext cx="200880" cy="1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3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B22FA1B8-9F2F-0C3D-15CB-48C787803881}"/>
                    </a:ext>
                  </a:extLst>
                </p14:cNvPr>
                <p14:cNvContentPartPr/>
                <p14:nvPr/>
              </p14:nvContentPartPr>
              <p14:xfrm>
                <a:off x="919440" y="4022136"/>
                <a:ext cx="10440" cy="25092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B22FA1B8-9F2F-0C3D-15CB-48C787803881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915120" y="4017816"/>
                  <a:ext cx="19080" cy="25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5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071E5D44-0A46-6C1C-FF6C-42E4A5A11C26}"/>
                    </a:ext>
                  </a:extLst>
                </p14:cNvPr>
                <p14:cNvContentPartPr/>
                <p14:nvPr/>
              </p14:nvContentPartPr>
              <p14:xfrm>
                <a:off x="905760" y="3964896"/>
                <a:ext cx="95040" cy="6516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071E5D44-0A46-6C1C-FF6C-42E4A5A11C26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901440" y="3960576"/>
                  <a:ext cx="10368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7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CB29862C-34CD-D6CF-5655-E59A5895EF1B}"/>
                    </a:ext>
                  </a:extLst>
                </p14:cNvPr>
                <p14:cNvContentPartPr/>
                <p14:nvPr/>
              </p14:nvContentPartPr>
              <p14:xfrm>
                <a:off x="1029240" y="3968136"/>
                <a:ext cx="61920" cy="6408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CB29862C-34CD-D6CF-5655-E59A5895EF1B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1024920" y="3963816"/>
                  <a:ext cx="7056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9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CE35DD69-B695-ECEE-AB7F-81B1D7C4E560}"/>
                    </a:ext>
                  </a:extLst>
                </p14:cNvPr>
                <p14:cNvContentPartPr/>
                <p14:nvPr/>
              </p14:nvContentPartPr>
              <p14:xfrm>
                <a:off x="1132200" y="3928896"/>
                <a:ext cx="109080" cy="12276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CE35DD69-B695-ECEE-AB7F-81B1D7C4E560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1127880" y="3924576"/>
                  <a:ext cx="11772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1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FE9E7E72-8DFF-E0D6-ED12-D0AD751B2234}"/>
                    </a:ext>
                  </a:extLst>
                </p14:cNvPr>
                <p14:cNvContentPartPr/>
                <p14:nvPr/>
              </p14:nvContentPartPr>
              <p14:xfrm>
                <a:off x="1284480" y="3962376"/>
                <a:ext cx="28080" cy="5472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FE9E7E72-8DFF-E0D6-ED12-D0AD751B2234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1280160" y="3958056"/>
                  <a:ext cx="3672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3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14B6BF65-BA82-12D9-66FD-1E0A508AD8EA}"/>
                    </a:ext>
                  </a:extLst>
                </p14:cNvPr>
                <p14:cNvContentPartPr/>
                <p14:nvPr/>
              </p14:nvContentPartPr>
              <p14:xfrm>
                <a:off x="1339920" y="3867696"/>
                <a:ext cx="14040" cy="1656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14B6BF65-BA82-12D9-66FD-1E0A508AD8EA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1335600" y="3863376"/>
                  <a:ext cx="2268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5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BC2FDF49-EAEB-150F-5CB5-55CF4D064CDA}"/>
                    </a:ext>
                  </a:extLst>
                </p14:cNvPr>
                <p14:cNvContentPartPr/>
                <p14:nvPr/>
              </p14:nvContentPartPr>
              <p14:xfrm>
                <a:off x="1468080" y="3820176"/>
                <a:ext cx="93960" cy="21708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BC2FDF49-EAEB-150F-5CB5-55CF4D064CDA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1463760" y="3815856"/>
                  <a:ext cx="10260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7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5271908C-D505-BBFE-85BD-1D3A35A800D7}"/>
                    </a:ext>
                  </a:extLst>
                </p14:cNvPr>
                <p14:cNvContentPartPr/>
                <p14:nvPr/>
              </p14:nvContentPartPr>
              <p14:xfrm>
                <a:off x="1400040" y="3926376"/>
                <a:ext cx="187560" cy="504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5271908C-D505-BBFE-85BD-1D3A35A800D7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1395720" y="3922056"/>
                  <a:ext cx="196200" cy="1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9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11B7E15B-37B4-CE16-43DF-0DE5AD538EE9}"/>
                    </a:ext>
                  </a:extLst>
                </p14:cNvPr>
                <p14:cNvContentPartPr/>
                <p14:nvPr/>
              </p14:nvContentPartPr>
              <p14:xfrm>
                <a:off x="1633320" y="3969216"/>
                <a:ext cx="5040" cy="5580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11B7E15B-37B4-CE16-43DF-0DE5AD538EE9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1629000" y="3964896"/>
                  <a:ext cx="1368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1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8A03E37C-FFE2-9DA7-A252-2962EA4AB89A}"/>
                    </a:ext>
                  </a:extLst>
                </p14:cNvPr>
                <p14:cNvContentPartPr/>
                <p14:nvPr/>
              </p14:nvContentPartPr>
              <p14:xfrm>
                <a:off x="1654200" y="3807576"/>
                <a:ext cx="44280" cy="8712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8A03E37C-FFE2-9DA7-A252-2962EA4AB89A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1649880" y="3803256"/>
                  <a:ext cx="52920" cy="9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3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83876148-0431-C935-D533-40577371AA55}"/>
                    </a:ext>
                  </a:extLst>
                </p14:cNvPr>
                <p14:cNvContentPartPr/>
                <p14:nvPr/>
              </p14:nvContentPartPr>
              <p14:xfrm>
                <a:off x="1707840" y="3909096"/>
                <a:ext cx="246960" cy="11124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83876148-0431-C935-D533-40577371AA55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1703520" y="3904776"/>
                  <a:ext cx="25560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5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AD1D5CB1-E410-87D4-42F0-54B8CF080E1C}"/>
                    </a:ext>
                  </a:extLst>
                </p14:cNvPr>
                <p14:cNvContentPartPr/>
                <p14:nvPr/>
              </p14:nvContentPartPr>
              <p14:xfrm>
                <a:off x="122220" y="4442257"/>
                <a:ext cx="249120" cy="16992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AD1D5CB1-E410-87D4-42F0-54B8CF080E1C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117900" y="4437937"/>
                  <a:ext cx="25776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E351A504-2984-64EC-4A9B-17CAD3E3B1E3}"/>
                    </a:ext>
                  </a:extLst>
                </p14:cNvPr>
                <p14:cNvContentPartPr/>
                <p14:nvPr/>
              </p14:nvContentPartPr>
              <p14:xfrm>
                <a:off x="427140" y="4255057"/>
                <a:ext cx="104400" cy="31968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E351A504-2984-64EC-4A9B-17CAD3E3B1E3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422820" y="4250737"/>
                  <a:ext cx="113040" cy="32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7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CDE18E63-ECD3-E02A-F072-0846A1B23D82}"/>
                    </a:ext>
                  </a:extLst>
                </p14:cNvPr>
                <p14:cNvContentPartPr/>
                <p14:nvPr/>
              </p14:nvContentPartPr>
              <p14:xfrm>
                <a:off x="590940" y="4465657"/>
                <a:ext cx="92880" cy="10404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CDE18E63-ECD3-E02A-F072-0846A1B23D82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586620" y="4461337"/>
                  <a:ext cx="10152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7637E14B-F72D-BBAA-774D-FFF3AE64B6A3}"/>
                    </a:ext>
                  </a:extLst>
                </p14:cNvPr>
                <p14:cNvContentPartPr/>
                <p14:nvPr/>
              </p14:nvContentPartPr>
              <p14:xfrm>
                <a:off x="736380" y="4322017"/>
                <a:ext cx="65160" cy="23256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7637E14B-F72D-BBAA-774D-FFF3AE64B6A3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732060" y="4317697"/>
                  <a:ext cx="73800" cy="24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9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D8F46F31-C71C-B8E1-E4C8-6D0686539ECB}"/>
                    </a:ext>
                  </a:extLst>
                </p14:cNvPr>
                <p14:cNvContentPartPr/>
                <p14:nvPr/>
              </p14:nvContentPartPr>
              <p14:xfrm>
                <a:off x="708660" y="4456297"/>
                <a:ext cx="141120" cy="1548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D8F46F31-C71C-B8E1-E4C8-6D0686539ECB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704340" y="4451977"/>
                  <a:ext cx="14976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F983018F-C11F-50E5-35FB-6B69E9409C48}"/>
                    </a:ext>
                  </a:extLst>
                </p14:cNvPr>
                <p14:cNvContentPartPr/>
                <p14:nvPr/>
              </p14:nvContentPartPr>
              <p14:xfrm>
                <a:off x="1135980" y="4479337"/>
                <a:ext cx="16560" cy="5328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F983018F-C11F-50E5-35FB-6B69E9409C48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1131660" y="4475017"/>
                  <a:ext cx="2520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1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887B69F9-EAB4-7EE5-2D9D-6DF661E9FBAA}"/>
                    </a:ext>
                  </a:extLst>
                </p14:cNvPr>
                <p14:cNvContentPartPr/>
                <p14:nvPr/>
              </p14:nvContentPartPr>
              <p14:xfrm>
                <a:off x="1191420" y="4361617"/>
                <a:ext cx="32760" cy="5220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887B69F9-EAB4-7EE5-2D9D-6DF661E9FBAA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1187100" y="4357297"/>
                  <a:ext cx="4140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1151B303-0601-9F02-065A-1A1D6C1E2395}"/>
                    </a:ext>
                  </a:extLst>
                </p14:cNvPr>
                <p14:cNvContentPartPr/>
                <p14:nvPr/>
              </p14:nvContentPartPr>
              <p14:xfrm>
                <a:off x="1226340" y="4464577"/>
                <a:ext cx="127440" cy="4608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1151B303-0601-9F02-065A-1A1D6C1E2395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1222020" y="4460257"/>
                  <a:ext cx="13608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3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C3F6726E-AA44-7B9D-802C-DD3D0D274278}"/>
                    </a:ext>
                  </a:extLst>
                </p14:cNvPr>
                <p14:cNvContentPartPr/>
                <p14:nvPr/>
              </p14:nvContentPartPr>
              <p14:xfrm>
                <a:off x="1427220" y="4219417"/>
                <a:ext cx="129960" cy="27180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C3F6726E-AA44-7B9D-802C-DD3D0D274278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1422900" y="4215097"/>
                  <a:ext cx="138600" cy="28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CCE1894E-35D6-02FE-0928-9A9664272FB1}"/>
                    </a:ext>
                  </a:extLst>
                </p14:cNvPr>
                <p14:cNvContentPartPr/>
                <p14:nvPr/>
              </p14:nvContentPartPr>
              <p14:xfrm>
                <a:off x="1585980" y="4378177"/>
                <a:ext cx="67680" cy="8172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CCE1894E-35D6-02FE-0928-9A9664272FB1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1581660" y="4373857"/>
                  <a:ext cx="7632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5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729F0759-0FE2-2E95-634E-B9C4BB251611}"/>
                    </a:ext>
                  </a:extLst>
                </p14:cNvPr>
                <p14:cNvContentPartPr/>
                <p14:nvPr/>
              </p14:nvContentPartPr>
              <p14:xfrm>
                <a:off x="1713780" y="4341817"/>
                <a:ext cx="69480" cy="12384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729F0759-0FE2-2E95-634E-B9C4BB251611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1709460" y="4337497"/>
                  <a:ext cx="7812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DD5EE03B-CDFB-C32D-2F8C-45E4571CB766}"/>
                    </a:ext>
                  </a:extLst>
                </p14:cNvPr>
                <p14:cNvContentPartPr/>
                <p14:nvPr/>
              </p14:nvContentPartPr>
              <p14:xfrm>
                <a:off x="1722780" y="4379977"/>
                <a:ext cx="92880" cy="7776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DD5EE03B-CDFB-C32D-2F8C-45E4571CB766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1718460" y="4375657"/>
                  <a:ext cx="10152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7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C419E0EF-5141-8013-7A22-020CE23641C7}"/>
                    </a:ext>
                  </a:extLst>
                </p14:cNvPr>
                <p14:cNvContentPartPr/>
                <p14:nvPr/>
              </p14:nvContentPartPr>
              <p14:xfrm>
                <a:off x="255420" y="4905937"/>
                <a:ext cx="88560" cy="9216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C419E0EF-5141-8013-7A22-020CE23641C7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251100" y="4901617"/>
                  <a:ext cx="97200" cy="10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DDE183B4-4C2C-EA1B-9904-AB686B035BE3}"/>
                    </a:ext>
                  </a:extLst>
                </p14:cNvPr>
                <p14:cNvContentPartPr/>
                <p14:nvPr/>
              </p14:nvContentPartPr>
              <p14:xfrm>
                <a:off x="417420" y="4707937"/>
                <a:ext cx="213480" cy="40464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DDE183B4-4C2C-EA1B-9904-AB686B035BE3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413100" y="4703617"/>
                  <a:ext cx="222120" cy="41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9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992FFFFE-6531-28F0-60BE-A828D0A2DF37}"/>
                    </a:ext>
                  </a:extLst>
                </p14:cNvPr>
                <p14:cNvContentPartPr/>
                <p14:nvPr/>
              </p14:nvContentPartPr>
              <p14:xfrm>
                <a:off x="396900" y="4931857"/>
                <a:ext cx="192240" cy="720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992FFFFE-6531-28F0-60BE-A828D0A2DF37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392580" y="4927537"/>
                  <a:ext cx="200880" cy="1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BDC62E9A-0978-0891-A5B3-390C4225496E}"/>
                    </a:ext>
                  </a:extLst>
                </p14:cNvPr>
                <p14:cNvContentPartPr/>
                <p14:nvPr/>
              </p14:nvContentPartPr>
              <p14:xfrm>
                <a:off x="805860" y="4842217"/>
                <a:ext cx="95040" cy="6516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BDC62E9A-0978-0891-A5B3-390C4225496E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801540" y="4837897"/>
                  <a:ext cx="10368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1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3F736A98-221F-4C99-6C03-ED93922F5982}"/>
                    </a:ext>
                  </a:extLst>
                </p14:cNvPr>
                <p14:cNvContentPartPr/>
                <p14:nvPr/>
              </p14:nvContentPartPr>
              <p14:xfrm>
                <a:off x="929340" y="4845457"/>
                <a:ext cx="61920" cy="6408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3F736A98-221F-4C99-6C03-ED93922F5982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925020" y="4841137"/>
                  <a:ext cx="7056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1074D783-0690-B672-1E75-47A2103A26A3}"/>
                    </a:ext>
                  </a:extLst>
                </p14:cNvPr>
                <p14:cNvContentPartPr/>
                <p14:nvPr/>
              </p14:nvContentPartPr>
              <p14:xfrm>
                <a:off x="1032300" y="4806217"/>
                <a:ext cx="109080" cy="12276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1074D783-0690-B672-1E75-47A2103A26A3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1027980" y="4801897"/>
                  <a:ext cx="11772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3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3BB9254A-4613-089B-0F6A-3E73C48E3EFB}"/>
                    </a:ext>
                  </a:extLst>
                </p14:cNvPr>
                <p14:cNvContentPartPr/>
                <p14:nvPr/>
              </p14:nvContentPartPr>
              <p14:xfrm>
                <a:off x="1184580" y="4839697"/>
                <a:ext cx="28080" cy="54720"/>
              </p14:xfrm>
            </p:contentPart>
          </mc:Choice>
          <mc:Fallback xmlns=""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3BB9254A-4613-089B-0F6A-3E73C48E3EFB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1180260" y="4835377"/>
                  <a:ext cx="3672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4B7F5947-1FA5-FFBF-84B4-FC70A9EAEE92}"/>
                    </a:ext>
                  </a:extLst>
                </p14:cNvPr>
                <p14:cNvContentPartPr/>
                <p14:nvPr/>
              </p14:nvContentPartPr>
              <p14:xfrm>
                <a:off x="1240020" y="4745017"/>
                <a:ext cx="14040" cy="16560"/>
              </p14:xfrm>
            </p:contentPart>
          </mc:Choice>
          <mc:Fallback xmlns=""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4B7F5947-1FA5-FFBF-84B4-FC70A9EAEE92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1235700" y="4740697"/>
                  <a:ext cx="2268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5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529553DA-E91D-AE3B-3F81-F6D96D23BC09}"/>
                    </a:ext>
                  </a:extLst>
                </p14:cNvPr>
                <p14:cNvContentPartPr/>
                <p14:nvPr/>
              </p14:nvContentPartPr>
              <p14:xfrm>
                <a:off x="1368180" y="4697497"/>
                <a:ext cx="93960" cy="21708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529553DA-E91D-AE3B-3F81-F6D96D23BC09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1363860" y="4693177"/>
                  <a:ext cx="10260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B007E1CB-3324-843F-2757-FF539F42DE7E}"/>
                    </a:ext>
                  </a:extLst>
                </p14:cNvPr>
                <p14:cNvContentPartPr/>
                <p14:nvPr/>
              </p14:nvContentPartPr>
              <p14:xfrm>
                <a:off x="1300140" y="4803697"/>
                <a:ext cx="187560" cy="504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B007E1CB-3324-843F-2757-FF539F42DE7E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1295820" y="4799377"/>
                  <a:ext cx="196200" cy="1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7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7A1A1F30-0CA8-3B3C-20FC-DB5459D2A252}"/>
                    </a:ext>
                  </a:extLst>
                </p14:cNvPr>
                <p14:cNvContentPartPr/>
                <p14:nvPr/>
              </p14:nvContentPartPr>
              <p14:xfrm>
                <a:off x="1533420" y="4846537"/>
                <a:ext cx="5040" cy="5580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7A1A1F30-0CA8-3B3C-20FC-DB5459D2A252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1529100" y="4842217"/>
                  <a:ext cx="1368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FC5FC25B-53F4-0CB6-C2F6-BCF2D08F08E6}"/>
                    </a:ext>
                  </a:extLst>
                </p14:cNvPr>
                <p14:cNvContentPartPr/>
                <p14:nvPr/>
              </p14:nvContentPartPr>
              <p14:xfrm>
                <a:off x="1554300" y="4684897"/>
                <a:ext cx="44280" cy="8712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FC5FC25B-53F4-0CB6-C2F6-BCF2D08F08E6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1549980" y="4680577"/>
                  <a:ext cx="52920" cy="9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9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28A2A275-8294-0900-2D60-DE28D61DB475}"/>
                    </a:ext>
                  </a:extLst>
                </p14:cNvPr>
                <p14:cNvContentPartPr/>
                <p14:nvPr/>
              </p14:nvContentPartPr>
              <p14:xfrm>
                <a:off x="1607940" y="4786417"/>
                <a:ext cx="246960" cy="11124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28A2A275-8294-0900-2D60-DE28D61DB475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1603620" y="4782097"/>
                  <a:ext cx="255600" cy="119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E1301006-0CB0-D7AD-04E4-ABA3EF51194A}"/>
              </a:ext>
            </a:extLst>
          </p:cNvPr>
          <p:cNvGrpSpPr/>
          <p:nvPr/>
        </p:nvGrpSpPr>
        <p:grpSpPr>
          <a:xfrm>
            <a:off x="2355480" y="3661776"/>
            <a:ext cx="496440" cy="1224361"/>
            <a:chOff x="2355480" y="3661776"/>
            <a:chExt cx="496440" cy="1224361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97E4A06F-E498-AF8B-5C3C-ACA8C61C754A}"/>
                    </a:ext>
                  </a:extLst>
                </p14:cNvPr>
                <p14:cNvContentPartPr/>
                <p14:nvPr/>
              </p14:nvContentPartPr>
              <p14:xfrm>
                <a:off x="2355480" y="3758976"/>
                <a:ext cx="209160" cy="21168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97E4A06F-E498-AF8B-5C3C-ACA8C61C754A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2351160" y="3754656"/>
                  <a:ext cx="21780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D4A874FD-94D3-C8C3-F53F-59A5D138529C}"/>
                    </a:ext>
                  </a:extLst>
                </p14:cNvPr>
                <p14:cNvContentPartPr/>
                <p14:nvPr/>
              </p14:nvContentPartPr>
              <p14:xfrm>
                <a:off x="2676600" y="3661776"/>
                <a:ext cx="175320" cy="23148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D4A874FD-94D3-C8C3-F53F-59A5D138529C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2672280" y="3657456"/>
                  <a:ext cx="183960" cy="24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53ED314E-8E53-A7A6-FFE8-C589A791FC11}"/>
                    </a:ext>
                  </a:extLst>
                </p14:cNvPr>
                <p14:cNvContentPartPr/>
                <p14:nvPr/>
              </p14:nvContentPartPr>
              <p14:xfrm>
                <a:off x="2730960" y="3998016"/>
                <a:ext cx="2160" cy="1080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53ED314E-8E53-A7A6-FFE8-C589A791FC11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2726640" y="3993696"/>
                  <a:ext cx="10800" cy="1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D9B932D2-E5D6-887D-094E-32959BB2D569}"/>
                    </a:ext>
                  </a:extLst>
                </p14:cNvPr>
                <p14:cNvContentPartPr/>
                <p14:nvPr/>
              </p14:nvContentPartPr>
              <p14:xfrm>
                <a:off x="2576700" y="4539097"/>
                <a:ext cx="175320" cy="231480"/>
              </p14:xfrm>
            </p:contentPart>
          </mc:Choice>
          <mc:Fallback xmlns=""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D9B932D2-E5D6-887D-094E-32959BB2D569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2572380" y="4534777"/>
                  <a:ext cx="183960" cy="24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7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15001CB8-16CC-0DB0-220A-A4928D5433CC}"/>
                    </a:ext>
                  </a:extLst>
                </p14:cNvPr>
                <p14:cNvContentPartPr/>
                <p14:nvPr/>
              </p14:nvContentPartPr>
              <p14:xfrm>
                <a:off x="2631060" y="4875337"/>
                <a:ext cx="2160" cy="1080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15001CB8-16CC-0DB0-220A-A4928D5433CC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2626740" y="4871017"/>
                  <a:ext cx="10800" cy="19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9" name="Group 188">
            <a:extLst>
              <a:ext uri="{FF2B5EF4-FFF2-40B4-BE49-F238E27FC236}">
                <a16:creationId xmlns:a16="http://schemas.microsoft.com/office/drawing/2014/main" id="{0EF9318F-5E07-3E70-F372-BA515BD9DA3D}"/>
              </a:ext>
            </a:extLst>
          </p:cNvPr>
          <p:cNvGrpSpPr/>
          <p:nvPr/>
        </p:nvGrpSpPr>
        <p:grpSpPr>
          <a:xfrm>
            <a:off x="1042920" y="3468096"/>
            <a:ext cx="84960" cy="214920"/>
            <a:chOff x="1042920" y="3468096"/>
            <a:chExt cx="84960" cy="214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15FDAE59-65D6-06C2-755C-39DFB24B0AF2}"/>
                    </a:ext>
                  </a:extLst>
                </p14:cNvPr>
                <p14:cNvContentPartPr/>
                <p14:nvPr/>
              </p14:nvContentPartPr>
              <p14:xfrm>
                <a:off x="1042920" y="3609936"/>
                <a:ext cx="18000" cy="5472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15FDAE59-65D6-06C2-755C-39DFB24B0AF2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1038600" y="3605616"/>
                  <a:ext cx="2664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A610D5C4-E7DE-0499-9E43-05137BDD715A}"/>
                    </a:ext>
                  </a:extLst>
                </p14:cNvPr>
                <p14:cNvContentPartPr/>
                <p14:nvPr/>
              </p14:nvContentPartPr>
              <p14:xfrm>
                <a:off x="1097280" y="3468096"/>
                <a:ext cx="14400" cy="4320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A610D5C4-E7DE-0499-9E43-05137BDD715A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1092960" y="3463776"/>
                  <a:ext cx="2304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4FC9177D-16BC-DA3D-7C2C-8AD4CBC4BE78}"/>
                    </a:ext>
                  </a:extLst>
                </p14:cNvPr>
                <p14:cNvContentPartPr/>
                <p14:nvPr/>
              </p14:nvContentPartPr>
              <p14:xfrm>
                <a:off x="1087560" y="3587976"/>
                <a:ext cx="40320" cy="9504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4FC9177D-16BC-DA3D-7C2C-8AD4CBC4BE78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1083240" y="3583656"/>
                  <a:ext cx="48960" cy="103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8" name="Group 187">
            <a:extLst>
              <a:ext uri="{FF2B5EF4-FFF2-40B4-BE49-F238E27FC236}">
                <a16:creationId xmlns:a16="http://schemas.microsoft.com/office/drawing/2014/main" id="{A02EA305-9E1F-13CF-D250-561E011E1827}"/>
              </a:ext>
            </a:extLst>
          </p:cNvPr>
          <p:cNvGrpSpPr/>
          <p:nvPr/>
        </p:nvGrpSpPr>
        <p:grpSpPr>
          <a:xfrm>
            <a:off x="898920" y="4455576"/>
            <a:ext cx="71640" cy="113040"/>
            <a:chOff x="898920" y="4455576"/>
            <a:chExt cx="71640" cy="113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9D59ED19-36D0-0238-ADF5-D33A4AF11029}"/>
                    </a:ext>
                  </a:extLst>
                </p14:cNvPr>
                <p14:cNvContentPartPr/>
                <p14:nvPr/>
              </p14:nvContentPartPr>
              <p14:xfrm>
                <a:off x="898920" y="4521096"/>
                <a:ext cx="11880" cy="47520"/>
              </p14:xfrm>
            </p:contentPart>
          </mc:Choice>
          <mc:Fallback xmlns=""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9D59ED19-36D0-0238-ADF5-D33A4AF11029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894600" y="4516776"/>
                  <a:ext cx="2052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16F51D5D-4ACA-6C28-C772-DB886E1B56F3}"/>
                    </a:ext>
                  </a:extLst>
                </p14:cNvPr>
                <p14:cNvContentPartPr/>
                <p14:nvPr/>
              </p14:nvContentPartPr>
              <p14:xfrm>
                <a:off x="933840" y="4455576"/>
                <a:ext cx="36720" cy="83520"/>
              </p14:xfrm>
            </p:contentPart>
          </mc:Choice>
          <mc:Fallback xmlns=""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16F51D5D-4ACA-6C28-C772-DB886E1B56F3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929520" y="4451256"/>
                  <a:ext cx="45360" cy="92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58">
            <p14:nvContentPartPr>
              <p14:cNvPr id="191" name="Ink 190">
                <a:extLst>
                  <a:ext uri="{FF2B5EF4-FFF2-40B4-BE49-F238E27FC236}">
                    <a16:creationId xmlns:a16="http://schemas.microsoft.com/office/drawing/2014/main" id="{D12CBFCF-2B15-A886-280C-52B624A1BA67}"/>
                  </a:ext>
                </a:extLst>
              </p14:cNvPr>
              <p14:cNvContentPartPr/>
              <p14:nvPr/>
            </p14:nvContentPartPr>
            <p14:xfrm>
              <a:off x="2542320" y="4300776"/>
              <a:ext cx="48960" cy="5040"/>
            </p14:xfrm>
          </p:contentPart>
        </mc:Choice>
        <mc:Fallback xmlns="">
          <p:pic>
            <p:nvPicPr>
              <p:cNvPr id="191" name="Ink 190">
                <a:extLst>
                  <a:ext uri="{FF2B5EF4-FFF2-40B4-BE49-F238E27FC236}">
                    <a16:creationId xmlns:a16="http://schemas.microsoft.com/office/drawing/2014/main" id="{D12CBFCF-2B15-A886-280C-52B624A1BA67}"/>
                  </a:ext>
                </a:extLst>
              </p:cNvPr>
              <p:cNvPicPr/>
              <p:nvPr/>
            </p:nvPicPr>
            <p:blipFill>
              <a:blip r:embed="rId259"/>
              <a:stretch>
                <a:fillRect/>
              </a:stretch>
            </p:blipFill>
            <p:spPr>
              <a:xfrm>
                <a:off x="2537640" y="4296096"/>
                <a:ext cx="57600" cy="13680"/>
              </a:xfrm>
              <a:prstGeom prst="rect">
                <a:avLst/>
              </a:prstGeom>
            </p:spPr>
          </p:pic>
        </mc:Fallback>
      </mc:AlternateContent>
      <p:grpSp>
        <p:nvGrpSpPr>
          <p:cNvPr id="194" name="Group 193">
            <a:extLst>
              <a:ext uri="{FF2B5EF4-FFF2-40B4-BE49-F238E27FC236}">
                <a16:creationId xmlns:a16="http://schemas.microsoft.com/office/drawing/2014/main" id="{884DA9E3-9199-91FD-F4E3-2B67A380B932}"/>
              </a:ext>
            </a:extLst>
          </p:cNvPr>
          <p:cNvGrpSpPr/>
          <p:nvPr/>
        </p:nvGrpSpPr>
        <p:grpSpPr>
          <a:xfrm>
            <a:off x="2608200" y="4154976"/>
            <a:ext cx="161640" cy="239400"/>
            <a:chOff x="2608200" y="4154976"/>
            <a:chExt cx="161640" cy="239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1BF62F3A-D4B4-4BD2-1184-BE303A79562B}"/>
                    </a:ext>
                  </a:extLst>
                </p14:cNvPr>
                <p14:cNvContentPartPr/>
                <p14:nvPr/>
              </p14:nvContentPartPr>
              <p14:xfrm>
                <a:off x="2700720" y="4154976"/>
                <a:ext cx="69120" cy="239400"/>
              </p14:xfrm>
            </p:contentPart>
          </mc:Choice>
          <mc:Fallback xmlns=""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1BF62F3A-D4B4-4BD2-1184-BE303A79562B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2696400" y="4150656"/>
                  <a:ext cx="77760" cy="24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7D7A5BF7-E2DC-A862-4E9E-1D0BDB397262}"/>
                    </a:ext>
                  </a:extLst>
                </p14:cNvPr>
                <p14:cNvContentPartPr/>
                <p14:nvPr/>
              </p14:nvContentPartPr>
              <p14:xfrm>
                <a:off x="2608200" y="4291416"/>
                <a:ext cx="41760" cy="720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7D7A5BF7-E2DC-A862-4E9E-1D0BDB397262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2603880" y="4287096"/>
                  <a:ext cx="50400" cy="15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64">
            <p14:nvContentPartPr>
              <p14:cNvPr id="195" name="Ink 194">
                <a:extLst>
                  <a:ext uri="{FF2B5EF4-FFF2-40B4-BE49-F238E27FC236}">
                    <a16:creationId xmlns:a16="http://schemas.microsoft.com/office/drawing/2014/main" id="{8599F1BD-D569-F5B5-524E-C3BD7A93389F}"/>
                  </a:ext>
                </a:extLst>
              </p14:cNvPr>
              <p14:cNvContentPartPr/>
              <p14:nvPr/>
            </p14:nvContentPartPr>
            <p14:xfrm>
              <a:off x="780840" y="4880376"/>
              <a:ext cx="16560" cy="269280"/>
            </p14:xfrm>
          </p:contentPart>
        </mc:Choice>
        <mc:Fallback xmlns="">
          <p:pic>
            <p:nvPicPr>
              <p:cNvPr id="195" name="Ink 194">
                <a:extLst>
                  <a:ext uri="{FF2B5EF4-FFF2-40B4-BE49-F238E27FC236}">
                    <a16:creationId xmlns:a16="http://schemas.microsoft.com/office/drawing/2014/main" id="{8599F1BD-D569-F5B5-524E-C3BD7A93389F}"/>
                  </a:ext>
                </a:extLst>
              </p:cNvPr>
              <p:cNvPicPr/>
              <p:nvPr/>
            </p:nvPicPr>
            <p:blipFill>
              <a:blip r:embed="rId265"/>
              <a:stretch>
                <a:fillRect/>
              </a:stretch>
            </p:blipFill>
            <p:spPr>
              <a:xfrm>
                <a:off x="776520" y="4876056"/>
                <a:ext cx="25200" cy="27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6">
            <p14:nvContentPartPr>
              <p14:cNvPr id="196" name="Ink 195">
                <a:extLst>
                  <a:ext uri="{FF2B5EF4-FFF2-40B4-BE49-F238E27FC236}">
                    <a16:creationId xmlns:a16="http://schemas.microsoft.com/office/drawing/2014/main" id="{E90D1266-3F9B-4C6D-583F-CBCEFCE9E6E0}"/>
                  </a:ext>
                </a:extLst>
              </p14:cNvPr>
              <p14:cNvContentPartPr/>
              <p14:nvPr/>
            </p14:nvContentPartPr>
            <p14:xfrm>
              <a:off x="2360880" y="4685256"/>
              <a:ext cx="17280" cy="227880"/>
            </p14:xfrm>
          </p:contentPart>
        </mc:Choice>
        <mc:Fallback xmlns="">
          <p:pic>
            <p:nvPicPr>
              <p:cNvPr id="196" name="Ink 195">
                <a:extLst>
                  <a:ext uri="{FF2B5EF4-FFF2-40B4-BE49-F238E27FC236}">
                    <a16:creationId xmlns:a16="http://schemas.microsoft.com/office/drawing/2014/main" id="{E90D1266-3F9B-4C6D-583F-CBCEFCE9E6E0}"/>
                  </a:ext>
                </a:extLst>
              </p:cNvPr>
              <p:cNvPicPr/>
              <p:nvPr/>
            </p:nvPicPr>
            <p:blipFill>
              <a:blip r:embed="rId267"/>
              <a:stretch>
                <a:fillRect/>
              </a:stretch>
            </p:blipFill>
            <p:spPr>
              <a:xfrm>
                <a:off x="2356560" y="4680936"/>
                <a:ext cx="25920" cy="23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8">
            <p14:nvContentPartPr>
              <p14:cNvPr id="197" name="Ink 196">
                <a:extLst>
                  <a:ext uri="{FF2B5EF4-FFF2-40B4-BE49-F238E27FC236}">
                    <a16:creationId xmlns:a16="http://schemas.microsoft.com/office/drawing/2014/main" id="{0BEE373C-4076-9C49-5765-FC65B4A7D128}"/>
                  </a:ext>
                </a:extLst>
              </p14:cNvPr>
              <p14:cNvContentPartPr/>
              <p14:nvPr/>
            </p14:nvContentPartPr>
            <p14:xfrm>
              <a:off x="4188240" y="3666096"/>
              <a:ext cx="53640" cy="217800"/>
            </p14:xfrm>
          </p:contentPart>
        </mc:Choice>
        <mc:Fallback xmlns="">
          <p:pic>
            <p:nvPicPr>
              <p:cNvPr id="197" name="Ink 196">
                <a:extLst>
                  <a:ext uri="{FF2B5EF4-FFF2-40B4-BE49-F238E27FC236}">
                    <a16:creationId xmlns:a16="http://schemas.microsoft.com/office/drawing/2014/main" id="{0BEE373C-4076-9C49-5765-FC65B4A7D128}"/>
                  </a:ext>
                </a:extLst>
              </p:cNvPr>
              <p:cNvPicPr/>
              <p:nvPr/>
            </p:nvPicPr>
            <p:blipFill>
              <a:blip r:embed="rId269"/>
              <a:stretch>
                <a:fillRect/>
              </a:stretch>
            </p:blipFill>
            <p:spPr>
              <a:xfrm>
                <a:off x="4183920" y="3661776"/>
                <a:ext cx="62280" cy="22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0">
            <p14:nvContentPartPr>
              <p14:cNvPr id="198" name="Ink 197">
                <a:extLst>
                  <a:ext uri="{FF2B5EF4-FFF2-40B4-BE49-F238E27FC236}">
                    <a16:creationId xmlns:a16="http://schemas.microsoft.com/office/drawing/2014/main" id="{88998BD5-39DD-3EDF-B518-46B177C3B6BA}"/>
                  </a:ext>
                </a:extLst>
              </p14:cNvPr>
              <p14:cNvContentPartPr/>
              <p14:nvPr/>
            </p14:nvContentPartPr>
            <p14:xfrm>
              <a:off x="4164840" y="4641336"/>
              <a:ext cx="205920" cy="185040"/>
            </p14:xfrm>
          </p:contentPart>
        </mc:Choice>
        <mc:Fallback xmlns="">
          <p:pic>
            <p:nvPicPr>
              <p:cNvPr id="198" name="Ink 197">
                <a:extLst>
                  <a:ext uri="{FF2B5EF4-FFF2-40B4-BE49-F238E27FC236}">
                    <a16:creationId xmlns:a16="http://schemas.microsoft.com/office/drawing/2014/main" id="{88998BD5-39DD-3EDF-B518-46B177C3B6BA}"/>
                  </a:ext>
                </a:extLst>
              </p:cNvPr>
              <p:cNvPicPr/>
              <p:nvPr/>
            </p:nvPicPr>
            <p:blipFill>
              <a:blip r:embed="rId271"/>
              <a:stretch>
                <a:fillRect/>
              </a:stretch>
            </p:blipFill>
            <p:spPr>
              <a:xfrm>
                <a:off x="4160520" y="4637016"/>
                <a:ext cx="214560" cy="19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2">
            <p14:nvContentPartPr>
              <p14:cNvPr id="199" name="Ink 198">
                <a:extLst>
                  <a:ext uri="{FF2B5EF4-FFF2-40B4-BE49-F238E27FC236}">
                    <a16:creationId xmlns:a16="http://schemas.microsoft.com/office/drawing/2014/main" id="{BD5112A0-9E83-B453-9409-415A44754630}"/>
                  </a:ext>
                </a:extLst>
              </p14:cNvPr>
              <p14:cNvContentPartPr/>
              <p14:nvPr/>
            </p14:nvContentPartPr>
            <p14:xfrm>
              <a:off x="2260620" y="5455656"/>
              <a:ext cx="48960" cy="63000"/>
            </p14:xfrm>
          </p:contentPart>
        </mc:Choice>
        <mc:Fallback xmlns="">
          <p:pic>
            <p:nvPicPr>
              <p:cNvPr id="199" name="Ink 198">
                <a:extLst>
                  <a:ext uri="{FF2B5EF4-FFF2-40B4-BE49-F238E27FC236}">
                    <a16:creationId xmlns:a16="http://schemas.microsoft.com/office/drawing/2014/main" id="{BD5112A0-9E83-B453-9409-415A44754630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2256300" y="5451336"/>
                <a:ext cx="57600" cy="7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3">
            <p14:nvContentPartPr>
              <p14:cNvPr id="200" name="Ink 199">
                <a:extLst>
                  <a:ext uri="{FF2B5EF4-FFF2-40B4-BE49-F238E27FC236}">
                    <a16:creationId xmlns:a16="http://schemas.microsoft.com/office/drawing/2014/main" id="{9C4F2C32-993E-8A4D-3934-5424962CA74A}"/>
                  </a:ext>
                </a:extLst>
              </p14:cNvPr>
              <p14:cNvContentPartPr/>
              <p14:nvPr/>
            </p14:nvContentPartPr>
            <p14:xfrm>
              <a:off x="2377260" y="5284296"/>
              <a:ext cx="170280" cy="308880"/>
            </p14:xfrm>
          </p:contentPart>
        </mc:Choice>
        <mc:Fallback xmlns="">
          <p:pic>
            <p:nvPicPr>
              <p:cNvPr id="200" name="Ink 199">
                <a:extLst>
                  <a:ext uri="{FF2B5EF4-FFF2-40B4-BE49-F238E27FC236}">
                    <a16:creationId xmlns:a16="http://schemas.microsoft.com/office/drawing/2014/main" id="{9C4F2C32-993E-8A4D-3934-5424962CA74A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2372940" y="5279976"/>
                <a:ext cx="178920" cy="31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4">
            <p14:nvContentPartPr>
              <p14:cNvPr id="201" name="Ink 200">
                <a:extLst>
                  <a:ext uri="{FF2B5EF4-FFF2-40B4-BE49-F238E27FC236}">
                    <a16:creationId xmlns:a16="http://schemas.microsoft.com/office/drawing/2014/main" id="{64A37CC9-CC6C-5037-D9BE-CE29B2C016B1}"/>
                  </a:ext>
                </a:extLst>
              </p14:cNvPr>
              <p14:cNvContentPartPr/>
              <p14:nvPr/>
            </p14:nvContentPartPr>
            <p14:xfrm>
              <a:off x="2355300" y="5433696"/>
              <a:ext cx="101880" cy="8280"/>
            </p14:xfrm>
          </p:contentPart>
        </mc:Choice>
        <mc:Fallback xmlns="">
          <p:pic>
            <p:nvPicPr>
              <p:cNvPr id="201" name="Ink 200">
                <a:extLst>
                  <a:ext uri="{FF2B5EF4-FFF2-40B4-BE49-F238E27FC236}">
                    <a16:creationId xmlns:a16="http://schemas.microsoft.com/office/drawing/2014/main" id="{64A37CC9-CC6C-5037-D9BE-CE29B2C016B1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2350980" y="5429376"/>
                <a:ext cx="110520" cy="1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5">
            <p14:nvContentPartPr>
              <p14:cNvPr id="202" name="Ink 201">
                <a:extLst>
                  <a:ext uri="{FF2B5EF4-FFF2-40B4-BE49-F238E27FC236}">
                    <a16:creationId xmlns:a16="http://schemas.microsoft.com/office/drawing/2014/main" id="{607ACC93-4E3A-457B-BC72-5FCA93CE7D36}"/>
                  </a:ext>
                </a:extLst>
              </p14:cNvPr>
              <p14:cNvContentPartPr/>
              <p14:nvPr/>
            </p14:nvContentPartPr>
            <p14:xfrm>
              <a:off x="2718180" y="5317056"/>
              <a:ext cx="46440" cy="174600"/>
            </p14:xfrm>
          </p:contentPart>
        </mc:Choice>
        <mc:Fallback xmlns="">
          <p:pic>
            <p:nvPicPr>
              <p:cNvPr id="202" name="Ink 201">
                <a:extLst>
                  <a:ext uri="{FF2B5EF4-FFF2-40B4-BE49-F238E27FC236}">
                    <a16:creationId xmlns:a16="http://schemas.microsoft.com/office/drawing/2014/main" id="{607ACC93-4E3A-457B-BC72-5FCA93CE7D36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2713860" y="5312736"/>
                <a:ext cx="55080" cy="18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6">
            <p14:nvContentPartPr>
              <p14:cNvPr id="203" name="Ink 202">
                <a:extLst>
                  <a:ext uri="{FF2B5EF4-FFF2-40B4-BE49-F238E27FC236}">
                    <a16:creationId xmlns:a16="http://schemas.microsoft.com/office/drawing/2014/main" id="{36FC975C-BC6E-8732-96BD-08ACC2204632}"/>
                  </a:ext>
                </a:extLst>
              </p14:cNvPr>
              <p14:cNvContentPartPr/>
              <p14:nvPr/>
            </p14:nvContentPartPr>
            <p14:xfrm>
              <a:off x="2681100" y="5260896"/>
              <a:ext cx="330840" cy="208080"/>
            </p14:xfrm>
          </p:contentPart>
        </mc:Choice>
        <mc:Fallback xmlns="">
          <p:pic>
            <p:nvPicPr>
              <p:cNvPr id="203" name="Ink 202">
                <a:extLst>
                  <a:ext uri="{FF2B5EF4-FFF2-40B4-BE49-F238E27FC236}">
                    <a16:creationId xmlns:a16="http://schemas.microsoft.com/office/drawing/2014/main" id="{36FC975C-BC6E-8732-96BD-08ACC2204632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2676780" y="5256576"/>
                <a:ext cx="339480" cy="21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7">
            <p14:nvContentPartPr>
              <p14:cNvPr id="204" name="Ink 203">
                <a:extLst>
                  <a:ext uri="{FF2B5EF4-FFF2-40B4-BE49-F238E27FC236}">
                    <a16:creationId xmlns:a16="http://schemas.microsoft.com/office/drawing/2014/main" id="{4503B810-A016-BAC6-E4C6-25ACF45C859F}"/>
                  </a:ext>
                </a:extLst>
              </p14:cNvPr>
              <p14:cNvContentPartPr/>
              <p14:nvPr/>
            </p14:nvContentPartPr>
            <p14:xfrm>
              <a:off x="2995380" y="5391216"/>
              <a:ext cx="132120" cy="73800"/>
            </p14:xfrm>
          </p:contentPart>
        </mc:Choice>
        <mc:Fallback xmlns="">
          <p:pic>
            <p:nvPicPr>
              <p:cNvPr id="204" name="Ink 203">
                <a:extLst>
                  <a:ext uri="{FF2B5EF4-FFF2-40B4-BE49-F238E27FC236}">
                    <a16:creationId xmlns:a16="http://schemas.microsoft.com/office/drawing/2014/main" id="{4503B810-A016-BAC6-E4C6-25ACF45C859F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2991060" y="5386896"/>
                <a:ext cx="140760" cy="8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8">
            <p14:nvContentPartPr>
              <p14:cNvPr id="205" name="Ink 204">
                <a:extLst>
                  <a:ext uri="{FF2B5EF4-FFF2-40B4-BE49-F238E27FC236}">
                    <a16:creationId xmlns:a16="http://schemas.microsoft.com/office/drawing/2014/main" id="{45ACEE3B-C742-1A80-CF4A-B48923B52BF6}"/>
                  </a:ext>
                </a:extLst>
              </p14:cNvPr>
              <p14:cNvContentPartPr/>
              <p14:nvPr/>
            </p14:nvContentPartPr>
            <p14:xfrm>
              <a:off x="3412980" y="5253336"/>
              <a:ext cx="37440" cy="206280"/>
            </p14:xfrm>
          </p:contentPart>
        </mc:Choice>
        <mc:Fallback xmlns="">
          <p:pic>
            <p:nvPicPr>
              <p:cNvPr id="205" name="Ink 204">
                <a:extLst>
                  <a:ext uri="{FF2B5EF4-FFF2-40B4-BE49-F238E27FC236}">
                    <a16:creationId xmlns:a16="http://schemas.microsoft.com/office/drawing/2014/main" id="{45ACEE3B-C742-1A80-CF4A-B48923B52BF6}"/>
                  </a:ext>
                </a:extLst>
              </p:cNvPr>
              <p:cNvPicPr/>
              <p:nvPr/>
            </p:nvPicPr>
            <p:blipFill>
              <a:blip r:embed="rId128"/>
              <a:stretch>
                <a:fillRect/>
              </a:stretch>
            </p:blipFill>
            <p:spPr>
              <a:xfrm>
                <a:off x="3408660" y="5249016"/>
                <a:ext cx="46080" cy="21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9">
            <p14:nvContentPartPr>
              <p14:cNvPr id="206" name="Ink 205">
                <a:extLst>
                  <a:ext uri="{FF2B5EF4-FFF2-40B4-BE49-F238E27FC236}">
                    <a16:creationId xmlns:a16="http://schemas.microsoft.com/office/drawing/2014/main" id="{18F12084-772D-E92C-FB37-4CFF4FC0C5BE}"/>
                  </a:ext>
                </a:extLst>
              </p14:cNvPr>
              <p14:cNvContentPartPr/>
              <p14:nvPr/>
            </p14:nvContentPartPr>
            <p14:xfrm>
              <a:off x="3464100" y="5359536"/>
              <a:ext cx="132120" cy="92880"/>
            </p14:xfrm>
          </p:contentPart>
        </mc:Choice>
        <mc:Fallback xmlns="">
          <p:pic>
            <p:nvPicPr>
              <p:cNvPr id="206" name="Ink 205">
                <a:extLst>
                  <a:ext uri="{FF2B5EF4-FFF2-40B4-BE49-F238E27FC236}">
                    <a16:creationId xmlns:a16="http://schemas.microsoft.com/office/drawing/2014/main" id="{18F12084-772D-E92C-FB37-4CFF4FC0C5BE}"/>
                  </a:ext>
                </a:extLst>
              </p:cNvPr>
              <p:cNvPicPr/>
              <p:nvPr/>
            </p:nvPicPr>
            <p:blipFill>
              <a:blip r:embed="rId130"/>
              <a:stretch>
                <a:fillRect/>
              </a:stretch>
            </p:blipFill>
            <p:spPr>
              <a:xfrm>
                <a:off x="3459780" y="5355216"/>
                <a:ext cx="140760" cy="10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0">
            <p14:nvContentPartPr>
              <p14:cNvPr id="207" name="Ink 206">
                <a:extLst>
                  <a:ext uri="{FF2B5EF4-FFF2-40B4-BE49-F238E27FC236}">
                    <a16:creationId xmlns:a16="http://schemas.microsoft.com/office/drawing/2014/main" id="{570B3025-E5BD-698E-5C8C-F7A138FF6AE0}"/>
                  </a:ext>
                </a:extLst>
              </p14:cNvPr>
              <p14:cNvContentPartPr/>
              <p14:nvPr/>
            </p14:nvContentPartPr>
            <p14:xfrm>
              <a:off x="3662820" y="5208696"/>
              <a:ext cx="152640" cy="311760"/>
            </p14:xfrm>
          </p:contentPart>
        </mc:Choice>
        <mc:Fallback xmlns="">
          <p:pic>
            <p:nvPicPr>
              <p:cNvPr id="207" name="Ink 206">
                <a:extLst>
                  <a:ext uri="{FF2B5EF4-FFF2-40B4-BE49-F238E27FC236}">
                    <a16:creationId xmlns:a16="http://schemas.microsoft.com/office/drawing/2014/main" id="{570B3025-E5BD-698E-5C8C-F7A138FF6AE0}"/>
                  </a:ext>
                </a:extLst>
              </p:cNvPr>
              <p:cNvPicPr/>
              <p:nvPr/>
            </p:nvPicPr>
            <p:blipFill>
              <a:blip r:embed="rId132"/>
              <a:stretch>
                <a:fillRect/>
              </a:stretch>
            </p:blipFill>
            <p:spPr>
              <a:xfrm>
                <a:off x="3658500" y="5204376"/>
                <a:ext cx="161280" cy="32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1">
            <p14:nvContentPartPr>
              <p14:cNvPr id="208" name="Ink 207">
                <a:extLst>
                  <a:ext uri="{FF2B5EF4-FFF2-40B4-BE49-F238E27FC236}">
                    <a16:creationId xmlns:a16="http://schemas.microsoft.com/office/drawing/2014/main" id="{5577CE95-7279-5B6E-A70F-E6F7F8833E65}"/>
                  </a:ext>
                </a:extLst>
              </p14:cNvPr>
              <p14:cNvContentPartPr/>
              <p14:nvPr/>
            </p14:nvContentPartPr>
            <p14:xfrm>
              <a:off x="3644460" y="5382576"/>
              <a:ext cx="120600" cy="17640"/>
            </p14:xfrm>
          </p:contentPart>
        </mc:Choice>
        <mc:Fallback xmlns="">
          <p:pic>
            <p:nvPicPr>
              <p:cNvPr id="208" name="Ink 207">
                <a:extLst>
                  <a:ext uri="{FF2B5EF4-FFF2-40B4-BE49-F238E27FC236}">
                    <a16:creationId xmlns:a16="http://schemas.microsoft.com/office/drawing/2014/main" id="{5577CE95-7279-5B6E-A70F-E6F7F8833E65}"/>
                  </a:ext>
                </a:extLst>
              </p:cNvPr>
              <p:cNvPicPr/>
              <p:nvPr/>
            </p:nvPicPr>
            <p:blipFill>
              <a:blip r:embed="rId134"/>
              <a:stretch>
                <a:fillRect/>
              </a:stretch>
            </p:blipFill>
            <p:spPr>
              <a:xfrm>
                <a:off x="3640140" y="5378256"/>
                <a:ext cx="129240" cy="2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2">
            <p14:nvContentPartPr>
              <p14:cNvPr id="209" name="Ink 208">
                <a:extLst>
                  <a:ext uri="{FF2B5EF4-FFF2-40B4-BE49-F238E27FC236}">
                    <a16:creationId xmlns:a16="http://schemas.microsoft.com/office/drawing/2014/main" id="{4C018F24-5BAB-BB2C-85A1-28D1DC5F8706}"/>
                  </a:ext>
                </a:extLst>
              </p14:cNvPr>
              <p14:cNvContentPartPr/>
              <p14:nvPr/>
            </p14:nvContentPartPr>
            <p14:xfrm>
              <a:off x="3855060" y="5260176"/>
              <a:ext cx="32040" cy="223560"/>
            </p14:xfrm>
          </p:contentPart>
        </mc:Choice>
        <mc:Fallback xmlns="">
          <p:pic>
            <p:nvPicPr>
              <p:cNvPr id="209" name="Ink 208">
                <a:extLst>
                  <a:ext uri="{FF2B5EF4-FFF2-40B4-BE49-F238E27FC236}">
                    <a16:creationId xmlns:a16="http://schemas.microsoft.com/office/drawing/2014/main" id="{4C018F24-5BAB-BB2C-85A1-28D1DC5F8706}"/>
                  </a:ext>
                </a:extLst>
              </p:cNvPr>
              <p:cNvPicPr/>
              <p:nvPr/>
            </p:nvPicPr>
            <p:blipFill>
              <a:blip r:embed="rId136"/>
              <a:stretch>
                <a:fillRect/>
              </a:stretch>
            </p:blipFill>
            <p:spPr>
              <a:xfrm>
                <a:off x="3850740" y="5255856"/>
                <a:ext cx="40680" cy="23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3">
            <p14:nvContentPartPr>
              <p14:cNvPr id="210" name="Ink 209">
                <a:extLst>
                  <a:ext uri="{FF2B5EF4-FFF2-40B4-BE49-F238E27FC236}">
                    <a16:creationId xmlns:a16="http://schemas.microsoft.com/office/drawing/2014/main" id="{148F8904-D1C0-BBD5-2130-FB93E82B0181}"/>
                  </a:ext>
                </a:extLst>
              </p14:cNvPr>
              <p14:cNvContentPartPr/>
              <p14:nvPr/>
            </p14:nvContentPartPr>
            <p14:xfrm>
              <a:off x="3824460" y="5379336"/>
              <a:ext cx="97200" cy="25920"/>
            </p14:xfrm>
          </p:contentPart>
        </mc:Choice>
        <mc:Fallback xmlns="">
          <p:pic>
            <p:nvPicPr>
              <p:cNvPr id="210" name="Ink 209">
                <a:extLst>
                  <a:ext uri="{FF2B5EF4-FFF2-40B4-BE49-F238E27FC236}">
                    <a16:creationId xmlns:a16="http://schemas.microsoft.com/office/drawing/2014/main" id="{148F8904-D1C0-BBD5-2130-FB93E82B0181}"/>
                  </a:ext>
                </a:extLst>
              </p:cNvPr>
              <p:cNvPicPr/>
              <p:nvPr/>
            </p:nvPicPr>
            <p:blipFill>
              <a:blip r:embed="rId138"/>
              <a:stretch>
                <a:fillRect/>
              </a:stretch>
            </p:blipFill>
            <p:spPr>
              <a:xfrm>
                <a:off x="3820140" y="5375016"/>
                <a:ext cx="105840" cy="3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4">
            <p14:nvContentPartPr>
              <p14:cNvPr id="211" name="Ink 210">
                <a:extLst>
                  <a:ext uri="{FF2B5EF4-FFF2-40B4-BE49-F238E27FC236}">
                    <a16:creationId xmlns:a16="http://schemas.microsoft.com/office/drawing/2014/main" id="{D918A9DD-F405-78C4-4141-6307239321E6}"/>
                  </a:ext>
                </a:extLst>
              </p14:cNvPr>
              <p14:cNvContentPartPr/>
              <p14:nvPr/>
            </p14:nvContentPartPr>
            <p14:xfrm>
              <a:off x="4160700" y="5365296"/>
              <a:ext cx="109800" cy="95760"/>
            </p14:xfrm>
          </p:contentPart>
        </mc:Choice>
        <mc:Fallback xmlns="">
          <p:pic>
            <p:nvPicPr>
              <p:cNvPr id="211" name="Ink 210">
                <a:extLst>
                  <a:ext uri="{FF2B5EF4-FFF2-40B4-BE49-F238E27FC236}">
                    <a16:creationId xmlns:a16="http://schemas.microsoft.com/office/drawing/2014/main" id="{D918A9DD-F405-78C4-4141-6307239321E6}"/>
                  </a:ext>
                </a:extLst>
              </p:cNvPr>
              <p:cNvPicPr/>
              <p:nvPr/>
            </p:nvPicPr>
            <p:blipFill>
              <a:blip r:embed="rId140"/>
              <a:stretch>
                <a:fillRect/>
              </a:stretch>
            </p:blipFill>
            <p:spPr>
              <a:xfrm>
                <a:off x="4156380" y="5360976"/>
                <a:ext cx="118440" cy="10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5">
            <p14:nvContentPartPr>
              <p14:cNvPr id="212" name="Ink 211">
                <a:extLst>
                  <a:ext uri="{FF2B5EF4-FFF2-40B4-BE49-F238E27FC236}">
                    <a16:creationId xmlns:a16="http://schemas.microsoft.com/office/drawing/2014/main" id="{F460878E-3306-9F7F-731B-746114C372F0}"/>
                  </a:ext>
                </a:extLst>
              </p14:cNvPr>
              <p14:cNvContentPartPr/>
              <p14:nvPr/>
            </p14:nvContentPartPr>
            <p14:xfrm>
              <a:off x="4336020" y="5144976"/>
              <a:ext cx="122040" cy="294840"/>
            </p14:xfrm>
          </p:contentPart>
        </mc:Choice>
        <mc:Fallback xmlns="">
          <p:pic>
            <p:nvPicPr>
              <p:cNvPr id="212" name="Ink 211">
                <a:extLst>
                  <a:ext uri="{FF2B5EF4-FFF2-40B4-BE49-F238E27FC236}">
                    <a16:creationId xmlns:a16="http://schemas.microsoft.com/office/drawing/2014/main" id="{F460878E-3306-9F7F-731B-746114C372F0}"/>
                  </a:ext>
                </a:extLst>
              </p:cNvPr>
              <p:cNvPicPr/>
              <p:nvPr/>
            </p:nvPicPr>
            <p:blipFill>
              <a:blip r:embed="rId142"/>
              <a:stretch>
                <a:fillRect/>
              </a:stretch>
            </p:blipFill>
            <p:spPr>
              <a:xfrm>
                <a:off x="4331700" y="5140656"/>
                <a:ext cx="130680" cy="30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6">
            <p14:nvContentPartPr>
              <p14:cNvPr id="213" name="Ink 212">
                <a:extLst>
                  <a:ext uri="{FF2B5EF4-FFF2-40B4-BE49-F238E27FC236}">
                    <a16:creationId xmlns:a16="http://schemas.microsoft.com/office/drawing/2014/main" id="{E1230B37-089D-28FD-BF9F-D2F792E62E88}"/>
                  </a:ext>
                </a:extLst>
              </p14:cNvPr>
              <p14:cNvContentPartPr/>
              <p14:nvPr/>
            </p14:nvContentPartPr>
            <p14:xfrm>
              <a:off x="4535820" y="5396616"/>
              <a:ext cx="25920" cy="69480"/>
            </p14:xfrm>
          </p:contentPart>
        </mc:Choice>
        <mc:Fallback xmlns="">
          <p:pic>
            <p:nvPicPr>
              <p:cNvPr id="213" name="Ink 212">
                <a:extLst>
                  <a:ext uri="{FF2B5EF4-FFF2-40B4-BE49-F238E27FC236}">
                    <a16:creationId xmlns:a16="http://schemas.microsoft.com/office/drawing/2014/main" id="{E1230B37-089D-28FD-BF9F-D2F792E62E88}"/>
                  </a:ext>
                </a:extLst>
              </p:cNvPr>
              <p:cNvPicPr/>
              <p:nvPr/>
            </p:nvPicPr>
            <p:blipFill>
              <a:blip r:embed="rId144"/>
              <a:stretch>
                <a:fillRect/>
              </a:stretch>
            </p:blipFill>
            <p:spPr>
              <a:xfrm>
                <a:off x="4531500" y="5392296"/>
                <a:ext cx="34560" cy="7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7">
            <p14:nvContentPartPr>
              <p14:cNvPr id="214" name="Ink 213">
                <a:extLst>
                  <a:ext uri="{FF2B5EF4-FFF2-40B4-BE49-F238E27FC236}">
                    <a16:creationId xmlns:a16="http://schemas.microsoft.com/office/drawing/2014/main" id="{E257640D-75D6-81D4-37CE-82F1113F913C}"/>
                  </a:ext>
                </a:extLst>
              </p14:cNvPr>
              <p14:cNvContentPartPr/>
              <p14:nvPr/>
            </p14:nvContentPartPr>
            <p14:xfrm>
              <a:off x="4559220" y="5215176"/>
              <a:ext cx="16560" cy="54720"/>
            </p14:xfrm>
          </p:contentPart>
        </mc:Choice>
        <mc:Fallback xmlns="">
          <p:pic>
            <p:nvPicPr>
              <p:cNvPr id="214" name="Ink 213">
                <a:extLst>
                  <a:ext uri="{FF2B5EF4-FFF2-40B4-BE49-F238E27FC236}">
                    <a16:creationId xmlns:a16="http://schemas.microsoft.com/office/drawing/2014/main" id="{E257640D-75D6-81D4-37CE-82F1113F913C}"/>
                  </a:ext>
                </a:extLst>
              </p:cNvPr>
              <p:cNvPicPr/>
              <p:nvPr/>
            </p:nvPicPr>
            <p:blipFill>
              <a:blip r:embed="rId146"/>
              <a:stretch>
                <a:fillRect/>
              </a:stretch>
            </p:blipFill>
            <p:spPr>
              <a:xfrm>
                <a:off x="4554900" y="5210856"/>
                <a:ext cx="25200" cy="6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8">
            <p14:nvContentPartPr>
              <p14:cNvPr id="215" name="Ink 214">
                <a:extLst>
                  <a:ext uri="{FF2B5EF4-FFF2-40B4-BE49-F238E27FC236}">
                    <a16:creationId xmlns:a16="http://schemas.microsoft.com/office/drawing/2014/main" id="{798F3FBC-83F1-E661-E877-A8EA576A061C}"/>
                  </a:ext>
                </a:extLst>
              </p14:cNvPr>
              <p14:cNvContentPartPr/>
              <p14:nvPr/>
            </p14:nvContentPartPr>
            <p14:xfrm>
              <a:off x="4660740" y="5214096"/>
              <a:ext cx="39600" cy="249480"/>
            </p14:xfrm>
          </p:contentPart>
        </mc:Choice>
        <mc:Fallback xmlns="">
          <p:pic>
            <p:nvPicPr>
              <p:cNvPr id="215" name="Ink 214">
                <a:extLst>
                  <a:ext uri="{FF2B5EF4-FFF2-40B4-BE49-F238E27FC236}">
                    <a16:creationId xmlns:a16="http://schemas.microsoft.com/office/drawing/2014/main" id="{798F3FBC-83F1-E661-E877-A8EA576A061C}"/>
                  </a:ext>
                </a:extLst>
              </p:cNvPr>
              <p:cNvPicPr/>
              <p:nvPr/>
            </p:nvPicPr>
            <p:blipFill>
              <a:blip r:embed="rId148"/>
              <a:stretch>
                <a:fillRect/>
              </a:stretch>
            </p:blipFill>
            <p:spPr>
              <a:xfrm>
                <a:off x="4656420" y="5209776"/>
                <a:ext cx="48240" cy="25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9">
            <p14:nvContentPartPr>
              <p14:cNvPr id="216" name="Ink 215">
                <a:extLst>
                  <a:ext uri="{FF2B5EF4-FFF2-40B4-BE49-F238E27FC236}">
                    <a16:creationId xmlns:a16="http://schemas.microsoft.com/office/drawing/2014/main" id="{FDDA1D5B-4B8B-57FB-86B9-E8900A8B95E6}"/>
                  </a:ext>
                </a:extLst>
              </p14:cNvPr>
              <p14:cNvContentPartPr/>
              <p14:nvPr/>
            </p14:nvContentPartPr>
            <p14:xfrm>
              <a:off x="4739220" y="5170536"/>
              <a:ext cx="194760" cy="340920"/>
            </p14:xfrm>
          </p:contentPart>
        </mc:Choice>
        <mc:Fallback xmlns="">
          <p:pic>
            <p:nvPicPr>
              <p:cNvPr id="216" name="Ink 215">
                <a:extLst>
                  <a:ext uri="{FF2B5EF4-FFF2-40B4-BE49-F238E27FC236}">
                    <a16:creationId xmlns:a16="http://schemas.microsoft.com/office/drawing/2014/main" id="{FDDA1D5B-4B8B-57FB-86B9-E8900A8B95E6}"/>
                  </a:ext>
                </a:extLst>
              </p:cNvPr>
              <p:cNvPicPr/>
              <p:nvPr/>
            </p:nvPicPr>
            <p:blipFill>
              <a:blip r:embed="rId150"/>
              <a:stretch>
                <a:fillRect/>
              </a:stretch>
            </p:blipFill>
            <p:spPr>
              <a:xfrm>
                <a:off x="4734900" y="5166216"/>
                <a:ext cx="203400" cy="34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0">
            <p14:nvContentPartPr>
              <p14:cNvPr id="217" name="Ink 216">
                <a:extLst>
                  <a:ext uri="{FF2B5EF4-FFF2-40B4-BE49-F238E27FC236}">
                    <a16:creationId xmlns:a16="http://schemas.microsoft.com/office/drawing/2014/main" id="{3EE04605-64AC-4330-8173-D761CEAC9078}"/>
                  </a:ext>
                </a:extLst>
              </p14:cNvPr>
              <p14:cNvContentPartPr/>
              <p14:nvPr/>
            </p14:nvContentPartPr>
            <p14:xfrm>
              <a:off x="248940" y="5558256"/>
              <a:ext cx="249120" cy="169920"/>
            </p14:xfrm>
          </p:contentPart>
        </mc:Choice>
        <mc:Fallback xmlns="">
          <p:pic>
            <p:nvPicPr>
              <p:cNvPr id="217" name="Ink 216">
                <a:extLst>
                  <a:ext uri="{FF2B5EF4-FFF2-40B4-BE49-F238E27FC236}">
                    <a16:creationId xmlns:a16="http://schemas.microsoft.com/office/drawing/2014/main" id="{3EE04605-64AC-4330-8173-D761CEAC9078}"/>
                  </a:ext>
                </a:extLst>
              </p:cNvPr>
              <p:cNvPicPr/>
              <p:nvPr/>
            </p:nvPicPr>
            <p:blipFill>
              <a:blip r:embed="rId164"/>
              <a:stretch>
                <a:fillRect/>
              </a:stretch>
            </p:blipFill>
            <p:spPr>
              <a:xfrm>
                <a:off x="244620" y="5553936"/>
                <a:ext cx="257760" cy="17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1">
            <p14:nvContentPartPr>
              <p14:cNvPr id="218" name="Ink 217">
                <a:extLst>
                  <a:ext uri="{FF2B5EF4-FFF2-40B4-BE49-F238E27FC236}">
                    <a16:creationId xmlns:a16="http://schemas.microsoft.com/office/drawing/2014/main" id="{6AE6E602-2927-FCAC-8DF1-870F8FDF2B95}"/>
                  </a:ext>
                </a:extLst>
              </p14:cNvPr>
              <p14:cNvContentPartPr/>
              <p14:nvPr/>
            </p14:nvContentPartPr>
            <p14:xfrm>
              <a:off x="553860" y="5371056"/>
              <a:ext cx="104400" cy="319680"/>
            </p14:xfrm>
          </p:contentPart>
        </mc:Choice>
        <mc:Fallback xmlns="">
          <p:pic>
            <p:nvPicPr>
              <p:cNvPr id="218" name="Ink 217">
                <a:extLst>
                  <a:ext uri="{FF2B5EF4-FFF2-40B4-BE49-F238E27FC236}">
                    <a16:creationId xmlns:a16="http://schemas.microsoft.com/office/drawing/2014/main" id="{6AE6E602-2927-FCAC-8DF1-870F8FDF2B95}"/>
                  </a:ext>
                </a:extLst>
              </p:cNvPr>
              <p:cNvPicPr/>
              <p:nvPr/>
            </p:nvPicPr>
            <p:blipFill>
              <a:blip r:embed="rId166"/>
              <a:stretch>
                <a:fillRect/>
              </a:stretch>
            </p:blipFill>
            <p:spPr>
              <a:xfrm>
                <a:off x="549540" y="5366736"/>
                <a:ext cx="113040" cy="32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2">
            <p14:nvContentPartPr>
              <p14:cNvPr id="219" name="Ink 218">
                <a:extLst>
                  <a:ext uri="{FF2B5EF4-FFF2-40B4-BE49-F238E27FC236}">
                    <a16:creationId xmlns:a16="http://schemas.microsoft.com/office/drawing/2014/main" id="{11F61DE6-B457-8031-59A5-F0003F6C32EC}"/>
                  </a:ext>
                </a:extLst>
              </p14:cNvPr>
              <p14:cNvContentPartPr/>
              <p14:nvPr/>
            </p14:nvContentPartPr>
            <p14:xfrm>
              <a:off x="717660" y="5581656"/>
              <a:ext cx="92880" cy="104040"/>
            </p14:xfrm>
          </p:contentPart>
        </mc:Choice>
        <mc:Fallback xmlns="">
          <p:pic>
            <p:nvPicPr>
              <p:cNvPr id="219" name="Ink 218">
                <a:extLst>
                  <a:ext uri="{FF2B5EF4-FFF2-40B4-BE49-F238E27FC236}">
                    <a16:creationId xmlns:a16="http://schemas.microsoft.com/office/drawing/2014/main" id="{11F61DE6-B457-8031-59A5-F0003F6C32EC}"/>
                  </a:ext>
                </a:extLst>
              </p:cNvPr>
              <p:cNvPicPr/>
              <p:nvPr/>
            </p:nvPicPr>
            <p:blipFill>
              <a:blip r:embed="rId168"/>
              <a:stretch>
                <a:fillRect/>
              </a:stretch>
            </p:blipFill>
            <p:spPr>
              <a:xfrm>
                <a:off x="713340" y="5577336"/>
                <a:ext cx="101520" cy="11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3">
            <p14:nvContentPartPr>
              <p14:cNvPr id="220" name="Ink 219">
                <a:extLst>
                  <a:ext uri="{FF2B5EF4-FFF2-40B4-BE49-F238E27FC236}">
                    <a16:creationId xmlns:a16="http://schemas.microsoft.com/office/drawing/2014/main" id="{21BE98AD-0DBA-8E8B-0039-ED82513D119C}"/>
                  </a:ext>
                </a:extLst>
              </p14:cNvPr>
              <p14:cNvContentPartPr/>
              <p14:nvPr/>
            </p14:nvContentPartPr>
            <p14:xfrm>
              <a:off x="863100" y="5438016"/>
              <a:ext cx="65160" cy="232560"/>
            </p14:xfrm>
          </p:contentPart>
        </mc:Choice>
        <mc:Fallback xmlns="">
          <p:pic>
            <p:nvPicPr>
              <p:cNvPr id="220" name="Ink 219">
                <a:extLst>
                  <a:ext uri="{FF2B5EF4-FFF2-40B4-BE49-F238E27FC236}">
                    <a16:creationId xmlns:a16="http://schemas.microsoft.com/office/drawing/2014/main" id="{21BE98AD-0DBA-8E8B-0039-ED82513D119C}"/>
                  </a:ext>
                </a:extLst>
              </p:cNvPr>
              <p:cNvPicPr/>
              <p:nvPr/>
            </p:nvPicPr>
            <p:blipFill>
              <a:blip r:embed="rId170"/>
              <a:stretch>
                <a:fillRect/>
              </a:stretch>
            </p:blipFill>
            <p:spPr>
              <a:xfrm>
                <a:off x="858780" y="5433696"/>
                <a:ext cx="73800" cy="24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4">
            <p14:nvContentPartPr>
              <p14:cNvPr id="221" name="Ink 220">
                <a:extLst>
                  <a:ext uri="{FF2B5EF4-FFF2-40B4-BE49-F238E27FC236}">
                    <a16:creationId xmlns:a16="http://schemas.microsoft.com/office/drawing/2014/main" id="{E3DE14D4-8742-FC55-4367-995CF66FD3D0}"/>
                  </a:ext>
                </a:extLst>
              </p14:cNvPr>
              <p14:cNvContentPartPr/>
              <p14:nvPr/>
            </p14:nvContentPartPr>
            <p14:xfrm>
              <a:off x="835380" y="5572296"/>
              <a:ext cx="141120" cy="15480"/>
            </p14:xfrm>
          </p:contentPart>
        </mc:Choice>
        <mc:Fallback xmlns="">
          <p:pic>
            <p:nvPicPr>
              <p:cNvPr id="221" name="Ink 220">
                <a:extLst>
                  <a:ext uri="{FF2B5EF4-FFF2-40B4-BE49-F238E27FC236}">
                    <a16:creationId xmlns:a16="http://schemas.microsoft.com/office/drawing/2014/main" id="{E3DE14D4-8742-FC55-4367-995CF66FD3D0}"/>
                  </a:ext>
                </a:extLst>
              </p:cNvPr>
              <p:cNvPicPr/>
              <p:nvPr/>
            </p:nvPicPr>
            <p:blipFill>
              <a:blip r:embed="rId172"/>
              <a:stretch>
                <a:fillRect/>
              </a:stretch>
            </p:blipFill>
            <p:spPr>
              <a:xfrm>
                <a:off x="831060" y="5567976"/>
                <a:ext cx="149760" cy="2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5">
            <p14:nvContentPartPr>
              <p14:cNvPr id="222" name="Ink 221">
                <a:extLst>
                  <a:ext uri="{FF2B5EF4-FFF2-40B4-BE49-F238E27FC236}">
                    <a16:creationId xmlns:a16="http://schemas.microsoft.com/office/drawing/2014/main" id="{28CE26F7-ED3D-4268-7C20-876E91BC4D4F}"/>
                  </a:ext>
                </a:extLst>
              </p14:cNvPr>
              <p14:cNvContentPartPr/>
              <p14:nvPr/>
            </p14:nvContentPartPr>
            <p14:xfrm>
              <a:off x="1262700" y="5595336"/>
              <a:ext cx="16560" cy="53280"/>
            </p14:xfrm>
          </p:contentPart>
        </mc:Choice>
        <mc:Fallback xmlns="">
          <p:pic>
            <p:nvPicPr>
              <p:cNvPr id="222" name="Ink 221">
                <a:extLst>
                  <a:ext uri="{FF2B5EF4-FFF2-40B4-BE49-F238E27FC236}">
                    <a16:creationId xmlns:a16="http://schemas.microsoft.com/office/drawing/2014/main" id="{28CE26F7-ED3D-4268-7C20-876E91BC4D4F}"/>
                  </a:ext>
                </a:extLst>
              </p:cNvPr>
              <p:cNvPicPr/>
              <p:nvPr/>
            </p:nvPicPr>
            <p:blipFill>
              <a:blip r:embed="rId174"/>
              <a:stretch>
                <a:fillRect/>
              </a:stretch>
            </p:blipFill>
            <p:spPr>
              <a:xfrm>
                <a:off x="1258380" y="5591016"/>
                <a:ext cx="25200" cy="6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6">
            <p14:nvContentPartPr>
              <p14:cNvPr id="223" name="Ink 222">
                <a:extLst>
                  <a:ext uri="{FF2B5EF4-FFF2-40B4-BE49-F238E27FC236}">
                    <a16:creationId xmlns:a16="http://schemas.microsoft.com/office/drawing/2014/main" id="{08C2E82C-4FEA-928E-23CC-7EAE9A454BC1}"/>
                  </a:ext>
                </a:extLst>
              </p14:cNvPr>
              <p14:cNvContentPartPr/>
              <p14:nvPr/>
            </p14:nvContentPartPr>
            <p14:xfrm>
              <a:off x="1318140" y="5477616"/>
              <a:ext cx="32760" cy="52200"/>
            </p14:xfrm>
          </p:contentPart>
        </mc:Choice>
        <mc:Fallback xmlns="">
          <p:pic>
            <p:nvPicPr>
              <p:cNvPr id="223" name="Ink 222">
                <a:extLst>
                  <a:ext uri="{FF2B5EF4-FFF2-40B4-BE49-F238E27FC236}">
                    <a16:creationId xmlns:a16="http://schemas.microsoft.com/office/drawing/2014/main" id="{08C2E82C-4FEA-928E-23CC-7EAE9A454BC1}"/>
                  </a:ext>
                </a:extLst>
              </p:cNvPr>
              <p:cNvPicPr/>
              <p:nvPr/>
            </p:nvPicPr>
            <p:blipFill>
              <a:blip r:embed="rId176"/>
              <a:stretch>
                <a:fillRect/>
              </a:stretch>
            </p:blipFill>
            <p:spPr>
              <a:xfrm>
                <a:off x="1313820" y="5473296"/>
                <a:ext cx="41400" cy="6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7">
            <p14:nvContentPartPr>
              <p14:cNvPr id="224" name="Ink 223">
                <a:extLst>
                  <a:ext uri="{FF2B5EF4-FFF2-40B4-BE49-F238E27FC236}">
                    <a16:creationId xmlns:a16="http://schemas.microsoft.com/office/drawing/2014/main" id="{D5B55A41-993F-A9C4-EC76-E2EC654E72AF}"/>
                  </a:ext>
                </a:extLst>
              </p14:cNvPr>
              <p14:cNvContentPartPr/>
              <p14:nvPr/>
            </p14:nvContentPartPr>
            <p14:xfrm>
              <a:off x="1353060" y="5580576"/>
              <a:ext cx="127440" cy="46080"/>
            </p14:xfrm>
          </p:contentPart>
        </mc:Choice>
        <mc:Fallback xmlns="">
          <p:pic>
            <p:nvPicPr>
              <p:cNvPr id="224" name="Ink 223">
                <a:extLst>
                  <a:ext uri="{FF2B5EF4-FFF2-40B4-BE49-F238E27FC236}">
                    <a16:creationId xmlns:a16="http://schemas.microsoft.com/office/drawing/2014/main" id="{D5B55A41-993F-A9C4-EC76-E2EC654E72AF}"/>
                  </a:ext>
                </a:extLst>
              </p:cNvPr>
              <p:cNvPicPr/>
              <p:nvPr/>
            </p:nvPicPr>
            <p:blipFill>
              <a:blip r:embed="rId178"/>
              <a:stretch>
                <a:fillRect/>
              </a:stretch>
            </p:blipFill>
            <p:spPr>
              <a:xfrm>
                <a:off x="1348740" y="5576256"/>
                <a:ext cx="136080" cy="5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8">
            <p14:nvContentPartPr>
              <p14:cNvPr id="225" name="Ink 224">
                <a:extLst>
                  <a:ext uri="{FF2B5EF4-FFF2-40B4-BE49-F238E27FC236}">
                    <a16:creationId xmlns:a16="http://schemas.microsoft.com/office/drawing/2014/main" id="{04263FCA-570C-171D-169A-CCC8A8EBBA0D}"/>
                  </a:ext>
                </a:extLst>
              </p14:cNvPr>
              <p14:cNvContentPartPr/>
              <p14:nvPr/>
            </p14:nvContentPartPr>
            <p14:xfrm>
              <a:off x="1553940" y="5335416"/>
              <a:ext cx="129960" cy="271800"/>
            </p14:xfrm>
          </p:contentPart>
        </mc:Choice>
        <mc:Fallback xmlns="">
          <p:pic>
            <p:nvPicPr>
              <p:cNvPr id="225" name="Ink 224">
                <a:extLst>
                  <a:ext uri="{FF2B5EF4-FFF2-40B4-BE49-F238E27FC236}">
                    <a16:creationId xmlns:a16="http://schemas.microsoft.com/office/drawing/2014/main" id="{04263FCA-570C-171D-169A-CCC8A8EBBA0D}"/>
                  </a:ext>
                </a:extLst>
              </p:cNvPr>
              <p:cNvPicPr/>
              <p:nvPr/>
            </p:nvPicPr>
            <p:blipFill>
              <a:blip r:embed="rId180"/>
              <a:stretch>
                <a:fillRect/>
              </a:stretch>
            </p:blipFill>
            <p:spPr>
              <a:xfrm>
                <a:off x="1549620" y="5331096"/>
                <a:ext cx="138600" cy="28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9">
            <p14:nvContentPartPr>
              <p14:cNvPr id="226" name="Ink 225">
                <a:extLst>
                  <a:ext uri="{FF2B5EF4-FFF2-40B4-BE49-F238E27FC236}">
                    <a16:creationId xmlns:a16="http://schemas.microsoft.com/office/drawing/2014/main" id="{748C795E-B625-FE8C-92CC-062A85246D35}"/>
                  </a:ext>
                </a:extLst>
              </p14:cNvPr>
              <p14:cNvContentPartPr/>
              <p14:nvPr/>
            </p14:nvContentPartPr>
            <p14:xfrm>
              <a:off x="1712700" y="5494176"/>
              <a:ext cx="67680" cy="81720"/>
            </p14:xfrm>
          </p:contentPart>
        </mc:Choice>
        <mc:Fallback xmlns="">
          <p:pic>
            <p:nvPicPr>
              <p:cNvPr id="226" name="Ink 225">
                <a:extLst>
                  <a:ext uri="{FF2B5EF4-FFF2-40B4-BE49-F238E27FC236}">
                    <a16:creationId xmlns:a16="http://schemas.microsoft.com/office/drawing/2014/main" id="{748C795E-B625-FE8C-92CC-062A85246D35}"/>
                  </a:ext>
                </a:extLst>
              </p:cNvPr>
              <p:cNvPicPr/>
              <p:nvPr/>
            </p:nvPicPr>
            <p:blipFill>
              <a:blip r:embed="rId182"/>
              <a:stretch>
                <a:fillRect/>
              </a:stretch>
            </p:blipFill>
            <p:spPr>
              <a:xfrm>
                <a:off x="1708380" y="5489856"/>
                <a:ext cx="76320" cy="9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0">
            <p14:nvContentPartPr>
              <p14:cNvPr id="227" name="Ink 226">
                <a:extLst>
                  <a:ext uri="{FF2B5EF4-FFF2-40B4-BE49-F238E27FC236}">
                    <a16:creationId xmlns:a16="http://schemas.microsoft.com/office/drawing/2014/main" id="{92D31ABE-CBDB-665C-D4BA-D1B16F8DE397}"/>
                  </a:ext>
                </a:extLst>
              </p14:cNvPr>
              <p14:cNvContentPartPr/>
              <p14:nvPr/>
            </p14:nvContentPartPr>
            <p14:xfrm>
              <a:off x="1840500" y="5457816"/>
              <a:ext cx="69480" cy="123840"/>
            </p14:xfrm>
          </p:contentPart>
        </mc:Choice>
        <mc:Fallback xmlns="">
          <p:pic>
            <p:nvPicPr>
              <p:cNvPr id="227" name="Ink 226">
                <a:extLst>
                  <a:ext uri="{FF2B5EF4-FFF2-40B4-BE49-F238E27FC236}">
                    <a16:creationId xmlns:a16="http://schemas.microsoft.com/office/drawing/2014/main" id="{92D31ABE-CBDB-665C-D4BA-D1B16F8DE397}"/>
                  </a:ext>
                </a:extLst>
              </p:cNvPr>
              <p:cNvPicPr/>
              <p:nvPr/>
            </p:nvPicPr>
            <p:blipFill>
              <a:blip r:embed="rId184"/>
              <a:stretch>
                <a:fillRect/>
              </a:stretch>
            </p:blipFill>
            <p:spPr>
              <a:xfrm>
                <a:off x="1836180" y="5453496"/>
                <a:ext cx="78120" cy="13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1">
            <p14:nvContentPartPr>
              <p14:cNvPr id="228" name="Ink 227">
                <a:extLst>
                  <a:ext uri="{FF2B5EF4-FFF2-40B4-BE49-F238E27FC236}">
                    <a16:creationId xmlns:a16="http://schemas.microsoft.com/office/drawing/2014/main" id="{4078FD86-4E25-1271-1AF0-C9711C862BC5}"/>
                  </a:ext>
                </a:extLst>
              </p14:cNvPr>
              <p14:cNvContentPartPr/>
              <p14:nvPr/>
            </p14:nvContentPartPr>
            <p14:xfrm>
              <a:off x="1849500" y="5495976"/>
              <a:ext cx="92880" cy="77760"/>
            </p14:xfrm>
          </p:contentPart>
        </mc:Choice>
        <mc:Fallback xmlns="">
          <p:pic>
            <p:nvPicPr>
              <p:cNvPr id="228" name="Ink 227">
                <a:extLst>
                  <a:ext uri="{FF2B5EF4-FFF2-40B4-BE49-F238E27FC236}">
                    <a16:creationId xmlns:a16="http://schemas.microsoft.com/office/drawing/2014/main" id="{4078FD86-4E25-1271-1AF0-C9711C862BC5}"/>
                  </a:ext>
                </a:extLst>
              </p:cNvPr>
              <p:cNvPicPr/>
              <p:nvPr/>
            </p:nvPicPr>
            <p:blipFill>
              <a:blip r:embed="rId186"/>
              <a:stretch>
                <a:fillRect/>
              </a:stretch>
            </p:blipFill>
            <p:spPr>
              <a:xfrm>
                <a:off x="1845180" y="5491656"/>
                <a:ext cx="101520" cy="8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2">
            <p14:nvContentPartPr>
              <p14:cNvPr id="229" name="Ink 228">
                <a:extLst>
                  <a:ext uri="{FF2B5EF4-FFF2-40B4-BE49-F238E27FC236}">
                    <a16:creationId xmlns:a16="http://schemas.microsoft.com/office/drawing/2014/main" id="{2BB56686-41A5-C1E5-83CD-96A032EA609A}"/>
                  </a:ext>
                </a:extLst>
              </p14:cNvPr>
              <p14:cNvContentPartPr/>
              <p14:nvPr/>
            </p14:nvContentPartPr>
            <p14:xfrm>
              <a:off x="382140" y="6021936"/>
              <a:ext cx="88560" cy="92160"/>
            </p14:xfrm>
          </p:contentPart>
        </mc:Choice>
        <mc:Fallback xmlns="">
          <p:pic>
            <p:nvPicPr>
              <p:cNvPr id="229" name="Ink 228">
                <a:extLst>
                  <a:ext uri="{FF2B5EF4-FFF2-40B4-BE49-F238E27FC236}">
                    <a16:creationId xmlns:a16="http://schemas.microsoft.com/office/drawing/2014/main" id="{2BB56686-41A5-C1E5-83CD-96A032EA609A}"/>
                  </a:ext>
                </a:extLst>
              </p:cNvPr>
              <p:cNvPicPr/>
              <p:nvPr/>
            </p:nvPicPr>
            <p:blipFill>
              <a:blip r:embed="rId188"/>
              <a:stretch>
                <a:fillRect/>
              </a:stretch>
            </p:blipFill>
            <p:spPr>
              <a:xfrm>
                <a:off x="377820" y="6017616"/>
                <a:ext cx="97200" cy="10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3">
            <p14:nvContentPartPr>
              <p14:cNvPr id="230" name="Ink 229">
                <a:extLst>
                  <a:ext uri="{FF2B5EF4-FFF2-40B4-BE49-F238E27FC236}">
                    <a16:creationId xmlns:a16="http://schemas.microsoft.com/office/drawing/2014/main" id="{91FD7442-DEDC-1E89-887C-7343DE7C05E6}"/>
                  </a:ext>
                </a:extLst>
              </p14:cNvPr>
              <p14:cNvContentPartPr/>
              <p14:nvPr/>
            </p14:nvContentPartPr>
            <p14:xfrm>
              <a:off x="544140" y="5823936"/>
              <a:ext cx="213480" cy="404640"/>
            </p14:xfrm>
          </p:contentPart>
        </mc:Choice>
        <mc:Fallback xmlns="">
          <p:pic>
            <p:nvPicPr>
              <p:cNvPr id="230" name="Ink 229">
                <a:extLst>
                  <a:ext uri="{FF2B5EF4-FFF2-40B4-BE49-F238E27FC236}">
                    <a16:creationId xmlns:a16="http://schemas.microsoft.com/office/drawing/2014/main" id="{91FD7442-DEDC-1E89-887C-7343DE7C05E6}"/>
                  </a:ext>
                </a:extLst>
              </p:cNvPr>
              <p:cNvPicPr/>
              <p:nvPr/>
            </p:nvPicPr>
            <p:blipFill>
              <a:blip r:embed="rId190"/>
              <a:stretch>
                <a:fillRect/>
              </a:stretch>
            </p:blipFill>
            <p:spPr>
              <a:xfrm>
                <a:off x="539820" y="5819616"/>
                <a:ext cx="222120" cy="41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4">
            <p14:nvContentPartPr>
              <p14:cNvPr id="231" name="Ink 230">
                <a:extLst>
                  <a:ext uri="{FF2B5EF4-FFF2-40B4-BE49-F238E27FC236}">
                    <a16:creationId xmlns:a16="http://schemas.microsoft.com/office/drawing/2014/main" id="{E5547AE1-6B98-15D5-09A9-F0A9BCBDBF96}"/>
                  </a:ext>
                </a:extLst>
              </p14:cNvPr>
              <p14:cNvContentPartPr/>
              <p14:nvPr/>
            </p14:nvContentPartPr>
            <p14:xfrm>
              <a:off x="523620" y="6047856"/>
              <a:ext cx="192240" cy="7200"/>
            </p14:xfrm>
          </p:contentPart>
        </mc:Choice>
        <mc:Fallback xmlns="">
          <p:pic>
            <p:nvPicPr>
              <p:cNvPr id="231" name="Ink 230">
                <a:extLst>
                  <a:ext uri="{FF2B5EF4-FFF2-40B4-BE49-F238E27FC236}">
                    <a16:creationId xmlns:a16="http://schemas.microsoft.com/office/drawing/2014/main" id="{E5547AE1-6B98-15D5-09A9-F0A9BCBDBF96}"/>
                  </a:ext>
                </a:extLst>
              </p:cNvPr>
              <p:cNvPicPr/>
              <p:nvPr/>
            </p:nvPicPr>
            <p:blipFill>
              <a:blip r:embed="rId192"/>
              <a:stretch>
                <a:fillRect/>
              </a:stretch>
            </p:blipFill>
            <p:spPr>
              <a:xfrm>
                <a:off x="519300" y="6043536"/>
                <a:ext cx="200880" cy="1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5">
            <p14:nvContentPartPr>
              <p14:cNvPr id="232" name="Ink 231">
                <a:extLst>
                  <a:ext uri="{FF2B5EF4-FFF2-40B4-BE49-F238E27FC236}">
                    <a16:creationId xmlns:a16="http://schemas.microsoft.com/office/drawing/2014/main" id="{11AFAF92-0129-8070-25EB-FCD5516D35AC}"/>
                  </a:ext>
                </a:extLst>
              </p14:cNvPr>
              <p14:cNvContentPartPr/>
              <p14:nvPr/>
            </p14:nvContentPartPr>
            <p14:xfrm>
              <a:off x="946260" y="6015456"/>
              <a:ext cx="10440" cy="250920"/>
            </p14:xfrm>
          </p:contentPart>
        </mc:Choice>
        <mc:Fallback xmlns="">
          <p:pic>
            <p:nvPicPr>
              <p:cNvPr id="232" name="Ink 231">
                <a:extLst>
                  <a:ext uri="{FF2B5EF4-FFF2-40B4-BE49-F238E27FC236}">
                    <a16:creationId xmlns:a16="http://schemas.microsoft.com/office/drawing/2014/main" id="{11AFAF92-0129-8070-25EB-FCD5516D35AC}"/>
                  </a:ext>
                </a:extLst>
              </p:cNvPr>
              <p:cNvPicPr/>
              <p:nvPr/>
            </p:nvPicPr>
            <p:blipFill>
              <a:blip r:embed="rId194"/>
              <a:stretch>
                <a:fillRect/>
              </a:stretch>
            </p:blipFill>
            <p:spPr>
              <a:xfrm>
                <a:off x="941940" y="6011136"/>
                <a:ext cx="19080" cy="25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6">
            <p14:nvContentPartPr>
              <p14:cNvPr id="233" name="Ink 232">
                <a:extLst>
                  <a:ext uri="{FF2B5EF4-FFF2-40B4-BE49-F238E27FC236}">
                    <a16:creationId xmlns:a16="http://schemas.microsoft.com/office/drawing/2014/main" id="{8D2E4FEB-580C-6F2A-0E84-32D93D623497}"/>
                  </a:ext>
                </a:extLst>
              </p14:cNvPr>
              <p14:cNvContentPartPr/>
              <p14:nvPr/>
            </p14:nvContentPartPr>
            <p14:xfrm>
              <a:off x="932580" y="5958216"/>
              <a:ext cx="95040" cy="65160"/>
            </p14:xfrm>
          </p:contentPart>
        </mc:Choice>
        <mc:Fallback xmlns="">
          <p:pic>
            <p:nvPicPr>
              <p:cNvPr id="233" name="Ink 232">
                <a:extLst>
                  <a:ext uri="{FF2B5EF4-FFF2-40B4-BE49-F238E27FC236}">
                    <a16:creationId xmlns:a16="http://schemas.microsoft.com/office/drawing/2014/main" id="{8D2E4FEB-580C-6F2A-0E84-32D93D623497}"/>
                  </a:ext>
                </a:extLst>
              </p:cNvPr>
              <p:cNvPicPr/>
              <p:nvPr/>
            </p:nvPicPr>
            <p:blipFill>
              <a:blip r:embed="rId196"/>
              <a:stretch>
                <a:fillRect/>
              </a:stretch>
            </p:blipFill>
            <p:spPr>
              <a:xfrm>
                <a:off x="928260" y="5953896"/>
                <a:ext cx="103680" cy="7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7">
            <p14:nvContentPartPr>
              <p14:cNvPr id="234" name="Ink 233">
                <a:extLst>
                  <a:ext uri="{FF2B5EF4-FFF2-40B4-BE49-F238E27FC236}">
                    <a16:creationId xmlns:a16="http://schemas.microsoft.com/office/drawing/2014/main" id="{2C85DCFF-A6CF-F9DA-AC46-21FAFD82C116}"/>
                  </a:ext>
                </a:extLst>
              </p14:cNvPr>
              <p14:cNvContentPartPr/>
              <p14:nvPr/>
            </p14:nvContentPartPr>
            <p14:xfrm>
              <a:off x="1056060" y="5961456"/>
              <a:ext cx="61920" cy="64080"/>
            </p14:xfrm>
          </p:contentPart>
        </mc:Choice>
        <mc:Fallback xmlns="">
          <p:pic>
            <p:nvPicPr>
              <p:cNvPr id="234" name="Ink 233">
                <a:extLst>
                  <a:ext uri="{FF2B5EF4-FFF2-40B4-BE49-F238E27FC236}">
                    <a16:creationId xmlns:a16="http://schemas.microsoft.com/office/drawing/2014/main" id="{2C85DCFF-A6CF-F9DA-AC46-21FAFD82C116}"/>
                  </a:ext>
                </a:extLst>
              </p:cNvPr>
              <p:cNvPicPr/>
              <p:nvPr/>
            </p:nvPicPr>
            <p:blipFill>
              <a:blip r:embed="rId198"/>
              <a:stretch>
                <a:fillRect/>
              </a:stretch>
            </p:blipFill>
            <p:spPr>
              <a:xfrm>
                <a:off x="1051740" y="5957136"/>
                <a:ext cx="70560" cy="72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8">
            <p14:nvContentPartPr>
              <p14:cNvPr id="235" name="Ink 234">
                <a:extLst>
                  <a:ext uri="{FF2B5EF4-FFF2-40B4-BE49-F238E27FC236}">
                    <a16:creationId xmlns:a16="http://schemas.microsoft.com/office/drawing/2014/main" id="{5F33392C-0B5A-E667-23C8-466B45535247}"/>
                  </a:ext>
                </a:extLst>
              </p14:cNvPr>
              <p14:cNvContentPartPr/>
              <p14:nvPr/>
            </p14:nvContentPartPr>
            <p14:xfrm>
              <a:off x="1159020" y="5922216"/>
              <a:ext cx="109080" cy="122760"/>
            </p14:xfrm>
          </p:contentPart>
        </mc:Choice>
        <mc:Fallback xmlns="">
          <p:pic>
            <p:nvPicPr>
              <p:cNvPr id="235" name="Ink 234">
                <a:extLst>
                  <a:ext uri="{FF2B5EF4-FFF2-40B4-BE49-F238E27FC236}">
                    <a16:creationId xmlns:a16="http://schemas.microsoft.com/office/drawing/2014/main" id="{5F33392C-0B5A-E667-23C8-466B45535247}"/>
                  </a:ext>
                </a:extLst>
              </p:cNvPr>
              <p:cNvPicPr/>
              <p:nvPr/>
            </p:nvPicPr>
            <p:blipFill>
              <a:blip r:embed="rId200"/>
              <a:stretch>
                <a:fillRect/>
              </a:stretch>
            </p:blipFill>
            <p:spPr>
              <a:xfrm>
                <a:off x="1154700" y="5917896"/>
                <a:ext cx="117720" cy="1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9">
            <p14:nvContentPartPr>
              <p14:cNvPr id="236" name="Ink 235">
                <a:extLst>
                  <a:ext uri="{FF2B5EF4-FFF2-40B4-BE49-F238E27FC236}">
                    <a16:creationId xmlns:a16="http://schemas.microsoft.com/office/drawing/2014/main" id="{DCD11953-72E4-90B8-64CF-53CF24723026}"/>
                  </a:ext>
                </a:extLst>
              </p14:cNvPr>
              <p14:cNvContentPartPr/>
              <p14:nvPr/>
            </p14:nvContentPartPr>
            <p14:xfrm>
              <a:off x="1311300" y="5955696"/>
              <a:ext cx="28080" cy="54720"/>
            </p14:xfrm>
          </p:contentPart>
        </mc:Choice>
        <mc:Fallback xmlns="">
          <p:pic>
            <p:nvPicPr>
              <p:cNvPr id="236" name="Ink 235">
                <a:extLst>
                  <a:ext uri="{FF2B5EF4-FFF2-40B4-BE49-F238E27FC236}">
                    <a16:creationId xmlns:a16="http://schemas.microsoft.com/office/drawing/2014/main" id="{DCD11953-72E4-90B8-64CF-53CF24723026}"/>
                  </a:ext>
                </a:extLst>
              </p:cNvPr>
              <p:cNvPicPr/>
              <p:nvPr/>
            </p:nvPicPr>
            <p:blipFill>
              <a:blip r:embed="rId202"/>
              <a:stretch>
                <a:fillRect/>
              </a:stretch>
            </p:blipFill>
            <p:spPr>
              <a:xfrm>
                <a:off x="1306980" y="5951376"/>
                <a:ext cx="36720" cy="6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0">
            <p14:nvContentPartPr>
              <p14:cNvPr id="237" name="Ink 236">
                <a:extLst>
                  <a:ext uri="{FF2B5EF4-FFF2-40B4-BE49-F238E27FC236}">
                    <a16:creationId xmlns:a16="http://schemas.microsoft.com/office/drawing/2014/main" id="{66F4C51E-F203-E19A-BFE8-FE132BBB3B6F}"/>
                  </a:ext>
                </a:extLst>
              </p14:cNvPr>
              <p14:cNvContentPartPr/>
              <p14:nvPr/>
            </p14:nvContentPartPr>
            <p14:xfrm>
              <a:off x="1366740" y="5861016"/>
              <a:ext cx="14040" cy="16560"/>
            </p14:xfrm>
          </p:contentPart>
        </mc:Choice>
        <mc:Fallback xmlns="">
          <p:pic>
            <p:nvPicPr>
              <p:cNvPr id="237" name="Ink 236">
                <a:extLst>
                  <a:ext uri="{FF2B5EF4-FFF2-40B4-BE49-F238E27FC236}">
                    <a16:creationId xmlns:a16="http://schemas.microsoft.com/office/drawing/2014/main" id="{66F4C51E-F203-E19A-BFE8-FE132BBB3B6F}"/>
                  </a:ext>
                </a:extLst>
              </p:cNvPr>
              <p:cNvPicPr/>
              <p:nvPr/>
            </p:nvPicPr>
            <p:blipFill>
              <a:blip r:embed="rId204"/>
              <a:stretch>
                <a:fillRect/>
              </a:stretch>
            </p:blipFill>
            <p:spPr>
              <a:xfrm>
                <a:off x="1362420" y="5856696"/>
                <a:ext cx="22680" cy="2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1">
            <p14:nvContentPartPr>
              <p14:cNvPr id="238" name="Ink 237">
                <a:extLst>
                  <a:ext uri="{FF2B5EF4-FFF2-40B4-BE49-F238E27FC236}">
                    <a16:creationId xmlns:a16="http://schemas.microsoft.com/office/drawing/2014/main" id="{D71DC32E-D059-0D01-6904-E20D50CB6A75}"/>
                  </a:ext>
                </a:extLst>
              </p14:cNvPr>
              <p14:cNvContentPartPr/>
              <p14:nvPr/>
            </p14:nvContentPartPr>
            <p14:xfrm>
              <a:off x="1494900" y="5813496"/>
              <a:ext cx="93960" cy="217080"/>
            </p14:xfrm>
          </p:contentPart>
        </mc:Choice>
        <mc:Fallback xmlns="">
          <p:pic>
            <p:nvPicPr>
              <p:cNvPr id="238" name="Ink 237">
                <a:extLst>
                  <a:ext uri="{FF2B5EF4-FFF2-40B4-BE49-F238E27FC236}">
                    <a16:creationId xmlns:a16="http://schemas.microsoft.com/office/drawing/2014/main" id="{D71DC32E-D059-0D01-6904-E20D50CB6A75}"/>
                  </a:ext>
                </a:extLst>
              </p:cNvPr>
              <p:cNvPicPr/>
              <p:nvPr/>
            </p:nvPicPr>
            <p:blipFill>
              <a:blip r:embed="rId206"/>
              <a:stretch>
                <a:fillRect/>
              </a:stretch>
            </p:blipFill>
            <p:spPr>
              <a:xfrm>
                <a:off x="1490580" y="5809176"/>
                <a:ext cx="102600" cy="22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2">
            <p14:nvContentPartPr>
              <p14:cNvPr id="239" name="Ink 238">
                <a:extLst>
                  <a:ext uri="{FF2B5EF4-FFF2-40B4-BE49-F238E27FC236}">
                    <a16:creationId xmlns:a16="http://schemas.microsoft.com/office/drawing/2014/main" id="{1B4AC01E-CD1B-250E-0F1E-52841B2BD328}"/>
                  </a:ext>
                </a:extLst>
              </p14:cNvPr>
              <p14:cNvContentPartPr/>
              <p14:nvPr/>
            </p14:nvContentPartPr>
            <p14:xfrm>
              <a:off x="1426860" y="5919696"/>
              <a:ext cx="187560" cy="5040"/>
            </p14:xfrm>
          </p:contentPart>
        </mc:Choice>
        <mc:Fallback xmlns="">
          <p:pic>
            <p:nvPicPr>
              <p:cNvPr id="239" name="Ink 238">
                <a:extLst>
                  <a:ext uri="{FF2B5EF4-FFF2-40B4-BE49-F238E27FC236}">
                    <a16:creationId xmlns:a16="http://schemas.microsoft.com/office/drawing/2014/main" id="{1B4AC01E-CD1B-250E-0F1E-52841B2BD328}"/>
                  </a:ext>
                </a:extLst>
              </p:cNvPr>
              <p:cNvPicPr/>
              <p:nvPr/>
            </p:nvPicPr>
            <p:blipFill>
              <a:blip r:embed="rId208"/>
              <a:stretch>
                <a:fillRect/>
              </a:stretch>
            </p:blipFill>
            <p:spPr>
              <a:xfrm>
                <a:off x="1422540" y="5915376"/>
                <a:ext cx="196200" cy="1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3">
            <p14:nvContentPartPr>
              <p14:cNvPr id="240" name="Ink 239">
                <a:extLst>
                  <a:ext uri="{FF2B5EF4-FFF2-40B4-BE49-F238E27FC236}">
                    <a16:creationId xmlns:a16="http://schemas.microsoft.com/office/drawing/2014/main" id="{C77C4265-E275-C48A-2C99-78FC8252897A}"/>
                  </a:ext>
                </a:extLst>
              </p14:cNvPr>
              <p14:cNvContentPartPr/>
              <p14:nvPr/>
            </p14:nvContentPartPr>
            <p14:xfrm>
              <a:off x="1660140" y="5962536"/>
              <a:ext cx="5040" cy="55800"/>
            </p14:xfrm>
          </p:contentPart>
        </mc:Choice>
        <mc:Fallback xmlns="">
          <p:pic>
            <p:nvPicPr>
              <p:cNvPr id="240" name="Ink 239">
                <a:extLst>
                  <a:ext uri="{FF2B5EF4-FFF2-40B4-BE49-F238E27FC236}">
                    <a16:creationId xmlns:a16="http://schemas.microsoft.com/office/drawing/2014/main" id="{C77C4265-E275-C48A-2C99-78FC8252897A}"/>
                  </a:ext>
                </a:extLst>
              </p:cNvPr>
              <p:cNvPicPr/>
              <p:nvPr/>
            </p:nvPicPr>
            <p:blipFill>
              <a:blip r:embed="rId210"/>
              <a:stretch>
                <a:fillRect/>
              </a:stretch>
            </p:blipFill>
            <p:spPr>
              <a:xfrm>
                <a:off x="1655820" y="5958216"/>
                <a:ext cx="13680" cy="6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4">
            <p14:nvContentPartPr>
              <p14:cNvPr id="241" name="Ink 240">
                <a:extLst>
                  <a:ext uri="{FF2B5EF4-FFF2-40B4-BE49-F238E27FC236}">
                    <a16:creationId xmlns:a16="http://schemas.microsoft.com/office/drawing/2014/main" id="{F3BEB7AA-B25D-6841-554B-0289D20384A6}"/>
                  </a:ext>
                </a:extLst>
              </p14:cNvPr>
              <p14:cNvContentPartPr/>
              <p14:nvPr/>
            </p14:nvContentPartPr>
            <p14:xfrm>
              <a:off x="1681020" y="5800896"/>
              <a:ext cx="44280" cy="87120"/>
            </p14:xfrm>
          </p:contentPart>
        </mc:Choice>
        <mc:Fallback xmlns="">
          <p:pic>
            <p:nvPicPr>
              <p:cNvPr id="241" name="Ink 240">
                <a:extLst>
                  <a:ext uri="{FF2B5EF4-FFF2-40B4-BE49-F238E27FC236}">
                    <a16:creationId xmlns:a16="http://schemas.microsoft.com/office/drawing/2014/main" id="{F3BEB7AA-B25D-6841-554B-0289D20384A6}"/>
                  </a:ext>
                </a:extLst>
              </p:cNvPr>
              <p:cNvPicPr/>
              <p:nvPr/>
            </p:nvPicPr>
            <p:blipFill>
              <a:blip r:embed="rId212"/>
              <a:stretch>
                <a:fillRect/>
              </a:stretch>
            </p:blipFill>
            <p:spPr>
              <a:xfrm>
                <a:off x="1676700" y="5796576"/>
                <a:ext cx="52920" cy="9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5">
            <p14:nvContentPartPr>
              <p14:cNvPr id="242" name="Ink 241">
                <a:extLst>
                  <a:ext uri="{FF2B5EF4-FFF2-40B4-BE49-F238E27FC236}">
                    <a16:creationId xmlns:a16="http://schemas.microsoft.com/office/drawing/2014/main" id="{4FA057EA-DFC4-3AF7-4BED-D7543721A88A}"/>
                  </a:ext>
                </a:extLst>
              </p14:cNvPr>
              <p14:cNvContentPartPr/>
              <p14:nvPr/>
            </p14:nvContentPartPr>
            <p14:xfrm>
              <a:off x="1734660" y="5902416"/>
              <a:ext cx="246960" cy="111240"/>
            </p14:xfrm>
          </p:contentPart>
        </mc:Choice>
        <mc:Fallback xmlns="">
          <p:pic>
            <p:nvPicPr>
              <p:cNvPr id="242" name="Ink 241">
                <a:extLst>
                  <a:ext uri="{FF2B5EF4-FFF2-40B4-BE49-F238E27FC236}">
                    <a16:creationId xmlns:a16="http://schemas.microsoft.com/office/drawing/2014/main" id="{4FA057EA-DFC4-3AF7-4BED-D7543721A88A}"/>
                  </a:ext>
                </a:extLst>
              </p:cNvPr>
              <p:cNvPicPr/>
              <p:nvPr/>
            </p:nvPicPr>
            <p:blipFill>
              <a:blip r:embed="rId214"/>
              <a:stretch>
                <a:fillRect/>
              </a:stretch>
            </p:blipFill>
            <p:spPr>
              <a:xfrm>
                <a:off x="1730340" y="5898096"/>
                <a:ext cx="255600" cy="11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6">
            <p14:nvContentPartPr>
              <p14:cNvPr id="244" name="Ink 243">
                <a:extLst>
                  <a:ext uri="{FF2B5EF4-FFF2-40B4-BE49-F238E27FC236}">
                    <a16:creationId xmlns:a16="http://schemas.microsoft.com/office/drawing/2014/main" id="{F2483AA9-1C71-C859-6786-7BB6F666B930}"/>
                  </a:ext>
                </a:extLst>
              </p14:cNvPr>
              <p14:cNvContentPartPr/>
              <p14:nvPr/>
            </p14:nvContentPartPr>
            <p14:xfrm>
              <a:off x="2703420" y="5655096"/>
              <a:ext cx="175320" cy="231480"/>
            </p14:xfrm>
          </p:contentPart>
        </mc:Choice>
        <mc:Fallback xmlns="">
          <p:pic>
            <p:nvPicPr>
              <p:cNvPr id="244" name="Ink 243">
                <a:extLst>
                  <a:ext uri="{FF2B5EF4-FFF2-40B4-BE49-F238E27FC236}">
                    <a16:creationId xmlns:a16="http://schemas.microsoft.com/office/drawing/2014/main" id="{F2483AA9-1C71-C859-6786-7BB6F666B930}"/>
                  </a:ext>
                </a:extLst>
              </p:cNvPr>
              <p:cNvPicPr/>
              <p:nvPr/>
            </p:nvPicPr>
            <p:blipFill>
              <a:blip r:embed="rId243"/>
              <a:stretch>
                <a:fillRect/>
              </a:stretch>
            </p:blipFill>
            <p:spPr>
              <a:xfrm>
                <a:off x="2699100" y="5650776"/>
                <a:ext cx="183960" cy="24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7">
            <p14:nvContentPartPr>
              <p14:cNvPr id="245" name="Ink 244">
                <a:extLst>
                  <a:ext uri="{FF2B5EF4-FFF2-40B4-BE49-F238E27FC236}">
                    <a16:creationId xmlns:a16="http://schemas.microsoft.com/office/drawing/2014/main" id="{3A285521-E3BC-A4E6-A489-0DB3EE1F929A}"/>
                  </a:ext>
                </a:extLst>
              </p14:cNvPr>
              <p14:cNvContentPartPr/>
              <p14:nvPr/>
            </p14:nvContentPartPr>
            <p14:xfrm>
              <a:off x="2757780" y="5991336"/>
              <a:ext cx="2160" cy="10800"/>
            </p14:xfrm>
          </p:contentPart>
        </mc:Choice>
        <mc:Fallback xmlns="">
          <p:pic>
            <p:nvPicPr>
              <p:cNvPr id="245" name="Ink 244">
                <a:extLst>
                  <a:ext uri="{FF2B5EF4-FFF2-40B4-BE49-F238E27FC236}">
                    <a16:creationId xmlns:a16="http://schemas.microsoft.com/office/drawing/2014/main" id="{3A285521-E3BC-A4E6-A489-0DB3EE1F929A}"/>
                  </a:ext>
                </a:extLst>
              </p:cNvPr>
              <p:cNvPicPr/>
              <p:nvPr/>
            </p:nvPicPr>
            <p:blipFill>
              <a:blip r:embed="rId245"/>
              <a:stretch>
                <a:fillRect/>
              </a:stretch>
            </p:blipFill>
            <p:spPr>
              <a:xfrm>
                <a:off x="2753460" y="5987016"/>
                <a:ext cx="10800" cy="1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8">
            <p14:nvContentPartPr>
              <p14:cNvPr id="246" name="Ink 245">
                <a:extLst>
                  <a:ext uri="{FF2B5EF4-FFF2-40B4-BE49-F238E27FC236}">
                    <a16:creationId xmlns:a16="http://schemas.microsoft.com/office/drawing/2014/main" id="{2D3BA5ED-D77E-2560-96C0-139C501476F0}"/>
                  </a:ext>
                </a:extLst>
              </p14:cNvPr>
              <p14:cNvContentPartPr/>
              <p14:nvPr/>
            </p14:nvContentPartPr>
            <p14:xfrm>
              <a:off x="1069740" y="5603256"/>
              <a:ext cx="18000" cy="54720"/>
            </p14:xfrm>
          </p:contentPart>
        </mc:Choice>
        <mc:Fallback xmlns="">
          <p:pic>
            <p:nvPicPr>
              <p:cNvPr id="246" name="Ink 245">
                <a:extLst>
                  <a:ext uri="{FF2B5EF4-FFF2-40B4-BE49-F238E27FC236}">
                    <a16:creationId xmlns:a16="http://schemas.microsoft.com/office/drawing/2014/main" id="{2D3BA5ED-D77E-2560-96C0-139C501476F0}"/>
                  </a:ext>
                </a:extLst>
              </p:cNvPr>
              <p:cNvPicPr/>
              <p:nvPr/>
            </p:nvPicPr>
            <p:blipFill>
              <a:blip r:embed="rId249"/>
              <a:stretch>
                <a:fillRect/>
              </a:stretch>
            </p:blipFill>
            <p:spPr>
              <a:xfrm>
                <a:off x="1065420" y="5598936"/>
                <a:ext cx="26640" cy="6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9">
            <p14:nvContentPartPr>
              <p14:cNvPr id="247" name="Ink 246">
                <a:extLst>
                  <a:ext uri="{FF2B5EF4-FFF2-40B4-BE49-F238E27FC236}">
                    <a16:creationId xmlns:a16="http://schemas.microsoft.com/office/drawing/2014/main" id="{EBFB543C-5F8D-4AD3-E445-5F957951A36C}"/>
                  </a:ext>
                </a:extLst>
              </p14:cNvPr>
              <p14:cNvContentPartPr/>
              <p14:nvPr/>
            </p14:nvContentPartPr>
            <p14:xfrm>
              <a:off x="1124100" y="5461416"/>
              <a:ext cx="14400" cy="43200"/>
            </p14:xfrm>
          </p:contentPart>
        </mc:Choice>
        <mc:Fallback xmlns="">
          <p:pic>
            <p:nvPicPr>
              <p:cNvPr id="247" name="Ink 246">
                <a:extLst>
                  <a:ext uri="{FF2B5EF4-FFF2-40B4-BE49-F238E27FC236}">
                    <a16:creationId xmlns:a16="http://schemas.microsoft.com/office/drawing/2014/main" id="{EBFB543C-5F8D-4AD3-E445-5F957951A36C}"/>
                  </a:ext>
                </a:extLst>
              </p:cNvPr>
              <p:cNvPicPr/>
              <p:nvPr/>
            </p:nvPicPr>
            <p:blipFill>
              <a:blip r:embed="rId251"/>
              <a:stretch>
                <a:fillRect/>
              </a:stretch>
            </p:blipFill>
            <p:spPr>
              <a:xfrm>
                <a:off x="1119780" y="5457096"/>
                <a:ext cx="23040" cy="5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0">
            <p14:nvContentPartPr>
              <p14:cNvPr id="248" name="Ink 247">
                <a:extLst>
                  <a:ext uri="{FF2B5EF4-FFF2-40B4-BE49-F238E27FC236}">
                    <a16:creationId xmlns:a16="http://schemas.microsoft.com/office/drawing/2014/main" id="{EBC1B2B0-1995-B709-6AA1-DF19F461698E}"/>
                  </a:ext>
                </a:extLst>
              </p14:cNvPr>
              <p14:cNvContentPartPr/>
              <p14:nvPr/>
            </p14:nvContentPartPr>
            <p14:xfrm>
              <a:off x="1114380" y="5581296"/>
              <a:ext cx="40320" cy="95040"/>
            </p14:xfrm>
          </p:contentPart>
        </mc:Choice>
        <mc:Fallback xmlns="">
          <p:pic>
            <p:nvPicPr>
              <p:cNvPr id="248" name="Ink 247">
                <a:extLst>
                  <a:ext uri="{FF2B5EF4-FFF2-40B4-BE49-F238E27FC236}">
                    <a16:creationId xmlns:a16="http://schemas.microsoft.com/office/drawing/2014/main" id="{EBC1B2B0-1995-B709-6AA1-DF19F461698E}"/>
                  </a:ext>
                </a:extLst>
              </p:cNvPr>
              <p:cNvPicPr/>
              <p:nvPr/>
            </p:nvPicPr>
            <p:blipFill>
              <a:blip r:embed="rId253"/>
              <a:stretch>
                <a:fillRect/>
              </a:stretch>
            </p:blipFill>
            <p:spPr>
              <a:xfrm>
                <a:off x="1110060" y="5576976"/>
                <a:ext cx="48960" cy="103680"/>
              </a:xfrm>
              <a:prstGeom prst="rect">
                <a:avLst/>
              </a:prstGeom>
            </p:spPr>
          </p:pic>
        </mc:Fallback>
      </mc:AlternateContent>
      <p:grpSp>
        <p:nvGrpSpPr>
          <p:cNvPr id="252" name="Group 251">
            <a:extLst>
              <a:ext uri="{FF2B5EF4-FFF2-40B4-BE49-F238E27FC236}">
                <a16:creationId xmlns:a16="http://schemas.microsoft.com/office/drawing/2014/main" id="{A2757A27-00D3-4768-8E3F-7CE285707807}"/>
              </a:ext>
            </a:extLst>
          </p:cNvPr>
          <p:cNvGrpSpPr/>
          <p:nvPr/>
        </p:nvGrpSpPr>
        <p:grpSpPr>
          <a:xfrm>
            <a:off x="2391120" y="5688216"/>
            <a:ext cx="107640" cy="309600"/>
            <a:chOff x="2391120" y="5688216"/>
            <a:chExt cx="107640" cy="309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1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8AEA5432-FD6F-2753-BE36-039EDDE62451}"/>
                    </a:ext>
                  </a:extLst>
                </p14:cNvPr>
                <p14:cNvContentPartPr/>
                <p14:nvPr/>
              </p14:nvContentPartPr>
              <p14:xfrm>
                <a:off x="2391120" y="5688216"/>
                <a:ext cx="15120" cy="307080"/>
              </p14:xfrm>
            </p:contentPart>
          </mc:Choice>
          <mc:Fallback xmlns=""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8AEA5432-FD6F-2753-BE36-039EDDE62451}"/>
                    </a:ext>
                  </a:extLst>
                </p:cNvPr>
                <p:cNvPicPr/>
                <p:nvPr/>
              </p:nvPicPr>
              <p:blipFill>
                <a:blip r:embed="rId322"/>
                <a:stretch>
                  <a:fillRect/>
                </a:stretch>
              </p:blipFill>
              <p:spPr>
                <a:xfrm>
                  <a:off x="2386800" y="5683896"/>
                  <a:ext cx="23760" cy="31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3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4F0D58D1-12FE-E2D6-6EF7-21E995761E9D}"/>
                    </a:ext>
                  </a:extLst>
                </p14:cNvPr>
                <p14:cNvContentPartPr/>
                <p14:nvPr/>
              </p14:nvContentPartPr>
              <p14:xfrm>
                <a:off x="2393280" y="5784696"/>
                <a:ext cx="105480" cy="213120"/>
              </p14:xfrm>
            </p:contentPart>
          </mc:Choice>
          <mc:Fallback xmlns=""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4F0D58D1-12FE-E2D6-6EF7-21E995761E9D}"/>
                    </a:ext>
                  </a:extLst>
                </p:cNvPr>
                <p:cNvPicPr/>
                <p:nvPr/>
              </p:nvPicPr>
              <p:blipFill>
                <a:blip r:embed="rId324"/>
                <a:stretch>
                  <a:fillRect/>
                </a:stretch>
              </p:blipFill>
              <p:spPr>
                <a:xfrm>
                  <a:off x="2388960" y="5780376"/>
                  <a:ext cx="114120" cy="221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1" name="Group 270">
            <a:extLst>
              <a:ext uri="{FF2B5EF4-FFF2-40B4-BE49-F238E27FC236}">
                <a16:creationId xmlns:a16="http://schemas.microsoft.com/office/drawing/2014/main" id="{96A93C41-BCC6-270B-6449-A416E21E93A9}"/>
              </a:ext>
            </a:extLst>
          </p:cNvPr>
          <p:cNvGrpSpPr/>
          <p:nvPr/>
        </p:nvGrpSpPr>
        <p:grpSpPr>
          <a:xfrm>
            <a:off x="3543480" y="5674896"/>
            <a:ext cx="482760" cy="276480"/>
            <a:chOff x="3543480" y="5674896"/>
            <a:chExt cx="482760" cy="276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5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D65B4855-11F2-23CD-B5D1-B1E3ED43E748}"/>
                    </a:ext>
                  </a:extLst>
                </p14:cNvPr>
                <p14:cNvContentPartPr/>
                <p14:nvPr/>
              </p14:nvContentPartPr>
              <p14:xfrm>
                <a:off x="3543480" y="5725296"/>
                <a:ext cx="154800" cy="217440"/>
              </p14:xfrm>
            </p:contentPart>
          </mc:Choice>
          <mc:Fallback xmlns=""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D65B4855-11F2-23CD-B5D1-B1E3ED43E748}"/>
                    </a:ext>
                  </a:extLst>
                </p:cNvPr>
                <p:cNvPicPr/>
                <p:nvPr/>
              </p:nvPicPr>
              <p:blipFill>
                <a:blip r:embed="rId326"/>
                <a:stretch>
                  <a:fillRect/>
                </a:stretch>
              </p:blipFill>
              <p:spPr>
                <a:xfrm>
                  <a:off x="3539160" y="5720976"/>
                  <a:ext cx="16344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7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8124E874-656F-8BA7-A12A-6DD997AA3380}"/>
                    </a:ext>
                  </a:extLst>
                </p14:cNvPr>
                <p14:cNvContentPartPr/>
                <p14:nvPr/>
              </p14:nvContentPartPr>
              <p14:xfrm>
                <a:off x="3751560" y="5674896"/>
                <a:ext cx="18720" cy="276480"/>
              </p14:xfrm>
            </p:contentPart>
          </mc:Choice>
          <mc:Fallback xmlns=""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8124E874-656F-8BA7-A12A-6DD997AA3380}"/>
                    </a:ext>
                  </a:extLst>
                </p:cNvPr>
                <p:cNvPicPr/>
                <p:nvPr/>
              </p:nvPicPr>
              <p:blipFill>
                <a:blip r:embed="rId328"/>
                <a:stretch>
                  <a:fillRect/>
                </a:stretch>
              </p:blipFill>
              <p:spPr>
                <a:xfrm>
                  <a:off x="3747240" y="5670576"/>
                  <a:ext cx="27360" cy="28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9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78A9B3AB-EE6C-8812-A4B6-83D9BBADFE01}"/>
                    </a:ext>
                  </a:extLst>
                </p14:cNvPr>
                <p14:cNvContentPartPr/>
                <p14:nvPr/>
              </p14:nvContentPartPr>
              <p14:xfrm>
                <a:off x="3767760" y="5778936"/>
                <a:ext cx="102960" cy="164520"/>
              </p14:xfrm>
            </p:contentPart>
          </mc:Choice>
          <mc:Fallback xmlns=""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78A9B3AB-EE6C-8812-A4B6-83D9BBADFE01}"/>
                    </a:ext>
                  </a:extLst>
                </p:cNvPr>
                <p:cNvPicPr/>
                <p:nvPr/>
              </p:nvPicPr>
              <p:blipFill>
                <a:blip r:embed="rId330"/>
                <a:stretch>
                  <a:fillRect/>
                </a:stretch>
              </p:blipFill>
              <p:spPr>
                <a:xfrm>
                  <a:off x="3763440" y="5774616"/>
                  <a:ext cx="11160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1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B07B4CA0-1687-A000-7C23-2289B3BD004E}"/>
                    </a:ext>
                  </a:extLst>
                </p14:cNvPr>
                <p14:cNvContentPartPr/>
                <p14:nvPr/>
              </p14:nvContentPartPr>
              <p14:xfrm>
                <a:off x="3968640" y="5765256"/>
                <a:ext cx="11880" cy="132840"/>
              </p14:xfrm>
            </p:contentPart>
          </mc:Choice>
          <mc:Fallback xmlns=""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B07B4CA0-1687-A000-7C23-2289B3BD004E}"/>
                    </a:ext>
                  </a:extLst>
                </p:cNvPr>
                <p:cNvPicPr/>
                <p:nvPr/>
              </p:nvPicPr>
              <p:blipFill>
                <a:blip r:embed="rId332"/>
                <a:stretch>
                  <a:fillRect/>
                </a:stretch>
              </p:blipFill>
              <p:spPr>
                <a:xfrm>
                  <a:off x="3964320" y="5760936"/>
                  <a:ext cx="2052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3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0E27513A-2D55-E478-B9BC-D279AD35D739}"/>
                    </a:ext>
                  </a:extLst>
                </p14:cNvPr>
                <p14:cNvContentPartPr/>
                <p14:nvPr/>
              </p14:nvContentPartPr>
              <p14:xfrm>
                <a:off x="3929400" y="5835456"/>
                <a:ext cx="96840" cy="360"/>
              </p14:xfrm>
            </p:contentPart>
          </mc:Choice>
          <mc:Fallback xmlns=""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0E27513A-2D55-E478-B9BC-D279AD35D739}"/>
                    </a:ext>
                  </a:extLst>
                </p:cNvPr>
                <p:cNvPicPr/>
                <p:nvPr/>
              </p:nvPicPr>
              <p:blipFill>
                <a:blip r:embed="rId334"/>
                <a:stretch>
                  <a:fillRect/>
                </a:stretch>
              </p:blipFill>
              <p:spPr>
                <a:xfrm>
                  <a:off x="3925080" y="5831136"/>
                  <a:ext cx="105480" cy="9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35">
            <p14:nvContentPartPr>
              <p14:cNvPr id="259" name="Ink 258">
                <a:extLst>
                  <a:ext uri="{FF2B5EF4-FFF2-40B4-BE49-F238E27FC236}">
                    <a16:creationId xmlns:a16="http://schemas.microsoft.com/office/drawing/2014/main" id="{0C9D88DC-78B8-4493-F5A9-93402BF65EA3}"/>
                  </a:ext>
                </a:extLst>
              </p14:cNvPr>
              <p14:cNvContentPartPr/>
              <p14:nvPr/>
            </p14:nvContentPartPr>
            <p14:xfrm>
              <a:off x="4174200" y="5694696"/>
              <a:ext cx="2880" cy="238320"/>
            </p14:xfrm>
          </p:contentPart>
        </mc:Choice>
        <mc:Fallback xmlns="">
          <p:pic>
            <p:nvPicPr>
              <p:cNvPr id="259" name="Ink 258">
                <a:extLst>
                  <a:ext uri="{FF2B5EF4-FFF2-40B4-BE49-F238E27FC236}">
                    <a16:creationId xmlns:a16="http://schemas.microsoft.com/office/drawing/2014/main" id="{0C9D88DC-78B8-4493-F5A9-93402BF65EA3}"/>
                  </a:ext>
                </a:extLst>
              </p:cNvPr>
              <p:cNvPicPr/>
              <p:nvPr/>
            </p:nvPicPr>
            <p:blipFill>
              <a:blip r:embed="rId336"/>
              <a:stretch>
                <a:fillRect/>
              </a:stretch>
            </p:blipFill>
            <p:spPr>
              <a:xfrm>
                <a:off x="4169520" y="5690016"/>
                <a:ext cx="11520" cy="246960"/>
              </a:xfrm>
              <a:prstGeom prst="rect">
                <a:avLst/>
              </a:prstGeom>
            </p:spPr>
          </p:pic>
        </mc:Fallback>
      </mc:AlternateContent>
      <p:grpSp>
        <p:nvGrpSpPr>
          <p:cNvPr id="280" name="Group 279">
            <a:extLst>
              <a:ext uri="{FF2B5EF4-FFF2-40B4-BE49-F238E27FC236}">
                <a16:creationId xmlns:a16="http://schemas.microsoft.com/office/drawing/2014/main" id="{C395876C-891F-F659-6C7D-D475E2C531FD}"/>
              </a:ext>
            </a:extLst>
          </p:cNvPr>
          <p:cNvGrpSpPr/>
          <p:nvPr/>
        </p:nvGrpSpPr>
        <p:grpSpPr>
          <a:xfrm>
            <a:off x="9690120" y="491256"/>
            <a:ext cx="1938600" cy="1628280"/>
            <a:chOff x="9690120" y="491256"/>
            <a:chExt cx="1938600" cy="1628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37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B9931BCA-4C4F-6CA4-CEF9-D37FB21CD727}"/>
                    </a:ext>
                  </a:extLst>
                </p14:cNvPr>
                <p14:cNvContentPartPr/>
                <p14:nvPr/>
              </p14:nvContentPartPr>
              <p14:xfrm>
                <a:off x="10449360" y="491256"/>
                <a:ext cx="334080" cy="373320"/>
              </p14:xfrm>
            </p:contentPart>
          </mc:Choice>
          <mc:Fallback xmlns=""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B9931BCA-4C4F-6CA4-CEF9-D37FB21CD727}"/>
                    </a:ext>
                  </a:extLst>
                </p:cNvPr>
                <p:cNvPicPr/>
                <p:nvPr/>
              </p:nvPicPr>
              <p:blipFill>
                <a:blip r:embed="rId338"/>
                <a:stretch>
                  <a:fillRect/>
                </a:stretch>
              </p:blipFill>
              <p:spPr>
                <a:xfrm>
                  <a:off x="10445040" y="486936"/>
                  <a:ext cx="342720" cy="38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9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450CFD19-E4BC-FD09-42D1-100B0658841D}"/>
                    </a:ext>
                  </a:extLst>
                </p14:cNvPr>
                <p14:cNvContentPartPr/>
                <p14:nvPr/>
              </p14:nvContentPartPr>
              <p14:xfrm>
                <a:off x="10606680" y="859176"/>
                <a:ext cx="90720" cy="237240"/>
              </p14:xfrm>
            </p:contentPart>
          </mc:Choice>
          <mc:Fallback xmlns=""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450CFD19-E4BC-FD09-42D1-100B0658841D}"/>
                    </a:ext>
                  </a:extLst>
                </p:cNvPr>
                <p:cNvPicPr/>
                <p:nvPr/>
              </p:nvPicPr>
              <p:blipFill>
                <a:blip r:embed="rId340"/>
                <a:stretch>
                  <a:fillRect/>
                </a:stretch>
              </p:blipFill>
              <p:spPr>
                <a:xfrm>
                  <a:off x="10602360" y="854856"/>
                  <a:ext cx="99360" cy="24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1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D938E9C7-5447-21BC-ADB6-A1338CEFF043}"/>
                    </a:ext>
                  </a:extLst>
                </p14:cNvPr>
                <p14:cNvContentPartPr/>
                <p14:nvPr/>
              </p14:nvContentPartPr>
              <p14:xfrm>
                <a:off x="10256400" y="808056"/>
                <a:ext cx="254520" cy="529200"/>
              </p14:xfrm>
            </p:contentPart>
          </mc:Choice>
          <mc:Fallback xmlns=""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D938E9C7-5447-21BC-ADB6-A1338CEFF043}"/>
                    </a:ext>
                  </a:extLst>
                </p:cNvPr>
                <p:cNvPicPr/>
                <p:nvPr/>
              </p:nvPicPr>
              <p:blipFill>
                <a:blip r:embed="rId342"/>
                <a:stretch>
                  <a:fillRect/>
                </a:stretch>
              </p:blipFill>
              <p:spPr>
                <a:xfrm>
                  <a:off x="10252080" y="803736"/>
                  <a:ext cx="263160" cy="53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3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22803438-4AAB-99E8-97C1-0CFB3347DEED}"/>
                    </a:ext>
                  </a:extLst>
                </p14:cNvPr>
                <p14:cNvContentPartPr/>
                <p14:nvPr/>
              </p14:nvContentPartPr>
              <p14:xfrm>
                <a:off x="9889200" y="1318536"/>
                <a:ext cx="505080" cy="485280"/>
              </p14:xfrm>
            </p:contentPart>
          </mc:Choice>
          <mc:Fallback xmlns=""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22803438-4AAB-99E8-97C1-0CFB3347DEED}"/>
                    </a:ext>
                  </a:extLst>
                </p:cNvPr>
                <p:cNvPicPr/>
                <p:nvPr/>
              </p:nvPicPr>
              <p:blipFill>
                <a:blip r:embed="rId344"/>
                <a:stretch>
                  <a:fillRect/>
                </a:stretch>
              </p:blipFill>
              <p:spPr>
                <a:xfrm>
                  <a:off x="9884880" y="1314216"/>
                  <a:ext cx="513720" cy="49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5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AA199081-8B53-AE2C-D1F5-BE2525CFB4DB}"/>
                    </a:ext>
                  </a:extLst>
                </p14:cNvPr>
                <p14:cNvContentPartPr/>
                <p14:nvPr/>
              </p14:nvContentPartPr>
              <p14:xfrm>
                <a:off x="9865800" y="1841976"/>
                <a:ext cx="12960" cy="216000"/>
              </p14:xfrm>
            </p:contentPart>
          </mc:Choice>
          <mc:Fallback xmlns=""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AA199081-8B53-AE2C-D1F5-BE2525CFB4DB}"/>
                    </a:ext>
                  </a:extLst>
                </p:cNvPr>
                <p:cNvPicPr/>
                <p:nvPr/>
              </p:nvPicPr>
              <p:blipFill>
                <a:blip r:embed="rId346"/>
                <a:stretch>
                  <a:fillRect/>
                </a:stretch>
              </p:blipFill>
              <p:spPr>
                <a:xfrm>
                  <a:off x="9861480" y="1837656"/>
                  <a:ext cx="21600" cy="22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7">
              <p14:nvContentPartPr>
                <p14:cNvPr id="265" name="Ink 264">
                  <a:extLst>
                    <a:ext uri="{FF2B5EF4-FFF2-40B4-BE49-F238E27FC236}">
                      <a16:creationId xmlns:a16="http://schemas.microsoft.com/office/drawing/2014/main" id="{163DB176-BA31-50D1-31E4-93ED0B9280DC}"/>
                    </a:ext>
                  </a:extLst>
                </p14:cNvPr>
                <p14:cNvContentPartPr/>
                <p14:nvPr/>
              </p14:nvContentPartPr>
              <p14:xfrm>
                <a:off x="9690120" y="1908936"/>
                <a:ext cx="144000" cy="154080"/>
              </p14:xfrm>
            </p:contentPart>
          </mc:Choice>
          <mc:Fallback xmlns="">
            <p:pic>
              <p:nvPicPr>
                <p:cNvPr id="265" name="Ink 264">
                  <a:extLst>
                    <a:ext uri="{FF2B5EF4-FFF2-40B4-BE49-F238E27FC236}">
                      <a16:creationId xmlns:a16="http://schemas.microsoft.com/office/drawing/2014/main" id="{163DB176-BA31-50D1-31E4-93ED0B9280DC}"/>
                    </a:ext>
                  </a:extLst>
                </p:cNvPr>
                <p:cNvPicPr/>
                <p:nvPr/>
              </p:nvPicPr>
              <p:blipFill>
                <a:blip r:embed="rId348"/>
                <a:stretch>
                  <a:fillRect/>
                </a:stretch>
              </p:blipFill>
              <p:spPr>
                <a:xfrm>
                  <a:off x="9685800" y="1904616"/>
                  <a:ext cx="152640" cy="16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9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9A192563-B223-98DE-EF76-576ADE99E004}"/>
                    </a:ext>
                  </a:extLst>
                </p14:cNvPr>
                <p14:cNvContentPartPr/>
                <p14:nvPr/>
              </p14:nvContentPartPr>
              <p14:xfrm>
                <a:off x="9865800" y="1933056"/>
                <a:ext cx="108000" cy="114480"/>
              </p14:xfrm>
            </p:contentPart>
          </mc:Choice>
          <mc:Fallback xmlns=""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9A192563-B223-98DE-EF76-576ADE99E004}"/>
                    </a:ext>
                  </a:extLst>
                </p:cNvPr>
                <p:cNvPicPr/>
                <p:nvPr/>
              </p:nvPicPr>
              <p:blipFill>
                <a:blip r:embed="rId350"/>
                <a:stretch>
                  <a:fillRect/>
                </a:stretch>
              </p:blipFill>
              <p:spPr>
                <a:xfrm>
                  <a:off x="9861480" y="1928736"/>
                  <a:ext cx="11664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1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57CA73B2-51A9-CCDE-04E5-2F353C8CBB5C}"/>
                    </a:ext>
                  </a:extLst>
                </p14:cNvPr>
                <p14:cNvContentPartPr/>
                <p14:nvPr/>
              </p14:nvContentPartPr>
              <p14:xfrm>
                <a:off x="10087200" y="1929456"/>
                <a:ext cx="12240" cy="105480"/>
              </p14:xfrm>
            </p:contentPart>
          </mc:Choice>
          <mc:Fallback xmlns=""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57CA73B2-51A9-CCDE-04E5-2F353C8CBB5C}"/>
                    </a:ext>
                  </a:extLst>
                </p:cNvPr>
                <p:cNvPicPr/>
                <p:nvPr/>
              </p:nvPicPr>
              <p:blipFill>
                <a:blip r:embed="rId352"/>
                <a:stretch>
                  <a:fillRect/>
                </a:stretch>
              </p:blipFill>
              <p:spPr>
                <a:xfrm>
                  <a:off x="10082880" y="1925136"/>
                  <a:ext cx="2088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3">
              <p14:nvContentPartPr>
                <p14:cNvPr id="268" name="Ink 267">
                  <a:extLst>
                    <a:ext uri="{FF2B5EF4-FFF2-40B4-BE49-F238E27FC236}">
                      <a16:creationId xmlns:a16="http://schemas.microsoft.com/office/drawing/2014/main" id="{37A76475-20C4-1411-D0EF-70B581FCF8CD}"/>
                    </a:ext>
                  </a:extLst>
                </p14:cNvPr>
                <p14:cNvContentPartPr/>
                <p14:nvPr/>
              </p14:nvContentPartPr>
              <p14:xfrm>
                <a:off x="10038960" y="1958616"/>
                <a:ext cx="134280" cy="9720"/>
              </p14:xfrm>
            </p:contentPart>
          </mc:Choice>
          <mc:Fallback xmlns="">
            <p:pic>
              <p:nvPicPr>
                <p:cNvPr id="268" name="Ink 267">
                  <a:extLst>
                    <a:ext uri="{FF2B5EF4-FFF2-40B4-BE49-F238E27FC236}">
                      <a16:creationId xmlns:a16="http://schemas.microsoft.com/office/drawing/2014/main" id="{37A76475-20C4-1411-D0EF-70B581FCF8CD}"/>
                    </a:ext>
                  </a:extLst>
                </p:cNvPr>
                <p:cNvPicPr/>
                <p:nvPr/>
              </p:nvPicPr>
              <p:blipFill>
                <a:blip r:embed="rId354"/>
                <a:stretch>
                  <a:fillRect/>
                </a:stretch>
              </p:blipFill>
              <p:spPr>
                <a:xfrm>
                  <a:off x="10034640" y="1954296"/>
                  <a:ext cx="142920" cy="1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5">
              <p14:nvContentPartPr>
                <p14:cNvPr id="269" name="Ink 268">
                  <a:extLst>
                    <a:ext uri="{FF2B5EF4-FFF2-40B4-BE49-F238E27FC236}">
                      <a16:creationId xmlns:a16="http://schemas.microsoft.com/office/drawing/2014/main" id="{098ED50A-2343-D4A2-3AEF-484D510C4CF2}"/>
                    </a:ext>
                  </a:extLst>
                </p14:cNvPr>
                <p14:cNvContentPartPr/>
                <p14:nvPr/>
              </p14:nvContentPartPr>
              <p14:xfrm>
                <a:off x="10270080" y="1897416"/>
                <a:ext cx="16560" cy="142560"/>
              </p14:xfrm>
            </p:contentPart>
          </mc:Choice>
          <mc:Fallback xmlns="">
            <p:pic>
              <p:nvPicPr>
                <p:cNvPr id="269" name="Ink 268">
                  <a:extLst>
                    <a:ext uri="{FF2B5EF4-FFF2-40B4-BE49-F238E27FC236}">
                      <a16:creationId xmlns:a16="http://schemas.microsoft.com/office/drawing/2014/main" id="{098ED50A-2343-D4A2-3AEF-484D510C4CF2}"/>
                    </a:ext>
                  </a:extLst>
                </p:cNvPr>
                <p:cNvPicPr/>
                <p:nvPr/>
              </p:nvPicPr>
              <p:blipFill>
                <a:blip r:embed="rId356"/>
                <a:stretch>
                  <a:fillRect/>
                </a:stretch>
              </p:blipFill>
              <p:spPr>
                <a:xfrm>
                  <a:off x="10265760" y="1893096"/>
                  <a:ext cx="2520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7">
              <p14:nvContentPartPr>
                <p14:cNvPr id="272" name="Ink 271">
                  <a:extLst>
                    <a:ext uri="{FF2B5EF4-FFF2-40B4-BE49-F238E27FC236}">
                      <a16:creationId xmlns:a16="http://schemas.microsoft.com/office/drawing/2014/main" id="{48FDDF17-F7B5-6284-368D-62E4A5B56B03}"/>
                    </a:ext>
                  </a:extLst>
                </p14:cNvPr>
                <p14:cNvContentPartPr/>
                <p14:nvPr/>
              </p14:nvContentPartPr>
              <p14:xfrm>
                <a:off x="10746000" y="791856"/>
                <a:ext cx="388800" cy="609120"/>
              </p14:xfrm>
            </p:contentPart>
          </mc:Choice>
          <mc:Fallback xmlns="">
            <p:pic>
              <p:nvPicPr>
                <p:cNvPr id="272" name="Ink 271">
                  <a:extLst>
                    <a:ext uri="{FF2B5EF4-FFF2-40B4-BE49-F238E27FC236}">
                      <a16:creationId xmlns:a16="http://schemas.microsoft.com/office/drawing/2014/main" id="{48FDDF17-F7B5-6284-368D-62E4A5B56B03}"/>
                    </a:ext>
                  </a:extLst>
                </p:cNvPr>
                <p:cNvPicPr/>
                <p:nvPr/>
              </p:nvPicPr>
              <p:blipFill>
                <a:blip r:embed="rId358"/>
                <a:stretch>
                  <a:fillRect/>
                </a:stretch>
              </p:blipFill>
              <p:spPr>
                <a:xfrm>
                  <a:off x="10741680" y="787536"/>
                  <a:ext cx="397440" cy="61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9">
              <p14:nvContentPartPr>
                <p14:cNvPr id="273" name="Ink 272">
                  <a:extLst>
                    <a:ext uri="{FF2B5EF4-FFF2-40B4-BE49-F238E27FC236}">
                      <a16:creationId xmlns:a16="http://schemas.microsoft.com/office/drawing/2014/main" id="{935159FA-7572-6B09-CD47-B4CFF9DE6F76}"/>
                    </a:ext>
                  </a:extLst>
                </p14:cNvPr>
                <p14:cNvContentPartPr/>
                <p14:nvPr/>
              </p14:nvContentPartPr>
              <p14:xfrm>
                <a:off x="10907280" y="1413216"/>
                <a:ext cx="497520" cy="486720"/>
              </p14:xfrm>
            </p:contentPart>
          </mc:Choice>
          <mc:Fallback xmlns="">
            <p:pic>
              <p:nvPicPr>
                <p:cNvPr id="273" name="Ink 272">
                  <a:extLst>
                    <a:ext uri="{FF2B5EF4-FFF2-40B4-BE49-F238E27FC236}">
                      <a16:creationId xmlns:a16="http://schemas.microsoft.com/office/drawing/2014/main" id="{935159FA-7572-6B09-CD47-B4CFF9DE6F76}"/>
                    </a:ext>
                  </a:extLst>
                </p:cNvPr>
                <p:cNvPicPr/>
                <p:nvPr/>
              </p:nvPicPr>
              <p:blipFill>
                <a:blip r:embed="rId360"/>
                <a:stretch>
                  <a:fillRect/>
                </a:stretch>
              </p:blipFill>
              <p:spPr>
                <a:xfrm>
                  <a:off x="10902960" y="1408896"/>
                  <a:ext cx="506160" cy="49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1">
              <p14:nvContentPartPr>
                <p14:cNvPr id="275" name="Ink 274">
                  <a:extLst>
                    <a:ext uri="{FF2B5EF4-FFF2-40B4-BE49-F238E27FC236}">
                      <a16:creationId xmlns:a16="http://schemas.microsoft.com/office/drawing/2014/main" id="{4BA96312-A1B3-BFCE-0E2F-2800DFEC39DB}"/>
                    </a:ext>
                  </a:extLst>
                </p14:cNvPr>
                <p14:cNvContentPartPr/>
                <p14:nvPr/>
              </p14:nvContentPartPr>
              <p14:xfrm>
                <a:off x="10935360" y="1943496"/>
                <a:ext cx="146880" cy="140760"/>
              </p14:xfrm>
            </p:contentPart>
          </mc:Choice>
          <mc:Fallback xmlns="">
            <p:pic>
              <p:nvPicPr>
                <p:cNvPr id="275" name="Ink 274">
                  <a:extLst>
                    <a:ext uri="{FF2B5EF4-FFF2-40B4-BE49-F238E27FC236}">
                      <a16:creationId xmlns:a16="http://schemas.microsoft.com/office/drawing/2014/main" id="{4BA96312-A1B3-BFCE-0E2F-2800DFEC39DB}"/>
                    </a:ext>
                  </a:extLst>
                </p:cNvPr>
                <p:cNvPicPr/>
                <p:nvPr/>
              </p:nvPicPr>
              <p:blipFill>
                <a:blip r:embed="rId362"/>
                <a:stretch>
                  <a:fillRect/>
                </a:stretch>
              </p:blipFill>
              <p:spPr>
                <a:xfrm>
                  <a:off x="10931040" y="1939176"/>
                  <a:ext cx="155520" cy="14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3">
              <p14:nvContentPartPr>
                <p14:cNvPr id="276" name="Ink 275">
                  <a:extLst>
                    <a:ext uri="{FF2B5EF4-FFF2-40B4-BE49-F238E27FC236}">
                      <a16:creationId xmlns:a16="http://schemas.microsoft.com/office/drawing/2014/main" id="{AE40B44B-AADA-0F10-B53B-5BE5F8F3F2F0}"/>
                    </a:ext>
                  </a:extLst>
                </p14:cNvPr>
                <p14:cNvContentPartPr/>
                <p14:nvPr/>
              </p14:nvContentPartPr>
              <p14:xfrm>
                <a:off x="11137680" y="1921536"/>
                <a:ext cx="112680" cy="198000"/>
              </p14:xfrm>
            </p:contentPart>
          </mc:Choice>
          <mc:Fallback xmlns="">
            <p:pic>
              <p:nvPicPr>
                <p:cNvPr id="276" name="Ink 275">
                  <a:extLst>
                    <a:ext uri="{FF2B5EF4-FFF2-40B4-BE49-F238E27FC236}">
                      <a16:creationId xmlns:a16="http://schemas.microsoft.com/office/drawing/2014/main" id="{AE40B44B-AADA-0F10-B53B-5BE5F8F3F2F0}"/>
                    </a:ext>
                  </a:extLst>
                </p:cNvPr>
                <p:cNvPicPr/>
                <p:nvPr/>
              </p:nvPicPr>
              <p:blipFill>
                <a:blip r:embed="rId364"/>
                <a:stretch>
                  <a:fillRect/>
                </a:stretch>
              </p:blipFill>
              <p:spPr>
                <a:xfrm>
                  <a:off x="11133360" y="1917216"/>
                  <a:ext cx="121320" cy="20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5">
              <p14:nvContentPartPr>
                <p14:cNvPr id="277" name="Ink 276">
                  <a:extLst>
                    <a:ext uri="{FF2B5EF4-FFF2-40B4-BE49-F238E27FC236}">
                      <a16:creationId xmlns:a16="http://schemas.microsoft.com/office/drawing/2014/main" id="{AC806BA3-2A18-0A24-6A39-3E679E6F9B26}"/>
                    </a:ext>
                  </a:extLst>
                </p14:cNvPr>
                <p14:cNvContentPartPr/>
                <p14:nvPr/>
              </p14:nvContentPartPr>
              <p14:xfrm>
                <a:off x="11337120" y="1945656"/>
                <a:ext cx="11880" cy="143640"/>
              </p14:xfrm>
            </p:contentPart>
          </mc:Choice>
          <mc:Fallback xmlns="">
            <p:pic>
              <p:nvPicPr>
                <p:cNvPr id="277" name="Ink 276">
                  <a:extLst>
                    <a:ext uri="{FF2B5EF4-FFF2-40B4-BE49-F238E27FC236}">
                      <a16:creationId xmlns:a16="http://schemas.microsoft.com/office/drawing/2014/main" id="{AC806BA3-2A18-0A24-6A39-3E679E6F9B26}"/>
                    </a:ext>
                  </a:extLst>
                </p:cNvPr>
                <p:cNvPicPr/>
                <p:nvPr/>
              </p:nvPicPr>
              <p:blipFill>
                <a:blip r:embed="rId366"/>
                <a:stretch>
                  <a:fillRect/>
                </a:stretch>
              </p:blipFill>
              <p:spPr>
                <a:xfrm>
                  <a:off x="11332800" y="1941336"/>
                  <a:ext cx="2052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7">
              <p14:nvContentPartPr>
                <p14:cNvPr id="278" name="Ink 277">
                  <a:extLst>
                    <a:ext uri="{FF2B5EF4-FFF2-40B4-BE49-F238E27FC236}">
                      <a16:creationId xmlns:a16="http://schemas.microsoft.com/office/drawing/2014/main" id="{04CCBD03-669A-7709-02A5-6B169D77CA1C}"/>
                    </a:ext>
                  </a:extLst>
                </p14:cNvPr>
                <p14:cNvContentPartPr/>
                <p14:nvPr/>
              </p14:nvContentPartPr>
              <p14:xfrm>
                <a:off x="11300400" y="2025576"/>
                <a:ext cx="100800" cy="12600"/>
              </p14:xfrm>
            </p:contentPart>
          </mc:Choice>
          <mc:Fallback xmlns="">
            <p:pic>
              <p:nvPicPr>
                <p:cNvPr id="278" name="Ink 277">
                  <a:extLst>
                    <a:ext uri="{FF2B5EF4-FFF2-40B4-BE49-F238E27FC236}">
                      <a16:creationId xmlns:a16="http://schemas.microsoft.com/office/drawing/2014/main" id="{04CCBD03-669A-7709-02A5-6B169D77CA1C}"/>
                    </a:ext>
                  </a:extLst>
                </p:cNvPr>
                <p:cNvPicPr/>
                <p:nvPr/>
              </p:nvPicPr>
              <p:blipFill>
                <a:blip r:embed="rId368"/>
                <a:stretch>
                  <a:fillRect/>
                </a:stretch>
              </p:blipFill>
              <p:spPr>
                <a:xfrm>
                  <a:off x="11296080" y="2021256"/>
                  <a:ext cx="10944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9">
              <p14:nvContentPartPr>
                <p14:cNvPr id="279" name="Ink 278">
                  <a:extLst>
                    <a:ext uri="{FF2B5EF4-FFF2-40B4-BE49-F238E27FC236}">
                      <a16:creationId xmlns:a16="http://schemas.microsoft.com/office/drawing/2014/main" id="{F5B3E36E-EA4D-385E-852D-72565905EF54}"/>
                    </a:ext>
                  </a:extLst>
                </p14:cNvPr>
                <p14:cNvContentPartPr/>
                <p14:nvPr/>
              </p14:nvContentPartPr>
              <p14:xfrm>
                <a:off x="11463120" y="1938456"/>
                <a:ext cx="165600" cy="169560"/>
              </p14:xfrm>
            </p:contentPart>
          </mc:Choice>
          <mc:Fallback xmlns="">
            <p:pic>
              <p:nvPicPr>
                <p:cNvPr id="279" name="Ink 278">
                  <a:extLst>
                    <a:ext uri="{FF2B5EF4-FFF2-40B4-BE49-F238E27FC236}">
                      <a16:creationId xmlns:a16="http://schemas.microsoft.com/office/drawing/2014/main" id="{F5B3E36E-EA4D-385E-852D-72565905EF54}"/>
                    </a:ext>
                  </a:extLst>
                </p:cNvPr>
                <p:cNvPicPr/>
                <p:nvPr/>
              </p:nvPicPr>
              <p:blipFill>
                <a:blip r:embed="rId370"/>
                <a:stretch>
                  <a:fillRect/>
                </a:stretch>
              </p:blipFill>
              <p:spPr>
                <a:xfrm>
                  <a:off x="11458800" y="1934136"/>
                  <a:ext cx="174240" cy="178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2" name="Group 301">
            <a:extLst>
              <a:ext uri="{FF2B5EF4-FFF2-40B4-BE49-F238E27FC236}">
                <a16:creationId xmlns:a16="http://schemas.microsoft.com/office/drawing/2014/main" id="{33081FE7-5311-F028-19A6-A8FAE526E1C1}"/>
              </a:ext>
            </a:extLst>
          </p:cNvPr>
          <p:cNvGrpSpPr/>
          <p:nvPr/>
        </p:nvGrpSpPr>
        <p:grpSpPr>
          <a:xfrm>
            <a:off x="5549940" y="5358816"/>
            <a:ext cx="291240" cy="260640"/>
            <a:chOff x="5549940" y="5358816"/>
            <a:chExt cx="291240" cy="260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71">
              <p14:nvContentPartPr>
                <p14:cNvPr id="285" name="Ink 284">
                  <a:extLst>
                    <a:ext uri="{FF2B5EF4-FFF2-40B4-BE49-F238E27FC236}">
                      <a16:creationId xmlns:a16="http://schemas.microsoft.com/office/drawing/2014/main" id="{C7E51575-091F-1166-F3AC-3DA90B162E62}"/>
                    </a:ext>
                  </a:extLst>
                </p14:cNvPr>
                <p14:cNvContentPartPr/>
                <p14:nvPr/>
              </p14:nvContentPartPr>
              <p14:xfrm>
                <a:off x="5549940" y="5504616"/>
                <a:ext cx="2520" cy="114840"/>
              </p14:xfrm>
            </p:contentPart>
          </mc:Choice>
          <mc:Fallback xmlns="">
            <p:pic>
              <p:nvPicPr>
                <p:cNvPr id="285" name="Ink 284">
                  <a:extLst>
                    <a:ext uri="{FF2B5EF4-FFF2-40B4-BE49-F238E27FC236}">
                      <a16:creationId xmlns:a16="http://schemas.microsoft.com/office/drawing/2014/main" id="{C7E51575-091F-1166-F3AC-3DA90B162E62}"/>
                    </a:ext>
                  </a:extLst>
                </p:cNvPr>
                <p:cNvPicPr/>
                <p:nvPr/>
              </p:nvPicPr>
              <p:blipFill>
                <a:blip r:embed="rId372"/>
                <a:stretch>
                  <a:fillRect/>
                </a:stretch>
              </p:blipFill>
              <p:spPr>
                <a:xfrm>
                  <a:off x="5545620" y="5500296"/>
                  <a:ext cx="1116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3">
              <p14:nvContentPartPr>
                <p14:cNvPr id="286" name="Ink 285">
                  <a:extLst>
                    <a:ext uri="{FF2B5EF4-FFF2-40B4-BE49-F238E27FC236}">
                      <a16:creationId xmlns:a16="http://schemas.microsoft.com/office/drawing/2014/main" id="{41DD22FD-331F-B52B-A4CA-0E0D2CF6EA80}"/>
                    </a:ext>
                  </a:extLst>
                </p14:cNvPr>
                <p14:cNvContentPartPr/>
                <p14:nvPr/>
              </p14:nvContentPartPr>
              <p14:xfrm>
                <a:off x="5559300" y="5358816"/>
                <a:ext cx="30240" cy="66240"/>
              </p14:xfrm>
            </p:contentPart>
          </mc:Choice>
          <mc:Fallback xmlns="">
            <p:pic>
              <p:nvPicPr>
                <p:cNvPr id="286" name="Ink 285">
                  <a:extLst>
                    <a:ext uri="{FF2B5EF4-FFF2-40B4-BE49-F238E27FC236}">
                      <a16:creationId xmlns:a16="http://schemas.microsoft.com/office/drawing/2014/main" id="{41DD22FD-331F-B52B-A4CA-0E0D2CF6EA80}"/>
                    </a:ext>
                  </a:extLst>
                </p:cNvPr>
                <p:cNvPicPr/>
                <p:nvPr/>
              </p:nvPicPr>
              <p:blipFill>
                <a:blip r:embed="rId374"/>
                <a:stretch>
                  <a:fillRect/>
                </a:stretch>
              </p:blipFill>
              <p:spPr>
                <a:xfrm>
                  <a:off x="5554980" y="5354496"/>
                  <a:ext cx="3888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5">
              <p14:nvContentPartPr>
                <p14:cNvPr id="287" name="Ink 286">
                  <a:extLst>
                    <a:ext uri="{FF2B5EF4-FFF2-40B4-BE49-F238E27FC236}">
                      <a16:creationId xmlns:a16="http://schemas.microsoft.com/office/drawing/2014/main" id="{40C707BC-5CA8-05AA-3BD2-AFE381803AE2}"/>
                    </a:ext>
                  </a:extLst>
                </p14:cNvPr>
                <p14:cNvContentPartPr/>
                <p14:nvPr/>
              </p14:nvContentPartPr>
              <p14:xfrm>
                <a:off x="5607540" y="5487336"/>
                <a:ext cx="111240" cy="85680"/>
              </p14:xfrm>
            </p:contentPart>
          </mc:Choice>
          <mc:Fallback xmlns="">
            <p:pic>
              <p:nvPicPr>
                <p:cNvPr id="287" name="Ink 286">
                  <a:extLst>
                    <a:ext uri="{FF2B5EF4-FFF2-40B4-BE49-F238E27FC236}">
                      <a16:creationId xmlns:a16="http://schemas.microsoft.com/office/drawing/2014/main" id="{40C707BC-5CA8-05AA-3BD2-AFE381803AE2}"/>
                    </a:ext>
                  </a:extLst>
                </p:cNvPr>
                <p:cNvPicPr/>
                <p:nvPr/>
              </p:nvPicPr>
              <p:blipFill>
                <a:blip r:embed="rId376"/>
                <a:stretch>
                  <a:fillRect/>
                </a:stretch>
              </p:blipFill>
              <p:spPr>
                <a:xfrm>
                  <a:off x="5603220" y="5483016"/>
                  <a:ext cx="11988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7">
              <p14:nvContentPartPr>
                <p14:cNvPr id="288" name="Ink 287">
                  <a:extLst>
                    <a:ext uri="{FF2B5EF4-FFF2-40B4-BE49-F238E27FC236}">
                      <a16:creationId xmlns:a16="http://schemas.microsoft.com/office/drawing/2014/main" id="{533EFFBA-E042-A1A5-0AF6-B6E834065ABC}"/>
                    </a:ext>
                  </a:extLst>
                </p14:cNvPr>
                <p14:cNvContentPartPr/>
                <p14:nvPr/>
              </p14:nvContentPartPr>
              <p14:xfrm>
                <a:off x="5784660" y="5389056"/>
                <a:ext cx="56520" cy="159840"/>
              </p14:xfrm>
            </p:contentPart>
          </mc:Choice>
          <mc:Fallback xmlns="">
            <p:pic>
              <p:nvPicPr>
                <p:cNvPr id="288" name="Ink 287">
                  <a:extLst>
                    <a:ext uri="{FF2B5EF4-FFF2-40B4-BE49-F238E27FC236}">
                      <a16:creationId xmlns:a16="http://schemas.microsoft.com/office/drawing/2014/main" id="{533EFFBA-E042-A1A5-0AF6-B6E834065ABC}"/>
                    </a:ext>
                  </a:extLst>
                </p:cNvPr>
                <p:cNvPicPr/>
                <p:nvPr/>
              </p:nvPicPr>
              <p:blipFill>
                <a:blip r:embed="rId378"/>
                <a:stretch>
                  <a:fillRect/>
                </a:stretch>
              </p:blipFill>
              <p:spPr>
                <a:xfrm>
                  <a:off x="5780340" y="5384736"/>
                  <a:ext cx="65160" cy="16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9">
              <p14:nvContentPartPr>
                <p14:cNvPr id="289" name="Ink 288">
                  <a:extLst>
                    <a:ext uri="{FF2B5EF4-FFF2-40B4-BE49-F238E27FC236}">
                      <a16:creationId xmlns:a16="http://schemas.microsoft.com/office/drawing/2014/main" id="{4B32E97D-4836-35FF-8805-B8096D789AC8}"/>
                    </a:ext>
                  </a:extLst>
                </p14:cNvPr>
                <p14:cNvContentPartPr/>
                <p14:nvPr/>
              </p14:nvContentPartPr>
              <p14:xfrm>
                <a:off x="5754420" y="5490576"/>
                <a:ext cx="84240" cy="21240"/>
              </p14:xfrm>
            </p:contentPart>
          </mc:Choice>
          <mc:Fallback xmlns="">
            <p:pic>
              <p:nvPicPr>
                <p:cNvPr id="289" name="Ink 288">
                  <a:extLst>
                    <a:ext uri="{FF2B5EF4-FFF2-40B4-BE49-F238E27FC236}">
                      <a16:creationId xmlns:a16="http://schemas.microsoft.com/office/drawing/2014/main" id="{4B32E97D-4836-35FF-8805-B8096D789AC8}"/>
                    </a:ext>
                  </a:extLst>
                </p:cNvPr>
                <p:cNvPicPr/>
                <p:nvPr/>
              </p:nvPicPr>
              <p:blipFill>
                <a:blip r:embed="rId380"/>
                <a:stretch>
                  <a:fillRect/>
                </a:stretch>
              </p:blipFill>
              <p:spPr>
                <a:xfrm>
                  <a:off x="5750100" y="5486256"/>
                  <a:ext cx="92880" cy="29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9" name="Group 308">
            <a:extLst>
              <a:ext uri="{FF2B5EF4-FFF2-40B4-BE49-F238E27FC236}">
                <a16:creationId xmlns:a16="http://schemas.microsoft.com/office/drawing/2014/main" id="{5436575F-A461-4C19-A26E-C6699134DBDD}"/>
              </a:ext>
            </a:extLst>
          </p:cNvPr>
          <p:cNvGrpSpPr/>
          <p:nvPr/>
        </p:nvGrpSpPr>
        <p:grpSpPr>
          <a:xfrm>
            <a:off x="6152580" y="5288616"/>
            <a:ext cx="1116360" cy="337680"/>
            <a:chOff x="6152580" y="5288616"/>
            <a:chExt cx="1116360" cy="337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1">
              <p14:nvContentPartPr>
                <p14:cNvPr id="290" name="Ink 289">
                  <a:extLst>
                    <a:ext uri="{FF2B5EF4-FFF2-40B4-BE49-F238E27FC236}">
                      <a16:creationId xmlns:a16="http://schemas.microsoft.com/office/drawing/2014/main" id="{7FAB84DD-B01B-A48F-3D24-D4C38F40D7DA}"/>
                    </a:ext>
                  </a:extLst>
                </p14:cNvPr>
                <p14:cNvContentPartPr/>
                <p14:nvPr/>
              </p14:nvContentPartPr>
              <p14:xfrm>
                <a:off x="6152580" y="5337936"/>
                <a:ext cx="30240" cy="196920"/>
              </p14:xfrm>
            </p:contentPart>
          </mc:Choice>
          <mc:Fallback xmlns="">
            <p:pic>
              <p:nvPicPr>
                <p:cNvPr id="290" name="Ink 289">
                  <a:extLst>
                    <a:ext uri="{FF2B5EF4-FFF2-40B4-BE49-F238E27FC236}">
                      <a16:creationId xmlns:a16="http://schemas.microsoft.com/office/drawing/2014/main" id="{7FAB84DD-B01B-A48F-3D24-D4C38F40D7DA}"/>
                    </a:ext>
                  </a:extLst>
                </p:cNvPr>
                <p:cNvPicPr/>
                <p:nvPr/>
              </p:nvPicPr>
              <p:blipFill>
                <a:blip r:embed="rId382"/>
                <a:stretch>
                  <a:fillRect/>
                </a:stretch>
              </p:blipFill>
              <p:spPr>
                <a:xfrm>
                  <a:off x="6148260" y="5333616"/>
                  <a:ext cx="38880" cy="20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3">
              <p14:nvContentPartPr>
                <p14:cNvPr id="291" name="Ink 290">
                  <a:extLst>
                    <a:ext uri="{FF2B5EF4-FFF2-40B4-BE49-F238E27FC236}">
                      <a16:creationId xmlns:a16="http://schemas.microsoft.com/office/drawing/2014/main" id="{54B4679C-F580-9DEE-EC8B-BCB418B3AEDD}"/>
                    </a:ext>
                  </a:extLst>
                </p14:cNvPr>
                <p14:cNvContentPartPr/>
                <p14:nvPr/>
              </p14:nvContentPartPr>
              <p14:xfrm>
                <a:off x="6222060" y="5450976"/>
                <a:ext cx="95040" cy="108000"/>
              </p14:xfrm>
            </p:contentPart>
          </mc:Choice>
          <mc:Fallback xmlns="">
            <p:pic>
              <p:nvPicPr>
                <p:cNvPr id="291" name="Ink 290">
                  <a:extLst>
                    <a:ext uri="{FF2B5EF4-FFF2-40B4-BE49-F238E27FC236}">
                      <a16:creationId xmlns:a16="http://schemas.microsoft.com/office/drawing/2014/main" id="{54B4679C-F580-9DEE-EC8B-BCB418B3AEDD}"/>
                    </a:ext>
                  </a:extLst>
                </p:cNvPr>
                <p:cNvPicPr/>
                <p:nvPr/>
              </p:nvPicPr>
              <p:blipFill>
                <a:blip r:embed="rId384"/>
                <a:stretch>
                  <a:fillRect/>
                </a:stretch>
              </p:blipFill>
              <p:spPr>
                <a:xfrm>
                  <a:off x="6217740" y="5446656"/>
                  <a:ext cx="10368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5">
              <p14:nvContentPartPr>
                <p14:cNvPr id="292" name="Ink 291">
                  <a:extLst>
                    <a:ext uri="{FF2B5EF4-FFF2-40B4-BE49-F238E27FC236}">
                      <a16:creationId xmlns:a16="http://schemas.microsoft.com/office/drawing/2014/main" id="{D465FA2B-56F8-6272-33B3-DAA1C7BA4AB6}"/>
                    </a:ext>
                  </a:extLst>
                </p14:cNvPr>
                <p14:cNvContentPartPr/>
                <p14:nvPr/>
              </p14:nvContentPartPr>
              <p14:xfrm>
                <a:off x="6347700" y="5290416"/>
                <a:ext cx="179640" cy="335880"/>
              </p14:xfrm>
            </p:contentPart>
          </mc:Choice>
          <mc:Fallback xmlns="">
            <p:pic>
              <p:nvPicPr>
                <p:cNvPr id="292" name="Ink 291">
                  <a:extLst>
                    <a:ext uri="{FF2B5EF4-FFF2-40B4-BE49-F238E27FC236}">
                      <a16:creationId xmlns:a16="http://schemas.microsoft.com/office/drawing/2014/main" id="{D465FA2B-56F8-6272-33B3-DAA1C7BA4AB6}"/>
                    </a:ext>
                  </a:extLst>
                </p:cNvPr>
                <p:cNvPicPr/>
                <p:nvPr/>
              </p:nvPicPr>
              <p:blipFill>
                <a:blip r:embed="rId386"/>
                <a:stretch>
                  <a:fillRect/>
                </a:stretch>
              </p:blipFill>
              <p:spPr>
                <a:xfrm>
                  <a:off x="6343380" y="5286096"/>
                  <a:ext cx="188280" cy="34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7">
              <p14:nvContentPartPr>
                <p14:cNvPr id="293" name="Ink 292">
                  <a:extLst>
                    <a:ext uri="{FF2B5EF4-FFF2-40B4-BE49-F238E27FC236}">
                      <a16:creationId xmlns:a16="http://schemas.microsoft.com/office/drawing/2014/main" id="{ABA9DAD5-8C13-F8A2-5CBC-C8B26491971B}"/>
                    </a:ext>
                  </a:extLst>
                </p14:cNvPr>
                <p14:cNvContentPartPr/>
                <p14:nvPr/>
              </p14:nvContentPartPr>
              <p14:xfrm>
                <a:off x="6367500" y="5480136"/>
                <a:ext cx="62640" cy="3960"/>
              </p14:xfrm>
            </p:contentPart>
          </mc:Choice>
          <mc:Fallback xmlns="">
            <p:pic>
              <p:nvPicPr>
                <p:cNvPr id="293" name="Ink 292">
                  <a:extLst>
                    <a:ext uri="{FF2B5EF4-FFF2-40B4-BE49-F238E27FC236}">
                      <a16:creationId xmlns:a16="http://schemas.microsoft.com/office/drawing/2014/main" id="{ABA9DAD5-8C13-F8A2-5CBC-C8B26491971B}"/>
                    </a:ext>
                  </a:extLst>
                </p:cNvPr>
                <p:cNvPicPr/>
                <p:nvPr/>
              </p:nvPicPr>
              <p:blipFill>
                <a:blip r:embed="rId388"/>
                <a:stretch>
                  <a:fillRect/>
                </a:stretch>
              </p:blipFill>
              <p:spPr>
                <a:xfrm>
                  <a:off x="6363180" y="5475816"/>
                  <a:ext cx="7128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9">
              <p14:nvContentPartPr>
                <p14:cNvPr id="294" name="Ink 293">
                  <a:extLst>
                    <a:ext uri="{FF2B5EF4-FFF2-40B4-BE49-F238E27FC236}">
                      <a16:creationId xmlns:a16="http://schemas.microsoft.com/office/drawing/2014/main" id="{6A9EF8D8-7283-89C0-50BB-8395E0EEA64A}"/>
                    </a:ext>
                  </a:extLst>
                </p14:cNvPr>
                <p14:cNvContentPartPr/>
                <p14:nvPr/>
              </p14:nvContentPartPr>
              <p14:xfrm>
                <a:off x="6518340" y="5361336"/>
                <a:ext cx="50400" cy="183240"/>
              </p14:xfrm>
            </p:contentPart>
          </mc:Choice>
          <mc:Fallback xmlns="">
            <p:pic>
              <p:nvPicPr>
                <p:cNvPr id="294" name="Ink 293">
                  <a:extLst>
                    <a:ext uri="{FF2B5EF4-FFF2-40B4-BE49-F238E27FC236}">
                      <a16:creationId xmlns:a16="http://schemas.microsoft.com/office/drawing/2014/main" id="{6A9EF8D8-7283-89C0-50BB-8395E0EEA64A}"/>
                    </a:ext>
                  </a:extLst>
                </p:cNvPr>
                <p:cNvPicPr/>
                <p:nvPr/>
              </p:nvPicPr>
              <p:blipFill>
                <a:blip r:embed="rId390"/>
                <a:stretch>
                  <a:fillRect/>
                </a:stretch>
              </p:blipFill>
              <p:spPr>
                <a:xfrm>
                  <a:off x="6514020" y="5357016"/>
                  <a:ext cx="5904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1">
              <p14:nvContentPartPr>
                <p14:cNvPr id="295" name="Ink 294">
                  <a:extLst>
                    <a:ext uri="{FF2B5EF4-FFF2-40B4-BE49-F238E27FC236}">
                      <a16:creationId xmlns:a16="http://schemas.microsoft.com/office/drawing/2014/main" id="{E1AECA5E-F752-2BB9-2D8A-E8C6A17D0DD8}"/>
                    </a:ext>
                  </a:extLst>
                </p14:cNvPr>
                <p14:cNvContentPartPr/>
                <p14:nvPr/>
              </p14:nvContentPartPr>
              <p14:xfrm>
                <a:off x="6469020" y="5482656"/>
                <a:ext cx="159840" cy="12960"/>
              </p14:xfrm>
            </p:contentPart>
          </mc:Choice>
          <mc:Fallback xmlns="">
            <p:pic>
              <p:nvPicPr>
                <p:cNvPr id="295" name="Ink 294">
                  <a:extLst>
                    <a:ext uri="{FF2B5EF4-FFF2-40B4-BE49-F238E27FC236}">
                      <a16:creationId xmlns:a16="http://schemas.microsoft.com/office/drawing/2014/main" id="{E1AECA5E-F752-2BB9-2D8A-E8C6A17D0DD8}"/>
                    </a:ext>
                  </a:extLst>
                </p:cNvPr>
                <p:cNvPicPr/>
                <p:nvPr/>
              </p:nvPicPr>
              <p:blipFill>
                <a:blip r:embed="rId392"/>
                <a:stretch>
                  <a:fillRect/>
                </a:stretch>
              </p:blipFill>
              <p:spPr>
                <a:xfrm>
                  <a:off x="6464700" y="5478336"/>
                  <a:ext cx="16848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3">
              <p14:nvContentPartPr>
                <p14:cNvPr id="296" name="Ink 295">
                  <a:extLst>
                    <a:ext uri="{FF2B5EF4-FFF2-40B4-BE49-F238E27FC236}">
                      <a16:creationId xmlns:a16="http://schemas.microsoft.com/office/drawing/2014/main" id="{62CA1D66-A44F-E9C2-E49F-5ED689E89BDE}"/>
                    </a:ext>
                  </a:extLst>
                </p14:cNvPr>
                <p14:cNvContentPartPr/>
                <p14:nvPr/>
              </p14:nvContentPartPr>
              <p14:xfrm>
                <a:off x="6711660" y="5288616"/>
                <a:ext cx="187560" cy="312120"/>
              </p14:xfrm>
            </p:contentPart>
          </mc:Choice>
          <mc:Fallback xmlns="">
            <p:pic>
              <p:nvPicPr>
                <p:cNvPr id="296" name="Ink 295">
                  <a:extLst>
                    <a:ext uri="{FF2B5EF4-FFF2-40B4-BE49-F238E27FC236}">
                      <a16:creationId xmlns:a16="http://schemas.microsoft.com/office/drawing/2014/main" id="{62CA1D66-A44F-E9C2-E49F-5ED689E89BDE}"/>
                    </a:ext>
                  </a:extLst>
                </p:cNvPr>
                <p:cNvPicPr/>
                <p:nvPr/>
              </p:nvPicPr>
              <p:blipFill>
                <a:blip r:embed="rId394"/>
                <a:stretch>
                  <a:fillRect/>
                </a:stretch>
              </p:blipFill>
              <p:spPr>
                <a:xfrm>
                  <a:off x="6707340" y="5284296"/>
                  <a:ext cx="196200" cy="32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5">
              <p14:nvContentPartPr>
                <p14:cNvPr id="297" name="Ink 296">
                  <a:extLst>
                    <a:ext uri="{FF2B5EF4-FFF2-40B4-BE49-F238E27FC236}">
                      <a16:creationId xmlns:a16="http://schemas.microsoft.com/office/drawing/2014/main" id="{307DF18B-F466-F7C9-D71F-DF1B5CB95E5B}"/>
                    </a:ext>
                  </a:extLst>
                </p14:cNvPr>
                <p14:cNvContentPartPr/>
                <p14:nvPr/>
              </p14:nvContentPartPr>
              <p14:xfrm>
                <a:off x="6953940" y="5456016"/>
                <a:ext cx="25920" cy="73080"/>
              </p14:xfrm>
            </p:contentPart>
          </mc:Choice>
          <mc:Fallback xmlns="">
            <p:pic>
              <p:nvPicPr>
                <p:cNvPr id="297" name="Ink 296">
                  <a:extLst>
                    <a:ext uri="{FF2B5EF4-FFF2-40B4-BE49-F238E27FC236}">
                      <a16:creationId xmlns:a16="http://schemas.microsoft.com/office/drawing/2014/main" id="{307DF18B-F466-F7C9-D71F-DF1B5CB95E5B}"/>
                    </a:ext>
                  </a:extLst>
                </p:cNvPr>
                <p:cNvPicPr/>
                <p:nvPr/>
              </p:nvPicPr>
              <p:blipFill>
                <a:blip r:embed="rId396"/>
                <a:stretch>
                  <a:fillRect/>
                </a:stretch>
              </p:blipFill>
              <p:spPr>
                <a:xfrm>
                  <a:off x="6949620" y="5451696"/>
                  <a:ext cx="3456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7">
              <p14:nvContentPartPr>
                <p14:cNvPr id="298" name="Ink 297">
                  <a:extLst>
                    <a:ext uri="{FF2B5EF4-FFF2-40B4-BE49-F238E27FC236}">
                      <a16:creationId xmlns:a16="http://schemas.microsoft.com/office/drawing/2014/main" id="{1D5D40CE-FAA1-0DDE-41D5-26DDC60149F2}"/>
                    </a:ext>
                  </a:extLst>
                </p14:cNvPr>
                <p14:cNvContentPartPr/>
                <p14:nvPr/>
              </p14:nvContentPartPr>
              <p14:xfrm>
                <a:off x="6963300" y="5313816"/>
                <a:ext cx="37440" cy="23400"/>
              </p14:xfrm>
            </p:contentPart>
          </mc:Choice>
          <mc:Fallback xmlns="">
            <p:pic>
              <p:nvPicPr>
                <p:cNvPr id="298" name="Ink 297">
                  <a:extLst>
                    <a:ext uri="{FF2B5EF4-FFF2-40B4-BE49-F238E27FC236}">
                      <a16:creationId xmlns:a16="http://schemas.microsoft.com/office/drawing/2014/main" id="{1D5D40CE-FAA1-0DDE-41D5-26DDC60149F2}"/>
                    </a:ext>
                  </a:extLst>
                </p:cNvPr>
                <p:cNvPicPr/>
                <p:nvPr/>
              </p:nvPicPr>
              <p:blipFill>
                <a:blip r:embed="rId398"/>
                <a:stretch>
                  <a:fillRect/>
                </a:stretch>
              </p:blipFill>
              <p:spPr>
                <a:xfrm>
                  <a:off x="6958980" y="5309496"/>
                  <a:ext cx="4608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9">
              <p14:nvContentPartPr>
                <p14:cNvPr id="299" name="Ink 298">
                  <a:extLst>
                    <a:ext uri="{FF2B5EF4-FFF2-40B4-BE49-F238E27FC236}">
                      <a16:creationId xmlns:a16="http://schemas.microsoft.com/office/drawing/2014/main" id="{53CDF24F-E8A5-E037-0C38-0C6E80C9D215}"/>
                    </a:ext>
                  </a:extLst>
                </p14:cNvPr>
                <p14:cNvContentPartPr/>
                <p14:nvPr/>
              </p14:nvContentPartPr>
              <p14:xfrm>
                <a:off x="7034940" y="5404176"/>
                <a:ext cx="113400" cy="83520"/>
              </p14:xfrm>
            </p:contentPart>
          </mc:Choice>
          <mc:Fallback xmlns="">
            <p:pic>
              <p:nvPicPr>
                <p:cNvPr id="299" name="Ink 298">
                  <a:extLst>
                    <a:ext uri="{FF2B5EF4-FFF2-40B4-BE49-F238E27FC236}">
                      <a16:creationId xmlns:a16="http://schemas.microsoft.com/office/drawing/2014/main" id="{53CDF24F-E8A5-E037-0C38-0C6E80C9D215}"/>
                    </a:ext>
                  </a:extLst>
                </p:cNvPr>
                <p:cNvPicPr/>
                <p:nvPr/>
              </p:nvPicPr>
              <p:blipFill>
                <a:blip r:embed="rId400"/>
                <a:stretch>
                  <a:fillRect/>
                </a:stretch>
              </p:blipFill>
              <p:spPr>
                <a:xfrm>
                  <a:off x="7030620" y="5399856"/>
                  <a:ext cx="122040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1">
              <p14:nvContentPartPr>
                <p14:cNvPr id="303" name="Ink 302">
                  <a:extLst>
                    <a:ext uri="{FF2B5EF4-FFF2-40B4-BE49-F238E27FC236}">
                      <a16:creationId xmlns:a16="http://schemas.microsoft.com/office/drawing/2014/main" id="{D0855C20-7A86-34EE-7BAB-1D4B746D45A3}"/>
                    </a:ext>
                  </a:extLst>
                </p14:cNvPr>
                <p14:cNvContentPartPr/>
                <p14:nvPr/>
              </p14:nvContentPartPr>
              <p14:xfrm>
                <a:off x="7193340" y="5338656"/>
                <a:ext cx="75600" cy="190440"/>
              </p14:xfrm>
            </p:contentPart>
          </mc:Choice>
          <mc:Fallback xmlns="">
            <p:pic>
              <p:nvPicPr>
                <p:cNvPr id="303" name="Ink 302">
                  <a:extLst>
                    <a:ext uri="{FF2B5EF4-FFF2-40B4-BE49-F238E27FC236}">
                      <a16:creationId xmlns:a16="http://schemas.microsoft.com/office/drawing/2014/main" id="{D0855C20-7A86-34EE-7BAB-1D4B746D45A3}"/>
                    </a:ext>
                  </a:extLst>
                </p:cNvPr>
                <p:cNvPicPr/>
                <p:nvPr/>
              </p:nvPicPr>
              <p:blipFill>
                <a:blip r:embed="rId402"/>
                <a:stretch>
                  <a:fillRect/>
                </a:stretch>
              </p:blipFill>
              <p:spPr>
                <a:xfrm>
                  <a:off x="7189020" y="5334336"/>
                  <a:ext cx="8424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3">
              <p14:nvContentPartPr>
                <p14:cNvPr id="304" name="Ink 303">
                  <a:extLst>
                    <a:ext uri="{FF2B5EF4-FFF2-40B4-BE49-F238E27FC236}">
                      <a16:creationId xmlns:a16="http://schemas.microsoft.com/office/drawing/2014/main" id="{56A56122-79B0-BF46-CC4D-A29163AFEFA1}"/>
                    </a:ext>
                  </a:extLst>
                </p14:cNvPr>
                <p14:cNvContentPartPr/>
                <p14:nvPr/>
              </p14:nvContentPartPr>
              <p14:xfrm>
                <a:off x="7180740" y="5437656"/>
                <a:ext cx="60120" cy="9360"/>
              </p14:xfrm>
            </p:contentPart>
          </mc:Choice>
          <mc:Fallback xmlns="">
            <p:pic>
              <p:nvPicPr>
                <p:cNvPr id="304" name="Ink 303">
                  <a:extLst>
                    <a:ext uri="{FF2B5EF4-FFF2-40B4-BE49-F238E27FC236}">
                      <a16:creationId xmlns:a16="http://schemas.microsoft.com/office/drawing/2014/main" id="{56A56122-79B0-BF46-CC4D-A29163AFEFA1}"/>
                    </a:ext>
                  </a:extLst>
                </p:cNvPr>
                <p:cNvPicPr/>
                <p:nvPr/>
              </p:nvPicPr>
              <p:blipFill>
                <a:blip r:embed="rId404"/>
                <a:stretch>
                  <a:fillRect/>
                </a:stretch>
              </p:blipFill>
              <p:spPr>
                <a:xfrm>
                  <a:off x="7176420" y="5433336"/>
                  <a:ext cx="68760" cy="18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8" name="Group 307">
            <a:extLst>
              <a:ext uri="{FF2B5EF4-FFF2-40B4-BE49-F238E27FC236}">
                <a16:creationId xmlns:a16="http://schemas.microsoft.com/office/drawing/2014/main" id="{45ABFB53-FB57-4A58-9612-9731B29EAC03}"/>
              </a:ext>
            </a:extLst>
          </p:cNvPr>
          <p:cNvGrpSpPr/>
          <p:nvPr/>
        </p:nvGrpSpPr>
        <p:grpSpPr>
          <a:xfrm>
            <a:off x="7635780" y="5200416"/>
            <a:ext cx="353880" cy="325080"/>
            <a:chOff x="7635780" y="5200416"/>
            <a:chExt cx="353880" cy="325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05">
              <p14:nvContentPartPr>
                <p14:cNvPr id="305" name="Ink 304">
                  <a:extLst>
                    <a:ext uri="{FF2B5EF4-FFF2-40B4-BE49-F238E27FC236}">
                      <a16:creationId xmlns:a16="http://schemas.microsoft.com/office/drawing/2014/main" id="{83016D86-B8D9-5E86-E4B0-304AE340BA65}"/>
                    </a:ext>
                  </a:extLst>
                </p14:cNvPr>
                <p14:cNvContentPartPr/>
                <p14:nvPr/>
              </p14:nvContentPartPr>
              <p14:xfrm>
                <a:off x="7635780" y="5240016"/>
                <a:ext cx="101880" cy="243000"/>
              </p14:xfrm>
            </p:contentPart>
          </mc:Choice>
          <mc:Fallback xmlns="">
            <p:pic>
              <p:nvPicPr>
                <p:cNvPr id="305" name="Ink 304">
                  <a:extLst>
                    <a:ext uri="{FF2B5EF4-FFF2-40B4-BE49-F238E27FC236}">
                      <a16:creationId xmlns:a16="http://schemas.microsoft.com/office/drawing/2014/main" id="{83016D86-B8D9-5E86-E4B0-304AE340BA65}"/>
                    </a:ext>
                  </a:extLst>
                </p:cNvPr>
                <p:cNvPicPr/>
                <p:nvPr/>
              </p:nvPicPr>
              <p:blipFill>
                <a:blip r:embed="rId406"/>
                <a:stretch>
                  <a:fillRect/>
                </a:stretch>
              </p:blipFill>
              <p:spPr>
                <a:xfrm>
                  <a:off x="7631460" y="5235696"/>
                  <a:ext cx="110520" cy="25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7">
              <p14:nvContentPartPr>
                <p14:cNvPr id="306" name="Ink 305">
                  <a:extLst>
                    <a:ext uri="{FF2B5EF4-FFF2-40B4-BE49-F238E27FC236}">
                      <a16:creationId xmlns:a16="http://schemas.microsoft.com/office/drawing/2014/main" id="{95791591-838C-5E6E-D331-B0AD9CC52F75}"/>
                    </a:ext>
                  </a:extLst>
                </p14:cNvPr>
                <p14:cNvContentPartPr/>
                <p14:nvPr/>
              </p14:nvContentPartPr>
              <p14:xfrm>
                <a:off x="7803900" y="5200416"/>
                <a:ext cx="185760" cy="325080"/>
              </p14:xfrm>
            </p:contentPart>
          </mc:Choice>
          <mc:Fallback xmlns="">
            <p:pic>
              <p:nvPicPr>
                <p:cNvPr id="306" name="Ink 305">
                  <a:extLst>
                    <a:ext uri="{FF2B5EF4-FFF2-40B4-BE49-F238E27FC236}">
                      <a16:creationId xmlns:a16="http://schemas.microsoft.com/office/drawing/2014/main" id="{95791591-838C-5E6E-D331-B0AD9CC52F75}"/>
                    </a:ext>
                  </a:extLst>
                </p:cNvPr>
                <p:cNvPicPr/>
                <p:nvPr/>
              </p:nvPicPr>
              <p:blipFill>
                <a:blip r:embed="rId408"/>
                <a:stretch>
                  <a:fillRect/>
                </a:stretch>
              </p:blipFill>
              <p:spPr>
                <a:xfrm>
                  <a:off x="7799580" y="5196096"/>
                  <a:ext cx="194400" cy="333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09">
            <p14:nvContentPartPr>
              <p14:cNvPr id="307" name="Ink 306">
                <a:extLst>
                  <a:ext uri="{FF2B5EF4-FFF2-40B4-BE49-F238E27FC236}">
                    <a16:creationId xmlns:a16="http://schemas.microsoft.com/office/drawing/2014/main" id="{D2E0FE7C-D1EB-4E4E-3BBD-AB40A6778724}"/>
                  </a:ext>
                </a:extLst>
              </p14:cNvPr>
              <p14:cNvContentPartPr/>
              <p14:nvPr/>
            </p14:nvContentPartPr>
            <p14:xfrm>
              <a:off x="8342100" y="5111496"/>
              <a:ext cx="194760" cy="441360"/>
            </p14:xfrm>
          </p:contentPart>
        </mc:Choice>
        <mc:Fallback xmlns="">
          <p:pic>
            <p:nvPicPr>
              <p:cNvPr id="307" name="Ink 306">
                <a:extLst>
                  <a:ext uri="{FF2B5EF4-FFF2-40B4-BE49-F238E27FC236}">
                    <a16:creationId xmlns:a16="http://schemas.microsoft.com/office/drawing/2014/main" id="{D2E0FE7C-D1EB-4E4E-3BBD-AB40A6778724}"/>
                  </a:ext>
                </a:extLst>
              </p:cNvPr>
              <p:cNvPicPr/>
              <p:nvPr/>
            </p:nvPicPr>
            <p:blipFill>
              <a:blip r:embed="rId410"/>
              <a:stretch>
                <a:fillRect/>
              </a:stretch>
            </p:blipFill>
            <p:spPr>
              <a:xfrm>
                <a:off x="8337780" y="5107176"/>
                <a:ext cx="203400" cy="450000"/>
              </a:xfrm>
              <a:prstGeom prst="rect">
                <a:avLst/>
              </a:prstGeom>
            </p:spPr>
          </p:pic>
        </mc:Fallback>
      </mc:AlternateContent>
      <p:grpSp>
        <p:nvGrpSpPr>
          <p:cNvPr id="325" name="Group 324">
            <a:extLst>
              <a:ext uri="{FF2B5EF4-FFF2-40B4-BE49-F238E27FC236}">
                <a16:creationId xmlns:a16="http://schemas.microsoft.com/office/drawing/2014/main" id="{4D5F2490-005B-9D60-FDCD-3828BA0709DC}"/>
              </a:ext>
            </a:extLst>
          </p:cNvPr>
          <p:cNvGrpSpPr/>
          <p:nvPr/>
        </p:nvGrpSpPr>
        <p:grpSpPr>
          <a:xfrm>
            <a:off x="6085620" y="5788656"/>
            <a:ext cx="824760" cy="257760"/>
            <a:chOff x="6085620" y="5788656"/>
            <a:chExt cx="824760" cy="257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11">
              <p14:nvContentPartPr>
                <p14:cNvPr id="310" name="Ink 309">
                  <a:extLst>
                    <a:ext uri="{FF2B5EF4-FFF2-40B4-BE49-F238E27FC236}">
                      <a16:creationId xmlns:a16="http://schemas.microsoft.com/office/drawing/2014/main" id="{FEC07930-D54B-67DD-FEB0-715159F3AA4A}"/>
                    </a:ext>
                  </a:extLst>
                </p14:cNvPr>
                <p14:cNvContentPartPr/>
                <p14:nvPr/>
              </p14:nvContentPartPr>
              <p14:xfrm>
                <a:off x="6085620" y="5914296"/>
                <a:ext cx="263520" cy="132120"/>
              </p14:xfrm>
            </p:contentPart>
          </mc:Choice>
          <mc:Fallback xmlns="">
            <p:pic>
              <p:nvPicPr>
                <p:cNvPr id="310" name="Ink 309">
                  <a:extLst>
                    <a:ext uri="{FF2B5EF4-FFF2-40B4-BE49-F238E27FC236}">
                      <a16:creationId xmlns:a16="http://schemas.microsoft.com/office/drawing/2014/main" id="{FEC07930-D54B-67DD-FEB0-715159F3AA4A}"/>
                    </a:ext>
                  </a:extLst>
                </p:cNvPr>
                <p:cNvPicPr/>
                <p:nvPr/>
              </p:nvPicPr>
              <p:blipFill>
                <a:blip r:embed="rId412"/>
                <a:stretch>
                  <a:fillRect/>
                </a:stretch>
              </p:blipFill>
              <p:spPr>
                <a:xfrm>
                  <a:off x="6081300" y="5909976"/>
                  <a:ext cx="27216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3">
              <p14:nvContentPartPr>
                <p14:cNvPr id="311" name="Ink 310">
                  <a:extLst>
                    <a:ext uri="{FF2B5EF4-FFF2-40B4-BE49-F238E27FC236}">
                      <a16:creationId xmlns:a16="http://schemas.microsoft.com/office/drawing/2014/main" id="{0E598CD3-36DC-CD7C-78BB-B97E1A27938C}"/>
                    </a:ext>
                  </a:extLst>
                </p14:cNvPr>
                <p14:cNvContentPartPr/>
                <p14:nvPr/>
              </p14:nvContentPartPr>
              <p14:xfrm>
                <a:off x="6385860" y="5788656"/>
                <a:ext cx="16560" cy="203760"/>
              </p14:xfrm>
            </p:contentPart>
          </mc:Choice>
          <mc:Fallback xmlns="">
            <p:pic>
              <p:nvPicPr>
                <p:cNvPr id="311" name="Ink 310">
                  <a:extLst>
                    <a:ext uri="{FF2B5EF4-FFF2-40B4-BE49-F238E27FC236}">
                      <a16:creationId xmlns:a16="http://schemas.microsoft.com/office/drawing/2014/main" id="{0E598CD3-36DC-CD7C-78BB-B97E1A27938C}"/>
                    </a:ext>
                  </a:extLst>
                </p:cNvPr>
                <p:cNvPicPr/>
                <p:nvPr/>
              </p:nvPicPr>
              <p:blipFill>
                <a:blip r:embed="rId414"/>
                <a:stretch>
                  <a:fillRect/>
                </a:stretch>
              </p:blipFill>
              <p:spPr>
                <a:xfrm>
                  <a:off x="6381540" y="5784336"/>
                  <a:ext cx="25200" cy="21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5">
              <p14:nvContentPartPr>
                <p14:cNvPr id="312" name="Ink 311">
                  <a:extLst>
                    <a:ext uri="{FF2B5EF4-FFF2-40B4-BE49-F238E27FC236}">
                      <a16:creationId xmlns:a16="http://schemas.microsoft.com/office/drawing/2014/main" id="{56D68CFB-9F9B-BC34-97F8-64FEBFB3A628}"/>
                    </a:ext>
                  </a:extLst>
                </p14:cNvPr>
                <p14:cNvContentPartPr/>
                <p14:nvPr/>
              </p14:nvContentPartPr>
              <p14:xfrm>
                <a:off x="6360660" y="5917896"/>
                <a:ext cx="261360" cy="99720"/>
              </p14:xfrm>
            </p:contentPart>
          </mc:Choice>
          <mc:Fallback xmlns="">
            <p:pic>
              <p:nvPicPr>
                <p:cNvPr id="312" name="Ink 311">
                  <a:extLst>
                    <a:ext uri="{FF2B5EF4-FFF2-40B4-BE49-F238E27FC236}">
                      <a16:creationId xmlns:a16="http://schemas.microsoft.com/office/drawing/2014/main" id="{56D68CFB-9F9B-BC34-97F8-64FEBFB3A628}"/>
                    </a:ext>
                  </a:extLst>
                </p:cNvPr>
                <p:cNvPicPr/>
                <p:nvPr/>
              </p:nvPicPr>
              <p:blipFill>
                <a:blip r:embed="rId416"/>
                <a:stretch>
                  <a:fillRect/>
                </a:stretch>
              </p:blipFill>
              <p:spPr>
                <a:xfrm>
                  <a:off x="6356340" y="5913576"/>
                  <a:ext cx="27000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7">
              <p14:nvContentPartPr>
                <p14:cNvPr id="313" name="Ink 312">
                  <a:extLst>
                    <a:ext uri="{FF2B5EF4-FFF2-40B4-BE49-F238E27FC236}">
                      <a16:creationId xmlns:a16="http://schemas.microsoft.com/office/drawing/2014/main" id="{D18378F7-7D8B-B365-9C4A-FF9742053E36}"/>
                    </a:ext>
                  </a:extLst>
                </p14:cNvPr>
                <p14:cNvContentPartPr/>
                <p14:nvPr/>
              </p14:nvContentPartPr>
              <p14:xfrm>
                <a:off x="6663780" y="5889096"/>
                <a:ext cx="43560" cy="127080"/>
              </p14:xfrm>
            </p:contentPart>
          </mc:Choice>
          <mc:Fallback xmlns="">
            <p:pic>
              <p:nvPicPr>
                <p:cNvPr id="313" name="Ink 312">
                  <a:extLst>
                    <a:ext uri="{FF2B5EF4-FFF2-40B4-BE49-F238E27FC236}">
                      <a16:creationId xmlns:a16="http://schemas.microsoft.com/office/drawing/2014/main" id="{D18378F7-7D8B-B365-9C4A-FF9742053E36}"/>
                    </a:ext>
                  </a:extLst>
                </p:cNvPr>
                <p:cNvPicPr/>
                <p:nvPr/>
              </p:nvPicPr>
              <p:blipFill>
                <a:blip r:embed="rId418"/>
                <a:stretch>
                  <a:fillRect/>
                </a:stretch>
              </p:blipFill>
              <p:spPr>
                <a:xfrm>
                  <a:off x="6659460" y="5884776"/>
                  <a:ext cx="5220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9">
              <p14:nvContentPartPr>
                <p14:cNvPr id="314" name="Ink 313">
                  <a:extLst>
                    <a:ext uri="{FF2B5EF4-FFF2-40B4-BE49-F238E27FC236}">
                      <a16:creationId xmlns:a16="http://schemas.microsoft.com/office/drawing/2014/main" id="{002D2BA6-8439-279A-F951-2EB4CC40F7C3}"/>
                    </a:ext>
                  </a:extLst>
                </p14:cNvPr>
                <p14:cNvContentPartPr/>
                <p14:nvPr/>
              </p14:nvContentPartPr>
              <p14:xfrm>
                <a:off x="6769260" y="5918976"/>
                <a:ext cx="141120" cy="67320"/>
              </p14:xfrm>
            </p:contentPart>
          </mc:Choice>
          <mc:Fallback xmlns="">
            <p:pic>
              <p:nvPicPr>
                <p:cNvPr id="314" name="Ink 313">
                  <a:extLst>
                    <a:ext uri="{FF2B5EF4-FFF2-40B4-BE49-F238E27FC236}">
                      <a16:creationId xmlns:a16="http://schemas.microsoft.com/office/drawing/2014/main" id="{002D2BA6-8439-279A-F951-2EB4CC40F7C3}"/>
                    </a:ext>
                  </a:extLst>
                </p:cNvPr>
                <p:cNvPicPr/>
                <p:nvPr/>
              </p:nvPicPr>
              <p:blipFill>
                <a:blip r:embed="rId420"/>
                <a:stretch>
                  <a:fillRect/>
                </a:stretch>
              </p:blipFill>
              <p:spPr>
                <a:xfrm>
                  <a:off x="6764940" y="5914656"/>
                  <a:ext cx="149760" cy="75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21">
            <p14:nvContentPartPr>
              <p14:cNvPr id="315" name="Ink 314">
                <a:extLst>
                  <a:ext uri="{FF2B5EF4-FFF2-40B4-BE49-F238E27FC236}">
                    <a16:creationId xmlns:a16="http://schemas.microsoft.com/office/drawing/2014/main" id="{0FBD1189-22FC-AE51-07EB-F25BED5FB96C}"/>
                  </a:ext>
                </a:extLst>
              </p14:cNvPr>
              <p14:cNvContentPartPr/>
              <p14:nvPr/>
            </p14:nvContentPartPr>
            <p14:xfrm>
              <a:off x="7333020" y="5794056"/>
              <a:ext cx="132120" cy="194760"/>
            </p14:xfrm>
          </p:contentPart>
        </mc:Choice>
        <mc:Fallback xmlns="">
          <p:pic>
            <p:nvPicPr>
              <p:cNvPr id="315" name="Ink 314">
                <a:extLst>
                  <a:ext uri="{FF2B5EF4-FFF2-40B4-BE49-F238E27FC236}">
                    <a16:creationId xmlns:a16="http://schemas.microsoft.com/office/drawing/2014/main" id="{0FBD1189-22FC-AE51-07EB-F25BED5FB96C}"/>
                  </a:ext>
                </a:extLst>
              </p:cNvPr>
              <p:cNvPicPr/>
              <p:nvPr/>
            </p:nvPicPr>
            <p:blipFill>
              <a:blip r:embed="rId422"/>
              <a:stretch>
                <a:fillRect/>
              </a:stretch>
            </p:blipFill>
            <p:spPr>
              <a:xfrm>
                <a:off x="7328700" y="5789736"/>
                <a:ext cx="140760" cy="20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3">
            <p14:nvContentPartPr>
              <p14:cNvPr id="323" name="Ink 322">
                <a:extLst>
                  <a:ext uri="{FF2B5EF4-FFF2-40B4-BE49-F238E27FC236}">
                    <a16:creationId xmlns:a16="http://schemas.microsoft.com/office/drawing/2014/main" id="{E1D3BEEA-6C65-70E8-6427-DBD3F39F8454}"/>
                  </a:ext>
                </a:extLst>
              </p14:cNvPr>
              <p14:cNvContentPartPr/>
              <p14:nvPr/>
            </p14:nvContentPartPr>
            <p14:xfrm>
              <a:off x="5574060" y="6205536"/>
              <a:ext cx="179640" cy="367560"/>
            </p14:xfrm>
          </p:contentPart>
        </mc:Choice>
        <mc:Fallback xmlns="">
          <p:pic>
            <p:nvPicPr>
              <p:cNvPr id="323" name="Ink 322">
                <a:extLst>
                  <a:ext uri="{FF2B5EF4-FFF2-40B4-BE49-F238E27FC236}">
                    <a16:creationId xmlns:a16="http://schemas.microsoft.com/office/drawing/2014/main" id="{E1D3BEEA-6C65-70E8-6427-DBD3F39F8454}"/>
                  </a:ext>
                </a:extLst>
              </p:cNvPr>
              <p:cNvPicPr/>
              <p:nvPr/>
            </p:nvPicPr>
            <p:blipFill>
              <a:blip r:embed="rId424"/>
              <a:stretch>
                <a:fillRect/>
              </a:stretch>
            </p:blipFill>
            <p:spPr>
              <a:xfrm>
                <a:off x="5569740" y="6201216"/>
                <a:ext cx="188280" cy="37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5">
            <p14:nvContentPartPr>
              <p14:cNvPr id="330" name="Ink 329">
                <a:extLst>
                  <a:ext uri="{FF2B5EF4-FFF2-40B4-BE49-F238E27FC236}">
                    <a16:creationId xmlns:a16="http://schemas.microsoft.com/office/drawing/2014/main" id="{671E7EFF-A1BC-DE66-850F-871F6CAC1137}"/>
                  </a:ext>
                </a:extLst>
              </p14:cNvPr>
              <p14:cNvContentPartPr/>
              <p14:nvPr/>
            </p14:nvContentPartPr>
            <p14:xfrm>
              <a:off x="9241020" y="5367096"/>
              <a:ext cx="21240" cy="21240"/>
            </p14:xfrm>
          </p:contentPart>
        </mc:Choice>
        <mc:Fallback xmlns="">
          <p:pic>
            <p:nvPicPr>
              <p:cNvPr id="330" name="Ink 329">
                <a:extLst>
                  <a:ext uri="{FF2B5EF4-FFF2-40B4-BE49-F238E27FC236}">
                    <a16:creationId xmlns:a16="http://schemas.microsoft.com/office/drawing/2014/main" id="{671E7EFF-A1BC-DE66-850F-871F6CAC1137}"/>
                  </a:ext>
                </a:extLst>
              </p:cNvPr>
              <p:cNvPicPr/>
              <p:nvPr/>
            </p:nvPicPr>
            <p:blipFill>
              <a:blip r:embed="rId426"/>
              <a:stretch>
                <a:fillRect/>
              </a:stretch>
            </p:blipFill>
            <p:spPr>
              <a:xfrm>
                <a:off x="9236700" y="5362776"/>
                <a:ext cx="29880" cy="29880"/>
              </a:xfrm>
              <a:prstGeom prst="rect">
                <a:avLst/>
              </a:prstGeom>
            </p:spPr>
          </p:pic>
        </mc:Fallback>
      </mc:AlternateContent>
      <p:grpSp>
        <p:nvGrpSpPr>
          <p:cNvPr id="333" name="Group 332">
            <a:extLst>
              <a:ext uri="{FF2B5EF4-FFF2-40B4-BE49-F238E27FC236}">
                <a16:creationId xmlns:a16="http://schemas.microsoft.com/office/drawing/2014/main" id="{CD12F6FB-565A-FD77-CEE1-9F8E34272B49}"/>
              </a:ext>
            </a:extLst>
          </p:cNvPr>
          <p:cNvGrpSpPr/>
          <p:nvPr/>
        </p:nvGrpSpPr>
        <p:grpSpPr>
          <a:xfrm>
            <a:off x="7497180" y="5714856"/>
            <a:ext cx="979920" cy="360720"/>
            <a:chOff x="7497180" y="5714856"/>
            <a:chExt cx="979920" cy="360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27">
              <p14:nvContentPartPr>
                <p14:cNvPr id="319" name="Ink 318">
                  <a:extLst>
                    <a:ext uri="{FF2B5EF4-FFF2-40B4-BE49-F238E27FC236}">
                      <a16:creationId xmlns:a16="http://schemas.microsoft.com/office/drawing/2014/main" id="{3001E960-007E-405E-1B0E-1BB3C2F32174}"/>
                    </a:ext>
                  </a:extLst>
                </p14:cNvPr>
                <p14:cNvContentPartPr/>
                <p14:nvPr/>
              </p14:nvContentPartPr>
              <p14:xfrm>
                <a:off x="7859700" y="5714856"/>
                <a:ext cx="106200" cy="219600"/>
              </p14:xfrm>
            </p:contentPart>
          </mc:Choice>
          <mc:Fallback xmlns="">
            <p:pic>
              <p:nvPicPr>
                <p:cNvPr id="319" name="Ink 318">
                  <a:extLst>
                    <a:ext uri="{FF2B5EF4-FFF2-40B4-BE49-F238E27FC236}">
                      <a16:creationId xmlns:a16="http://schemas.microsoft.com/office/drawing/2014/main" id="{3001E960-007E-405E-1B0E-1BB3C2F32174}"/>
                    </a:ext>
                  </a:extLst>
                </p:cNvPr>
                <p:cNvPicPr/>
                <p:nvPr/>
              </p:nvPicPr>
              <p:blipFill>
                <a:blip r:embed="rId428"/>
                <a:stretch>
                  <a:fillRect/>
                </a:stretch>
              </p:blipFill>
              <p:spPr>
                <a:xfrm>
                  <a:off x="7855380" y="5710536"/>
                  <a:ext cx="114840" cy="22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9">
              <p14:nvContentPartPr>
                <p14:cNvPr id="320" name="Ink 319">
                  <a:extLst>
                    <a:ext uri="{FF2B5EF4-FFF2-40B4-BE49-F238E27FC236}">
                      <a16:creationId xmlns:a16="http://schemas.microsoft.com/office/drawing/2014/main" id="{823CF2C7-1581-8BD8-3B3A-0E2944354074}"/>
                    </a:ext>
                  </a:extLst>
                </p14:cNvPr>
                <p14:cNvContentPartPr/>
                <p14:nvPr/>
              </p14:nvContentPartPr>
              <p14:xfrm>
                <a:off x="8125380" y="5776056"/>
                <a:ext cx="23760" cy="118080"/>
              </p14:xfrm>
            </p:contentPart>
          </mc:Choice>
          <mc:Fallback xmlns="">
            <p:pic>
              <p:nvPicPr>
                <p:cNvPr id="320" name="Ink 319">
                  <a:extLst>
                    <a:ext uri="{FF2B5EF4-FFF2-40B4-BE49-F238E27FC236}">
                      <a16:creationId xmlns:a16="http://schemas.microsoft.com/office/drawing/2014/main" id="{823CF2C7-1581-8BD8-3B3A-0E2944354074}"/>
                    </a:ext>
                  </a:extLst>
                </p:cNvPr>
                <p:cNvPicPr/>
                <p:nvPr/>
              </p:nvPicPr>
              <p:blipFill>
                <a:blip r:embed="rId430"/>
                <a:stretch>
                  <a:fillRect/>
                </a:stretch>
              </p:blipFill>
              <p:spPr>
                <a:xfrm>
                  <a:off x="8121060" y="5771736"/>
                  <a:ext cx="3240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1">
              <p14:nvContentPartPr>
                <p14:cNvPr id="321" name="Ink 320">
                  <a:extLst>
                    <a:ext uri="{FF2B5EF4-FFF2-40B4-BE49-F238E27FC236}">
                      <a16:creationId xmlns:a16="http://schemas.microsoft.com/office/drawing/2014/main" id="{0087C601-4A74-9160-94F0-5AB62BE2B0DD}"/>
                    </a:ext>
                  </a:extLst>
                </p14:cNvPr>
                <p14:cNvContentPartPr/>
                <p14:nvPr/>
              </p14:nvContentPartPr>
              <p14:xfrm>
                <a:off x="8098740" y="5853096"/>
                <a:ext cx="124200" cy="17640"/>
              </p14:xfrm>
            </p:contentPart>
          </mc:Choice>
          <mc:Fallback xmlns="">
            <p:pic>
              <p:nvPicPr>
                <p:cNvPr id="321" name="Ink 320">
                  <a:extLst>
                    <a:ext uri="{FF2B5EF4-FFF2-40B4-BE49-F238E27FC236}">
                      <a16:creationId xmlns:a16="http://schemas.microsoft.com/office/drawing/2014/main" id="{0087C601-4A74-9160-94F0-5AB62BE2B0DD}"/>
                    </a:ext>
                  </a:extLst>
                </p:cNvPr>
                <p:cNvPicPr/>
                <p:nvPr/>
              </p:nvPicPr>
              <p:blipFill>
                <a:blip r:embed="rId432"/>
                <a:stretch>
                  <a:fillRect/>
                </a:stretch>
              </p:blipFill>
              <p:spPr>
                <a:xfrm>
                  <a:off x="8094420" y="5848776"/>
                  <a:ext cx="13284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3">
              <p14:nvContentPartPr>
                <p14:cNvPr id="322" name="Ink 321">
                  <a:extLst>
                    <a:ext uri="{FF2B5EF4-FFF2-40B4-BE49-F238E27FC236}">
                      <a16:creationId xmlns:a16="http://schemas.microsoft.com/office/drawing/2014/main" id="{3C6F28C8-A02C-D9DB-72D9-B096FDBAB38B}"/>
                    </a:ext>
                  </a:extLst>
                </p14:cNvPr>
                <p14:cNvContentPartPr/>
                <p14:nvPr/>
              </p14:nvContentPartPr>
              <p14:xfrm>
                <a:off x="8328780" y="5772096"/>
                <a:ext cx="2520" cy="157680"/>
              </p14:xfrm>
            </p:contentPart>
          </mc:Choice>
          <mc:Fallback xmlns="">
            <p:pic>
              <p:nvPicPr>
                <p:cNvPr id="322" name="Ink 321">
                  <a:extLst>
                    <a:ext uri="{FF2B5EF4-FFF2-40B4-BE49-F238E27FC236}">
                      <a16:creationId xmlns:a16="http://schemas.microsoft.com/office/drawing/2014/main" id="{3C6F28C8-A02C-D9DB-72D9-B096FDBAB38B}"/>
                    </a:ext>
                  </a:extLst>
                </p:cNvPr>
                <p:cNvPicPr/>
                <p:nvPr/>
              </p:nvPicPr>
              <p:blipFill>
                <a:blip r:embed="rId434"/>
                <a:stretch>
                  <a:fillRect/>
                </a:stretch>
              </p:blipFill>
              <p:spPr>
                <a:xfrm>
                  <a:off x="8324460" y="5767776"/>
                  <a:ext cx="11160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5">
              <p14:nvContentPartPr>
                <p14:cNvPr id="326" name="Ink 325">
                  <a:extLst>
                    <a:ext uri="{FF2B5EF4-FFF2-40B4-BE49-F238E27FC236}">
                      <a16:creationId xmlns:a16="http://schemas.microsoft.com/office/drawing/2014/main" id="{A0E34856-B33A-98DB-C713-0CA222A560D4}"/>
                    </a:ext>
                  </a:extLst>
                </p14:cNvPr>
                <p14:cNvContentPartPr/>
                <p14:nvPr/>
              </p14:nvContentPartPr>
              <p14:xfrm>
                <a:off x="7541100" y="5794056"/>
                <a:ext cx="127440" cy="154440"/>
              </p14:xfrm>
            </p:contentPart>
          </mc:Choice>
          <mc:Fallback xmlns="">
            <p:pic>
              <p:nvPicPr>
                <p:cNvPr id="326" name="Ink 325">
                  <a:extLst>
                    <a:ext uri="{FF2B5EF4-FFF2-40B4-BE49-F238E27FC236}">
                      <a16:creationId xmlns:a16="http://schemas.microsoft.com/office/drawing/2014/main" id="{A0E34856-B33A-98DB-C713-0CA222A560D4}"/>
                    </a:ext>
                  </a:extLst>
                </p:cNvPr>
                <p:cNvPicPr/>
                <p:nvPr/>
              </p:nvPicPr>
              <p:blipFill>
                <a:blip r:embed="rId436"/>
                <a:stretch>
                  <a:fillRect/>
                </a:stretch>
              </p:blipFill>
              <p:spPr>
                <a:xfrm>
                  <a:off x="7536780" y="5789736"/>
                  <a:ext cx="13608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7">
              <p14:nvContentPartPr>
                <p14:cNvPr id="327" name="Ink 326">
                  <a:extLst>
                    <a:ext uri="{FF2B5EF4-FFF2-40B4-BE49-F238E27FC236}">
                      <a16:creationId xmlns:a16="http://schemas.microsoft.com/office/drawing/2014/main" id="{DE1573B3-5A86-81F0-F9D2-8D63F81049B0}"/>
                    </a:ext>
                  </a:extLst>
                </p14:cNvPr>
                <p14:cNvContentPartPr/>
                <p14:nvPr/>
              </p14:nvContentPartPr>
              <p14:xfrm>
                <a:off x="7533900" y="5842296"/>
                <a:ext cx="92880" cy="119880"/>
              </p14:xfrm>
            </p:contentPart>
          </mc:Choice>
          <mc:Fallback xmlns="">
            <p:pic>
              <p:nvPicPr>
                <p:cNvPr id="327" name="Ink 326">
                  <a:extLst>
                    <a:ext uri="{FF2B5EF4-FFF2-40B4-BE49-F238E27FC236}">
                      <a16:creationId xmlns:a16="http://schemas.microsoft.com/office/drawing/2014/main" id="{DE1573B3-5A86-81F0-F9D2-8D63F81049B0}"/>
                    </a:ext>
                  </a:extLst>
                </p:cNvPr>
                <p:cNvPicPr/>
                <p:nvPr/>
              </p:nvPicPr>
              <p:blipFill>
                <a:blip r:embed="rId438"/>
                <a:stretch>
                  <a:fillRect/>
                </a:stretch>
              </p:blipFill>
              <p:spPr>
                <a:xfrm>
                  <a:off x="7529580" y="5837976"/>
                  <a:ext cx="101520" cy="12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9">
              <p14:nvContentPartPr>
                <p14:cNvPr id="328" name="Ink 327">
                  <a:extLst>
                    <a:ext uri="{FF2B5EF4-FFF2-40B4-BE49-F238E27FC236}">
                      <a16:creationId xmlns:a16="http://schemas.microsoft.com/office/drawing/2014/main" id="{D9DE035C-FBFA-EBCA-CB8E-E0DABC90DE09}"/>
                    </a:ext>
                  </a:extLst>
                </p14:cNvPr>
                <p14:cNvContentPartPr/>
                <p14:nvPr/>
              </p14:nvContentPartPr>
              <p14:xfrm>
                <a:off x="7497180" y="5883336"/>
                <a:ext cx="176400" cy="39600"/>
              </p14:xfrm>
            </p:contentPart>
          </mc:Choice>
          <mc:Fallback xmlns="">
            <p:pic>
              <p:nvPicPr>
                <p:cNvPr id="328" name="Ink 327">
                  <a:extLst>
                    <a:ext uri="{FF2B5EF4-FFF2-40B4-BE49-F238E27FC236}">
                      <a16:creationId xmlns:a16="http://schemas.microsoft.com/office/drawing/2014/main" id="{D9DE035C-FBFA-EBCA-CB8E-E0DABC90DE09}"/>
                    </a:ext>
                  </a:extLst>
                </p:cNvPr>
                <p:cNvPicPr/>
                <p:nvPr/>
              </p:nvPicPr>
              <p:blipFill>
                <a:blip r:embed="rId440"/>
                <a:stretch>
                  <a:fillRect/>
                </a:stretch>
              </p:blipFill>
              <p:spPr>
                <a:xfrm>
                  <a:off x="7492860" y="5879016"/>
                  <a:ext cx="18504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1">
              <p14:nvContentPartPr>
                <p14:cNvPr id="331" name="Ink 330">
                  <a:extLst>
                    <a:ext uri="{FF2B5EF4-FFF2-40B4-BE49-F238E27FC236}">
                      <a16:creationId xmlns:a16="http://schemas.microsoft.com/office/drawing/2014/main" id="{264E4A45-26BA-EF6D-9F27-7CC5EEF75741}"/>
                    </a:ext>
                  </a:extLst>
                </p14:cNvPr>
                <p14:cNvContentPartPr/>
                <p14:nvPr/>
              </p14:nvContentPartPr>
              <p14:xfrm>
                <a:off x="8423460" y="5834736"/>
                <a:ext cx="43920" cy="23760"/>
              </p14:xfrm>
            </p:contentPart>
          </mc:Choice>
          <mc:Fallback xmlns="">
            <p:pic>
              <p:nvPicPr>
                <p:cNvPr id="331" name="Ink 330">
                  <a:extLst>
                    <a:ext uri="{FF2B5EF4-FFF2-40B4-BE49-F238E27FC236}">
                      <a16:creationId xmlns:a16="http://schemas.microsoft.com/office/drawing/2014/main" id="{264E4A45-26BA-EF6D-9F27-7CC5EEF75741}"/>
                    </a:ext>
                  </a:extLst>
                </p:cNvPr>
                <p:cNvPicPr/>
                <p:nvPr/>
              </p:nvPicPr>
              <p:blipFill>
                <a:blip r:embed="rId442"/>
                <a:stretch>
                  <a:fillRect/>
                </a:stretch>
              </p:blipFill>
              <p:spPr>
                <a:xfrm>
                  <a:off x="8419140" y="5830416"/>
                  <a:ext cx="5256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3">
              <p14:nvContentPartPr>
                <p14:cNvPr id="332" name="Ink 331">
                  <a:extLst>
                    <a:ext uri="{FF2B5EF4-FFF2-40B4-BE49-F238E27FC236}">
                      <a16:creationId xmlns:a16="http://schemas.microsoft.com/office/drawing/2014/main" id="{A1A65B3A-0DAF-3FFF-9E28-D7B78F0AA986}"/>
                    </a:ext>
                  </a:extLst>
                </p14:cNvPr>
                <p14:cNvContentPartPr/>
                <p14:nvPr/>
              </p14:nvContentPartPr>
              <p14:xfrm>
                <a:off x="8423460" y="5936976"/>
                <a:ext cx="53640" cy="138600"/>
              </p14:xfrm>
            </p:contentPart>
          </mc:Choice>
          <mc:Fallback xmlns="">
            <p:pic>
              <p:nvPicPr>
                <p:cNvPr id="332" name="Ink 331">
                  <a:extLst>
                    <a:ext uri="{FF2B5EF4-FFF2-40B4-BE49-F238E27FC236}">
                      <a16:creationId xmlns:a16="http://schemas.microsoft.com/office/drawing/2014/main" id="{A1A65B3A-0DAF-3FFF-9E28-D7B78F0AA986}"/>
                    </a:ext>
                  </a:extLst>
                </p:cNvPr>
                <p:cNvPicPr/>
                <p:nvPr/>
              </p:nvPicPr>
              <p:blipFill>
                <a:blip r:embed="rId444"/>
                <a:stretch>
                  <a:fillRect/>
                </a:stretch>
              </p:blipFill>
              <p:spPr>
                <a:xfrm>
                  <a:off x="8419140" y="5932656"/>
                  <a:ext cx="62280" cy="147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45">
            <p14:nvContentPartPr>
              <p14:cNvPr id="382" name="Ink 381">
                <a:extLst>
                  <a:ext uri="{FF2B5EF4-FFF2-40B4-BE49-F238E27FC236}">
                    <a16:creationId xmlns:a16="http://schemas.microsoft.com/office/drawing/2014/main" id="{71FAC890-5F09-B7D4-8B66-9AD2B9C02343}"/>
                  </a:ext>
                </a:extLst>
              </p14:cNvPr>
              <p14:cNvContentPartPr/>
              <p14:nvPr/>
            </p14:nvContentPartPr>
            <p14:xfrm>
              <a:off x="9265320" y="6015816"/>
              <a:ext cx="212760" cy="334080"/>
            </p14:xfrm>
          </p:contentPart>
        </mc:Choice>
        <mc:Fallback xmlns="">
          <p:pic>
            <p:nvPicPr>
              <p:cNvPr id="382" name="Ink 381">
                <a:extLst>
                  <a:ext uri="{FF2B5EF4-FFF2-40B4-BE49-F238E27FC236}">
                    <a16:creationId xmlns:a16="http://schemas.microsoft.com/office/drawing/2014/main" id="{71FAC890-5F09-B7D4-8B66-9AD2B9C02343}"/>
                  </a:ext>
                </a:extLst>
              </p:cNvPr>
              <p:cNvPicPr/>
              <p:nvPr/>
            </p:nvPicPr>
            <p:blipFill>
              <a:blip r:embed="rId446"/>
              <a:stretch>
                <a:fillRect/>
              </a:stretch>
            </p:blipFill>
            <p:spPr>
              <a:xfrm>
                <a:off x="9261000" y="6011496"/>
                <a:ext cx="221400" cy="342720"/>
              </a:xfrm>
              <a:prstGeom prst="rect">
                <a:avLst/>
              </a:prstGeom>
            </p:spPr>
          </p:pic>
        </mc:Fallback>
      </mc:AlternateContent>
      <p:grpSp>
        <p:nvGrpSpPr>
          <p:cNvPr id="384" name="Group 383">
            <a:extLst>
              <a:ext uri="{FF2B5EF4-FFF2-40B4-BE49-F238E27FC236}">
                <a16:creationId xmlns:a16="http://schemas.microsoft.com/office/drawing/2014/main" id="{3A646F60-3404-B128-56AE-F1B3C58C4173}"/>
              </a:ext>
            </a:extLst>
          </p:cNvPr>
          <p:cNvGrpSpPr/>
          <p:nvPr/>
        </p:nvGrpSpPr>
        <p:grpSpPr>
          <a:xfrm>
            <a:off x="9348480" y="4896576"/>
            <a:ext cx="2697480" cy="887400"/>
            <a:chOff x="9348480" y="4896576"/>
            <a:chExt cx="2697480" cy="887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47">
              <p14:nvContentPartPr>
                <p14:cNvPr id="334" name="Ink 333">
                  <a:extLst>
                    <a:ext uri="{FF2B5EF4-FFF2-40B4-BE49-F238E27FC236}">
                      <a16:creationId xmlns:a16="http://schemas.microsoft.com/office/drawing/2014/main" id="{2ADD844A-B35F-1189-A5EF-B48EF94BBBD8}"/>
                    </a:ext>
                  </a:extLst>
                </p14:cNvPr>
                <p14:cNvContentPartPr/>
                <p14:nvPr/>
              </p14:nvContentPartPr>
              <p14:xfrm>
                <a:off x="9397080" y="5340096"/>
                <a:ext cx="360" cy="360"/>
              </p14:xfrm>
            </p:contentPart>
          </mc:Choice>
          <mc:Fallback xmlns="">
            <p:pic>
              <p:nvPicPr>
                <p:cNvPr id="334" name="Ink 333">
                  <a:extLst>
                    <a:ext uri="{FF2B5EF4-FFF2-40B4-BE49-F238E27FC236}">
                      <a16:creationId xmlns:a16="http://schemas.microsoft.com/office/drawing/2014/main" id="{2ADD844A-B35F-1189-A5EF-B48EF94BBBD8}"/>
                    </a:ext>
                  </a:extLst>
                </p:cNvPr>
                <p:cNvPicPr/>
                <p:nvPr/>
              </p:nvPicPr>
              <p:blipFill>
                <a:blip r:embed="rId448"/>
                <a:stretch>
                  <a:fillRect/>
                </a:stretch>
              </p:blipFill>
              <p:spPr>
                <a:xfrm>
                  <a:off x="9392760" y="5335776"/>
                  <a:ext cx="900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9">
              <p14:nvContentPartPr>
                <p14:cNvPr id="335" name="Ink 334">
                  <a:extLst>
                    <a:ext uri="{FF2B5EF4-FFF2-40B4-BE49-F238E27FC236}">
                      <a16:creationId xmlns:a16="http://schemas.microsoft.com/office/drawing/2014/main" id="{F05C8BAA-88A0-0A01-E15F-B5BC01077CEA}"/>
                    </a:ext>
                  </a:extLst>
                </p14:cNvPr>
                <p14:cNvContentPartPr/>
                <p14:nvPr/>
              </p14:nvContentPartPr>
              <p14:xfrm>
                <a:off x="9397080" y="5340096"/>
                <a:ext cx="360" cy="360"/>
              </p14:xfrm>
            </p:contentPart>
          </mc:Choice>
          <mc:Fallback xmlns="">
            <p:pic>
              <p:nvPicPr>
                <p:cNvPr id="335" name="Ink 334">
                  <a:extLst>
                    <a:ext uri="{FF2B5EF4-FFF2-40B4-BE49-F238E27FC236}">
                      <a16:creationId xmlns:a16="http://schemas.microsoft.com/office/drawing/2014/main" id="{F05C8BAA-88A0-0A01-E15F-B5BC01077CEA}"/>
                    </a:ext>
                  </a:extLst>
                </p:cNvPr>
                <p:cNvPicPr/>
                <p:nvPr/>
              </p:nvPicPr>
              <p:blipFill>
                <a:blip r:embed="rId448"/>
                <a:stretch>
                  <a:fillRect/>
                </a:stretch>
              </p:blipFill>
              <p:spPr>
                <a:xfrm>
                  <a:off x="9392760" y="5335776"/>
                  <a:ext cx="900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0">
              <p14:nvContentPartPr>
                <p14:cNvPr id="336" name="Ink 335">
                  <a:extLst>
                    <a:ext uri="{FF2B5EF4-FFF2-40B4-BE49-F238E27FC236}">
                      <a16:creationId xmlns:a16="http://schemas.microsoft.com/office/drawing/2014/main" id="{BD6BCCBC-A7BA-645C-C25F-86C0CC035624}"/>
                    </a:ext>
                  </a:extLst>
                </p14:cNvPr>
                <p14:cNvContentPartPr/>
                <p14:nvPr/>
              </p14:nvContentPartPr>
              <p14:xfrm>
                <a:off x="9366840" y="5285736"/>
                <a:ext cx="30240" cy="93960"/>
              </p14:xfrm>
            </p:contentPart>
          </mc:Choice>
          <mc:Fallback xmlns="">
            <p:pic>
              <p:nvPicPr>
                <p:cNvPr id="336" name="Ink 335">
                  <a:extLst>
                    <a:ext uri="{FF2B5EF4-FFF2-40B4-BE49-F238E27FC236}">
                      <a16:creationId xmlns:a16="http://schemas.microsoft.com/office/drawing/2014/main" id="{BD6BCCBC-A7BA-645C-C25F-86C0CC035624}"/>
                    </a:ext>
                  </a:extLst>
                </p:cNvPr>
                <p:cNvPicPr/>
                <p:nvPr/>
              </p:nvPicPr>
              <p:blipFill>
                <a:blip r:embed="rId451"/>
                <a:stretch>
                  <a:fillRect/>
                </a:stretch>
              </p:blipFill>
              <p:spPr>
                <a:xfrm>
                  <a:off x="9362520" y="5281416"/>
                  <a:ext cx="3888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2">
              <p14:nvContentPartPr>
                <p14:cNvPr id="337" name="Ink 336">
                  <a:extLst>
                    <a:ext uri="{FF2B5EF4-FFF2-40B4-BE49-F238E27FC236}">
                      <a16:creationId xmlns:a16="http://schemas.microsoft.com/office/drawing/2014/main" id="{07A82BDD-B010-03E0-1511-F0A082EF4A6E}"/>
                    </a:ext>
                  </a:extLst>
                </p14:cNvPr>
                <p14:cNvContentPartPr/>
                <p14:nvPr/>
              </p14:nvContentPartPr>
              <p14:xfrm>
                <a:off x="9348480" y="5128776"/>
                <a:ext cx="18720" cy="76680"/>
              </p14:xfrm>
            </p:contentPart>
          </mc:Choice>
          <mc:Fallback xmlns="">
            <p:pic>
              <p:nvPicPr>
                <p:cNvPr id="337" name="Ink 336">
                  <a:extLst>
                    <a:ext uri="{FF2B5EF4-FFF2-40B4-BE49-F238E27FC236}">
                      <a16:creationId xmlns:a16="http://schemas.microsoft.com/office/drawing/2014/main" id="{07A82BDD-B010-03E0-1511-F0A082EF4A6E}"/>
                    </a:ext>
                  </a:extLst>
                </p:cNvPr>
                <p:cNvPicPr/>
                <p:nvPr/>
              </p:nvPicPr>
              <p:blipFill>
                <a:blip r:embed="rId453"/>
                <a:stretch>
                  <a:fillRect/>
                </a:stretch>
              </p:blipFill>
              <p:spPr>
                <a:xfrm>
                  <a:off x="9344160" y="5124456"/>
                  <a:ext cx="2736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4">
              <p14:nvContentPartPr>
                <p14:cNvPr id="339" name="Ink 338">
                  <a:extLst>
                    <a:ext uri="{FF2B5EF4-FFF2-40B4-BE49-F238E27FC236}">
                      <a16:creationId xmlns:a16="http://schemas.microsoft.com/office/drawing/2014/main" id="{D18DB76A-4359-FA02-A99E-B18949E1A00F}"/>
                    </a:ext>
                  </a:extLst>
                </p14:cNvPr>
                <p14:cNvContentPartPr/>
                <p14:nvPr/>
              </p14:nvContentPartPr>
              <p14:xfrm>
                <a:off x="9447840" y="5281776"/>
                <a:ext cx="124920" cy="49680"/>
              </p14:xfrm>
            </p:contentPart>
          </mc:Choice>
          <mc:Fallback xmlns="">
            <p:pic>
              <p:nvPicPr>
                <p:cNvPr id="339" name="Ink 338">
                  <a:extLst>
                    <a:ext uri="{FF2B5EF4-FFF2-40B4-BE49-F238E27FC236}">
                      <a16:creationId xmlns:a16="http://schemas.microsoft.com/office/drawing/2014/main" id="{D18DB76A-4359-FA02-A99E-B18949E1A00F}"/>
                    </a:ext>
                  </a:extLst>
                </p:cNvPr>
                <p:cNvPicPr/>
                <p:nvPr/>
              </p:nvPicPr>
              <p:blipFill>
                <a:blip r:embed="rId455"/>
                <a:stretch>
                  <a:fillRect/>
                </a:stretch>
              </p:blipFill>
              <p:spPr>
                <a:xfrm>
                  <a:off x="9443520" y="5277456"/>
                  <a:ext cx="133560" cy="5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6">
              <p14:nvContentPartPr>
                <p14:cNvPr id="340" name="Ink 339">
                  <a:extLst>
                    <a:ext uri="{FF2B5EF4-FFF2-40B4-BE49-F238E27FC236}">
                      <a16:creationId xmlns:a16="http://schemas.microsoft.com/office/drawing/2014/main" id="{40721355-4825-B6A5-BAAF-5CC7B1B8939E}"/>
                    </a:ext>
                  </a:extLst>
                </p14:cNvPr>
                <p14:cNvContentPartPr/>
                <p14:nvPr/>
              </p14:nvContentPartPr>
              <p14:xfrm>
                <a:off x="9609480" y="5142456"/>
                <a:ext cx="34920" cy="173520"/>
              </p14:xfrm>
            </p:contentPart>
          </mc:Choice>
          <mc:Fallback xmlns="">
            <p:pic>
              <p:nvPicPr>
                <p:cNvPr id="340" name="Ink 339">
                  <a:extLst>
                    <a:ext uri="{FF2B5EF4-FFF2-40B4-BE49-F238E27FC236}">
                      <a16:creationId xmlns:a16="http://schemas.microsoft.com/office/drawing/2014/main" id="{40721355-4825-B6A5-BAAF-5CC7B1B8939E}"/>
                    </a:ext>
                  </a:extLst>
                </p:cNvPr>
                <p:cNvPicPr/>
                <p:nvPr/>
              </p:nvPicPr>
              <p:blipFill>
                <a:blip r:embed="rId457"/>
                <a:stretch>
                  <a:fillRect/>
                </a:stretch>
              </p:blipFill>
              <p:spPr>
                <a:xfrm>
                  <a:off x="9605160" y="5138136"/>
                  <a:ext cx="43560" cy="1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8">
              <p14:nvContentPartPr>
                <p14:cNvPr id="341" name="Ink 340">
                  <a:extLst>
                    <a:ext uri="{FF2B5EF4-FFF2-40B4-BE49-F238E27FC236}">
                      <a16:creationId xmlns:a16="http://schemas.microsoft.com/office/drawing/2014/main" id="{5B5D7D11-E5F4-C094-98B3-6B094CEE4A0C}"/>
                    </a:ext>
                  </a:extLst>
                </p14:cNvPr>
                <p14:cNvContentPartPr/>
                <p14:nvPr/>
              </p14:nvContentPartPr>
              <p14:xfrm>
                <a:off x="9572400" y="5238576"/>
                <a:ext cx="145800" cy="360"/>
              </p14:xfrm>
            </p:contentPart>
          </mc:Choice>
          <mc:Fallback xmlns="">
            <p:pic>
              <p:nvPicPr>
                <p:cNvPr id="341" name="Ink 340">
                  <a:extLst>
                    <a:ext uri="{FF2B5EF4-FFF2-40B4-BE49-F238E27FC236}">
                      <a16:creationId xmlns:a16="http://schemas.microsoft.com/office/drawing/2014/main" id="{5B5D7D11-E5F4-C094-98B3-6B094CEE4A0C}"/>
                    </a:ext>
                  </a:extLst>
                </p:cNvPr>
                <p:cNvPicPr/>
                <p:nvPr/>
              </p:nvPicPr>
              <p:blipFill>
                <a:blip r:embed="rId459"/>
                <a:stretch>
                  <a:fillRect/>
                </a:stretch>
              </p:blipFill>
              <p:spPr>
                <a:xfrm>
                  <a:off x="9568080" y="5234256"/>
                  <a:ext cx="15444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0">
              <p14:nvContentPartPr>
                <p14:cNvPr id="342" name="Ink 341">
                  <a:extLst>
                    <a:ext uri="{FF2B5EF4-FFF2-40B4-BE49-F238E27FC236}">
                      <a16:creationId xmlns:a16="http://schemas.microsoft.com/office/drawing/2014/main" id="{F69E1112-8703-B661-10C3-BA735C750529}"/>
                    </a:ext>
                  </a:extLst>
                </p14:cNvPr>
                <p14:cNvContentPartPr/>
                <p14:nvPr/>
              </p14:nvContentPartPr>
              <p14:xfrm>
                <a:off x="9916560" y="5201496"/>
                <a:ext cx="99720" cy="92520"/>
              </p14:xfrm>
            </p:contentPart>
          </mc:Choice>
          <mc:Fallback xmlns="">
            <p:pic>
              <p:nvPicPr>
                <p:cNvPr id="342" name="Ink 341">
                  <a:extLst>
                    <a:ext uri="{FF2B5EF4-FFF2-40B4-BE49-F238E27FC236}">
                      <a16:creationId xmlns:a16="http://schemas.microsoft.com/office/drawing/2014/main" id="{F69E1112-8703-B661-10C3-BA735C750529}"/>
                    </a:ext>
                  </a:extLst>
                </p:cNvPr>
                <p:cNvPicPr/>
                <p:nvPr/>
              </p:nvPicPr>
              <p:blipFill>
                <a:blip r:embed="rId461"/>
                <a:stretch>
                  <a:fillRect/>
                </a:stretch>
              </p:blipFill>
              <p:spPr>
                <a:xfrm>
                  <a:off x="9912240" y="5197176"/>
                  <a:ext cx="10836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2">
              <p14:nvContentPartPr>
                <p14:cNvPr id="343" name="Ink 342">
                  <a:extLst>
                    <a:ext uri="{FF2B5EF4-FFF2-40B4-BE49-F238E27FC236}">
                      <a16:creationId xmlns:a16="http://schemas.microsoft.com/office/drawing/2014/main" id="{CE183400-E79E-3F89-834B-F8E9EEF47C85}"/>
                    </a:ext>
                  </a:extLst>
                </p14:cNvPr>
                <p14:cNvContentPartPr/>
                <p14:nvPr/>
              </p14:nvContentPartPr>
              <p14:xfrm>
                <a:off x="10085400" y="5254776"/>
                <a:ext cx="360" cy="43200"/>
              </p14:xfrm>
            </p:contentPart>
          </mc:Choice>
          <mc:Fallback xmlns="">
            <p:pic>
              <p:nvPicPr>
                <p:cNvPr id="343" name="Ink 342">
                  <a:extLst>
                    <a:ext uri="{FF2B5EF4-FFF2-40B4-BE49-F238E27FC236}">
                      <a16:creationId xmlns:a16="http://schemas.microsoft.com/office/drawing/2014/main" id="{CE183400-E79E-3F89-834B-F8E9EEF47C85}"/>
                    </a:ext>
                  </a:extLst>
                </p:cNvPr>
                <p:cNvPicPr/>
                <p:nvPr/>
              </p:nvPicPr>
              <p:blipFill>
                <a:blip r:embed="rId463"/>
                <a:stretch>
                  <a:fillRect/>
                </a:stretch>
              </p:blipFill>
              <p:spPr>
                <a:xfrm>
                  <a:off x="10081080" y="5250456"/>
                  <a:ext cx="900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4">
              <p14:nvContentPartPr>
                <p14:cNvPr id="344" name="Ink 343">
                  <a:extLst>
                    <a:ext uri="{FF2B5EF4-FFF2-40B4-BE49-F238E27FC236}">
                      <a16:creationId xmlns:a16="http://schemas.microsoft.com/office/drawing/2014/main" id="{6770CE17-FD19-6618-8878-2D495DFA3616}"/>
                    </a:ext>
                  </a:extLst>
                </p14:cNvPr>
                <p14:cNvContentPartPr/>
                <p14:nvPr/>
              </p14:nvContentPartPr>
              <p14:xfrm>
                <a:off x="10113120" y="5133456"/>
                <a:ext cx="37440" cy="41760"/>
              </p14:xfrm>
            </p:contentPart>
          </mc:Choice>
          <mc:Fallback xmlns="">
            <p:pic>
              <p:nvPicPr>
                <p:cNvPr id="344" name="Ink 343">
                  <a:extLst>
                    <a:ext uri="{FF2B5EF4-FFF2-40B4-BE49-F238E27FC236}">
                      <a16:creationId xmlns:a16="http://schemas.microsoft.com/office/drawing/2014/main" id="{6770CE17-FD19-6618-8878-2D495DFA3616}"/>
                    </a:ext>
                  </a:extLst>
                </p:cNvPr>
                <p:cNvPicPr/>
                <p:nvPr/>
              </p:nvPicPr>
              <p:blipFill>
                <a:blip r:embed="rId465"/>
                <a:stretch>
                  <a:fillRect/>
                </a:stretch>
              </p:blipFill>
              <p:spPr>
                <a:xfrm>
                  <a:off x="10108800" y="5129136"/>
                  <a:ext cx="4608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6">
              <p14:nvContentPartPr>
                <p14:cNvPr id="345" name="Ink 344">
                  <a:extLst>
                    <a:ext uri="{FF2B5EF4-FFF2-40B4-BE49-F238E27FC236}">
                      <a16:creationId xmlns:a16="http://schemas.microsoft.com/office/drawing/2014/main" id="{F378E68D-3BCB-0160-6655-DB33C242A55D}"/>
                    </a:ext>
                  </a:extLst>
                </p14:cNvPr>
                <p14:cNvContentPartPr/>
                <p14:nvPr/>
              </p14:nvContentPartPr>
              <p14:xfrm>
                <a:off x="10162440" y="5038056"/>
                <a:ext cx="260640" cy="325800"/>
              </p14:xfrm>
            </p:contentPart>
          </mc:Choice>
          <mc:Fallback xmlns="">
            <p:pic>
              <p:nvPicPr>
                <p:cNvPr id="345" name="Ink 344">
                  <a:extLst>
                    <a:ext uri="{FF2B5EF4-FFF2-40B4-BE49-F238E27FC236}">
                      <a16:creationId xmlns:a16="http://schemas.microsoft.com/office/drawing/2014/main" id="{F378E68D-3BCB-0160-6655-DB33C242A55D}"/>
                    </a:ext>
                  </a:extLst>
                </p:cNvPr>
                <p:cNvPicPr/>
                <p:nvPr/>
              </p:nvPicPr>
              <p:blipFill>
                <a:blip r:embed="rId467"/>
                <a:stretch>
                  <a:fillRect/>
                </a:stretch>
              </p:blipFill>
              <p:spPr>
                <a:xfrm>
                  <a:off x="10158120" y="5033736"/>
                  <a:ext cx="269280" cy="33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8">
              <p14:nvContentPartPr>
                <p14:cNvPr id="346" name="Ink 345">
                  <a:extLst>
                    <a:ext uri="{FF2B5EF4-FFF2-40B4-BE49-F238E27FC236}">
                      <a16:creationId xmlns:a16="http://schemas.microsoft.com/office/drawing/2014/main" id="{DE389895-65C8-3111-73B9-C97D52773F11}"/>
                    </a:ext>
                  </a:extLst>
                </p14:cNvPr>
                <p14:cNvContentPartPr/>
                <p14:nvPr/>
              </p14:nvContentPartPr>
              <p14:xfrm>
                <a:off x="10524600" y="5067576"/>
                <a:ext cx="32040" cy="163080"/>
              </p14:xfrm>
            </p:contentPart>
          </mc:Choice>
          <mc:Fallback xmlns="">
            <p:pic>
              <p:nvPicPr>
                <p:cNvPr id="346" name="Ink 345">
                  <a:extLst>
                    <a:ext uri="{FF2B5EF4-FFF2-40B4-BE49-F238E27FC236}">
                      <a16:creationId xmlns:a16="http://schemas.microsoft.com/office/drawing/2014/main" id="{DE389895-65C8-3111-73B9-C97D52773F11}"/>
                    </a:ext>
                  </a:extLst>
                </p:cNvPr>
                <p:cNvPicPr/>
                <p:nvPr/>
              </p:nvPicPr>
              <p:blipFill>
                <a:blip r:embed="rId469"/>
                <a:stretch>
                  <a:fillRect/>
                </a:stretch>
              </p:blipFill>
              <p:spPr>
                <a:xfrm>
                  <a:off x="10520280" y="5063256"/>
                  <a:ext cx="4068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0">
              <p14:nvContentPartPr>
                <p14:cNvPr id="347" name="Ink 346">
                  <a:extLst>
                    <a:ext uri="{FF2B5EF4-FFF2-40B4-BE49-F238E27FC236}">
                      <a16:creationId xmlns:a16="http://schemas.microsoft.com/office/drawing/2014/main" id="{938CCC9A-2333-FDAA-37E7-A5D0ECD935E0}"/>
                    </a:ext>
                  </a:extLst>
                </p14:cNvPr>
                <p14:cNvContentPartPr/>
                <p14:nvPr/>
              </p14:nvContentPartPr>
              <p14:xfrm>
                <a:off x="10441080" y="5140296"/>
                <a:ext cx="180360" cy="9720"/>
              </p14:xfrm>
            </p:contentPart>
          </mc:Choice>
          <mc:Fallback xmlns="">
            <p:pic>
              <p:nvPicPr>
                <p:cNvPr id="347" name="Ink 346">
                  <a:extLst>
                    <a:ext uri="{FF2B5EF4-FFF2-40B4-BE49-F238E27FC236}">
                      <a16:creationId xmlns:a16="http://schemas.microsoft.com/office/drawing/2014/main" id="{938CCC9A-2333-FDAA-37E7-A5D0ECD935E0}"/>
                    </a:ext>
                  </a:extLst>
                </p:cNvPr>
                <p:cNvPicPr/>
                <p:nvPr/>
              </p:nvPicPr>
              <p:blipFill>
                <a:blip r:embed="rId471"/>
                <a:stretch>
                  <a:fillRect/>
                </a:stretch>
              </p:blipFill>
              <p:spPr>
                <a:xfrm>
                  <a:off x="10436760" y="5135976"/>
                  <a:ext cx="189000" cy="1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2">
              <p14:nvContentPartPr>
                <p14:cNvPr id="348" name="Ink 347">
                  <a:extLst>
                    <a:ext uri="{FF2B5EF4-FFF2-40B4-BE49-F238E27FC236}">
                      <a16:creationId xmlns:a16="http://schemas.microsoft.com/office/drawing/2014/main" id="{8ADFDCBD-8319-2F78-979E-A2CE1ACD8855}"/>
                    </a:ext>
                  </a:extLst>
                </p14:cNvPr>
                <p14:cNvContentPartPr/>
                <p14:nvPr/>
              </p14:nvContentPartPr>
              <p14:xfrm>
                <a:off x="10644120" y="4973976"/>
                <a:ext cx="213120" cy="365400"/>
              </p14:xfrm>
            </p:contentPart>
          </mc:Choice>
          <mc:Fallback xmlns="">
            <p:pic>
              <p:nvPicPr>
                <p:cNvPr id="348" name="Ink 347">
                  <a:extLst>
                    <a:ext uri="{FF2B5EF4-FFF2-40B4-BE49-F238E27FC236}">
                      <a16:creationId xmlns:a16="http://schemas.microsoft.com/office/drawing/2014/main" id="{8ADFDCBD-8319-2F78-979E-A2CE1ACD8855}"/>
                    </a:ext>
                  </a:extLst>
                </p:cNvPr>
                <p:cNvPicPr/>
                <p:nvPr/>
              </p:nvPicPr>
              <p:blipFill>
                <a:blip r:embed="rId473"/>
                <a:stretch>
                  <a:fillRect/>
                </a:stretch>
              </p:blipFill>
              <p:spPr>
                <a:xfrm>
                  <a:off x="10639800" y="4969656"/>
                  <a:ext cx="221760" cy="37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4">
              <p14:nvContentPartPr>
                <p14:cNvPr id="349" name="Ink 348">
                  <a:extLst>
                    <a:ext uri="{FF2B5EF4-FFF2-40B4-BE49-F238E27FC236}">
                      <a16:creationId xmlns:a16="http://schemas.microsoft.com/office/drawing/2014/main" id="{D75B3508-CFE3-DB40-C548-7C03641F48FA}"/>
                    </a:ext>
                  </a:extLst>
                </p14:cNvPr>
                <p14:cNvContentPartPr/>
                <p14:nvPr/>
              </p14:nvContentPartPr>
              <p14:xfrm>
                <a:off x="10877760" y="5168016"/>
                <a:ext cx="16560" cy="55080"/>
              </p14:xfrm>
            </p:contentPart>
          </mc:Choice>
          <mc:Fallback xmlns="">
            <p:pic>
              <p:nvPicPr>
                <p:cNvPr id="349" name="Ink 348">
                  <a:extLst>
                    <a:ext uri="{FF2B5EF4-FFF2-40B4-BE49-F238E27FC236}">
                      <a16:creationId xmlns:a16="http://schemas.microsoft.com/office/drawing/2014/main" id="{D75B3508-CFE3-DB40-C548-7C03641F48FA}"/>
                    </a:ext>
                  </a:extLst>
                </p:cNvPr>
                <p:cNvPicPr/>
                <p:nvPr/>
              </p:nvPicPr>
              <p:blipFill>
                <a:blip r:embed="rId475"/>
                <a:stretch>
                  <a:fillRect/>
                </a:stretch>
              </p:blipFill>
              <p:spPr>
                <a:xfrm>
                  <a:off x="10873440" y="5163696"/>
                  <a:ext cx="2520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6">
              <p14:nvContentPartPr>
                <p14:cNvPr id="350" name="Ink 349">
                  <a:extLst>
                    <a:ext uri="{FF2B5EF4-FFF2-40B4-BE49-F238E27FC236}">
                      <a16:creationId xmlns:a16="http://schemas.microsoft.com/office/drawing/2014/main" id="{D78F93A3-E0B0-7DA4-F416-6A18C2F1FE9E}"/>
                    </a:ext>
                  </a:extLst>
                </p14:cNvPr>
                <p14:cNvContentPartPr/>
                <p14:nvPr/>
              </p14:nvContentPartPr>
              <p14:xfrm>
                <a:off x="10923840" y="5042016"/>
                <a:ext cx="14040" cy="53640"/>
              </p14:xfrm>
            </p:contentPart>
          </mc:Choice>
          <mc:Fallback xmlns="">
            <p:pic>
              <p:nvPicPr>
                <p:cNvPr id="350" name="Ink 349">
                  <a:extLst>
                    <a:ext uri="{FF2B5EF4-FFF2-40B4-BE49-F238E27FC236}">
                      <a16:creationId xmlns:a16="http://schemas.microsoft.com/office/drawing/2014/main" id="{D78F93A3-E0B0-7DA4-F416-6A18C2F1FE9E}"/>
                    </a:ext>
                  </a:extLst>
                </p:cNvPr>
                <p:cNvPicPr/>
                <p:nvPr/>
              </p:nvPicPr>
              <p:blipFill>
                <a:blip r:embed="rId477"/>
                <a:stretch>
                  <a:fillRect/>
                </a:stretch>
              </p:blipFill>
              <p:spPr>
                <a:xfrm>
                  <a:off x="10919520" y="5037696"/>
                  <a:ext cx="2268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8">
              <p14:nvContentPartPr>
                <p14:cNvPr id="351" name="Ink 350">
                  <a:extLst>
                    <a:ext uri="{FF2B5EF4-FFF2-40B4-BE49-F238E27FC236}">
                      <a16:creationId xmlns:a16="http://schemas.microsoft.com/office/drawing/2014/main" id="{0A61D285-7473-D488-FF7E-F432DEF8A70B}"/>
                    </a:ext>
                  </a:extLst>
                </p14:cNvPr>
                <p14:cNvContentPartPr/>
                <p14:nvPr/>
              </p14:nvContentPartPr>
              <p14:xfrm>
                <a:off x="10953720" y="5181696"/>
                <a:ext cx="88200" cy="29160"/>
              </p14:xfrm>
            </p:contentPart>
          </mc:Choice>
          <mc:Fallback xmlns="">
            <p:pic>
              <p:nvPicPr>
                <p:cNvPr id="351" name="Ink 350">
                  <a:extLst>
                    <a:ext uri="{FF2B5EF4-FFF2-40B4-BE49-F238E27FC236}">
                      <a16:creationId xmlns:a16="http://schemas.microsoft.com/office/drawing/2014/main" id="{0A61D285-7473-D488-FF7E-F432DEF8A70B}"/>
                    </a:ext>
                  </a:extLst>
                </p:cNvPr>
                <p:cNvPicPr/>
                <p:nvPr/>
              </p:nvPicPr>
              <p:blipFill>
                <a:blip r:embed="rId479"/>
                <a:stretch>
                  <a:fillRect/>
                </a:stretch>
              </p:blipFill>
              <p:spPr>
                <a:xfrm>
                  <a:off x="10949400" y="5177376"/>
                  <a:ext cx="9684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0">
              <p14:nvContentPartPr>
                <p14:cNvPr id="352" name="Ink 351">
                  <a:extLst>
                    <a:ext uri="{FF2B5EF4-FFF2-40B4-BE49-F238E27FC236}">
                      <a16:creationId xmlns:a16="http://schemas.microsoft.com/office/drawing/2014/main" id="{77405658-59B2-73FB-94B8-60E929C88B91}"/>
                    </a:ext>
                  </a:extLst>
                </p14:cNvPr>
                <p14:cNvContentPartPr/>
                <p14:nvPr/>
              </p14:nvContentPartPr>
              <p14:xfrm>
                <a:off x="11076120" y="5018976"/>
                <a:ext cx="34920" cy="150120"/>
              </p14:xfrm>
            </p:contentPart>
          </mc:Choice>
          <mc:Fallback xmlns="">
            <p:pic>
              <p:nvPicPr>
                <p:cNvPr id="352" name="Ink 351">
                  <a:extLst>
                    <a:ext uri="{FF2B5EF4-FFF2-40B4-BE49-F238E27FC236}">
                      <a16:creationId xmlns:a16="http://schemas.microsoft.com/office/drawing/2014/main" id="{77405658-59B2-73FB-94B8-60E929C88B91}"/>
                    </a:ext>
                  </a:extLst>
                </p:cNvPr>
                <p:cNvPicPr/>
                <p:nvPr/>
              </p:nvPicPr>
              <p:blipFill>
                <a:blip r:embed="rId481"/>
                <a:stretch>
                  <a:fillRect/>
                </a:stretch>
              </p:blipFill>
              <p:spPr>
                <a:xfrm>
                  <a:off x="11071800" y="5014656"/>
                  <a:ext cx="4356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2">
              <p14:nvContentPartPr>
                <p14:cNvPr id="353" name="Ink 352">
                  <a:extLst>
                    <a:ext uri="{FF2B5EF4-FFF2-40B4-BE49-F238E27FC236}">
                      <a16:creationId xmlns:a16="http://schemas.microsoft.com/office/drawing/2014/main" id="{D872AFC1-AC55-E68D-6F50-927C24C5558F}"/>
                    </a:ext>
                  </a:extLst>
                </p14:cNvPr>
                <p14:cNvContentPartPr/>
                <p14:nvPr/>
              </p14:nvContentPartPr>
              <p14:xfrm>
                <a:off x="11041560" y="5126256"/>
                <a:ext cx="127440" cy="6120"/>
              </p14:xfrm>
            </p:contentPart>
          </mc:Choice>
          <mc:Fallback xmlns="">
            <p:pic>
              <p:nvPicPr>
                <p:cNvPr id="353" name="Ink 352">
                  <a:extLst>
                    <a:ext uri="{FF2B5EF4-FFF2-40B4-BE49-F238E27FC236}">
                      <a16:creationId xmlns:a16="http://schemas.microsoft.com/office/drawing/2014/main" id="{D872AFC1-AC55-E68D-6F50-927C24C5558F}"/>
                    </a:ext>
                  </a:extLst>
                </p:cNvPr>
                <p:cNvPicPr/>
                <p:nvPr/>
              </p:nvPicPr>
              <p:blipFill>
                <a:blip r:embed="rId483"/>
                <a:stretch>
                  <a:fillRect/>
                </a:stretch>
              </p:blipFill>
              <p:spPr>
                <a:xfrm>
                  <a:off x="11037240" y="5121936"/>
                  <a:ext cx="136080" cy="1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4">
              <p14:nvContentPartPr>
                <p14:cNvPr id="354" name="Ink 353">
                  <a:extLst>
                    <a:ext uri="{FF2B5EF4-FFF2-40B4-BE49-F238E27FC236}">
                      <a16:creationId xmlns:a16="http://schemas.microsoft.com/office/drawing/2014/main" id="{73500155-E5A6-7591-B74F-2B9008EDDE07}"/>
                    </a:ext>
                  </a:extLst>
                </p14:cNvPr>
                <p14:cNvContentPartPr/>
                <p14:nvPr/>
              </p14:nvContentPartPr>
              <p14:xfrm>
                <a:off x="11367000" y="4928976"/>
                <a:ext cx="86040" cy="196560"/>
              </p14:xfrm>
            </p:contentPart>
          </mc:Choice>
          <mc:Fallback xmlns="">
            <p:pic>
              <p:nvPicPr>
                <p:cNvPr id="354" name="Ink 353">
                  <a:extLst>
                    <a:ext uri="{FF2B5EF4-FFF2-40B4-BE49-F238E27FC236}">
                      <a16:creationId xmlns:a16="http://schemas.microsoft.com/office/drawing/2014/main" id="{73500155-E5A6-7591-B74F-2B9008EDDE07}"/>
                    </a:ext>
                  </a:extLst>
                </p:cNvPr>
                <p:cNvPicPr/>
                <p:nvPr/>
              </p:nvPicPr>
              <p:blipFill>
                <a:blip r:embed="rId485"/>
                <a:stretch>
                  <a:fillRect/>
                </a:stretch>
              </p:blipFill>
              <p:spPr>
                <a:xfrm>
                  <a:off x="11362680" y="4924656"/>
                  <a:ext cx="9468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6">
              <p14:nvContentPartPr>
                <p14:cNvPr id="355" name="Ink 354">
                  <a:extLst>
                    <a:ext uri="{FF2B5EF4-FFF2-40B4-BE49-F238E27FC236}">
                      <a16:creationId xmlns:a16="http://schemas.microsoft.com/office/drawing/2014/main" id="{97C5DD7D-D040-5313-7C95-AA13AEC41D79}"/>
                    </a:ext>
                  </a:extLst>
                </p14:cNvPr>
                <p14:cNvContentPartPr/>
                <p14:nvPr/>
              </p14:nvContentPartPr>
              <p14:xfrm>
                <a:off x="11519640" y="4924656"/>
                <a:ext cx="119160" cy="293040"/>
              </p14:xfrm>
            </p:contentPart>
          </mc:Choice>
          <mc:Fallback xmlns="">
            <p:pic>
              <p:nvPicPr>
                <p:cNvPr id="355" name="Ink 354">
                  <a:extLst>
                    <a:ext uri="{FF2B5EF4-FFF2-40B4-BE49-F238E27FC236}">
                      <a16:creationId xmlns:a16="http://schemas.microsoft.com/office/drawing/2014/main" id="{97C5DD7D-D040-5313-7C95-AA13AEC41D79}"/>
                    </a:ext>
                  </a:extLst>
                </p:cNvPr>
                <p:cNvPicPr/>
                <p:nvPr/>
              </p:nvPicPr>
              <p:blipFill>
                <a:blip r:embed="rId487"/>
                <a:stretch>
                  <a:fillRect/>
                </a:stretch>
              </p:blipFill>
              <p:spPr>
                <a:xfrm>
                  <a:off x="11515320" y="4920336"/>
                  <a:ext cx="127800" cy="30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8">
              <p14:nvContentPartPr>
                <p14:cNvPr id="356" name="Ink 355">
                  <a:extLst>
                    <a:ext uri="{FF2B5EF4-FFF2-40B4-BE49-F238E27FC236}">
                      <a16:creationId xmlns:a16="http://schemas.microsoft.com/office/drawing/2014/main" id="{2424375E-577D-ED2C-532B-8EF6EE6B85B0}"/>
                    </a:ext>
                  </a:extLst>
                </p14:cNvPr>
                <p14:cNvContentPartPr/>
                <p14:nvPr/>
              </p14:nvContentPartPr>
              <p14:xfrm>
                <a:off x="11841480" y="4896576"/>
                <a:ext cx="170640" cy="439200"/>
              </p14:xfrm>
            </p:contentPart>
          </mc:Choice>
          <mc:Fallback xmlns="">
            <p:pic>
              <p:nvPicPr>
                <p:cNvPr id="356" name="Ink 355">
                  <a:extLst>
                    <a:ext uri="{FF2B5EF4-FFF2-40B4-BE49-F238E27FC236}">
                      <a16:creationId xmlns:a16="http://schemas.microsoft.com/office/drawing/2014/main" id="{2424375E-577D-ED2C-532B-8EF6EE6B85B0}"/>
                    </a:ext>
                  </a:extLst>
                </p:cNvPr>
                <p:cNvPicPr/>
                <p:nvPr/>
              </p:nvPicPr>
              <p:blipFill>
                <a:blip r:embed="rId489"/>
                <a:stretch>
                  <a:fillRect/>
                </a:stretch>
              </p:blipFill>
              <p:spPr>
                <a:xfrm>
                  <a:off x="11837160" y="4892256"/>
                  <a:ext cx="179280" cy="44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0">
              <p14:nvContentPartPr>
                <p14:cNvPr id="361" name="Ink 360">
                  <a:extLst>
                    <a:ext uri="{FF2B5EF4-FFF2-40B4-BE49-F238E27FC236}">
                      <a16:creationId xmlns:a16="http://schemas.microsoft.com/office/drawing/2014/main" id="{8D3E3507-E96A-1D05-EC21-AF7D41EFE73F}"/>
                    </a:ext>
                  </a:extLst>
                </p14:cNvPr>
                <p14:cNvContentPartPr/>
                <p14:nvPr/>
              </p14:nvContentPartPr>
              <p14:xfrm>
                <a:off x="10650600" y="5578056"/>
                <a:ext cx="120600" cy="95400"/>
              </p14:xfrm>
            </p:contentPart>
          </mc:Choice>
          <mc:Fallback xmlns="">
            <p:pic>
              <p:nvPicPr>
                <p:cNvPr id="361" name="Ink 360">
                  <a:extLst>
                    <a:ext uri="{FF2B5EF4-FFF2-40B4-BE49-F238E27FC236}">
                      <a16:creationId xmlns:a16="http://schemas.microsoft.com/office/drawing/2014/main" id="{8D3E3507-E96A-1D05-EC21-AF7D41EFE73F}"/>
                    </a:ext>
                  </a:extLst>
                </p:cNvPr>
                <p:cNvPicPr/>
                <p:nvPr/>
              </p:nvPicPr>
              <p:blipFill>
                <a:blip r:embed="rId491"/>
                <a:stretch>
                  <a:fillRect/>
                </a:stretch>
              </p:blipFill>
              <p:spPr>
                <a:xfrm>
                  <a:off x="10646280" y="5573736"/>
                  <a:ext cx="12924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2">
              <p14:nvContentPartPr>
                <p14:cNvPr id="362" name="Ink 361">
                  <a:extLst>
                    <a:ext uri="{FF2B5EF4-FFF2-40B4-BE49-F238E27FC236}">
                      <a16:creationId xmlns:a16="http://schemas.microsoft.com/office/drawing/2014/main" id="{7929E7FE-4AE8-6E22-95D8-F2C3D3B6D778}"/>
                    </a:ext>
                  </a:extLst>
                </p14:cNvPr>
                <p14:cNvContentPartPr/>
                <p14:nvPr/>
              </p14:nvContentPartPr>
              <p14:xfrm>
                <a:off x="10825560" y="5429376"/>
                <a:ext cx="56160" cy="284400"/>
              </p14:xfrm>
            </p:contentPart>
          </mc:Choice>
          <mc:Fallback xmlns="">
            <p:pic>
              <p:nvPicPr>
                <p:cNvPr id="362" name="Ink 361">
                  <a:extLst>
                    <a:ext uri="{FF2B5EF4-FFF2-40B4-BE49-F238E27FC236}">
                      <a16:creationId xmlns:a16="http://schemas.microsoft.com/office/drawing/2014/main" id="{7929E7FE-4AE8-6E22-95D8-F2C3D3B6D778}"/>
                    </a:ext>
                  </a:extLst>
                </p:cNvPr>
                <p:cNvPicPr/>
                <p:nvPr/>
              </p:nvPicPr>
              <p:blipFill>
                <a:blip r:embed="rId493"/>
                <a:stretch>
                  <a:fillRect/>
                </a:stretch>
              </p:blipFill>
              <p:spPr>
                <a:xfrm>
                  <a:off x="10821240" y="5425056"/>
                  <a:ext cx="64800" cy="29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4">
              <p14:nvContentPartPr>
                <p14:cNvPr id="363" name="Ink 362">
                  <a:extLst>
                    <a:ext uri="{FF2B5EF4-FFF2-40B4-BE49-F238E27FC236}">
                      <a16:creationId xmlns:a16="http://schemas.microsoft.com/office/drawing/2014/main" id="{7A5E01B7-2D69-93DC-0592-CFAD5A29CAD8}"/>
                    </a:ext>
                  </a:extLst>
                </p14:cNvPr>
                <p14:cNvContentPartPr/>
                <p14:nvPr/>
              </p14:nvContentPartPr>
              <p14:xfrm>
                <a:off x="10807560" y="5566536"/>
                <a:ext cx="124920" cy="11880"/>
              </p14:xfrm>
            </p:contentPart>
          </mc:Choice>
          <mc:Fallback xmlns="">
            <p:pic>
              <p:nvPicPr>
                <p:cNvPr id="363" name="Ink 362">
                  <a:extLst>
                    <a:ext uri="{FF2B5EF4-FFF2-40B4-BE49-F238E27FC236}">
                      <a16:creationId xmlns:a16="http://schemas.microsoft.com/office/drawing/2014/main" id="{7A5E01B7-2D69-93DC-0592-CFAD5A29CAD8}"/>
                    </a:ext>
                  </a:extLst>
                </p:cNvPr>
                <p:cNvPicPr/>
                <p:nvPr/>
              </p:nvPicPr>
              <p:blipFill>
                <a:blip r:embed="rId495"/>
                <a:stretch>
                  <a:fillRect/>
                </a:stretch>
              </p:blipFill>
              <p:spPr>
                <a:xfrm>
                  <a:off x="10803240" y="5562216"/>
                  <a:ext cx="133560" cy="2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6">
              <p14:nvContentPartPr>
                <p14:cNvPr id="364" name="Ink 363">
                  <a:extLst>
                    <a:ext uri="{FF2B5EF4-FFF2-40B4-BE49-F238E27FC236}">
                      <a16:creationId xmlns:a16="http://schemas.microsoft.com/office/drawing/2014/main" id="{70AF9254-C36F-AF7A-C6A9-F737BA650077}"/>
                    </a:ext>
                  </a:extLst>
                </p14:cNvPr>
                <p14:cNvContentPartPr/>
                <p14:nvPr/>
              </p14:nvContentPartPr>
              <p14:xfrm>
                <a:off x="10991880" y="5448816"/>
                <a:ext cx="39960" cy="177840"/>
              </p14:xfrm>
            </p:contentPart>
          </mc:Choice>
          <mc:Fallback xmlns="">
            <p:pic>
              <p:nvPicPr>
                <p:cNvPr id="364" name="Ink 363">
                  <a:extLst>
                    <a:ext uri="{FF2B5EF4-FFF2-40B4-BE49-F238E27FC236}">
                      <a16:creationId xmlns:a16="http://schemas.microsoft.com/office/drawing/2014/main" id="{70AF9254-C36F-AF7A-C6A9-F737BA650077}"/>
                    </a:ext>
                  </a:extLst>
                </p:cNvPr>
                <p:cNvPicPr/>
                <p:nvPr/>
              </p:nvPicPr>
              <p:blipFill>
                <a:blip r:embed="rId497"/>
                <a:stretch>
                  <a:fillRect/>
                </a:stretch>
              </p:blipFill>
              <p:spPr>
                <a:xfrm>
                  <a:off x="10987560" y="5444496"/>
                  <a:ext cx="48600" cy="18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8">
              <p14:nvContentPartPr>
                <p14:cNvPr id="365" name="Ink 364">
                  <a:extLst>
                    <a:ext uri="{FF2B5EF4-FFF2-40B4-BE49-F238E27FC236}">
                      <a16:creationId xmlns:a16="http://schemas.microsoft.com/office/drawing/2014/main" id="{52F0913B-2115-EE9C-0425-6E07240DB4F1}"/>
                    </a:ext>
                  </a:extLst>
                </p14:cNvPr>
                <p14:cNvContentPartPr/>
                <p14:nvPr/>
              </p14:nvContentPartPr>
              <p14:xfrm>
                <a:off x="10927800" y="5540256"/>
                <a:ext cx="143640" cy="3960"/>
              </p14:xfrm>
            </p:contentPart>
          </mc:Choice>
          <mc:Fallback xmlns="">
            <p:pic>
              <p:nvPicPr>
                <p:cNvPr id="365" name="Ink 364">
                  <a:extLst>
                    <a:ext uri="{FF2B5EF4-FFF2-40B4-BE49-F238E27FC236}">
                      <a16:creationId xmlns:a16="http://schemas.microsoft.com/office/drawing/2014/main" id="{52F0913B-2115-EE9C-0425-6E07240DB4F1}"/>
                    </a:ext>
                  </a:extLst>
                </p:cNvPr>
                <p:cNvPicPr/>
                <p:nvPr/>
              </p:nvPicPr>
              <p:blipFill>
                <a:blip r:embed="rId499"/>
                <a:stretch>
                  <a:fillRect/>
                </a:stretch>
              </p:blipFill>
              <p:spPr>
                <a:xfrm>
                  <a:off x="10923480" y="5535936"/>
                  <a:ext cx="15228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0">
              <p14:nvContentPartPr>
                <p14:cNvPr id="366" name="Ink 365">
                  <a:extLst>
                    <a:ext uri="{FF2B5EF4-FFF2-40B4-BE49-F238E27FC236}">
                      <a16:creationId xmlns:a16="http://schemas.microsoft.com/office/drawing/2014/main" id="{EBB80AF2-21EE-DFC5-2FFD-DB1C71D7A18E}"/>
                    </a:ext>
                  </a:extLst>
                </p14:cNvPr>
                <p14:cNvContentPartPr/>
                <p14:nvPr/>
              </p14:nvContentPartPr>
              <p14:xfrm>
                <a:off x="11098440" y="5459256"/>
                <a:ext cx="115920" cy="179280"/>
              </p14:xfrm>
            </p:contentPart>
          </mc:Choice>
          <mc:Fallback xmlns="">
            <p:pic>
              <p:nvPicPr>
                <p:cNvPr id="366" name="Ink 365">
                  <a:extLst>
                    <a:ext uri="{FF2B5EF4-FFF2-40B4-BE49-F238E27FC236}">
                      <a16:creationId xmlns:a16="http://schemas.microsoft.com/office/drawing/2014/main" id="{EBB80AF2-21EE-DFC5-2FFD-DB1C71D7A18E}"/>
                    </a:ext>
                  </a:extLst>
                </p:cNvPr>
                <p:cNvPicPr/>
                <p:nvPr/>
              </p:nvPicPr>
              <p:blipFill>
                <a:blip r:embed="rId501"/>
                <a:stretch>
                  <a:fillRect/>
                </a:stretch>
              </p:blipFill>
              <p:spPr>
                <a:xfrm>
                  <a:off x="11094120" y="5454936"/>
                  <a:ext cx="12456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2">
              <p14:nvContentPartPr>
                <p14:cNvPr id="367" name="Ink 366">
                  <a:extLst>
                    <a:ext uri="{FF2B5EF4-FFF2-40B4-BE49-F238E27FC236}">
                      <a16:creationId xmlns:a16="http://schemas.microsoft.com/office/drawing/2014/main" id="{56DC725D-5796-5E4B-4574-5D790567ABF1}"/>
                    </a:ext>
                  </a:extLst>
                </p14:cNvPr>
                <p14:cNvContentPartPr/>
                <p14:nvPr/>
              </p14:nvContentPartPr>
              <p14:xfrm>
                <a:off x="11248560" y="5427936"/>
                <a:ext cx="99720" cy="198000"/>
              </p14:xfrm>
            </p:contentPart>
          </mc:Choice>
          <mc:Fallback xmlns="">
            <p:pic>
              <p:nvPicPr>
                <p:cNvPr id="367" name="Ink 366">
                  <a:extLst>
                    <a:ext uri="{FF2B5EF4-FFF2-40B4-BE49-F238E27FC236}">
                      <a16:creationId xmlns:a16="http://schemas.microsoft.com/office/drawing/2014/main" id="{56DC725D-5796-5E4B-4574-5D790567ABF1}"/>
                    </a:ext>
                  </a:extLst>
                </p:cNvPr>
                <p:cNvPicPr/>
                <p:nvPr/>
              </p:nvPicPr>
              <p:blipFill>
                <a:blip r:embed="rId503"/>
                <a:stretch>
                  <a:fillRect/>
                </a:stretch>
              </p:blipFill>
              <p:spPr>
                <a:xfrm>
                  <a:off x="11244240" y="5423616"/>
                  <a:ext cx="108360" cy="20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4">
              <p14:nvContentPartPr>
                <p14:cNvPr id="368" name="Ink 367">
                  <a:extLst>
                    <a:ext uri="{FF2B5EF4-FFF2-40B4-BE49-F238E27FC236}">
                      <a16:creationId xmlns:a16="http://schemas.microsoft.com/office/drawing/2014/main" id="{3DBEAC33-268E-215C-B7C4-30BB8504847C}"/>
                    </a:ext>
                  </a:extLst>
                </p14:cNvPr>
                <p14:cNvContentPartPr/>
                <p14:nvPr/>
              </p14:nvContentPartPr>
              <p14:xfrm>
                <a:off x="11382840" y="5460336"/>
                <a:ext cx="92880" cy="170280"/>
              </p14:xfrm>
            </p:contentPart>
          </mc:Choice>
          <mc:Fallback xmlns="">
            <p:pic>
              <p:nvPicPr>
                <p:cNvPr id="368" name="Ink 367">
                  <a:extLst>
                    <a:ext uri="{FF2B5EF4-FFF2-40B4-BE49-F238E27FC236}">
                      <a16:creationId xmlns:a16="http://schemas.microsoft.com/office/drawing/2014/main" id="{3DBEAC33-268E-215C-B7C4-30BB8504847C}"/>
                    </a:ext>
                  </a:extLst>
                </p:cNvPr>
                <p:cNvPicPr/>
                <p:nvPr/>
              </p:nvPicPr>
              <p:blipFill>
                <a:blip r:embed="rId505"/>
                <a:stretch>
                  <a:fillRect/>
                </a:stretch>
              </p:blipFill>
              <p:spPr>
                <a:xfrm>
                  <a:off x="11378520" y="5456016"/>
                  <a:ext cx="10152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6">
              <p14:nvContentPartPr>
                <p14:cNvPr id="369" name="Ink 368">
                  <a:extLst>
                    <a:ext uri="{FF2B5EF4-FFF2-40B4-BE49-F238E27FC236}">
                      <a16:creationId xmlns:a16="http://schemas.microsoft.com/office/drawing/2014/main" id="{34A04047-24C5-5E7F-0FF3-C4D5006562DB}"/>
                    </a:ext>
                  </a:extLst>
                </p14:cNvPr>
                <p14:cNvContentPartPr/>
                <p14:nvPr/>
              </p14:nvContentPartPr>
              <p14:xfrm>
                <a:off x="11625840" y="5467176"/>
                <a:ext cx="8640" cy="116640"/>
              </p14:xfrm>
            </p:contentPart>
          </mc:Choice>
          <mc:Fallback xmlns="">
            <p:pic>
              <p:nvPicPr>
                <p:cNvPr id="369" name="Ink 368">
                  <a:extLst>
                    <a:ext uri="{FF2B5EF4-FFF2-40B4-BE49-F238E27FC236}">
                      <a16:creationId xmlns:a16="http://schemas.microsoft.com/office/drawing/2014/main" id="{34A04047-24C5-5E7F-0FF3-C4D5006562DB}"/>
                    </a:ext>
                  </a:extLst>
                </p:cNvPr>
                <p:cNvPicPr/>
                <p:nvPr/>
              </p:nvPicPr>
              <p:blipFill>
                <a:blip r:embed="rId507"/>
                <a:stretch>
                  <a:fillRect/>
                </a:stretch>
              </p:blipFill>
              <p:spPr>
                <a:xfrm>
                  <a:off x="11621520" y="5462856"/>
                  <a:ext cx="1728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8">
              <p14:nvContentPartPr>
                <p14:cNvPr id="370" name="Ink 369">
                  <a:extLst>
                    <a:ext uri="{FF2B5EF4-FFF2-40B4-BE49-F238E27FC236}">
                      <a16:creationId xmlns:a16="http://schemas.microsoft.com/office/drawing/2014/main" id="{FADD6728-558C-2C44-7988-C614BBD7AB06}"/>
                    </a:ext>
                  </a:extLst>
                </p14:cNvPr>
                <p14:cNvContentPartPr/>
                <p14:nvPr/>
              </p14:nvContentPartPr>
              <p14:xfrm>
                <a:off x="11572200" y="5526216"/>
                <a:ext cx="120600" cy="10800"/>
              </p14:xfrm>
            </p:contentPart>
          </mc:Choice>
          <mc:Fallback xmlns="">
            <p:pic>
              <p:nvPicPr>
                <p:cNvPr id="370" name="Ink 369">
                  <a:extLst>
                    <a:ext uri="{FF2B5EF4-FFF2-40B4-BE49-F238E27FC236}">
                      <a16:creationId xmlns:a16="http://schemas.microsoft.com/office/drawing/2014/main" id="{FADD6728-558C-2C44-7988-C614BBD7AB06}"/>
                    </a:ext>
                  </a:extLst>
                </p:cNvPr>
                <p:cNvPicPr/>
                <p:nvPr/>
              </p:nvPicPr>
              <p:blipFill>
                <a:blip r:embed="rId509"/>
                <a:stretch>
                  <a:fillRect/>
                </a:stretch>
              </p:blipFill>
              <p:spPr>
                <a:xfrm>
                  <a:off x="11567880" y="5521896"/>
                  <a:ext cx="129240" cy="1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0">
              <p14:nvContentPartPr>
                <p14:cNvPr id="371" name="Ink 370">
                  <a:extLst>
                    <a:ext uri="{FF2B5EF4-FFF2-40B4-BE49-F238E27FC236}">
                      <a16:creationId xmlns:a16="http://schemas.microsoft.com/office/drawing/2014/main" id="{A0437486-52DE-BBFF-FBC1-28953FF790BE}"/>
                    </a:ext>
                  </a:extLst>
                </p14:cNvPr>
                <p14:cNvContentPartPr/>
                <p14:nvPr/>
              </p14:nvContentPartPr>
              <p14:xfrm>
                <a:off x="11865600" y="5423616"/>
                <a:ext cx="16560" cy="167760"/>
              </p14:xfrm>
            </p:contentPart>
          </mc:Choice>
          <mc:Fallback xmlns="">
            <p:pic>
              <p:nvPicPr>
                <p:cNvPr id="371" name="Ink 370">
                  <a:extLst>
                    <a:ext uri="{FF2B5EF4-FFF2-40B4-BE49-F238E27FC236}">
                      <a16:creationId xmlns:a16="http://schemas.microsoft.com/office/drawing/2014/main" id="{A0437486-52DE-BBFF-FBC1-28953FF790BE}"/>
                    </a:ext>
                  </a:extLst>
                </p:cNvPr>
                <p:cNvPicPr/>
                <p:nvPr/>
              </p:nvPicPr>
              <p:blipFill>
                <a:blip r:embed="rId511"/>
                <a:stretch>
                  <a:fillRect/>
                </a:stretch>
              </p:blipFill>
              <p:spPr>
                <a:xfrm>
                  <a:off x="11861280" y="5419296"/>
                  <a:ext cx="2520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2">
              <p14:nvContentPartPr>
                <p14:cNvPr id="372" name="Ink 371">
                  <a:extLst>
                    <a:ext uri="{FF2B5EF4-FFF2-40B4-BE49-F238E27FC236}">
                      <a16:creationId xmlns:a16="http://schemas.microsoft.com/office/drawing/2014/main" id="{57993838-F831-89F8-B10D-0E0489523E52}"/>
                    </a:ext>
                  </a:extLst>
                </p14:cNvPr>
                <p14:cNvContentPartPr/>
                <p14:nvPr/>
              </p14:nvContentPartPr>
              <p14:xfrm>
                <a:off x="11978640" y="5527296"/>
                <a:ext cx="11880" cy="9720"/>
              </p14:xfrm>
            </p:contentPart>
          </mc:Choice>
          <mc:Fallback xmlns="">
            <p:pic>
              <p:nvPicPr>
                <p:cNvPr id="372" name="Ink 371">
                  <a:extLst>
                    <a:ext uri="{FF2B5EF4-FFF2-40B4-BE49-F238E27FC236}">
                      <a16:creationId xmlns:a16="http://schemas.microsoft.com/office/drawing/2014/main" id="{57993838-F831-89F8-B10D-0E0489523E52}"/>
                    </a:ext>
                  </a:extLst>
                </p:cNvPr>
                <p:cNvPicPr/>
                <p:nvPr/>
              </p:nvPicPr>
              <p:blipFill>
                <a:blip r:embed="rId513"/>
                <a:stretch>
                  <a:fillRect/>
                </a:stretch>
              </p:blipFill>
              <p:spPr>
                <a:xfrm>
                  <a:off x="11974320" y="5522976"/>
                  <a:ext cx="20520" cy="1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4">
              <p14:nvContentPartPr>
                <p14:cNvPr id="373" name="Ink 372">
                  <a:extLst>
                    <a:ext uri="{FF2B5EF4-FFF2-40B4-BE49-F238E27FC236}">
                      <a16:creationId xmlns:a16="http://schemas.microsoft.com/office/drawing/2014/main" id="{B64F7E06-36E9-0CF0-D94E-E66B3AD54F98}"/>
                    </a:ext>
                  </a:extLst>
                </p14:cNvPr>
                <p14:cNvContentPartPr/>
                <p14:nvPr/>
              </p14:nvContentPartPr>
              <p14:xfrm>
                <a:off x="11923200" y="5527296"/>
                <a:ext cx="122760" cy="219960"/>
              </p14:xfrm>
            </p:contentPart>
          </mc:Choice>
          <mc:Fallback xmlns="">
            <p:pic>
              <p:nvPicPr>
                <p:cNvPr id="373" name="Ink 372">
                  <a:extLst>
                    <a:ext uri="{FF2B5EF4-FFF2-40B4-BE49-F238E27FC236}">
                      <a16:creationId xmlns:a16="http://schemas.microsoft.com/office/drawing/2014/main" id="{B64F7E06-36E9-0CF0-D94E-E66B3AD54F98}"/>
                    </a:ext>
                  </a:extLst>
                </p:cNvPr>
                <p:cNvPicPr/>
                <p:nvPr/>
              </p:nvPicPr>
              <p:blipFill>
                <a:blip r:embed="rId515"/>
                <a:stretch>
                  <a:fillRect/>
                </a:stretch>
              </p:blipFill>
              <p:spPr>
                <a:xfrm>
                  <a:off x="11918880" y="5522976"/>
                  <a:ext cx="131400" cy="22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6">
              <p14:nvContentPartPr>
                <p14:cNvPr id="376" name="Ink 375">
                  <a:extLst>
                    <a:ext uri="{FF2B5EF4-FFF2-40B4-BE49-F238E27FC236}">
                      <a16:creationId xmlns:a16="http://schemas.microsoft.com/office/drawing/2014/main" id="{4ABBC78F-9379-6F11-CB0B-B131DE063262}"/>
                    </a:ext>
                  </a:extLst>
                </p14:cNvPr>
                <p14:cNvContentPartPr/>
                <p14:nvPr/>
              </p14:nvContentPartPr>
              <p14:xfrm>
                <a:off x="9765720" y="5664816"/>
                <a:ext cx="185040" cy="119160"/>
              </p14:xfrm>
            </p:contentPart>
          </mc:Choice>
          <mc:Fallback xmlns="">
            <p:pic>
              <p:nvPicPr>
                <p:cNvPr id="376" name="Ink 375">
                  <a:extLst>
                    <a:ext uri="{FF2B5EF4-FFF2-40B4-BE49-F238E27FC236}">
                      <a16:creationId xmlns:a16="http://schemas.microsoft.com/office/drawing/2014/main" id="{4ABBC78F-9379-6F11-CB0B-B131DE063262}"/>
                    </a:ext>
                  </a:extLst>
                </p:cNvPr>
                <p:cNvPicPr/>
                <p:nvPr/>
              </p:nvPicPr>
              <p:blipFill>
                <a:blip r:embed="rId517"/>
                <a:stretch>
                  <a:fillRect/>
                </a:stretch>
              </p:blipFill>
              <p:spPr>
                <a:xfrm>
                  <a:off x="9761400" y="5660496"/>
                  <a:ext cx="19368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8">
              <p14:nvContentPartPr>
                <p14:cNvPr id="377" name="Ink 376">
                  <a:extLst>
                    <a:ext uri="{FF2B5EF4-FFF2-40B4-BE49-F238E27FC236}">
                      <a16:creationId xmlns:a16="http://schemas.microsoft.com/office/drawing/2014/main" id="{68C4E55C-7281-BB8E-44FA-A9B6C447E2CB}"/>
                    </a:ext>
                  </a:extLst>
                </p14:cNvPr>
                <p14:cNvContentPartPr/>
                <p14:nvPr/>
              </p14:nvContentPartPr>
              <p14:xfrm>
                <a:off x="10029240" y="5560776"/>
                <a:ext cx="5040" cy="176040"/>
              </p14:xfrm>
            </p:contentPart>
          </mc:Choice>
          <mc:Fallback xmlns="">
            <p:pic>
              <p:nvPicPr>
                <p:cNvPr id="377" name="Ink 376">
                  <a:extLst>
                    <a:ext uri="{FF2B5EF4-FFF2-40B4-BE49-F238E27FC236}">
                      <a16:creationId xmlns:a16="http://schemas.microsoft.com/office/drawing/2014/main" id="{68C4E55C-7281-BB8E-44FA-A9B6C447E2CB}"/>
                    </a:ext>
                  </a:extLst>
                </p:cNvPr>
                <p:cNvPicPr/>
                <p:nvPr/>
              </p:nvPicPr>
              <p:blipFill>
                <a:blip r:embed="rId519"/>
                <a:stretch>
                  <a:fillRect/>
                </a:stretch>
              </p:blipFill>
              <p:spPr>
                <a:xfrm>
                  <a:off x="10024920" y="5556456"/>
                  <a:ext cx="1368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0">
              <p14:nvContentPartPr>
                <p14:cNvPr id="378" name="Ink 377">
                  <a:extLst>
                    <a:ext uri="{FF2B5EF4-FFF2-40B4-BE49-F238E27FC236}">
                      <a16:creationId xmlns:a16="http://schemas.microsoft.com/office/drawing/2014/main" id="{970E131D-9A6B-FE8C-9512-64789C7CB7B5}"/>
                    </a:ext>
                  </a:extLst>
                </p14:cNvPr>
                <p14:cNvContentPartPr/>
                <p14:nvPr/>
              </p14:nvContentPartPr>
              <p14:xfrm>
                <a:off x="9969120" y="5666256"/>
                <a:ext cx="231480" cy="83160"/>
              </p14:xfrm>
            </p:contentPart>
          </mc:Choice>
          <mc:Fallback xmlns="">
            <p:pic>
              <p:nvPicPr>
                <p:cNvPr id="378" name="Ink 377">
                  <a:extLst>
                    <a:ext uri="{FF2B5EF4-FFF2-40B4-BE49-F238E27FC236}">
                      <a16:creationId xmlns:a16="http://schemas.microsoft.com/office/drawing/2014/main" id="{970E131D-9A6B-FE8C-9512-64789C7CB7B5}"/>
                    </a:ext>
                  </a:extLst>
                </p:cNvPr>
                <p:cNvPicPr/>
                <p:nvPr/>
              </p:nvPicPr>
              <p:blipFill>
                <a:blip r:embed="rId521"/>
                <a:stretch>
                  <a:fillRect/>
                </a:stretch>
              </p:blipFill>
              <p:spPr>
                <a:xfrm>
                  <a:off x="9964800" y="5661936"/>
                  <a:ext cx="24012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2">
              <p14:nvContentPartPr>
                <p14:cNvPr id="379" name="Ink 378">
                  <a:extLst>
                    <a:ext uri="{FF2B5EF4-FFF2-40B4-BE49-F238E27FC236}">
                      <a16:creationId xmlns:a16="http://schemas.microsoft.com/office/drawing/2014/main" id="{F6A78E92-9D83-6761-A87C-89DFD361A9DC}"/>
                    </a:ext>
                  </a:extLst>
                </p14:cNvPr>
                <p14:cNvContentPartPr/>
                <p14:nvPr/>
              </p14:nvContentPartPr>
              <p14:xfrm>
                <a:off x="10230120" y="5642136"/>
                <a:ext cx="25920" cy="80640"/>
              </p14:xfrm>
            </p:contentPart>
          </mc:Choice>
          <mc:Fallback xmlns="">
            <p:pic>
              <p:nvPicPr>
                <p:cNvPr id="379" name="Ink 378">
                  <a:extLst>
                    <a:ext uri="{FF2B5EF4-FFF2-40B4-BE49-F238E27FC236}">
                      <a16:creationId xmlns:a16="http://schemas.microsoft.com/office/drawing/2014/main" id="{F6A78E92-9D83-6761-A87C-89DFD361A9DC}"/>
                    </a:ext>
                  </a:extLst>
                </p:cNvPr>
                <p:cNvPicPr/>
                <p:nvPr/>
              </p:nvPicPr>
              <p:blipFill>
                <a:blip r:embed="rId523"/>
                <a:stretch>
                  <a:fillRect/>
                </a:stretch>
              </p:blipFill>
              <p:spPr>
                <a:xfrm>
                  <a:off x="10225800" y="5637816"/>
                  <a:ext cx="3456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4">
              <p14:nvContentPartPr>
                <p14:cNvPr id="380" name="Ink 379">
                  <a:extLst>
                    <a:ext uri="{FF2B5EF4-FFF2-40B4-BE49-F238E27FC236}">
                      <a16:creationId xmlns:a16="http://schemas.microsoft.com/office/drawing/2014/main" id="{B9B2AA07-2D29-D518-70C7-A642B4CCD8A9}"/>
                    </a:ext>
                  </a:extLst>
                </p14:cNvPr>
                <p14:cNvContentPartPr/>
                <p14:nvPr/>
              </p14:nvContentPartPr>
              <p14:xfrm>
                <a:off x="10326960" y="5642856"/>
                <a:ext cx="118080" cy="68040"/>
              </p14:xfrm>
            </p:contentPart>
          </mc:Choice>
          <mc:Fallback xmlns="">
            <p:pic>
              <p:nvPicPr>
                <p:cNvPr id="380" name="Ink 379">
                  <a:extLst>
                    <a:ext uri="{FF2B5EF4-FFF2-40B4-BE49-F238E27FC236}">
                      <a16:creationId xmlns:a16="http://schemas.microsoft.com/office/drawing/2014/main" id="{B9B2AA07-2D29-D518-70C7-A642B4CCD8A9}"/>
                    </a:ext>
                  </a:extLst>
                </p:cNvPr>
                <p:cNvPicPr/>
                <p:nvPr/>
              </p:nvPicPr>
              <p:blipFill>
                <a:blip r:embed="rId525"/>
                <a:stretch>
                  <a:fillRect/>
                </a:stretch>
              </p:blipFill>
              <p:spPr>
                <a:xfrm>
                  <a:off x="10322640" y="5638536"/>
                  <a:ext cx="12672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6">
              <p14:nvContentPartPr>
                <p14:cNvPr id="383" name="Ink 382">
                  <a:extLst>
                    <a:ext uri="{FF2B5EF4-FFF2-40B4-BE49-F238E27FC236}">
                      <a16:creationId xmlns:a16="http://schemas.microsoft.com/office/drawing/2014/main" id="{7F4A6FEC-88E0-6AEC-9155-1FAA03674756}"/>
                    </a:ext>
                  </a:extLst>
                </p14:cNvPr>
                <p14:cNvContentPartPr/>
                <p14:nvPr/>
              </p14:nvContentPartPr>
              <p14:xfrm>
                <a:off x="10587960" y="5472576"/>
                <a:ext cx="72720" cy="248040"/>
              </p14:xfrm>
            </p:contentPart>
          </mc:Choice>
          <mc:Fallback xmlns="">
            <p:pic>
              <p:nvPicPr>
                <p:cNvPr id="383" name="Ink 382">
                  <a:extLst>
                    <a:ext uri="{FF2B5EF4-FFF2-40B4-BE49-F238E27FC236}">
                      <a16:creationId xmlns:a16="http://schemas.microsoft.com/office/drawing/2014/main" id="{7F4A6FEC-88E0-6AEC-9155-1FAA03674756}"/>
                    </a:ext>
                  </a:extLst>
                </p:cNvPr>
                <p:cNvPicPr/>
                <p:nvPr/>
              </p:nvPicPr>
              <p:blipFill>
                <a:blip r:embed="rId527"/>
                <a:stretch>
                  <a:fillRect/>
                </a:stretch>
              </p:blipFill>
              <p:spPr>
                <a:xfrm>
                  <a:off x="10583640" y="5468256"/>
                  <a:ext cx="81360" cy="2566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0831541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1703C7C8-26E2-B193-B098-B27E0F644344}"/>
                  </a:ext>
                </a:extLst>
              </p14:cNvPr>
              <p14:cNvContentPartPr/>
              <p14:nvPr/>
            </p14:nvContentPartPr>
            <p14:xfrm>
              <a:off x="8696880" y="2442456"/>
              <a:ext cx="88920" cy="12204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1703C7C8-26E2-B193-B098-B27E0F64434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692560" y="2438136"/>
                <a:ext cx="97560" cy="13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66AC3BAE-C113-E1E5-EA80-9C6E9CC87A4B}"/>
                  </a:ext>
                </a:extLst>
              </p14:cNvPr>
              <p14:cNvContentPartPr/>
              <p14:nvPr/>
            </p14:nvContentPartPr>
            <p14:xfrm>
              <a:off x="8068680" y="3260376"/>
              <a:ext cx="34920" cy="11556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66AC3BAE-C113-E1E5-EA80-9C6E9CC87A4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064360" y="3256056"/>
                <a:ext cx="43560" cy="12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99667CFF-1D2B-5C11-73B2-B0E63E24D6DA}"/>
                  </a:ext>
                </a:extLst>
              </p14:cNvPr>
              <p14:cNvContentPartPr/>
              <p14:nvPr/>
            </p14:nvContentPartPr>
            <p14:xfrm>
              <a:off x="9237600" y="3298536"/>
              <a:ext cx="115560" cy="8676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99667CFF-1D2B-5C11-73B2-B0E63E24D6DA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9233280" y="3294216"/>
                <a:ext cx="124200" cy="9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618B64ED-D257-082A-4C49-0EBA74372E32}"/>
                  </a:ext>
                </a:extLst>
              </p14:cNvPr>
              <p14:cNvContentPartPr/>
              <p14:nvPr/>
            </p14:nvContentPartPr>
            <p14:xfrm>
              <a:off x="7495920" y="1739016"/>
              <a:ext cx="152640" cy="14256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618B64ED-D257-082A-4C49-0EBA74372E32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491600" y="1734696"/>
                <a:ext cx="161280" cy="15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DAE64BAF-C46A-FABF-4AC8-15C8A3CF8CE5}"/>
                  </a:ext>
                </a:extLst>
              </p14:cNvPr>
              <p14:cNvContentPartPr/>
              <p14:nvPr/>
            </p14:nvContentPartPr>
            <p14:xfrm>
              <a:off x="7650360" y="1760976"/>
              <a:ext cx="70920" cy="8568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DAE64BAF-C46A-FABF-4AC8-15C8A3CF8CE5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7646040" y="1756656"/>
                <a:ext cx="79560" cy="9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73AC8601-F4FA-7ECC-15D7-B042FD9E5B9C}"/>
                  </a:ext>
                </a:extLst>
              </p14:cNvPr>
              <p14:cNvContentPartPr/>
              <p14:nvPr/>
            </p14:nvContentPartPr>
            <p14:xfrm>
              <a:off x="7749720" y="1772496"/>
              <a:ext cx="77760" cy="6696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73AC8601-F4FA-7ECC-15D7-B042FD9E5B9C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7745400" y="1768176"/>
                <a:ext cx="86400" cy="7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DD97DBB5-B24E-27E4-A552-0717D1F8F600}"/>
                  </a:ext>
                </a:extLst>
              </p14:cNvPr>
              <p14:cNvContentPartPr/>
              <p14:nvPr/>
            </p14:nvContentPartPr>
            <p14:xfrm>
              <a:off x="7886160" y="1672056"/>
              <a:ext cx="99720" cy="16380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DD97DBB5-B24E-27E4-A552-0717D1F8F600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7881840" y="1667736"/>
                <a:ext cx="108360" cy="17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83941669-5052-2ABC-7DC0-9FAE2A4BD6CE}"/>
                  </a:ext>
                </a:extLst>
              </p14:cNvPr>
              <p14:cNvContentPartPr/>
              <p14:nvPr/>
            </p14:nvContentPartPr>
            <p14:xfrm>
              <a:off x="7881480" y="1739016"/>
              <a:ext cx="148320" cy="252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83941669-5052-2ABC-7DC0-9FAE2A4BD6CE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7877160" y="1734696"/>
                <a:ext cx="156960" cy="1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53C50C30-DCF9-3DA4-3CF2-45D6CD916F6C}"/>
                  </a:ext>
                </a:extLst>
              </p14:cNvPr>
              <p14:cNvContentPartPr/>
              <p14:nvPr/>
            </p14:nvContentPartPr>
            <p14:xfrm>
              <a:off x="8429040" y="1701936"/>
              <a:ext cx="297720" cy="33948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53C50C30-DCF9-3DA4-3CF2-45D6CD916F6C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8424720" y="1697616"/>
                <a:ext cx="306360" cy="34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3F91CD1A-0C3B-F596-9351-9B0A08F6A388}"/>
                  </a:ext>
                </a:extLst>
              </p14:cNvPr>
              <p14:cNvContentPartPr/>
              <p14:nvPr/>
            </p14:nvContentPartPr>
            <p14:xfrm>
              <a:off x="8615520" y="1969056"/>
              <a:ext cx="93240" cy="5148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3F91CD1A-0C3B-F596-9351-9B0A08F6A388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8611200" y="1964736"/>
                <a:ext cx="101880" cy="6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C61A6642-F721-F242-3879-22165DE3C042}"/>
                  </a:ext>
                </a:extLst>
              </p14:cNvPr>
              <p14:cNvContentPartPr/>
              <p14:nvPr/>
            </p14:nvContentPartPr>
            <p14:xfrm>
              <a:off x="8698680" y="1955376"/>
              <a:ext cx="95760" cy="9720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C61A6642-F721-F242-3879-22165DE3C042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8694360" y="1951056"/>
                <a:ext cx="104400" cy="10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AE0C65B8-96CC-3E74-5608-7619A88E09ED}"/>
                  </a:ext>
                </a:extLst>
              </p14:cNvPr>
              <p14:cNvContentPartPr/>
              <p14:nvPr/>
            </p14:nvContentPartPr>
            <p14:xfrm>
              <a:off x="8526240" y="2008656"/>
              <a:ext cx="381600" cy="40788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AE0C65B8-96CC-3E74-5608-7619A88E09ED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8521920" y="2004336"/>
                <a:ext cx="390240" cy="41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15F2ABF6-84AE-B8C3-8B60-67C4EAE5F2EA}"/>
                  </a:ext>
                </a:extLst>
              </p14:cNvPr>
              <p14:cNvContentPartPr/>
              <p14:nvPr/>
            </p14:nvContentPartPr>
            <p14:xfrm>
              <a:off x="8382960" y="2367216"/>
              <a:ext cx="220320" cy="47844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15F2ABF6-84AE-B8C3-8B60-67C4EAE5F2EA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8378640" y="2362896"/>
                <a:ext cx="228960" cy="48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81B6808B-0262-3E8A-712B-3DE69BB8B5C4}"/>
                  </a:ext>
                </a:extLst>
              </p14:cNvPr>
              <p14:cNvContentPartPr/>
              <p14:nvPr/>
            </p14:nvContentPartPr>
            <p14:xfrm>
              <a:off x="7925400" y="2803176"/>
              <a:ext cx="508680" cy="42300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81B6808B-0262-3E8A-712B-3DE69BB8B5C4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7921080" y="2798856"/>
                <a:ext cx="517320" cy="43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BC6E359B-928E-7ED7-6BDB-9538434B3598}"/>
                  </a:ext>
                </a:extLst>
              </p14:cNvPr>
              <p14:cNvContentPartPr/>
              <p14:nvPr/>
            </p14:nvContentPartPr>
            <p14:xfrm>
              <a:off x="8813160" y="2399616"/>
              <a:ext cx="441000" cy="46224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BC6E359B-928E-7ED7-6BDB-9538434B3598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8808840" y="2395296"/>
                <a:ext cx="449640" cy="47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6F2AA563-DDF8-C7FC-A56E-50AF8B984644}"/>
                  </a:ext>
                </a:extLst>
              </p14:cNvPr>
              <p14:cNvContentPartPr/>
              <p14:nvPr/>
            </p14:nvContentPartPr>
            <p14:xfrm>
              <a:off x="8996400" y="2856816"/>
              <a:ext cx="521640" cy="388080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6F2AA563-DDF8-C7FC-A56E-50AF8B984644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8992080" y="2852496"/>
                <a:ext cx="530280" cy="39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63371217-4141-8AEB-0411-55F29E6F0EB3}"/>
                  </a:ext>
                </a:extLst>
              </p14:cNvPr>
              <p14:cNvContentPartPr/>
              <p14:nvPr/>
            </p14:nvContentPartPr>
            <p14:xfrm>
              <a:off x="7627320" y="3199536"/>
              <a:ext cx="344880" cy="669240"/>
            </p14:xfrm>
          </p:contentPart>
        </mc:Choice>
        <mc:Fallback xmlns=""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63371217-4141-8AEB-0411-55F29E6F0EB3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7623000" y="3195216"/>
                <a:ext cx="353520" cy="67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4D8BBD47-173E-B8B5-02C1-BBDB223B4DB4}"/>
                  </a:ext>
                </a:extLst>
              </p14:cNvPr>
              <p14:cNvContentPartPr/>
              <p14:nvPr/>
            </p14:nvContentPartPr>
            <p14:xfrm>
              <a:off x="7078320" y="3804336"/>
              <a:ext cx="676080" cy="712080"/>
            </p14:xfrm>
          </p:contentPart>
        </mc:Choice>
        <mc:Fallback xmlns=""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4D8BBD47-173E-B8B5-02C1-BBDB223B4DB4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7074000" y="3800016"/>
                <a:ext cx="684720" cy="72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8B03DAF4-DE16-79E0-3036-F3C1A14610CD}"/>
                  </a:ext>
                </a:extLst>
              </p14:cNvPr>
              <p14:cNvContentPartPr/>
              <p14:nvPr/>
            </p14:nvContentPartPr>
            <p14:xfrm>
              <a:off x="8262360" y="3230136"/>
              <a:ext cx="56160" cy="878040"/>
            </p14:xfrm>
          </p:contentPart>
        </mc:Choice>
        <mc:Fallback xmlns=""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8B03DAF4-DE16-79E0-3036-F3C1A14610CD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8258040" y="3225816"/>
                <a:ext cx="64800" cy="88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440DA1F3-0252-2EB2-3221-7BD7A98A2085}"/>
                  </a:ext>
                </a:extLst>
              </p14:cNvPr>
              <p14:cNvContentPartPr/>
              <p14:nvPr/>
            </p14:nvContentPartPr>
            <p14:xfrm>
              <a:off x="7978680" y="3881376"/>
              <a:ext cx="594000" cy="750600"/>
            </p14:xfrm>
          </p:contentPart>
        </mc:Choice>
        <mc:Fallback xmlns=""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440DA1F3-0252-2EB2-3221-7BD7A98A2085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7974360" y="3877056"/>
                <a:ext cx="602640" cy="75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7904EC1E-B412-C63A-C3F1-D2E338668B12}"/>
                  </a:ext>
                </a:extLst>
              </p14:cNvPr>
              <p14:cNvContentPartPr/>
              <p14:nvPr/>
            </p14:nvContentPartPr>
            <p14:xfrm>
              <a:off x="8876880" y="3199896"/>
              <a:ext cx="282600" cy="744840"/>
            </p14:xfrm>
          </p:contentPart>
        </mc:Choice>
        <mc:Fallback xmlns=""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7904EC1E-B412-C63A-C3F1-D2E338668B12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8872560" y="3195576"/>
                <a:ext cx="291240" cy="75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5203140F-56F3-FB9E-D1CD-198C28396BB4}"/>
                  </a:ext>
                </a:extLst>
              </p14:cNvPr>
              <p14:cNvContentPartPr/>
              <p14:nvPr/>
            </p14:nvContentPartPr>
            <p14:xfrm>
              <a:off x="8657280" y="3927456"/>
              <a:ext cx="532080" cy="626760"/>
            </p14:xfrm>
          </p:contentPart>
        </mc:Choice>
        <mc:Fallback xmlns=""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5203140F-56F3-FB9E-D1CD-198C28396BB4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8652960" y="3923136"/>
                <a:ext cx="540720" cy="63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A8CAA826-8150-3AFF-4C90-14A9B366B3DD}"/>
                  </a:ext>
                </a:extLst>
              </p14:cNvPr>
              <p14:cNvContentPartPr/>
              <p14:nvPr/>
            </p14:nvContentPartPr>
            <p14:xfrm>
              <a:off x="9403920" y="3215016"/>
              <a:ext cx="362880" cy="623880"/>
            </p14:xfrm>
          </p:contentPart>
        </mc:Choice>
        <mc:Fallback xmlns=""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A8CAA826-8150-3AFF-4C90-14A9B366B3DD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9399600" y="3210696"/>
                <a:ext cx="371520" cy="632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B1A925E9-02DC-DF8C-DE2E-56588B4F2D53}"/>
                  </a:ext>
                </a:extLst>
              </p14:cNvPr>
              <p14:cNvContentPartPr/>
              <p14:nvPr/>
            </p14:nvContentPartPr>
            <p14:xfrm>
              <a:off x="9484200" y="3830616"/>
              <a:ext cx="568800" cy="630000"/>
            </p14:xfrm>
          </p:contentPart>
        </mc:Choice>
        <mc:Fallback xmlns=""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B1A925E9-02DC-DF8C-DE2E-56588B4F2D53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9479880" y="3826296"/>
                <a:ext cx="577440" cy="63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8D1E00A3-6C76-BC34-ABF7-E956E4C37582}"/>
                  </a:ext>
                </a:extLst>
              </p14:cNvPr>
              <p14:cNvContentPartPr/>
              <p14:nvPr/>
            </p14:nvContentPartPr>
            <p14:xfrm>
              <a:off x="7124400" y="4566096"/>
              <a:ext cx="97200" cy="132120"/>
            </p14:xfrm>
          </p:contentPart>
        </mc:Choice>
        <mc:Fallback xmlns=""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8D1E00A3-6C76-BC34-ABF7-E956E4C37582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7120080" y="4561776"/>
                <a:ext cx="105840" cy="14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7E220903-CBF3-CED1-6882-C69E74484BBD}"/>
                  </a:ext>
                </a:extLst>
              </p14:cNvPr>
              <p14:cNvContentPartPr/>
              <p14:nvPr/>
            </p14:nvContentPartPr>
            <p14:xfrm>
              <a:off x="8068680" y="4673016"/>
              <a:ext cx="141120" cy="88920"/>
            </p14:xfrm>
          </p:contentPart>
        </mc:Choice>
        <mc:Fallback xmlns=""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7E220903-CBF3-CED1-6882-C69E74484BBD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8064360" y="4668696"/>
                <a:ext cx="149760" cy="9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F67908D8-464D-D49A-08C5-1D21F1AE7758}"/>
                  </a:ext>
                </a:extLst>
              </p14:cNvPr>
              <p14:cNvContentPartPr/>
              <p14:nvPr/>
            </p14:nvContentPartPr>
            <p14:xfrm>
              <a:off x="8143560" y="4711896"/>
              <a:ext cx="27000" cy="110160"/>
            </p14:xfrm>
          </p:contentPart>
        </mc:Choice>
        <mc:Fallback xmlns=""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F67908D8-464D-D49A-08C5-1D21F1AE7758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8139240" y="4707576"/>
                <a:ext cx="35640" cy="11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67C8AE53-56CD-0938-0EC2-9DB44C09C9D3}"/>
                  </a:ext>
                </a:extLst>
              </p14:cNvPr>
              <p14:cNvContentPartPr/>
              <p14:nvPr/>
            </p14:nvContentPartPr>
            <p14:xfrm>
              <a:off x="8812800" y="4639176"/>
              <a:ext cx="73440" cy="101520"/>
            </p14:xfrm>
          </p:contentPart>
        </mc:Choice>
        <mc:Fallback xmlns=""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67C8AE53-56CD-0938-0EC2-9DB44C09C9D3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8808480" y="4634856"/>
                <a:ext cx="82080" cy="11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E73EE33C-FBE8-19A0-F8F1-8A1A51001A82}"/>
                  </a:ext>
                </a:extLst>
              </p14:cNvPr>
              <p14:cNvContentPartPr/>
              <p14:nvPr/>
            </p14:nvContentPartPr>
            <p14:xfrm>
              <a:off x="8879400" y="4633056"/>
              <a:ext cx="95040" cy="10800"/>
            </p14:xfrm>
          </p:contentPart>
        </mc:Choice>
        <mc:Fallback xmlns=""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E73EE33C-FBE8-19A0-F8F1-8A1A51001A82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8875080" y="4628736"/>
                <a:ext cx="103680" cy="1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8470790B-4906-C596-4160-D3DD8904A79E}"/>
                  </a:ext>
                </a:extLst>
              </p14:cNvPr>
              <p14:cNvContentPartPr/>
              <p14:nvPr/>
            </p14:nvContentPartPr>
            <p14:xfrm>
              <a:off x="9792360" y="4513896"/>
              <a:ext cx="133920" cy="143280"/>
            </p14:xfrm>
          </p:contentPart>
        </mc:Choice>
        <mc:Fallback xmlns=""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8470790B-4906-C596-4160-D3DD8904A79E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9788040" y="4509576"/>
                <a:ext cx="142560" cy="15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128B65C1-7E73-3FDD-DD8E-8F13B1E8C6E2}"/>
                  </a:ext>
                </a:extLst>
              </p14:cNvPr>
              <p14:cNvContentPartPr/>
              <p14:nvPr/>
            </p14:nvContentPartPr>
            <p14:xfrm>
              <a:off x="2349144" y="987876"/>
              <a:ext cx="83160" cy="622080"/>
            </p14:xfrm>
          </p:contentPart>
        </mc:Choice>
        <mc:Fallback xmlns=""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128B65C1-7E73-3FDD-DD8E-8F13B1E8C6E2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2344805" y="983556"/>
                <a:ext cx="91838" cy="63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A2B1EC43-46DC-9BF7-1B49-3B7861CBC993}"/>
                  </a:ext>
                </a:extLst>
              </p14:cNvPr>
              <p14:cNvContentPartPr/>
              <p14:nvPr/>
            </p14:nvContentPartPr>
            <p14:xfrm>
              <a:off x="2294784" y="885996"/>
              <a:ext cx="3445920" cy="725400"/>
            </p14:xfrm>
          </p:contentPart>
        </mc:Choice>
        <mc:Fallback xmlns=""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A2B1EC43-46DC-9BF7-1B49-3B7861CBC993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2290464" y="881674"/>
                <a:ext cx="3454560" cy="73404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405AC11F-98A2-F2B7-6B58-0425F822AD07}"/>
                  </a:ext>
                </a:extLst>
              </p14:cNvPr>
              <p14:cNvContentPartPr/>
              <p14:nvPr/>
            </p14:nvContentPartPr>
            <p14:xfrm>
              <a:off x="2910744" y="1027836"/>
              <a:ext cx="37080" cy="599400"/>
            </p14:xfrm>
          </p:contentPart>
        </mc:Choice>
        <mc:Fallback xmlns=""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405AC11F-98A2-F2B7-6B58-0425F822AD07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2906382" y="1023519"/>
                <a:ext cx="45805" cy="60803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8C4CBAA0-9340-3B62-3D02-8A8C945A1525}"/>
                  </a:ext>
                </a:extLst>
              </p14:cNvPr>
              <p14:cNvContentPartPr/>
              <p14:nvPr/>
            </p14:nvContentPartPr>
            <p14:xfrm>
              <a:off x="3540744" y="978156"/>
              <a:ext cx="25920" cy="586800"/>
            </p14:xfrm>
          </p:contentPart>
        </mc:Choice>
        <mc:Fallback xmlns=""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8C4CBAA0-9340-3B62-3D02-8A8C945A1525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3536424" y="973836"/>
                <a:ext cx="34560" cy="59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8B968042-A818-3BEE-C719-B27A9AD91A8A}"/>
                  </a:ext>
                </a:extLst>
              </p14:cNvPr>
              <p14:cNvContentPartPr/>
              <p14:nvPr/>
            </p14:nvContentPartPr>
            <p14:xfrm>
              <a:off x="4066704" y="909756"/>
              <a:ext cx="83160" cy="700920"/>
            </p14:xfrm>
          </p:contentPart>
        </mc:Choice>
        <mc:Fallback xmlns=""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8B968042-A818-3BEE-C719-B27A9AD91A8A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4062384" y="905436"/>
                <a:ext cx="91800" cy="70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EBB27183-E2B8-8BF9-FC86-5DDEE8AFAF33}"/>
                  </a:ext>
                </a:extLst>
              </p14:cNvPr>
              <p14:cNvContentPartPr/>
              <p14:nvPr/>
            </p14:nvContentPartPr>
            <p14:xfrm>
              <a:off x="4572864" y="911556"/>
              <a:ext cx="54000" cy="642240"/>
            </p14:xfrm>
          </p:contentPart>
        </mc:Choice>
        <mc:Fallback xmlns=""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EBB27183-E2B8-8BF9-FC86-5DDEE8AFAF33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4568544" y="907238"/>
                <a:ext cx="62640" cy="65087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12CABA4B-8FBB-74C3-D07C-99AABE7E0CFF}"/>
                  </a:ext>
                </a:extLst>
              </p14:cNvPr>
              <p14:cNvContentPartPr/>
              <p14:nvPr/>
            </p14:nvContentPartPr>
            <p14:xfrm>
              <a:off x="5062104" y="879876"/>
              <a:ext cx="82080" cy="711720"/>
            </p14:xfrm>
          </p:contentPart>
        </mc:Choice>
        <mc:Fallback xmlns=""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12CABA4B-8FBB-74C3-D07C-99AABE7E0CFF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5057784" y="875556"/>
                <a:ext cx="90720" cy="72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2690EF24-44E1-A632-1263-F3782F9950BC}"/>
                  </a:ext>
                </a:extLst>
              </p14:cNvPr>
              <p14:cNvContentPartPr/>
              <p14:nvPr/>
            </p14:nvContentPartPr>
            <p14:xfrm>
              <a:off x="3168864" y="1647756"/>
              <a:ext cx="25920" cy="85680"/>
            </p14:xfrm>
          </p:contentPart>
        </mc:Choice>
        <mc:Fallback xmlns=""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2690EF24-44E1-A632-1263-F3782F9950BC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3164544" y="1643436"/>
                <a:ext cx="34560" cy="9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234B05D5-F72D-EF6E-E0E0-B48011EDF93D}"/>
                  </a:ext>
                </a:extLst>
              </p14:cNvPr>
              <p14:cNvContentPartPr/>
              <p14:nvPr/>
            </p14:nvContentPartPr>
            <p14:xfrm>
              <a:off x="3709224" y="1129716"/>
              <a:ext cx="117720" cy="251280"/>
            </p14:xfrm>
          </p:contentPart>
        </mc:Choice>
        <mc:Fallback xmlns=""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234B05D5-F72D-EF6E-E0E0-B48011EDF93D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3704904" y="1125402"/>
                <a:ext cx="126360" cy="25990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99C401BF-9362-A5DA-7FA3-D85C861233DA}"/>
                  </a:ext>
                </a:extLst>
              </p14:cNvPr>
              <p14:cNvContentPartPr/>
              <p14:nvPr/>
            </p14:nvContentPartPr>
            <p14:xfrm>
              <a:off x="3767904" y="1110276"/>
              <a:ext cx="129960" cy="30240"/>
            </p14:xfrm>
          </p:contentPart>
        </mc:Choice>
        <mc:Fallback xmlns=""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99C401BF-9362-A5DA-7FA3-D85C861233DA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3763584" y="1105956"/>
                <a:ext cx="138600" cy="3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A8B90CEE-94F9-15FC-A965-FBAEF0A358BF}"/>
                  </a:ext>
                </a:extLst>
              </p14:cNvPr>
              <p14:cNvContentPartPr/>
              <p14:nvPr/>
            </p14:nvContentPartPr>
            <p14:xfrm>
              <a:off x="4257864" y="1139076"/>
              <a:ext cx="151200" cy="212760"/>
            </p14:xfrm>
          </p:contentPart>
        </mc:Choice>
        <mc:Fallback xmlns=""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A8B90CEE-94F9-15FC-A965-FBAEF0A358BF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4253544" y="1134756"/>
                <a:ext cx="159840" cy="22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B8ABC2F2-2C4C-B827-AE47-EAD6D57CDE94}"/>
                  </a:ext>
                </a:extLst>
              </p14:cNvPr>
              <p14:cNvContentPartPr/>
              <p14:nvPr/>
            </p14:nvContentPartPr>
            <p14:xfrm>
              <a:off x="2632104" y="1252476"/>
              <a:ext cx="200880" cy="153360"/>
            </p14:xfrm>
          </p:contentPart>
        </mc:Choice>
        <mc:Fallback xmlns=""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B8ABC2F2-2C4C-B827-AE47-EAD6D57CDE94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2627784" y="1248156"/>
                <a:ext cx="209520" cy="16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C44B0CE1-1684-8B7B-F85D-A8FFD0FD0CCB}"/>
                  </a:ext>
                </a:extLst>
              </p14:cNvPr>
              <p14:cNvContentPartPr/>
              <p14:nvPr/>
            </p14:nvContentPartPr>
            <p14:xfrm>
              <a:off x="2778624" y="1303236"/>
              <a:ext cx="46080" cy="185040"/>
            </p14:xfrm>
          </p:contentPart>
        </mc:Choice>
        <mc:Fallback xmlns=""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C44B0CE1-1684-8B7B-F85D-A8FFD0FD0CCB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2774304" y="1298916"/>
                <a:ext cx="54720" cy="19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E6A6AFEF-05DA-13AA-43F0-BDC5F631014D}"/>
                  </a:ext>
                </a:extLst>
              </p14:cNvPr>
              <p14:cNvContentPartPr/>
              <p14:nvPr/>
            </p14:nvContentPartPr>
            <p14:xfrm>
              <a:off x="3361464" y="1170036"/>
              <a:ext cx="28440" cy="212040"/>
            </p14:xfrm>
          </p:contentPart>
        </mc:Choice>
        <mc:Fallback xmlns=""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E6A6AFEF-05DA-13AA-43F0-BDC5F631014D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3357144" y="1165716"/>
                <a:ext cx="37080" cy="22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6F755826-EBC1-5B3D-5530-B7BFFBDCD0FE}"/>
                  </a:ext>
                </a:extLst>
              </p14:cNvPr>
              <p14:cNvContentPartPr/>
              <p14:nvPr/>
            </p14:nvContentPartPr>
            <p14:xfrm>
              <a:off x="5228064" y="1132956"/>
              <a:ext cx="190080" cy="189000"/>
            </p14:xfrm>
          </p:contentPart>
        </mc:Choice>
        <mc:Fallback xmlns=""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6F755826-EBC1-5B3D-5530-B7BFFBDCD0FE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5223744" y="1128636"/>
                <a:ext cx="198720" cy="19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608CD26B-8A2B-D71D-FA73-6558E5491B8C}"/>
                  </a:ext>
                </a:extLst>
              </p14:cNvPr>
              <p14:cNvContentPartPr/>
              <p14:nvPr/>
            </p14:nvContentPartPr>
            <p14:xfrm>
              <a:off x="4798944" y="1148796"/>
              <a:ext cx="157320" cy="246240"/>
            </p14:xfrm>
          </p:contentPart>
        </mc:Choice>
        <mc:Fallback xmlns=""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608CD26B-8A2B-D71D-FA73-6558E5491B8C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4794614" y="1144476"/>
                <a:ext cx="165980" cy="254880"/>
              </a:xfrm>
              <a:prstGeom prst="rect">
                <a:avLst/>
              </a:prstGeom>
            </p:spPr>
          </p:pic>
        </mc:Fallback>
      </mc:AlternateContent>
      <p:grpSp>
        <p:nvGrpSpPr>
          <p:cNvPr id="87" name="Group 86">
            <a:extLst>
              <a:ext uri="{FF2B5EF4-FFF2-40B4-BE49-F238E27FC236}">
                <a16:creationId xmlns:a16="http://schemas.microsoft.com/office/drawing/2014/main" id="{0D0C4C82-A8A3-3DA7-5C7E-ACAF4D48B1BC}"/>
              </a:ext>
            </a:extLst>
          </p:cNvPr>
          <p:cNvGrpSpPr/>
          <p:nvPr/>
        </p:nvGrpSpPr>
        <p:grpSpPr>
          <a:xfrm>
            <a:off x="840960" y="1222776"/>
            <a:ext cx="1494720" cy="769320"/>
            <a:chOff x="840960" y="1222776"/>
            <a:chExt cx="1494720" cy="769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89759646-6279-FC29-5214-46461B2688A5}"/>
                    </a:ext>
                  </a:extLst>
                </p14:cNvPr>
                <p14:cNvContentPartPr/>
                <p14:nvPr/>
              </p14:nvContentPartPr>
              <p14:xfrm>
                <a:off x="846360" y="1511496"/>
                <a:ext cx="267840" cy="13572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89759646-6279-FC29-5214-46461B2688A5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842040" y="1507176"/>
                  <a:ext cx="27648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7439CD0F-15DC-CB0E-5FCC-4898C45820F3}"/>
                    </a:ext>
                  </a:extLst>
                </p14:cNvPr>
                <p14:cNvContentPartPr/>
                <p14:nvPr/>
              </p14:nvContentPartPr>
              <p14:xfrm>
                <a:off x="857160" y="1726776"/>
                <a:ext cx="21240" cy="26532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7439CD0F-15DC-CB0E-5FCC-4898C45820F3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852840" y="1722456"/>
                  <a:ext cx="29880" cy="27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86CC378A-25D6-084F-49CA-635123C1486F}"/>
                    </a:ext>
                  </a:extLst>
                </p14:cNvPr>
                <p14:cNvContentPartPr/>
                <p14:nvPr/>
              </p14:nvContentPartPr>
              <p14:xfrm>
                <a:off x="840960" y="1638936"/>
                <a:ext cx="457560" cy="33516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86CC378A-25D6-084F-49CA-635123C1486F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836640" y="1634616"/>
                  <a:ext cx="466200" cy="34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0B752785-0B98-7C7D-CC7A-BC4643919BE4}"/>
                    </a:ext>
                  </a:extLst>
                </p14:cNvPr>
                <p14:cNvContentPartPr/>
                <p14:nvPr/>
              </p14:nvContentPartPr>
              <p14:xfrm>
                <a:off x="1180440" y="1298016"/>
                <a:ext cx="1139400" cy="52020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0B752785-0B98-7C7D-CC7A-BC4643919BE4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1176120" y="1293696"/>
                  <a:ext cx="1148040" cy="52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69F67827-DBF4-EA36-B213-791B02F55113}"/>
                    </a:ext>
                  </a:extLst>
                </p14:cNvPr>
                <p14:cNvContentPartPr/>
                <p14:nvPr/>
              </p14:nvContentPartPr>
              <p14:xfrm>
                <a:off x="2241000" y="1222776"/>
                <a:ext cx="94680" cy="18180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69F67827-DBF4-EA36-B213-791B02F55113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2236680" y="1218456"/>
                  <a:ext cx="103320" cy="190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04">
            <p14:nvContentPartPr>
              <p14:cNvPr id="77" name="Ink 76">
                <a:extLst>
                  <a:ext uri="{FF2B5EF4-FFF2-40B4-BE49-F238E27FC236}">
                    <a16:creationId xmlns:a16="http://schemas.microsoft.com/office/drawing/2014/main" id="{47E61D80-DA85-EB91-06E9-00AE2DDCC7E2}"/>
                  </a:ext>
                </a:extLst>
              </p14:cNvPr>
              <p14:cNvContentPartPr/>
              <p14:nvPr/>
            </p14:nvContentPartPr>
            <p14:xfrm>
              <a:off x="2741760" y="1648656"/>
              <a:ext cx="123840" cy="99000"/>
            </p14:xfrm>
          </p:contentPart>
        </mc:Choice>
        <mc:Fallback xmlns="">
          <p:pic>
            <p:nvPicPr>
              <p:cNvPr id="77" name="Ink 76">
                <a:extLst>
                  <a:ext uri="{FF2B5EF4-FFF2-40B4-BE49-F238E27FC236}">
                    <a16:creationId xmlns:a16="http://schemas.microsoft.com/office/drawing/2014/main" id="{47E61D80-DA85-EB91-06E9-00AE2DDCC7E2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2737440" y="1644336"/>
                <a:ext cx="132480" cy="10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6">
            <p14:nvContentPartPr>
              <p14:cNvPr id="78" name="Ink 77">
                <a:extLst>
                  <a:ext uri="{FF2B5EF4-FFF2-40B4-BE49-F238E27FC236}">
                    <a16:creationId xmlns:a16="http://schemas.microsoft.com/office/drawing/2014/main" id="{EE0F54DD-0B28-29A6-F8AA-A02B226B4E27}"/>
                  </a:ext>
                </a:extLst>
              </p14:cNvPr>
              <p14:cNvContentPartPr/>
              <p14:nvPr/>
            </p14:nvContentPartPr>
            <p14:xfrm>
              <a:off x="3786120" y="1634976"/>
              <a:ext cx="233640" cy="106200"/>
            </p14:xfrm>
          </p:contentPart>
        </mc:Choice>
        <mc:Fallback xmlns="">
          <p:pic>
            <p:nvPicPr>
              <p:cNvPr id="78" name="Ink 77">
                <a:extLst>
                  <a:ext uri="{FF2B5EF4-FFF2-40B4-BE49-F238E27FC236}">
                    <a16:creationId xmlns:a16="http://schemas.microsoft.com/office/drawing/2014/main" id="{EE0F54DD-0B28-29A6-F8AA-A02B226B4E27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3781800" y="1630656"/>
                <a:ext cx="242280" cy="11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8">
            <p14:nvContentPartPr>
              <p14:cNvPr id="79" name="Ink 78">
                <a:extLst>
                  <a:ext uri="{FF2B5EF4-FFF2-40B4-BE49-F238E27FC236}">
                    <a16:creationId xmlns:a16="http://schemas.microsoft.com/office/drawing/2014/main" id="{4D9619A7-F897-9503-A1A0-290DAFC98AB5}"/>
                  </a:ext>
                </a:extLst>
              </p14:cNvPr>
              <p14:cNvContentPartPr/>
              <p14:nvPr/>
            </p14:nvContentPartPr>
            <p14:xfrm>
              <a:off x="4335840" y="1651176"/>
              <a:ext cx="130680" cy="114840"/>
            </p14:xfrm>
          </p:contentPart>
        </mc:Choice>
        <mc:Fallback xmlns="">
          <p:pic>
            <p:nvPicPr>
              <p:cNvPr id="79" name="Ink 78">
                <a:extLst>
                  <a:ext uri="{FF2B5EF4-FFF2-40B4-BE49-F238E27FC236}">
                    <a16:creationId xmlns:a16="http://schemas.microsoft.com/office/drawing/2014/main" id="{4D9619A7-F897-9503-A1A0-290DAFC98AB5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4331520" y="1646856"/>
                <a:ext cx="139320" cy="123480"/>
              </a:xfrm>
              <a:prstGeom prst="rect">
                <a:avLst/>
              </a:prstGeom>
            </p:spPr>
          </p:pic>
        </mc:Fallback>
      </mc:AlternateContent>
      <p:grpSp>
        <p:nvGrpSpPr>
          <p:cNvPr id="86" name="Group 85">
            <a:extLst>
              <a:ext uri="{FF2B5EF4-FFF2-40B4-BE49-F238E27FC236}">
                <a16:creationId xmlns:a16="http://schemas.microsoft.com/office/drawing/2014/main" id="{084D8B72-1190-EF7A-41B3-C4DEE2C20E76}"/>
              </a:ext>
            </a:extLst>
          </p:cNvPr>
          <p:cNvGrpSpPr/>
          <p:nvPr/>
        </p:nvGrpSpPr>
        <p:grpSpPr>
          <a:xfrm>
            <a:off x="4761000" y="1631736"/>
            <a:ext cx="146520" cy="120240"/>
            <a:chOff x="4761000" y="1631736"/>
            <a:chExt cx="146520" cy="120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601EE586-AE2C-7EA5-E088-2D197CCF53D0}"/>
                    </a:ext>
                  </a:extLst>
                </p14:cNvPr>
                <p14:cNvContentPartPr/>
                <p14:nvPr/>
              </p14:nvContentPartPr>
              <p14:xfrm>
                <a:off x="4761000" y="1631736"/>
                <a:ext cx="146520" cy="7992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601EE586-AE2C-7EA5-E088-2D197CCF53D0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4756680" y="1627416"/>
                  <a:ext cx="15516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FE1E1B36-C4C4-D7E8-379B-D684DAC7E221}"/>
                    </a:ext>
                  </a:extLst>
                </p14:cNvPr>
                <p14:cNvContentPartPr/>
                <p14:nvPr/>
              </p14:nvContentPartPr>
              <p14:xfrm>
                <a:off x="4865040" y="1639656"/>
                <a:ext cx="30240" cy="11232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FE1E1B36-C4C4-D7E8-379B-D684DAC7E221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4860720" y="1635336"/>
                  <a:ext cx="38880" cy="120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8751F60C-EBCF-7C74-88F4-C4882587EE4D}"/>
              </a:ext>
            </a:extLst>
          </p:cNvPr>
          <p:cNvGrpSpPr/>
          <p:nvPr/>
        </p:nvGrpSpPr>
        <p:grpSpPr>
          <a:xfrm>
            <a:off x="5216040" y="924336"/>
            <a:ext cx="982800" cy="833040"/>
            <a:chOff x="5216040" y="924336"/>
            <a:chExt cx="982800" cy="833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8BF51E13-3369-64F2-31F7-6CD0EBCBE36B}"/>
                    </a:ext>
                  </a:extLst>
                </p14:cNvPr>
                <p14:cNvContentPartPr/>
                <p14:nvPr/>
              </p14:nvContentPartPr>
              <p14:xfrm>
                <a:off x="5216040" y="1645416"/>
                <a:ext cx="78120" cy="10368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8BF51E13-3369-64F2-31F7-6CD0EBCBE36B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5211720" y="1641096"/>
                  <a:ext cx="8676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23F6A6BD-58FB-1DE3-42C2-313F644F68A3}"/>
                    </a:ext>
                  </a:extLst>
                </p14:cNvPr>
                <p14:cNvContentPartPr/>
                <p14:nvPr/>
              </p14:nvContentPartPr>
              <p14:xfrm>
                <a:off x="5294520" y="1621296"/>
                <a:ext cx="88200" cy="2340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23F6A6BD-58FB-1DE3-42C2-313F644F68A3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5290200" y="1616976"/>
                  <a:ext cx="9684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619D69E9-0BDF-73A1-DE87-F140FC99B96A}"/>
                    </a:ext>
                  </a:extLst>
                </p14:cNvPr>
                <p14:cNvContentPartPr/>
                <p14:nvPr/>
              </p14:nvContentPartPr>
              <p14:xfrm>
                <a:off x="5802120" y="1594656"/>
                <a:ext cx="91080" cy="16272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619D69E9-0BDF-73A1-DE87-F140FC99B96A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5797800" y="1590336"/>
                  <a:ext cx="9972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E595E956-A1C6-BA5E-B863-B08651E7D004}"/>
                    </a:ext>
                  </a:extLst>
                </p14:cNvPr>
                <p14:cNvContentPartPr/>
                <p14:nvPr/>
              </p14:nvContentPartPr>
              <p14:xfrm>
                <a:off x="5703480" y="924336"/>
                <a:ext cx="495360" cy="59436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E595E956-A1C6-BA5E-B863-B08651E7D004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5699160" y="920016"/>
                  <a:ext cx="504000" cy="60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06600E53-8ADF-F0BF-7AB2-F5199968675D}"/>
                    </a:ext>
                  </a:extLst>
                </p14:cNvPr>
                <p14:cNvContentPartPr/>
                <p14:nvPr/>
              </p14:nvContentPartPr>
              <p14:xfrm>
                <a:off x="5573880" y="1550736"/>
                <a:ext cx="493560" cy="4428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06600E53-8ADF-F0BF-7AB2-F5199968675D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5569560" y="1546416"/>
                  <a:ext cx="502200" cy="52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24">
            <p14:nvContentPartPr>
              <p14:cNvPr id="91" name="Ink 90">
                <a:extLst>
                  <a:ext uri="{FF2B5EF4-FFF2-40B4-BE49-F238E27FC236}">
                    <a16:creationId xmlns:a16="http://schemas.microsoft.com/office/drawing/2014/main" id="{7B61A8BA-193D-A997-7FA5-61B6256D8233}"/>
                  </a:ext>
                </a:extLst>
              </p14:cNvPr>
              <p14:cNvContentPartPr/>
              <p14:nvPr/>
            </p14:nvContentPartPr>
            <p14:xfrm>
              <a:off x="5784120" y="1201896"/>
              <a:ext cx="190800" cy="201600"/>
            </p14:xfrm>
          </p:contentPart>
        </mc:Choice>
        <mc:Fallback xmlns="">
          <p:pic>
            <p:nvPicPr>
              <p:cNvPr id="91" name="Ink 90">
                <a:extLst>
                  <a:ext uri="{FF2B5EF4-FFF2-40B4-BE49-F238E27FC236}">
                    <a16:creationId xmlns:a16="http://schemas.microsoft.com/office/drawing/2014/main" id="{7B61A8BA-193D-A997-7FA5-61B6256D8233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5779800" y="1197576"/>
                <a:ext cx="199440" cy="210240"/>
              </a:xfrm>
              <a:prstGeom prst="rect">
                <a:avLst/>
              </a:prstGeom>
            </p:spPr>
          </p:pic>
        </mc:Fallback>
      </mc:AlternateContent>
      <p:grpSp>
        <p:nvGrpSpPr>
          <p:cNvPr id="94" name="Group 93">
            <a:extLst>
              <a:ext uri="{FF2B5EF4-FFF2-40B4-BE49-F238E27FC236}">
                <a16:creationId xmlns:a16="http://schemas.microsoft.com/office/drawing/2014/main" id="{6219FDA5-D097-A1FD-2392-9402F5375E49}"/>
              </a:ext>
            </a:extLst>
          </p:cNvPr>
          <p:cNvGrpSpPr/>
          <p:nvPr/>
        </p:nvGrpSpPr>
        <p:grpSpPr>
          <a:xfrm>
            <a:off x="8632440" y="2116656"/>
            <a:ext cx="166680" cy="224640"/>
            <a:chOff x="8632440" y="2116656"/>
            <a:chExt cx="166680" cy="224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31F22A87-D5CC-67E5-0474-3109D5F7627B}"/>
                    </a:ext>
                  </a:extLst>
                </p14:cNvPr>
                <p14:cNvContentPartPr/>
                <p14:nvPr/>
              </p14:nvContentPartPr>
              <p14:xfrm>
                <a:off x="8632440" y="2116656"/>
                <a:ext cx="166680" cy="10440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31F22A87-D5CC-67E5-0474-3109D5F7627B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8628120" y="2112336"/>
                  <a:ext cx="175320" cy="11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509AADD2-622F-92FC-AA29-DFDF4F87A861}"/>
                    </a:ext>
                  </a:extLst>
                </p14:cNvPr>
                <p14:cNvContentPartPr/>
                <p14:nvPr/>
              </p14:nvContentPartPr>
              <p14:xfrm>
                <a:off x="8713080" y="2171016"/>
                <a:ext cx="37440" cy="17028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509AADD2-622F-92FC-AA29-DFDF4F87A861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8708760" y="2166696"/>
                  <a:ext cx="46080" cy="178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30">
            <p14:nvContentPartPr>
              <p14:cNvPr id="95" name="Ink 94">
                <a:extLst>
                  <a:ext uri="{FF2B5EF4-FFF2-40B4-BE49-F238E27FC236}">
                    <a16:creationId xmlns:a16="http://schemas.microsoft.com/office/drawing/2014/main" id="{52558E47-851C-C674-F9FD-4F9FF14D58F0}"/>
                  </a:ext>
                </a:extLst>
              </p14:cNvPr>
              <p14:cNvContentPartPr/>
              <p14:nvPr/>
            </p14:nvContentPartPr>
            <p14:xfrm>
              <a:off x="8145000" y="2984976"/>
              <a:ext cx="9360" cy="111960"/>
            </p14:xfrm>
          </p:contentPart>
        </mc:Choice>
        <mc:Fallback xmlns="">
          <p:pic>
            <p:nvPicPr>
              <p:cNvPr id="95" name="Ink 94">
                <a:extLst>
                  <a:ext uri="{FF2B5EF4-FFF2-40B4-BE49-F238E27FC236}">
                    <a16:creationId xmlns:a16="http://schemas.microsoft.com/office/drawing/2014/main" id="{52558E47-851C-C674-F9FD-4F9FF14D58F0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8140680" y="2980656"/>
                <a:ext cx="18000" cy="120600"/>
              </a:xfrm>
              <a:prstGeom prst="rect">
                <a:avLst/>
              </a:prstGeom>
            </p:spPr>
          </p:pic>
        </mc:Fallback>
      </mc:AlternateContent>
      <p:grpSp>
        <p:nvGrpSpPr>
          <p:cNvPr id="98" name="Group 97">
            <a:extLst>
              <a:ext uri="{FF2B5EF4-FFF2-40B4-BE49-F238E27FC236}">
                <a16:creationId xmlns:a16="http://schemas.microsoft.com/office/drawing/2014/main" id="{90FDF266-D32F-746C-2B61-7610408D7236}"/>
              </a:ext>
            </a:extLst>
          </p:cNvPr>
          <p:cNvGrpSpPr/>
          <p:nvPr/>
        </p:nvGrpSpPr>
        <p:grpSpPr>
          <a:xfrm>
            <a:off x="9212040" y="2981376"/>
            <a:ext cx="159480" cy="169200"/>
            <a:chOff x="9212040" y="2981376"/>
            <a:chExt cx="159480" cy="169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3E2D2CF1-EF3A-E994-A037-1825ACC795A9}"/>
                    </a:ext>
                  </a:extLst>
                </p14:cNvPr>
                <p14:cNvContentPartPr/>
                <p14:nvPr/>
              </p14:nvContentPartPr>
              <p14:xfrm>
                <a:off x="9212040" y="2981376"/>
                <a:ext cx="113400" cy="16920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3E2D2CF1-EF3A-E994-A037-1825ACC795A9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9207720" y="2977056"/>
                  <a:ext cx="12204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36D8BA2D-145F-98CC-A874-F1D23762F71D}"/>
                    </a:ext>
                  </a:extLst>
                </p14:cNvPr>
                <p14:cNvContentPartPr/>
                <p14:nvPr/>
              </p14:nvContentPartPr>
              <p14:xfrm>
                <a:off x="9270000" y="3010896"/>
                <a:ext cx="101520" cy="756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36D8BA2D-145F-98CC-A874-F1D23762F71D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9265680" y="3006576"/>
                  <a:ext cx="110160" cy="16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36">
            <p14:nvContentPartPr>
              <p14:cNvPr id="99" name="Ink 98">
                <a:extLst>
                  <a:ext uri="{FF2B5EF4-FFF2-40B4-BE49-F238E27FC236}">
                    <a16:creationId xmlns:a16="http://schemas.microsoft.com/office/drawing/2014/main" id="{A4B671E7-B7EF-16CB-C064-C8D36275578F}"/>
                  </a:ext>
                </a:extLst>
              </p14:cNvPr>
              <p14:cNvContentPartPr/>
              <p14:nvPr/>
            </p14:nvContentPartPr>
            <p14:xfrm>
              <a:off x="7262640" y="4136616"/>
              <a:ext cx="210240" cy="166680"/>
            </p14:xfrm>
          </p:contentPart>
        </mc:Choice>
        <mc:Fallback xmlns="">
          <p:pic>
            <p:nvPicPr>
              <p:cNvPr id="99" name="Ink 98">
                <a:extLst>
                  <a:ext uri="{FF2B5EF4-FFF2-40B4-BE49-F238E27FC236}">
                    <a16:creationId xmlns:a16="http://schemas.microsoft.com/office/drawing/2014/main" id="{A4B671E7-B7EF-16CB-C064-C8D36275578F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7258320" y="4132296"/>
                <a:ext cx="218880" cy="17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8">
            <p14:nvContentPartPr>
              <p14:cNvPr id="100" name="Ink 99">
                <a:extLst>
                  <a:ext uri="{FF2B5EF4-FFF2-40B4-BE49-F238E27FC236}">
                    <a16:creationId xmlns:a16="http://schemas.microsoft.com/office/drawing/2014/main" id="{64AE6402-D181-6342-0A2D-74ADA789A6CF}"/>
                  </a:ext>
                </a:extLst>
              </p14:cNvPr>
              <p14:cNvContentPartPr/>
              <p14:nvPr/>
            </p14:nvContentPartPr>
            <p14:xfrm>
              <a:off x="8098200" y="4163256"/>
              <a:ext cx="176760" cy="250200"/>
            </p14:xfrm>
          </p:contentPart>
        </mc:Choice>
        <mc:Fallback xmlns="">
          <p:pic>
            <p:nvPicPr>
              <p:cNvPr id="100" name="Ink 99">
                <a:extLst>
                  <a:ext uri="{FF2B5EF4-FFF2-40B4-BE49-F238E27FC236}">
                    <a16:creationId xmlns:a16="http://schemas.microsoft.com/office/drawing/2014/main" id="{64AE6402-D181-6342-0A2D-74ADA789A6CF}"/>
                  </a:ext>
                </a:extLst>
              </p:cNvPr>
              <p:cNvPicPr/>
              <p:nvPr/>
            </p:nvPicPr>
            <p:blipFill>
              <a:blip r:embed="rId139"/>
              <a:stretch>
                <a:fillRect/>
              </a:stretch>
            </p:blipFill>
            <p:spPr>
              <a:xfrm>
                <a:off x="8093880" y="4158936"/>
                <a:ext cx="185400" cy="25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0">
            <p14:nvContentPartPr>
              <p14:cNvPr id="101" name="Ink 100">
                <a:extLst>
                  <a:ext uri="{FF2B5EF4-FFF2-40B4-BE49-F238E27FC236}">
                    <a16:creationId xmlns:a16="http://schemas.microsoft.com/office/drawing/2014/main" id="{943300E5-452D-997D-1A58-7BB402811F72}"/>
                  </a:ext>
                </a:extLst>
              </p14:cNvPr>
              <p14:cNvContentPartPr/>
              <p14:nvPr/>
            </p14:nvContentPartPr>
            <p14:xfrm>
              <a:off x="8823960" y="4208256"/>
              <a:ext cx="152640" cy="169200"/>
            </p14:xfrm>
          </p:contentPart>
        </mc:Choice>
        <mc:Fallback xmlns="">
          <p:pic>
            <p:nvPicPr>
              <p:cNvPr id="101" name="Ink 100">
                <a:extLst>
                  <a:ext uri="{FF2B5EF4-FFF2-40B4-BE49-F238E27FC236}">
                    <a16:creationId xmlns:a16="http://schemas.microsoft.com/office/drawing/2014/main" id="{943300E5-452D-997D-1A58-7BB402811F72}"/>
                  </a:ext>
                </a:extLst>
              </p:cNvPr>
              <p:cNvPicPr/>
              <p:nvPr/>
            </p:nvPicPr>
            <p:blipFill>
              <a:blip r:embed="rId141"/>
              <a:stretch>
                <a:fillRect/>
              </a:stretch>
            </p:blipFill>
            <p:spPr>
              <a:xfrm>
                <a:off x="8819640" y="4203936"/>
                <a:ext cx="161280" cy="17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2">
            <p14:nvContentPartPr>
              <p14:cNvPr id="102" name="Ink 101">
                <a:extLst>
                  <a:ext uri="{FF2B5EF4-FFF2-40B4-BE49-F238E27FC236}">
                    <a16:creationId xmlns:a16="http://schemas.microsoft.com/office/drawing/2014/main" id="{898F6B7E-05D6-0C01-F076-A0016791D10F}"/>
                  </a:ext>
                </a:extLst>
              </p14:cNvPr>
              <p14:cNvContentPartPr/>
              <p14:nvPr/>
            </p14:nvContentPartPr>
            <p14:xfrm>
              <a:off x="9675360" y="4131216"/>
              <a:ext cx="145800" cy="155880"/>
            </p14:xfrm>
          </p:contentPart>
        </mc:Choice>
        <mc:Fallback xmlns="">
          <p:pic>
            <p:nvPicPr>
              <p:cNvPr id="102" name="Ink 101">
                <a:extLst>
                  <a:ext uri="{FF2B5EF4-FFF2-40B4-BE49-F238E27FC236}">
                    <a16:creationId xmlns:a16="http://schemas.microsoft.com/office/drawing/2014/main" id="{898F6B7E-05D6-0C01-F076-A0016791D10F}"/>
                  </a:ext>
                </a:extLst>
              </p:cNvPr>
              <p:cNvPicPr/>
              <p:nvPr/>
            </p:nvPicPr>
            <p:blipFill>
              <a:blip r:embed="rId143"/>
              <a:stretch>
                <a:fillRect/>
              </a:stretch>
            </p:blipFill>
            <p:spPr>
              <a:xfrm>
                <a:off x="9671040" y="4126896"/>
                <a:ext cx="154440" cy="164520"/>
              </a:xfrm>
              <a:prstGeom prst="rect">
                <a:avLst/>
              </a:prstGeom>
            </p:spPr>
          </p:pic>
        </mc:Fallback>
      </mc:AlternateContent>
      <p:grpSp>
        <p:nvGrpSpPr>
          <p:cNvPr id="122" name="Group 121">
            <a:extLst>
              <a:ext uri="{FF2B5EF4-FFF2-40B4-BE49-F238E27FC236}">
                <a16:creationId xmlns:a16="http://schemas.microsoft.com/office/drawing/2014/main" id="{5B4CC53B-ED40-52F6-EB35-C752ACB34BAD}"/>
              </a:ext>
            </a:extLst>
          </p:cNvPr>
          <p:cNvGrpSpPr/>
          <p:nvPr/>
        </p:nvGrpSpPr>
        <p:grpSpPr>
          <a:xfrm>
            <a:off x="2556000" y="3089376"/>
            <a:ext cx="261360" cy="405000"/>
            <a:chOff x="2556000" y="3089376"/>
            <a:chExt cx="261360" cy="405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4666170B-7629-9CEF-7C2F-2A598602BC8F}"/>
                    </a:ext>
                  </a:extLst>
                </p14:cNvPr>
                <p14:cNvContentPartPr/>
                <p14:nvPr/>
              </p14:nvContentPartPr>
              <p14:xfrm>
                <a:off x="2556000" y="3089376"/>
                <a:ext cx="135720" cy="40500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4666170B-7629-9CEF-7C2F-2A598602BC8F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2551680" y="3085056"/>
                  <a:ext cx="144360" cy="41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5E645F76-F645-A40D-D77A-84D0A42F2B81}"/>
                    </a:ext>
                  </a:extLst>
                </p14:cNvPr>
                <p14:cNvContentPartPr/>
                <p14:nvPr/>
              </p14:nvContentPartPr>
              <p14:xfrm>
                <a:off x="2720880" y="3359376"/>
                <a:ext cx="96480" cy="9612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5E645F76-F645-A40D-D77A-84D0A42F2B81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2716560" y="3355056"/>
                  <a:ext cx="105120" cy="104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DB5739B9-BA83-31AA-6798-ECF938E3F48F}"/>
              </a:ext>
            </a:extLst>
          </p:cNvPr>
          <p:cNvGrpSpPr/>
          <p:nvPr/>
        </p:nvGrpSpPr>
        <p:grpSpPr>
          <a:xfrm>
            <a:off x="3042360" y="3069576"/>
            <a:ext cx="600840" cy="382320"/>
            <a:chOff x="3042360" y="3069576"/>
            <a:chExt cx="600840" cy="382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F4346BD8-82CF-6E43-9F61-9868DC85A33E}"/>
                    </a:ext>
                  </a:extLst>
                </p14:cNvPr>
                <p14:cNvContentPartPr/>
                <p14:nvPr/>
              </p14:nvContentPartPr>
              <p14:xfrm>
                <a:off x="3042360" y="3160656"/>
                <a:ext cx="90360" cy="29124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F4346BD8-82CF-6E43-9F61-9868DC85A33E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3038040" y="3156336"/>
                  <a:ext cx="99000" cy="29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9E712EDE-A8C3-681E-FFE2-6315E3B15CE8}"/>
                    </a:ext>
                  </a:extLst>
                </p14:cNvPr>
                <p14:cNvContentPartPr/>
                <p14:nvPr/>
              </p14:nvContentPartPr>
              <p14:xfrm>
                <a:off x="3053880" y="3069576"/>
                <a:ext cx="425520" cy="33984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9E712EDE-A8C3-681E-FFE2-6315E3B15CE8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3049560" y="3065256"/>
                  <a:ext cx="434160" cy="34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E4FBD2F0-2F22-F2F3-7C78-F8908760001C}"/>
                    </a:ext>
                  </a:extLst>
                </p14:cNvPr>
                <p14:cNvContentPartPr/>
                <p14:nvPr/>
              </p14:nvContentPartPr>
              <p14:xfrm>
                <a:off x="3456000" y="3365136"/>
                <a:ext cx="5040" cy="4896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E4FBD2F0-2F22-F2F3-7C78-F8908760001C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3451680" y="3360816"/>
                  <a:ext cx="1368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1A3F4CA3-B293-17E5-DF03-4A91F12D6CA5}"/>
                    </a:ext>
                  </a:extLst>
                </p14:cNvPr>
                <p14:cNvContentPartPr/>
                <p14:nvPr/>
              </p14:nvContentPartPr>
              <p14:xfrm>
                <a:off x="3504240" y="3234816"/>
                <a:ext cx="5040" cy="4428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1A3F4CA3-B293-17E5-DF03-4A91F12D6CA5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3499920" y="3230496"/>
                  <a:ext cx="1368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6B4FBDEB-AA67-2584-FE78-8146306D3896}"/>
                    </a:ext>
                  </a:extLst>
                </p14:cNvPr>
                <p14:cNvContentPartPr/>
                <p14:nvPr/>
              </p14:nvContentPartPr>
              <p14:xfrm>
                <a:off x="3565440" y="3317976"/>
                <a:ext cx="77760" cy="8028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6B4FBDEB-AA67-2584-FE78-8146306D3896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3561120" y="3313656"/>
                  <a:ext cx="86400" cy="88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58">
            <p14:nvContentPartPr>
              <p14:cNvPr id="110" name="Ink 109">
                <a:extLst>
                  <a:ext uri="{FF2B5EF4-FFF2-40B4-BE49-F238E27FC236}">
                    <a16:creationId xmlns:a16="http://schemas.microsoft.com/office/drawing/2014/main" id="{EE371F10-D9AE-668E-EB4A-1CFC644B963F}"/>
                  </a:ext>
                </a:extLst>
              </p14:cNvPr>
              <p14:cNvContentPartPr/>
              <p14:nvPr/>
            </p14:nvContentPartPr>
            <p14:xfrm>
              <a:off x="3933720" y="3303216"/>
              <a:ext cx="162360" cy="108720"/>
            </p14:xfrm>
          </p:contentPart>
        </mc:Choice>
        <mc:Fallback xmlns="">
          <p:pic>
            <p:nvPicPr>
              <p:cNvPr id="110" name="Ink 109">
                <a:extLst>
                  <a:ext uri="{FF2B5EF4-FFF2-40B4-BE49-F238E27FC236}">
                    <a16:creationId xmlns:a16="http://schemas.microsoft.com/office/drawing/2014/main" id="{EE371F10-D9AE-668E-EB4A-1CFC644B963F}"/>
                  </a:ext>
                </a:extLst>
              </p:cNvPr>
              <p:cNvPicPr/>
              <p:nvPr/>
            </p:nvPicPr>
            <p:blipFill>
              <a:blip r:embed="rId159"/>
              <a:stretch>
                <a:fillRect/>
              </a:stretch>
            </p:blipFill>
            <p:spPr>
              <a:xfrm>
                <a:off x="3929400" y="3298896"/>
                <a:ext cx="171000" cy="117360"/>
              </a:xfrm>
              <a:prstGeom prst="rect">
                <a:avLst/>
              </a:prstGeom>
            </p:spPr>
          </p:pic>
        </mc:Fallback>
      </mc:AlternateContent>
      <p:grpSp>
        <p:nvGrpSpPr>
          <p:cNvPr id="120" name="Group 119">
            <a:extLst>
              <a:ext uri="{FF2B5EF4-FFF2-40B4-BE49-F238E27FC236}">
                <a16:creationId xmlns:a16="http://schemas.microsoft.com/office/drawing/2014/main" id="{4F9BAB95-CDE0-4821-B518-7DDC5D21530D}"/>
              </a:ext>
            </a:extLst>
          </p:cNvPr>
          <p:cNvGrpSpPr/>
          <p:nvPr/>
        </p:nvGrpSpPr>
        <p:grpSpPr>
          <a:xfrm>
            <a:off x="4456080" y="3141216"/>
            <a:ext cx="798120" cy="498960"/>
            <a:chOff x="4456080" y="3141216"/>
            <a:chExt cx="798120" cy="498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07003149-EB3E-E514-A2D3-5F856F9C1D9C}"/>
                    </a:ext>
                  </a:extLst>
                </p14:cNvPr>
                <p14:cNvContentPartPr/>
                <p14:nvPr/>
              </p14:nvContentPartPr>
              <p14:xfrm>
                <a:off x="4504680" y="3157416"/>
                <a:ext cx="41760" cy="27612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07003149-EB3E-E514-A2D3-5F856F9C1D9C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4500360" y="3153096"/>
                  <a:ext cx="50400" cy="28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3CF17AFC-1067-D920-7DBD-9109AD1E0DF8}"/>
                    </a:ext>
                  </a:extLst>
                </p14:cNvPr>
                <p14:cNvContentPartPr/>
                <p14:nvPr/>
              </p14:nvContentPartPr>
              <p14:xfrm>
                <a:off x="4631760" y="3141216"/>
                <a:ext cx="60480" cy="28116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3CF17AFC-1067-D920-7DBD-9109AD1E0DF8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4627440" y="3136896"/>
                  <a:ext cx="69120" cy="28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503831B7-F467-8128-0059-AE89EEE5CA41}"/>
                    </a:ext>
                  </a:extLst>
                </p14:cNvPr>
                <p14:cNvContentPartPr/>
                <p14:nvPr/>
              </p14:nvContentPartPr>
              <p14:xfrm>
                <a:off x="4456080" y="3287736"/>
                <a:ext cx="275400" cy="144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503831B7-F467-8128-0059-AE89EEE5CA41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4451760" y="3283416"/>
                  <a:ext cx="284040" cy="1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E91B38DE-B6ED-3611-98EC-B2C6EC1CCA9A}"/>
                    </a:ext>
                  </a:extLst>
                </p14:cNvPr>
                <p14:cNvContentPartPr/>
                <p14:nvPr/>
              </p14:nvContentPartPr>
              <p14:xfrm>
                <a:off x="4749480" y="3303936"/>
                <a:ext cx="155160" cy="10620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E91B38DE-B6ED-3611-98EC-B2C6EC1CCA9A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4745160" y="3299616"/>
                  <a:ext cx="16380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FB741152-C8DC-861E-B421-DE7F9F98DD1C}"/>
                    </a:ext>
                  </a:extLst>
                </p14:cNvPr>
                <p14:cNvContentPartPr/>
                <p14:nvPr/>
              </p14:nvContentPartPr>
              <p14:xfrm>
                <a:off x="4924800" y="3315456"/>
                <a:ext cx="155160" cy="10188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FB741152-C8DC-861E-B421-DE7F9F98DD1C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4920480" y="3311136"/>
                  <a:ext cx="16380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2CEC9A0A-3C27-BA0C-E9DE-3827EA836445}"/>
                    </a:ext>
                  </a:extLst>
                </p14:cNvPr>
                <p14:cNvContentPartPr/>
                <p14:nvPr/>
              </p14:nvContentPartPr>
              <p14:xfrm>
                <a:off x="5122080" y="3321216"/>
                <a:ext cx="13320" cy="31896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2CEC9A0A-3C27-BA0C-E9DE-3827EA836445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5117760" y="3316896"/>
                  <a:ext cx="21960" cy="32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5B20648E-53D5-BC6A-2AD7-F4A1297E01C6}"/>
                    </a:ext>
                  </a:extLst>
                </p14:cNvPr>
                <p14:cNvContentPartPr/>
                <p14:nvPr/>
              </p14:nvContentPartPr>
              <p14:xfrm>
                <a:off x="5128200" y="3276936"/>
                <a:ext cx="126000" cy="6300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5B20648E-53D5-BC6A-2AD7-F4A1297E01C6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5123880" y="3272616"/>
                  <a:ext cx="134640" cy="71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74">
            <p14:nvContentPartPr>
              <p14:cNvPr id="118" name="Ink 117">
                <a:extLst>
                  <a:ext uri="{FF2B5EF4-FFF2-40B4-BE49-F238E27FC236}">
                    <a16:creationId xmlns:a16="http://schemas.microsoft.com/office/drawing/2014/main" id="{06DE82A1-1C0A-6444-B4AC-452A2B564722}"/>
                  </a:ext>
                </a:extLst>
              </p14:cNvPr>
              <p14:cNvContentPartPr/>
              <p14:nvPr/>
            </p14:nvContentPartPr>
            <p14:xfrm>
              <a:off x="5462280" y="3009096"/>
              <a:ext cx="208440" cy="291960"/>
            </p14:xfrm>
          </p:contentPart>
        </mc:Choice>
        <mc:Fallback xmlns="">
          <p:pic>
            <p:nvPicPr>
              <p:cNvPr id="118" name="Ink 117">
                <a:extLst>
                  <a:ext uri="{FF2B5EF4-FFF2-40B4-BE49-F238E27FC236}">
                    <a16:creationId xmlns:a16="http://schemas.microsoft.com/office/drawing/2014/main" id="{06DE82A1-1C0A-6444-B4AC-452A2B564722}"/>
                  </a:ext>
                </a:extLst>
              </p:cNvPr>
              <p:cNvPicPr/>
              <p:nvPr/>
            </p:nvPicPr>
            <p:blipFill>
              <a:blip r:embed="rId175"/>
              <a:stretch>
                <a:fillRect/>
              </a:stretch>
            </p:blipFill>
            <p:spPr>
              <a:xfrm>
                <a:off x="5457960" y="3004776"/>
                <a:ext cx="217080" cy="30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6">
            <p14:nvContentPartPr>
              <p14:cNvPr id="119" name="Ink 118">
                <a:extLst>
                  <a:ext uri="{FF2B5EF4-FFF2-40B4-BE49-F238E27FC236}">
                    <a16:creationId xmlns:a16="http://schemas.microsoft.com/office/drawing/2014/main" id="{CFB1E3C2-CB7C-B03E-84FF-ED9205374578}"/>
                  </a:ext>
                </a:extLst>
              </p14:cNvPr>
              <p14:cNvContentPartPr/>
              <p14:nvPr/>
            </p14:nvContentPartPr>
            <p14:xfrm>
              <a:off x="5486400" y="3422736"/>
              <a:ext cx="16560" cy="7200"/>
            </p14:xfrm>
          </p:contentPart>
        </mc:Choice>
        <mc:Fallback xmlns="">
          <p:pic>
            <p:nvPicPr>
              <p:cNvPr id="119" name="Ink 118">
                <a:extLst>
                  <a:ext uri="{FF2B5EF4-FFF2-40B4-BE49-F238E27FC236}">
                    <a16:creationId xmlns:a16="http://schemas.microsoft.com/office/drawing/2014/main" id="{CFB1E3C2-CB7C-B03E-84FF-ED9205374578}"/>
                  </a:ext>
                </a:extLst>
              </p:cNvPr>
              <p:cNvPicPr/>
              <p:nvPr/>
            </p:nvPicPr>
            <p:blipFill>
              <a:blip r:embed="rId177"/>
              <a:stretch>
                <a:fillRect/>
              </a:stretch>
            </p:blipFill>
            <p:spPr>
              <a:xfrm>
                <a:off x="5482080" y="3418416"/>
                <a:ext cx="25200" cy="15840"/>
              </a:xfrm>
              <a:prstGeom prst="rect">
                <a:avLst/>
              </a:prstGeom>
            </p:spPr>
          </p:pic>
        </mc:Fallback>
      </mc:AlternateContent>
      <p:grpSp>
        <p:nvGrpSpPr>
          <p:cNvPr id="128" name="Group 127">
            <a:extLst>
              <a:ext uri="{FF2B5EF4-FFF2-40B4-BE49-F238E27FC236}">
                <a16:creationId xmlns:a16="http://schemas.microsoft.com/office/drawing/2014/main" id="{62C32157-F8E3-BBF1-048A-1273B14D01C3}"/>
              </a:ext>
            </a:extLst>
          </p:cNvPr>
          <p:cNvGrpSpPr/>
          <p:nvPr/>
        </p:nvGrpSpPr>
        <p:grpSpPr>
          <a:xfrm>
            <a:off x="2751480" y="4481856"/>
            <a:ext cx="785880" cy="428760"/>
            <a:chOff x="2751480" y="4481856"/>
            <a:chExt cx="785880" cy="428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2AF8F297-8824-C70F-F399-76681128E29F}"/>
                    </a:ext>
                  </a:extLst>
                </p14:cNvPr>
                <p14:cNvContentPartPr/>
                <p14:nvPr/>
              </p14:nvContentPartPr>
              <p14:xfrm>
                <a:off x="2751480" y="4677696"/>
                <a:ext cx="89280" cy="23292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2AF8F297-8824-C70F-F399-76681128E29F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2747160" y="4673376"/>
                  <a:ext cx="97920" cy="2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73A3E215-1ACB-E6C5-4FFC-F0B43EC0A527}"/>
                    </a:ext>
                  </a:extLst>
                </p14:cNvPr>
                <p14:cNvContentPartPr/>
                <p14:nvPr/>
              </p14:nvContentPartPr>
              <p14:xfrm>
                <a:off x="2825280" y="4593816"/>
                <a:ext cx="252000" cy="29700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73A3E215-1ACB-E6C5-4FFC-F0B43EC0A527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2820960" y="4589496"/>
                  <a:ext cx="260640" cy="30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FD18D801-BD50-C0E3-6D58-B40E7F09A9BC}"/>
                    </a:ext>
                  </a:extLst>
                </p14:cNvPr>
                <p14:cNvContentPartPr/>
                <p14:nvPr/>
              </p14:nvContentPartPr>
              <p14:xfrm>
                <a:off x="3136680" y="4602096"/>
                <a:ext cx="204840" cy="20448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FD18D801-BD50-C0E3-6D58-B40E7F09A9BC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3132360" y="4597776"/>
                  <a:ext cx="21348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CD493EF6-C3F2-B745-8010-F7DBA86C926E}"/>
                    </a:ext>
                  </a:extLst>
                </p14:cNvPr>
                <p14:cNvContentPartPr/>
                <p14:nvPr/>
              </p14:nvContentPartPr>
              <p14:xfrm>
                <a:off x="3515760" y="4481856"/>
                <a:ext cx="14040" cy="26820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CD493EF6-C3F2-B745-8010-F7DBA86C926E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3511440" y="4477536"/>
                  <a:ext cx="22680" cy="27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387B66A0-2B57-E04C-30B4-1E1BAD4DD367}"/>
                    </a:ext>
                  </a:extLst>
                </p14:cNvPr>
                <p14:cNvContentPartPr/>
                <p14:nvPr/>
              </p14:nvContentPartPr>
              <p14:xfrm>
                <a:off x="3520440" y="4876776"/>
                <a:ext cx="16920" cy="2232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387B66A0-2B57-E04C-30B4-1E1BAD4DD367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3516120" y="4872456"/>
                  <a:ext cx="25560" cy="309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0385575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0BF14-84BC-06D4-D733-CC9EE5F3D6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 </a:t>
            </a:r>
            <a:r>
              <a:rPr lang="en-US" dirty="0" err="1"/>
              <a:t>Heapify</a:t>
            </a:r>
            <a:r>
              <a:rPr lang="en-US" dirty="0"/>
              <a:t> (or Build Heap)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7D0C85-D282-4980-ACE4-E36CBE5F70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954151"/>
          </a:xfrm>
        </p:spPr>
        <p:txBody>
          <a:bodyPr/>
          <a:lstStyle/>
          <a:p>
            <a:r>
              <a:rPr lang="en-US" dirty="0"/>
              <a:t>We need an operation or method called sift to facilitate the building of a Heap.</a:t>
            </a:r>
            <a:endParaRPr lang="en-ZA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92E9D384-1B61-D569-71B5-0A837B74387A}"/>
                  </a:ext>
                </a:extLst>
              </p14:cNvPr>
              <p14:cNvContentPartPr/>
              <p14:nvPr/>
            </p14:nvContentPartPr>
            <p14:xfrm>
              <a:off x="2141688" y="3550176"/>
              <a:ext cx="88920" cy="1220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92E9D384-1B61-D569-71B5-0A837B74387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137368" y="3545856"/>
                <a:ext cx="97560" cy="13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36F0FBE0-E477-CAE5-5B7E-2507653EA04A}"/>
                  </a:ext>
                </a:extLst>
              </p14:cNvPr>
              <p14:cNvContentPartPr/>
              <p14:nvPr/>
            </p14:nvContentPartPr>
            <p14:xfrm>
              <a:off x="1513488" y="4368096"/>
              <a:ext cx="34920" cy="1155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36F0FBE0-E477-CAE5-5B7E-2507653EA04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509168" y="4363776"/>
                <a:ext cx="43560" cy="12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78E008BD-88C9-3592-757D-D9B1FA1B4EBC}"/>
                  </a:ext>
                </a:extLst>
              </p14:cNvPr>
              <p14:cNvContentPartPr/>
              <p14:nvPr/>
            </p14:nvContentPartPr>
            <p14:xfrm>
              <a:off x="2682408" y="4406256"/>
              <a:ext cx="115560" cy="867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78E008BD-88C9-3592-757D-D9B1FA1B4EBC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678088" y="4401936"/>
                <a:ext cx="124200" cy="9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8856D57D-EC8B-CA79-A694-95F250AB0FC3}"/>
                  </a:ext>
                </a:extLst>
              </p14:cNvPr>
              <p14:cNvContentPartPr/>
              <p14:nvPr/>
            </p14:nvContentPartPr>
            <p14:xfrm>
              <a:off x="940728" y="2846736"/>
              <a:ext cx="152640" cy="1425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8856D57D-EC8B-CA79-A694-95F250AB0FC3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36408" y="2842416"/>
                <a:ext cx="161280" cy="15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251FDE3E-35C6-D23A-9118-12B566967415}"/>
                  </a:ext>
                </a:extLst>
              </p14:cNvPr>
              <p14:cNvContentPartPr/>
              <p14:nvPr/>
            </p14:nvContentPartPr>
            <p14:xfrm>
              <a:off x="1095168" y="2868696"/>
              <a:ext cx="70920" cy="8568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251FDE3E-35C6-D23A-9118-12B566967415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090848" y="2864376"/>
                <a:ext cx="79560" cy="9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65AC12F6-5A7E-8A72-5216-AE459FD82AC9}"/>
                  </a:ext>
                </a:extLst>
              </p14:cNvPr>
              <p14:cNvContentPartPr/>
              <p14:nvPr/>
            </p14:nvContentPartPr>
            <p14:xfrm>
              <a:off x="1194528" y="2880216"/>
              <a:ext cx="77760" cy="6696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65AC12F6-5A7E-8A72-5216-AE459FD82AC9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190208" y="2875896"/>
                <a:ext cx="86400" cy="7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5D80C6DC-A837-BAE5-24C0-B949F2253E63}"/>
                  </a:ext>
                </a:extLst>
              </p14:cNvPr>
              <p14:cNvContentPartPr/>
              <p14:nvPr/>
            </p14:nvContentPartPr>
            <p14:xfrm>
              <a:off x="1330968" y="2779776"/>
              <a:ext cx="99720" cy="16380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5D80C6DC-A837-BAE5-24C0-B949F2253E63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326648" y="2775456"/>
                <a:ext cx="108360" cy="17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A6E27AB1-17BB-018F-74EB-FB4CBB2B6C09}"/>
                  </a:ext>
                </a:extLst>
              </p14:cNvPr>
              <p14:cNvContentPartPr/>
              <p14:nvPr/>
            </p14:nvContentPartPr>
            <p14:xfrm>
              <a:off x="1326288" y="2846736"/>
              <a:ext cx="148320" cy="252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A6E27AB1-17BB-018F-74EB-FB4CBB2B6C09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321968" y="2842416"/>
                <a:ext cx="156960" cy="1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DBC4EBA9-758E-F6BD-A95A-D506A799CD63}"/>
                  </a:ext>
                </a:extLst>
              </p14:cNvPr>
              <p14:cNvContentPartPr/>
              <p14:nvPr/>
            </p14:nvContentPartPr>
            <p14:xfrm>
              <a:off x="1873848" y="2809656"/>
              <a:ext cx="297720" cy="33948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DBC4EBA9-758E-F6BD-A95A-D506A799CD63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869528" y="2805336"/>
                <a:ext cx="306360" cy="34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5D4BE868-DB07-2FDE-DAFA-0C836747D742}"/>
                  </a:ext>
                </a:extLst>
              </p14:cNvPr>
              <p14:cNvContentPartPr/>
              <p14:nvPr/>
            </p14:nvContentPartPr>
            <p14:xfrm>
              <a:off x="2060328" y="3076776"/>
              <a:ext cx="93240" cy="5148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5D4BE868-DB07-2FDE-DAFA-0C836747D742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2056008" y="3072456"/>
                <a:ext cx="101880" cy="6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0594B1A7-BA2F-C502-D7C7-1B9B2CC374E2}"/>
                  </a:ext>
                </a:extLst>
              </p14:cNvPr>
              <p14:cNvContentPartPr/>
              <p14:nvPr/>
            </p14:nvContentPartPr>
            <p14:xfrm>
              <a:off x="2143488" y="3063096"/>
              <a:ext cx="95760" cy="9720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0594B1A7-BA2F-C502-D7C7-1B9B2CC374E2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2139168" y="3058776"/>
                <a:ext cx="104400" cy="10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58A0FFEA-2BEB-B628-3329-A33D6FA92C69}"/>
                  </a:ext>
                </a:extLst>
              </p14:cNvPr>
              <p14:cNvContentPartPr/>
              <p14:nvPr/>
            </p14:nvContentPartPr>
            <p14:xfrm>
              <a:off x="1971048" y="3116376"/>
              <a:ext cx="381600" cy="40788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58A0FFEA-2BEB-B628-3329-A33D6FA92C69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1966728" y="3112056"/>
                <a:ext cx="390240" cy="41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DF3F2301-80F8-240F-EA50-84156F713B23}"/>
                  </a:ext>
                </a:extLst>
              </p14:cNvPr>
              <p14:cNvContentPartPr/>
              <p14:nvPr/>
            </p14:nvContentPartPr>
            <p14:xfrm>
              <a:off x="1827768" y="3474936"/>
              <a:ext cx="220320" cy="47844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DF3F2301-80F8-240F-EA50-84156F713B23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1823448" y="3470616"/>
                <a:ext cx="228960" cy="48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E07A345A-17A8-87C9-BB9B-6F984831FC10}"/>
                  </a:ext>
                </a:extLst>
              </p14:cNvPr>
              <p14:cNvContentPartPr/>
              <p14:nvPr/>
            </p14:nvContentPartPr>
            <p14:xfrm>
              <a:off x="1370208" y="3910896"/>
              <a:ext cx="508680" cy="42300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E07A345A-17A8-87C9-BB9B-6F984831FC10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1365888" y="3906576"/>
                <a:ext cx="517320" cy="43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4AB557B7-22FC-9515-D0C8-8754D8D6B0DA}"/>
                  </a:ext>
                </a:extLst>
              </p14:cNvPr>
              <p14:cNvContentPartPr/>
              <p14:nvPr/>
            </p14:nvContentPartPr>
            <p14:xfrm>
              <a:off x="2257968" y="3507336"/>
              <a:ext cx="441000" cy="46224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4AB557B7-22FC-9515-D0C8-8754D8D6B0DA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2253648" y="3503016"/>
                <a:ext cx="449640" cy="47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FCC6B94F-9805-2DCF-0BE8-4555408FBA04}"/>
                  </a:ext>
                </a:extLst>
              </p14:cNvPr>
              <p14:cNvContentPartPr/>
              <p14:nvPr/>
            </p14:nvContentPartPr>
            <p14:xfrm>
              <a:off x="2441208" y="3964536"/>
              <a:ext cx="521640" cy="38808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FCC6B94F-9805-2DCF-0BE8-4555408FBA04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2436888" y="3960216"/>
                <a:ext cx="530280" cy="39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D42879A6-C9CD-4108-C55A-3E0111D82B09}"/>
                  </a:ext>
                </a:extLst>
              </p14:cNvPr>
              <p14:cNvContentPartPr/>
              <p14:nvPr/>
            </p14:nvContentPartPr>
            <p14:xfrm>
              <a:off x="1072128" y="4307256"/>
              <a:ext cx="344880" cy="66924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D42879A6-C9CD-4108-C55A-3E0111D82B09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1067808" y="4302936"/>
                <a:ext cx="353520" cy="67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6662529D-9FE2-05CD-5DDD-4533A1B03158}"/>
                  </a:ext>
                </a:extLst>
              </p14:cNvPr>
              <p14:cNvContentPartPr/>
              <p14:nvPr/>
            </p14:nvContentPartPr>
            <p14:xfrm>
              <a:off x="523128" y="4912056"/>
              <a:ext cx="676080" cy="71208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6662529D-9FE2-05CD-5DDD-4533A1B03158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518808" y="4907736"/>
                <a:ext cx="684720" cy="72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D64D0FA5-EB6E-3635-7502-14272F0F475E}"/>
                  </a:ext>
                </a:extLst>
              </p14:cNvPr>
              <p14:cNvContentPartPr/>
              <p14:nvPr/>
            </p14:nvContentPartPr>
            <p14:xfrm>
              <a:off x="1707168" y="4337856"/>
              <a:ext cx="56160" cy="87804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D64D0FA5-EB6E-3635-7502-14272F0F475E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1702848" y="4333536"/>
                <a:ext cx="64800" cy="88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D397CA9E-6AF4-FAF9-3985-7FAF7848C37A}"/>
                  </a:ext>
                </a:extLst>
              </p14:cNvPr>
              <p14:cNvContentPartPr/>
              <p14:nvPr/>
            </p14:nvContentPartPr>
            <p14:xfrm>
              <a:off x="1423488" y="4989096"/>
              <a:ext cx="594000" cy="75060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D397CA9E-6AF4-FAF9-3985-7FAF7848C37A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1419168" y="4984776"/>
                <a:ext cx="602640" cy="75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12E7A1A5-99C0-848E-3CF5-B88D66281850}"/>
                  </a:ext>
                </a:extLst>
              </p14:cNvPr>
              <p14:cNvContentPartPr/>
              <p14:nvPr/>
            </p14:nvContentPartPr>
            <p14:xfrm>
              <a:off x="2321688" y="4307616"/>
              <a:ext cx="282600" cy="74484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12E7A1A5-99C0-848E-3CF5-B88D66281850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2317368" y="4303296"/>
                <a:ext cx="291240" cy="75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33880F5B-69C2-B58A-747E-44BA1E8E285C}"/>
                  </a:ext>
                </a:extLst>
              </p14:cNvPr>
              <p14:cNvContentPartPr/>
              <p14:nvPr/>
            </p14:nvContentPartPr>
            <p14:xfrm>
              <a:off x="2102088" y="5035176"/>
              <a:ext cx="532080" cy="62676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33880F5B-69C2-B58A-747E-44BA1E8E285C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2097768" y="5030856"/>
                <a:ext cx="540720" cy="63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56A408DE-A0D0-06F5-CB57-A891D9F32A9A}"/>
                  </a:ext>
                </a:extLst>
              </p14:cNvPr>
              <p14:cNvContentPartPr/>
              <p14:nvPr/>
            </p14:nvContentPartPr>
            <p14:xfrm>
              <a:off x="2848728" y="4322736"/>
              <a:ext cx="362880" cy="62388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56A408DE-A0D0-06F5-CB57-A891D9F32A9A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2844408" y="4318416"/>
                <a:ext cx="371520" cy="632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E171C5FD-8913-478F-E68F-76E09FFF2857}"/>
                  </a:ext>
                </a:extLst>
              </p14:cNvPr>
              <p14:cNvContentPartPr/>
              <p14:nvPr/>
            </p14:nvContentPartPr>
            <p14:xfrm>
              <a:off x="2929008" y="4938336"/>
              <a:ext cx="568800" cy="63000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E171C5FD-8913-478F-E68F-76E09FFF2857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2924688" y="4934016"/>
                <a:ext cx="577440" cy="63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A41FB546-0638-C1FA-AE0D-197404FE287A}"/>
                  </a:ext>
                </a:extLst>
              </p14:cNvPr>
              <p14:cNvContentPartPr/>
              <p14:nvPr/>
            </p14:nvContentPartPr>
            <p14:xfrm>
              <a:off x="569208" y="5673816"/>
              <a:ext cx="97200" cy="13212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A41FB546-0638-C1FA-AE0D-197404FE287A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564888" y="5669496"/>
                <a:ext cx="105840" cy="14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5D545AC2-A9A1-60E4-C336-138AD7DA69DD}"/>
                  </a:ext>
                </a:extLst>
              </p14:cNvPr>
              <p14:cNvContentPartPr/>
              <p14:nvPr/>
            </p14:nvContentPartPr>
            <p14:xfrm>
              <a:off x="1513488" y="5780736"/>
              <a:ext cx="141120" cy="8892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5D545AC2-A9A1-60E4-C336-138AD7DA69DD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1509168" y="5776416"/>
                <a:ext cx="149760" cy="9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4150C353-75B9-0FE6-A358-D6D41D73652B}"/>
                  </a:ext>
                </a:extLst>
              </p14:cNvPr>
              <p14:cNvContentPartPr/>
              <p14:nvPr/>
            </p14:nvContentPartPr>
            <p14:xfrm>
              <a:off x="1588368" y="5819616"/>
              <a:ext cx="27000" cy="11016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4150C353-75B9-0FE6-A358-D6D41D73652B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1584048" y="5815296"/>
                <a:ext cx="35640" cy="11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370FA020-C8A7-9D88-69E8-0144C93FC482}"/>
                  </a:ext>
                </a:extLst>
              </p14:cNvPr>
              <p14:cNvContentPartPr/>
              <p14:nvPr/>
            </p14:nvContentPartPr>
            <p14:xfrm>
              <a:off x="2257608" y="5746896"/>
              <a:ext cx="73440" cy="10152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370FA020-C8A7-9D88-69E8-0144C93FC482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2253288" y="5742576"/>
                <a:ext cx="82080" cy="11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28336403-403B-5D76-B701-D0287CE79F7A}"/>
                  </a:ext>
                </a:extLst>
              </p14:cNvPr>
              <p14:cNvContentPartPr/>
              <p14:nvPr/>
            </p14:nvContentPartPr>
            <p14:xfrm>
              <a:off x="2324208" y="5740776"/>
              <a:ext cx="95040" cy="1080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28336403-403B-5D76-B701-D0287CE79F7A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2319888" y="5736456"/>
                <a:ext cx="103680" cy="1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03EF694E-73AF-FD55-168E-F0EAA71B635F}"/>
                  </a:ext>
                </a:extLst>
              </p14:cNvPr>
              <p14:cNvContentPartPr/>
              <p14:nvPr/>
            </p14:nvContentPartPr>
            <p14:xfrm>
              <a:off x="3237168" y="5621616"/>
              <a:ext cx="133920" cy="14328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03EF694E-73AF-FD55-168E-F0EAA71B635F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3232848" y="5617296"/>
                <a:ext cx="142560" cy="15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5BD82D1D-C06B-398D-3C65-3E909B426360}"/>
                  </a:ext>
                </a:extLst>
              </p14:cNvPr>
              <p14:cNvContentPartPr/>
              <p14:nvPr/>
            </p14:nvContentPartPr>
            <p14:xfrm>
              <a:off x="2077248" y="3224376"/>
              <a:ext cx="166680" cy="10440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5BD82D1D-C06B-398D-3C65-3E909B426360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2072928" y="3220056"/>
                <a:ext cx="175320" cy="11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12701018-C3DB-DAD0-3C8F-E3DCA36A462B}"/>
                  </a:ext>
                </a:extLst>
              </p14:cNvPr>
              <p14:cNvContentPartPr/>
              <p14:nvPr/>
            </p14:nvContentPartPr>
            <p14:xfrm>
              <a:off x="2157888" y="3278736"/>
              <a:ext cx="37440" cy="17028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12701018-C3DB-DAD0-3C8F-E3DCA36A462B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2153568" y="3274416"/>
                <a:ext cx="46080" cy="17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18722781-5CFD-459B-2014-CFB290E3A84A}"/>
                  </a:ext>
                </a:extLst>
              </p14:cNvPr>
              <p14:cNvContentPartPr/>
              <p14:nvPr/>
            </p14:nvContentPartPr>
            <p14:xfrm>
              <a:off x="1589808" y="4092696"/>
              <a:ext cx="9360" cy="11196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18722781-5CFD-459B-2014-CFB290E3A84A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1585488" y="4088376"/>
                <a:ext cx="18000" cy="12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DDC2C0AF-2617-380C-E7B8-E775769AA4E6}"/>
                  </a:ext>
                </a:extLst>
              </p14:cNvPr>
              <p14:cNvContentPartPr/>
              <p14:nvPr/>
            </p14:nvContentPartPr>
            <p14:xfrm>
              <a:off x="2656848" y="4089096"/>
              <a:ext cx="113400" cy="16920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DDC2C0AF-2617-380C-E7B8-E775769AA4E6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2652528" y="4084776"/>
                <a:ext cx="122040" cy="17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3890AEC4-0F24-9BCF-BEA9-834FFD8456A1}"/>
                  </a:ext>
                </a:extLst>
              </p14:cNvPr>
              <p14:cNvContentPartPr/>
              <p14:nvPr/>
            </p14:nvContentPartPr>
            <p14:xfrm>
              <a:off x="2714808" y="4118616"/>
              <a:ext cx="101520" cy="756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3890AEC4-0F24-9BCF-BEA9-834FFD8456A1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2710488" y="4114296"/>
                <a:ext cx="110160" cy="1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4BD52DFE-E0B5-977F-7C7B-5571219EFAC9}"/>
                  </a:ext>
                </a:extLst>
              </p14:cNvPr>
              <p14:cNvContentPartPr/>
              <p14:nvPr/>
            </p14:nvContentPartPr>
            <p14:xfrm>
              <a:off x="707448" y="5244336"/>
              <a:ext cx="210240" cy="16668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4BD52DFE-E0B5-977F-7C7B-5571219EFAC9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703128" y="5240016"/>
                <a:ext cx="218880" cy="17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0457B6BF-6E4E-27AD-925D-4795973B96CA}"/>
                  </a:ext>
                </a:extLst>
              </p14:cNvPr>
              <p14:cNvContentPartPr/>
              <p14:nvPr/>
            </p14:nvContentPartPr>
            <p14:xfrm>
              <a:off x="1543008" y="5270976"/>
              <a:ext cx="176760" cy="25020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0457B6BF-6E4E-27AD-925D-4795973B96CA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1538688" y="5266656"/>
                <a:ext cx="185400" cy="25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F1C66BA2-01CB-36CB-1CB4-B4127F54453E}"/>
                  </a:ext>
                </a:extLst>
              </p14:cNvPr>
              <p14:cNvContentPartPr/>
              <p14:nvPr/>
            </p14:nvContentPartPr>
            <p14:xfrm>
              <a:off x="2268768" y="5315976"/>
              <a:ext cx="152640" cy="169200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F1C66BA2-01CB-36CB-1CB4-B4127F54453E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2264448" y="5311656"/>
                <a:ext cx="161280" cy="17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0F08CCDC-8C7D-4F63-F31E-87AE2400A403}"/>
                  </a:ext>
                </a:extLst>
              </p14:cNvPr>
              <p14:cNvContentPartPr/>
              <p14:nvPr/>
            </p14:nvContentPartPr>
            <p14:xfrm>
              <a:off x="3120168" y="5238936"/>
              <a:ext cx="145800" cy="155880"/>
            </p14:xfrm>
          </p:contentPart>
        </mc:Choice>
        <mc:Fallback xmlns=""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0F08CCDC-8C7D-4F63-F31E-87AE2400A403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3115848" y="5234616"/>
                <a:ext cx="154440" cy="16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51C610AF-CE3F-2575-13E9-71AA83C87E71}"/>
                  </a:ext>
                </a:extLst>
              </p14:cNvPr>
              <p14:cNvContentPartPr/>
              <p14:nvPr/>
            </p14:nvContentPartPr>
            <p14:xfrm>
              <a:off x="1986840" y="3762576"/>
              <a:ext cx="2158920" cy="2515680"/>
            </p14:xfrm>
          </p:contentPart>
        </mc:Choice>
        <mc:Fallback xmlns=""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51C610AF-CE3F-2575-13E9-71AA83C87E71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1982520" y="3758256"/>
                <a:ext cx="2167560" cy="2524320"/>
              </a:xfrm>
              <a:prstGeom prst="rect">
                <a:avLst/>
              </a:prstGeom>
            </p:spPr>
          </p:pic>
        </mc:Fallback>
      </mc:AlternateContent>
      <p:grpSp>
        <p:nvGrpSpPr>
          <p:cNvPr id="57" name="Group 56">
            <a:extLst>
              <a:ext uri="{FF2B5EF4-FFF2-40B4-BE49-F238E27FC236}">
                <a16:creationId xmlns:a16="http://schemas.microsoft.com/office/drawing/2014/main" id="{54791F79-B634-A51F-3A8A-3FCFB5B6C58A}"/>
              </a:ext>
            </a:extLst>
          </p:cNvPr>
          <p:cNvGrpSpPr/>
          <p:nvPr/>
        </p:nvGrpSpPr>
        <p:grpSpPr>
          <a:xfrm>
            <a:off x="3719160" y="2781936"/>
            <a:ext cx="1506240" cy="1077120"/>
            <a:chOff x="3719160" y="2781936"/>
            <a:chExt cx="1506240" cy="1077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88129E0F-0C91-0E26-2009-955E2699C955}"/>
                    </a:ext>
                  </a:extLst>
                </p14:cNvPr>
                <p14:cNvContentPartPr/>
                <p14:nvPr/>
              </p14:nvContentPartPr>
              <p14:xfrm>
                <a:off x="3772440" y="3137616"/>
                <a:ext cx="275400" cy="66708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88129E0F-0C91-0E26-2009-955E2699C955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3768120" y="3133296"/>
                  <a:ext cx="284040" cy="67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DF8B02C2-C4C9-EC8D-FDB6-56C2088DA775}"/>
                    </a:ext>
                  </a:extLst>
                </p14:cNvPr>
                <p14:cNvContentPartPr/>
                <p14:nvPr/>
              </p14:nvContentPartPr>
              <p14:xfrm>
                <a:off x="3719160" y="3726576"/>
                <a:ext cx="136800" cy="13248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DF8B02C2-C4C9-EC8D-FDB6-56C2088DA775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3714840" y="3722256"/>
                  <a:ext cx="14544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3241994E-E48D-323D-4339-1FE1CA90960E}"/>
                    </a:ext>
                  </a:extLst>
                </p14:cNvPr>
                <p14:cNvContentPartPr/>
                <p14:nvPr/>
              </p14:nvContentPartPr>
              <p14:xfrm>
                <a:off x="4083840" y="2990736"/>
                <a:ext cx="96480" cy="13032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3241994E-E48D-323D-4339-1FE1CA90960E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4079520" y="2986416"/>
                  <a:ext cx="10512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AFEBEABA-3AAE-E8D7-B2EB-016A55DA9B58}"/>
                    </a:ext>
                  </a:extLst>
                </p14:cNvPr>
                <p14:cNvContentPartPr/>
                <p14:nvPr/>
              </p14:nvContentPartPr>
              <p14:xfrm>
                <a:off x="4223160" y="2889216"/>
                <a:ext cx="25560" cy="17028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AFEBEABA-3AAE-E8D7-B2EB-016A55DA9B58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4218840" y="2884896"/>
                  <a:ext cx="3420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F8295D1A-17D3-F3F7-1DFA-58BDA9574B25}"/>
                    </a:ext>
                  </a:extLst>
                </p14:cNvPr>
                <p14:cNvContentPartPr/>
                <p14:nvPr/>
              </p14:nvContentPartPr>
              <p14:xfrm>
                <a:off x="4172040" y="2961216"/>
                <a:ext cx="190080" cy="8856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F8295D1A-17D3-F3F7-1DFA-58BDA9574B25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4167720" y="2956896"/>
                  <a:ext cx="19872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1AEC836D-6B1F-844B-081F-2C5D3B95B9E1}"/>
                    </a:ext>
                  </a:extLst>
                </p14:cNvPr>
                <p14:cNvContentPartPr/>
                <p14:nvPr/>
              </p14:nvContentPartPr>
              <p14:xfrm>
                <a:off x="4377600" y="2954016"/>
                <a:ext cx="21240" cy="8712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1AEC836D-6B1F-844B-081F-2C5D3B95B9E1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4373280" y="2949696"/>
                  <a:ext cx="29880" cy="9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F20CF4AD-8649-87F1-0688-2AA48F5AA238}"/>
                    </a:ext>
                  </a:extLst>
                </p14:cNvPr>
                <p14:cNvContentPartPr/>
                <p14:nvPr/>
              </p14:nvContentPartPr>
              <p14:xfrm>
                <a:off x="4485960" y="2864016"/>
                <a:ext cx="51120" cy="17352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F20CF4AD-8649-87F1-0688-2AA48F5AA238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4481640" y="2859696"/>
                  <a:ext cx="59760" cy="1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45854006-911C-6CD0-30E0-6F91D357014B}"/>
                    </a:ext>
                  </a:extLst>
                </p14:cNvPr>
                <p14:cNvContentPartPr/>
                <p14:nvPr/>
              </p14:nvContentPartPr>
              <p14:xfrm>
                <a:off x="4382280" y="2965536"/>
                <a:ext cx="185040" cy="720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45854006-911C-6CD0-30E0-6F91D357014B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4377960" y="2961216"/>
                  <a:ext cx="193680" cy="1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51203E99-04A2-6EE5-16F9-E1D00E20A15E}"/>
                    </a:ext>
                  </a:extLst>
                </p14:cNvPr>
                <p14:cNvContentPartPr/>
                <p14:nvPr/>
              </p14:nvContentPartPr>
              <p14:xfrm>
                <a:off x="4772520" y="2781936"/>
                <a:ext cx="60480" cy="20952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51203E99-04A2-6EE5-16F9-E1D00E20A15E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4768200" y="2777616"/>
                  <a:ext cx="69120" cy="21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5C211D73-B279-ABDD-473B-4A5EEFB436D2}"/>
                    </a:ext>
                  </a:extLst>
                </p14:cNvPr>
                <p14:cNvContentPartPr/>
                <p14:nvPr/>
              </p14:nvContentPartPr>
              <p14:xfrm>
                <a:off x="4881240" y="2936376"/>
                <a:ext cx="106560" cy="8820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5C211D73-B279-ABDD-473B-4A5EEFB436D2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4876920" y="2932056"/>
                  <a:ext cx="11520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C22E70C1-5CA5-3346-209A-34AB4AEB1E92}"/>
                    </a:ext>
                  </a:extLst>
                </p14:cNvPr>
                <p14:cNvContentPartPr/>
                <p14:nvPr/>
              </p14:nvContentPartPr>
              <p14:xfrm>
                <a:off x="5035680" y="2900736"/>
                <a:ext cx="37440" cy="9972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C22E70C1-5CA5-3346-209A-34AB4AEB1E92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5031360" y="2896416"/>
                  <a:ext cx="4608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05C05960-B0B0-A329-728C-29E095B8FFAA}"/>
                    </a:ext>
                  </a:extLst>
                </p14:cNvPr>
                <p14:cNvContentPartPr/>
                <p14:nvPr/>
              </p14:nvContentPartPr>
              <p14:xfrm>
                <a:off x="5040360" y="2943576"/>
                <a:ext cx="360" cy="36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05C05960-B0B0-A329-728C-29E095B8FFAA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5036040" y="2939256"/>
                  <a:ext cx="900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FC59DFFA-22F7-1489-D1C6-158032F18E7C}"/>
                    </a:ext>
                  </a:extLst>
                </p14:cNvPr>
                <p14:cNvContentPartPr/>
                <p14:nvPr/>
              </p14:nvContentPartPr>
              <p14:xfrm>
                <a:off x="5040360" y="2910456"/>
                <a:ext cx="185040" cy="10944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FC59DFFA-22F7-1489-D1C6-158032F18E7C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5036040" y="2906136"/>
                  <a:ext cx="193680" cy="118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BCFD568F-76F5-FE43-8886-B33D27FCD68A}"/>
              </a:ext>
            </a:extLst>
          </p:cNvPr>
          <p:cNvGrpSpPr/>
          <p:nvPr/>
        </p:nvGrpSpPr>
        <p:grpSpPr>
          <a:xfrm>
            <a:off x="5442480" y="3314376"/>
            <a:ext cx="1285920" cy="1692720"/>
            <a:chOff x="5442480" y="3314376"/>
            <a:chExt cx="1285920" cy="1692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6B9B4077-6AD3-6FDD-35EF-D3768B357E16}"/>
                    </a:ext>
                  </a:extLst>
                </p14:cNvPr>
                <p14:cNvContentPartPr/>
                <p14:nvPr/>
              </p14:nvContentPartPr>
              <p14:xfrm>
                <a:off x="6037920" y="3692376"/>
                <a:ext cx="338400" cy="31968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6B9B4077-6AD3-6FDD-35EF-D3768B357E16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6033600" y="3688056"/>
                  <a:ext cx="347040" cy="32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1153B626-AA9B-EBBE-AB5A-1336CB473005}"/>
                    </a:ext>
                  </a:extLst>
                </p14:cNvPr>
                <p14:cNvContentPartPr/>
                <p14:nvPr/>
              </p14:nvContentPartPr>
              <p14:xfrm>
                <a:off x="5442480" y="3438216"/>
                <a:ext cx="140760" cy="13572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1153B626-AA9B-EBBE-AB5A-1336CB473005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5438160" y="3433896"/>
                  <a:ext cx="14940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FC28862E-10EA-2A90-A567-1CB5FC1017A0}"/>
                    </a:ext>
                  </a:extLst>
                </p14:cNvPr>
                <p14:cNvContentPartPr/>
                <p14:nvPr/>
              </p14:nvContentPartPr>
              <p14:xfrm>
                <a:off x="5576760" y="3452976"/>
                <a:ext cx="78480" cy="12132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FC28862E-10EA-2A90-A567-1CB5FC1017A0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5572440" y="3448656"/>
                  <a:ext cx="8712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65B6476A-84E9-60A5-1847-02779258526F}"/>
                    </a:ext>
                  </a:extLst>
                </p14:cNvPr>
                <p14:cNvContentPartPr/>
                <p14:nvPr/>
              </p14:nvContentPartPr>
              <p14:xfrm>
                <a:off x="5724000" y="3451896"/>
                <a:ext cx="75960" cy="7344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65B6476A-84E9-60A5-1847-02779258526F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5719680" y="3447576"/>
                  <a:ext cx="8460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932BD396-9974-5CB0-5E4B-B64D897AC301}"/>
                    </a:ext>
                  </a:extLst>
                </p14:cNvPr>
                <p14:cNvContentPartPr/>
                <p14:nvPr/>
              </p14:nvContentPartPr>
              <p14:xfrm>
                <a:off x="5868360" y="3314376"/>
                <a:ext cx="53280" cy="19008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932BD396-9974-5CB0-5E4B-B64D897AC301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5864040" y="3310056"/>
                  <a:ext cx="6192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FDB49441-AEEC-38AF-0F25-5F468E8A063D}"/>
                    </a:ext>
                  </a:extLst>
                </p14:cNvPr>
                <p14:cNvContentPartPr/>
                <p14:nvPr/>
              </p14:nvContentPartPr>
              <p14:xfrm>
                <a:off x="5855760" y="3407976"/>
                <a:ext cx="113400" cy="1080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FDB49441-AEEC-38AF-0F25-5F468E8A063D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5851440" y="3403656"/>
                  <a:ext cx="122040" cy="1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E18BD79A-9694-BEE2-9693-E8F7327783E0}"/>
                    </a:ext>
                  </a:extLst>
                </p14:cNvPr>
                <p14:cNvContentPartPr/>
                <p14:nvPr/>
              </p14:nvContentPartPr>
              <p14:xfrm>
                <a:off x="6132960" y="3362616"/>
                <a:ext cx="104760" cy="31824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E18BD79A-9694-BEE2-9693-E8F7327783E0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6128640" y="3358296"/>
                  <a:ext cx="113400" cy="32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5EC68F31-8C13-C673-5D1D-33EA6FDD985F}"/>
                    </a:ext>
                  </a:extLst>
                </p14:cNvPr>
                <p14:cNvContentPartPr/>
                <p14:nvPr/>
              </p14:nvContentPartPr>
              <p14:xfrm>
                <a:off x="6110280" y="3621456"/>
                <a:ext cx="94680" cy="7308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5EC68F31-8C13-C673-5D1D-33EA6FDD985F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6105960" y="3617136"/>
                  <a:ext cx="10332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9421C77A-402A-CBF4-2DA1-AAA2514F0BFA}"/>
                    </a:ext>
                  </a:extLst>
                </p14:cNvPr>
                <p14:cNvContentPartPr/>
                <p14:nvPr/>
              </p14:nvContentPartPr>
              <p14:xfrm>
                <a:off x="6199920" y="3604176"/>
                <a:ext cx="99720" cy="9864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9421C77A-402A-CBF4-2DA1-AAA2514F0BFA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6195600" y="3599856"/>
                  <a:ext cx="10836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824B6EDF-BFCB-745C-CCCA-64FFF4992D0C}"/>
                    </a:ext>
                  </a:extLst>
                </p14:cNvPr>
                <p14:cNvContentPartPr/>
                <p14:nvPr/>
              </p14:nvContentPartPr>
              <p14:xfrm>
                <a:off x="6141960" y="3774096"/>
                <a:ext cx="86400" cy="20520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824B6EDF-BFCB-745C-CCCA-64FFF4992D0C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6137640" y="3769776"/>
                  <a:ext cx="9504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BC2418FC-B0DC-2656-12EE-2B8EC256D3D7}"/>
                    </a:ext>
                  </a:extLst>
                </p14:cNvPr>
                <p14:cNvContentPartPr/>
                <p14:nvPr/>
              </p14:nvContentPartPr>
              <p14:xfrm>
                <a:off x="6191280" y="3795336"/>
                <a:ext cx="90000" cy="468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BC2418FC-B0DC-2656-12EE-2B8EC256D3D7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6186960" y="3791016"/>
                  <a:ext cx="98640" cy="1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AA7155EF-0D00-D1CD-B07A-5D570CA352F8}"/>
                    </a:ext>
                  </a:extLst>
                </p14:cNvPr>
                <p14:cNvContentPartPr/>
                <p14:nvPr/>
              </p14:nvContentPartPr>
              <p14:xfrm>
                <a:off x="5834880" y="4023576"/>
                <a:ext cx="300600" cy="57888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AA7155EF-0D00-D1CD-B07A-5D570CA352F8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5830560" y="4019256"/>
                  <a:ext cx="309240" cy="58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29514D48-A13E-50E9-536B-63B9E6BB93C2}"/>
                    </a:ext>
                  </a:extLst>
                </p14:cNvPr>
                <p14:cNvContentPartPr/>
                <p14:nvPr/>
              </p14:nvContentPartPr>
              <p14:xfrm>
                <a:off x="5751360" y="4755816"/>
                <a:ext cx="105120" cy="10656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29514D48-A13E-50E9-536B-63B9E6BB93C2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5747040" y="4751496"/>
                  <a:ext cx="11376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4424E9DB-ADBC-FC4B-9748-3854A29CF461}"/>
                    </a:ext>
                  </a:extLst>
                </p14:cNvPr>
                <p14:cNvContentPartPr/>
                <p14:nvPr/>
              </p14:nvContentPartPr>
              <p14:xfrm>
                <a:off x="5601240" y="4544496"/>
                <a:ext cx="373320" cy="46260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4424E9DB-ADBC-FC4B-9748-3854A29CF461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5596920" y="4540176"/>
                  <a:ext cx="381960" cy="47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6B438427-48E2-1A9C-CE3A-E3DD3C5337D7}"/>
                    </a:ext>
                  </a:extLst>
                </p14:cNvPr>
                <p14:cNvContentPartPr/>
                <p14:nvPr/>
              </p14:nvContentPartPr>
              <p14:xfrm>
                <a:off x="6250680" y="4007376"/>
                <a:ext cx="252360" cy="47916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6B438427-48E2-1A9C-CE3A-E3DD3C5337D7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6246360" y="4003056"/>
                  <a:ext cx="261000" cy="48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B521C4B8-CA70-74BE-831B-20472841F33F}"/>
                    </a:ext>
                  </a:extLst>
                </p14:cNvPr>
                <p14:cNvContentPartPr/>
                <p14:nvPr/>
              </p14:nvContentPartPr>
              <p14:xfrm>
                <a:off x="6419520" y="4648176"/>
                <a:ext cx="143640" cy="18180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B521C4B8-CA70-74BE-831B-20472841F33F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6415200" y="4643856"/>
                  <a:ext cx="15228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074F5807-2FFA-F3E3-6CD8-E01AACAC073F}"/>
                    </a:ext>
                  </a:extLst>
                </p14:cNvPr>
                <p14:cNvContentPartPr/>
                <p14:nvPr/>
              </p14:nvContentPartPr>
              <p14:xfrm>
                <a:off x="6285240" y="4438656"/>
                <a:ext cx="443160" cy="51948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074F5807-2FFA-F3E3-6CD8-E01AACAC073F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6280920" y="4434336"/>
                  <a:ext cx="451800" cy="528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6" name="Group 95">
            <a:extLst>
              <a:ext uri="{FF2B5EF4-FFF2-40B4-BE49-F238E27FC236}">
                <a16:creationId xmlns:a16="http://schemas.microsoft.com/office/drawing/2014/main" id="{1398E99C-1287-EB95-8ACF-7F0CB5C3350A}"/>
              </a:ext>
            </a:extLst>
          </p:cNvPr>
          <p:cNvGrpSpPr/>
          <p:nvPr/>
        </p:nvGrpSpPr>
        <p:grpSpPr>
          <a:xfrm>
            <a:off x="7105680" y="3906936"/>
            <a:ext cx="261000" cy="337320"/>
            <a:chOff x="7105680" y="3906936"/>
            <a:chExt cx="261000" cy="337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D9DCD8B5-907D-2751-CA78-5E7CC35CC4BF}"/>
                    </a:ext>
                  </a:extLst>
                </p14:cNvPr>
                <p14:cNvContentPartPr/>
                <p14:nvPr/>
              </p14:nvContentPartPr>
              <p14:xfrm>
                <a:off x="7105680" y="3906936"/>
                <a:ext cx="136800" cy="33732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D9DCD8B5-907D-2751-CA78-5E7CC35CC4BF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7101360" y="3902616"/>
                  <a:ext cx="145440" cy="34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EF50EA1B-56F3-F414-DDEE-96DDAB9D8A21}"/>
                    </a:ext>
                  </a:extLst>
                </p14:cNvPr>
                <p14:cNvContentPartPr/>
                <p14:nvPr/>
              </p14:nvContentPartPr>
              <p14:xfrm>
                <a:off x="7287840" y="4116096"/>
                <a:ext cx="78840" cy="9144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EF50EA1B-56F3-F414-DDEE-96DDAB9D8A21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7283520" y="4111776"/>
                  <a:ext cx="87480" cy="100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5" name="Group 94">
            <a:extLst>
              <a:ext uri="{FF2B5EF4-FFF2-40B4-BE49-F238E27FC236}">
                <a16:creationId xmlns:a16="http://schemas.microsoft.com/office/drawing/2014/main" id="{645D1FA6-FC6C-D97C-7F49-78F56FD380DE}"/>
              </a:ext>
            </a:extLst>
          </p:cNvPr>
          <p:cNvGrpSpPr/>
          <p:nvPr/>
        </p:nvGrpSpPr>
        <p:grpSpPr>
          <a:xfrm>
            <a:off x="7592760" y="3881736"/>
            <a:ext cx="450720" cy="323280"/>
            <a:chOff x="7592760" y="3881736"/>
            <a:chExt cx="450720" cy="323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9713667A-A0DA-74EE-6D2A-491AB067C251}"/>
                    </a:ext>
                  </a:extLst>
                </p14:cNvPr>
                <p14:cNvContentPartPr/>
                <p14:nvPr/>
              </p14:nvContentPartPr>
              <p14:xfrm>
                <a:off x="7592760" y="3959856"/>
                <a:ext cx="120600" cy="24516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9713667A-A0DA-74EE-6D2A-491AB067C251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7588440" y="3955536"/>
                  <a:ext cx="129240" cy="25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3AB2D352-955B-DE2A-6627-B3ACB61619EE}"/>
                    </a:ext>
                  </a:extLst>
                </p14:cNvPr>
                <p14:cNvContentPartPr/>
                <p14:nvPr/>
              </p14:nvContentPartPr>
              <p14:xfrm>
                <a:off x="7613640" y="3881736"/>
                <a:ext cx="310320" cy="29448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3AB2D352-955B-DE2A-6627-B3ACB61619EE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7609320" y="3877416"/>
                  <a:ext cx="318960" cy="30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1A73F013-9F7C-C61D-D9AA-472DD7A1954C}"/>
                    </a:ext>
                  </a:extLst>
                </p14:cNvPr>
                <p14:cNvContentPartPr/>
                <p14:nvPr/>
              </p14:nvContentPartPr>
              <p14:xfrm>
                <a:off x="7879320" y="4128696"/>
                <a:ext cx="25920" cy="4176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1A73F013-9F7C-C61D-D9AA-472DD7A1954C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7875000" y="4124376"/>
                  <a:ext cx="3456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93314E13-A218-2AD1-9E40-DDBFBCC99CC3}"/>
                    </a:ext>
                  </a:extLst>
                </p14:cNvPr>
                <p14:cNvContentPartPr/>
                <p14:nvPr/>
              </p14:nvContentPartPr>
              <p14:xfrm>
                <a:off x="7939440" y="4037256"/>
                <a:ext cx="18720" cy="3168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93314E13-A218-2AD1-9E40-DDBFBCC99CC3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7935120" y="4032936"/>
                  <a:ext cx="2736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F989A577-0DE8-B36E-4B80-7ECE21A7CBD6}"/>
                    </a:ext>
                  </a:extLst>
                </p14:cNvPr>
                <p14:cNvContentPartPr/>
                <p14:nvPr/>
              </p14:nvContentPartPr>
              <p14:xfrm>
                <a:off x="7946280" y="4107816"/>
                <a:ext cx="97200" cy="8712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F989A577-0DE8-B36E-4B80-7ECE21A7CBD6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7941960" y="4103496"/>
                  <a:ext cx="105840" cy="95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56">
            <p14:nvContentPartPr>
              <p14:cNvPr id="84" name="Ink 83">
                <a:extLst>
                  <a:ext uri="{FF2B5EF4-FFF2-40B4-BE49-F238E27FC236}">
                    <a16:creationId xmlns:a16="http://schemas.microsoft.com/office/drawing/2014/main" id="{E6639A60-DDDC-A30F-7080-F837869EE670}"/>
                  </a:ext>
                </a:extLst>
              </p14:cNvPr>
              <p14:cNvContentPartPr/>
              <p14:nvPr/>
            </p14:nvContentPartPr>
            <p14:xfrm>
              <a:off x="8255880" y="4053456"/>
              <a:ext cx="113400" cy="109080"/>
            </p14:xfrm>
          </p:contentPart>
        </mc:Choice>
        <mc:Fallback xmlns="">
          <p:pic>
            <p:nvPicPr>
              <p:cNvPr id="84" name="Ink 83">
                <a:extLst>
                  <a:ext uri="{FF2B5EF4-FFF2-40B4-BE49-F238E27FC236}">
                    <a16:creationId xmlns:a16="http://schemas.microsoft.com/office/drawing/2014/main" id="{E6639A60-DDDC-A30F-7080-F837869EE670}"/>
                  </a:ext>
                </a:extLst>
              </p:cNvPr>
              <p:cNvPicPr/>
              <p:nvPr/>
            </p:nvPicPr>
            <p:blipFill>
              <a:blip r:embed="rId157"/>
              <a:stretch>
                <a:fillRect/>
              </a:stretch>
            </p:blipFill>
            <p:spPr>
              <a:xfrm>
                <a:off x="8251560" y="4049136"/>
                <a:ext cx="122040" cy="117720"/>
              </a:xfrm>
              <a:prstGeom prst="rect">
                <a:avLst/>
              </a:prstGeom>
            </p:spPr>
          </p:pic>
        </mc:Fallback>
      </mc:AlternateContent>
      <p:grpSp>
        <p:nvGrpSpPr>
          <p:cNvPr id="111" name="Group 110">
            <a:extLst>
              <a:ext uri="{FF2B5EF4-FFF2-40B4-BE49-F238E27FC236}">
                <a16:creationId xmlns:a16="http://schemas.microsoft.com/office/drawing/2014/main" id="{9B79502B-410E-DB5F-ADCE-D3DD9A9EC1D6}"/>
              </a:ext>
            </a:extLst>
          </p:cNvPr>
          <p:cNvGrpSpPr/>
          <p:nvPr/>
        </p:nvGrpSpPr>
        <p:grpSpPr>
          <a:xfrm>
            <a:off x="8630280" y="3791376"/>
            <a:ext cx="1578960" cy="399960"/>
            <a:chOff x="8630280" y="3791376"/>
            <a:chExt cx="1578960" cy="399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BD8412E7-ED02-7714-761E-95347F785AB9}"/>
                    </a:ext>
                  </a:extLst>
                </p14:cNvPr>
                <p14:cNvContentPartPr/>
                <p14:nvPr/>
              </p14:nvContentPartPr>
              <p14:xfrm>
                <a:off x="8630280" y="3820536"/>
                <a:ext cx="353520" cy="31068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BD8412E7-ED02-7714-761E-95347F785AB9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8625960" y="3816216"/>
                  <a:ext cx="362160" cy="31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92E79005-A561-4524-2EE0-F869A4A2B89F}"/>
                    </a:ext>
                  </a:extLst>
                </p14:cNvPr>
                <p14:cNvContentPartPr/>
                <p14:nvPr/>
              </p14:nvContentPartPr>
              <p14:xfrm>
                <a:off x="8949960" y="3972456"/>
                <a:ext cx="128520" cy="10224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92E79005-A561-4524-2EE0-F869A4A2B89F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8945640" y="3968136"/>
                  <a:ext cx="13716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F50E9D05-C02A-FCE8-7BB7-071A398A043F}"/>
                    </a:ext>
                  </a:extLst>
                </p14:cNvPr>
                <p14:cNvContentPartPr/>
                <p14:nvPr/>
              </p14:nvContentPartPr>
              <p14:xfrm>
                <a:off x="9128880" y="3963456"/>
                <a:ext cx="106560" cy="12996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F50E9D05-C02A-FCE8-7BB7-071A398A043F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9124560" y="3959136"/>
                  <a:ext cx="115200" cy="13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2154CB8C-B894-4F41-404D-93E02DCB152E}"/>
                    </a:ext>
                  </a:extLst>
                </p14:cNvPr>
                <p14:cNvContentPartPr/>
                <p14:nvPr/>
              </p14:nvContentPartPr>
              <p14:xfrm>
                <a:off x="9140400" y="4007376"/>
                <a:ext cx="134280" cy="7740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2154CB8C-B894-4F41-404D-93E02DCB152E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9136080" y="4003056"/>
                  <a:ext cx="14292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B25CBCA3-9E8C-751E-FBC9-DDA8B5CEFCA6}"/>
                    </a:ext>
                  </a:extLst>
                </p14:cNvPr>
                <p14:cNvContentPartPr/>
                <p14:nvPr/>
              </p14:nvContentPartPr>
              <p14:xfrm>
                <a:off x="9330120" y="4003776"/>
                <a:ext cx="78840" cy="324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B25CBCA3-9E8C-751E-FBC9-DDA8B5CEFCA6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9325800" y="3999456"/>
                  <a:ext cx="87480" cy="1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A876564F-C494-6F8C-888C-F89CDD5AE420}"/>
                    </a:ext>
                  </a:extLst>
                </p14:cNvPr>
                <p14:cNvContentPartPr/>
                <p14:nvPr/>
              </p14:nvContentPartPr>
              <p14:xfrm>
                <a:off x="9561600" y="3835296"/>
                <a:ext cx="71640" cy="19332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A876564F-C494-6F8C-888C-F89CDD5AE420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9557280" y="3830976"/>
                  <a:ext cx="8028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BCEFD6A1-6FA2-B8B6-7A8E-05556C3024CE}"/>
                    </a:ext>
                  </a:extLst>
                </p14:cNvPr>
                <p14:cNvContentPartPr/>
                <p14:nvPr/>
              </p14:nvContentPartPr>
              <p14:xfrm>
                <a:off x="9681120" y="3791376"/>
                <a:ext cx="90360" cy="20016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BCEFD6A1-6FA2-B8B6-7A8E-05556C3024CE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9676800" y="3787056"/>
                  <a:ext cx="99000" cy="20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A2939BC0-0917-119E-B5A3-911EFDC2730E}"/>
                    </a:ext>
                  </a:extLst>
                </p14:cNvPr>
                <p14:cNvContentPartPr/>
                <p14:nvPr/>
              </p14:nvContentPartPr>
              <p14:xfrm>
                <a:off x="9630360" y="3893976"/>
                <a:ext cx="168840" cy="2448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A2939BC0-0917-119E-B5A3-911EFDC2730E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9626040" y="3889656"/>
                  <a:ext cx="17748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F22B4709-61D8-532C-E22A-BDF2A8B6CCFC}"/>
                    </a:ext>
                  </a:extLst>
                </p14:cNvPr>
                <p14:cNvContentPartPr/>
                <p14:nvPr/>
              </p14:nvContentPartPr>
              <p14:xfrm>
                <a:off x="9793080" y="3907296"/>
                <a:ext cx="110160" cy="7488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F22B4709-61D8-532C-E22A-BDF2A8B6CCFC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9788760" y="3902976"/>
                  <a:ext cx="11880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A11B1996-ADE7-FC24-D810-4C3671539308}"/>
                    </a:ext>
                  </a:extLst>
                </p14:cNvPr>
                <p14:cNvContentPartPr/>
                <p14:nvPr/>
              </p14:nvContentPartPr>
              <p14:xfrm>
                <a:off x="9909360" y="3908736"/>
                <a:ext cx="120600" cy="10728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A11B1996-ADE7-FC24-D810-4C3671539308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9905040" y="3904416"/>
                  <a:ext cx="12924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513AA97D-F8C7-FC1B-46A7-6D85C802C067}"/>
                    </a:ext>
                  </a:extLst>
                </p14:cNvPr>
                <p14:cNvContentPartPr/>
                <p14:nvPr/>
              </p14:nvContentPartPr>
              <p14:xfrm>
                <a:off x="10020600" y="3932496"/>
                <a:ext cx="124920" cy="25884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513AA97D-F8C7-FC1B-46A7-6D85C802C067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10016280" y="3928176"/>
                  <a:ext cx="133560" cy="26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F76D2630-321F-F933-9D60-7322F3637841}"/>
                    </a:ext>
                  </a:extLst>
                </p14:cNvPr>
                <p14:cNvContentPartPr/>
                <p14:nvPr/>
              </p14:nvContentPartPr>
              <p14:xfrm>
                <a:off x="10132560" y="3926736"/>
                <a:ext cx="76680" cy="8460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F76D2630-321F-F933-9D60-7322F3637841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10128240" y="3922416"/>
                  <a:ext cx="85320" cy="93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82">
            <p14:nvContentPartPr>
              <p14:cNvPr id="109" name="Ink 108">
                <a:extLst>
                  <a:ext uri="{FF2B5EF4-FFF2-40B4-BE49-F238E27FC236}">
                    <a16:creationId xmlns:a16="http://schemas.microsoft.com/office/drawing/2014/main" id="{85AC9798-9B96-46B5-7B3B-4B748B98C15F}"/>
                  </a:ext>
                </a:extLst>
              </p14:cNvPr>
              <p14:cNvContentPartPr/>
              <p14:nvPr/>
            </p14:nvContentPartPr>
            <p14:xfrm>
              <a:off x="10375200" y="3718296"/>
              <a:ext cx="158040" cy="244080"/>
            </p14:xfrm>
          </p:contentPart>
        </mc:Choice>
        <mc:Fallback xmlns="">
          <p:pic>
            <p:nvPicPr>
              <p:cNvPr id="109" name="Ink 108">
                <a:extLst>
                  <a:ext uri="{FF2B5EF4-FFF2-40B4-BE49-F238E27FC236}">
                    <a16:creationId xmlns:a16="http://schemas.microsoft.com/office/drawing/2014/main" id="{85AC9798-9B96-46B5-7B3B-4B748B98C15F}"/>
                  </a:ext>
                </a:extLst>
              </p:cNvPr>
              <p:cNvPicPr/>
              <p:nvPr/>
            </p:nvPicPr>
            <p:blipFill>
              <a:blip r:embed="rId183"/>
              <a:stretch>
                <a:fillRect/>
              </a:stretch>
            </p:blipFill>
            <p:spPr>
              <a:xfrm>
                <a:off x="10370880" y="3713976"/>
                <a:ext cx="166680" cy="252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4">
            <p14:nvContentPartPr>
              <p14:cNvPr id="110" name="Ink 109">
                <a:extLst>
                  <a:ext uri="{FF2B5EF4-FFF2-40B4-BE49-F238E27FC236}">
                    <a16:creationId xmlns:a16="http://schemas.microsoft.com/office/drawing/2014/main" id="{0DBB2DB7-F071-4888-945A-98C69B1F7CCF}"/>
                  </a:ext>
                </a:extLst>
              </p14:cNvPr>
              <p14:cNvContentPartPr/>
              <p14:nvPr/>
            </p14:nvContentPartPr>
            <p14:xfrm>
              <a:off x="10468800" y="4058136"/>
              <a:ext cx="9720" cy="9720"/>
            </p14:xfrm>
          </p:contentPart>
        </mc:Choice>
        <mc:Fallback xmlns="">
          <p:pic>
            <p:nvPicPr>
              <p:cNvPr id="110" name="Ink 109">
                <a:extLst>
                  <a:ext uri="{FF2B5EF4-FFF2-40B4-BE49-F238E27FC236}">
                    <a16:creationId xmlns:a16="http://schemas.microsoft.com/office/drawing/2014/main" id="{0DBB2DB7-F071-4888-945A-98C69B1F7CCF}"/>
                  </a:ext>
                </a:extLst>
              </p:cNvPr>
              <p:cNvPicPr/>
              <p:nvPr/>
            </p:nvPicPr>
            <p:blipFill>
              <a:blip r:embed="rId185"/>
              <a:stretch>
                <a:fillRect/>
              </a:stretch>
            </p:blipFill>
            <p:spPr>
              <a:xfrm>
                <a:off x="10464480" y="4053816"/>
                <a:ext cx="18360" cy="18360"/>
              </a:xfrm>
              <a:prstGeom prst="rect">
                <a:avLst/>
              </a:prstGeom>
            </p:spPr>
          </p:pic>
        </mc:Fallback>
      </mc:AlternateContent>
      <p:grpSp>
        <p:nvGrpSpPr>
          <p:cNvPr id="118" name="Group 117">
            <a:extLst>
              <a:ext uri="{FF2B5EF4-FFF2-40B4-BE49-F238E27FC236}">
                <a16:creationId xmlns:a16="http://schemas.microsoft.com/office/drawing/2014/main" id="{B793AB49-D0E9-B273-30A1-DA4525842B88}"/>
              </a:ext>
            </a:extLst>
          </p:cNvPr>
          <p:cNvGrpSpPr/>
          <p:nvPr/>
        </p:nvGrpSpPr>
        <p:grpSpPr>
          <a:xfrm>
            <a:off x="8325000" y="4480776"/>
            <a:ext cx="723600" cy="403560"/>
            <a:chOff x="8325000" y="4480776"/>
            <a:chExt cx="723600" cy="403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A21AD99B-6010-5C66-9ADA-CA9CC93AABB7}"/>
                    </a:ext>
                  </a:extLst>
                </p14:cNvPr>
                <p14:cNvContentPartPr/>
                <p14:nvPr/>
              </p14:nvContentPartPr>
              <p14:xfrm>
                <a:off x="8325000" y="4523616"/>
                <a:ext cx="167040" cy="15444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A21AD99B-6010-5C66-9ADA-CA9CC93AABB7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8320680" y="4519296"/>
                  <a:ext cx="17568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0E5E0AF8-5DD4-3F7C-C556-9B407552B370}"/>
                    </a:ext>
                  </a:extLst>
                </p14:cNvPr>
                <p14:cNvContentPartPr/>
                <p14:nvPr/>
              </p14:nvContentPartPr>
              <p14:xfrm>
                <a:off x="8396640" y="4513536"/>
                <a:ext cx="196560" cy="35244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0E5E0AF8-5DD4-3F7C-C556-9B407552B370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8392320" y="4509216"/>
                  <a:ext cx="205200" cy="36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C79A8C9E-FA81-0392-C592-9304D541D446}"/>
                    </a:ext>
                  </a:extLst>
                </p14:cNvPr>
                <p14:cNvContentPartPr/>
                <p14:nvPr/>
              </p14:nvContentPartPr>
              <p14:xfrm>
                <a:off x="8539920" y="4757616"/>
                <a:ext cx="97200" cy="10044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C79A8C9E-FA81-0392-C592-9304D541D446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8535600" y="4753296"/>
                  <a:ext cx="10584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CF709CBC-8A68-2C1A-7690-E6B70704EFBF}"/>
                    </a:ext>
                  </a:extLst>
                </p14:cNvPr>
                <p14:cNvContentPartPr/>
                <p14:nvPr/>
              </p14:nvContentPartPr>
              <p14:xfrm>
                <a:off x="8673840" y="4748616"/>
                <a:ext cx="115920" cy="10908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CF709CBC-8A68-2C1A-7690-E6B70704EFBF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8669520" y="4744296"/>
                  <a:ext cx="12456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EF77900F-D429-ED68-328F-B7DEDAC597A0}"/>
                    </a:ext>
                  </a:extLst>
                </p14:cNvPr>
                <p14:cNvContentPartPr/>
                <p14:nvPr/>
              </p14:nvContentPartPr>
              <p14:xfrm>
                <a:off x="8973000" y="4480776"/>
                <a:ext cx="75600" cy="28224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EF77900F-D429-ED68-328F-B7DEDAC597A0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8968680" y="4476456"/>
                  <a:ext cx="84240" cy="29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1376C250-5645-32B7-962E-4A232CF7D787}"/>
                    </a:ext>
                  </a:extLst>
                </p14:cNvPr>
                <p14:cNvContentPartPr/>
                <p14:nvPr/>
              </p14:nvContentPartPr>
              <p14:xfrm>
                <a:off x="8957880" y="4857336"/>
                <a:ext cx="32760" cy="2700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1376C250-5645-32B7-962E-4A232CF7D787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8953560" y="4853016"/>
                  <a:ext cx="41400" cy="35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EE7F7932-FD57-0F12-C390-96EEAFB61EF9}"/>
              </a:ext>
            </a:extLst>
          </p:cNvPr>
          <p:cNvGrpSpPr/>
          <p:nvPr/>
        </p:nvGrpSpPr>
        <p:grpSpPr>
          <a:xfrm>
            <a:off x="7303320" y="5228136"/>
            <a:ext cx="336240" cy="249840"/>
            <a:chOff x="7303320" y="5228136"/>
            <a:chExt cx="336240" cy="249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D8363852-0894-68E3-FE6A-9D1D1123552E}"/>
                    </a:ext>
                  </a:extLst>
                </p14:cNvPr>
                <p14:cNvContentPartPr/>
                <p14:nvPr/>
              </p14:nvContentPartPr>
              <p14:xfrm>
                <a:off x="7303320" y="5228136"/>
                <a:ext cx="154440" cy="24984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D8363852-0894-68E3-FE6A-9D1D1123552E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7299000" y="5223816"/>
                  <a:ext cx="163080" cy="25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6DADAE9F-1FB7-ABDA-D165-CDA7059524D6}"/>
                    </a:ext>
                  </a:extLst>
                </p14:cNvPr>
                <p14:cNvContentPartPr/>
                <p14:nvPr/>
              </p14:nvContentPartPr>
              <p14:xfrm>
                <a:off x="7545600" y="5350536"/>
                <a:ext cx="93960" cy="6876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6DADAE9F-1FB7-ABDA-D165-CDA7059524D6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7541280" y="5346216"/>
                  <a:ext cx="102600" cy="77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7" name="Group 126">
            <a:extLst>
              <a:ext uri="{FF2B5EF4-FFF2-40B4-BE49-F238E27FC236}">
                <a16:creationId xmlns:a16="http://schemas.microsoft.com/office/drawing/2014/main" id="{59A0D849-45F0-3824-2536-2F318236FB03}"/>
              </a:ext>
            </a:extLst>
          </p:cNvPr>
          <p:cNvGrpSpPr/>
          <p:nvPr/>
        </p:nvGrpSpPr>
        <p:grpSpPr>
          <a:xfrm>
            <a:off x="7916400" y="5087016"/>
            <a:ext cx="344520" cy="339480"/>
            <a:chOff x="7916400" y="5087016"/>
            <a:chExt cx="344520" cy="339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FF4A5848-74F4-CDAE-2067-BA295BE5739B}"/>
                    </a:ext>
                  </a:extLst>
                </p14:cNvPr>
                <p14:cNvContentPartPr/>
                <p14:nvPr/>
              </p14:nvContentPartPr>
              <p14:xfrm>
                <a:off x="7916400" y="5087016"/>
                <a:ext cx="281880" cy="32220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FF4A5848-74F4-CDAE-2067-BA295BE5739B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7912080" y="5082696"/>
                  <a:ext cx="290520" cy="33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3C5900CD-3CF4-3771-F43A-32989D3D8A39}"/>
                    </a:ext>
                  </a:extLst>
                </p14:cNvPr>
                <p14:cNvContentPartPr/>
                <p14:nvPr/>
              </p14:nvContentPartPr>
              <p14:xfrm>
                <a:off x="8174520" y="5309856"/>
                <a:ext cx="86400" cy="11664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3C5900CD-3CF4-3771-F43A-32989D3D8A39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8170200" y="5305536"/>
                  <a:ext cx="95040" cy="125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5" name="Group 134">
            <a:extLst>
              <a:ext uri="{FF2B5EF4-FFF2-40B4-BE49-F238E27FC236}">
                <a16:creationId xmlns:a16="http://schemas.microsoft.com/office/drawing/2014/main" id="{C6E295B1-8B2B-1029-3F8E-6BCE0CA482BA}"/>
              </a:ext>
            </a:extLst>
          </p:cNvPr>
          <p:cNvGrpSpPr/>
          <p:nvPr/>
        </p:nvGrpSpPr>
        <p:grpSpPr>
          <a:xfrm>
            <a:off x="8590680" y="5060376"/>
            <a:ext cx="1469520" cy="521280"/>
            <a:chOff x="8590680" y="5060376"/>
            <a:chExt cx="1469520" cy="521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6387E97D-BDC2-C524-878C-93E7D5E1165B}"/>
                    </a:ext>
                  </a:extLst>
                </p14:cNvPr>
                <p14:cNvContentPartPr/>
                <p14:nvPr/>
              </p14:nvContentPartPr>
              <p14:xfrm>
                <a:off x="8590680" y="5276016"/>
                <a:ext cx="243000" cy="9900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6387E97D-BDC2-C524-878C-93E7D5E1165B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8586360" y="5271696"/>
                  <a:ext cx="25164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3BEC790E-7AE6-2E25-9460-8747542D62E6}"/>
                    </a:ext>
                  </a:extLst>
                </p14:cNvPr>
                <p14:cNvContentPartPr/>
                <p14:nvPr/>
              </p14:nvContentPartPr>
              <p14:xfrm>
                <a:off x="8879400" y="5261976"/>
                <a:ext cx="92880" cy="8388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3BEC790E-7AE6-2E25-9460-8747542D62E6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8875080" y="5257656"/>
                  <a:ext cx="10152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494D091F-2E72-42B0-B3AD-2FA9AE6811AE}"/>
                    </a:ext>
                  </a:extLst>
                </p14:cNvPr>
                <p14:cNvContentPartPr/>
                <p14:nvPr/>
              </p14:nvContentPartPr>
              <p14:xfrm>
                <a:off x="9068760" y="5113656"/>
                <a:ext cx="178200" cy="26928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494D091F-2E72-42B0-B3AD-2FA9AE6811AE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9064440" y="5109336"/>
                  <a:ext cx="186840" cy="27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45C289AB-FF1A-5E5A-6D2E-CA626F10C321}"/>
                    </a:ext>
                  </a:extLst>
                </p14:cNvPr>
                <p14:cNvContentPartPr/>
                <p14:nvPr/>
              </p14:nvContentPartPr>
              <p14:xfrm>
                <a:off x="9126720" y="5060376"/>
                <a:ext cx="439920" cy="29844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45C289AB-FF1A-5E5A-6D2E-CA626F10C321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9122400" y="5056056"/>
                  <a:ext cx="448560" cy="30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0FD7C54B-D6A8-5312-1BB6-D104C780D2F7}"/>
                    </a:ext>
                  </a:extLst>
                </p14:cNvPr>
                <p14:cNvContentPartPr/>
                <p14:nvPr/>
              </p14:nvContentPartPr>
              <p14:xfrm>
                <a:off x="9558720" y="5324976"/>
                <a:ext cx="5040" cy="2916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0FD7C54B-D6A8-5312-1BB6-D104C780D2F7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9554400" y="5320656"/>
                  <a:ext cx="1368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A9914A6A-67A1-4B8A-B8BF-A8BD955AEC30}"/>
                    </a:ext>
                  </a:extLst>
                </p14:cNvPr>
                <p14:cNvContentPartPr/>
                <p14:nvPr/>
              </p14:nvContentPartPr>
              <p14:xfrm>
                <a:off x="9618840" y="5199336"/>
                <a:ext cx="16560" cy="7200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A9914A6A-67A1-4B8A-B8BF-A8BD955AEC30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9614520" y="5195016"/>
                  <a:ext cx="2520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E55787AC-38BC-D6F6-C585-43F21AF69DCF}"/>
                    </a:ext>
                  </a:extLst>
                </p14:cNvPr>
                <p14:cNvContentPartPr/>
                <p14:nvPr/>
              </p14:nvContentPartPr>
              <p14:xfrm>
                <a:off x="9660240" y="5318136"/>
                <a:ext cx="90360" cy="5472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E55787AC-38BC-D6F6-C585-43F21AF69DCF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9655920" y="5313816"/>
                  <a:ext cx="9900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F590406E-0C7A-10EC-2ADA-C51194857ED0}"/>
                    </a:ext>
                  </a:extLst>
                </p14:cNvPr>
                <p14:cNvContentPartPr/>
                <p14:nvPr/>
              </p14:nvContentPartPr>
              <p14:xfrm>
                <a:off x="9753480" y="5282136"/>
                <a:ext cx="177120" cy="29952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F590406E-0C7A-10EC-2ADA-C51194857ED0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9749160" y="5277816"/>
                  <a:ext cx="185760" cy="30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B187DAB5-F59C-30DD-B112-1C8FC9AC59AC}"/>
                    </a:ext>
                  </a:extLst>
                </p14:cNvPr>
                <p14:cNvContentPartPr/>
                <p14:nvPr/>
              </p14:nvContentPartPr>
              <p14:xfrm>
                <a:off x="10025280" y="5399136"/>
                <a:ext cx="34920" cy="2340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B187DAB5-F59C-30DD-B112-1C8FC9AC59AC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10020960" y="5394816"/>
                  <a:ext cx="43560" cy="320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0772280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24AF21C9-87F8-167D-5966-00C25CB66D73}"/>
                  </a:ext>
                </a:extLst>
              </p14:cNvPr>
              <p14:cNvContentPartPr/>
              <p14:nvPr/>
            </p14:nvContentPartPr>
            <p14:xfrm>
              <a:off x="2076624" y="1214280"/>
              <a:ext cx="88920" cy="12204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24AF21C9-87F8-167D-5966-00C25CB66D7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072304" y="1209960"/>
                <a:ext cx="97560" cy="13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59816270-7656-9FA9-F34F-B93B96E81437}"/>
                  </a:ext>
                </a:extLst>
              </p14:cNvPr>
              <p14:cNvContentPartPr/>
              <p14:nvPr/>
            </p14:nvContentPartPr>
            <p14:xfrm>
              <a:off x="1448424" y="2032200"/>
              <a:ext cx="34920" cy="1155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59816270-7656-9FA9-F34F-B93B96E8143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444104" y="2027880"/>
                <a:ext cx="43560" cy="12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C32C4399-349B-E686-1FF3-EB31AFD32915}"/>
                  </a:ext>
                </a:extLst>
              </p14:cNvPr>
              <p14:cNvContentPartPr/>
              <p14:nvPr/>
            </p14:nvContentPartPr>
            <p14:xfrm>
              <a:off x="2617344" y="2070360"/>
              <a:ext cx="115560" cy="867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C32C4399-349B-E686-1FF3-EB31AFD32915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613024" y="2066040"/>
                <a:ext cx="124200" cy="9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A0FDF615-ED7A-E5EF-FB59-1DD265F5E3B8}"/>
                  </a:ext>
                </a:extLst>
              </p14:cNvPr>
              <p14:cNvContentPartPr/>
              <p14:nvPr/>
            </p14:nvContentPartPr>
            <p14:xfrm>
              <a:off x="875664" y="510840"/>
              <a:ext cx="152640" cy="1425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A0FDF615-ED7A-E5EF-FB59-1DD265F5E3B8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871344" y="506520"/>
                <a:ext cx="161280" cy="15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2150772B-8A34-3DC0-311A-314FA9193FBD}"/>
                  </a:ext>
                </a:extLst>
              </p14:cNvPr>
              <p14:cNvContentPartPr/>
              <p14:nvPr/>
            </p14:nvContentPartPr>
            <p14:xfrm>
              <a:off x="1030104" y="532800"/>
              <a:ext cx="70920" cy="8568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2150772B-8A34-3DC0-311A-314FA9193FBD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025784" y="528480"/>
                <a:ext cx="79560" cy="9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A78FF9FD-34BB-B15A-1E1D-759EBDB761AB}"/>
                  </a:ext>
                </a:extLst>
              </p14:cNvPr>
              <p14:cNvContentPartPr/>
              <p14:nvPr/>
            </p14:nvContentPartPr>
            <p14:xfrm>
              <a:off x="1129464" y="544320"/>
              <a:ext cx="77760" cy="669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A78FF9FD-34BB-B15A-1E1D-759EBDB761AB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125144" y="540000"/>
                <a:ext cx="86400" cy="7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5123B778-9107-B68B-A9A3-CE4A39370C30}"/>
                  </a:ext>
                </a:extLst>
              </p14:cNvPr>
              <p14:cNvContentPartPr/>
              <p14:nvPr/>
            </p14:nvContentPartPr>
            <p14:xfrm>
              <a:off x="1265904" y="443880"/>
              <a:ext cx="99720" cy="16380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5123B778-9107-B68B-A9A3-CE4A39370C30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261584" y="439560"/>
                <a:ext cx="108360" cy="17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E996A4BD-F33F-3946-5536-711F1F9912F2}"/>
                  </a:ext>
                </a:extLst>
              </p14:cNvPr>
              <p14:cNvContentPartPr/>
              <p14:nvPr/>
            </p14:nvContentPartPr>
            <p14:xfrm>
              <a:off x="1261224" y="510840"/>
              <a:ext cx="148320" cy="252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E996A4BD-F33F-3946-5536-711F1F9912F2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256904" y="506520"/>
                <a:ext cx="156960" cy="1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A8B264C7-6A9E-1851-3679-8CB011E7E9B1}"/>
                  </a:ext>
                </a:extLst>
              </p14:cNvPr>
              <p14:cNvContentPartPr/>
              <p14:nvPr/>
            </p14:nvContentPartPr>
            <p14:xfrm>
              <a:off x="1808784" y="473760"/>
              <a:ext cx="297720" cy="33948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A8B264C7-6A9E-1851-3679-8CB011E7E9B1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804464" y="469440"/>
                <a:ext cx="306360" cy="34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420AAEC2-A008-1625-08FC-774C786E2980}"/>
                  </a:ext>
                </a:extLst>
              </p14:cNvPr>
              <p14:cNvContentPartPr/>
              <p14:nvPr/>
            </p14:nvContentPartPr>
            <p14:xfrm>
              <a:off x="1995264" y="740880"/>
              <a:ext cx="93240" cy="5148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420AAEC2-A008-1625-08FC-774C786E2980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1990944" y="736560"/>
                <a:ext cx="101880" cy="6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B6C410BA-B2FE-24DD-84E8-F8D012C59069}"/>
                  </a:ext>
                </a:extLst>
              </p14:cNvPr>
              <p14:cNvContentPartPr/>
              <p14:nvPr/>
            </p14:nvContentPartPr>
            <p14:xfrm>
              <a:off x="2078424" y="727200"/>
              <a:ext cx="95760" cy="9720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B6C410BA-B2FE-24DD-84E8-F8D012C59069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2074104" y="722880"/>
                <a:ext cx="104400" cy="10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00FF3CAA-3E7C-B9E8-451C-8551789AEE73}"/>
                  </a:ext>
                </a:extLst>
              </p14:cNvPr>
              <p14:cNvContentPartPr/>
              <p14:nvPr/>
            </p14:nvContentPartPr>
            <p14:xfrm>
              <a:off x="1905984" y="780480"/>
              <a:ext cx="381600" cy="40788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00FF3CAA-3E7C-B9E8-451C-8551789AEE73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1901664" y="776160"/>
                <a:ext cx="390240" cy="41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CF334883-260E-1C21-F868-918FC9336DA7}"/>
                  </a:ext>
                </a:extLst>
              </p14:cNvPr>
              <p14:cNvContentPartPr/>
              <p14:nvPr/>
            </p14:nvContentPartPr>
            <p14:xfrm>
              <a:off x="1762704" y="1139040"/>
              <a:ext cx="220320" cy="47844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CF334883-260E-1C21-F868-918FC9336DA7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1758384" y="1134720"/>
                <a:ext cx="228960" cy="48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059D434F-12ED-4821-6E0A-486DF38557E7}"/>
                  </a:ext>
                </a:extLst>
              </p14:cNvPr>
              <p14:cNvContentPartPr/>
              <p14:nvPr/>
            </p14:nvContentPartPr>
            <p14:xfrm>
              <a:off x="1305144" y="1575000"/>
              <a:ext cx="508680" cy="42300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059D434F-12ED-4821-6E0A-486DF38557E7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1300824" y="1570680"/>
                <a:ext cx="517320" cy="43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935D20C8-A1FA-CD4D-189E-1F35AF7FA2AB}"/>
                  </a:ext>
                </a:extLst>
              </p14:cNvPr>
              <p14:cNvContentPartPr/>
              <p14:nvPr/>
            </p14:nvContentPartPr>
            <p14:xfrm>
              <a:off x="2192904" y="1171440"/>
              <a:ext cx="441000" cy="46224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935D20C8-A1FA-CD4D-189E-1F35AF7FA2AB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2188584" y="1167120"/>
                <a:ext cx="449640" cy="47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3B87CA3A-135B-FCF2-7A11-B033512CF037}"/>
                  </a:ext>
                </a:extLst>
              </p14:cNvPr>
              <p14:cNvContentPartPr/>
              <p14:nvPr/>
            </p14:nvContentPartPr>
            <p14:xfrm>
              <a:off x="2376144" y="1628640"/>
              <a:ext cx="521640" cy="38808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3B87CA3A-135B-FCF2-7A11-B033512CF037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2371824" y="1624320"/>
                <a:ext cx="530280" cy="39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6C5D7763-9F33-3408-B195-73A229830D88}"/>
                  </a:ext>
                </a:extLst>
              </p14:cNvPr>
              <p14:cNvContentPartPr/>
              <p14:nvPr/>
            </p14:nvContentPartPr>
            <p14:xfrm>
              <a:off x="1007064" y="1971360"/>
              <a:ext cx="344880" cy="66924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6C5D7763-9F33-3408-B195-73A229830D88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1002744" y="1967040"/>
                <a:ext cx="353520" cy="67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69F08053-C5A2-A1D6-D069-564011BA545A}"/>
                  </a:ext>
                </a:extLst>
              </p14:cNvPr>
              <p14:cNvContentPartPr/>
              <p14:nvPr/>
            </p14:nvContentPartPr>
            <p14:xfrm>
              <a:off x="458064" y="2576160"/>
              <a:ext cx="676080" cy="71208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69F08053-C5A2-A1D6-D069-564011BA545A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453744" y="2571840"/>
                <a:ext cx="684720" cy="72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A4D175DC-F796-A38B-1A06-3B7014BB0FD5}"/>
                  </a:ext>
                </a:extLst>
              </p14:cNvPr>
              <p14:cNvContentPartPr/>
              <p14:nvPr/>
            </p14:nvContentPartPr>
            <p14:xfrm>
              <a:off x="1642104" y="2001960"/>
              <a:ext cx="56160" cy="87804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A4D175DC-F796-A38B-1A06-3B7014BB0FD5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1637784" y="1997640"/>
                <a:ext cx="64800" cy="88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20D62E6B-4A74-798B-6FE3-4C392B2753FE}"/>
                  </a:ext>
                </a:extLst>
              </p14:cNvPr>
              <p14:cNvContentPartPr/>
              <p14:nvPr/>
            </p14:nvContentPartPr>
            <p14:xfrm>
              <a:off x="1358424" y="2653200"/>
              <a:ext cx="594000" cy="75060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20D62E6B-4A74-798B-6FE3-4C392B2753FE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1354104" y="2648880"/>
                <a:ext cx="602640" cy="75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9F70C24F-FBD0-0CF2-0CCA-FC8581611BF6}"/>
                  </a:ext>
                </a:extLst>
              </p14:cNvPr>
              <p14:cNvContentPartPr/>
              <p14:nvPr/>
            </p14:nvContentPartPr>
            <p14:xfrm>
              <a:off x="2256624" y="1971720"/>
              <a:ext cx="282600" cy="74484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9F70C24F-FBD0-0CF2-0CCA-FC8581611BF6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2252304" y="1967400"/>
                <a:ext cx="291240" cy="75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4DB8DCFE-FF05-ECD1-E2D7-1290C58ACC4E}"/>
                  </a:ext>
                </a:extLst>
              </p14:cNvPr>
              <p14:cNvContentPartPr/>
              <p14:nvPr/>
            </p14:nvContentPartPr>
            <p14:xfrm>
              <a:off x="2037024" y="2699280"/>
              <a:ext cx="532080" cy="62676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4DB8DCFE-FF05-ECD1-E2D7-1290C58ACC4E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2032704" y="2694960"/>
                <a:ext cx="540720" cy="63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D818FC4F-75CE-B48B-967C-E93732B2EBDD}"/>
                  </a:ext>
                </a:extLst>
              </p14:cNvPr>
              <p14:cNvContentPartPr/>
              <p14:nvPr/>
            </p14:nvContentPartPr>
            <p14:xfrm>
              <a:off x="2783664" y="1986840"/>
              <a:ext cx="362880" cy="62388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D818FC4F-75CE-B48B-967C-E93732B2EBDD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2779344" y="1982520"/>
                <a:ext cx="371520" cy="632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CA0C190D-BE3D-389D-F30D-872F83B4EDEC}"/>
                  </a:ext>
                </a:extLst>
              </p14:cNvPr>
              <p14:cNvContentPartPr/>
              <p14:nvPr/>
            </p14:nvContentPartPr>
            <p14:xfrm>
              <a:off x="2863944" y="2602440"/>
              <a:ext cx="568800" cy="63000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CA0C190D-BE3D-389D-F30D-872F83B4EDEC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2859624" y="2598120"/>
                <a:ext cx="577440" cy="63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6702BD5D-9720-9D60-661F-747FF90E9F47}"/>
                  </a:ext>
                </a:extLst>
              </p14:cNvPr>
              <p14:cNvContentPartPr/>
              <p14:nvPr/>
            </p14:nvContentPartPr>
            <p14:xfrm>
              <a:off x="504144" y="3337920"/>
              <a:ext cx="97200" cy="13212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6702BD5D-9720-9D60-661F-747FF90E9F47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499824" y="3333600"/>
                <a:ext cx="105840" cy="14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C4FB7561-E2A2-C442-C74F-B526FE558169}"/>
                  </a:ext>
                </a:extLst>
              </p14:cNvPr>
              <p14:cNvContentPartPr/>
              <p14:nvPr/>
            </p14:nvContentPartPr>
            <p14:xfrm>
              <a:off x="1448424" y="3444840"/>
              <a:ext cx="141120" cy="8892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C4FB7561-E2A2-C442-C74F-B526FE558169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1444104" y="3440520"/>
                <a:ext cx="149760" cy="9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3A602ED1-EDAF-18AD-F053-DA8FB6116713}"/>
                  </a:ext>
                </a:extLst>
              </p14:cNvPr>
              <p14:cNvContentPartPr/>
              <p14:nvPr/>
            </p14:nvContentPartPr>
            <p14:xfrm>
              <a:off x="1523304" y="3483720"/>
              <a:ext cx="27000" cy="11016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3A602ED1-EDAF-18AD-F053-DA8FB6116713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1518984" y="3479400"/>
                <a:ext cx="35640" cy="11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FA3AE2AC-A6CB-87C4-31E2-D5363703283A}"/>
                  </a:ext>
                </a:extLst>
              </p14:cNvPr>
              <p14:cNvContentPartPr/>
              <p14:nvPr/>
            </p14:nvContentPartPr>
            <p14:xfrm>
              <a:off x="2192544" y="3411000"/>
              <a:ext cx="73440" cy="10152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FA3AE2AC-A6CB-87C4-31E2-D5363703283A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2188224" y="3406680"/>
                <a:ext cx="82080" cy="11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4E67DECF-5080-67B3-D071-A85DD89B0520}"/>
                  </a:ext>
                </a:extLst>
              </p14:cNvPr>
              <p14:cNvContentPartPr/>
              <p14:nvPr/>
            </p14:nvContentPartPr>
            <p14:xfrm>
              <a:off x="2259144" y="3404880"/>
              <a:ext cx="95040" cy="1080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4E67DECF-5080-67B3-D071-A85DD89B0520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2254824" y="3400560"/>
                <a:ext cx="103680" cy="1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9DB76445-E2E2-4589-BC92-D5E3AC19FF9A}"/>
                  </a:ext>
                </a:extLst>
              </p14:cNvPr>
              <p14:cNvContentPartPr/>
              <p14:nvPr/>
            </p14:nvContentPartPr>
            <p14:xfrm>
              <a:off x="3172104" y="3285720"/>
              <a:ext cx="133920" cy="14328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9DB76445-E2E2-4589-BC92-D5E3AC19FF9A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3167784" y="3281400"/>
                <a:ext cx="142560" cy="15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0088F2AC-7712-5D0C-3DA0-3A52AD3E82C4}"/>
                  </a:ext>
                </a:extLst>
              </p14:cNvPr>
              <p14:cNvContentPartPr/>
              <p14:nvPr/>
            </p14:nvContentPartPr>
            <p14:xfrm>
              <a:off x="2012184" y="888480"/>
              <a:ext cx="166680" cy="10440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0088F2AC-7712-5D0C-3DA0-3A52AD3E82C4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2007864" y="884160"/>
                <a:ext cx="175320" cy="11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A5DD4A57-0F9E-007F-F705-07E13ADF83B7}"/>
                  </a:ext>
                </a:extLst>
              </p14:cNvPr>
              <p14:cNvContentPartPr/>
              <p14:nvPr/>
            </p14:nvContentPartPr>
            <p14:xfrm>
              <a:off x="2092824" y="942840"/>
              <a:ext cx="37440" cy="17028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A5DD4A57-0F9E-007F-F705-07E13ADF83B7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2088504" y="938520"/>
                <a:ext cx="46080" cy="17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4F2F9F83-EE14-19A4-5BB3-9B155C4F6378}"/>
                  </a:ext>
                </a:extLst>
              </p14:cNvPr>
              <p14:cNvContentPartPr/>
              <p14:nvPr/>
            </p14:nvContentPartPr>
            <p14:xfrm>
              <a:off x="1524744" y="1756800"/>
              <a:ext cx="9360" cy="11196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4F2F9F83-EE14-19A4-5BB3-9B155C4F6378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1520424" y="1752480"/>
                <a:ext cx="18000" cy="12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50F3B4A9-A47B-F378-051B-4D775FA82C2E}"/>
                  </a:ext>
                </a:extLst>
              </p14:cNvPr>
              <p14:cNvContentPartPr/>
              <p14:nvPr/>
            </p14:nvContentPartPr>
            <p14:xfrm>
              <a:off x="2591784" y="1753200"/>
              <a:ext cx="113400" cy="16920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50F3B4A9-A47B-F378-051B-4D775FA82C2E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2587464" y="1748880"/>
                <a:ext cx="122040" cy="17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8F7B1347-9FE5-874B-7AFA-2A3FE7F1AE61}"/>
                  </a:ext>
                </a:extLst>
              </p14:cNvPr>
              <p14:cNvContentPartPr/>
              <p14:nvPr/>
            </p14:nvContentPartPr>
            <p14:xfrm>
              <a:off x="2649744" y="1782720"/>
              <a:ext cx="101520" cy="756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8F7B1347-9FE5-874B-7AFA-2A3FE7F1AE61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2645424" y="1778400"/>
                <a:ext cx="110160" cy="1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51BF3026-F30C-5BAF-338F-D154C9F9A468}"/>
                  </a:ext>
                </a:extLst>
              </p14:cNvPr>
              <p14:cNvContentPartPr/>
              <p14:nvPr/>
            </p14:nvContentPartPr>
            <p14:xfrm>
              <a:off x="642384" y="2908440"/>
              <a:ext cx="210240" cy="16668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51BF3026-F30C-5BAF-338F-D154C9F9A468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638064" y="2904120"/>
                <a:ext cx="218880" cy="17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67A7B3D8-D3F9-18F5-E34B-B348FD8F6FF6}"/>
                  </a:ext>
                </a:extLst>
              </p14:cNvPr>
              <p14:cNvContentPartPr/>
              <p14:nvPr/>
            </p14:nvContentPartPr>
            <p14:xfrm>
              <a:off x="1477944" y="2935080"/>
              <a:ext cx="176760" cy="25020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67A7B3D8-D3F9-18F5-E34B-B348FD8F6FF6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1473624" y="2930760"/>
                <a:ext cx="185400" cy="25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19D462C4-856C-95B0-554C-2F3965F3C39F}"/>
                  </a:ext>
                </a:extLst>
              </p14:cNvPr>
              <p14:cNvContentPartPr/>
              <p14:nvPr/>
            </p14:nvContentPartPr>
            <p14:xfrm>
              <a:off x="2203704" y="2980080"/>
              <a:ext cx="152640" cy="16920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19D462C4-856C-95B0-554C-2F3965F3C39F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2199384" y="2975760"/>
                <a:ext cx="161280" cy="17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606A6CAC-30EA-B8CB-055B-BDCBDD7D730D}"/>
                  </a:ext>
                </a:extLst>
              </p14:cNvPr>
              <p14:cNvContentPartPr/>
              <p14:nvPr/>
            </p14:nvContentPartPr>
            <p14:xfrm>
              <a:off x="3055104" y="2903040"/>
              <a:ext cx="145800" cy="15588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606A6CAC-30EA-B8CB-055B-BDCBDD7D730D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3050784" y="2898720"/>
                <a:ext cx="154440" cy="16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DAECF715-1861-E7DA-B101-8AC76FF306BB}"/>
                  </a:ext>
                </a:extLst>
              </p14:cNvPr>
              <p14:cNvContentPartPr/>
              <p14:nvPr/>
            </p14:nvContentPartPr>
            <p14:xfrm>
              <a:off x="159840" y="1400976"/>
              <a:ext cx="1852920" cy="2671560"/>
            </p14:xfrm>
          </p:contentPart>
        </mc:Choice>
        <mc:Fallback xmlns=""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DAECF715-1861-E7DA-B101-8AC76FF306BB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155520" y="1396656"/>
                <a:ext cx="1861560" cy="2680200"/>
              </a:xfrm>
              <a:prstGeom prst="rect">
                <a:avLst/>
              </a:prstGeom>
            </p:spPr>
          </p:pic>
        </mc:Fallback>
      </mc:AlternateContent>
      <p:grpSp>
        <p:nvGrpSpPr>
          <p:cNvPr id="60" name="Group 59">
            <a:extLst>
              <a:ext uri="{FF2B5EF4-FFF2-40B4-BE49-F238E27FC236}">
                <a16:creationId xmlns:a16="http://schemas.microsoft.com/office/drawing/2014/main" id="{AEE292D3-8D5B-53F7-3108-5D40114781E6}"/>
              </a:ext>
            </a:extLst>
          </p:cNvPr>
          <p:cNvGrpSpPr/>
          <p:nvPr/>
        </p:nvGrpSpPr>
        <p:grpSpPr>
          <a:xfrm>
            <a:off x="972720" y="4143456"/>
            <a:ext cx="1081440" cy="997920"/>
            <a:chOff x="972720" y="4143456"/>
            <a:chExt cx="1081440" cy="997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A8A405D4-BC29-3D93-A5E5-3F1742C8EF0E}"/>
                    </a:ext>
                  </a:extLst>
                </p14:cNvPr>
                <p14:cNvContentPartPr/>
                <p14:nvPr/>
              </p14:nvContentPartPr>
              <p14:xfrm>
                <a:off x="1145520" y="4161096"/>
                <a:ext cx="172080" cy="26028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A8A405D4-BC29-3D93-A5E5-3F1742C8EF0E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1141200" y="4156776"/>
                  <a:ext cx="180720" cy="26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C94FFE55-4093-982B-DDAA-77BED100BF7B}"/>
                    </a:ext>
                  </a:extLst>
                </p14:cNvPr>
                <p14:cNvContentPartPr/>
                <p14:nvPr/>
              </p14:nvContentPartPr>
              <p14:xfrm>
                <a:off x="1080360" y="4143456"/>
                <a:ext cx="169920" cy="10944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C94FFE55-4093-982B-DDAA-77BED100BF7B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076040" y="4139136"/>
                  <a:ext cx="17856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AF7B6E96-EA92-0B66-EF80-66C665DA36A4}"/>
                    </a:ext>
                  </a:extLst>
                </p14:cNvPr>
                <p14:cNvContentPartPr/>
                <p14:nvPr/>
              </p14:nvContentPartPr>
              <p14:xfrm>
                <a:off x="972720" y="4469256"/>
                <a:ext cx="60480" cy="26604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AF7B6E96-EA92-0B66-EF80-66C665DA36A4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968400" y="4464936"/>
                  <a:ext cx="69120" cy="27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26594EFC-377E-3581-2B84-1627E5C6844E}"/>
                    </a:ext>
                  </a:extLst>
                </p14:cNvPr>
                <p14:cNvContentPartPr/>
                <p14:nvPr/>
              </p14:nvContentPartPr>
              <p14:xfrm>
                <a:off x="1053360" y="4620456"/>
                <a:ext cx="148320" cy="9324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26594EFC-377E-3581-2B84-1627E5C6844E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049040" y="4616136"/>
                  <a:ext cx="156960" cy="10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C73A8D9E-F7B0-A3EA-5150-FA0799FBFDDA}"/>
                    </a:ext>
                  </a:extLst>
                </p14:cNvPr>
                <p14:cNvContentPartPr/>
                <p14:nvPr/>
              </p14:nvContentPartPr>
              <p14:xfrm>
                <a:off x="1264680" y="4471416"/>
                <a:ext cx="140400" cy="23364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C73A8D9E-F7B0-A3EA-5150-FA0799FBFDDA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260360" y="4467096"/>
                  <a:ext cx="149040" cy="24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0752DA77-0321-4999-47CA-58877138B16A}"/>
                    </a:ext>
                  </a:extLst>
                </p14:cNvPr>
                <p14:cNvContentPartPr/>
                <p14:nvPr/>
              </p14:nvContentPartPr>
              <p14:xfrm>
                <a:off x="1585440" y="4413816"/>
                <a:ext cx="122040" cy="24516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0752DA77-0321-4999-47CA-58877138B16A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1581120" y="4409496"/>
                  <a:ext cx="130680" cy="25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93D34FAF-88DF-8C79-C9C4-98B2142E6620}"/>
                    </a:ext>
                  </a:extLst>
                </p14:cNvPr>
                <p14:cNvContentPartPr/>
                <p14:nvPr/>
              </p14:nvContentPartPr>
              <p14:xfrm>
                <a:off x="1677240" y="4582296"/>
                <a:ext cx="129960" cy="11124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93D34FAF-88DF-8C79-C9C4-98B2142E6620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1672920" y="4577976"/>
                  <a:ext cx="13860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E87512E7-FECA-DADF-A5B7-BDCDA6A8A68C}"/>
                    </a:ext>
                  </a:extLst>
                </p14:cNvPr>
                <p14:cNvContentPartPr/>
                <p14:nvPr/>
              </p14:nvContentPartPr>
              <p14:xfrm>
                <a:off x="1841400" y="4540896"/>
                <a:ext cx="76680" cy="9828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E87512E7-FECA-DADF-A5B7-BDCDA6A8A68C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1837080" y="4536576"/>
                  <a:ext cx="8532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76825391-7752-A266-9089-9DF492CD9E3B}"/>
                    </a:ext>
                  </a:extLst>
                </p14:cNvPr>
                <p14:cNvContentPartPr/>
                <p14:nvPr/>
              </p14:nvContentPartPr>
              <p14:xfrm>
                <a:off x="1961280" y="4557816"/>
                <a:ext cx="92880" cy="11376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76825391-7752-A266-9089-9DF492CD9E3B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1956960" y="4553496"/>
                  <a:ext cx="10152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EAAFEAA9-50D4-DA21-8623-13E4D405EAEB}"/>
                    </a:ext>
                  </a:extLst>
                </p14:cNvPr>
                <p14:cNvContentPartPr/>
                <p14:nvPr/>
              </p14:nvContentPartPr>
              <p14:xfrm>
                <a:off x="1092960" y="5034096"/>
                <a:ext cx="185040" cy="10728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EAAFEAA9-50D4-DA21-8623-13E4D405EAEB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1088640" y="5029776"/>
                  <a:ext cx="19368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AC78F51F-A39A-FF39-4627-575228BFBE1B}"/>
                    </a:ext>
                  </a:extLst>
                </p14:cNvPr>
                <p14:cNvContentPartPr/>
                <p14:nvPr/>
              </p14:nvContentPartPr>
              <p14:xfrm>
                <a:off x="1290960" y="5000976"/>
                <a:ext cx="101160" cy="11088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AC78F51F-A39A-FF39-4627-575228BFBE1B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1286640" y="4996656"/>
                  <a:ext cx="10980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48FAF076-9238-89D1-023C-14DDF57480E0}"/>
                    </a:ext>
                  </a:extLst>
                </p14:cNvPr>
                <p14:cNvContentPartPr/>
                <p14:nvPr/>
              </p14:nvContentPartPr>
              <p14:xfrm>
                <a:off x="1404720" y="4967136"/>
                <a:ext cx="118080" cy="11772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48FAF076-9238-89D1-023C-14DDF57480E0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1400400" y="4962816"/>
                  <a:ext cx="126720" cy="1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F660CCA2-6EB5-13A4-C86D-D61AF3F7C778}"/>
                    </a:ext>
                  </a:extLst>
                </p14:cNvPr>
                <p14:cNvContentPartPr/>
                <p14:nvPr/>
              </p14:nvContentPartPr>
              <p14:xfrm>
                <a:off x="1406880" y="5024736"/>
                <a:ext cx="132120" cy="5004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F660CCA2-6EB5-13A4-C86D-D61AF3F7C778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1402560" y="5020416"/>
                  <a:ext cx="14076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EA0B1702-D08D-2151-FF50-AD4E994FEB5A}"/>
                    </a:ext>
                  </a:extLst>
                </p14:cNvPr>
                <p14:cNvContentPartPr/>
                <p14:nvPr/>
              </p14:nvContentPartPr>
              <p14:xfrm>
                <a:off x="1640160" y="4828536"/>
                <a:ext cx="53640" cy="23364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EA0B1702-D08D-2151-FF50-AD4E994FEB5A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1635840" y="4824216"/>
                  <a:ext cx="62280" cy="24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8803FCC5-8DAA-6C04-0474-4DC3A323E480}"/>
                    </a:ext>
                  </a:extLst>
                </p14:cNvPr>
                <p14:cNvContentPartPr/>
                <p14:nvPr/>
              </p14:nvContentPartPr>
              <p14:xfrm>
                <a:off x="1621800" y="5067576"/>
                <a:ext cx="14400" cy="1080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8803FCC5-8DAA-6C04-0474-4DC3A323E480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1617480" y="5063256"/>
                  <a:ext cx="23040" cy="1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EE72DC8D-1D7B-0A12-9E71-D91288D35D28}"/>
                    </a:ext>
                  </a:extLst>
                </p14:cNvPr>
                <p14:cNvContentPartPr/>
                <p14:nvPr/>
              </p14:nvContentPartPr>
              <p14:xfrm>
                <a:off x="1809000" y="5092776"/>
                <a:ext cx="7200" cy="504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EE72DC8D-1D7B-0A12-9E71-D91288D35D28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1804680" y="5088456"/>
                  <a:ext cx="15840" cy="1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9A6BD575-305D-144B-A994-1B2C14318572}"/>
                    </a:ext>
                  </a:extLst>
                </p14:cNvPr>
                <p14:cNvContentPartPr/>
                <p14:nvPr/>
              </p14:nvContentPartPr>
              <p14:xfrm>
                <a:off x="1626480" y="4895496"/>
                <a:ext cx="224280" cy="6264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9A6BD575-305D-144B-A994-1B2C14318572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1622160" y="4891176"/>
                  <a:ext cx="232920" cy="71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16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56470954-63B3-AD4D-88A2-290A2D2ECC5A}"/>
                  </a:ext>
                </a:extLst>
              </p14:cNvPr>
              <p14:cNvContentPartPr/>
              <p14:nvPr/>
            </p14:nvContentPartPr>
            <p14:xfrm>
              <a:off x="5821200" y="3035016"/>
              <a:ext cx="25920" cy="81360"/>
            </p14:xfrm>
          </p:contentPart>
        </mc:Choice>
        <mc:Fallback xmlns=""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56470954-63B3-AD4D-88A2-290A2D2ECC5A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5816880" y="3030696"/>
                <a:ext cx="34560" cy="90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03" name="Group 102">
            <a:extLst>
              <a:ext uri="{FF2B5EF4-FFF2-40B4-BE49-F238E27FC236}">
                <a16:creationId xmlns:a16="http://schemas.microsoft.com/office/drawing/2014/main" id="{6D6FB751-AD50-05D5-04C7-E81A9F5B2123}"/>
              </a:ext>
            </a:extLst>
          </p:cNvPr>
          <p:cNvGrpSpPr/>
          <p:nvPr/>
        </p:nvGrpSpPr>
        <p:grpSpPr>
          <a:xfrm>
            <a:off x="5051880" y="679896"/>
            <a:ext cx="1603800" cy="2167560"/>
            <a:chOff x="5051880" y="679896"/>
            <a:chExt cx="1603800" cy="2167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4B069B4D-8ECA-8E9D-4498-E7C7A2A62860}"/>
                    </a:ext>
                  </a:extLst>
                </p14:cNvPr>
                <p14:cNvContentPartPr/>
                <p14:nvPr/>
              </p14:nvContentPartPr>
              <p14:xfrm>
                <a:off x="5717160" y="864216"/>
                <a:ext cx="257760" cy="37188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4B069B4D-8ECA-8E9D-4498-E7C7A2A62860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5712840" y="859896"/>
                  <a:ext cx="266400" cy="38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38E78163-9BBE-4051-7380-4F95DD16EB25}"/>
                    </a:ext>
                  </a:extLst>
                </p14:cNvPr>
                <p14:cNvContentPartPr/>
                <p14:nvPr/>
              </p14:nvContentPartPr>
              <p14:xfrm>
                <a:off x="5874480" y="1179936"/>
                <a:ext cx="120600" cy="6984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38E78163-9BBE-4051-7380-4F95DD16EB25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5870160" y="1175616"/>
                  <a:ext cx="12924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EAF0B537-7614-0A20-6FFA-84C0C0671975}"/>
                    </a:ext>
                  </a:extLst>
                </p14:cNvPr>
                <p14:cNvContentPartPr/>
                <p14:nvPr/>
              </p14:nvContentPartPr>
              <p14:xfrm>
                <a:off x="5978160" y="1156896"/>
                <a:ext cx="83520" cy="11916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EAF0B537-7614-0A20-6FFA-84C0C0671975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5973840" y="1152576"/>
                  <a:ext cx="9216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0796BE44-DA44-1A12-B293-F6F077349AC2}"/>
                    </a:ext>
                  </a:extLst>
                </p14:cNvPr>
                <p14:cNvContentPartPr/>
                <p14:nvPr/>
              </p14:nvContentPartPr>
              <p14:xfrm>
                <a:off x="5712480" y="1261656"/>
                <a:ext cx="503280" cy="47988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0796BE44-DA44-1A12-B293-F6F077349AC2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5708160" y="1257336"/>
                  <a:ext cx="511920" cy="48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D4CA3D8F-7D57-F878-C7A3-79CD6C08E8B1}"/>
                    </a:ext>
                  </a:extLst>
                </p14:cNvPr>
                <p14:cNvContentPartPr/>
                <p14:nvPr/>
              </p14:nvContentPartPr>
              <p14:xfrm>
                <a:off x="5051880" y="835776"/>
                <a:ext cx="148320" cy="14436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D4CA3D8F-7D57-F878-C7A3-79CD6C08E8B1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5047560" y="831456"/>
                  <a:ext cx="15696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CD669F0B-7D61-CF58-5894-9325A6C59400}"/>
                    </a:ext>
                  </a:extLst>
                </p14:cNvPr>
                <p14:cNvContentPartPr/>
                <p14:nvPr/>
              </p14:nvContentPartPr>
              <p14:xfrm>
                <a:off x="5213160" y="845136"/>
                <a:ext cx="44640" cy="9108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CD669F0B-7D61-CF58-5894-9325A6C59400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5208840" y="840816"/>
                  <a:ext cx="5328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D0F4CC7E-8516-FD50-FC88-9E75874C0AF8}"/>
                    </a:ext>
                  </a:extLst>
                </p14:cNvPr>
                <p14:cNvContentPartPr/>
                <p14:nvPr/>
              </p14:nvContentPartPr>
              <p14:xfrm>
                <a:off x="5326920" y="826416"/>
                <a:ext cx="42120" cy="8136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D0F4CC7E-8516-FD50-FC88-9E75874C0AF8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5322600" y="822096"/>
                  <a:ext cx="5076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B9B6D8FD-7F54-7605-D8A1-E3BB8786288F}"/>
                    </a:ext>
                  </a:extLst>
                </p14:cNvPr>
                <p14:cNvContentPartPr/>
                <p14:nvPr/>
              </p14:nvContentPartPr>
              <p14:xfrm>
                <a:off x="5483880" y="679896"/>
                <a:ext cx="41760" cy="15624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B9B6D8FD-7F54-7605-D8A1-E3BB8786288F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5479560" y="675576"/>
                  <a:ext cx="5040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B8F0DF76-EC8F-B1CA-8F3C-77C2C18E8AB2}"/>
                    </a:ext>
                  </a:extLst>
                </p14:cNvPr>
                <p14:cNvContentPartPr/>
                <p14:nvPr/>
              </p14:nvContentPartPr>
              <p14:xfrm>
                <a:off x="5460840" y="734256"/>
                <a:ext cx="132120" cy="2016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B8F0DF76-EC8F-B1CA-8F3C-77C2C18E8AB2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5456520" y="729936"/>
                  <a:ext cx="14076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44B0EAEC-F74C-DC06-AFDF-80EE219C1DAA}"/>
                    </a:ext>
                  </a:extLst>
                </p14:cNvPr>
                <p14:cNvContentPartPr/>
                <p14:nvPr/>
              </p14:nvContentPartPr>
              <p14:xfrm>
                <a:off x="5920560" y="1456776"/>
                <a:ext cx="30240" cy="15660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44B0EAEC-F74C-DC06-AFDF-80EE219C1DAA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5916240" y="1452456"/>
                  <a:ext cx="3888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32500711-B638-C105-2743-377655AD1383}"/>
                    </a:ext>
                  </a:extLst>
                </p14:cNvPr>
                <p14:cNvContentPartPr/>
                <p14:nvPr/>
              </p14:nvContentPartPr>
              <p14:xfrm>
                <a:off x="5733360" y="1755216"/>
                <a:ext cx="145800" cy="56736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32500711-B638-C105-2743-377655AD1383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5729040" y="1750896"/>
                  <a:ext cx="154440" cy="57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4BF99EAC-BF88-CD63-2C68-61FA6E7FB3A9}"/>
                    </a:ext>
                  </a:extLst>
                </p14:cNvPr>
                <p14:cNvContentPartPr/>
                <p14:nvPr/>
              </p14:nvContentPartPr>
              <p14:xfrm>
                <a:off x="5532120" y="2436336"/>
                <a:ext cx="151560" cy="21564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4BF99EAC-BF88-CD63-2C68-61FA6E7FB3A9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5527800" y="2432016"/>
                  <a:ext cx="160200" cy="2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88C986E2-3716-18E8-39C6-43DABF52B8F0}"/>
                    </a:ext>
                  </a:extLst>
                </p14:cNvPr>
                <p14:cNvContentPartPr/>
                <p14:nvPr/>
              </p14:nvContentPartPr>
              <p14:xfrm>
                <a:off x="5391000" y="2301336"/>
                <a:ext cx="491400" cy="51192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88C986E2-3716-18E8-39C6-43DABF52B8F0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5386680" y="2297016"/>
                  <a:ext cx="500040" cy="52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7AF043E8-88DD-911A-0F5F-8C7E9CDBD3F5}"/>
                    </a:ext>
                  </a:extLst>
                </p14:cNvPr>
                <p14:cNvContentPartPr/>
                <p14:nvPr/>
              </p14:nvContentPartPr>
              <p14:xfrm>
                <a:off x="6050160" y="1702296"/>
                <a:ext cx="370440" cy="58896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7AF043E8-88DD-911A-0F5F-8C7E9CDBD3F5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6045840" y="1697976"/>
                  <a:ext cx="379080" cy="59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6D885E53-1613-B192-2F67-E0E8E0ADF624}"/>
                    </a:ext>
                  </a:extLst>
                </p14:cNvPr>
                <p14:cNvContentPartPr/>
                <p14:nvPr/>
              </p14:nvContentPartPr>
              <p14:xfrm>
                <a:off x="6341040" y="2428416"/>
                <a:ext cx="173520" cy="26640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6D885E53-1613-B192-2F67-E0E8E0ADF624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6336720" y="2424096"/>
                  <a:ext cx="182160" cy="27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B7070698-E26A-58CE-FE4E-E64DFE1418CF}"/>
                    </a:ext>
                  </a:extLst>
                </p14:cNvPr>
                <p14:cNvContentPartPr/>
                <p14:nvPr/>
              </p14:nvContentPartPr>
              <p14:xfrm>
                <a:off x="6213240" y="2323656"/>
                <a:ext cx="442440" cy="52380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B7070698-E26A-58CE-FE4E-E64DFE1418CF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6208920" y="2319336"/>
                  <a:ext cx="451080" cy="532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CE704D74-3059-E3E7-C3EA-28D75E833A7A}"/>
              </a:ext>
            </a:extLst>
          </p:cNvPr>
          <p:cNvGrpSpPr/>
          <p:nvPr/>
        </p:nvGrpSpPr>
        <p:grpSpPr>
          <a:xfrm>
            <a:off x="7211520" y="1252656"/>
            <a:ext cx="980280" cy="523800"/>
            <a:chOff x="7211520" y="1252656"/>
            <a:chExt cx="980280" cy="523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3E09F5D2-1EED-D468-0CBA-DA9411759C8F}"/>
                    </a:ext>
                  </a:extLst>
                </p14:cNvPr>
                <p14:cNvContentPartPr/>
                <p14:nvPr/>
              </p14:nvContentPartPr>
              <p14:xfrm>
                <a:off x="7211520" y="1384776"/>
                <a:ext cx="212400" cy="39168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3E09F5D2-1EED-D468-0CBA-DA9411759C8F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7207200" y="1380456"/>
                  <a:ext cx="221040" cy="40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7A60E049-34DD-5B36-DFA1-629DFE57B4D7}"/>
                    </a:ext>
                  </a:extLst>
                </p14:cNvPr>
                <p14:cNvContentPartPr/>
                <p14:nvPr/>
              </p14:nvContentPartPr>
              <p14:xfrm>
                <a:off x="7459920" y="1663056"/>
                <a:ext cx="103320" cy="10116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7A60E049-34DD-5B36-DFA1-629DFE57B4D7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7455600" y="1658736"/>
                  <a:ext cx="11196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EA80D464-2BF4-5AF4-8223-F35C2B00FC5B}"/>
                    </a:ext>
                  </a:extLst>
                </p14:cNvPr>
                <p14:cNvContentPartPr/>
                <p14:nvPr/>
              </p14:nvContentPartPr>
              <p14:xfrm>
                <a:off x="7729200" y="1372896"/>
                <a:ext cx="210600" cy="34236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EA80D464-2BF4-5AF4-8223-F35C2B00FC5B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7724880" y="1368576"/>
                  <a:ext cx="219240" cy="35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544E8856-1756-19D3-5A4A-06ED00F1FE9E}"/>
                    </a:ext>
                  </a:extLst>
                </p14:cNvPr>
                <p14:cNvContentPartPr/>
                <p14:nvPr/>
              </p14:nvContentPartPr>
              <p14:xfrm>
                <a:off x="7768440" y="1252656"/>
                <a:ext cx="348840" cy="40140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544E8856-1756-19D3-5A4A-06ED00F1FE9E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7764120" y="1248336"/>
                  <a:ext cx="357480" cy="41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9FCA3573-7297-2AF8-F2EE-EAD737B22314}"/>
                    </a:ext>
                  </a:extLst>
                </p14:cNvPr>
                <p14:cNvContentPartPr/>
                <p14:nvPr/>
              </p14:nvContentPartPr>
              <p14:xfrm>
                <a:off x="8061840" y="1608696"/>
                <a:ext cx="30240" cy="3852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9FCA3573-7297-2AF8-F2EE-EAD737B22314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8057520" y="1604376"/>
                  <a:ext cx="3888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F39A9509-D159-E0D0-BB3E-C1BA10736F12}"/>
                    </a:ext>
                  </a:extLst>
                </p14:cNvPr>
                <p14:cNvContentPartPr/>
                <p14:nvPr/>
              </p14:nvContentPartPr>
              <p14:xfrm>
                <a:off x="8126640" y="1504656"/>
                <a:ext cx="39600" cy="5472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F39A9509-D159-E0D0-BB3E-C1BA10736F12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8122320" y="1500336"/>
                  <a:ext cx="4824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ED39C353-05AF-C7CD-4980-86548ACB9872}"/>
                    </a:ext>
                  </a:extLst>
                </p14:cNvPr>
                <p14:cNvContentPartPr/>
                <p14:nvPr/>
              </p14:nvContentPartPr>
              <p14:xfrm>
                <a:off x="8112240" y="1504656"/>
                <a:ext cx="79560" cy="17028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ED39C353-05AF-C7CD-4980-86548ACB9872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8107920" y="1500336"/>
                  <a:ext cx="88200" cy="178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64">
            <p14:nvContentPartPr>
              <p14:cNvPr id="85" name="Ink 84">
                <a:extLst>
                  <a:ext uri="{FF2B5EF4-FFF2-40B4-BE49-F238E27FC236}">
                    <a16:creationId xmlns:a16="http://schemas.microsoft.com/office/drawing/2014/main" id="{C2285772-FE7F-E358-BDE8-EFF6D128D327}"/>
                  </a:ext>
                </a:extLst>
              </p14:cNvPr>
              <p14:cNvContentPartPr/>
              <p14:nvPr/>
            </p14:nvContentPartPr>
            <p14:xfrm>
              <a:off x="8477280" y="1525536"/>
              <a:ext cx="97920" cy="78840"/>
            </p14:xfrm>
          </p:contentPart>
        </mc:Choice>
        <mc:Fallback xmlns="">
          <p:pic>
            <p:nvPicPr>
              <p:cNvPr id="85" name="Ink 84">
                <a:extLst>
                  <a:ext uri="{FF2B5EF4-FFF2-40B4-BE49-F238E27FC236}">
                    <a16:creationId xmlns:a16="http://schemas.microsoft.com/office/drawing/2014/main" id="{C2285772-FE7F-E358-BDE8-EFF6D128D327}"/>
                  </a:ext>
                </a:extLst>
              </p:cNvPr>
              <p:cNvPicPr/>
              <p:nvPr/>
            </p:nvPicPr>
            <p:blipFill>
              <a:blip r:embed="rId165"/>
              <a:stretch>
                <a:fillRect/>
              </a:stretch>
            </p:blipFill>
            <p:spPr>
              <a:xfrm>
                <a:off x="8472960" y="1521216"/>
                <a:ext cx="106560" cy="87480"/>
              </a:xfrm>
              <a:prstGeom prst="rect">
                <a:avLst/>
              </a:prstGeom>
            </p:spPr>
          </p:pic>
        </mc:Fallback>
      </mc:AlternateContent>
      <p:grpSp>
        <p:nvGrpSpPr>
          <p:cNvPr id="100" name="Group 99">
            <a:extLst>
              <a:ext uri="{FF2B5EF4-FFF2-40B4-BE49-F238E27FC236}">
                <a16:creationId xmlns:a16="http://schemas.microsoft.com/office/drawing/2014/main" id="{4ED638D6-2F16-8AA8-4AC7-4CDDA852972A}"/>
              </a:ext>
            </a:extLst>
          </p:cNvPr>
          <p:cNvGrpSpPr/>
          <p:nvPr/>
        </p:nvGrpSpPr>
        <p:grpSpPr>
          <a:xfrm>
            <a:off x="8992800" y="1147896"/>
            <a:ext cx="1923120" cy="514080"/>
            <a:chOff x="8992800" y="1147896"/>
            <a:chExt cx="1923120" cy="514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3D0052C5-7B4C-CA70-38D1-8ED7D63DC2CA}"/>
                    </a:ext>
                  </a:extLst>
                </p14:cNvPr>
                <p14:cNvContentPartPr/>
                <p14:nvPr/>
              </p14:nvContentPartPr>
              <p14:xfrm>
                <a:off x="8992800" y="1251576"/>
                <a:ext cx="413640" cy="33948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3D0052C5-7B4C-CA70-38D1-8ED7D63DC2CA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8988480" y="1247256"/>
                  <a:ext cx="422280" cy="34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FCDF46B0-6B55-6595-2E6C-F0FCD933FAF7}"/>
                    </a:ext>
                  </a:extLst>
                </p14:cNvPr>
                <p14:cNvContentPartPr/>
                <p14:nvPr/>
              </p14:nvContentPartPr>
              <p14:xfrm>
                <a:off x="9392400" y="1449936"/>
                <a:ext cx="99720" cy="7920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FCDF46B0-6B55-6595-2E6C-F0FCD933FAF7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9388080" y="1445616"/>
                  <a:ext cx="108360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F5447A29-4C58-A123-45AB-9AD53D1D31F4}"/>
                    </a:ext>
                  </a:extLst>
                </p14:cNvPr>
                <p14:cNvContentPartPr/>
                <p14:nvPr/>
              </p14:nvContentPartPr>
              <p14:xfrm>
                <a:off x="9511920" y="1426176"/>
                <a:ext cx="93240" cy="11016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F5447A29-4C58-A123-45AB-9AD53D1D31F4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9507600" y="1421856"/>
                  <a:ext cx="10188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2E58A6C2-D77F-1E78-7A91-D438623EAC58}"/>
                    </a:ext>
                  </a:extLst>
                </p14:cNvPr>
                <p14:cNvContentPartPr/>
                <p14:nvPr/>
              </p14:nvContentPartPr>
              <p14:xfrm>
                <a:off x="9526320" y="1461816"/>
                <a:ext cx="67320" cy="2448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2E58A6C2-D77F-1E78-7A91-D438623EAC58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9522000" y="1457496"/>
                  <a:ext cx="7596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9E2049CE-41FD-F3BD-5404-4FF28E0C6507}"/>
                    </a:ext>
                  </a:extLst>
                </p14:cNvPr>
                <p14:cNvContentPartPr/>
                <p14:nvPr/>
              </p14:nvContentPartPr>
              <p14:xfrm>
                <a:off x="9741240" y="1439856"/>
                <a:ext cx="104400" cy="2232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9E2049CE-41FD-F3BD-5404-4FF28E0C6507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9736920" y="1435536"/>
                  <a:ext cx="11304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11C9F95F-2F4B-74EC-A81E-75D2B7034176}"/>
                    </a:ext>
                  </a:extLst>
                </p14:cNvPr>
                <p14:cNvContentPartPr/>
                <p14:nvPr/>
              </p14:nvContentPartPr>
              <p14:xfrm>
                <a:off x="9987840" y="1204416"/>
                <a:ext cx="100080" cy="25488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11C9F95F-2F4B-74EC-A81E-75D2B7034176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9983520" y="1200096"/>
                  <a:ext cx="108720" cy="26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F026DADD-8021-BE25-E865-AD2B62A2A007}"/>
                    </a:ext>
                  </a:extLst>
                </p14:cNvPr>
                <p14:cNvContentPartPr/>
                <p14:nvPr/>
              </p14:nvContentPartPr>
              <p14:xfrm>
                <a:off x="10064520" y="1173096"/>
                <a:ext cx="157320" cy="32040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F026DADD-8021-BE25-E865-AD2B62A2A007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10060200" y="1168776"/>
                  <a:ext cx="165960" cy="32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B31B9F54-629B-DE59-4475-C6C2BD615073}"/>
                    </a:ext>
                  </a:extLst>
                </p14:cNvPr>
                <p14:cNvContentPartPr/>
                <p14:nvPr/>
              </p14:nvContentPartPr>
              <p14:xfrm>
                <a:off x="9969840" y="1388016"/>
                <a:ext cx="164520" cy="1656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B31B9F54-629B-DE59-4475-C6C2BD615073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9965520" y="1383696"/>
                  <a:ext cx="17316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6F28EA06-3BC8-CC9D-8AE1-005842C6E890}"/>
                    </a:ext>
                  </a:extLst>
                </p14:cNvPr>
                <p14:cNvContentPartPr/>
                <p14:nvPr/>
              </p14:nvContentPartPr>
              <p14:xfrm>
                <a:off x="10163880" y="1384776"/>
                <a:ext cx="111240" cy="7056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6F28EA06-3BC8-CC9D-8AE1-005842C6E890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10159560" y="1380456"/>
                  <a:ext cx="11988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821661DF-4310-0F6B-E932-83CFA9B3758D}"/>
                    </a:ext>
                  </a:extLst>
                </p14:cNvPr>
                <p14:cNvContentPartPr/>
                <p14:nvPr/>
              </p14:nvContentPartPr>
              <p14:xfrm>
                <a:off x="10302120" y="1404216"/>
                <a:ext cx="113760" cy="8100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821661DF-4310-0F6B-E932-83CFA9B3758D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10297800" y="1399896"/>
                  <a:ext cx="12240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6069E947-3A0D-1032-F174-A96E492757C7}"/>
                    </a:ext>
                  </a:extLst>
                </p14:cNvPr>
                <p14:cNvContentPartPr/>
                <p14:nvPr/>
              </p14:nvContentPartPr>
              <p14:xfrm>
                <a:off x="10466280" y="1411416"/>
                <a:ext cx="37440" cy="25056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6069E947-3A0D-1032-F174-A96E492757C7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10461960" y="1407096"/>
                  <a:ext cx="46080" cy="25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AD0E10FE-930A-0192-2E8E-1E384907F7FD}"/>
                    </a:ext>
                  </a:extLst>
                </p14:cNvPr>
                <p14:cNvContentPartPr/>
                <p14:nvPr/>
              </p14:nvContentPartPr>
              <p14:xfrm>
                <a:off x="10545120" y="1373256"/>
                <a:ext cx="36360" cy="7092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AD0E10FE-930A-0192-2E8E-1E384907F7FD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10540800" y="1368936"/>
                  <a:ext cx="4500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10E50F10-CC5B-DADB-2309-6302A3F33C57}"/>
                    </a:ext>
                  </a:extLst>
                </p14:cNvPr>
                <p14:cNvContentPartPr/>
                <p14:nvPr/>
              </p14:nvContentPartPr>
              <p14:xfrm>
                <a:off x="10752840" y="1147896"/>
                <a:ext cx="163080" cy="23832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10E50F10-CC5B-DADB-2309-6302A3F33C57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10748520" y="1143576"/>
                  <a:ext cx="171720" cy="24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61A4E93C-08A9-1CF7-F6A5-E0AD2CEB554D}"/>
                    </a:ext>
                  </a:extLst>
                </p14:cNvPr>
                <p14:cNvContentPartPr/>
                <p14:nvPr/>
              </p14:nvContentPartPr>
              <p14:xfrm>
                <a:off x="10739160" y="1456056"/>
                <a:ext cx="21240" cy="2232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61A4E93C-08A9-1CF7-F6A5-E0AD2CEB554D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10734840" y="1451736"/>
                  <a:ext cx="29880" cy="30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C4974839-DF69-9DB3-414C-0A843C1387AC}"/>
              </a:ext>
            </a:extLst>
          </p:cNvPr>
          <p:cNvGrpSpPr/>
          <p:nvPr/>
        </p:nvGrpSpPr>
        <p:grpSpPr>
          <a:xfrm>
            <a:off x="8341200" y="1879776"/>
            <a:ext cx="603360" cy="388440"/>
            <a:chOff x="8341200" y="1879776"/>
            <a:chExt cx="603360" cy="388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EEAC49F8-B52E-A90B-6B26-D81530BBFF15}"/>
                    </a:ext>
                  </a:extLst>
                </p14:cNvPr>
                <p14:cNvContentPartPr/>
                <p14:nvPr/>
              </p14:nvContentPartPr>
              <p14:xfrm>
                <a:off x="8341200" y="1963656"/>
                <a:ext cx="109080" cy="26316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EEAC49F8-B52E-A90B-6B26-D81530BBFF15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8336880" y="1959336"/>
                  <a:ext cx="117720" cy="27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0C70AB67-1C2E-7DCE-3E14-758B5C3F8DEE}"/>
                    </a:ext>
                  </a:extLst>
                </p14:cNvPr>
                <p14:cNvContentPartPr/>
                <p14:nvPr/>
              </p14:nvContentPartPr>
              <p14:xfrm>
                <a:off x="8470800" y="1911096"/>
                <a:ext cx="156960" cy="28728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0C70AB67-1C2E-7DCE-3E14-758B5C3F8DEE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8466480" y="1906776"/>
                  <a:ext cx="165600" cy="29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096F8FE7-844A-08E9-FEF8-FA0717A76741}"/>
                    </a:ext>
                  </a:extLst>
                </p14:cNvPr>
                <p14:cNvContentPartPr/>
                <p14:nvPr/>
              </p14:nvContentPartPr>
              <p14:xfrm>
                <a:off x="8639280" y="2065176"/>
                <a:ext cx="76680" cy="9504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096F8FE7-844A-08E9-FEF8-FA0717A76741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8634960" y="2060856"/>
                  <a:ext cx="8532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0AE6F8CE-999D-EADF-1DC8-C6D36CD0CC94}"/>
                    </a:ext>
                  </a:extLst>
                </p14:cNvPr>
                <p14:cNvContentPartPr/>
                <p14:nvPr/>
              </p14:nvContentPartPr>
              <p14:xfrm>
                <a:off x="8851680" y="1879776"/>
                <a:ext cx="92880" cy="23832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0AE6F8CE-999D-EADF-1DC8-C6D36CD0CC94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8847360" y="1875456"/>
                  <a:ext cx="101520" cy="24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CB52EEA0-B3E0-C655-42C5-381775D6F5F4}"/>
                    </a:ext>
                  </a:extLst>
                </p14:cNvPr>
                <p14:cNvContentPartPr/>
                <p14:nvPr/>
              </p14:nvContentPartPr>
              <p14:xfrm>
                <a:off x="8823960" y="2251656"/>
                <a:ext cx="5040" cy="1656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CB52EEA0-B3E0-C655-42C5-381775D6F5F4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8819640" y="2247336"/>
                  <a:ext cx="13680" cy="25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0" name="Group 129">
            <a:extLst>
              <a:ext uri="{FF2B5EF4-FFF2-40B4-BE49-F238E27FC236}">
                <a16:creationId xmlns:a16="http://schemas.microsoft.com/office/drawing/2014/main" id="{FA3CA1EB-CAA0-F106-6A51-06EDA753A055}"/>
              </a:ext>
            </a:extLst>
          </p:cNvPr>
          <p:cNvGrpSpPr/>
          <p:nvPr/>
        </p:nvGrpSpPr>
        <p:grpSpPr>
          <a:xfrm>
            <a:off x="7366680" y="2613816"/>
            <a:ext cx="448560" cy="267120"/>
            <a:chOff x="7366680" y="2613816"/>
            <a:chExt cx="448560" cy="267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CF8CC420-2746-AD4B-92D1-14E0ECC5A346}"/>
                    </a:ext>
                  </a:extLst>
                </p14:cNvPr>
                <p14:cNvContentPartPr/>
                <p14:nvPr/>
              </p14:nvContentPartPr>
              <p14:xfrm>
                <a:off x="7366680" y="2613816"/>
                <a:ext cx="263880" cy="26712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CF8CC420-2746-AD4B-92D1-14E0ECC5A346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7362360" y="2609496"/>
                  <a:ext cx="272520" cy="27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52AE5749-EE5E-CEA6-465E-4A4DED486A44}"/>
                    </a:ext>
                  </a:extLst>
                </p14:cNvPr>
                <p14:cNvContentPartPr/>
                <p14:nvPr/>
              </p14:nvContentPartPr>
              <p14:xfrm>
                <a:off x="7691760" y="2696976"/>
                <a:ext cx="123480" cy="9900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52AE5749-EE5E-CEA6-465E-4A4DED486A44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7687440" y="2692656"/>
                  <a:ext cx="132120" cy="107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3F8A96B8-A725-B23D-5FB1-38DE22322DED}"/>
              </a:ext>
            </a:extLst>
          </p:cNvPr>
          <p:cNvGrpSpPr/>
          <p:nvPr/>
        </p:nvGrpSpPr>
        <p:grpSpPr>
          <a:xfrm>
            <a:off x="8079120" y="2275056"/>
            <a:ext cx="1657800" cy="488520"/>
            <a:chOff x="8079120" y="2275056"/>
            <a:chExt cx="1657800" cy="488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1DBBBBEC-9736-0F1E-2C86-6C2F22C0F894}"/>
                    </a:ext>
                  </a:extLst>
                </p14:cNvPr>
                <p14:cNvContentPartPr/>
                <p14:nvPr/>
              </p14:nvContentPartPr>
              <p14:xfrm>
                <a:off x="8079120" y="2631456"/>
                <a:ext cx="226800" cy="13212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1DBBBBEC-9736-0F1E-2C86-6C2F22C0F894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8074800" y="2627136"/>
                  <a:ext cx="23544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DBBC31FA-31E0-903F-3458-A5D23612B575}"/>
                    </a:ext>
                  </a:extLst>
                </p14:cNvPr>
                <p14:cNvContentPartPr/>
                <p14:nvPr/>
              </p14:nvContentPartPr>
              <p14:xfrm>
                <a:off x="8387640" y="2655936"/>
                <a:ext cx="205920" cy="4572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DBBC31FA-31E0-903F-3458-A5D23612B575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8383320" y="2651616"/>
                  <a:ext cx="21456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57605D39-C13B-0D99-8B48-E9AE4781D9C9}"/>
                    </a:ext>
                  </a:extLst>
                </p14:cNvPr>
                <p14:cNvContentPartPr/>
                <p14:nvPr/>
              </p14:nvContentPartPr>
              <p14:xfrm>
                <a:off x="8571960" y="2401056"/>
                <a:ext cx="420840" cy="28260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57605D39-C13B-0D99-8B48-E9AE4781D9C9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8567640" y="2396736"/>
                  <a:ext cx="429480" cy="29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6B2C934B-9CCE-3071-6CB3-015D66904ED8}"/>
                    </a:ext>
                  </a:extLst>
                </p14:cNvPr>
                <p14:cNvContentPartPr/>
                <p14:nvPr/>
              </p14:nvContentPartPr>
              <p14:xfrm>
                <a:off x="9011160" y="2520936"/>
                <a:ext cx="88200" cy="8352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6B2C934B-9CCE-3071-6CB3-015D66904ED8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9006840" y="2516616"/>
                  <a:ext cx="96840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6369F15D-1F5A-0553-7198-A5AD7BB9434C}"/>
                    </a:ext>
                  </a:extLst>
                </p14:cNvPr>
                <p14:cNvContentPartPr/>
                <p14:nvPr/>
              </p14:nvContentPartPr>
              <p14:xfrm>
                <a:off x="9274320" y="2275056"/>
                <a:ext cx="65520" cy="30744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6369F15D-1F5A-0553-7198-A5AD7BB9434C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9270000" y="2270736"/>
                  <a:ext cx="74160" cy="31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711EBE34-30F6-562E-CAE8-9B4D01FFCDE6}"/>
                    </a:ext>
                  </a:extLst>
                </p14:cNvPr>
                <p14:cNvContentPartPr/>
                <p14:nvPr/>
              </p14:nvContentPartPr>
              <p14:xfrm>
                <a:off x="9253800" y="2498976"/>
                <a:ext cx="143640" cy="2016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711EBE34-30F6-562E-CAE8-9B4D01FFCDE6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9249480" y="2494656"/>
                  <a:ext cx="15228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0F45796B-599D-7C9B-F793-673D8A5407FE}"/>
                    </a:ext>
                  </a:extLst>
                </p14:cNvPr>
                <p14:cNvContentPartPr/>
                <p14:nvPr/>
              </p14:nvContentPartPr>
              <p14:xfrm>
                <a:off x="9554040" y="2460816"/>
                <a:ext cx="182880" cy="8208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0F45796B-599D-7C9B-F793-673D8A5407FE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9549720" y="2456496"/>
                  <a:ext cx="191520" cy="90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08A5A9B9-01F3-3592-4798-26BA78DC698B}"/>
              </a:ext>
            </a:extLst>
          </p:cNvPr>
          <p:cNvGrpSpPr/>
          <p:nvPr/>
        </p:nvGrpSpPr>
        <p:grpSpPr>
          <a:xfrm>
            <a:off x="10010880" y="2253096"/>
            <a:ext cx="860040" cy="363600"/>
            <a:chOff x="10010880" y="2253096"/>
            <a:chExt cx="860040" cy="363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4FA8D5D5-9D6D-4D4A-8E2B-16C71B36EDBA}"/>
                    </a:ext>
                  </a:extLst>
                </p14:cNvPr>
                <p14:cNvContentPartPr/>
                <p14:nvPr/>
              </p14:nvContentPartPr>
              <p14:xfrm>
                <a:off x="10010880" y="2391336"/>
                <a:ext cx="100080" cy="15228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4FA8D5D5-9D6D-4D4A-8E2B-16C71B36EDBA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10006560" y="2387016"/>
                  <a:ext cx="108720" cy="16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83BA3FD9-6542-3606-065F-990B1DA17525}"/>
                    </a:ext>
                  </a:extLst>
                </p14:cNvPr>
                <p14:cNvContentPartPr/>
                <p14:nvPr/>
              </p14:nvContentPartPr>
              <p14:xfrm>
                <a:off x="10173240" y="2433096"/>
                <a:ext cx="39600" cy="9144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83BA3FD9-6542-3606-065F-990B1DA17525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10168920" y="2428776"/>
                  <a:ext cx="4824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C260D64F-0855-20AB-4B07-0FE54329A29D}"/>
                    </a:ext>
                  </a:extLst>
                </p14:cNvPr>
                <p14:cNvContentPartPr/>
                <p14:nvPr/>
              </p14:nvContentPartPr>
              <p14:xfrm>
                <a:off x="10284120" y="2315376"/>
                <a:ext cx="5040" cy="5004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C260D64F-0855-20AB-4B07-0FE54329A29D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10279800" y="2311056"/>
                  <a:ext cx="1368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F8E7E0DA-736C-BA80-54E3-C8C0EEDD4FF0}"/>
                    </a:ext>
                  </a:extLst>
                </p14:cNvPr>
                <p14:cNvContentPartPr/>
                <p14:nvPr/>
              </p14:nvContentPartPr>
              <p14:xfrm>
                <a:off x="10360080" y="2257056"/>
                <a:ext cx="83520" cy="35964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F8E7E0DA-736C-BA80-54E3-C8C0EEDD4FF0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10355760" y="2252736"/>
                  <a:ext cx="92160" cy="36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1E8CB70F-F814-8774-FADB-71972CBC17E5}"/>
                    </a:ext>
                  </a:extLst>
                </p14:cNvPr>
                <p14:cNvContentPartPr/>
                <p14:nvPr/>
              </p14:nvContentPartPr>
              <p14:xfrm>
                <a:off x="10330200" y="2453976"/>
                <a:ext cx="97200" cy="504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1E8CB70F-F814-8774-FADB-71972CBC17E5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10325880" y="2449656"/>
                  <a:ext cx="105840" cy="1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18314E64-8C09-7E13-5469-A29BD11F6713}"/>
                    </a:ext>
                  </a:extLst>
                </p14:cNvPr>
                <p14:cNvContentPartPr/>
                <p14:nvPr/>
              </p14:nvContentPartPr>
              <p14:xfrm>
                <a:off x="10531080" y="2316456"/>
                <a:ext cx="48960" cy="23148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18314E64-8C09-7E13-5469-A29BD11F6713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10526760" y="2312136"/>
                  <a:ext cx="57600" cy="24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56B96022-86BB-3C8D-32FC-3C8A3EA48CCA}"/>
                    </a:ext>
                  </a:extLst>
                </p14:cNvPr>
                <p14:cNvContentPartPr/>
                <p14:nvPr/>
              </p14:nvContentPartPr>
              <p14:xfrm>
                <a:off x="10464120" y="2450376"/>
                <a:ext cx="166680" cy="1872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56B96022-86BB-3C8D-32FC-3C8A3EA48CCA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10459800" y="2446056"/>
                  <a:ext cx="17532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ED626C23-32E0-D5D3-AD7E-77FB8013968D}"/>
                    </a:ext>
                  </a:extLst>
                </p14:cNvPr>
                <p14:cNvContentPartPr/>
                <p14:nvPr/>
              </p14:nvContentPartPr>
              <p14:xfrm>
                <a:off x="10690200" y="2253096"/>
                <a:ext cx="180720" cy="35244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ED626C23-32E0-D5D3-AD7E-77FB8013968D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10685880" y="2248776"/>
                  <a:ext cx="189360" cy="361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3" name="Group 132">
            <a:extLst>
              <a:ext uri="{FF2B5EF4-FFF2-40B4-BE49-F238E27FC236}">
                <a16:creationId xmlns:a16="http://schemas.microsoft.com/office/drawing/2014/main" id="{391618E8-CB75-5B34-82F3-549CDBB2367C}"/>
              </a:ext>
            </a:extLst>
          </p:cNvPr>
          <p:cNvGrpSpPr/>
          <p:nvPr/>
        </p:nvGrpSpPr>
        <p:grpSpPr>
          <a:xfrm>
            <a:off x="10923840" y="2295576"/>
            <a:ext cx="236880" cy="331560"/>
            <a:chOff x="10923840" y="2295576"/>
            <a:chExt cx="236880" cy="331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500712F2-3CB0-96F3-C3F2-FACDCA7CAD30}"/>
                    </a:ext>
                  </a:extLst>
                </p14:cNvPr>
                <p14:cNvContentPartPr/>
                <p14:nvPr/>
              </p14:nvContentPartPr>
              <p14:xfrm>
                <a:off x="10923840" y="2377656"/>
                <a:ext cx="8280" cy="14652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500712F2-3CB0-96F3-C3F2-FACDCA7CAD30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10919520" y="2373336"/>
                  <a:ext cx="16920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D7A351AD-FA8D-25DC-9C90-FE035759CB6D}"/>
                    </a:ext>
                  </a:extLst>
                </p14:cNvPr>
                <p14:cNvContentPartPr/>
                <p14:nvPr/>
              </p14:nvContentPartPr>
              <p14:xfrm>
                <a:off x="11064960" y="2295576"/>
                <a:ext cx="95760" cy="33156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D7A351AD-FA8D-25DC-9C90-FE035759CB6D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11060640" y="2291256"/>
                  <a:ext cx="104400" cy="340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42">
            <p14:nvContentPartPr>
              <p14:cNvPr id="134" name="Ink 133">
                <a:extLst>
                  <a:ext uri="{FF2B5EF4-FFF2-40B4-BE49-F238E27FC236}">
                    <a16:creationId xmlns:a16="http://schemas.microsoft.com/office/drawing/2014/main" id="{B51EB27F-357B-962A-9167-5C733C4E2DF2}"/>
                  </a:ext>
                </a:extLst>
              </p14:cNvPr>
              <p14:cNvContentPartPr/>
              <p14:nvPr/>
            </p14:nvContentPartPr>
            <p14:xfrm>
              <a:off x="5961960" y="1847736"/>
              <a:ext cx="30240" cy="98640"/>
            </p14:xfrm>
          </p:contentPart>
        </mc:Choice>
        <mc:Fallback xmlns="">
          <p:pic>
            <p:nvPicPr>
              <p:cNvPr id="134" name="Ink 133">
                <a:extLst>
                  <a:ext uri="{FF2B5EF4-FFF2-40B4-BE49-F238E27FC236}">
                    <a16:creationId xmlns:a16="http://schemas.microsoft.com/office/drawing/2014/main" id="{B51EB27F-357B-962A-9167-5C733C4E2DF2}"/>
                  </a:ext>
                </a:extLst>
              </p:cNvPr>
              <p:cNvPicPr/>
              <p:nvPr/>
            </p:nvPicPr>
            <p:blipFill>
              <a:blip r:embed="rId243"/>
              <a:stretch>
                <a:fillRect/>
              </a:stretch>
            </p:blipFill>
            <p:spPr>
              <a:xfrm>
                <a:off x="5957640" y="1843416"/>
                <a:ext cx="38880" cy="107280"/>
              </a:xfrm>
              <a:prstGeom prst="rect">
                <a:avLst/>
              </a:prstGeom>
            </p:spPr>
          </p:pic>
        </mc:Fallback>
      </mc:AlternateContent>
      <p:grpSp>
        <p:nvGrpSpPr>
          <p:cNvPr id="159" name="Group 158">
            <a:extLst>
              <a:ext uri="{FF2B5EF4-FFF2-40B4-BE49-F238E27FC236}">
                <a16:creationId xmlns:a16="http://schemas.microsoft.com/office/drawing/2014/main" id="{7B24EEEF-8883-7D19-105D-C77290C5F312}"/>
              </a:ext>
            </a:extLst>
          </p:cNvPr>
          <p:cNvGrpSpPr/>
          <p:nvPr/>
        </p:nvGrpSpPr>
        <p:grpSpPr>
          <a:xfrm>
            <a:off x="7311240" y="3061296"/>
            <a:ext cx="222480" cy="213480"/>
            <a:chOff x="7311240" y="3061296"/>
            <a:chExt cx="222480" cy="213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56B70B4A-EBC9-B8AE-D0F2-7B31671C3D8C}"/>
                    </a:ext>
                  </a:extLst>
                </p14:cNvPr>
                <p14:cNvContentPartPr/>
                <p14:nvPr/>
              </p14:nvContentPartPr>
              <p14:xfrm>
                <a:off x="7347960" y="3061296"/>
                <a:ext cx="85680" cy="21348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56B70B4A-EBC9-B8AE-D0F2-7B31671C3D8C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7343640" y="3056976"/>
                  <a:ext cx="94320" cy="22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01C45EB7-E3B6-8C5C-542D-92849CD71717}"/>
                    </a:ext>
                  </a:extLst>
                </p14:cNvPr>
                <p14:cNvContentPartPr/>
                <p14:nvPr/>
              </p14:nvContentPartPr>
              <p14:xfrm>
                <a:off x="7311240" y="3155976"/>
                <a:ext cx="152640" cy="2232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01C45EB7-E3B6-8C5C-542D-92849CD71717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7306920" y="3151656"/>
                  <a:ext cx="16128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EEE9F7C6-C5D5-E7D1-7789-ADF53112A627}"/>
                    </a:ext>
                  </a:extLst>
                </p14:cNvPr>
                <p14:cNvContentPartPr/>
                <p14:nvPr/>
              </p14:nvContentPartPr>
              <p14:xfrm>
                <a:off x="7473960" y="3148056"/>
                <a:ext cx="59760" cy="9972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EEE9F7C6-C5D5-E7D1-7789-ADF53112A627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7469640" y="3143736"/>
                  <a:ext cx="68400" cy="108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8" name="Group 157">
            <a:extLst>
              <a:ext uri="{FF2B5EF4-FFF2-40B4-BE49-F238E27FC236}">
                <a16:creationId xmlns:a16="http://schemas.microsoft.com/office/drawing/2014/main" id="{590BB8B8-C782-FB93-9B2E-71CE70849270}"/>
              </a:ext>
            </a:extLst>
          </p:cNvPr>
          <p:cNvGrpSpPr/>
          <p:nvPr/>
        </p:nvGrpSpPr>
        <p:grpSpPr>
          <a:xfrm>
            <a:off x="8064000" y="2943576"/>
            <a:ext cx="975600" cy="271800"/>
            <a:chOff x="8064000" y="2943576"/>
            <a:chExt cx="975600" cy="271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602BC267-53F6-108F-E3A6-2909FC39A6EB}"/>
                    </a:ext>
                  </a:extLst>
                </p14:cNvPr>
                <p14:cNvContentPartPr/>
                <p14:nvPr/>
              </p14:nvContentPartPr>
              <p14:xfrm>
                <a:off x="8064000" y="3096216"/>
                <a:ext cx="148320" cy="10836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602BC267-53F6-108F-E3A6-2909FC39A6EB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8059680" y="3091896"/>
                  <a:ext cx="156960" cy="1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430C9283-FED6-C732-51F6-2D1F5F6F1C3F}"/>
                    </a:ext>
                  </a:extLst>
                </p14:cNvPr>
                <p14:cNvContentPartPr/>
                <p14:nvPr/>
              </p14:nvContentPartPr>
              <p14:xfrm>
                <a:off x="8205120" y="3108816"/>
                <a:ext cx="70200" cy="9612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430C9283-FED6-C732-51F6-2D1F5F6F1C3F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8200800" y="3104496"/>
                  <a:ext cx="78840" cy="10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3C3B1394-EEED-BCE2-C1D6-BC11FDB6327B}"/>
                    </a:ext>
                  </a:extLst>
                </p14:cNvPr>
                <p14:cNvContentPartPr/>
                <p14:nvPr/>
              </p14:nvContentPartPr>
              <p14:xfrm>
                <a:off x="8373600" y="3107736"/>
                <a:ext cx="34920" cy="9180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3C3B1394-EEED-BCE2-C1D6-BC11FDB6327B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8369280" y="3103416"/>
                  <a:ext cx="4356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33FA954D-E0FA-3CC7-AF3C-BAE9BF9B4682}"/>
                    </a:ext>
                  </a:extLst>
                </p14:cNvPr>
                <p14:cNvContentPartPr/>
                <p14:nvPr/>
              </p14:nvContentPartPr>
              <p14:xfrm>
                <a:off x="8496720" y="3083256"/>
                <a:ext cx="24840" cy="13212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33FA954D-E0FA-3CC7-AF3C-BAE9BF9B4682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8492400" y="3078936"/>
                  <a:ext cx="3348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01943A42-AD68-12FE-2560-EF4776BC08B6}"/>
                    </a:ext>
                  </a:extLst>
                </p14:cNvPr>
                <p14:cNvContentPartPr/>
                <p14:nvPr/>
              </p14:nvContentPartPr>
              <p14:xfrm>
                <a:off x="8505360" y="3152736"/>
                <a:ext cx="360" cy="36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01943A42-AD68-12FE-2560-EF4776BC08B6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8501040" y="3148416"/>
                  <a:ext cx="900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3A063411-6DB5-86C3-6E64-6DB9C7C3F04C}"/>
                    </a:ext>
                  </a:extLst>
                </p14:cNvPr>
                <p14:cNvContentPartPr/>
                <p14:nvPr/>
              </p14:nvContentPartPr>
              <p14:xfrm>
                <a:off x="8505360" y="3101256"/>
                <a:ext cx="178200" cy="7236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3A063411-6DB5-86C3-6E64-6DB9C7C3F04C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8501040" y="3096936"/>
                  <a:ext cx="18684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24684761-9F74-1125-C109-60FA7A64F105}"/>
                    </a:ext>
                  </a:extLst>
                </p14:cNvPr>
                <p14:cNvContentPartPr/>
                <p14:nvPr/>
              </p14:nvContentPartPr>
              <p14:xfrm>
                <a:off x="8728920" y="3095856"/>
                <a:ext cx="88560" cy="8604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24684761-9F74-1125-C109-60FA7A64F105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8724600" y="3091536"/>
                  <a:ext cx="97200" cy="9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D3C4BADE-A872-C528-F33F-C3144D5C4A13}"/>
                    </a:ext>
                  </a:extLst>
                </p14:cNvPr>
                <p14:cNvContentPartPr/>
                <p14:nvPr/>
              </p14:nvContentPartPr>
              <p14:xfrm>
                <a:off x="8932680" y="2943576"/>
                <a:ext cx="46440" cy="18648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D3C4BADE-A872-C528-F33F-C3144D5C4A13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8928360" y="2939256"/>
                  <a:ext cx="5508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B7BCFB84-90D0-F57F-BE5C-C2F2946B4AB9}"/>
                    </a:ext>
                  </a:extLst>
                </p14:cNvPr>
                <p14:cNvContentPartPr/>
                <p14:nvPr/>
              </p14:nvContentPartPr>
              <p14:xfrm>
                <a:off x="8875080" y="3053376"/>
                <a:ext cx="164520" cy="504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B7BCFB84-90D0-F57F-BE5C-C2F2946B4AB9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8870760" y="3049056"/>
                  <a:ext cx="173160" cy="13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7" name="Group 156">
            <a:extLst>
              <a:ext uri="{FF2B5EF4-FFF2-40B4-BE49-F238E27FC236}">
                <a16:creationId xmlns:a16="http://schemas.microsoft.com/office/drawing/2014/main" id="{39715FA7-A048-8212-D644-4D44566515BE}"/>
              </a:ext>
            </a:extLst>
          </p:cNvPr>
          <p:cNvGrpSpPr/>
          <p:nvPr/>
        </p:nvGrpSpPr>
        <p:grpSpPr>
          <a:xfrm>
            <a:off x="9228240" y="2815056"/>
            <a:ext cx="700200" cy="290520"/>
            <a:chOff x="9228240" y="2815056"/>
            <a:chExt cx="700200" cy="290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F3C416A4-DC0D-9565-A44C-48DDD506622D}"/>
                    </a:ext>
                  </a:extLst>
                </p14:cNvPr>
                <p14:cNvContentPartPr/>
                <p14:nvPr/>
              </p14:nvContentPartPr>
              <p14:xfrm>
                <a:off x="9270000" y="2897496"/>
                <a:ext cx="81360" cy="20808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F3C416A4-DC0D-9565-A44C-48DDD506622D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9265680" y="2893176"/>
                  <a:ext cx="90000" cy="21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AEFA154B-0B52-11C7-2CD9-9E6B4824DABB}"/>
                    </a:ext>
                  </a:extLst>
                </p14:cNvPr>
                <p14:cNvContentPartPr/>
                <p14:nvPr/>
              </p14:nvContentPartPr>
              <p14:xfrm>
                <a:off x="9228240" y="2815056"/>
                <a:ext cx="379080" cy="26064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AEFA154B-0B52-11C7-2CD9-9E6B4824DABB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9223920" y="2810736"/>
                  <a:ext cx="387720" cy="26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43D7B6B3-2A8F-92E1-DE12-D50F5581671D}"/>
                    </a:ext>
                  </a:extLst>
                </p14:cNvPr>
                <p14:cNvContentPartPr/>
                <p14:nvPr/>
              </p14:nvContentPartPr>
              <p14:xfrm>
                <a:off x="9681120" y="3020976"/>
                <a:ext cx="16560" cy="4644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43D7B6B3-2A8F-92E1-DE12-D50F5581671D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9676800" y="3016656"/>
                  <a:ext cx="2520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E657DA7A-FB90-6FF0-2515-57D3877936C9}"/>
                    </a:ext>
                  </a:extLst>
                </p14:cNvPr>
                <p14:cNvContentPartPr/>
                <p14:nvPr/>
              </p14:nvContentPartPr>
              <p14:xfrm>
                <a:off x="9750240" y="2914776"/>
                <a:ext cx="2520" cy="2124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E657DA7A-FB90-6FF0-2515-57D3877936C9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9745920" y="2910456"/>
                  <a:ext cx="1116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29FB4265-AEC7-55AF-3BD5-93AA7DB2215B}"/>
                    </a:ext>
                  </a:extLst>
                </p14:cNvPr>
                <p14:cNvContentPartPr/>
                <p14:nvPr/>
              </p14:nvContentPartPr>
              <p14:xfrm>
                <a:off x="9752760" y="2914776"/>
                <a:ext cx="69120" cy="15516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29FB4265-AEC7-55AF-3BD5-93AA7DB2215B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9748440" y="2910456"/>
                  <a:ext cx="7776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9FE8A135-2584-3E7F-A4D7-C83BFBDF7A09}"/>
                    </a:ext>
                  </a:extLst>
                </p14:cNvPr>
                <p14:cNvContentPartPr/>
                <p14:nvPr/>
              </p14:nvContentPartPr>
              <p14:xfrm>
                <a:off x="9893520" y="3090456"/>
                <a:ext cx="34920" cy="972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9FE8A135-2584-3E7F-A4D7-C83BFBDF7A09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9889200" y="3086136"/>
                  <a:ext cx="43560" cy="18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80">
            <p14:nvContentPartPr>
              <p14:cNvPr id="161" name="Ink 160">
                <a:extLst>
                  <a:ext uri="{FF2B5EF4-FFF2-40B4-BE49-F238E27FC236}">
                    <a16:creationId xmlns:a16="http://schemas.microsoft.com/office/drawing/2014/main" id="{2B011DD4-9250-AE42-2F79-806807ABA642}"/>
                  </a:ext>
                </a:extLst>
              </p14:cNvPr>
              <p14:cNvContentPartPr/>
              <p14:nvPr/>
            </p14:nvContentPartPr>
            <p14:xfrm>
              <a:off x="4881240" y="1451376"/>
              <a:ext cx="723240" cy="10800"/>
            </p14:xfrm>
          </p:contentPart>
        </mc:Choice>
        <mc:Fallback xmlns="">
          <p:pic>
            <p:nvPicPr>
              <p:cNvPr id="161" name="Ink 160">
                <a:extLst>
                  <a:ext uri="{FF2B5EF4-FFF2-40B4-BE49-F238E27FC236}">
                    <a16:creationId xmlns:a16="http://schemas.microsoft.com/office/drawing/2014/main" id="{2B011DD4-9250-AE42-2F79-806807ABA642}"/>
                  </a:ext>
                </a:extLst>
              </p:cNvPr>
              <p:cNvPicPr/>
              <p:nvPr/>
            </p:nvPicPr>
            <p:blipFill>
              <a:blip r:embed="rId281"/>
              <a:stretch>
                <a:fillRect/>
              </a:stretch>
            </p:blipFill>
            <p:spPr>
              <a:xfrm>
                <a:off x="4876560" y="1446696"/>
                <a:ext cx="731880" cy="1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2">
            <p14:nvContentPartPr>
              <p14:cNvPr id="162" name="Ink 161">
                <a:extLst>
                  <a:ext uri="{FF2B5EF4-FFF2-40B4-BE49-F238E27FC236}">
                    <a16:creationId xmlns:a16="http://schemas.microsoft.com/office/drawing/2014/main" id="{C3CF9B55-A353-A669-E64A-2B8CFD43A2E7}"/>
                  </a:ext>
                </a:extLst>
              </p14:cNvPr>
              <p14:cNvContentPartPr/>
              <p14:nvPr/>
            </p14:nvContentPartPr>
            <p14:xfrm>
              <a:off x="5569920" y="1400616"/>
              <a:ext cx="57240" cy="136800"/>
            </p14:xfrm>
          </p:contentPart>
        </mc:Choice>
        <mc:Fallback xmlns="">
          <p:pic>
            <p:nvPicPr>
              <p:cNvPr id="162" name="Ink 161">
                <a:extLst>
                  <a:ext uri="{FF2B5EF4-FFF2-40B4-BE49-F238E27FC236}">
                    <a16:creationId xmlns:a16="http://schemas.microsoft.com/office/drawing/2014/main" id="{C3CF9B55-A353-A669-E64A-2B8CFD43A2E7}"/>
                  </a:ext>
                </a:extLst>
              </p:cNvPr>
              <p:cNvPicPr/>
              <p:nvPr/>
            </p:nvPicPr>
            <p:blipFill>
              <a:blip r:embed="rId283"/>
              <a:stretch>
                <a:fillRect/>
              </a:stretch>
            </p:blipFill>
            <p:spPr>
              <a:xfrm>
                <a:off x="5565600" y="1396296"/>
                <a:ext cx="65880" cy="14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4">
            <p14:nvContentPartPr>
              <p14:cNvPr id="135" name="Ink 134">
                <a:extLst>
                  <a:ext uri="{FF2B5EF4-FFF2-40B4-BE49-F238E27FC236}">
                    <a16:creationId xmlns:a16="http://schemas.microsoft.com/office/drawing/2014/main" id="{74FC24B9-FD07-7C6B-8083-C93132991EA6}"/>
                  </a:ext>
                </a:extLst>
              </p14:cNvPr>
              <p14:cNvContentPartPr/>
              <p14:nvPr/>
            </p14:nvContentPartPr>
            <p14:xfrm>
              <a:off x="5396040" y="2882376"/>
              <a:ext cx="122760" cy="112320"/>
            </p14:xfrm>
          </p:contentPart>
        </mc:Choice>
        <mc:Fallback xmlns="">
          <p:pic>
            <p:nvPicPr>
              <p:cNvPr id="135" name="Ink 134">
                <a:extLst>
                  <a:ext uri="{FF2B5EF4-FFF2-40B4-BE49-F238E27FC236}">
                    <a16:creationId xmlns:a16="http://schemas.microsoft.com/office/drawing/2014/main" id="{74FC24B9-FD07-7C6B-8083-C93132991EA6}"/>
                  </a:ext>
                </a:extLst>
              </p:cNvPr>
              <p:cNvPicPr/>
              <p:nvPr/>
            </p:nvPicPr>
            <p:blipFill>
              <a:blip r:embed="rId285"/>
              <a:stretch>
                <a:fillRect/>
              </a:stretch>
            </p:blipFill>
            <p:spPr>
              <a:xfrm>
                <a:off x="5391720" y="2878056"/>
                <a:ext cx="131400" cy="12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6">
            <p14:nvContentPartPr>
              <p14:cNvPr id="136" name="Ink 135">
                <a:extLst>
                  <a:ext uri="{FF2B5EF4-FFF2-40B4-BE49-F238E27FC236}">
                    <a16:creationId xmlns:a16="http://schemas.microsoft.com/office/drawing/2014/main" id="{2621D790-898B-E898-F3FF-34894D0C7C42}"/>
                  </a:ext>
                </a:extLst>
              </p14:cNvPr>
              <p14:cNvContentPartPr/>
              <p14:nvPr/>
            </p14:nvContentPartPr>
            <p14:xfrm>
              <a:off x="6312960" y="2913696"/>
              <a:ext cx="159840" cy="89640"/>
            </p14:xfrm>
          </p:contentPart>
        </mc:Choice>
        <mc:Fallback xmlns="">
          <p:pic>
            <p:nvPicPr>
              <p:cNvPr id="136" name="Ink 135">
                <a:extLst>
                  <a:ext uri="{FF2B5EF4-FFF2-40B4-BE49-F238E27FC236}">
                    <a16:creationId xmlns:a16="http://schemas.microsoft.com/office/drawing/2014/main" id="{2621D790-898B-E898-F3FF-34894D0C7C42}"/>
                  </a:ext>
                </a:extLst>
              </p:cNvPr>
              <p:cNvPicPr/>
              <p:nvPr/>
            </p:nvPicPr>
            <p:blipFill>
              <a:blip r:embed="rId287"/>
              <a:stretch>
                <a:fillRect/>
              </a:stretch>
            </p:blipFill>
            <p:spPr>
              <a:xfrm>
                <a:off x="6308640" y="2909376"/>
                <a:ext cx="168480" cy="9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8">
            <p14:nvContentPartPr>
              <p14:cNvPr id="137" name="Ink 136">
                <a:extLst>
                  <a:ext uri="{FF2B5EF4-FFF2-40B4-BE49-F238E27FC236}">
                    <a16:creationId xmlns:a16="http://schemas.microsoft.com/office/drawing/2014/main" id="{351AF1C4-7943-1CC8-9C43-6F8847D75487}"/>
                  </a:ext>
                </a:extLst>
              </p14:cNvPr>
              <p14:cNvContentPartPr/>
              <p14:nvPr/>
            </p14:nvContentPartPr>
            <p14:xfrm>
              <a:off x="6405480" y="2929896"/>
              <a:ext cx="37440" cy="109080"/>
            </p14:xfrm>
          </p:contentPart>
        </mc:Choice>
        <mc:Fallback xmlns="">
          <p:pic>
            <p:nvPicPr>
              <p:cNvPr id="137" name="Ink 136">
                <a:extLst>
                  <a:ext uri="{FF2B5EF4-FFF2-40B4-BE49-F238E27FC236}">
                    <a16:creationId xmlns:a16="http://schemas.microsoft.com/office/drawing/2014/main" id="{351AF1C4-7943-1CC8-9C43-6F8847D75487}"/>
                  </a:ext>
                </a:extLst>
              </p:cNvPr>
              <p:cNvPicPr/>
              <p:nvPr/>
            </p:nvPicPr>
            <p:blipFill>
              <a:blip r:embed="rId289"/>
              <a:stretch>
                <a:fillRect/>
              </a:stretch>
            </p:blipFill>
            <p:spPr>
              <a:xfrm>
                <a:off x="6401160" y="2925576"/>
                <a:ext cx="46080" cy="11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0">
            <p14:nvContentPartPr>
              <p14:cNvPr id="163" name="Ink 162">
                <a:extLst>
                  <a:ext uri="{FF2B5EF4-FFF2-40B4-BE49-F238E27FC236}">
                    <a16:creationId xmlns:a16="http://schemas.microsoft.com/office/drawing/2014/main" id="{D008DED0-F0DC-843A-31CF-213683230B1B}"/>
                  </a:ext>
                </a:extLst>
              </p14:cNvPr>
              <p14:cNvContentPartPr/>
              <p14:nvPr/>
            </p14:nvContentPartPr>
            <p14:xfrm>
              <a:off x="5733000" y="2825496"/>
              <a:ext cx="480600" cy="744480"/>
            </p14:xfrm>
          </p:contentPart>
        </mc:Choice>
        <mc:Fallback xmlns="">
          <p:pic>
            <p:nvPicPr>
              <p:cNvPr id="163" name="Ink 162">
                <a:extLst>
                  <a:ext uri="{FF2B5EF4-FFF2-40B4-BE49-F238E27FC236}">
                    <a16:creationId xmlns:a16="http://schemas.microsoft.com/office/drawing/2014/main" id="{D008DED0-F0DC-843A-31CF-213683230B1B}"/>
                  </a:ext>
                </a:extLst>
              </p:cNvPr>
              <p:cNvPicPr/>
              <p:nvPr/>
            </p:nvPicPr>
            <p:blipFill>
              <a:blip r:embed="rId291"/>
              <a:stretch>
                <a:fillRect/>
              </a:stretch>
            </p:blipFill>
            <p:spPr>
              <a:xfrm>
                <a:off x="5728680" y="2821176"/>
                <a:ext cx="489240" cy="753120"/>
              </a:xfrm>
              <a:prstGeom prst="rect">
                <a:avLst/>
              </a:prstGeom>
            </p:spPr>
          </p:pic>
        </mc:Fallback>
      </mc:AlternateContent>
      <p:grpSp>
        <p:nvGrpSpPr>
          <p:cNvPr id="185" name="Group 184">
            <a:extLst>
              <a:ext uri="{FF2B5EF4-FFF2-40B4-BE49-F238E27FC236}">
                <a16:creationId xmlns:a16="http://schemas.microsoft.com/office/drawing/2014/main" id="{A465B819-D1B7-491A-9544-6022A01C3940}"/>
              </a:ext>
            </a:extLst>
          </p:cNvPr>
          <p:cNvGrpSpPr/>
          <p:nvPr/>
        </p:nvGrpSpPr>
        <p:grpSpPr>
          <a:xfrm>
            <a:off x="4772880" y="3715056"/>
            <a:ext cx="1152720" cy="550800"/>
            <a:chOff x="4772880" y="3715056"/>
            <a:chExt cx="1152720" cy="550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9AA3D7A4-D3EE-E35D-F388-000924265836}"/>
                    </a:ext>
                  </a:extLst>
                </p14:cNvPr>
                <p14:cNvContentPartPr/>
                <p14:nvPr/>
              </p14:nvContentPartPr>
              <p14:xfrm>
                <a:off x="5188320" y="4151736"/>
                <a:ext cx="129600" cy="11412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9AA3D7A4-D3EE-E35D-F388-000924265836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5184000" y="4147416"/>
                  <a:ext cx="13824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9B549355-385A-8123-D115-17E930605AB7}"/>
                    </a:ext>
                  </a:extLst>
                </p14:cNvPr>
                <p14:cNvContentPartPr/>
                <p14:nvPr/>
              </p14:nvContentPartPr>
              <p14:xfrm>
                <a:off x="5369400" y="4013136"/>
                <a:ext cx="80280" cy="21600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9B549355-385A-8123-D115-17E930605AB7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5365080" y="4008816"/>
                  <a:ext cx="88920" cy="22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E157E398-76DC-DC08-6F81-87FA9FEC7427}"/>
                    </a:ext>
                  </a:extLst>
                </p14:cNvPr>
                <p14:cNvContentPartPr/>
                <p14:nvPr/>
              </p14:nvContentPartPr>
              <p14:xfrm>
                <a:off x="5520960" y="4189896"/>
                <a:ext cx="7200" cy="43200"/>
              </p14:xfrm>
            </p:contentPart>
          </mc:Choice>
          <mc:Fallback xmlns=""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E157E398-76DC-DC08-6F81-87FA9FEC7427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5516640" y="4185576"/>
                  <a:ext cx="1584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330762E6-FA16-329A-6F7A-DDFB33AEC3F3}"/>
                    </a:ext>
                  </a:extLst>
                </p14:cNvPr>
                <p14:cNvContentPartPr/>
                <p14:nvPr/>
              </p14:nvContentPartPr>
              <p14:xfrm>
                <a:off x="5567040" y="4083696"/>
                <a:ext cx="5040" cy="360"/>
              </p14:xfrm>
            </p:contentPart>
          </mc:Choice>
          <mc:Fallback xmlns=""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330762E6-FA16-329A-6F7A-DDFB33AEC3F3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5562720" y="4079376"/>
                  <a:ext cx="1368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CE5AE688-5CB0-7E1A-CE5A-ED3267B58F35}"/>
                    </a:ext>
                  </a:extLst>
                </p14:cNvPr>
                <p14:cNvContentPartPr/>
                <p14:nvPr/>
              </p14:nvContentPartPr>
              <p14:xfrm>
                <a:off x="5650920" y="3998016"/>
                <a:ext cx="36720" cy="22860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CE5AE688-5CB0-7E1A-CE5A-ED3267B58F35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5646600" y="3993696"/>
                  <a:ext cx="45360" cy="23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2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145B714D-2757-9189-5AC6-992303F395FD}"/>
                    </a:ext>
                  </a:extLst>
                </p14:cNvPr>
                <p14:cNvContentPartPr/>
                <p14:nvPr/>
              </p14:nvContentPartPr>
              <p14:xfrm>
                <a:off x="5760720" y="4012056"/>
                <a:ext cx="141840" cy="22896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145B714D-2757-9189-5AC6-992303F395FD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5756400" y="4007736"/>
                  <a:ext cx="150480" cy="23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4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384EEDF0-09BA-DDB7-7760-3C1964D30E92}"/>
                    </a:ext>
                  </a:extLst>
                </p14:cNvPr>
                <p14:cNvContentPartPr/>
                <p14:nvPr/>
              </p14:nvContentPartPr>
              <p14:xfrm>
                <a:off x="4772880" y="3841416"/>
                <a:ext cx="176400" cy="29196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384EEDF0-09BA-DDB7-7760-3C1964D30E92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4768560" y="3837096"/>
                  <a:ext cx="185040" cy="30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6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2D8907E4-D892-53D9-55D8-0EC5B01A72CF}"/>
                    </a:ext>
                  </a:extLst>
                </p14:cNvPr>
                <p14:cNvContentPartPr/>
                <p14:nvPr/>
              </p14:nvContentPartPr>
              <p14:xfrm>
                <a:off x="5056560" y="3793176"/>
                <a:ext cx="208080" cy="14112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2D8907E4-D892-53D9-55D8-0EC5B01A72CF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5052240" y="3788856"/>
                  <a:ext cx="21672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8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BAB11865-E186-3853-691B-4F66388C1B85}"/>
                    </a:ext>
                  </a:extLst>
                </p14:cNvPr>
                <p14:cNvContentPartPr/>
                <p14:nvPr/>
              </p14:nvContentPartPr>
              <p14:xfrm>
                <a:off x="5295240" y="3796056"/>
                <a:ext cx="117360" cy="112320"/>
              </p14:xfrm>
            </p:contentPart>
          </mc:Choice>
          <mc:Fallback xmlns=""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BAB11865-E186-3853-691B-4F66388C1B85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5290920" y="3791736"/>
                  <a:ext cx="12600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0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B2E3724A-42C5-F551-B41F-8E8ACF6615D1}"/>
                    </a:ext>
                  </a:extLst>
                </p14:cNvPr>
                <p14:cNvContentPartPr/>
                <p14:nvPr/>
              </p14:nvContentPartPr>
              <p14:xfrm>
                <a:off x="5500080" y="3715056"/>
                <a:ext cx="21240" cy="157320"/>
              </p14:xfrm>
            </p:contentPart>
          </mc:Choice>
          <mc:Fallback xmlns=""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B2E3724A-42C5-F551-B41F-8E8ACF6615D1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5495760" y="3710736"/>
                  <a:ext cx="2988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2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51FA6455-0C20-E67E-B396-BB61030E932F}"/>
                    </a:ext>
                  </a:extLst>
                </p14:cNvPr>
                <p14:cNvContentPartPr/>
                <p14:nvPr/>
              </p14:nvContentPartPr>
              <p14:xfrm>
                <a:off x="5465520" y="3778776"/>
                <a:ext cx="129600" cy="1188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51FA6455-0C20-E67E-B396-BB61030E932F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5461200" y="3774456"/>
                  <a:ext cx="138240" cy="2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4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E32C55DF-D142-D674-A027-840B41859942}"/>
                    </a:ext>
                  </a:extLst>
                </p14:cNvPr>
                <p14:cNvContentPartPr/>
                <p14:nvPr/>
              </p14:nvContentPartPr>
              <p14:xfrm>
                <a:off x="5627160" y="3769056"/>
                <a:ext cx="122760" cy="10080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E32C55DF-D142-D674-A027-840B41859942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5622840" y="3764736"/>
                  <a:ext cx="13140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6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0F0B61F8-BC18-359E-0F1E-7738F7B549B3}"/>
                    </a:ext>
                  </a:extLst>
                </p14:cNvPr>
                <p14:cNvContentPartPr/>
                <p14:nvPr/>
              </p14:nvContentPartPr>
              <p14:xfrm>
                <a:off x="5826960" y="3717576"/>
                <a:ext cx="98640" cy="10044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0F0B61F8-BC18-359E-0F1E-7738F7B549B3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5822640" y="3713256"/>
                  <a:ext cx="107280" cy="109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0" name="Group 199">
            <a:extLst>
              <a:ext uri="{FF2B5EF4-FFF2-40B4-BE49-F238E27FC236}">
                <a16:creationId xmlns:a16="http://schemas.microsoft.com/office/drawing/2014/main" id="{024E4653-E6E0-6ED9-8EFD-5B10F387CC94}"/>
              </a:ext>
            </a:extLst>
          </p:cNvPr>
          <p:cNvGrpSpPr/>
          <p:nvPr/>
        </p:nvGrpSpPr>
        <p:grpSpPr>
          <a:xfrm>
            <a:off x="7431120" y="3571776"/>
            <a:ext cx="1564560" cy="560520"/>
            <a:chOff x="7431120" y="3571776"/>
            <a:chExt cx="1564560" cy="560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18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C6A659E6-521A-E5DB-212A-91F4086A669B}"/>
                    </a:ext>
                  </a:extLst>
                </p14:cNvPr>
                <p14:cNvContentPartPr/>
                <p14:nvPr/>
              </p14:nvContentPartPr>
              <p14:xfrm>
                <a:off x="7431120" y="3917376"/>
                <a:ext cx="14040" cy="76680"/>
              </p14:xfrm>
            </p:contentPart>
          </mc:Choice>
          <mc:Fallback xmlns=""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C6A659E6-521A-E5DB-212A-91F4086A669B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7426800" y="3913056"/>
                  <a:ext cx="2268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0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60011753-89E1-640E-1998-D3330F6D0EB9}"/>
                    </a:ext>
                  </a:extLst>
                </p14:cNvPr>
                <p14:cNvContentPartPr/>
                <p14:nvPr/>
              </p14:nvContentPartPr>
              <p14:xfrm>
                <a:off x="7468200" y="3785616"/>
                <a:ext cx="5040" cy="25920"/>
              </p14:xfrm>
            </p:contentPart>
          </mc:Choice>
          <mc:Fallback xmlns=""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60011753-89E1-640E-1998-D3330F6D0EB9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7463880" y="3781296"/>
                  <a:ext cx="1368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2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4255CFEF-CE48-F4F8-5635-FA073FEDA290}"/>
                    </a:ext>
                  </a:extLst>
                </p14:cNvPr>
                <p14:cNvContentPartPr/>
                <p14:nvPr/>
              </p14:nvContentPartPr>
              <p14:xfrm>
                <a:off x="7511040" y="3730536"/>
                <a:ext cx="164160" cy="271440"/>
              </p14:xfrm>
            </p:contentPart>
          </mc:Choice>
          <mc:Fallback xmlns=""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4255CFEF-CE48-F4F8-5635-FA073FEDA290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7506720" y="3726216"/>
                  <a:ext cx="172800" cy="28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4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5666FC6C-7723-F8F7-A3F2-0909344CAFA5}"/>
                    </a:ext>
                  </a:extLst>
                </p14:cNvPr>
                <p14:cNvContentPartPr/>
                <p14:nvPr/>
              </p14:nvContentPartPr>
              <p14:xfrm>
                <a:off x="7694640" y="3868776"/>
                <a:ext cx="263520" cy="101880"/>
              </p14:xfrm>
            </p:contentPart>
          </mc:Choice>
          <mc:Fallback xmlns=""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5666FC6C-7723-F8F7-A3F2-0909344CAFA5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7690320" y="3864456"/>
                  <a:ext cx="27216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6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73C7D669-CB0A-DEA5-0813-987E87232682}"/>
                    </a:ext>
                  </a:extLst>
                </p14:cNvPr>
                <p14:cNvContentPartPr/>
                <p14:nvPr/>
              </p14:nvContentPartPr>
              <p14:xfrm>
                <a:off x="8008560" y="3713976"/>
                <a:ext cx="34920" cy="172440"/>
              </p14:xfrm>
            </p:contentPart>
          </mc:Choice>
          <mc:Fallback xmlns=""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73C7D669-CB0A-DEA5-0813-987E87232682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8004240" y="3709656"/>
                  <a:ext cx="4356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8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0C9431F3-A24A-F39F-0464-2DB3107C1F4C}"/>
                    </a:ext>
                  </a:extLst>
                </p14:cNvPr>
                <p14:cNvContentPartPr/>
                <p14:nvPr/>
              </p14:nvContentPartPr>
              <p14:xfrm>
                <a:off x="7971840" y="3858336"/>
                <a:ext cx="120600" cy="53640"/>
              </p14:xfrm>
            </p:contentPart>
          </mc:Choice>
          <mc:Fallback xmlns=""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0C9431F3-A24A-F39F-0464-2DB3107C1F4C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7967520" y="3854016"/>
                  <a:ext cx="12924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0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78D8B613-40EE-CB9B-7807-F8141DB4E1FD}"/>
                    </a:ext>
                  </a:extLst>
                </p14:cNvPr>
                <p14:cNvContentPartPr/>
                <p14:nvPr/>
              </p14:nvContentPartPr>
              <p14:xfrm>
                <a:off x="8121960" y="3733416"/>
                <a:ext cx="16560" cy="2520"/>
              </p14:xfrm>
            </p:contentPart>
          </mc:Choice>
          <mc:Fallback xmlns=""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78D8B613-40EE-CB9B-7807-F8141DB4E1FD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8117640" y="3729096"/>
                  <a:ext cx="25200" cy="1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2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9300858F-7166-9272-D0E1-2268F3D922B7}"/>
                    </a:ext>
                  </a:extLst>
                </p14:cNvPr>
                <p14:cNvContentPartPr/>
                <p14:nvPr/>
              </p14:nvContentPartPr>
              <p14:xfrm>
                <a:off x="8174880" y="3571776"/>
                <a:ext cx="295920" cy="38304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9300858F-7166-9272-D0E1-2268F3D922B7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8170560" y="3567456"/>
                  <a:ext cx="304560" cy="39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4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35CD0FF2-50EC-36C3-9C3B-6B4887B15E19}"/>
                    </a:ext>
                  </a:extLst>
                </p14:cNvPr>
                <p14:cNvContentPartPr/>
                <p14:nvPr/>
              </p14:nvContentPartPr>
              <p14:xfrm>
                <a:off x="8191080" y="3841056"/>
                <a:ext cx="44280" cy="25920"/>
              </p14:xfrm>
            </p:contentPart>
          </mc:Choice>
          <mc:Fallback xmlns=""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35CD0FF2-50EC-36C3-9C3B-6B4887B15E19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8186760" y="3836736"/>
                  <a:ext cx="5292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6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AFCB1036-D349-F86E-FEE3-4C0C2AB01C55}"/>
                    </a:ext>
                  </a:extLst>
                </p14:cNvPr>
                <p14:cNvContentPartPr/>
                <p14:nvPr/>
              </p14:nvContentPartPr>
              <p14:xfrm>
                <a:off x="8317080" y="3850056"/>
                <a:ext cx="27000" cy="30240"/>
              </p14:xfrm>
            </p:contentPart>
          </mc:Choice>
          <mc:Fallback xmlns=""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AFCB1036-D349-F86E-FEE3-4C0C2AB01C55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8312760" y="3845736"/>
                  <a:ext cx="3564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8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2B4CEC0E-DA7A-C7DF-61D5-87D534FBCD0C}"/>
                    </a:ext>
                  </a:extLst>
                </p14:cNvPr>
                <p14:cNvContentPartPr/>
                <p14:nvPr/>
              </p14:nvContentPartPr>
              <p14:xfrm>
                <a:off x="8214120" y="3850056"/>
                <a:ext cx="180000" cy="282240"/>
              </p14:xfrm>
            </p:contentPart>
          </mc:Choice>
          <mc:Fallback xmlns=""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2B4CEC0E-DA7A-C7DF-61D5-87D534FBCD0C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8209800" y="3845736"/>
                  <a:ext cx="188640" cy="29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0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391759B0-C7F7-7069-DF49-FBBD763561F9}"/>
                    </a:ext>
                  </a:extLst>
                </p14:cNvPr>
                <p14:cNvContentPartPr/>
                <p14:nvPr/>
              </p14:nvContentPartPr>
              <p14:xfrm>
                <a:off x="8623080" y="3643416"/>
                <a:ext cx="120600" cy="279720"/>
              </p14:xfrm>
            </p:contentPart>
          </mc:Choice>
          <mc:Fallback xmlns=""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391759B0-C7F7-7069-DF49-FBBD763561F9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8618760" y="3639096"/>
                  <a:ext cx="129240" cy="28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2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0918A872-07D0-2D15-DB9A-C6F7971A9A2D}"/>
                    </a:ext>
                  </a:extLst>
                </p14:cNvPr>
                <p14:cNvContentPartPr/>
                <p14:nvPr/>
              </p14:nvContentPartPr>
              <p14:xfrm>
                <a:off x="8650800" y="3616056"/>
                <a:ext cx="286560" cy="256320"/>
              </p14:xfrm>
            </p:contentPart>
          </mc:Choice>
          <mc:Fallback xmlns=""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0918A872-07D0-2D15-DB9A-C6F7971A9A2D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8646480" y="3611736"/>
                  <a:ext cx="295200" cy="26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4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0AD286B7-BA13-8B21-A2CA-C866ABBDAE9A}"/>
                    </a:ext>
                  </a:extLst>
                </p14:cNvPr>
                <p14:cNvContentPartPr/>
                <p14:nvPr/>
              </p14:nvContentPartPr>
              <p14:xfrm>
                <a:off x="8937360" y="3811896"/>
                <a:ext cx="58320" cy="7092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0AD286B7-BA13-8B21-A2CA-C866ABBDAE9A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8933040" y="3807576"/>
                  <a:ext cx="66960" cy="79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9" name="Group 218">
            <a:extLst>
              <a:ext uri="{FF2B5EF4-FFF2-40B4-BE49-F238E27FC236}">
                <a16:creationId xmlns:a16="http://schemas.microsoft.com/office/drawing/2014/main" id="{80048FD7-D518-35EB-F78A-0226593787FE}"/>
              </a:ext>
            </a:extLst>
          </p:cNvPr>
          <p:cNvGrpSpPr/>
          <p:nvPr/>
        </p:nvGrpSpPr>
        <p:grpSpPr>
          <a:xfrm>
            <a:off x="9152280" y="3604176"/>
            <a:ext cx="1028160" cy="537120"/>
            <a:chOff x="9152280" y="3604176"/>
            <a:chExt cx="1028160" cy="537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6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050BA9C5-E760-851A-BCB2-FD7BF2798541}"/>
                    </a:ext>
                  </a:extLst>
                </p14:cNvPr>
                <p14:cNvContentPartPr/>
                <p14:nvPr/>
              </p14:nvContentPartPr>
              <p14:xfrm>
                <a:off x="9152280" y="3774456"/>
                <a:ext cx="233280" cy="366840"/>
              </p14:xfrm>
            </p:contentPart>
          </mc:Choice>
          <mc:Fallback xmlns=""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050BA9C5-E760-851A-BCB2-FD7BF2798541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9147960" y="3770136"/>
                  <a:ext cx="241920" cy="37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8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569B1836-C6FB-0CE1-E288-183B3FA6497C}"/>
                    </a:ext>
                  </a:extLst>
                </p14:cNvPr>
                <p14:cNvContentPartPr/>
                <p14:nvPr/>
              </p14:nvContentPartPr>
              <p14:xfrm>
                <a:off x="9484200" y="3754296"/>
                <a:ext cx="181080" cy="87120"/>
              </p14:xfrm>
            </p:contentPart>
          </mc:Choice>
          <mc:Fallback xmlns=""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569B1836-C6FB-0CE1-E288-183B3FA6497C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9479880" y="3749976"/>
                  <a:ext cx="189720" cy="9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0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23254DC2-D971-0E4D-0186-368F74E81D26}"/>
                    </a:ext>
                  </a:extLst>
                </p14:cNvPr>
                <p14:cNvContentPartPr/>
                <p14:nvPr/>
              </p14:nvContentPartPr>
              <p14:xfrm>
                <a:off x="9707760" y="3729096"/>
                <a:ext cx="114480" cy="104400"/>
              </p14:xfrm>
            </p:contentPart>
          </mc:Choice>
          <mc:Fallback xmlns=""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23254DC2-D971-0E4D-0186-368F74E81D26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9703440" y="3724776"/>
                  <a:ext cx="123120" cy="11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2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5BEF8A24-6744-86B8-00F7-796B4D1A1BAD}"/>
                    </a:ext>
                  </a:extLst>
                </p14:cNvPr>
                <p14:cNvContentPartPr/>
                <p14:nvPr/>
              </p14:nvContentPartPr>
              <p14:xfrm>
                <a:off x="9888840" y="3604176"/>
                <a:ext cx="74160" cy="207360"/>
              </p14:xfrm>
            </p:contentPart>
          </mc:Choice>
          <mc:Fallback xmlns=""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5BEF8A24-6744-86B8-00F7-796B4D1A1BAD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9884520" y="3599856"/>
                  <a:ext cx="8280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4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5B615DDD-AE35-06BE-12B1-54C4692E15FB}"/>
                    </a:ext>
                  </a:extLst>
                </p14:cNvPr>
                <p14:cNvContentPartPr/>
                <p14:nvPr/>
              </p14:nvContentPartPr>
              <p14:xfrm>
                <a:off x="9902880" y="3705696"/>
                <a:ext cx="136800" cy="74160"/>
              </p14:xfrm>
            </p:contentPart>
          </mc:Choice>
          <mc:Fallback xmlns=""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5B615DDD-AE35-06BE-12B1-54C4692E15FB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9898560" y="3701376"/>
                  <a:ext cx="145440" cy="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6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6ECE6AF5-1B4B-48DB-71E4-5A8F0217BAB3}"/>
                    </a:ext>
                  </a:extLst>
                </p14:cNvPr>
                <p14:cNvContentPartPr/>
                <p14:nvPr/>
              </p14:nvContentPartPr>
              <p14:xfrm>
                <a:off x="10085400" y="3705696"/>
                <a:ext cx="95040" cy="67680"/>
              </p14:xfrm>
            </p:contentPart>
          </mc:Choice>
          <mc:Fallback xmlns=""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6ECE6AF5-1B4B-48DB-71E4-5A8F0217BAB3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10081080" y="3701376"/>
                  <a:ext cx="103680" cy="76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2" name="Group 231">
            <a:extLst>
              <a:ext uri="{FF2B5EF4-FFF2-40B4-BE49-F238E27FC236}">
                <a16:creationId xmlns:a16="http://schemas.microsoft.com/office/drawing/2014/main" id="{E5EAB700-EBA5-CE82-9BE4-8066301E784B}"/>
              </a:ext>
            </a:extLst>
          </p:cNvPr>
          <p:cNvGrpSpPr/>
          <p:nvPr/>
        </p:nvGrpSpPr>
        <p:grpSpPr>
          <a:xfrm>
            <a:off x="10399320" y="3387456"/>
            <a:ext cx="998280" cy="373320"/>
            <a:chOff x="10399320" y="3387456"/>
            <a:chExt cx="998280" cy="373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58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01F5BDE6-B9C9-B5CF-5577-C62673B80D87}"/>
                    </a:ext>
                  </a:extLst>
                </p14:cNvPr>
                <p14:cNvContentPartPr/>
                <p14:nvPr/>
              </p14:nvContentPartPr>
              <p14:xfrm>
                <a:off x="10399320" y="3658536"/>
                <a:ext cx="148320" cy="96840"/>
              </p14:xfrm>
            </p:contentPart>
          </mc:Choice>
          <mc:Fallback xmlns=""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01F5BDE6-B9C9-B5CF-5577-C62673B80D87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10395000" y="3654216"/>
                  <a:ext cx="156960" cy="10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0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6F43C7C5-C855-38F2-F19F-FF3D87743AAD}"/>
                    </a:ext>
                  </a:extLst>
                </p14:cNvPr>
                <p14:cNvContentPartPr/>
                <p14:nvPr/>
              </p14:nvContentPartPr>
              <p14:xfrm>
                <a:off x="10549440" y="3454056"/>
                <a:ext cx="171360" cy="275760"/>
              </p14:xfrm>
            </p:contentPart>
          </mc:Choice>
          <mc:Fallback xmlns=""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6F43C7C5-C855-38F2-F19F-FF3D87743AAD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10545120" y="3449736"/>
                  <a:ext cx="180000" cy="28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2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DCA02DE9-5762-1CED-2D44-6BCA538C9BEC}"/>
                    </a:ext>
                  </a:extLst>
                </p14:cNvPr>
                <p14:cNvContentPartPr/>
                <p14:nvPr/>
              </p14:nvContentPartPr>
              <p14:xfrm>
                <a:off x="10817640" y="3688416"/>
                <a:ext cx="14400" cy="32760"/>
              </p14:xfrm>
            </p:contentPart>
          </mc:Choice>
          <mc:Fallback xmlns=""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DCA02DE9-5762-1CED-2D44-6BCA538C9BEC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10813320" y="3684096"/>
                  <a:ext cx="2304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4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65FA2371-0E13-5974-A4BF-A5F27F13819B}"/>
                    </a:ext>
                  </a:extLst>
                </p14:cNvPr>
                <p14:cNvContentPartPr/>
                <p14:nvPr/>
              </p14:nvContentPartPr>
              <p14:xfrm>
                <a:off x="10896120" y="3501576"/>
                <a:ext cx="18720" cy="24480"/>
              </p14:xfrm>
            </p:contentPart>
          </mc:Choice>
          <mc:Fallback xmlns=""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65FA2371-0E13-5974-A4BF-A5F27F13819B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10891800" y="3497256"/>
                  <a:ext cx="2736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6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E43671EE-427E-91A6-8BD1-B947F62DA500}"/>
                    </a:ext>
                  </a:extLst>
                </p14:cNvPr>
                <p14:cNvContentPartPr/>
                <p14:nvPr/>
              </p14:nvContentPartPr>
              <p14:xfrm>
                <a:off x="10972440" y="3474936"/>
                <a:ext cx="62640" cy="239400"/>
              </p14:xfrm>
            </p:contentPart>
          </mc:Choice>
          <mc:Fallback xmlns=""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E43671EE-427E-91A6-8BD1-B947F62DA500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10968120" y="3470616"/>
                  <a:ext cx="71280" cy="24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8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DD1866CF-7C88-DB37-BBE5-838AF7E07F2F}"/>
                    </a:ext>
                  </a:extLst>
                </p14:cNvPr>
                <p14:cNvContentPartPr/>
                <p14:nvPr/>
              </p14:nvContentPartPr>
              <p14:xfrm>
                <a:off x="11108160" y="3387456"/>
                <a:ext cx="229680" cy="327240"/>
              </p14:xfrm>
            </p:contentPart>
          </mc:Choice>
          <mc:Fallback xmlns=""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DD1866CF-7C88-DB37-BBE5-838AF7E07F2F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11103840" y="3383136"/>
                  <a:ext cx="238320" cy="33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0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021A2841-DC48-6B48-54CE-3E582EE0CB77}"/>
                    </a:ext>
                  </a:extLst>
                </p14:cNvPr>
                <p14:cNvContentPartPr/>
                <p14:nvPr/>
              </p14:nvContentPartPr>
              <p14:xfrm>
                <a:off x="11376360" y="3727656"/>
                <a:ext cx="21240" cy="33120"/>
              </p14:xfrm>
            </p:contentPart>
          </mc:Choice>
          <mc:Fallback xmlns=""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021A2841-DC48-6B48-54CE-3E582EE0CB77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11372040" y="3723336"/>
                  <a:ext cx="29880" cy="41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1" name="Group 230">
            <a:extLst>
              <a:ext uri="{FF2B5EF4-FFF2-40B4-BE49-F238E27FC236}">
                <a16:creationId xmlns:a16="http://schemas.microsoft.com/office/drawing/2014/main" id="{7C75E4AB-EEE9-D9E1-E9B7-DB7E4ACF4276}"/>
              </a:ext>
            </a:extLst>
          </p:cNvPr>
          <p:cNvGrpSpPr/>
          <p:nvPr/>
        </p:nvGrpSpPr>
        <p:grpSpPr>
          <a:xfrm>
            <a:off x="7382160" y="4226616"/>
            <a:ext cx="391320" cy="343440"/>
            <a:chOff x="7382160" y="4226616"/>
            <a:chExt cx="391320" cy="343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72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AED531C4-8C90-8BA1-FDFC-8E07578B43CA}"/>
                    </a:ext>
                  </a:extLst>
                </p14:cNvPr>
                <p14:cNvContentPartPr/>
                <p14:nvPr/>
              </p14:nvContentPartPr>
              <p14:xfrm>
                <a:off x="7382160" y="4309056"/>
                <a:ext cx="132480" cy="261000"/>
              </p14:xfrm>
            </p:contentPart>
          </mc:Choice>
          <mc:Fallback xmlns=""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AED531C4-8C90-8BA1-FDFC-8E07578B43CA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7377840" y="4304736"/>
                  <a:ext cx="141120" cy="26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4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1500CFA3-A7D2-B2C0-901A-3D1FBC0FBDB6}"/>
                    </a:ext>
                  </a:extLst>
                </p14:cNvPr>
                <p14:cNvContentPartPr/>
                <p14:nvPr/>
              </p14:nvContentPartPr>
              <p14:xfrm>
                <a:off x="7562160" y="4226616"/>
                <a:ext cx="211320" cy="343440"/>
              </p14:xfrm>
            </p:contentPart>
          </mc:Choice>
          <mc:Fallback xmlns=""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1500CFA3-A7D2-B2C0-901A-3D1FBC0FBDB6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7557840" y="4222296"/>
                  <a:ext cx="219960" cy="35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6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8B06CA69-0B04-7414-4809-C963F1E1EB57}"/>
                    </a:ext>
                  </a:extLst>
                </p14:cNvPr>
                <p14:cNvContentPartPr/>
                <p14:nvPr/>
              </p14:nvContentPartPr>
              <p14:xfrm>
                <a:off x="7569720" y="4447296"/>
                <a:ext cx="168840" cy="2520"/>
              </p14:xfrm>
            </p:contentPart>
          </mc:Choice>
          <mc:Fallback xmlns=""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8B06CA69-0B04-7414-4809-C963F1E1EB57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7565400" y="4442976"/>
                  <a:ext cx="177480" cy="11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0" name="Group 229">
            <a:extLst>
              <a:ext uri="{FF2B5EF4-FFF2-40B4-BE49-F238E27FC236}">
                <a16:creationId xmlns:a16="http://schemas.microsoft.com/office/drawing/2014/main" id="{2111A9CB-A5A2-A5DD-55EB-A532875FB0B9}"/>
              </a:ext>
            </a:extLst>
          </p:cNvPr>
          <p:cNvGrpSpPr/>
          <p:nvPr/>
        </p:nvGrpSpPr>
        <p:grpSpPr>
          <a:xfrm>
            <a:off x="8138160" y="4241736"/>
            <a:ext cx="577800" cy="271800"/>
            <a:chOff x="8138160" y="4241736"/>
            <a:chExt cx="577800" cy="271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78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A7F7F766-C526-CEEF-1A30-CFAC5BD0E4E5}"/>
                    </a:ext>
                  </a:extLst>
                </p14:cNvPr>
                <p14:cNvContentPartPr/>
                <p14:nvPr/>
              </p14:nvContentPartPr>
              <p14:xfrm>
                <a:off x="8138160" y="4375656"/>
                <a:ext cx="69480" cy="137880"/>
              </p14:xfrm>
            </p:contentPart>
          </mc:Choice>
          <mc:Fallback xmlns=""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A7F7F766-C526-CEEF-1A30-CFAC5BD0E4E5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8133840" y="4371336"/>
                  <a:ext cx="7812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0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59130C65-F0AD-CF1E-4B11-5AD314DC76F7}"/>
                    </a:ext>
                  </a:extLst>
                </p14:cNvPr>
                <p14:cNvContentPartPr/>
                <p14:nvPr/>
              </p14:nvContentPartPr>
              <p14:xfrm>
                <a:off x="8256240" y="4391856"/>
                <a:ext cx="85320" cy="85680"/>
              </p14:xfrm>
            </p:contentPart>
          </mc:Choice>
          <mc:Fallback xmlns=""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59130C65-F0AD-CF1E-4B11-5AD314DC76F7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8251920" y="4387536"/>
                  <a:ext cx="9396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2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E478A40F-EB86-6B7C-FA05-6CDBC33F4626}"/>
                    </a:ext>
                  </a:extLst>
                </p14:cNvPr>
                <p14:cNvContentPartPr/>
                <p14:nvPr/>
              </p14:nvContentPartPr>
              <p14:xfrm>
                <a:off x="8409240" y="4400136"/>
                <a:ext cx="98640" cy="61560"/>
              </p14:xfrm>
            </p:contentPart>
          </mc:Choice>
          <mc:Fallback xmlns=""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E478A40F-EB86-6B7C-FA05-6CDBC33F4626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8404920" y="4395816"/>
                  <a:ext cx="10728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4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631C9292-D462-E652-F0FB-B79381457A33}"/>
                    </a:ext>
                  </a:extLst>
                </p14:cNvPr>
                <p14:cNvContentPartPr/>
                <p14:nvPr/>
              </p14:nvContentPartPr>
              <p14:xfrm>
                <a:off x="8601480" y="4241736"/>
                <a:ext cx="91080" cy="217080"/>
              </p14:xfrm>
            </p:contentPart>
          </mc:Choice>
          <mc:Fallback xmlns=""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631C9292-D462-E652-F0FB-B79381457A33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8597160" y="4237416"/>
                  <a:ext cx="9972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6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4543FE7B-BDA1-66C8-B430-4076779CB668}"/>
                    </a:ext>
                  </a:extLst>
                </p14:cNvPr>
                <p14:cNvContentPartPr/>
                <p14:nvPr/>
              </p14:nvContentPartPr>
              <p14:xfrm>
                <a:off x="8579160" y="4343256"/>
                <a:ext cx="136800" cy="17640"/>
              </p14:xfrm>
            </p:contentPart>
          </mc:Choice>
          <mc:Fallback xmlns=""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4543FE7B-BDA1-66C8-B430-4076779CB668}"/>
                    </a:ext>
                  </a:extLst>
                </p:cNvPr>
                <p:cNvPicPr/>
                <p:nvPr/>
              </p:nvPicPr>
              <p:blipFill>
                <a:blip r:embed="rId387"/>
                <a:stretch>
                  <a:fillRect/>
                </a:stretch>
              </p:blipFill>
              <p:spPr>
                <a:xfrm>
                  <a:off x="8574840" y="4338936"/>
                  <a:ext cx="145440" cy="26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88">
            <p14:nvContentPartPr>
              <p14:cNvPr id="233" name="Ink 232">
                <a:extLst>
                  <a:ext uri="{FF2B5EF4-FFF2-40B4-BE49-F238E27FC236}">
                    <a16:creationId xmlns:a16="http://schemas.microsoft.com/office/drawing/2014/main" id="{B5169C1B-DEF4-18E5-A015-FA35C3D7EAA9}"/>
                  </a:ext>
                </a:extLst>
              </p14:cNvPr>
              <p14:cNvContentPartPr/>
              <p14:nvPr/>
            </p14:nvContentPartPr>
            <p14:xfrm>
              <a:off x="8882280" y="4242816"/>
              <a:ext cx="266040" cy="146160"/>
            </p14:xfrm>
          </p:contentPart>
        </mc:Choice>
        <mc:Fallback xmlns="">
          <p:pic>
            <p:nvPicPr>
              <p:cNvPr id="233" name="Ink 232">
                <a:extLst>
                  <a:ext uri="{FF2B5EF4-FFF2-40B4-BE49-F238E27FC236}">
                    <a16:creationId xmlns:a16="http://schemas.microsoft.com/office/drawing/2014/main" id="{B5169C1B-DEF4-18E5-A015-FA35C3D7EAA9}"/>
                  </a:ext>
                </a:extLst>
              </p:cNvPr>
              <p:cNvPicPr/>
              <p:nvPr/>
            </p:nvPicPr>
            <p:blipFill>
              <a:blip r:embed="rId389"/>
              <a:stretch>
                <a:fillRect/>
              </a:stretch>
            </p:blipFill>
            <p:spPr>
              <a:xfrm>
                <a:off x="8877960" y="4238496"/>
                <a:ext cx="274680" cy="154800"/>
              </a:xfrm>
              <a:prstGeom prst="rect">
                <a:avLst/>
              </a:prstGeom>
            </p:spPr>
          </p:pic>
        </mc:Fallback>
      </mc:AlternateContent>
      <p:grpSp>
        <p:nvGrpSpPr>
          <p:cNvPr id="251" name="Group 250">
            <a:extLst>
              <a:ext uri="{FF2B5EF4-FFF2-40B4-BE49-F238E27FC236}">
                <a16:creationId xmlns:a16="http://schemas.microsoft.com/office/drawing/2014/main" id="{D776C53A-AF3E-2476-E7D5-BFD4D17975BC}"/>
              </a:ext>
            </a:extLst>
          </p:cNvPr>
          <p:cNvGrpSpPr/>
          <p:nvPr/>
        </p:nvGrpSpPr>
        <p:grpSpPr>
          <a:xfrm>
            <a:off x="9378360" y="4048776"/>
            <a:ext cx="940680" cy="465480"/>
            <a:chOff x="9378360" y="4048776"/>
            <a:chExt cx="940680" cy="465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90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74F9B7D7-4EE2-A6D8-F8C1-E308DFD1BB39}"/>
                    </a:ext>
                  </a:extLst>
                </p14:cNvPr>
                <p14:cNvContentPartPr/>
                <p14:nvPr/>
              </p14:nvContentPartPr>
              <p14:xfrm>
                <a:off x="9378360" y="4267296"/>
                <a:ext cx="138960" cy="246960"/>
              </p14:xfrm>
            </p:contentPart>
          </mc:Choice>
          <mc:Fallback xmlns=""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74F9B7D7-4EE2-A6D8-F8C1-E308DFD1BB39}"/>
                    </a:ext>
                  </a:extLst>
                </p:cNvPr>
                <p:cNvPicPr/>
                <p:nvPr/>
              </p:nvPicPr>
              <p:blipFill>
                <a:blip r:embed="rId391"/>
                <a:stretch>
                  <a:fillRect/>
                </a:stretch>
              </p:blipFill>
              <p:spPr>
                <a:xfrm>
                  <a:off x="9374040" y="4262976"/>
                  <a:ext cx="147600" cy="25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2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3CFBBDD1-94C3-74E5-313F-E7CBEBA99DF1}"/>
                    </a:ext>
                  </a:extLst>
                </p14:cNvPr>
                <p14:cNvContentPartPr/>
                <p14:nvPr/>
              </p14:nvContentPartPr>
              <p14:xfrm>
                <a:off x="9613800" y="4222296"/>
                <a:ext cx="183240" cy="106920"/>
              </p14:xfrm>
            </p:contentPart>
          </mc:Choice>
          <mc:Fallback xmlns=""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3CFBBDD1-94C3-74E5-313F-E7CBEBA99DF1}"/>
                    </a:ext>
                  </a:extLst>
                </p:cNvPr>
                <p:cNvPicPr/>
                <p:nvPr/>
              </p:nvPicPr>
              <p:blipFill>
                <a:blip r:embed="rId393"/>
                <a:stretch>
                  <a:fillRect/>
                </a:stretch>
              </p:blipFill>
              <p:spPr>
                <a:xfrm>
                  <a:off x="9609480" y="4217976"/>
                  <a:ext cx="19188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4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8F3BB8BF-5AAA-13B4-A959-ED4DA64BEFCA}"/>
                    </a:ext>
                  </a:extLst>
                </p14:cNvPr>
                <p14:cNvContentPartPr/>
                <p14:nvPr/>
              </p14:nvContentPartPr>
              <p14:xfrm>
                <a:off x="9839880" y="4206816"/>
                <a:ext cx="151200" cy="89640"/>
              </p14:xfrm>
            </p:contentPart>
          </mc:Choice>
          <mc:Fallback xmlns=""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8F3BB8BF-5AAA-13B4-A959-ED4DA64BEFCA}"/>
                    </a:ext>
                  </a:extLst>
                </p:cNvPr>
                <p:cNvPicPr/>
                <p:nvPr/>
              </p:nvPicPr>
              <p:blipFill>
                <a:blip r:embed="rId395"/>
                <a:stretch>
                  <a:fillRect/>
                </a:stretch>
              </p:blipFill>
              <p:spPr>
                <a:xfrm>
                  <a:off x="9835560" y="4202496"/>
                  <a:ext cx="15984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6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B4974D6F-E2D4-F9AC-83E4-9E6C312D5A9E}"/>
                    </a:ext>
                  </a:extLst>
                </p14:cNvPr>
                <p14:cNvContentPartPr/>
                <p14:nvPr/>
              </p14:nvContentPartPr>
              <p14:xfrm>
                <a:off x="10023840" y="4048776"/>
                <a:ext cx="66600" cy="232560"/>
              </p14:xfrm>
            </p:contentPart>
          </mc:Choice>
          <mc:Fallback xmlns=""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B4974D6F-E2D4-F9AC-83E4-9E6C312D5A9E}"/>
                    </a:ext>
                  </a:extLst>
                </p:cNvPr>
                <p:cNvPicPr/>
                <p:nvPr/>
              </p:nvPicPr>
              <p:blipFill>
                <a:blip r:embed="rId397"/>
                <a:stretch>
                  <a:fillRect/>
                </a:stretch>
              </p:blipFill>
              <p:spPr>
                <a:xfrm>
                  <a:off x="10019520" y="4044456"/>
                  <a:ext cx="75240" cy="24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8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45EC5FDE-B8AF-6FF8-B6A6-02602B514AE9}"/>
                    </a:ext>
                  </a:extLst>
                </p14:cNvPr>
                <p14:cNvContentPartPr/>
                <p14:nvPr/>
              </p14:nvContentPartPr>
              <p14:xfrm>
                <a:off x="10002240" y="4184856"/>
                <a:ext cx="180360" cy="98280"/>
              </p14:xfrm>
            </p:contentPart>
          </mc:Choice>
          <mc:Fallback xmlns=""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45EC5FDE-B8AF-6FF8-B6A6-02602B514AE9}"/>
                    </a:ext>
                  </a:extLst>
                </p:cNvPr>
                <p:cNvPicPr/>
                <p:nvPr/>
              </p:nvPicPr>
              <p:blipFill>
                <a:blip r:embed="rId399"/>
                <a:stretch>
                  <a:fillRect/>
                </a:stretch>
              </p:blipFill>
              <p:spPr>
                <a:xfrm>
                  <a:off x="9997920" y="4180536"/>
                  <a:ext cx="18900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0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07A59A61-B769-28CF-7C39-9A61EF275FE8}"/>
                    </a:ext>
                  </a:extLst>
                </p14:cNvPr>
                <p14:cNvContentPartPr/>
                <p14:nvPr/>
              </p14:nvContentPartPr>
              <p14:xfrm>
                <a:off x="10251360" y="4165416"/>
                <a:ext cx="67680" cy="109800"/>
              </p14:xfrm>
            </p:contentPart>
          </mc:Choice>
          <mc:Fallback xmlns=""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07A59A61-B769-28CF-7C39-9A61EF275FE8}"/>
                    </a:ext>
                  </a:extLst>
                </p:cNvPr>
                <p:cNvPicPr/>
                <p:nvPr/>
              </p:nvPicPr>
              <p:blipFill>
                <a:blip r:embed="rId401"/>
                <a:stretch>
                  <a:fillRect/>
                </a:stretch>
              </p:blipFill>
              <p:spPr>
                <a:xfrm>
                  <a:off x="10247040" y="4161096"/>
                  <a:ext cx="76320" cy="118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0" name="Group 249">
            <a:extLst>
              <a:ext uri="{FF2B5EF4-FFF2-40B4-BE49-F238E27FC236}">
                <a16:creationId xmlns:a16="http://schemas.microsoft.com/office/drawing/2014/main" id="{DE03FE43-D008-01BB-5128-06DBDEB97582}"/>
              </a:ext>
            </a:extLst>
          </p:cNvPr>
          <p:cNvGrpSpPr/>
          <p:nvPr/>
        </p:nvGrpSpPr>
        <p:grpSpPr>
          <a:xfrm>
            <a:off x="10511640" y="3937176"/>
            <a:ext cx="869760" cy="349920"/>
            <a:chOff x="10511640" y="3937176"/>
            <a:chExt cx="869760" cy="349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02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23A7C213-F5A8-E40A-1D73-87955D3E648F}"/>
                    </a:ext>
                  </a:extLst>
                </p14:cNvPr>
                <p14:cNvContentPartPr/>
                <p14:nvPr/>
              </p14:nvContentPartPr>
              <p14:xfrm>
                <a:off x="10511640" y="3962016"/>
                <a:ext cx="343080" cy="297000"/>
              </p14:xfrm>
            </p:contentPart>
          </mc:Choice>
          <mc:Fallback xmlns=""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23A7C213-F5A8-E40A-1D73-87955D3E648F}"/>
                    </a:ext>
                  </a:extLst>
                </p:cNvPr>
                <p:cNvPicPr/>
                <p:nvPr/>
              </p:nvPicPr>
              <p:blipFill>
                <a:blip r:embed="rId403"/>
                <a:stretch>
                  <a:fillRect/>
                </a:stretch>
              </p:blipFill>
              <p:spPr>
                <a:xfrm>
                  <a:off x="10507320" y="3957696"/>
                  <a:ext cx="351720" cy="30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4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99B326A7-4BEA-A065-1DD8-D464B3E363CE}"/>
                    </a:ext>
                  </a:extLst>
                </p14:cNvPr>
                <p14:cNvContentPartPr/>
                <p14:nvPr/>
              </p14:nvContentPartPr>
              <p14:xfrm>
                <a:off x="10919160" y="4210416"/>
                <a:ext cx="18720" cy="48960"/>
              </p14:xfrm>
            </p:contentPart>
          </mc:Choice>
          <mc:Fallback xmlns=""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99B326A7-4BEA-A065-1DD8-D464B3E363CE}"/>
                    </a:ext>
                  </a:extLst>
                </p:cNvPr>
                <p:cNvPicPr/>
                <p:nvPr/>
              </p:nvPicPr>
              <p:blipFill>
                <a:blip r:embed="rId405"/>
                <a:stretch>
                  <a:fillRect/>
                </a:stretch>
              </p:blipFill>
              <p:spPr>
                <a:xfrm>
                  <a:off x="10914840" y="4206096"/>
                  <a:ext cx="2736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6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2F44E82A-9B26-7ACF-8460-FCD80A105998}"/>
                    </a:ext>
                  </a:extLst>
                </p14:cNvPr>
                <p14:cNvContentPartPr/>
                <p14:nvPr/>
              </p14:nvContentPartPr>
              <p14:xfrm>
                <a:off x="10963080" y="4054536"/>
                <a:ext cx="30240" cy="57960"/>
              </p14:xfrm>
            </p:contentPart>
          </mc:Choice>
          <mc:Fallback xmlns=""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2F44E82A-9B26-7ACF-8460-FCD80A105998}"/>
                    </a:ext>
                  </a:extLst>
                </p:cNvPr>
                <p:cNvPicPr/>
                <p:nvPr/>
              </p:nvPicPr>
              <p:blipFill>
                <a:blip r:embed="rId407"/>
                <a:stretch>
                  <a:fillRect/>
                </a:stretch>
              </p:blipFill>
              <p:spPr>
                <a:xfrm>
                  <a:off x="10958760" y="4050216"/>
                  <a:ext cx="3888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8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2367710F-BB5F-D8B6-F6DE-C28ADBD2B790}"/>
                    </a:ext>
                  </a:extLst>
                </p14:cNvPr>
                <p14:cNvContentPartPr/>
                <p14:nvPr/>
              </p14:nvContentPartPr>
              <p14:xfrm>
                <a:off x="11076120" y="4106736"/>
                <a:ext cx="32760" cy="145080"/>
              </p14:xfrm>
            </p:contentPart>
          </mc:Choice>
          <mc:Fallback xmlns=""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2367710F-BB5F-D8B6-F6DE-C28ADBD2B790}"/>
                    </a:ext>
                  </a:extLst>
                </p:cNvPr>
                <p:cNvPicPr/>
                <p:nvPr/>
              </p:nvPicPr>
              <p:blipFill>
                <a:blip r:embed="rId409"/>
                <a:stretch>
                  <a:fillRect/>
                </a:stretch>
              </p:blipFill>
              <p:spPr>
                <a:xfrm>
                  <a:off x="11071800" y="4102416"/>
                  <a:ext cx="41400" cy="1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0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E2309A4A-6CA4-4CAE-5D67-7020B50060CD}"/>
                    </a:ext>
                  </a:extLst>
                </p14:cNvPr>
                <p14:cNvContentPartPr/>
                <p14:nvPr/>
              </p14:nvContentPartPr>
              <p14:xfrm>
                <a:off x="11147760" y="3937176"/>
                <a:ext cx="233640" cy="349920"/>
              </p14:xfrm>
            </p:contentPart>
          </mc:Choice>
          <mc:Fallback xmlns=""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E2309A4A-6CA4-4CAE-5D67-7020B50060CD}"/>
                    </a:ext>
                  </a:extLst>
                </p:cNvPr>
                <p:cNvPicPr/>
                <p:nvPr/>
              </p:nvPicPr>
              <p:blipFill>
                <a:blip r:embed="rId411"/>
                <a:stretch>
                  <a:fillRect/>
                </a:stretch>
              </p:blipFill>
              <p:spPr>
                <a:xfrm>
                  <a:off x="11143440" y="3932856"/>
                  <a:ext cx="242280" cy="358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3" name="Group 252">
            <a:extLst>
              <a:ext uri="{FF2B5EF4-FFF2-40B4-BE49-F238E27FC236}">
                <a16:creationId xmlns:a16="http://schemas.microsoft.com/office/drawing/2014/main" id="{9845BED7-991B-0108-A1C9-23C6C21A9983}"/>
              </a:ext>
            </a:extLst>
          </p:cNvPr>
          <p:cNvGrpSpPr/>
          <p:nvPr/>
        </p:nvGrpSpPr>
        <p:grpSpPr>
          <a:xfrm>
            <a:off x="8697960" y="4585176"/>
            <a:ext cx="1189080" cy="498600"/>
            <a:chOff x="8697960" y="4585176"/>
            <a:chExt cx="1189080" cy="498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12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FC3CA3BE-624C-D561-661A-FAE201191631}"/>
                    </a:ext>
                  </a:extLst>
                </p14:cNvPr>
                <p14:cNvContentPartPr/>
                <p14:nvPr/>
              </p14:nvContentPartPr>
              <p14:xfrm>
                <a:off x="8697960" y="4792896"/>
                <a:ext cx="119520" cy="145080"/>
              </p14:xfrm>
            </p:contentPart>
          </mc:Choice>
          <mc:Fallback xmlns=""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FC3CA3BE-624C-D561-661A-FAE201191631}"/>
                    </a:ext>
                  </a:extLst>
                </p:cNvPr>
                <p:cNvPicPr/>
                <p:nvPr/>
              </p:nvPicPr>
              <p:blipFill>
                <a:blip r:embed="rId413"/>
                <a:stretch>
                  <a:fillRect/>
                </a:stretch>
              </p:blipFill>
              <p:spPr>
                <a:xfrm>
                  <a:off x="8693640" y="4788576"/>
                  <a:ext cx="128160" cy="1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4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ACAE5686-1434-6023-F417-A29A5C10B12C}"/>
                    </a:ext>
                  </a:extLst>
                </p14:cNvPr>
                <p14:cNvContentPartPr/>
                <p14:nvPr/>
              </p14:nvContentPartPr>
              <p14:xfrm>
                <a:off x="8886600" y="4770216"/>
                <a:ext cx="517680" cy="126360"/>
              </p14:xfrm>
            </p:contentPart>
          </mc:Choice>
          <mc:Fallback xmlns=""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ACAE5686-1434-6023-F417-A29A5C10B12C}"/>
                    </a:ext>
                  </a:extLst>
                </p:cNvPr>
                <p:cNvPicPr/>
                <p:nvPr/>
              </p:nvPicPr>
              <p:blipFill>
                <a:blip r:embed="rId415"/>
                <a:stretch>
                  <a:fillRect/>
                </a:stretch>
              </p:blipFill>
              <p:spPr>
                <a:xfrm>
                  <a:off x="8882280" y="4765896"/>
                  <a:ext cx="52632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6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DBF9996D-42A4-9240-8823-E71AED998DCC}"/>
                    </a:ext>
                  </a:extLst>
                </p14:cNvPr>
                <p14:cNvContentPartPr/>
                <p14:nvPr/>
              </p14:nvContentPartPr>
              <p14:xfrm>
                <a:off x="9442800" y="4826016"/>
                <a:ext cx="54000" cy="257760"/>
              </p14:xfrm>
            </p:contentPart>
          </mc:Choice>
          <mc:Fallback xmlns=""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DBF9996D-42A4-9240-8823-E71AED998DCC}"/>
                    </a:ext>
                  </a:extLst>
                </p:cNvPr>
                <p:cNvPicPr/>
                <p:nvPr/>
              </p:nvPicPr>
              <p:blipFill>
                <a:blip r:embed="rId417"/>
                <a:stretch>
                  <a:fillRect/>
                </a:stretch>
              </p:blipFill>
              <p:spPr>
                <a:xfrm>
                  <a:off x="9438480" y="4821696"/>
                  <a:ext cx="62640" cy="26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8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A94AB782-964C-7F2E-18A9-8C46565A8F82}"/>
                    </a:ext>
                  </a:extLst>
                </p14:cNvPr>
                <p14:cNvContentPartPr/>
                <p14:nvPr/>
              </p14:nvContentPartPr>
              <p14:xfrm>
                <a:off x="9536040" y="4746456"/>
                <a:ext cx="60480" cy="75600"/>
              </p14:xfrm>
            </p:contentPart>
          </mc:Choice>
          <mc:Fallback xmlns=""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A94AB782-964C-7F2E-18A9-8C46565A8F82}"/>
                    </a:ext>
                  </a:extLst>
                </p:cNvPr>
                <p:cNvPicPr/>
                <p:nvPr/>
              </p:nvPicPr>
              <p:blipFill>
                <a:blip r:embed="rId419"/>
                <a:stretch>
                  <a:fillRect/>
                </a:stretch>
              </p:blipFill>
              <p:spPr>
                <a:xfrm>
                  <a:off x="9531720" y="4742136"/>
                  <a:ext cx="6912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0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342F1FC9-2A22-5F6C-E365-4189AFCE8F3A}"/>
                    </a:ext>
                  </a:extLst>
                </p14:cNvPr>
                <p14:cNvContentPartPr/>
                <p14:nvPr/>
              </p14:nvContentPartPr>
              <p14:xfrm>
                <a:off x="9639000" y="4585176"/>
                <a:ext cx="248040" cy="387360"/>
              </p14:xfrm>
            </p:contentPart>
          </mc:Choice>
          <mc:Fallback xmlns=""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342F1FC9-2A22-5F6C-E365-4189AFCE8F3A}"/>
                    </a:ext>
                  </a:extLst>
                </p:cNvPr>
                <p:cNvPicPr/>
                <p:nvPr/>
              </p:nvPicPr>
              <p:blipFill>
                <a:blip r:embed="rId421"/>
                <a:stretch>
                  <a:fillRect/>
                </a:stretch>
              </p:blipFill>
              <p:spPr>
                <a:xfrm>
                  <a:off x="9634680" y="4580856"/>
                  <a:ext cx="256680" cy="39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3" name="Group 272">
            <a:extLst>
              <a:ext uri="{FF2B5EF4-FFF2-40B4-BE49-F238E27FC236}">
                <a16:creationId xmlns:a16="http://schemas.microsoft.com/office/drawing/2014/main" id="{64E76F79-575F-334C-39E5-BFDE5348B960}"/>
              </a:ext>
            </a:extLst>
          </p:cNvPr>
          <p:cNvGrpSpPr/>
          <p:nvPr/>
        </p:nvGrpSpPr>
        <p:grpSpPr>
          <a:xfrm>
            <a:off x="9773280" y="4521096"/>
            <a:ext cx="1605960" cy="460440"/>
            <a:chOff x="9773280" y="4521096"/>
            <a:chExt cx="1605960" cy="460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22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8EB2588F-9751-5B7A-E5FA-49BDA5C3647C}"/>
                    </a:ext>
                  </a:extLst>
                </p14:cNvPr>
                <p14:cNvContentPartPr/>
                <p14:nvPr/>
              </p14:nvContentPartPr>
              <p14:xfrm>
                <a:off x="9773280" y="4729176"/>
                <a:ext cx="127440" cy="252360"/>
              </p14:xfrm>
            </p:contentPart>
          </mc:Choice>
          <mc:Fallback xmlns=""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8EB2588F-9751-5B7A-E5FA-49BDA5C3647C}"/>
                    </a:ext>
                  </a:extLst>
                </p:cNvPr>
                <p:cNvPicPr/>
                <p:nvPr/>
              </p:nvPicPr>
              <p:blipFill>
                <a:blip r:embed="rId423"/>
                <a:stretch>
                  <a:fillRect/>
                </a:stretch>
              </p:blipFill>
              <p:spPr>
                <a:xfrm>
                  <a:off x="9768960" y="4724856"/>
                  <a:ext cx="136080" cy="26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4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AB8E394B-1883-3249-80EA-2ED6D48DB1F1}"/>
                    </a:ext>
                  </a:extLst>
                </p14:cNvPr>
                <p14:cNvContentPartPr/>
                <p14:nvPr/>
              </p14:nvContentPartPr>
              <p14:xfrm>
                <a:off x="9982440" y="4695336"/>
                <a:ext cx="172440" cy="125640"/>
              </p14:xfrm>
            </p:contentPart>
          </mc:Choice>
          <mc:Fallback xmlns=""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AB8E394B-1883-3249-80EA-2ED6D48DB1F1}"/>
                    </a:ext>
                  </a:extLst>
                </p:cNvPr>
                <p:cNvPicPr/>
                <p:nvPr/>
              </p:nvPicPr>
              <p:blipFill>
                <a:blip r:embed="rId425"/>
                <a:stretch>
                  <a:fillRect/>
                </a:stretch>
              </p:blipFill>
              <p:spPr>
                <a:xfrm>
                  <a:off x="9978120" y="4691016"/>
                  <a:ext cx="18108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6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131107D7-8E3D-CC53-598B-DA865CCF49C5}"/>
                    </a:ext>
                  </a:extLst>
                </p14:cNvPr>
                <p14:cNvContentPartPr/>
                <p14:nvPr/>
              </p14:nvContentPartPr>
              <p14:xfrm>
                <a:off x="10166040" y="4713336"/>
                <a:ext cx="122760" cy="101880"/>
              </p14:xfrm>
            </p:contentPart>
          </mc:Choice>
          <mc:Fallback xmlns=""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131107D7-8E3D-CC53-598B-DA865CCF49C5}"/>
                    </a:ext>
                  </a:extLst>
                </p:cNvPr>
                <p:cNvPicPr/>
                <p:nvPr/>
              </p:nvPicPr>
              <p:blipFill>
                <a:blip r:embed="rId427"/>
                <a:stretch>
                  <a:fillRect/>
                </a:stretch>
              </p:blipFill>
              <p:spPr>
                <a:xfrm>
                  <a:off x="10161720" y="4709016"/>
                  <a:ext cx="13140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8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A54077F0-609D-3CD9-C67A-09164C7E5888}"/>
                    </a:ext>
                  </a:extLst>
                </p14:cNvPr>
                <p14:cNvContentPartPr/>
                <p14:nvPr/>
              </p14:nvContentPartPr>
              <p14:xfrm>
                <a:off x="10304640" y="4599936"/>
                <a:ext cx="32760" cy="177120"/>
              </p14:xfrm>
            </p:contentPart>
          </mc:Choice>
          <mc:Fallback xmlns=""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A54077F0-609D-3CD9-C67A-09164C7E5888}"/>
                    </a:ext>
                  </a:extLst>
                </p:cNvPr>
                <p:cNvPicPr/>
                <p:nvPr/>
              </p:nvPicPr>
              <p:blipFill>
                <a:blip r:embed="rId429"/>
                <a:stretch>
                  <a:fillRect/>
                </a:stretch>
              </p:blipFill>
              <p:spPr>
                <a:xfrm>
                  <a:off x="10300320" y="4595616"/>
                  <a:ext cx="4140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0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A1A251AC-77F5-F4C2-39DD-AEB13D29D42A}"/>
                    </a:ext>
                  </a:extLst>
                </p14:cNvPr>
                <p14:cNvContentPartPr/>
                <p14:nvPr/>
              </p14:nvContentPartPr>
              <p14:xfrm>
                <a:off x="10302480" y="4680216"/>
                <a:ext cx="116640" cy="89640"/>
              </p14:xfrm>
            </p:contentPart>
          </mc:Choice>
          <mc:Fallback xmlns=""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A1A251AC-77F5-F4C2-39DD-AEB13D29D42A}"/>
                    </a:ext>
                  </a:extLst>
                </p:cNvPr>
                <p:cNvPicPr/>
                <p:nvPr/>
              </p:nvPicPr>
              <p:blipFill>
                <a:blip r:embed="rId431"/>
                <a:stretch>
                  <a:fillRect/>
                </a:stretch>
              </p:blipFill>
              <p:spPr>
                <a:xfrm>
                  <a:off x="10298160" y="4675896"/>
                  <a:ext cx="12528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2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D736937D-6C8E-98FC-BD5F-2A654FF80318}"/>
                    </a:ext>
                  </a:extLst>
                </p14:cNvPr>
                <p14:cNvContentPartPr/>
                <p14:nvPr/>
              </p14:nvContentPartPr>
              <p14:xfrm>
                <a:off x="10474920" y="4685256"/>
                <a:ext cx="28800" cy="92880"/>
              </p14:xfrm>
            </p:contentPart>
          </mc:Choice>
          <mc:Fallback xmlns=""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D736937D-6C8E-98FC-BD5F-2A654FF80318}"/>
                    </a:ext>
                  </a:extLst>
                </p:cNvPr>
                <p:cNvPicPr/>
                <p:nvPr/>
              </p:nvPicPr>
              <p:blipFill>
                <a:blip r:embed="rId433"/>
                <a:stretch>
                  <a:fillRect/>
                </a:stretch>
              </p:blipFill>
              <p:spPr>
                <a:xfrm>
                  <a:off x="10470600" y="4680936"/>
                  <a:ext cx="3744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4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0F07F708-3259-F846-1DCC-3471DC81408F}"/>
                    </a:ext>
                  </a:extLst>
                </p14:cNvPr>
                <p14:cNvContentPartPr/>
                <p14:nvPr/>
              </p14:nvContentPartPr>
              <p14:xfrm>
                <a:off x="10650960" y="4521096"/>
                <a:ext cx="213120" cy="230760"/>
              </p14:xfrm>
            </p:contentPart>
          </mc:Choice>
          <mc:Fallback xmlns=""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0F07F708-3259-F846-1DCC-3471DC81408F}"/>
                    </a:ext>
                  </a:extLst>
                </p:cNvPr>
                <p:cNvPicPr/>
                <p:nvPr/>
              </p:nvPicPr>
              <p:blipFill>
                <a:blip r:embed="rId435"/>
                <a:stretch>
                  <a:fillRect/>
                </a:stretch>
              </p:blipFill>
              <p:spPr>
                <a:xfrm>
                  <a:off x="10646640" y="4516776"/>
                  <a:ext cx="221760" cy="23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6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508B1CE6-F0D2-4518-5B33-9625A8BB9354}"/>
                    </a:ext>
                  </a:extLst>
                </p14:cNvPr>
                <p14:cNvContentPartPr/>
                <p14:nvPr/>
              </p14:nvContentPartPr>
              <p14:xfrm>
                <a:off x="10986120" y="4740696"/>
                <a:ext cx="5040" cy="32760"/>
              </p14:xfrm>
            </p:contentPart>
          </mc:Choice>
          <mc:Fallback xmlns=""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508B1CE6-F0D2-4518-5B33-9625A8BB9354}"/>
                    </a:ext>
                  </a:extLst>
                </p:cNvPr>
                <p:cNvPicPr/>
                <p:nvPr/>
              </p:nvPicPr>
              <p:blipFill>
                <a:blip r:embed="rId437"/>
                <a:stretch>
                  <a:fillRect/>
                </a:stretch>
              </p:blipFill>
              <p:spPr>
                <a:xfrm>
                  <a:off x="10981800" y="4736376"/>
                  <a:ext cx="1368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8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CD012760-8E23-1D92-DB7D-FCD9CE5E1302}"/>
                    </a:ext>
                  </a:extLst>
                </p14:cNvPr>
                <p14:cNvContentPartPr/>
                <p14:nvPr/>
              </p14:nvContentPartPr>
              <p14:xfrm>
                <a:off x="10981440" y="4576536"/>
                <a:ext cx="23400" cy="10800"/>
              </p14:xfrm>
            </p:contentPart>
          </mc:Choice>
          <mc:Fallback xmlns=""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CD012760-8E23-1D92-DB7D-FCD9CE5E1302}"/>
                    </a:ext>
                  </a:extLst>
                </p:cNvPr>
                <p:cNvPicPr/>
                <p:nvPr/>
              </p:nvPicPr>
              <p:blipFill>
                <a:blip r:embed="rId439"/>
                <a:stretch>
                  <a:fillRect/>
                </a:stretch>
              </p:blipFill>
              <p:spPr>
                <a:xfrm>
                  <a:off x="10977120" y="4572216"/>
                  <a:ext cx="32040" cy="1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0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9C5F7F6E-A7CD-71BF-A2C5-775A892114EB}"/>
                    </a:ext>
                  </a:extLst>
                </p14:cNvPr>
                <p14:cNvContentPartPr/>
                <p14:nvPr/>
              </p14:nvContentPartPr>
              <p14:xfrm>
                <a:off x="11052000" y="4565016"/>
                <a:ext cx="38520" cy="172440"/>
              </p14:xfrm>
            </p:contentPart>
          </mc:Choice>
          <mc:Fallback xmlns=""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9C5F7F6E-A7CD-71BF-A2C5-775A892114EB}"/>
                    </a:ext>
                  </a:extLst>
                </p:cNvPr>
                <p:cNvPicPr/>
                <p:nvPr/>
              </p:nvPicPr>
              <p:blipFill>
                <a:blip r:embed="rId441"/>
                <a:stretch>
                  <a:fillRect/>
                </a:stretch>
              </p:blipFill>
              <p:spPr>
                <a:xfrm>
                  <a:off x="11047680" y="4560696"/>
                  <a:ext cx="4716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2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B6305CD5-62D2-6985-0901-241662E944DB}"/>
                    </a:ext>
                  </a:extLst>
                </p14:cNvPr>
                <p14:cNvContentPartPr/>
                <p14:nvPr/>
              </p14:nvContentPartPr>
              <p14:xfrm>
                <a:off x="11137320" y="4537296"/>
                <a:ext cx="167760" cy="224640"/>
              </p14:xfrm>
            </p:contentPart>
          </mc:Choice>
          <mc:Fallback xmlns=""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B6305CD5-62D2-6985-0901-241662E944DB}"/>
                    </a:ext>
                  </a:extLst>
                </p:cNvPr>
                <p:cNvPicPr/>
                <p:nvPr/>
              </p:nvPicPr>
              <p:blipFill>
                <a:blip r:embed="rId443"/>
                <a:stretch>
                  <a:fillRect/>
                </a:stretch>
              </p:blipFill>
              <p:spPr>
                <a:xfrm>
                  <a:off x="11133000" y="4532976"/>
                  <a:ext cx="176400" cy="23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4">
              <p14:nvContentPartPr>
                <p14:cNvPr id="265" name="Ink 264">
                  <a:extLst>
                    <a:ext uri="{FF2B5EF4-FFF2-40B4-BE49-F238E27FC236}">
                      <a16:creationId xmlns:a16="http://schemas.microsoft.com/office/drawing/2014/main" id="{80BBDA00-C7ED-345D-09E1-8B6D1CEBA388}"/>
                    </a:ext>
                  </a:extLst>
                </p14:cNvPr>
                <p14:cNvContentPartPr/>
                <p14:nvPr/>
              </p14:nvContentPartPr>
              <p14:xfrm>
                <a:off x="11300400" y="4792536"/>
                <a:ext cx="78840" cy="68400"/>
              </p14:xfrm>
            </p:contentPart>
          </mc:Choice>
          <mc:Fallback xmlns="">
            <p:pic>
              <p:nvPicPr>
                <p:cNvPr id="265" name="Ink 264">
                  <a:extLst>
                    <a:ext uri="{FF2B5EF4-FFF2-40B4-BE49-F238E27FC236}">
                      <a16:creationId xmlns:a16="http://schemas.microsoft.com/office/drawing/2014/main" id="{80BBDA00-C7ED-345D-09E1-8B6D1CEBA388}"/>
                    </a:ext>
                  </a:extLst>
                </p:cNvPr>
                <p:cNvPicPr/>
                <p:nvPr/>
              </p:nvPicPr>
              <p:blipFill>
                <a:blip r:embed="rId445"/>
                <a:stretch>
                  <a:fillRect/>
                </a:stretch>
              </p:blipFill>
              <p:spPr>
                <a:xfrm>
                  <a:off x="11296080" y="4788216"/>
                  <a:ext cx="87480" cy="77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2" name="Group 271">
            <a:extLst>
              <a:ext uri="{FF2B5EF4-FFF2-40B4-BE49-F238E27FC236}">
                <a16:creationId xmlns:a16="http://schemas.microsoft.com/office/drawing/2014/main" id="{DAFF9ADC-8C45-A7C5-5756-128BC9E4724F}"/>
              </a:ext>
            </a:extLst>
          </p:cNvPr>
          <p:cNvGrpSpPr/>
          <p:nvPr/>
        </p:nvGrpSpPr>
        <p:grpSpPr>
          <a:xfrm>
            <a:off x="11531160" y="4450536"/>
            <a:ext cx="552960" cy="392040"/>
            <a:chOff x="11531160" y="4450536"/>
            <a:chExt cx="552960" cy="392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46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12CE2E31-1921-2C2A-0326-A4E0EC88C1B0}"/>
                    </a:ext>
                  </a:extLst>
                </p14:cNvPr>
                <p14:cNvContentPartPr/>
                <p14:nvPr/>
              </p14:nvContentPartPr>
              <p14:xfrm>
                <a:off x="11531160" y="4639536"/>
                <a:ext cx="78840" cy="126000"/>
              </p14:xfrm>
            </p:contentPart>
          </mc:Choice>
          <mc:Fallback xmlns=""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12CE2E31-1921-2C2A-0326-A4E0EC88C1B0}"/>
                    </a:ext>
                  </a:extLst>
                </p:cNvPr>
                <p:cNvPicPr/>
                <p:nvPr/>
              </p:nvPicPr>
              <p:blipFill>
                <a:blip r:embed="rId447"/>
                <a:stretch>
                  <a:fillRect/>
                </a:stretch>
              </p:blipFill>
              <p:spPr>
                <a:xfrm>
                  <a:off x="11526840" y="4635216"/>
                  <a:ext cx="8748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8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62BAC7DF-140D-B63A-3192-48C7E19DA315}"/>
                    </a:ext>
                  </a:extLst>
                </p14:cNvPr>
                <p14:cNvContentPartPr/>
                <p14:nvPr/>
              </p14:nvContentPartPr>
              <p14:xfrm>
                <a:off x="11621520" y="4656456"/>
                <a:ext cx="59400" cy="70560"/>
              </p14:xfrm>
            </p:contentPart>
          </mc:Choice>
          <mc:Fallback xmlns=""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62BAC7DF-140D-B63A-3192-48C7E19DA315}"/>
                    </a:ext>
                  </a:extLst>
                </p:cNvPr>
                <p:cNvPicPr/>
                <p:nvPr/>
              </p:nvPicPr>
              <p:blipFill>
                <a:blip r:embed="rId449"/>
                <a:stretch>
                  <a:fillRect/>
                </a:stretch>
              </p:blipFill>
              <p:spPr>
                <a:xfrm>
                  <a:off x="11617200" y="4652136"/>
                  <a:ext cx="6804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0">
              <p14:nvContentPartPr>
                <p14:cNvPr id="268" name="Ink 267">
                  <a:extLst>
                    <a:ext uri="{FF2B5EF4-FFF2-40B4-BE49-F238E27FC236}">
                      <a16:creationId xmlns:a16="http://schemas.microsoft.com/office/drawing/2014/main" id="{CF817608-DBCF-BA6C-D3DD-2FBA2EA700B1}"/>
                    </a:ext>
                  </a:extLst>
                </p14:cNvPr>
                <p14:cNvContentPartPr/>
                <p14:nvPr/>
              </p14:nvContentPartPr>
              <p14:xfrm>
                <a:off x="11733120" y="4672656"/>
                <a:ext cx="55080" cy="57240"/>
              </p14:xfrm>
            </p:contentPart>
          </mc:Choice>
          <mc:Fallback xmlns="">
            <p:pic>
              <p:nvPicPr>
                <p:cNvPr id="268" name="Ink 267">
                  <a:extLst>
                    <a:ext uri="{FF2B5EF4-FFF2-40B4-BE49-F238E27FC236}">
                      <a16:creationId xmlns:a16="http://schemas.microsoft.com/office/drawing/2014/main" id="{CF817608-DBCF-BA6C-D3DD-2FBA2EA700B1}"/>
                    </a:ext>
                  </a:extLst>
                </p:cNvPr>
                <p:cNvPicPr/>
                <p:nvPr/>
              </p:nvPicPr>
              <p:blipFill>
                <a:blip r:embed="rId451"/>
                <a:stretch>
                  <a:fillRect/>
                </a:stretch>
              </p:blipFill>
              <p:spPr>
                <a:xfrm>
                  <a:off x="11728800" y="4668336"/>
                  <a:ext cx="6372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2">
              <p14:nvContentPartPr>
                <p14:cNvPr id="269" name="Ink 268">
                  <a:extLst>
                    <a:ext uri="{FF2B5EF4-FFF2-40B4-BE49-F238E27FC236}">
                      <a16:creationId xmlns:a16="http://schemas.microsoft.com/office/drawing/2014/main" id="{4CE1AE01-0623-1B92-43CC-5FA3D34284C0}"/>
                    </a:ext>
                  </a:extLst>
                </p14:cNvPr>
                <p14:cNvContentPartPr/>
                <p14:nvPr/>
              </p14:nvContentPartPr>
              <p14:xfrm>
                <a:off x="11833560" y="4484376"/>
                <a:ext cx="47160" cy="186840"/>
              </p14:xfrm>
            </p:contentPart>
          </mc:Choice>
          <mc:Fallback xmlns="">
            <p:pic>
              <p:nvPicPr>
                <p:cNvPr id="269" name="Ink 268">
                  <a:extLst>
                    <a:ext uri="{FF2B5EF4-FFF2-40B4-BE49-F238E27FC236}">
                      <a16:creationId xmlns:a16="http://schemas.microsoft.com/office/drawing/2014/main" id="{4CE1AE01-0623-1B92-43CC-5FA3D34284C0}"/>
                    </a:ext>
                  </a:extLst>
                </p:cNvPr>
                <p:cNvPicPr/>
                <p:nvPr/>
              </p:nvPicPr>
              <p:blipFill>
                <a:blip r:embed="rId453"/>
                <a:stretch>
                  <a:fillRect/>
                </a:stretch>
              </p:blipFill>
              <p:spPr>
                <a:xfrm>
                  <a:off x="11829240" y="4480056"/>
                  <a:ext cx="5580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4">
              <p14:nvContentPartPr>
                <p14:cNvPr id="270" name="Ink 269">
                  <a:extLst>
                    <a:ext uri="{FF2B5EF4-FFF2-40B4-BE49-F238E27FC236}">
                      <a16:creationId xmlns:a16="http://schemas.microsoft.com/office/drawing/2014/main" id="{AFA90DE8-C574-D869-25B2-9D91AD2E014C}"/>
                    </a:ext>
                  </a:extLst>
                </p14:cNvPr>
                <p14:cNvContentPartPr/>
                <p14:nvPr/>
              </p14:nvContentPartPr>
              <p14:xfrm>
                <a:off x="11790000" y="4599936"/>
                <a:ext cx="67320" cy="360"/>
              </p14:xfrm>
            </p:contentPart>
          </mc:Choice>
          <mc:Fallback xmlns="">
            <p:pic>
              <p:nvPicPr>
                <p:cNvPr id="270" name="Ink 269">
                  <a:extLst>
                    <a:ext uri="{FF2B5EF4-FFF2-40B4-BE49-F238E27FC236}">
                      <a16:creationId xmlns:a16="http://schemas.microsoft.com/office/drawing/2014/main" id="{AFA90DE8-C574-D869-25B2-9D91AD2E014C}"/>
                    </a:ext>
                  </a:extLst>
                </p:cNvPr>
                <p:cNvPicPr/>
                <p:nvPr/>
              </p:nvPicPr>
              <p:blipFill>
                <a:blip r:embed="rId455"/>
                <a:stretch>
                  <a:fillRect/>
                </a:stretch>
              </p:blipFill>
              <p:spPr>
                <a:xfrm>
                  <a:off x="11785680" y="4595616"/>
                  <a:ext cx="7596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6">
              <p14:nvContentPartPr>
                <p14:cNvPr id="271" name="Ink 270">
                  <a:extLst>
                    <a:ext uri="{FF2B5EF4-FFF2-40B4-BE49-F238E27FC236}">
                      <a16:creationId xmlns:a16="http://schemas.microsoft.com/office/drawing/2014/main" id="{0ECE9915-0043-673A-D3EE-6F751EC1B3F8}"/>
                    </a:ext>
                  </a:extLst>
                </p14:cNvPr>
                <p14:cNvContentPartPr/>
                <p14:nvPr/>
              </p14:nvContentPartPr>
              <p14:xfrm>
                <a:off x="11954160" y="4450536"/>
                <a:ext cx="129960" cy="392040"/>
              </p14:xfrm>
            </p:contentPart>
          </mc:Choice>
          <mc:Fallback xmlns="">
            <p:pic>
              <p:nvPicPr>
                <p:cNvPr id="271" name="Ink 270">
                  <a:extLst>
                    <a:ext uri="{FF2B5EF4-FFF2-40B4-BE49-F238E27FC236}">
                      <a16:creationId xmlns:a16="http://schemas.microsoft.com/office/drawing/2014/main" id="{0ECE9915-0043-673A-D3EE-6F751EC1B3F8}"/>
                    </a:ext>
                  </a:extLst>
                </p:cNvPr>
                <p:cNvPicPr/>
                <p:nvPr/>
              </p:nvPicPr>
              <p:blipFill>
                <a:blip r:embed="rId457"/>
                <a:stretch>
                  <a:fillRect/>
                </a:stretch>
              </p:blipFill>
              <p:spPr>
                <a:xfrm>
                  <a:off x="11949840" y="4446216"/>
                  <a:ext cx="138600" cy="400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58">
            <p14:nvContentPartPr>
              <p14:cNvPr id="274" name="Ink 273">
                <a:extLst>
                  <a:ext uri="{FF2B5EF4-FFF2-40B4-BE49-F238E27FC236}">
                    <a16:creationId xmlns:a16="http://schemas.microsoft.com/office/drawing/2014/main" id="{DFDC7A79-3966-04B0-460F-90AEF03AEE09}"/>
                  </a:ext>
                </a:extLst>
              </p14:cNvPr>
              <p14:cNvContentPartPr/>
              <p14:nvPr/>
            </p14:nvContentPartPr>
            <p14:xfrm>
              <a:off x="6063840" y="5184216"/>
              <a:ext cx="118440" cy="251280"/>
            </p14:xfrm>
          </p:contentPart>
        </mc:Choice>
        <mc:Fallback xmlns="">
          <p:pic>
            <p:nvPicPr>
              <p:cNvPr id="274" name="Ink 273">
                <a:extLst>
                  <a:ext uri="{FF2B5EF4-FFF2-40B4-BE49-F238E27FC236}">
                    <a16:creationId xmlns:a16="http://schemas.microsoft.com/office/drawing/2014/main" id="{DFDC7A79-3966-04B0-460F-90AEF03AEE09}"/>
                  </a:ext>
                </a:extLst>
              </p:cNvPr>
              <p:cNvPicPr/>
              <p:nvPr/>
            </p:nvPicPr>
            <p:blipFill>
              <a:blip r:embed="rId459"/>
              <a:stretch>
                <a:fillRect/>
              </a:stretch>
            </p:blipFill>
            <p:spPr>
              <a:xfrm>
                <a:off x="6059520" y="5179896"/>
                <a:ext cx="127080" cy="25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0">
            <p14:nvContentPartPr>
              <p14:cNvPr id="275" name="Ink 274">
                <a:extLst>
                  <a:ext uri="{FF2B5EF4-FFF2-40B4-BE49-F238E27FC236}">
                    <a16:creationId xmlns:a16="http://schemas.microsoft.com/office/drawing/2014/main" id="{F355F94F-5967-AECA-1D78-F4ADC1A599B4}"/>
                  </a:ext>
                </a:extLst>
              </p14:cNvPr>
              <p14:cNvContentPartPr/>
              <p14:nvPr/>
            </p14:nvContentPartPr>
            <p14:xfrm>
              <a:off x="5882760" y="5117616"/>
              <a:ext cx="432000" cy="483480"/>
            </p14:xfrm>
          </p:contentPart>
        </mc:Choice>
        <mc:Fallback xmlns="">
          <p:pic>
            <p:nvPicPr>
              <p:cNvPr id="275" name="Ink 274">
                <a:extLst>
                  <a:ext uri="{FF2B5EF4-FFF2-40B4-BE49-F238E27FC236}">
                    <a16:creationId xmlns:a16="http://schemas.microsoft.com/office/drawing/2014/main" id="{F355F94F-5967-AECA-1D78-F4ADC1A599B4}"/>
                  </a:ext>
                </a:extLst>
              </p:cNvPr>
              <p:cNvPicPr/>
              <p:nvPr/>
            </p:nvPicPr>
            <p:blipFill>
              <a:blip r:embed="rId461"/>
              <a:stretch>
                <a:fillRect/>
              </a:stretch>
            </p:blipFill>
            <p:spPr>
              <a:xfrm>
                <a:off x="5878440" y="5113296"/>
                <a:ext cx="440640" cy="49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2">
            <p14:nvContentPartPr>
              <p14:cNvPr id="276" name="Ink 275">
                <a:extLst>
                  <a:ext uri="{FF2B5EF4-FFF2-40B4-BE49-F238E27FC236}">
                    <a16:creationId xmlns:a16="http://schemas.microsoft.com/office/drawing/2014/main" id="{30D86347-29C3-5A40-43CF-6E865BCC8CBF}"/>
                  </a:ext>
                </a:extLst>
              </p14:cNvPr>
              <p14:cNvContentPartPr/>
              <p14:nvPr/>
            </p14:nvContentPartPr>
            <p14:xfrm>
              <a:off x="5814360" y="5571216"/>
              <a:ext cx="167040" cy="434520"/>
            </p14:xfrm>
          </p:contentPart>
        </mc:Choice>
        <mc:Fallback xmlns="">
          <p:pic>
            <p:nvPicPr>
              <p:cNvPr id="276" name="Ink 275">
                <a:extLst>
                  <a:ext uri="{FF2B5EF4-FFF2-40B4-BE49-F238E27FC236}">
                    <a16:creationId xmlns:a16="http://schemas.microsoft.com/office/drawing/2014/main" id="{30D86347-29C3-5A40-43CF-6E865BCC8CBF}"/>
                  </a:ext>
                </a:extLst>
              </p:cNvPr>
              <p:cNvPicPr/>
              <p:nvPr/>
            </p:nvPicPr>
            <p:blipFill>
              <a:blip r:embed="rId463"/>
              <a:stretch>
                <a:fillRect/>
              </a:stretch>
            </p:blipFill>
            <p:spPr>
              <a:xfrm>
                <a:off x="5810040" y="5566896"/>
                <a:ext cx="175680" cy="44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4">
            <p14:nvContentPartPr>
              <p14:cNvPr id="277" name="Ink 276">
                <a:extLst>
                  <a:ext uri="{FF2B5EF4-FFF2-40B4-BE49-F238E27FC236}">
                    <a16:creationId xmlns:a16="http://schemas.microsoft.com/office/drawing/2014/main" id="{80E46028-886D-7E9D-0C5A-EBDB15C10408}"/>
                  </a:ext>
                </a:extLst>
              </p14:cNvPr>
              <p14:cNvContentPartPr/>
              <p14:nvPr/>
            </p14:nvContentPartPr>
            <p14:xfrm>
              <a:off x="5698440" y="6125616"/>
              <a:ext cx="141480" cy="183960"/>
            </p14:xfrm>
          </p:contentPart>
        </mc:Choice>
        <mc:Fallback xmlns="">
          <p:pic>
            <p:nvPicPr>
              <p:cNvPr id="277" name="Ink 276">
                <a:extLst>
                  <a:ext uri="{FF2B5EF4-FFF2-40B4-BE49-F238E27FC236}">
                    <a16:creationId xmlns:a16="http://schemas.microsoft.com/office/drawing/2014/main" id="{80E46028-886D-7E9D-0C5A-EBDB15C10408}"/>
                  </a:ext>
                </a:extLst>
              </p:cNvPr>
              <p:cNvPicPr/>
              <p:nvPr/>
            </p:nvPicPr>
            <p:blipFill>
              <a:blip r:embed="rId465"/>
              <a:stretch>
                <a:fillRect/>
              </a:stretch>
            </p:blipFill>
            <p:spPr>
              <a:xfrm>
                <a:off x="5694120" y="6121296"/>
                <a:ext cx="150120" cy="19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6">
            <p14:nvContentPartPr>
              <p14:cNvPr id="278" name="Ink 277">
                <a:extLst>
                  <a:ext uri="{FF2B5EF4-FFF2-40B4-BE49-F238E27FC236}">
                    <a16:creationId xmlns:a16="http://schemas.microsoft.com/office/drawing/2014/main" id="{FA6CD67E-6A2B-1015-6AB0-426C89EF0462}"/>
                  </a:ext>
                </a:extLst>
              </p14:cNvPr>
              <p14:cNvContentPartPr/>
              <p14:nvPr/>
            </p14:nvContentPartPr>
            <p14:xfrm>
              <a:off x="5570640" y="5965776"/>
              <a:ext cx="423000" cy="513720"/>
            </p14:xfrm>
          </p:contentPart>
        </mc:Choice>
        <mc:Fallback xmlns="">
          <p:pic>
            <p:nvPicPr>
              <p:cNvPr id="278" name="Ink 277">
                <a:extLst>
                  <a:ext uri="{FF2B5EF4-FFF2-40B4-BE49-F238E27FC236}">
                    <a16:creationId xmlns:a16="http://schemas.microsoft.com/office/drawing/2014/main" id="{FA6CD67E-6A2B-1015-6AB0-426C89EF0462}"/>
                  </a:ext>
                </a:extLst>
              </p:cNvPr>
              <p:cNvPicPr/>
              <p:nvPr/>
            </p:nvPicPr>
            <p:blipFill>
              <a:blip r:embed="rId467"/>
              <a:stretch>
                <a:fillRect/>
              </a:stretch>
            </p:blipFill>
            <p:spPr>
              <a:xfrm>
                <a:off x="5566320" y="5961456"/>
                <a:ext cx="431640" cy="52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8">
            <p14:nvContentPartPr>
              <p14:cNvPr id="282" name="Ink 281">
                <a:extLst>
                  <a:ext uri="{FF2B5EF4-FFF2-40B4-BE49-F238E27FC236}">
                    <a16:creationId xmlns:a16="http://schemas.microsoft.com/office/drawing/2014/main" id="{7AC09EF2-76B2-094B-313D-417BA526071F}"/>
                  </a:ext>
                </a:extLst>
              </p14:cNvPr>
              <p14:cNvContentPartPr/>
              <p14:nvPr/>
            </p14:nvContentPartPr>
            <p14:xfrm>
              <a:off x="5155920" y="4968216"/>
              <a:ext cx="101880" cy="152640"/>
            </p14:xfrm>
          </p:contentPart>
        </mc:Choice>
        <mc:Fallback xmlns="">
          <p:pic>
            <p:nvPicPr>
              <p:cNvPr id="282" name="Ink 281">
                <a:extLst>
                  <a:ext uri="{FF2B5EF4-FFF2-40B4-BE49-F238E27FC236}">
                    <a16:creationId xmlns:a16="http://schemas.microsoft.com/office/drawing/2014/main" id="{7AC09EF2-76B2-094B-313D-417BA526071F}"/>
                  </a:ext>
                </a:extLst>
              </p:cNvPr>
              <p:cNvPicPr/>
              <p:nvPr/>
            </p:nvPicPr>
            <p:blipFill>
              <a:blip r:embed="rId469"/>
              <a:stretch>
                <a:fillRect/>
              </a:stretch>
            </p:blipFill>
            <p:spPr>
              <a:xfrm>
                <a:off x="5151600" y="4963896"/>
                <a:ext cx="110520" cy="16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0">
            <p14:nvContentPartPr>
              <p14:cNvPr id="283" name="Ink 282">
                <a:extLst>
                  <a:ext uri="{FF2B5EF4-FFF2-40B4-BE49-F238E27FC236}">
                    <a16:creationId xmlns:a16="http://schemas.microsoft.com/office/drawing/2014/main" id="{EE610CCC-B635-918F-835E-D522415D42C9}"/>
                  </a:ext>
                </a:extLst>
              </p14:cNvPr>
              <p14:cNvContentPartPr/>
              <p14:nvPr/>
            </p14:nvContentPartPr>
            <p14:xfrm>
              <a:off x="5291640" y="4958856"/>
              <a:ext cx="52560" cy="101160"/>
            </p14:xfrm>
          </p:contentPart>
        </mc:Choice>
        <mc:Fallback xmlns="">
          <p:pic>
            <p:nvPicPr>
              <p:cNvPr id="283" name="Ink 282">
                <a:extLst>
                  <a:ext uri="{FF2B5EF4-FFF2-40B4-BE49-F238E27FC236}">
                    <a16:creationId xmlns:a16="http://schemas.microsoft.com/office/drawing/2014/main" id="{EE610CCC-B635-918F-835E-D522415D42C9}"/>
                  </a:ext>
                </a:extLst>
              </p:cNvPr>
              <p:cNvPicPr/>
              <p:nvPr/>
            </p:nvPicPr>
            <p:blipFill>
              <a:blip r:embed="rId471"/>
              <a:stretch>
                <a:fillRect/>
              </a:stretch>
            </p:blipFill>
            <p:spPr>
              <a:xfrm>
                <a:off x="5287320" y="4954536"/>
                <a:ext cx="61200" cy="10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2">
            <p14:nvContentPartPr>
              <p14:cNvPr id="284" name="Ink 283">
                <a:extLst>
                  <a:ext uri="{FF2B5EF4-FFF2-40B4-BE49-F238E27FC236}">
                    <a16:creationId xmlns:a16="http://schemas.microsoft.com/office/drawing/2014/main" id="{7366BDBF-D1FB-3C0A-9D1B-8EA519F6B63E}"/>
                  </a:ext>
                </a:extLst>
              </p14:cNvPr>
              <p14:cNvContentPartPr/>
              <p14:nvPr/>
            </p14:nvContentPartPr>
            <p14:xfrm>
              <a:off x="5423400" y="4958856"/>
              <a:ext cx="61920" cy="79920"/>
            </p14:xfrm>
          </p:contentPart>
        </mc:Choice>
        <mc:Fallback xmlns="">
          <p:pic>
            <p:nvPicPr>
              <p:cNvPr id="284" name="Ink 283">
                <a:extLst>
                  <a:ext uri="{FF2B5EF4-FFF2-40B4-BE49-F238E27FC236}">
                    <a16:creationId xmlns:a16="http://schemas.microsoft.com/office/drawing/2014/main" id="{7366BDBF-D1FB-3C0A-9D1B-8EA519F6B63E}"/>
                  </a:ext>
                </a:extLst>
              </p:cNvPr>
              <p:cNvPicPr/>
              <p:nvPr/>
            </p:nvPicPr>
            <p:blipFill>
              <a:blip r:embed="rId473"/>
              <a:stretch>
                <a:fillRect/>
              </a:stretch>
            </p:blipFill>
            <p:spPr>
              <a:xfrm>
                <a:off x="5419080" y="4954536"/>
                <a:ext cx="70560" cy="8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4">
            <p14:nvContentPartPr>
              <p14:cNvPr id="285" name="Ink 284">
                <a:extLst>
                  <a:ext uri="{FF2B5EF4-FFF2-40B4-BE49-F238E27FC236}">
                    <a16:creationId xmlns:a16="http://schemas.microsoft.com/office/drawing/2014/main" id="{38AC6317-D99E-D473-8B80-97A62284C4B6}"/>
                  </a:ext>
                </a:extLst>
              </p14:cNvPr>
              <p14:cNvContentPartPr/>
              <p14:nvPr/>
            </p14:nvContentPartPr>
            <p14:xfrm>
              <a:off x="5585760" y="4808736"/>
              <a:ext cx="32760" cy="208080"/>
            </p14:xfrm>
          </p:contentPart>
        </mc:Choice>
        <mc:Fallback xmlns="">
          <p:pic>
            <p:nvPicPr>
              <p:cNvPr id="285" name="Ink 284">
                <a:extLst>
                  <a:ext uri="{FF2B5EF4-FFF2-40B4-BE49-F238E27FC236}">
                    <a16:creationId xmlns:a16="http://schemas.microsoft.com/office/drawing/2014/main" id="{38AC6317-D99E-D473-8B80-97A62284C4B6}"/>
                  </a:ext>
                </a:extLst>
              </p:cNvPr>
              <p:cNvPicPr/>
              <p:nvPr/>
            </p:nvPicPr>
            <p:blipFill>
              <a:blip r:embed="rId475"/>
              <a:stretch>
                <a:fillRect/>
              </a:stretch>
            </p:blipFill>
            <p:spPr>
              <a:xfrm>
                <a:off x="5581440" y="4804416"/>
                <a:ext cx="41400" cy="21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6">
            <p14:nvContentPartPr>
              <p14:cNvPr id="286" name="Ink 285">
                <a:extLst>
                  <a:ext uri="{FF2B5EF4-FFF2-40B4-BE49-F238E27FC236}">
                    <a16:creationId xmlns:a16="http://schemas.microsoft.com/office/drawing/2014/main" id="{BA0CBDB8-3548-1135-DDF5-4243DE5BF8E7}"/>
                  </a:ext>
                </a:extLst>
              </p14:cNvPr>
              <p14:cNvContentPartPr/>
              <p14:nvPr/>
            </p14:nvContentPartPr>
            <p14:xfrm>
              <a:off x="5555520" y="4904496"/>
              <a:ext cx="106560" cy="11880"/>
            </p14:xfrm>
          </p:contentPart>
        </mc:Choice>
        <mc:Fallback xmlns="">
          <p:pic>
            <p:nvPicPr>
              <p:cNvPr id="286" name="Ink 285">
                <a:extLst>
                  <a:ext uri="{FF2B5EF4-FFF2-40B4-BE49-F238E27FC236}">
                    <a16:creationId xmlns:a16="http://schemas.microsoft.com/office/drawing/2014/main" id="{BA0CBDB8-3548-1135-DDF5-4243DE5BF8E7}"/>
                  </a:ext>
                </a:extLst>
              </p:cNvPr>
              <p:cNvPicPr/>
              <p:nvPr/>
            </p:nvPicPr>
            <p:blipFill>
              <a:blip r:embed="rId477"/>
              <a:stretch>
                <a:fillRect/>
              </a:stretch>
            </p:blipFill>
            <p:spPr>
              <a:xfrm>
                <a:off x="5551200" y="4900176"/>
                <a:ext cx="115200" cy="2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8">
            <p14:nvContentPartPr>
              <p14:cNvPr id="287" name="Ink 286">
                <a:extLst>
                  <a:ext uri="{FF2B5EF4-FFF2-40B4-BE49-F238E27FC236}">
                    <a16:creationId xmlns:a16="http://schemas.microsoft.com/office/drawing/2014/main" id="{8D87201C-1AE4-EA0E-8BDE-E79808F25EE5}"/>
                  </a:ext>
                </a:extLst>
              </p14:cNvPr>
              <p14:cNvContentPartPr/>
              <p14:nvPr/>
            </p14:nvContentPartPr>
            <p14:xfrm>
              <a:off x="5855760" y="4769496"/>
              <a:ext cx="298440" cy="290160"/>
            </p14:xfrm>
          </p:contentPart>
        </mc:Choice>
        <mc:Fallback xmlns="">
          <p:pic>
            <p:nvPicPr>
              <p:cNvPr id="287" name="Ink 286">
                <a:extLst>
                  <a:ext uri="{FF2B5EF4-FFF2-40B4-BE49-F238E27FC236}">
                    <a16:creationId xmlns:a16="http://schemas.microsoft.com/office/drawing/2014/main" id="{8D87201C-1AE4-EA0E-8BDE-E79808F25EE5}"/>
                  </a:ext>
                </a:extLst>
              </p:cNvPr>
              <p:cNvPicPr/>
              <p:nvPr/>
            </p:nvPicPr>
            <p:blipFill>
              <a:blip r:embed="rId479"/>
              <a:stretch>
                <a:fillRect/>
              </a:stretch>
            </p:blipFill>
            <p:spPr>
              <a:xfrm>
                <a:off x="5851440" y="4765176"/>
                <a:ext cx="307080" cy="29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0">
            <p14:nvContentPartPr>
              <p14:cNvPr id="288" name="Ink 287">
                <a:extLst>
                  <a:ext uri="{FF2B5EF4-FFF2-40B4-BE49-F238E27FC236}">
                    <a16:creationId xmlns:a16="http://schemas.microsoft.com/office/drawing/2014/main" id="{3B86765F-23E4-820C-7B97-05D564677619}"/>
                  </a:ext>
                </a:extLst>
              </p14:cNvPr>
              <p14:cNvContentPartPr/>
              <p14:nvPr/>
            </p14:nvContentPartPr>
            <p14:xfrm>
              <a:off x="6052680" y="5016816"/>
              <a:ext cx="88200" cy="96480"/>
            </p14:xfrm>
          </p:contentPart>
        </mc:Choice>
        <mc:Fallback xmlns="">
          <p:pic>
            <p:nvPicPr>
              <p:cNvPr id="288" name="Ink 287">
                <a:extLst>
                  <a:ext uri="{FF2B5EF4-FFF2-40B4-BE49-F238E27FC236}">
                    <a16:creationId xmlns:a16="http://schemas.microsoft.com/office/drawing/2014/main" id="{3B86765F-23E4-820C-7B97-05D564677619}"/>
                  </a:ext>
                </a:extLst>
              </p:cNvPr>
              <p:cNvPicPr/>
              <p:nvPr/>
            </p:nvPicPr>
            <p:blipFill>
              <a:blip r:embed="rId481"/>
              <a:stretch>
                <a:fillRect/>
              </a:stretch>
            </p:blipFill>
            <p:spPr>
              <a:xfrm>
                <a:off x="6048360" y="5012496"/>
                <a:ext cx="96840" cy="105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2">
            <p14:nvContentPartPr>
              <p14:cNvPr id="289" name="Ink 288">
                <a:extLst>
                  <a:ext uri="{FF2B5EF4-FFF2-40B4-BE49-F238E27FC236}">
                    <a16:creationId xmlns:a16="http://schemas.microsoft.com/office/drawing/2014/main" id="{26C9B3D8-40A7-EC87-A0D0-E929D5DC2E9C}"/>
                  </a:ext>
                </a:extLst>
              </p14:cNvPr>
              <p14:cNvContentPartPr/>
              <p14:nvPr/>
            </p14:nvContentPartPr>
            <p14:xfrm>
              <a:off x="6167520" y="5039856"/>
              <a:ext cx="148320" cy="129600"/>
            </p14:xfrm>
          </p:contentPart>
        </mc:Choice>
        <mc:Fallback xmlns="">
          <p:pic>
            <p:nvPicPr>
              <p:cNvPr id="289" name="Ink 288">
                <a:extLst>
                  <a:ext uri="{FF2B5EF4-FFF2-40B4-BE49-F238E27FC236}">
                    <a16:creationId xmlns:a16="http://schemas.microsoft.com/office/drawing/2014/main" id="{26C9B3D8-40A7-EC87-A0D0-E929D5DC2E9C}"/>
                  </a:ext>
                </a:extLst>
              </p:cNvPr>
              <p:cNvPicPr/>
              <p:nvPr/>
            </p:nvPicPr>
            <p:blipFill>
              <a:blip r:embed="rId483"/>
              <a:stretch>
                <a:fillRect/>
              </a:stretch>
            </p:blipFill>
            <p:spPr>
              <a:xfrm>
                <a:off x="6163200" y="5035536"/>
                <a:ext cx="156960" cy="138240"/>
              </a:xfrm>
              <a:prstGeom prst="rect">
                <a:avLst/>
              </a:prstGeom>
            </p:spPr>
          </p:pic>
        </mc:Fallback>
      </mc:AlternateContent>
      <p:grpSp>
        <p:nvGrpSpPr>
          <p:cNvPr id="292" name="Group 291">
            <a:extLst>
              <a:ext uri="{FF2B5EF4-FFF2-40B4-BE49-F238E27FC236}">
                <a16:creationId xmlns:a16="http://schemas.microsoft.com/office/drawing/2014/main" id="{54BA22F5-9C6F-37D4-2F74-D09DCC64C327}"/>
              </a:ext>
            </a:extLst>
          </p:cNvPr>
          <p:cNvGrpSpPr/>
          <p:nvPr/>
        </p:nvGrpSpPr>
        <p:grpSpPr>
          <a:xfrm>
            <a:off x="6190920" y="5597496"/>
            <a:ext cx="605520" cy="864000"/>
            <a:chOff x="6190920" y="5597496"/>
            <a:chExt cx="605520" cy="864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84">
              <p14:nvContentPartPr>
                <p14:cNvPr id="279" name="Ink 278">
                  <a:extLst>
                    <a:ext uri="{FF2B5EF4-FFF2-40B4-BE49-F238E27FC236}">
                      <a16:creationId xmlns:a16="http://schemas.microsoft.com/office/drawing/2014/main" id="{472FABFC-FF86-D117-9A86-C277D589EF57}"/>
                    </a:ext>
                  </a:extLst>
                </p14:cNvPr>
                <p14:cNvContentPartPr/>
                <p14:nvPr/>
              </p14:nvContentPartPr>
              <p14:xfrm>
                <a:off x="6190920" y="5597496"/>
                <a:ext cx="411480" cy="419040"/>
              </p14:xfrm>
            </p:contentPart>
          </mc:Choice>
          <mc:Fallback xmlns="">
            <p:pic>
              <p:nvPicPr>
                <p:cNvPr id="279" name="Ink 278">
                  <a:extLst>
                    <a:ext uri="{FF2B5EF4-FFF2-40B4-BE49-F238E27FC236}">
                      <a16:creationId xmlns:a16="http://schemas.microsoft.com/office/drawing/2014/main" id="{472FABFC-FF86-D117-9A86-C277D589EF57}"/>
                    </a:ext>
                  </a:extLst>
                </p:cNvPr>
                <p:cNvPicPr/>
                <p:nvPr/>
              </p:nvPicPr>
              <p:blipFill>
                <a:blip r:embed="rId485"/>
                <a:stretch>
                  <a:fillRect/>
                </a:stretch>
              </p:blipFill>
              <p:spPr>
                <a:xfrm>
                  <a:off x="6186600" y="5593176"/>
                  <a:ext cx="420120" cy="42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6">
              <p14:nvContentPartPr>
                <p14:cNvPr id="280" name="Ink 279">
                  <a:extLst>
                    <a:ext uri="{FF2B5EF4-FFF2-40B4-BE49-F238E27FC236}">
                      <a16:creationId xmlns:a16="http://schemas.microsoft.com/office/drawing/2014/main" id="{53B21A5C-C38B-67CB-556A-39451A602E00}"/>
                    </a:ext>
                  </a:extLst>
                </p14:cNvPr>
                <p14:cNvContentPartPr/>
                <p14:nvPr/>
              </p14:nvContentPartPr>
              <p14:xfrm>
                <a:off x="6555600" y="6181776"/>
                <a:ext cx="34920" cy="163080"/>
              </p14:xfrm>
            </p:contentPart>
          </mc:Choice>
          <mc:Fallback xmlns="">
            <p:pic>
              <p:nvPicPr>
                <p:cNvPr id="280" name="Ink 279">
                  <a:extLst>
                    <a:ext uri="{FF2B5EF4-FFF2-40B4-BE49-F238E27FC236}">
                      <a16:creationId xmlns:a16="http://schemas.microsoft.com/office/drawing/2014/main" id="{53B21A5C-C38B-67CB-556A-39451A602E00}"/>
                    </a:ext>
                  </a:extLst>
                </p:cNvPr>
                <p:cNvPicPr/>
                <p:nvPr/>
              </p:nvPicPr>
              <p:blipFill>
                <a:blip r:embed="rId487"/>
                <a:stretch>
                  <a:fillRect/>
                </a:stretch>
              </p:blipFill>
              <p:spPr>
                <a:xfrm>
                  <a:off x="6551280" y="6177456"/>
                  <a:ext cx="4356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8">
              <p14:nvContentPartPr>
                <p14:cNvPr id="281" name="Ink 280">
                  <a:extLst>
                    <a:ext uri="{FF2B5EF4-FFF2-40B4-BE49-F238E27FC236}">
                      <a16:creationId xmlns:a16="http://schemas.microsoft.com/office/drawing/2014/main" id="{BC72825D-F224-98FD-32A7-B37ABF564F62}"/>
                    </a:ext>
                  </a:extLst>
                </p14:cNvPr>
                <p14:cNvContentPartPr/>
                <p14:nvPr/>
              </p14:nvContentPartPr>
              <p14:xfrm>
                <a:off x="6353640" y="6103296"/>
                <a:ext cx="442800" cy="358200"/>
              </p14:xfrm>
            </p:contentPart>
          </mc:Choice>
          <mc:Fallback xmlns="">
            <p:pic>
              <p:nvPicPr>
                <p:cNvPr id="281" name="Ink 280">
                  <a:extLst>
                    <a:ext uri="{FF2B5EF4-FFF2-40B4-BE49-F238E27FC236}">
                      <a16:creationId xmlns:a16="http://schemas.microsoft.com/office/drawing/2014/main" id="{BC72825D-F224-98FD-32A7-B37ABF564F62}"/>
                    </a:ext>
                  </a:extLst>
                </p:cNvPr>
                <p:cNvPicPr/>
                <p:nvPr/>
              </p:nvPicPr>
              <p:blipFill>
                <a:blip r:embed="rId489"/>
                <a:stretch>
                  <a:fillRect/>
                </a:stretch>
              </p:blipFill>
              <p:spPr>
                <a:xfrm>
                  <a:off x="6349320" y="6098976"/>
                  <a:ext cx="451440" cy="36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0">
              <p14:nvContentPartPr>
                <p14:cNvPr id="291" name="Ink 290">
                  <a:extLst>
                    <a:ext uri="{FF2B5EF4-FFF2-40B4-BE49-F238E27FC236}">
                      <a16:creationId xmlns:a16="http://schemas.microsoft.com/office/drawing/2014/main" id="{01EB268C-F9C5-D459-029C-86E4A611CCD7}"/>
                    </a:ext>
                  </a:extLst>
                </p14:cNvPr>
                <p14:cNvContentPartPr/>
                <p14:nvPr/>
              </p14:nvContentPartPr>
              <p14:xfrm>
                <a:off x="6566760" y="6046416"/>
                <a:ext cx="17280" cy="68040"/>
              </p14:xfrm>
            </p:contentPart>
          </mc:Choice>
          <mc:Fallback xmlns="">
            <p:pic>
              <p:nvPicPr>
                <p:cNvPr id="291" name="Ink 290">
                  <a:extLst>
                    <a:ext uri="{FF2B5EF4-FFF2-40B4-BE49-F238E27FC236}">
                      <a16:creationId xmlns:a16="http://schemas.microsoft.com/office/drawing/2014/main" id="{01EB268C-F9C5-D459-029C-86E4A611CCD7}"/>
                    </a:ext>
                  </a:extLst>
                </p:cNvPr>
                <p:cNvPicPr/>
                <p:nvPr/>
              </p:nvPicPr>
              <p:blipFill>
                <a:blip r:embed="rId491"/>
                <a:stretch>
                  <a:fillRect/>
                </a:stretch>
              </p:blipFill>
              <p:spPr>
                <a:xfrm>
                  <a:off x="6562440" y="6042096"/>
                  <a:ext cx="25920" cy="76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92">
            <p14:nvContentPartPr>
              <p14:cNvPr id="293" name="Ink 292">
                <a:extLst>
                  <a:ext uri="{FF2B5EF4-FFF2-40B4-BE49-F238E27FC236}">
                    <a16:creationId xmlns:a16="http://schemas.microsoft.com/office/drawing/2014/main" id="{F968033D-FDB2-A887-C6D5-8F932F158E2C}"/>
                  </a:ext>
                </a:extLst>
              </p14:cNvPr>
              <p14:cNvContentPartPr/>
              <p14:nvPr/>
            </p14:nvContentPartPr>
            <p14:xfrm>
              <a:off x="6112080" y="5690016"/>
              <a:ext cx="18720" cy="122760"/>
            </p14:xfrm>
          </p:contentPart>
        </mc:Choice>
        <mc:Fallback xmlns="">
          <p:pic>
            <p:nvPicPr>
              <p:cNvPr id="293" name="Ink 292">
                <a:extLst>
                  <a:ext uri="{FF2B5EF4-FFF2-40B4-BE49-F238E27FC236}">
                    <a16:creationId xmlns:a16="http://schemas.microsoft.com/office/drawing/2014/main" id="{F968033D-FDB2-A887-C6D5-8F932F158E2C}"/>
                  </a:ext>
                </a:extLst>
              </p:cNvPr>
              <p:cNvPicPr/>
              <p:nvPr/>
            </p:nvPicPr>
            <p:blipFill>
              <a:blip r:embed="rId493"/>
              <a:stretch>
                <a:fillRect/>
              </a:stretch>
            </p:blipFill>
            <p:spPr>
              <a:xfrm>
                <a:off x="6107760" y="5685696"/>
                <a:ext cx="27360" cy="1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4">
            <p14:nvContentPartPr>
              <p14:cNvPr id="294" name="Ink 293">
                <a:extLst>
                  <a:ext uri="{FF2B5EF4-FFF2-40B4-BE49-F238E27FC236}">
                    <a16:creationId xmlns:a16="http://schemas.microsoft.com/office/drawing/2014/main" id="{E4FA51DA-8E14-B231-E0B0-E38A938B503B}"/>
                  </a:ext>
                </a:extLst>
              </p14:cNvPr>
              <p14:cNvContentPartPr/>
              <p14:nvPr/>
            </p14:nvContentPartPr>
            <p14:xfrm>
              <a:off x="5695200" y="6554016"/>
              <a:ext cx="101520" cy="133200"/>
            </p14:xfrm>
          </p:contentPart>
        </mc:Choice>
        <mc:Fallback xmlns="">
          <p:pic>
            <p:nvPicPr>
              <p:cNvPr id="294" name="Ink 293">
                <a:extLst>
                  <a:ext uri="{FF2B5EF4-FFF2-40B4-BE49-F238E27FC236}">
                    <a16:creationId xmlns:a16="http://schemas.microsoft.com/office/drawing/2014/main" id="{E4FA51DA-8E14-B231-E0B0-E38A938B503B}"/>
                  </a:ext>
                </a:extLst>
              </p:cNvPr>
              <p:cNvPicPr/>
              <p:nvPr/>
            </p:nvPicPr>
            <p:blipFill>
              <a:blip r:embed="rId495"/>
              <a:stretch>
                <a:fillRect/>
              </a:stretch>
            </p:blipFill>
            <p:spPr>
              <a:xfrm>
                <a:off x="5690880" y="6549696"/>
                <a:ext cx="110160" cy="141840"/>
              </a:xfrm>
              <a:prstGeom prst="rect">
                <a:avLst/>
              </a:prstGeom>
            </p:spPr>
          </p:pic>
        </mc:Fallback>
      </mc:AlternateContent>
      <p:grpSp>
        <p:nvGrpSpPr>
          <p:cNvPr id="297" name="Group 296">
            <a:extLst>
              <a:ext uri="{FF2B5EF4-FFF2-40B4-BE49-F238E27FC236}">
                <a16:creationId xmlns:a16="http://schemas.microsoft.com/office/drawing/2014/main" id="{6731FD14-0AA2-C898-28E6-429E04F0E1EC}"/>
              </a:ext>
            </a:extLst>
          </p:cNvPr>
          <p:cNvGrpSpPr/>
          <p:nvPr/>
        </p:nvGrpSpPr>
        <p:grpSpPr>
          <a:xfrm>
            <a:off x="6574320" y="6548256"/>
            <a:ext cx="141120" cy="151920"/>
            <a:chOff x="6574320" y="6548256"/>
            <a:chExt cx="141120" cy="151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96">
              <p14:nvContentPartPr>
                <p14:cNvPr id="295" name="Ink 294">
                  <a:extLst>
                    <a:ext uri="{FF2B5EF4-FFF2-40B4-BE49-F238E27FC236}">
                      <a16:creationId xmlns:a16="http://schemas.microsoft.com/office/drawing/2014/main" id="{E84DE5B0-132D-0940-1DBA-5DC8A6BF2B5E}"/>
                    </a:ext>
                  </a:extLst>
                </p14:cNvPr>
                <p14:cNvContentPartPr/>
                <p14:nvPr/>
              </p14:nvContentPartPr>
              <p14:xfrm>
                <a:off x="6574320" y="6554376"/>
                <a:ext cx="141120" cy="61200"/>
              </p14:xfrm>
            </p:contentPart>
          </mc:Choice>
          <mc:Fallback xmlns="">
            <p:pic>
              <p:nvPicPr>
                <p:cNvPr id="295" name="Ink 294">
                  <a:extLst>
                    <a:ext uri="{FF2B5EF4-FFF2-40B4-BE49-F238E27FC236}">
                      <a16:creationId xmlns:a16="http://schemas.microsoft.com/office/drawing/2014/main" id="{E84DE5B0-132D-0940-1DBA-5DC8A6BF2B5E}"/>
                    </a:ext>
                  </a:extLst>
                </p:cNvPr>
                <p:cNvPicPr/>
                <p:nvPr/>
              </p:nvPicPr>
              <p:blipFill>
                <a:blip r:embed="rId497"/>
                <a:stretch>
                  <a:fillRect/>
                </a:stretch>
              </p:blipFill>
              <p:spPr>
                <a:xfrm>
                  <a:off x="6570000" y="6550056"/>
                  <a:ext cx="149760" cy="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8">
              <p14:nvContentPartPr>
                <p14:cNvPr id="296" name="Ink 295">
                  <a:extLst>
                    <a:ext uri="{FF2B5EF4-FFF2-40B4-BE49-F238E27FC236}">
                      <a16:creationId xmlns:a16="http://schemas.microsoft.com/office/drawing/2014/main" id="{A4F21AB1-C8D1-BAD6-81A4-612FE47C84FD}"/>
                    </a:ext>
                  </a:extLst>
                </p14:cNvPr>
                <p14:cNvContentPartPr/>
                <p14:nvPr/>
              </p14:nvContentPartPr>
              <p14:xfrm>
                <a:off x="6648840" y="6548256"/>
                <a:ext cx="24840" cy="151920"/>
              </p14:xfrm>
            </p:contentPart>
          </mc:Choice>
          <mc:Fallback xmlns="">
            <p:pic>
              <p:nvPicPr>
                <p:cNvPr id="296" name="Ink 295">
                  <a:extLst>
                    <a:ext uri="{FF2B5EF4-FFF2-40B4-BE49-F238E27FC236}">
                      <a16:creationId xmlns:a16="http://schemas.microsoft.com/office/drawing/2014/main" id="{A4F21AB1-C8D1-BAD6-81A4-612FE47C84FD}"/>
                    </a:ext>
                  </a:extLst>
                </p:cNvPr>
                <p:cNvPicPr/>
                <p:nvPr/>
              </p:nvPicPr>
              <p:blipFill>
                <a:blip r:embed="rId499"/>
                <a:stretch>
                  <a:fillRect/>
                </a:stretch>
              </p:blipFill>
              <p:spPr>
                <a:xfrm>
                  <a:off x="6644520" y="6543936"/>
                  <a:ext cx="33480" cy="160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00">
            <p14:nvContentPartPr>
              <p14:cNvPr id="298" name="Ink 297">
                <a:extLst>
                  <a:ext uri="{FF2B5EF4-FFF2-40B4-BE49-F238E27FC236}">
                    <a16:creationId xmlns:a16="http://schemas.microsoft.com/office/drawing/2014/main" id="{DA693400-BF5C-8A11-C2F1-8C518CD6CCDF}"/>
                  </a:ext>
                </a:extLst>
              </p14:cNvPr>
              <p14:cNvContentPartPr/>
              <p14:nvPr/>
            </p14:nvContentPartPr>
            <p14:xfrm>
              <a:off x="10572840" y="1930896"/>
              <a:ext cx="51120" cy="113400"/>
            </p14:xfrm>
          </p:contentPart>
        </mc:Choice>
        <mc:Fallback xmlns="">
          <p:pic>
            <p:nvPicPr>
              <p:cNvPr id="298" name="Ink 297">
                <a:extLst>
                  <a:ext uri="{FF2B5EF4-FFF2-40B4-BE49-F238E27FC236}">
                    <a16:creationId xmlns:a16="http://schemas.microsoft.com/office/drawing/2014/main" id="{DA693400-BF5C-8A11-C2F1-8C518CD6CCDF}"/>
                  </a:ext>
                </a:extLst>
              </p:cNvPr>
              <p:cNvPicPr/>
              <p:nvPr/>
            </p:nvPicPr>
            <p:blipFill>
              <a:blip r:embed="rId501"/>
              <a:stretch>
                <a:fillRect/>
              </a:stretch>
            </p:blipFill>
            <p:spPr>
              <a:xfrm>
                <a:off x="10568520" y="1926576"/>
                <a:ext cx="59760" cy="122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749799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D3FA9E9E-754B-39C7-7B78-BB0AF573C30A}"/>
                  </a:ext>
                </a:extLst>
              </p14:cNvPr>
              <p14:cNvContentPartPr/>
              <p14:nvPr/>
            </p14:nvContentPartPr>
            <p14:xfrm>
              <a:off x="2524680" y="1214280"/>
              <a:ext cx="88920" cy="12204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D3FA9E9E-754B-39C7-7B78-BB0AF573C30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520360" y="1209960"/>
                <a:ext cx="97560" cy="13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E986E3FC-0849-7DA5-7EE1-063E2865188F}"/>
                  </a:ext>
                </a:extLst>
              </p14:cNvPr>
              <p14:cNvContentPartPr/>
              <p14:nvPr/>
            </p14:nvContentPartPr>
            <p14:xfrm>
              <a:off x="1896480" y="2032200"/>
              <a:ext cx="34920" cy="1155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E986E3FC-0849-7DA5-7EE1-063E2865188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892160" y="2027880"/>
                <a:ext cx="43560" cy="12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BA11EDA4-3600-5BE7-CD74-A765F5CB61A9}"/>
                  </a:ext>
                </a:extLst>
              </p14:cNvPr>
              <p14:cNvContentPartPr/>
              <p14:nvPr/>
            </p14:nvContentPartPr>
            <p14:xfrm>
              <a:off x="3065400" y="2070360"/>
              <a:ext cx="115560" cy="867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BA11EDA4-3600-5BE7-CD74-A765F5CB61A9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061080" y="2066040"/>
                <a:ext cx="124200" cy="9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F5F37AA3-BE23-2758-9D3A-9C08152D5A32}"/>
                  </a:ext>
                </a:extLst>
              </p14:cNvPr>
              <p14:cNvContentPartPr/>
              <p14:nvPr/>
            </p14:nvContentPartPr>
            <p14:xfrm>
              <a:off x="1323720" y="510840"/>
              <a:ext cx="152640" cy="1425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F5F37AA3-BE23-2758-9D3A-9C08152D5A32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319400" y="506520"/>
                <a:ext cx="161280" cy="15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8BC24654-E363-55BD-EC42-680041392AF7}"/>
                  </a:ext>
                </a:extLst>
              </p14:cNvPr>
              <p14:cNvContentPartPr/>
              <p14:nvPr/>
            </p14:nvContentPartPr>
            <p14:xfrm>
              <a:off x="1478160" y="532800"/>
              <a:ext cx="70920" cy="8568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8BC24654-E363-55BD-EC42-680041392AF7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473840" y="528480"/>
                <a:ext cx="79560" cy="9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66467B0D-84C0-1824-8430-F3B12B453D59}"/>
                  </a:ext>
                </a:extLst>
              </p14:cNvPr>
              <p14:cNvContentPartPr/>
              <p14:nvPr/>
            </p14:nvContentPartPr>
            <p14:xfrm>
              <a:off x="1577520" y="544320"/>
              <a:ext cx="77760" cy="669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66467B0D-84C0-1824-8430-F3B12B453D59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573200" y="540000"/>
                <a:ext cx="86400" cy="7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8A181BD8-512B-ABEB-13FC-6816E79B1A48}"/>
                  </a:ext>
                </a:extLst>
              </p14:cNvPr>
              <p14:cNvContentPartPr/>
              <p14:nvPr/>
            </p14:nvContentPartPr>
            <p14:xfrm>
              <a:off x="1713960" y="443880"/>
              <a:ext cx="99720" cy="16380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8A181BD8-512B-ABEB-13FC-6816E79B1A48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709640" y="439560"/>
                <a:ext cx="108360" cy="17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385D22A5-0AEB-5B46-979F-2A61A3FADF07}"/>
                  </a:ext>
                </a:extLst>
              </p14:cNvPr>
              <p14:cNvContentPartPr/>
              <p14:nvPr/>
            </p14:nvContentPartPr>
            <p14:xfrm>
              <a:off x="1709280" y="510840"/>
              <a:ext cx="148320" cy="252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385D22A5-0AEB-5B46-979F-2A61A3FADF07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704960" y="506520"/>
                <a:ext cx="156960" cy="1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D62C0A76-65DA-2127-81F0-5B033EA7F561}"/>
                  </a:ext>
                </a:extLst>
              </p14:cNvPr>
              <p14:cNvContentPartPr/>
              <p14:nvPr/>
            </p14:nvContentPartPr>
            <p14:xfrm>
              <a:off x="2256840" y="473760"/>
              <a:ext cx="297720" cy="33948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D62C0A76-65DA-2127-81F0-5B033EA7F561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2252520" y="469440"/>
                <a:ext cx="306360" cy="34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690B0373-7F63-23FE-CDFB-47FE7BFFED2E}"/>
                  </a:ext>
                </a:extLst>
              </p14:cNvPr>
              <p14:cNvContentPartPr/>
              <p14:nvPr/>
            </p14:nvContentPartPr>
            <p14:xfrm>
              <a:off x="2443320" y="740880"/>
              <a:ext cx="93240" cy="5148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690B0373-7F63-23FE-CDFB-47FE7BFFED2E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2439000" y="736560"/>
                <a:ext cx="101880" cy="6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9A3C1CD8-6909-C498-84C0-8284423548A4}"/>
                  </a:ext>
                </a:extLst>
              </p14:cNvPr>
              <p14:cNvContentPartPr/>
              <p14:nvPr/>
            </p14:nvContentPartPr>
            <p14:xfrm>
              <a:off x="2526480" y="727200"/>
              <a:ext cx="95760" cy="9720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9A3C1CD8-6909-C498-84C0-8284423548A4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2522160" y="722880"/>
                <a:ext cx="104400" cy="10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33A832C8-DE36-230E-E32A-8FF7DCADD2EE}"/>
                  </a:ext>
                </a:extLst>
              </p14:cNvPr>
              <p14:cNvContentPartPr/>
              <p14:nvPr/>
            </p14:nvContentPartPr>
            <p14:xfrm>
              <a:off x="2354040" y="780480"/>
              <a:ext cx="381600" cy="40788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33A832C8-DE36-230E-E32A-8FF7DCADD2EE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2349720" y="776160"/>
                <a:ext cx="390240" cy="41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696FE18C-A87C-A5CB-A767-ABC358FC2E03}"/>
                  </a:ext>
                </a:extLst>
              </p14:cNvPr>
              <p14:cNvContentPartPr/>
              <p14:nvPr/>
            </p14:nvContentPartPr>
            <p14:xfrm>
              <a:off x="2210760" y="1139040"/>
              <a:ext cx="220320" cy="47844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696FE18C-A87C-A5CB-A767-ABC358FC2E03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2206440" y="1134720"/>
                <a:ext cx="228960" cy="48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C05379C9-66D1-D706-E4B6-9D402F4047D1}"/>
                  </a:ext>
                </a:extLst>
              </p14:cNvPr>
              <p14:cNvContentPartPr/>
              <p14:nvPr/>
            </p14:nvContentPartPr>
            <p14:xfrm>
              <a:off x="1753200" y="1575000"/>
              <a:ext cx="508680" cy="42300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C05379C9-66D1-D706-E4B6-9D402F4047D1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1748880" y="1570680"/>
                <a:ext cx="517320" cy="43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BF209D74-82A1-9938-BA0D-759793C60EFA}"/>
                  </a:ext>
                </a:extLst>
              </p14:cNvPr>
              <p14:cNvContentPartPr/>
              <p14:nvPr/>
            </p14:nvContentPartPr>
            <p14:xfrm>
              <a:off x="2640960" y="1171440"/>
              <a:ext cx="441000" cy="46224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BF209D74-82A1-9938-BA0D-759793C60EFA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2636640" y="1167120"/>
                <a:ext cx="449640" cy="47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6CBB2C03-60DE-69EF-8963-2B2275333C0B}"/>
                  </a:ext>
                </a:extLst>
              </p14:cNvPr>
              <p14:cNvContentPartPr/>
              <p14:nvPr/>
            </p14:nvContentPartPr>
            <p14:xfrm>
              <a:off x="2824200" y="1628640"/>
              <a:ext cx="521640" cy="38808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6CBB2C03-60DE-69EF-8963-2B2275333C0B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2819880" y="1624320"/>
                <a:ext cx="530280" cy="39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F3953E91-411E-7228-4DB8-86DA0F66AE13}"/>
                  </a:ext>
                </a:extLst>
              </p14:cNvPr>
              <p14:cNvContentPartPr/>
              <p14:nvPr/>
            </p14:nvContentPartPr>
            <p14:xfrm>
              <a:off x="1455120" y="1971360"/>
              <a:ext cx="344880" cy="66924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F3953E91-411E-7228-4DB8-86DA0F66AE13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1450800" y="1967040"/>
                <a:ext cx="353520" cy="67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96F2A12D-BAEF-317C-991A-6EDC7FDC84ED}"/>
                  </a:ext>
                </a:extLst>
              </p14:cNvPr>
              <p14:cNvContentPartPr/>
              <p14:nvPr/>
            </p14:nvContentPartPr>
            <p14:xfrm>
              <a:off x="906120" y="2576160"/>
              <a:ext cx="676080" cy="71208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96F2A12D-BAEF-317C-991A-6EDC7FDC84ED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901800" y="2571840"/>
                <a:ext cx="684720" cy="72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48518E2F-A0D7-D862-1C43-7280C9E9DBBE}"/>
                  </a:ext>
                </a:extLst>
              </p14:cNvPr>
              <p14:cNvContentPartPr/>
              <p14:nvPr/>
            </p14:nvContentPartPr>
            <p14:xfrm>
              <a:off x="2090160" y="2001960"/>
              <a:ext cx="56160" cy="87804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48518E2F-A0D7-D862-1C43-7280C9E9DBBE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2085840" y="1997640"/>
                <a:ext cx="64800" cy="88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A579AEEE-8A36-4027-EE02-3AE6538DC2B3}"/>
                  </a:ext>
                </a:extLst>
              </p14:cNvPr>
              <p14:cNvContentPartPr/>
              <p14:nvPr/>
            </p14:nvContentPartPr>
            <p14:xfrm>
              <a:off x="1806480" y="2653200"/>
              <a:ext cx="594000" cy="75060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A579AEEE-8A36-4027-EE02-3AE6538DC2B3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1802160" y="2648880"/>
                <a:ext cx="602640" cy="75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2A603016-7EEB-97D3-7D52-74B54B667AB5}"/>
                  </a:ext>
                </a:extLst>
              </p14:cNvPr>
              <p14:cNvContentPartPr/>
              <p14:nvPr/>
            </p14:nvContentPartPr>
            <p14:xfrm>
              <a:off x="2704680" y="1971720"/>
              <a:ext cx="282600" cy="74484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2A603016-7EEB-97D3-7D52-74B54B667AB5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2700360" y="1967400"/>
                <a:ext cx="291240" cy="75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764F67F4-1C18-5E5C-26C7-86DFB595890D}"/>
                  </a:ext>
                </a:extLst>
              </p14:cNvPr>
              <p14:cNvContentPartPr/>
              <p14:nvPr/>
            </p14:nvContentPartPr>
            <p14:xfrm>
              <a:off x="2485080" y="2699280"/>
              <a:ext cx="532080" cy="62676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764F67F4-1C18-5E5C-26C7-86DFB595890D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2480760" y="2694960"/>
                <a:ext cx="540720" cy="63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E5DEF73D-C8F6-4FBD-1713-BE46F869E6FA}"/>
                  </a:ext>
                </a:extLst>
              </p14:cNvPr>
              <p14:cNvContentPartPr/>
              <p14:nvPr/>
            </p14:nvContentPartPr>
            <p14:xfrm>
              <a:off x="3231720" y="1986840"/>
              <a:ext cx="362880" cy="62388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E5DEF73D-C8F6-4FBD-1713-BE46F869E6FA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3227400" y="1982520"/>
                <a:ext cx="371520" cy="632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DEFB0725-7C28-80B1-9722-92AE3D3F58D2}"/>
                  </a:ext>
                </a:extLst>
              </p14:cNvPr>
              <p14:cNvContentPartPr/>
              <p14:nvPr/>
            </p14:nvContentPartPr>
            <p14:xfrm>
              <a:off x="3312000" y="2602440"/>
              <a:ext cx="568800" cy="63000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DEFB0725-7C28-80B1-9722-92AE3D3F58D2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3307680" y="2598120"/>
                <a:ext cx="577440" cy="63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7D9D5AC5-467F-399F-6CBB-74C5427C3C09}"/>
                  </a:ext>
                </a:extLst>
              </p14:cNvPr>
              <p14:cNvContentPartPr/>
              <p14:nvPr/>
            </p14:nvContentPartPr>
            <p14:xfrm>
              <a:off x="952200" y="3337920"/>
              <a:ext cx="97200" cy="13212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7D9D5AC5-467F-399F-6CBB-74C5427C3C09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947880" y="3333600"/>
                <a:ext cx="105840" cy="14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73D0BBDF-6835-64B5-0255-F60CF43E4F5A}"/>
                  </a:ext>
                </a:extLst>
              </p14:cNvPr>
              <p14:cNvContentPartPr/>
              <p14:nvPr/>
            </p14:nvContentPartPr>
            <p14:xfrm>
              <a:off x="1896480" y="3444840"/>
              <a:ext cx="141120" cy="8892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73D0BBDF-6835-64B5-0255-F60CF43E4F5A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1892160" y="3440520"/>
                <a:ext cx="149760" cy="9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149C6C44-2C5F-0B4F-D86B-784E1FAF54E4}"/>
                  </a:ext>
                </a:extLst>
              </p14:cNvPr>
              <p14:cNvContentPartPr/>
              <p14:nvPr/>
            </p14:nvContentPartPr>
            <p14:xfrm>
              <a:off x="1971360" y="3483720"/>
              <a:ext cx="27000" cy="11016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149C6C44-2C5F-0B4F-D86B-784E1FAF54E4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1967040" y="3479400"/>
                <a:ext cx="35640" cy="11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D340984B-EF92-350D-00CA-574D1E689751}"/>
                  </a:ext>
                </a:extLst>
              </p14:cNvPr>
              <p14:cNvContentPartPr/>
              <p14:nvPr/>
            </p14:nvContentPartPr>
            <p14:xfrm>
              <a:off x="2640600" y="3411000"/>
              <a:ext cx="73440" cy="10152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D340984B-EF92-350D-00CA-574D1E689751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2636280" y="3406680"/>
                <a:ext cx="82080" cy="11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24DDF5AE-1580-7FE4-D06F-2F5BEFA37700}"/>
                  </a:ext>
                </a:extLst>
              </p14:cNvPr>
              <p14:cNvContentPartPr/>
              <p14:nvPr/>
            </p14:nvContentPartPr>
            <p14:xfrm>
              <a:off x="2707200" y="3404880"/>
              <a:ext cx="95040" cy="1080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24DDF5AE-1580-7FE4-D06F-2F5BEFA37700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2702880" y="3400560"/>
                <a:ext cx="103680" cy="1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0EE242FE-A8E3-21EF-7ED9-135AA3C9BE0C}"/>
                  </a:ext>
                </a:extLst>
              </p14:cNvPr>
              <p14:cNvContentPartPr/>
              <p14:nvPr/>
            </p14:nvContentPartPr>
            <p14:xfrm>
              <a:off x="3620160" y="3285720"/>
              <a:ext cx="133920" cy="14328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0EE242FE-A8E3-21EF-7ED9-135AA3C9BE0C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3615840" y="3281400"/>
                <a:ext cx="142560" cy="15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05B0A4DF-E4CD-302B-285D-2FFD38F33DA2}"/>
                  </a:ext>
                </a:extLst>
              </p14:cNvPr>
              <p14:cNvContentPartPr/>
              <p14:nvPr/>
            </p14:nvContentPartPr>
            <p14:xfrm>
              <a:off x="2460240" y="888480"/>
              <a:ext cx="166680" cy="10440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05B0A4DF-E4CD-302B-285D-2FFD38F33DA2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2455920" y="884160"/>
                <a:ext cx="175320" cy="11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9BAC052B-6843-A914-05DD-E27A49FED939}"/>
                  </a:ext>
                </a:extLst>
              </p14:cNvPr>
              <p14:cNvContentPartPr/>
              <p14:nvPr/>
            </p14:nvContentPartPr>
            <p14:xfrm>
              <a:off x="2540880" y="942840"/>
              <a:ext cx="37440" cy="17028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9BAC052B-6843-A914-05DD-E27A49FED939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2536560" y="938520"/>
                <a:ext cx="46080" cy="17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22E406E5-D45D-6ABA-5F40-DF67B80E43D0}"/>
                  </a:ext>
                </a:extLst>
              </p14:cNvPr>
              <p14:cNvContentPartPr/>
              <p14:nvPr/>
            </p14:nvContentPartPr>
            <p14:xfrm>
              <a:off x="3039840" y="1753200"/>
              <a:ext cx="113400" cy="16920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22E406E5-D45D-6ABA-5F40-DF67B80E43D0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3035520" y="1748880"/>
                <a:ext cx="122040" cy="17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C4636035-B561-3266-312F-A50E00ADFD65}"/>
                  </a:ext>
                </a:extLst>
              </p14:cNvPr>
              <p14:cNvContentPartPr/>
              <p14:nvPr/>
            </p14:nvContentPartPr>
            <p14:xfrm>
              <a:off x="3097800" y="1782720"/>
              <a:ext cx="101520" cy="756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C4636035-B561-3266-312F-A50E00ADFD65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3093480" y="1778400"/>
                <a:ext cx="110160" cy="1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3275A72D-EF40-E474-42EB-41BA34AB55E2}"/>
                  </a:ext>
                </a:extLst>
              </p14:cNvPr>
              <p14:cNvContentPartPr/>
              <p14:nvPr/>
            </p14:nvContentPartPr>
            <p14:xfrm>
              <a:off x="1090440" y="2908440"/>
              <a:ext cx="210240" cy="16668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3275A72D-EF40-E474-42EB-41BA34AB55E2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1086120" y="2904120"/>
                <a:ext cx="218880" cy="17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574B6A1C-6077-5845-2189-D4E7617BBEE3}"/>
                  </a:ext>
                </a:extLst>
              </p14:cNvPr>
              <p14:cNvContentPartPr/>
              <p14:nvPr/>
            </p14:nvContentPartPr>
            <p14:xfrm>
              <a:off x="2651760" y="2980080"/>
              <a:ext cx="152640" cy="16920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574B6A1C-6077-5845-2189-D4E7617BBEE3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2647440" y="2975760"/>
                <a:ext cx="161280" cy="17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CE7777EC-E17A-1AFC-472B-51827B65177C}"/>
                  </a:ext>
                </a:extLst>
              </p14:cNvPr>
              <p14:cNvContentPartPr/>
              <p14:nvPr/>
            </p14:nvContentPartPr>
            <p14:xfrm>
              <a:off x="3503160" y="2903040"/>
              <a:ext cx="145800" cy="15588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CE7777EC-E17A-1AFC-472B-51827B65177C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3498840" y="2898720"/>
                <a:ext cx="154440" cy="16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BCD77D25-7670-D4B8-0661-56F0B428B690}"/>
                  </a:ext>
                </a:extLst>
              </p14:cNvPr>
              <p14:cNvContentPartPr/>
              <p14:nvPr/>
            </p14:nvContentPartPr>
            <p14:xfrm>
              <a:off x="3853080" y="4666896"/>
              <a:ext cx="18720" cy="29160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BCD77D25-7670-D4B8-0661-56F0B428B690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3848760" y="4662576"/>
                <a:ext cx="27360" cy="3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0E571D49-C695-4F36-8F87-02FEADC63883}"/>
                  </a:ext>
                </a:extLst>
              </p14:cNvPr>
              <p14:cNvContentPartPr/>
              <p14:nvPr/>
            </p14:nvContentPartPr>
            <p14:xfrm>
              <a:off x="1923480" y="1700856"/>
              <a:ext cx="167760" cy="212040"/>
            </p14:xfrm>
          </p:contentPart>
        </mc:Choice>
        <mc:Fallback xmlns=""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0E571D49-C695-4F36-8F87-02FEADC63883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1919160" y="1696536"/>
                <a:ext cx="176400" cy="22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9247C1E2-9211-B469-AED2-EE6D8DC9977E}"/>
                  </a:ext>
                </a:extLst>
              </p14:cNvPr>
              <p14:cNvContentPartPr/>
              <p14:nvPr/>
            </p14:nvContentPartPr>
            <p14:xfrm>
              <a:off x="2049120" y="2988576"/>
              <a:ext cx="37440" cy="208080"/>
            </p14:xfrm>
          </p:contentPart>
        </mc:Choice>
        <mc:Fallback xmlns=""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9247C1E2-9211-B469-AED2-EE6D8DC9977E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2044800" y="2984256"/>
                <a:ext cx="46080" cy="216720"/>
              </a:xfrm>
              <a:prstGeom prst="rect">
                <a:avLst/>
              </a:prstGeom>
            </p:spPr>
          </p:pic>
        </mc:Fallback>
      </mc:AlternateContent>
      <p:grpSp>
        <p:nvGrpSpPr>
          <p:cNvPr id="69" name="Group 68">
            <a:extLst>
              <a:ext uri="{FF2B5EF4-FFF2-40B4-BE49-F238E27FC236}">
                <a16:creationId xmlns:a16="http://schemas.microsoft.com/office/drawing/2014/main" id="{514C8C04-CEB4-E5A0-D83D-057D504726B6}"/>
              </a:ext>
            </a:extLst>
          </p:cNvPr>
          <p:cNvGrpSpPr/>
          <p:nvPr/>
        </p:nvGrpSpPr>
        <p:grpSpPr>
          <a:xfrm>
            <a:off x="1418040" y="60696"/>
            <a:ext cx="4110120" cy="2281320"/>
            <a:chOff x="1418040" y="60696"/>
            <a:chExt cx="4110120" cy="2281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2D096338-2F12-E841-00C4-1A9C85BE4B49}"/>
                    </a:ext>
                  </a:extLst>
                </p14:cNvPr>
                <p14:cNvContentPartPr/>
                <p14:nvPr/>
              </p14:nvContentPartPr>
              <p14:xfrm>
                <a:off x="1418040" y="603936"/>
                <a:ext cx="2278440" cy="173808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2D096338-2F12-E841-00C4-1A9C85BE4B49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1413720" y="599616"/>
                  <a:ext cx="2287080" cy="174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AD3B8A34-1ECB-38FD-058C-9BFC745CB165}"/>
                    </a:ext>
                  </a:extLst>
                </p14:cNvPr>
                <p14:cNvContentPartPr/>
                <p14:nvPr/>
              </p14:nvContentPartPr>
              <p14:xfrm>
                <a:off x="3396240" y="186696"/>
                <a:ext cx="540360" cy="47808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AD3B8A34-1ECB-38FD-058C-9BFC745CB165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3391920" y="182376"/>
                  <a:ext cx="549000" cy="48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6C1B51DA-D7D9-F3D3-E916-189243F3FAE1}"/>
                    </a:ext>
                  </a:extLst>
                </p14:cNvPr>
                <p14:cNvContentPartPr/>
                <p14:nvPr/>
              </p14:nvContentPartPr>
              <p14:xfrm>
                <a:off x="3317400" y="608256"/>
                <a:ext cx="134280" cy="18396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6C1B51DA-D7D9-F3D3-E916-189243F3FAE1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3313080" y="603936"/>
                  <a:ext cx="14292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7F9E49C3-D763-3C62-5E06-77286A1F2AF5}"/>
                    </a:ext>
                  </a:extLst>
                </p14:cNvPr>
                <p14:cNvContentPartPr/>
                <p14:nvPr/>
              </p14:nvContentPartPr>
              <p14:xfrm>
                <a:off x="4058640" y="197136"/>
                <a:ext cx="40680" cy="12384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7F9E49C3-D763-3C62-5E06-77286A1F2AF5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4054320" y="192816"/>
                  <a:ext cx="4932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10A24F07-43D5-55F9-FFAC-48FB9F91561E}"/>
                    </a:ext>
                  </a:extLst>
                </p14:cNvPr>
                <p14:cNvContentPartPr/>
                <p14:nvPr/>
              </p14:nvContentPartPr>
              <p14:xfrm>
                <a:off x="4026240" y="197136"/>
                <a:ext cx="114840" cy="20952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10A24F07-43D5-55F9-FFAC-48FB9F91561E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4021920" y="192816"/>
                  <a:ext cx="123480" cy="21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B37F7DAF-EE9E-CC11-03ED-5335079F4761}"/>
                    </a:ext>
                  </a:extLst>
                </p14:cNvPr>
                <p14:cNvContentPartPr/>
                <p14:nvPr/>
              </p14:nvContentPartPr>
              <p14:xfrm>
                <a:off x="4147200" y="259776"/>
                <a:ext cx="80640" cy="9540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B37F7DAF-EE9E-CC11-03ED-5335079F4761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4142880" y="255456"/>
                  <a:ext cx="8928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7AF59DD9-29C3-0A2A-2BBD-B54240F6EC5A}"/>
                    </a:ext>
                  </a:extLst>
                </p14:cNvPr>
                <p14:cNvContentPartPr/>
                <p14:nvPr/>
              </p14:nvContentPartPr>
              <p14:xfrm>
                <a:off x="4425840" y="77256"/>
                <a:ext cx="51120" cy="29592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7AF59DD9-29C3-0A2A-2BBD-B54240F6EC5A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4421520" y="72936"/>
                  <a:ext cx="59760" cy="30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C287D0C3-DBCC-0EC3-769C-724BC66831B2}"/>
                    </a:ext>
                  </a:extLst>
                </p14:cNvPr>
                <p14:cNvContentPartPr/>
                <p14:nvPr/>
              </p14:nvContentPartPr>
              <p14:xfrm>
                <a:off x="4433040" y="60696"/>
                <a:ext cx="226800" cy="25632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C287D0C3-DBCC-0EC3-769C-724BC66831B2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4428720" y="56376"/>
                  <a:ext cx="235440" cy="26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D3ECDECB-51F0-D995-D00E-177E00D9349D}"/>
                    </a:ext>
                  </a:extLst>
                </p14:cNvPr>
                <p14:cNvContentPartPr/>
                <p14:nvPr/>
              </p14:nvContentPartPr>
              <p14:xfrm>
                <a:off x="4698720" y="261936"/>
                <a:ext cx="5040" cy="7092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D3ECDECB-51F0-D995-D00E-177E00D9349D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4694400" y="257616"/>
                  <a:ext cx="1368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FA40600D-4EF1-73C8-510D-5F81C7052BED}"/>
                    </a:ext>
                  </a:extLst>
                </p14:cNvPr>
                <p14:cNvContentPartPr/>
                <p14:nvPr/>
              </p14:nvContentPartPr>
              <p14:xfrm>
                <a:off x="4698720" y="176616"/>
                <a:ext cx="23400" cy="4788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FA40600D-4EF1-73C8-510D-5F81C7052BED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4694400" y="172296"/>
                  <a:ext cx="3204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87719EA6-3116-32F1-022D-83789415B1F4}"/>
                    </a:ext>
                  </a:extLst>
                </p14:cNvPr>
                <p14:cNvContentPartPr/>
                <p14:nvPr/>
              </p14:nvContentPartPr>
              <p14:xfrm>
                <a:off x="4770360" y="241056"/>
                <a:ext cx="48960" cy="8244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87719EA6-3116-32F1-022D-83789415B1F4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4766040" y="236736"/>
                  <a:ext cx="5760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625F3029-DD1F-735C-23FB-0122B343E03A}"/>
                    </a:ext>
                  </a:extLst>
                </p14:cNvPr>
                <p14:cNvContentPartPr/>
                <p14:nvPr/>
              </p14:nvContentPartPr>
              <p14:xfrm>
                <a:off x="5007960" y="206496"/>
                <a:ext cx="104400" cy="6264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625F3029-DD1F-735C-23FB-0122B343E03A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5003640" y="202176"/>
                  <a:ext cx="11304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BFF3D9AF-E405-004D-CD82-C24E5761FCEB}"/>
                    </a:ext>
                  </a:extLst>
                </p14:cNvPr>
                <p14:cNvContentPartPr/>
                <p14:nvPr/>
              </p14:nvContentPartPr>
              <p14:xfrm>
                <a:off x="5149080" y="176616"/>
                <a:ext cx="70200" cy="10980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BFF3D9AF-E405-004D-CD82-C24E5761FCEB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5144760" y="172296"/>
                  <a:ext cx="78840" cy="11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92C2C78F-DC3E-3130-4691-19FDCE5519A7}"/>
                    </a:ext>
                  </a:extLst>
                </p14:cNvPr>
                <p14:cNvContentPartPr/>
                <p14:nvPr/>
              </p14:nvContentPartPr>
              <p14:xfrm>
                <a:off x="5255280" y="174096"/>
                <a:ext cx="81360" cy="11592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92C2C78F-DC3E-3130-4691-19FDCE5519A7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5250960" y="169776"/>
                  <a:ext cx="9000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07D6B3C4-1733-2362-51F5-7D76D153BAEE}"/>
                    </a:ext>
                  </a:extLst>
                </p14:cNvPr>
                <p14:cNvContentPartPr/>
                <p14:nvPr/>
              </p14:nvContentPartPr>
              <p14:xfrm>
                <a:off x="5248440" y="219096"/>
                <a:ext cx="92880" cy="2340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07D6B3C4-1733-2362-51F5-7D76D153BAEE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5244120" y="214776"/>
                  <a:ext cx="10152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9796BAB0-AE89-EA22-8BC1-F3DE4F4A7409}"/>
                    </a:ext>
                  </a:extLst>
                </p14:cNvPr>
                <p14:cNvContentPartPr/>
                <p14:nvPr/>
              </p14:nvContentPartPr>
              <p14:xfrm>
                <a:off x="5483880" y="111816"/>
                <a:ext cx="44280" cy="13068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9796BAB0-AE89-EA22-8BC1-F3DE4F4A7409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5479560" y="107496"/>
                  <a:ext cx="5292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DA9E0B88-A9D9-8DF1-316F-112BFB5DC266}"/>
                    </a:ext>
                  </a:extLst>
                </p14:cNvPr>
                <p14:cNvContentPartPr/>
                <p14:nvPr/>
              </p14:nvContentPartPr>
              <p14:xfrm>
                <a:off x="5419440" y="207576"/>
                <a:ext cx="72000" cy="396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DA9E0B88-A9D9-8DF1-316F-112BFB5DC266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5415120" y="203256"/>
                  <a:ext cx="80640" cy="12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67CC9A88-CF6A-AE91-E49B-3593B2410E4C}"/>
              </a:ext>
            </a:extLst>
          </p:cNvPr>
          <p:cNvGrpSpPr/>
          <p:nvPr/>
        </p:nvGrpSpPr>
        <p:grpSpPr>
          <a:xfrm>
            <a:off x="6567840" y="287496"/>
            <a:ext cx="1706760" cy="2048760"/>
            <a:chOff x="6567840" y="287496"/>
            <a:chExt cx="1706760" cy="2048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1F85C2A4-7153-020A-7DC1-27A273BCA21A}"/>
                    </a:ext>
                  </a:extLst>
                </p14:cNvPr>
                <p14:cNvContentPartPr/>
                <p14:nvPr/>
              </p14:nvContentPartPr>
              <p14:xfrm>
                <a:off x="7001640" y="287496"/>
                <a:ext cx="286920" cy="37800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1F85C2A4-7153-020A-7DC1-27A273BCA21A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6997320" y="283176"/>
                  <a:ext cx="295560" cy="38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F5812C5E-2A15-D6B1-5D75-A3F9F713A7E1}"/>
                    </a:ext>
                  </a:extLst>
                </p14:cNvPr>
                <p14:cNvContentPartPr/>
                <p14:nvPr/>
              </p14:nvContentPartPr>
              <p14:xfrm>
                <a:off x="7170120" y="619776"/>
                <a:ext cx="148320" cy="5472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F5812C5E-2A15-D6B1-5D75-A3F9F713A7E1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7165800" y="615456"/>
                  <a:ext cx="15696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99322B4B-F0B7-12D4-8258-3887C0F127BE}"/>
                    </a:ext>
                  </a:extLst>
                </p14:cNvPr>
                <p14:cNvContentPartPr/>
                <p14:nvPr/>
              </p14:nvContentPartPr>
              <p14:xfrm>
                <a:off x="7275600" y="588816"/>
                <a:ext cx="114480" cy="18324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99322B4B-F0B7-12D4-8258-3887C0F127BE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7271280" y="584496"/>
                  <a:ext cx="12312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FDA9A5EF-F136-44AA-BE04-D9DC6712B1F2}"/>
                    </a:ext>
                  </a:extLst>
                </p14:cNvPr>
                <p14:cNvContentPartPr/>
                <p14:nvPr/>
              </p14:nvContentPartPr>
              <p14:xfrm>
                <a:off x="7117560" y="738576"/>
                <a:ext cx="465840" cy="49572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FDA9A5EF-F136-44AA-BE04-D9DC6712B1F2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7113240" y="734256"/>
                  <a:ext cx="474480" cy="50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D03A0FBC-74C6-451C-E32A-9541157D1137}"/>
                    </a:ext>
                  </a:extLst>
                </p14:cNvPr>
                <p14:cNvContentPartPr/>
                <p14:nvPr/>
              </p14:nvContentPartPr>
              <p14:xfrm>
                <a:off x="7281000" y="916776"/>
                <a:ext cx="166680" cy="12744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D03A0FBC-74C6-451C-E32A-9541157D1137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7276680" y="912456"/>
                  <a:ext cx="175320" cy="13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92BEBD1D-AB2D-4A7A-C8FE-4EAA0F4E702B}"/>
                    </a:ext>
                  </a:extLst>
                </p14:cNvPr>
                <p14:cNvContentPartPr/>
                <p14:nvPr/>
              </p14:nvContentPartPr>
              <p14:xfrm>
                <a:off x="7359480" y="981576"/>
                <a:ext cx="30240" cy="14832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92BEBD1D-AB2D-4A7A-C8FE-4EAA0F4E702B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7355160" y="977256"/>
                  <a:ext cx="3888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C63036B6-EA4B-6AC9-AC43-F312F0F0F918}"/>
                    </a:ext>
                  </a:extLst>
                </p14:cNvPr>
                <p14:cNvContentPartPr/>
                <p14:nvPr/>
              </p14:nvContentPartPr>
              <p14:xfrm>
                <a:off x="6904440" y="1213416"/>
                <a:ext cx="300960" cy="52596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C63036B6-EA4B-6AC9-AC43-F312F0F0F918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6900120" y="1209096"/>
                  <a:ext cx="309600" cy="53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55E12CD4-A555-981E-2BAF-06105643214D}"/>
                    </a:ext>
                  </a:extLst>
                </p14:cNvPr>
                <p14:cNvContentPartPr/>
                <p14:nvPr/>
              </p14:nvContentPartPr>
              <p14:xfrm>
                <a:off x="6682320" y="1886616"/>
                <a:ext cx="162000" cy="26964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55E12CD4-A555-981E-2BAF-06105643214D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6678000" y="1882296"/>
                  <a:ext cx="170640" cy="27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208A43BD-991E-4E95-1B29-1D4F0B8386A2}"/>
                    </a:ext>
                  </a:extLst>
                </p14:cNvPr>
                <p14:cNvContentPartPr/>
                <p14:nvPr/>
              </p14:nvContentPartPr>
              <p14:xfrm>
                <a:off x="6567840" y="1673136"/>
                <a:ext cx="537120" cy="66312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208A43BD-991E-4E95-1B29-1D4F0B8386A2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6563520" y="1668816"/>
                  <a:ext cx="545760" cy="67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DCCA813A-0224-4041-0EA2-11B3B5D2A919}"/>
                    </a:ext>
                  </a:extLst>
                </p14:cNvPr>
                <p14:cNvContentPartPr/>
                <p14:nvPr/>
              </p14:nvContentPartPr>
              <p14:xfrm>
                <a:off x="7419600" y="1196136"/>
                <a:ext cx="450360" cy="48132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DCCA813A-0224-4041-0EA2-11B3B5D2A919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7415280" y="1191816"/>
                  <a:ext cx="459000" cy="48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F9190FB4-7A37-1920-F7FD-B307BE07E4CB}"/>
                    </a:ext>
                  </a:extLst>
                </p14:cNvPr>
                <p14:cNvContentPartPr/>
                <p14:nvPr/>
              </p14:nvContentPartPr>
              <p14:xfrm>
                <a:off x="7860960" y="1894896"/>
                <a:ext cx="130320" cy="17208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F9190FB4-7A37-1920-F7FD-B307BE07E4CB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7856640" y="1890576"/>
                  <a:ext cx="13896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C7AA6275-7E5A-D936-A946-033D1112ACBD}"/>
                    </a:ext>
                  </a:extLst>
                </p14:cNvPr>
                <p14:cNvContentPartPr/>
                <p14:nvPr/>
              </p14:nvContentPartPr>
              <p14:xfrm>
                <a:off x="7907040" y="1841976"/>
                <a:ext cx="150480" cy="4320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C7AA6275-7E5A-D936-A946-033D1112ACBD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7902720" y="1837656"/>
                  <a:ext cx="15912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3C46590D-76DF-4243-5BBC-0EA69C8988BE}"/>
                    </a:ext>
                  </a:extLst>
                </p14:cNvPr>
                <p14:cNvContentPartPr/>
                <p14:nvPr/>
              </p14:nvContentPartPr>
              <p14:xfrm>
                <a:off x="7659720" y="1676016"/>
                <a:ext cx="614880" cy="52308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3C46590D-76DF-4243-5BBC-0EA69C8988BE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7655400" y="1671696"/>
                  <a:ext cx="623520" cy="531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42">
            <p14:nvContentPartPr>
              <p14:cNvPr id="78" name="Ink 77">
                <a:extLst>
                  <a:ext uri="{FF2B5EF4-FFF2-40B4-BE49-F238E27FC236}">
                    <a16:creationId xmlns:a16="http://schemas.microsoft.com/office/drawing/2014/main" id="{B5865D61-B143-5732-7E75-1C9B6CA59BDE}"/>
                  </a:ext>
                </a:extLst>
              </p14:cNvPr>
              <p14:cNvContentPartPr/>
              <p14:nvPr/>
            </p14:nvContentPartPr>
            <p14:xfrm>
              <a:off x="7323840" y="1350216"/>
              <a:ext cx="53640" cy="65160"/>
            </p14:xfrm>
          </p:contentPart>
        </mc:Choice>
        <mc:Fallback xmlns="">
          <p:pic>
            <p:nvPicPr>
              <p:cNvPr id="78" name="Ink 77">
                <a:extLst>
                  <a:ext uri="{FF2B5EF4-FFF2-40B4-BE49-F238E27FC236}">
                    <a16:creationId xmlns:a16="http://schemas.microsoft.com/office/drawing/2014/main" id="{B5865D61-B143-5732-7E75-1C9B6CA59BDE}"/>
                  </a:ext>
                </a:extLst>
              </p:cNvPr>
              <p:cNvPicPr/>
              <p:nvPr/>
            </p:nvPicPr>
            <p:blipFill>
              <a:blip r:embed="rId143"/>
              <a:stretch>
                <a:fillRect/>
              </a:stretch>
            </p:blipFill>
            <p:spPr>
              <a:xfrm>
                <a:off x="7319520" y="1345896"/>
                <a:ext cx="62280" cy="7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4">
            <p14:nvContentPartPr>
              <p14:cNvPr id="79" name="Ink 78">
                <a:extLst>
                  <a:ext uri="{FF2B5EF4-FFF2-40B4-BE49-F238E27FC236}">
                    <a16:creationId xmlns:a16="http://schemas.microsoft.com/office/drawing/2014/main" id="{69D75004-BE0E-5F61-12AA-C3E4719ADDEC}"/>
                  </a:ext>
                </a:extLst>
              </p14:cNvPr>
              <p14:cNvContentPartPr/>
              <p14:nvPr/>
            </p14:nvContentPartPr>
            <p14:xfrm>
              <a:off x="6791400" y="2438856"/>
              <a:ext cx="9720" cy="122760"/>
            </p14:xfrm>
          </p:contentPart>
        </mc:Choice>
        <mc:Fallback xmlns="">
          <p:pic>
            <p:nvPicPr>
              <p:cNvPr id="79" name="Ink 78">
                <a:extLst>
                  <a:ext uri="{FF2B5EF4-FFF2-40B4-BE49-F238E27FC236}">
                    <a16:creationId xmlns:a16="http://schemas.microsoft.com/office/drawing/2014/main" id="{69D75004-BE0E-5F61-12AA-C3E4719ADDEC}"/>
                  </a:ext>
                </a:extLst>
              </p:cNvPr>
              <p:cNvPicPr/>
              <p:nvPr/>
            </p:nvPicPr>
            <p:blipFill>
              <a:blip r:embed="rId145"/>
              <a:stretch>
                <a:fillRect/>
              </a:stretch>
            </p:blipFill>
            <p:spPr>
              <a:xfrm>
                <a:off x="6787080" y="2434536"/>
                <a:ext cx="18360" cy="1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6">
            <p14:nvContentPartPr>
              <p14:cNvPr id="80" name="Ink 79">
                <a:extLst>
                  <a:ext uri="{FF2B5EF4-FFF2-40B4-BE49-F238E27FC236}">
                    <a16:creationId xmlns:a16="http://schemas.microsoft.com/office/drawing/2014/main" id="{8FA6EDCB-7B0F-5A23-3A38-FAF6ECADF33B}"/>
                  </a:ext>
                </a:extLst>
              </p14:cNvPr>
              <p14:cNvContentPartPr/>
              <p14:nvPr/>
            </p14:nvContentPartPr>
            <p14:xfrm>
              <a:off x="7934760" y="2288736"/>
              <a:ext cx="74160" cy="78120"/>
            </p14:xfrm>
          </p:contentPart>
        </mc:Choice>
        <mc:Fallback xmlns="">
          <p:pic>
            <p:nvPicPr>
              <p:cNvPr id="80" name="Ink 79">
                <a:extLst>
                  <a:ext uri="{FF2B5EF4-FFF2-40B4-BE49-F238E27FC236}">
                    <a16:creationId xmlns:a16="http://schemas.microsoft.com/office/drawing/2014/main" id="{8FA6EDCB-7B0F-5A23-3A38-FAF6ECADF33B}"/>
                  </a:ext>
                </a:extLst>
              </p:cNvPr>
              <p:cNvPicPr/>
              <p:nvPr/>
            </p:nvPicPr>
            <p:blipFill>
              <a:blip r:embed="rId147"/>
              <a:stretch>
                <a:fillRect/>
              </a:stretch>
            </p:blipFill>
            <p:spPr>
              <a:xfrm>
                <a:off x="7930440" y="2284416"/>
                <a:ext cx="82800" cy="86760"/>
              </a:xfrm>
              <a:prstGeom prst="rect">
                <a:avLst/>
              </a:prstGeom>
            </p:spPr>
          </p:pic>
        </mc:Fallback>
      </mc:AlternateContent>
      <p:grpSp>
        <p:nvGrpSpPr>
          <p:cNvPr id="94" name="Group 93">
            <a:extLst>
              <a:ext uri="{FF2B5EF4-FFF2-40B4-BE49-F238E27FC236}">
                <a16:creationId xmlns:a16="http://schemas.microsoft.com/office/drawing/2014/main" id="{536C04E9-7EC7-38C7-96CE-7AFBB7B9CE91}"/>
              </a:ext>
            </a:extLst>
          </p:cNvPr>
          <p:cNvGrpSpPr/>
          <p:nvPr/>
        </p:nvGrpSpPr>
        <p:grpSpPr>
          <a:xfrm>
            <a:off x="5664960" y="2266776"/>
            <a:ext cx="1193760" cy="1146960"/>
            <a:chOff x="5664960" y="2266776"/>
            <a:chExt cx="1193760" cy="1146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C4A9D41F-C202-BC86-B039-8EED5D6EFCCF}"/>
                    </a:ext>
                  </a:extLst>
                </p14:cNvPr>
                <p14:cNvContentPartPr/>
                <p14:nvPr/>
              </p14:nvContentPartPr>
              <p14:xfrm>
                <a:off x="6049800" y="2266776"/>
                <a:ext cx="537120" cy="64728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C4A9D41F-C202-BC86-B039-8EED5D6EFCCF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6045480" y="2262456"/>
                  <a:ext cx="545760" cy="65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43FE759C-6CCD-6974-7177-43582ADDC1BD}"/>
                    </a:ext>
                  </a:extLst>
                </p14:cNvPr>
                <p14:cNvContentPartPr/>
                <p14:nvPr/>
              </p14:nvContentPartPr>
              <p14:xfrm>
                <a:off x="5664960" y="3081096"/>
                <a:ext cx="165600" cy="25668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43FE759C-6CCD-6974-7177-43582ADDC1BD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5660640" y="3076776"/>
                  <a:ext cx="174240" cy="26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8AC8EF10-E5DE-BD81-C8EA-6EF5AED78233}"/>
                    </a:ext>
                  </a:extLst>
                </p14:cNvPr>
                <p14:cNvContentPartPr/>
                <p14:nvPr/>
              </p14:nvContentPartPr>
              <p14:xfrm>
                <a:off x="5886000" y="3027096"/>
                <a:ext cx="168120" cy="10080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8AC8EF10-E5DE-BD81-C8EA-6EF5AED78233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5881680" y="3022776"/>
                  <a:ext cx="17676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E7C18F7D-4DDD-679C-6881-BFC54271A649}"/>
                    </a:ext>
                  </a:extLst>
                </p14:cNvPr>
                <p14:cNvContentPartPr/>
                <p14:nvPr/>
              </p14:nvContentPartPr>
              <p14:xfrm>
                <a:off x="6078240" y="3013056"/>
                <a:ext cx="91800" cy="12204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E7C18F7D-4DDD-679C-6881-BFC54271A649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6073920" y="3008736"/>
                  <a:ext cx="10044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FFF22C88-8646-D2DB-B432-16B662D72107}"/>
                    </a:ext>
                  </a:extLst>
                </p14:cNvPr>
                <p14:cNvContentPartPr/>
                <p14:nvPr/>
              </p14:nvContentPartPr>
              <p14:xfrm>
                <a:off x="6218640" y="2891736"/>
                <a:ext cx="9720" cy="19440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FFF22C88-8646-D2DB-B432-16B662D72107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6214320" y="2887416"/>
                  <a:ext cx="1836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D50EE412-3BF8-920E-F4B0-0CE4D75263F9}"/>
                    </a:ext>
                  </a:extLst>
                </p14:cNvPr>
                <p14:cNvContentPartPr/>
                <p14:nvPr/>
              </p14:nvContentPartPr>
              <p14:xfrm>
                <a:off x="6202440" y="2999016"/>
                <a:ext cx="165240" cy="9504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D50EE412-3BF8-920E-F4B0-0CE4D75263F9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6198120" y="2994696"/>
                  <a:ext cx="17388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B7E69B2B-CA02-A19B-48EB-B9607E8BC638}"/>
                    </a:ext>
                  </a:extLst>
                </p14:cNvPr>
                <p14:cNvContentPartPr/>
                <p14:nvPr/>
              </p14:nvContentPartPr>
              <p14:xfrm>
                <a:off x="6410880" y="2980656"/>
                <a:ext cx="32040" cy="9396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B7E69B2B-CA02-A19B-48EB-B9607E8BC638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6406560" y="2976336"/>
                  <a:ext cx="4068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95271F16-6A59-B21A-7959-681DAF31A6B9}"/>
                    </a:ext>
                  </a:extLst>
                </p14:cNvPr>
                <p14:cNvContentPartPr/>
                <p14:nvPr/>
              </p14:nvContentPartPr>
              <p14:xfrm>
                <a:off x="6160680" y="3279816"/>
                <a:ext cx="90720" cy="12312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95271F16-6A59-B21A-7959-681DAF31A6B9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6156360" y="3275496"/>
                  <a:ext cx="9936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A9664201-FD82-9AC0-1496-54182F0E8D82}"/>
                    </a:ext>
                  </a:extLst>
                </p14:cNvPr>
                <p14:cNvContentPartPr/>
                <p14:nvPr/>
              </p14:nvContentPartPr>
              <p14:xfrm>
                <a:off x="6298920" y="3197736"/>
                <a:ext cx="113760" cy="21600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A9664201-FD82-9AC0-1496-54182F0E8D82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6294600" y="3193416"/>
                  <a:ext cx="122400" cy="22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C706C4C0-9811-ED6E-6113-4DCEA3D3054E}"/>
                    </a:ext>
                  </a:extLst>
                </p14:cNvPr>
                <p14:cNvContentPartPr/>
                <p14:nvPr/>
              </p14:nvContentPartPr>
              <p14:xfrm>
                <a:off x="6502680" y="3313296"/>
                <a:ext cx="7200" cy="5364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C706C4C0-9811-ED6E-6113-4DCEA3D3054E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6498360" y="3308976"/>
                  <a:ext cx="1584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5B25901C-D314-B061-128F-E376599EB1D9}"/>
                    </a:ext>
                  </a:extLst>
                </p14:cNvPr>
                <p14:cNvContentPartPr/>
                <p14:nvPr/>
              </p14:nvContentPartPr>
              <p14:xfrm>
                <a:off x="6481800" y="3174696"/>
                <a:ext cx="18720" cy="612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5B25901C-D314-B061-128F-E376599EB1D9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6477480" y="3170376"/>
                  <a:ext cx="27360" cy="1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98A96F09-423A-F0CD-F60A-070808A02EF2}"/>
                    </a:ext>
                  </a:extLst>
                </p14:cNvPr>
                <p14:cNvContentPartPr/>
                <p14:nvPr/>
              </p14:nvContentPartPr>
              <p14:xfrm>
                <a:off x="6581160" y="3118176"/>
                <a:ext cx="23040" cy="21528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98A96F09-423A-F0CD-F60A-070808A02EF2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6576840" y="3113856"/>
                  <a:ext cx="31680" cy="22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0A76C732-C7A0-86E5-A1B6-93019BBD0DB1}"/>
                    </a:ext>
                  </a:extLst>
                </p14:cNvPr>
                <p14:cNvContentPartPr/>
                <p14:nvPr/>
              </p14:nvContentPartPr>
              <p14:xfrm>
                <a:off x="6712920" y="3112416"/>
                <a:ext cx="145800" cy="28224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0A76C732-C7A0-86E5-A1B6-93019BBD0DB1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6708600" y="3108096"/>
                  <a:ext cx="154440" cy="290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ABD618D7-AE7A-A69B-4868-02F12B8CD931}"/>
              </a:ext>
            </a:extLst>
          </p:cNvPr>
          <p:cNvGrpSpPr/>
          <p:nvPr/>
        </p:nvGrpSpPr>
        <p:grpSpPr>
          <a:xfrm>
            <a:off x="6472440" y="113976"/>
            <a:ext cx="471600" cy="280800"/>
            <a:chOff x="6472440" y="113976"/>
            <a:chExt cx="471600" cy="280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FA2AB279-0F6B-2A7B-F261-96A5FD48F0FF}"/>
                    </a:ext>
                  </a:extLst>
                </p14:cNvPr>
                <p14:cNvContentPartPr/>
                <p14:nvPr/>
              </p14:nvContentPartPr>
              <p14:xfrm>
                <a:off x="6472440" y="257256"/>
                <a:ext cx="95040" cy="13752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FA2AB279-0F6B-2A7B-F261-96A5FD48F0FF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6468120" y="252936"/>
                  <a:ext cx="10368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480D3363-429A-286E-5C79-DE99A6B6AAC0}"/>
                    </a:ext>
                  </a:extLst>
                </p14:cNvPr>
                <p14:cNvContentPartPr/>
                <p14:nvPr/>
              </p14:nvContentPartPr>
              <p14:xfrm>
                <a:off x="6596640" y="273456"/>
                <a:ext cx="47160" cy="7560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480D3363-429A-286E-5C79-DE99A6B6AAC0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6592320" y="269136"/>
                  <a:ext cx="5580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951F9A8B-136A-1D6D-6A8F-71C8486CAEDB}"/>
                    </a:ext>
                  </a:extLst>
                </p14:cNvPr>
                <p14:cNvContentPartPr/>
                <p14:nvPr/>
              </p14:nvContentPartPr>
              <p14:xfrm>
                <a:off x="6715080" y="257256"/>
                <a:ext cx="39600" cy="8208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951F9A8B-136A-1D6D-6A8F-71C8486CAEDB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6710760" y="252936"/>
                  <a:ext cx="4824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958C3CA8-F5E5-4101-845D-31D34D30AF12}"/>
                    </a:ext>
                  </a:extLst>
                </p14:cNvPr>
                <p14:cNvContentPartPr/>
                <p14:nvPr/>
              </p14:nvContentPartPr>
              <p14:xfrm>
                <a:off x="6873840" y="113976"/>
                <a:ext cx="45000" cy="18396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958C3CA8-F5E5-4101-845D-31D34D30AF12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6869520" y="109656"/>
                  <a:ext cx="5364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319A5618-DAB6-EF03-EDC3-C29853365C6B}"/>
                    </a:ext>
                  </a:extLst>
                </p14:cNvPr>
                <p14:cNvContentPartPr/>
                <p14:nvPr/>
              </p14:nvContentPartPr>
              <p14:xfrm>
                <a:off x="6853680" y="190296"/>
                <a:ext cx="90360" cy="144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319A5618-DAB6-EF03-EDC3-C29853365C6B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6849360" y="185976"/>
                  <a:ext cx="99000" cy="10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84">
            <p14:nvContentPartPr>
              <p14:cNvPr id="101" name="Ink 100">
                <a:extLst>
                  <a:ext uri="{FF2B5EF4-FFF2-40B4-BE49-F238E27FC236}">
                    <a16:creationId xmlns:a16="http://schemas.microsoft.com/office/drawing/2014/main" id="{E060DAEB-663C-8211-E072-B9489813C20C}"/>
                  </a:ext>
                </a:extLst>
              </p14:cNvPr>
              <p14:cNvContentPartPr/>
              <p14:nvPr/>
            </p14:nvContentPartPr>
            <p14:xfrm>
              <a:off x="7816560" y="2887272"/>
              <a:ext cx="212400" cy="391680"/>
            </p14:xfrm>
          </p:contentPart>
        </mc:Choice>
        <mc:Fallback xmlns="">
          <p:pic>
            <p:nvPicPr>
              <p:cNvPr id="101" name="Ink 100">
                <a:extLst>
                  <a:ext uri="{FF2B5EF4-FFF2-40B4-BE49-F238E27FC236}">
                    <a16:creationId xmlns:a16="http://schemas.microsoft.com/office/drawing/2014/main" id="{E060DAEB-663C-8211-E072-B9489813C20C}"/>
                  </a:ext>
                </a:extLst>
              </p:cNvPr>
              <p:cNvPicPr/>
              <p:nvPr/>
            </p:nvPicPr>
            <p:blipFill>
              <a:blip r:embed="rId185"/>
              <a:stretch>
                <a:fillRect/>
              </a:stretch>
            </p:blipFill>
            <p:spPr>
              <a:xfrm>
                <a:off x="7812240" y="2882952"/>
                <a:ext cx="221040" cy="40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6">
            <p14:nvContentPartPr>
              <p14:cNvPr id="102" name="Ink 101">
                <a:extLst>
                  <a:ext uri="{FF2B5EF4-FFF2-40B4-BE49-F238E27FC236}">
                    <a16:creationId xmlns:a16="http://schemas.microsoft.com/office/drawing/2014/main" id="{44B1C6E3-6531-3AC7-A73B-47A1B3F97C37}"/>
                  </a:ext>
                </a:extLst>
              </p14:cNvPr>
              <p14:cNvContentPartPr/>
              <p14:nvPr/>
            </p14:nvContentPartPr>
            <p14:xfrm>
              <a:off x="8064960" y="3165552"/>
              <a:ext cx="103320" cy="101160"/>
            </p14:xfrm>
          </p:contentPart>
        </mc:Choice>
        <mc:Fallback xmlns="">
          <p:pic>
            <p:nvPicPr>
              <p:cNvPr id="102" name="Ink 101">
                <a:extLst>
                  <a:ext uri="{FF2B5EF4-FFF2-40B4-BE49-F238E27FC236}">
                    <a16:creationId xmlns:a16="http://schemas.microsoft.com/office/drawing/2014/main" id="{44B1C6E3-6531-3AC7-A73B-47A1B3F97C37}"/>
                  </a:ext>
                </a:extLst>
              </p:cNvPr>
              <p:cNvPicPr/>
              <p:nvPr/>
            </p:nvPicPr>
            <p:blipFill>
              <a:blip r:embed="rId187"/>
              <a:stretch>
                <a:fillRect/>
              </a:stretch>
            </p:blipFill>
            <p:spPr>
              <a:xfrm>
                <a:off x="8060640" y="3161232"/>
                <a:ext cx="111960" cy="10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8">
            <p14:nvContentPartPr>
              <p14:cNvPr id="103" name="Ink 102">
                <a:extLst>
                  <a:ext uri="{FF2B5EF4-FFF2-40B4-BE49-F238E27FC236}">
                    <a16:creationId xmlns:a16="http://schemas.microsoft.com/office/drawing/2014/main" id="{61ED63BC-7DF2-3878-9584-2AE7D7494B49}"/>
                  </a:ext>
                </a:extLst>
              </p14:cNvPr>
              <p14:cNvContentPartPr/>
              <p14:nvPr/>
            </p14:nvContentPartPr>
            <p14:xfrm>
              <a:off x="8334240" y="2875392"/>
              <a:ext cx="210600" cy="342360"/>
            </p14:xfrm>
          </p:contentPart>
        </mc:Choice>
        <mc:Fallback xmlns="">
          <p:pic>
            <p:nvPicPr>
              <p:cNvPr id="103" name="Ink 102">
                <a:extLst>
                  <a:ext uri="{FF2B5EF4-FFF2-40B4-BE49-F238E27FC236}">
                    <a16:creationId xmlns:a16="http://schemas.microsoft.com/office/drawing/2014/main" id="{61ED63BC-7DF2-3878-9584-2AE7D7494B49}"/>
                  </a:ext>
                </a:extLst>
              </p:cNvPr>
              <p:cNvPicPr/>
              <p:nvPr/>
            </p:nvPicPr>
            <p:blipFill>
              <a:blip r:embed="rId189"/>
              <a:stretch>
                <a:fillRect/>
              </a:stretch>
            </p:blipFill>
            <p:spPr>
              <a:xfrm>
                <a:off x="8329920" y="2871072"/>
                <a:ext cx="219240" cy="35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0">
            <p14:nvContentPartPr>
              <p14:cNvPr id="104" name="Ink 103">
                <a:extLst>
                  <a:ext uri="{FF2B5EF4-FFF2-40B4-BE49-F238E27FC236}">
                    <a16:creationId xmlns:a16="http://schemas.microsoft.com/office/drawing/2014/main" id="{43B5AED6-0A9C-8278-8048-7FDBDC7272C9}"/>
                  </a:ext>
                </a:extLst>
              </p14:cNvPr>
              <p14:cNvContentPartPr/>
              <p14:nvPr/>
            </p14:nvContentPartPr>
            <p14:xfrm>
              <a:off x="8373480" y="2755152"/>
              <a:ext cx="348840" cy="401400"/>
            </p14:xfrm>
          </p:contentPart>
        </mc:Choice>
        <mc:Fallback xmlns="">
          <p:pic>
            <p:nvPicPr>
              <p:cNvPr id="104" name="Ink 103">
                <a:extLst>
                  <a:ext uri="{FF2B5EF4-FFF2-40B4-BE49-F238E27FC236}">
                    <a16:creationId xmlns:a16="http://schemas.microsoft.com/office/drawing/2014/main" id="{43B5AED6-0A9C-8278-8048-7FDBDC7272C9}"/>
                  </a:ext>
                </a:extLst>
              </p:cNvPr>
              <p:cNvPicPr/>
              <p:nvPr/>
            </p:nvPicPr>
            <p:blipFill>
              <a:blip r:embed="rId191"/>
              <a:stretch>
                <a:fillRect/>
              </a:stretch>
            </p:blipFill>
            <p:spPr>
              <a:xfrm>
                <a:off x="8369160" y="2750832"/>
                <a:ext cx="357480" cy="41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2">
            <p14:nvContentPartPr>
              <p14:cNvPr id="105" name="Ink 104">
                <a:extLst>
                  <a:ext uri="{FF2B5EF4-FFF2-40B4-BE49-F238E27FC236}">
                    <a16:creationId xmlns:a16="http://schemas.microsoft.com/office/drawing/2014/main" id="{C86A2235-BE88-1DC8-51B2-62C896C7F917}"/>
                  </a:ext>
                </a:extLst>
              </p14:cNvPr>
              <p14:cNvContentPartPr/>
              <p14:nvPr/>
            </p14:nvContentPartPr>
            <p14:xfrm>
              <a:off x="8666880" y="3111192"/>
              <a:ext cx="30240" cy="38520"/>
            </p14:xfrm>
          </p:contentPart>
        </mc:Choice>
        <mc:Fallback xmlns="">
          <p:pic>
            <p:nvPicPr>
              <p:cNvPr id="105" name="Ink 104">
                <a:extLst>
                  <a:ext uri="{FF2B5EF4-FFF2-40B4-BE49-F238E27FC236}">
                    <a16:creationId xmlns:a16="http://schemas.microsoft.com/office/drawing/2014/main" id="{C86A2235-BE88-1DC8-51B2-62C896C7F917}"/>
                  </a:ext>
                </a:extLst>
              </p:cNvPr>
              <p:cNvPicPr/>
              <p:nvPr/>
            </p:nvPicPr>
            <p:blipFill>
              <a:blip r:embed="rId193"/>
              <a:stretch>
                <a:fillRect/>
              </a:stretch>
            </p:blipFill>
            <p:spPr>
              <a:xfrm>
                <a:off x="8662560" y="3106872"/>
                <a:ext cx="38880" cy="4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4">
            <p14:nvContentPartPr>
              <p14:cNvPr id="106" name="Ink 105">
                <a:extLst>
                  <a:ext uri="{FF2B5EF4-FFF2-40B4-BE49-F238E27FC236}">
                    <a16:creationId xmlns:a16="http://schemas.microsoft.com/office/drawing/2014/main" id="{6307F814-9D46-FC6B-84CF-70A3AD93400A}"/>
                  </a:ext>
                </a:extLst>
              </p14:cNvPr>
              <p14:cNvContentPartPr/>
              <p14:nvPr/>
            </p14:nvContentPartPr>
            <p14:xfrm>
              <a:off x="8731680" y="3007152"/>
              <a:ext cx="39600" cy="54720"/>
            </p14:xfrm>
          </p:contentPart>
        </mc:Choice>
        <mc:Fallback xmlns="">
          <p:pic>
            <p:nvPicPr>
              <p:cNvPr id="106" name="Ink 105">
                <a:extLst>
                  <a:ext uri="{FF2B5EF4-FFF2-40B4-BE49-F238E27FC236}">
                    <a16:creationId xmlns:a16="http://schemas.microsoft.com/office/drawing/2014/main" id="{6307F814-9D46-FC6B-84CF-70A3AD93400A}"/>
                  </a:ext>
                </a:extLst>
              </p:cNvPr>
              <p:cNvPicPr/>
              <p:nvPr/>
            </p:nvPicPr>
            <p:blipFill>
              <a:blip r:embed="rId195"/>
              <a:stretch>
                <a:fillRect/>
              </a:stretch>
            </p:blipFill>
            <p:spPr>
              <a:xfrm>
                <a:off x="8727360" y="3002832"/>
                <a:ext cx="48240" cy="6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6">
            <p14:nvContentPartPr>
              <p14:cNvPr id="107" name="Ink 106">
                <a:extLst>
                  <a:ext uri="{FF2B5EF4-FFF2-40B4-BE49-F238E27FC236}">
                    <a16:creationId xmlns:a16="http://schemas.microsoft.com/office/drawing/2014/main" id="{8DE7C69A-43B3-21AD-5644-EB1EA3AFC1C5}"/>
                  </a:ext>
                </a:extLst>
              </p14:cNvPr>
              <p14:cNvContentPartPr/>
              <p14:nvPr/>
            </p14:nvContentPartPr>
            <p14:xfrm>
              <a:off x="8717280" y="3007152"/>
              <a:ext cx="79560" cy="170280"/>
            </p14:xfrm>
          </p:contentPart>
        </mc:Choice>
        <mc:Fallback xmlns="">
          <p:pic>
            <p:nvPicPr>
              <p:cNvPr id="107" name="Ink 106">
                <a:extLst>
                  <a:ext uri="{FF2B5EF4-FFF2-40B4-BE49-F238E27FC236}">
                    <a16:creationId xmlns:a16="http://schemas.microsoft.com/office/drawing/2014/main" id="{8DE7C69A-43B3-21AD-5644-EB1EA3AFC1C5}"/>
                  </a:ext>
                </a:extLst>
              </p:cNvPr>
              <p:cNvPicPr/>
              <p:nvPr/>
            </p:nvPicPr>
            <p:blipFill>
              <a:blip r:embed="rId197"/>
              <a:stretch>
                <a:fillRect/>
              </a:stretch>
            </p:blipFill>
            <p:spPr>
              <a:xfrm>
                <a:off x="8712960" y="3002832"/>
                <a:ext cx="88200" cy="17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8">
            <p14:nvContentPartPr>
              <p14:cNvPr id="108" name="Ink 107">
                <a:extLst>
                  <a:ext uri="{FF2B5EF4-FFF2-40B4-BE49-F238E27FC236}">
                    <a16:creationId xmlns:a16="http://schemas.microsoft.com/office/drawing/2014/main" id="{9324E438-1F8D-553D-7368-DEC57FA3BE6B}"/>
                  </a:ext>
                </a:extLst>
              </p14:cNvPr>
              <p14:cNvContentPartPr/>
              <p14:nvPr/>
            </p14:nvContentPartPr>
            <p14:xfrm>
              <a:off x="9082320" y="3028032"/>
              <a:ext cx="97920" cy="78840"/>
            </p14:xfrm>
          </p:contentPart>
        </mc:Choice>
        <mc:Fallback xmlns="">
          <p:pic>
            <p:nvPicPr>
              <p:cNvPr id="108" name="Ink 107">
                <a:extLst>
                  <a:ext uri="{FF2B5EF4-FFF2-40B4-BE49-F238E27FC236}">
                    <a16:creationId xmlns:a16="http://schemas.microsoft.com/office/drawing/2014/main" id="{9324E438-1F8D-553D-7368-DEC57FA3BE6B}"/>
                  </a:ext>
                </a:extLst>
              </p:cNvPr>
              <p:cNvPicPr/>
              <p:nvPr/>
            </p:nvPicPr>
            <p:blipFill>
              <a:blip r:embed="rId199"/>
              <a:stretch>
                <a:fillRect/>
              </a:stretch>
            </p:blipFill>
            <p:spPr>
              <a:xfrm>
                <a:off x="9078000" y="3023712"/>
                <a:ext cx="106560" cy="87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0">
            <p14:nvContentPartPr>
              <p14:cNvPr id="109" name="Ink 108">
                <a:extLst>
                  <a:ext uri="{FF2B5EF4-FFF2-40B4-BE49-F238E27FC236}">
                    <a16:creationId xmlns:a16="http://schemas.microsoft.com/office/drawing/2014/main" id="{8DC4187F-7F04-0B45-4A6D-B248367B96E3}"/>
                  </a:ext>
                </a:extLst>
              </p14:cNvPr>
              <p14:cNvContentPartPr/>
              <p14:nvPr/>
            </p14:nvContentPartPr>
            <p14:xfrm>
              <a:off x="9597840" y="2754072"/>
              <a:ext cx="413640" cy="339480"/>
            </p14:xfrm>
          </p:contentPart>
        </mc:Choice>
        <mc:Fallback xmlns="">
          <p:pic>
            <p:nvPicPr>
              <p:cNvPr id="109" name="Ink 108">
                <a:extLst>
                  <a:ext uri="{FF2B5EF4-FFF2-40B4-BE49-F238E27FC236}">
                    <a16:creationId xmlns:a16="http://schemas.microsoft.com/office/drawing/2014/main" id="{8DC4187F-7F04-0B45-4A6D-B248367B96E3}"/>
                  </a:ext>
                </a:extLst>
              </p:cNvPr>
              <p:cNvPicPr/>
              <p:nvPr/>
            </p:nvPicPr>
            <p:blipFill>
              <a:blip r:embed="rId201"/>
              <a:stretch>
                <a:fillRect/>
              </a:stretch>
            </p:blipFill>
            <p:spPr>
              <a:xfrm>
                <a:off x="9593520" y="2749752"/>
                <a:ext cx="422280" cy="34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2">
            <p14:nvContentPartPr>
              <p14:cNvPr id="110" name="Ink 109">
                <a:extLst>
                  <a:ext uri="{FF2B5EF4-FFF2-40B4-BE49-F238E27FC236}">
                    <a16:creationId xmlns:a16="http://schemas.microsoft.com/office/drawing/2014/main" id="{73E8148B-B0E3-A27D-6C84-2EC2A3AB2A73}"/>
                  </a:ext>
                </a:extLst>
              </p14:cNvPr>
              <p14:cNvContentPartPr/>
              <p14:nvPr/>
            </p14:nvContentPartPr>
            <p14:xfrm>
              <a:off x="9997440" y="2952432"/>
              <a:ext cx="99720" cy="79200"/>
            </p14:xfrm>
          </p:contentPart>
        </mc:Choice>
        <mc:Fallback xmlns="">
          <p:pic>
            <p:nvPicPr>
              <p:cNvPr id="110" name="Ink 109">
                <a:extLst>
                  <a:ext uri="{FF2B5EF4-FFF2-40B4-BE49-F238E27FC236}">
                    <a16:creationId xmlns:a16="http://schemas.microsoft.com/office/drawing/2014/main" id="{73E8148B-B0E3-A27D-6C84-2EC2A3AB2A73}"/>
                  </a:ext>
                </a:extLst>
              </p:cNvPr>
              <p:cNvPicPr/>
              <p:nvPr/>
            </p:nvPicPr>
            <p:blipFill>
              <a:blip r:embed="rId203"/>
              <a:stretch>
                <a:fillRect/>
              </a:stretch>
            </p:blipFill>
            <p:spPr>
              <a:xfrm>
                <a:off x="9993120" y="2948112"/>
                <a:ext cx="108360" cy="8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4">
            <p14:nvContentPartPr>
              <p14:cNvPr id="111" name="Ink 110">
                <a:extLst>
                  <a:ext uri="{FF2B5EF4-FFF2-40B4-BE49-F238E27FC236}">
                    <a16:creationId xmlns:a16="http://schemas.microsoft.com/office/drawing/2014/main" id="{00EB5360-F6E2-2749-CCFC-B33A8DCC977A}"/>
                  </a:ext>
                </a:extLst>
              </p14:cNvPr>
              <p14:cNvContentPartPr/>
              <p14:nvPr/>
            </p14:nvContentPartPr>
            <p14:xfrm>
              <a:off x="10116960" y="2928672"/>
              <a:ext cx="93240" cy="110160"/>
            </p14:xfrm>
          </p:contentPart>
        </mc:Choice>
        <mc:Fallback xmlns="">
          <p:pic>
            <p:nvPicPr>
              <p:cNvPr id="111" name="Ink 110">
                <a:extLst>
                  <a:ext uri="{FF2B5EF4-FFF2-40B4-BE49-F238E27FC236}">
                    <a16:creationId xmlns:a16="http://schemas.microsoft.com/office/drawing/2014/main" id="{00EB5360-F6E2-2749-CCFC-B33A8DCC977A}"/>
                  </a:ext>
                </a:extLst>
              </p:cNvPr>
              <p:cNvPicPr/>
              <p:nvPr/>
            </p:nvPicPr>
            <p:blipFill>
              <a:blip r:embed="rId205"/>
              <a:stretch>
                <a:fillRect/>
              </a:stretch>
            </p:blipFill>
            <p:spPr>
              <a:xfrm>
                <a:off x="10112640" y="2924352"/>
                <a:ext cx="101880" cy="11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6">
            <p14:nvContentPartPr>
              <p14:cNvPr id="112" name="Ink 111">
                <a:extLst>
                  <a:ext uri="{FF2B5EF4-FFF2-40B4-BE49-F238E27FC236}">
                    <a16:creationId xmlns:a16="http://schemas.microsoft.com/office/drawing/2014/main" id="{0CD2F1AB-18AF-CAB5-4674-9C56918CFF24}"/>
                  </a:ext>
                </a:extLst>
              </p14:cNvPr>
              <p14:cNvContentPartPr/>
              <p14:nvPr/>
            </p14:nvContentPartPr>
            <p14:xfrm>
              <a:off x="10131360" y="2964312"/>
              <a:ext cx="67320" cy="24480"/>
            </p14:xfrm>
          </p:contentPart>
        </mc:Choice>
        <mc:Fallback xmlns="">
          <p:pic>
            <p:nvPicPr>
              <p:cNvPr id="112" name="Ink 111">
                <a:extLst>
                  <a:ext uri="{FF2B5EF4-FFF2-40B4-BE49-F238E27FC236}">
                    <a16:creationId xmlns:a16="http://schemas.microsoft.com/office/drawing/2014/main" id="{0CD2F1AB-18AF-CAB5-4674-9C56918CFF24}"/>
                  </a:ext>
                </a:extLst>
              </p:cNvPr>
              <p:cNvPicPr/>
              <p:nvPr/>
            </p:nvPicPr>
            <p:blipFill>
              <a:blip r:embed="rId207"/>
              <a:stretch>
                <a:fillRect/>
              </a:stretch>
            </p:blipFill>
            <p:spPr>
              <a:xfrm>
                <a:off x="10127040" y="2959992"/>
                <a:ext cx="75960" cy="3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8">
            <p14:nvContentPartPr>
              <p14:cNvPr id="113" name="Ink 112">
                <a:extLst>
                  <a:ext uri="{FF2B5EF4-FFF2-40B4-BE49-F238E27FC236}">
                    <a16:creationId xmlns:a16="http://schemas.microsoft.com/office/drawing/2014/main" id="{E122E92A-1342-FBD8-B859-E1B864607C78}"/>
                  </a:ext>
                </a:extLst>
              </p14:cNvPr>
              <p14:cNvContentPartPr/>
              <p14:nvPr/>
            </p14:nvContentPartPr>
            <p14:xfrm>
              <a:off x="10346280" y="2942352"/>
              <a:ext cx="104400" cy="22320"/>
            </p14:xfrm>
          </p:contentPart>
        </mc:Choice>
        <mc:Fallback xmlns="">
          <p:pic>
            <p:nvPicPr>
              <p:cNvPr id="113" name="Ink 112">
                <a:extLst>
                  <a:ext uri="{FF2B5EF4-FFF2-40B4-BE49-F238E27FC236}">
                    <a16:creationId xmlns:a16="http://schemas.microsoft.com/office/drawing/2014/main" id="{E122E92A-1342-FBD8-B859-E1B864607C78}"/>
                  </a:ext>
                </a:extLst>
              </p:cNvPr>
              <p:cNvPicPr/>
              <p:nvPr/>
            </p:nvPicPr>
            <p:blipFill>
              <a:blip r:embed="rId209"/>
              <a:stretch>
                <a:fillRect/>
              </a:stretch>
            </p:blipFill>
            <p:spPr>
              <a:xfrm>
                <a:off x="10341960" y="2938032"/>
                <a:ext cx="113040" cy="3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0">
            <p14:nvContentPartPr>
              <p14:cNvPr id="114" name="Ink 113">
                <a:extLst>
                  <a:ext uri="{FF2B5EF4-FFF2-40B4-BE49-F238E27FC236}">
                    <a16:creationId xmlns:a16="http://schemas.microsoft.com/office/drawing/2014/main" id="{1B56A24D-72EA-6538-0A58-9FF2B681512D}"/>
                  </a:ext>
                </a:extLst>
              </p14:cNvPr>
              <p14:cNvContentPartPr/>
              <p14:nvPr/>
            </p14:nvContentPartPr>
            <p14:xfrm>
              <a:off x="10592880" y="2706912"/>
              <a:ext cx="100080" cy="254880"/>
            </p14:xfrm>
          </p:contentPart>
        </mc:Choice>
        <mc:Fallback xmlns="">
          <p:pic>
            <p:nvPicPr>
              <p:cNvPr id="114" name="Ink 113">
                <a:extLst>
                  <a:ext uri="{FF2B5EF4-FFF2-40B4-BE49-F238E27FC236}">
                    <a16:creationId xmlns:a16="http://schemas.microsoft.com/office/drawing/2014/main" id="{1B56A24D-72EA-6538-0A58-9FF2B681512D}"/>
                  </a:ext>
                </a:extLst>
              </p:cNvPr>
              <p:cNvPicPr/>
              <p:nvPr/>
            </p:nvPicPr>
            <p:blipFill>
              <a:blip r:embed="rId211"/>
              <a:stretch>
                <a:fillRect/>
              </a:stretch>
            </p:blipFill>
            <p:spPr>
              <a:xfrm>
                <a:off x="10588560" y="2702592"/>
                <a:ext cx="108720" cy="26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2">
            <p14:nvContentPartPr>
              <p14:cNvPr id="115" name="Ink 114">
                <a:extLst>
                  <a:ext uri="{FF2B5EF4-FFF2-40B4-BE49-F238E27FC236}">
                    <a16:creationId xmlns:a16="http://schemas.microsoft.com/office/drawing/2014/main" id="{1B3069A1-64A4-6621-0F95-164BFF5C0239}"/>
                  </a:ext>
                </a:extLst>
              </p14:cNvPr>
              <p14:cNvContentPartPr/>
              <p14:nvPr/>
            </p14:nvContentPartPr>
            <p14:xfrm>
              <a:off x="10669560" y="2675592"/>
              <a:ext cx="157320" cy="320400"/>
            </p14:xfrm>
          </p:contentPart>
        </mc:Choice>
        <mc:Fallback xmlns="">
          <p:pic>
            <p:nvPicPr>
              <p:cNvPr id="115" name="Ink 114">
                <a:extLst>
                  <a:ext uri="{FF2B5EF4-FFF2-40B4-BE49-F238E27FC236}">
                    <a16:creationId xmlns:a16="http://schemas.microsoft.com/office/drawing/2014/main" id="{1B3069A1-64A4-6621-0F95-164BFF5C0239}"/>
                  </a:ext>
                </a:extLst>
              </p:cNvPr>
              <p:cNvPicPr/>
              <p:nvPr/>
            </p:nvPicPr>
            <p:blipFill>
              <a:blip r:embed="rId213"/>
              <a:stretch>
                <a:fillRect/>
              </a:stretch>
            </p:blipFill>
            <p:spPr>
              <a:xfrm>
                <a:off x="10665240" y="2671272"/>
                <a:ext cx="165960" cy="32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4">
            <p14:nvContentPartPr>
              <p14:cNvPr id="116" name="Ink 115">
                <a:extLst>
                  <a:ext uri="{FF2B5EF4-FFF2-40B4-BE49-F238E27FC236}">
                    <a16:creationId xmlns:a16="http://schemas.microsoft.com/office/drawing/2014/main" id="{AFEDC0B2-2578-7F18-D494-F3DEAC6B57C3}"/>
                  </a:ext>
                </a:extLst>
              </p14:cNvPr>
              <p14:cNvContentPartPr/>
              <p14:nvPr/>
            </p14:nvContentPartPr>
            <p14:xfrm>
              <a:off x="10574880" y="2890512"/>
              <a:ext cx="164520" cy="16560"/>
            </p14:xfrm>
          </p:contentPart>
        </mc:Choice>
        <mc:Fallback xmlns="">
          <p:pic>
            <p:nvPicPr>
              <p:cNvPr id="116" name="Ink 115">
                <a:extLst>
                  <a:ext uri="{FF2B5EF4-FFF2-40B4-BE49-F238E27FC236}">
                    <a16:creationId xmlns:a16="http://schemas.microsoft.com/office/drawing/2014/main" id="{AFEDC0B2-2578-7F18-D494-F3DEAC6B57C3}"/>
                  </a:ext>
                </a:extLst>
              </p:cNvPr>
              <p:cNvPicPr/>
              <p:nvPr/>
            </p:nvPicPr>
            <p:blipFill>
              <a:blip r:embed="rId215"/>
              <a:stretch>
                <a:fillRect/>
              </a:stretch>
            </p:blipFill>
            <p:spPr>
              <a:xfrm>
                <a:off x="10570560" y="2886192"/>
                <a:ext cx="173160" cy="2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6">
            <p14:nvContentPartPr>
              <p14:cNvPr id="117" name="Ink 116">
                <a:extLst>
                  <a:ext uri="{FF2B5EF4-FFF2-40B4-BE49-F238E27FC236}">
                    <a16:creationId xmlns:a16="http://schemas.microsoft.com/office/drawing/2014/main" id="{AFBF9C30-7B77-7B66-9C7A-AAF7C92FF4D1}"/>
                  </a:ext>
                </a:extLst>
              </p14:cNvPr>
              <p14:cNvContentPartPr/>
              <p14:nvPr/>
            </p14:nvContentPartPr>
            <p14:xfrm>
              <a:off x="10768920" y="2887272"/>
              <a:ext cx="111240" cy="70560"/>
            </p14:xfrm>
          </p:contentPart>
        </mc:Choice>
        <mc:Fallback xmlns="">
          <p:pic>
            <p:nvPicPr>
              <p:cNvPr id="117" name="Ink 116">
                <a:extLst>
                  <a:ext uri="{FF2B5EF4-FFF2-40B4-BE49-F238E27FC236}">
                    <a16:creationId xmlns:a16="http://schemas.microsoft.com/office/drawing/2014/main" id="{AFBF9C30-7B77-7B66-9C7A-AAF7C92FF4D1}"/>
                  </a:ext>
                </a:extLst>
              </p:cNvPr>
              <p:cNvPicPr/>
              <p:nvPr/>
            </p:nvPicPr>
            <p:blipFill>
              <a:blip r:embed="rId217"/>
              <a:stretch>
                <a:fillRect/>
              </a:stretch>
            </p:blipFill>
            <p:spPr>
              <a:xfrm>
                <a:off x="10764600" y="2882952"/>
                <a:ext cx="119880" cy="7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8">
            <p14:nvContentPartPr>
              <p14:cNvPr id="118" name="Ink 117">
                <a:extLst>
                  <a:ext uri="{FF2B5EF4-FFF2-40B4-BE49-F238E27FC236}">
                    <a16:creationId xmlns:a16="http://schemas.microsoft.com/office/drawing/2014/main" id="{02508A09-EFC8-4399-1373-ACD7186B4404}"/>
                  </a:ext>
                </a:extLst>
              </p14:cNvPr>
              <p14:cNvContentPartPr/>
              <p14:nvPr/>
            </p14:nvContentPartPr>
            <p14:xfrm>
              <a:off x="10907160" y="2906712"/>
              <a:ext cx="113760" cy="81000"/>
            </p14:xfrm>
          </p:contentPart>
        </mc:Choice>
        <mc:Fallback xmlns="">
          <p:pic>
            <p:nvPicPr>
              <p:cNvPr id="118" name="Ink 117">
                <a:extLst>
                  <a:ext uri="{FF2B5EF4-FFF2-40B4-BE49-F238E27FC236}">
                    <a16:creationId xmlns:a16="http://schemas.microsoft.com/office/drawing/2014/main" id="{02508A09-EFC8-4399-1373-ACD7186B4404}"/>
                  </a:ext>
                </a:extLst>
              </p:cNvPr>
              <p:cNvPicPr/>
              <p:nvPr/>
            </p:nvPicPr>
            <p:blipFill>
              <a:blip r:embed="rId219"/>
              <a:stretch>
                <a:fillRect/>
              </a:stretch>
            </p:blipFill>
            <p:spPr>
              <a:xfrm>
                <a:off x="10902840" y="2902392"/>
                <a:ext cx="122400" cy="8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0">
            <p14:nvContentPartPr>
              <p14:cNvPr id="119" name="Ink 118">
                <a:extLst>
                  <a:ext uri="{FF2B5EF4-FFF2-40B4-BE49-F238E27FC236}">
                    <a16:creationId xmlns:a16="http://schemas.microsoft.com/office/drawing/2014/main" id="{3E728153-82EB-2312-CAA7-1FC554548346}"/>
                  </a:ext>
                </a:extLst>
              </p14:cNvPr>
              <p14:cNvContentPartPr/>
              <p14:nvPr/>
            </p14:nvContentPartPr>
            <p14:xfrm>
              <a:off x="11071320" y="2913912"/>
              <a:ext cx="37440" cy="250560"/>
            </p14:xfrm>
          </p:contentPart>
        </mc:Choice>
        <mc:Fallback xmlns="">
          <p:pic>
            <p:nvPicPr>
              <p:cNvPr id="119" name="Ink 118">
                <a:extLst>
                  <a:ext uri="{FF2B5EF4-FFF2-40B4-BE49-F238E27FC236}">
                    <a16:creationId xmlns:a16="http://schemas.microsoft.com/office/drawing/2014/main" id="{3E728153-82EB-2312-CAA7-1FC554548346}"/>
                  </a:ext>
                </a:extLst>
              </p:cNvPr>
              <p:cNvPicPr/>
              <p:nvPr/>
            </p:nvPicPr>
            <p:blipFill>
              <a:blip r:embed="rId221"/>
              <a:stretch>
                <a:fillRect/>
              </a:stretch>
            </p:blipFill>
            <p:spPr>
              <a:xfrm>
                <a:off x="11067000" y="2909592"/>
                <a:ext cx="46080" cy="25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2">
            <p14:nvContentPartPr>
              <p14:cNvPr id="120" name="Ink 119">
                <a:extLst>
                  <a:ext uri="{FF2B5EF4-FFF2-40B4-BE49-F238E27FC236}">
                    <a16:creationId xmlns:a16="http://schemas.microsoft.com/office/drawing/2014/main" id="{C1BEE5BA-4A47-ADE1-EDAD-ED014376771C}"/>
                  </a:ext>
                </a:extLst>
              </p14:cNvPr>
              <p14:cNvContentPartPr/>
              <p14:nvPr/>
            </p14:nvContentPartPr>
            <p14:xfrm>
              <a:off x="11150160" y="2875752"/>
              <a:ext cx="36360" cy="70920"/>
            </p14:xfrm>
          </p:contentPart>
        </mc:Choice>
        <mc:Fallback xmlns="">
          <p:pic>
            <p:nvPicPr>
              <p:cNvPr id="120" name="Ink 119">
                <a:extLst>
                  <a:ext uri="{FF2B5EF4-FFF2-40B4-BE49-F238E27FC236}">
                    <a16:creationId xmlns:a16="http://schemas.microsoft.com/office/drawing/2014/main" id="{C1BEE5BA-4A47-ADE1-EDAD-ED014376771C}"/>
                  </a:ext>
                </a:extLst>
              </p:cNvPr>
              <p:cNvPicPr/>
              <p:nvPr/>
            </p:nvPicPr>
            <p:blipFill>
              <a:blip r:embed="rId223"/>
              <a:stretch>
                <a:fillRect/>
              </a:stretch>
            </p:blipFill>
            <p:spPr>
              <a:xfrm>
                <a:off x="11145840" y="2871432"/>
                <a:ext cx="45000" cy="7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4">
            <p14:nvContentPartPr>
              <p14:cNvPr id="121" name="Ink 120">
                <a:extLst>
                  <a:ext uri="{FF2B5EF4-FFF2-40B4-BE49-F238E27FC236}">
                    <a16:creationId xmlns:a16="http://schemas.microsoft.com/office/drawing/2014/main" id="{8C8FD73D-D4D2-4365-24B3-2FC22D994DB2}"/>
                  </a:ext>
                </a:extLst>
              </p14:cNvPr>
              <p14:cNvContentPartPr/>
              <p14:nvPr/>
            </p14:nvContentPartPr>
            <p14:xfrm>
              <a:off x="11357880" y="2650392"/>
              <a:ext cx="163080" cy="238320"/>
            </p14:xfrm>
          </p:contentPart>
        </mc:Choice>
        <mc:Fallback xmlns="">
          <p:pic>
            <p:nvPicPr>
              <p:cNvPr id="121" name="Ink 120">
                <a:extLst>
                  <a:ext uri="{FF2B5EF4-FFF2-40B4-BE49-F238E27FC236}">
                    <a16:creationId xmlns:a16="http://schemas.microsoft.com/office/drawing/2014/main" id="{8C8FD73D-D4D2-4365-24B3-2FC22D994DB2}"/>
                  </a:ext>
                </a:extLst>
              </p:cNvPr>
              <p:cNvPicPr/>
              <p:nvPr/>
            </p:nvPicPr>
            <p:blipFill>
              <a:blip r:embed="rId225"/>
              <a:stretch>
                <a:fillRect/>
              </a:stretch>
            </p:blipFill>
            <p:spPr>
              <a:xfrm>
                <a:off x="11353560" y="2646072"/>
                <a:ext cx="171720" cy="24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6">
            <p14:nvContentPartPr>
              <p14:cNvPr id="122" name="Ink 121">
                <a:extLst>
                  <a:ext uri="{FF2B5EF4-FFF2-40B4-BE49-F238E27FC236}">
                    <a16:creationId xmlns:a16="http://schemas.microsoft.com/office/drawing/2014/main" id="{B553EAC8-B343-4C2B-D580-CB8487BC3B2B}"/>
                  </a:ext>
                </a:extLst>
              </p14:cNvPr>
              <p14:cNvContentPartPr/>
              <p14:nvPr/>
            </p14:nvContentPartPr>
            <p14:xfrm>
              <a:off x="11344200" y="2958552"/>
              <a:ext cx="21240" cy="22320"/>
            </p14:xfrm>
          </p:contentPart>
        </mc:Choice>
        <mc:Fallback xmlns="">
          <p:pic>
            <p:nvPicPr>
              <p:cNvPr id="122" name="Ink 121">
                <a:extLst>
                  <a:ext uri="{FF2B5EF4-FFF2-40B4-BE49-F238E27FC236}">
                    <a16:creationId xmlns:a16="http://schemas.microsoft.com/office/drawing/2014/main" id="{B553EAC8-B343-4C2B-D580-CB8487BC3B2B}"/>
                  </a:ext>
                </a:extLst>
              </p:cNvPr>
              <p:cNvPicPr/>
              <p:nvPr/>
            </p:nvPicPr>
            <p:blipFill>
              <a:blip r:embed="rId227"/>
              <a:stretch>
                <a:fillRect/>
              </a:stretch>
            </p:blipFill>
            <p:spPr>
              <a:xfrm>
                <a:off x="11339880" y="2954232"/>
                <a:ext cx="29880" cy="3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8">
            <p14:nvContentPartPr>
              <p14:cNvPr id="123" name="Ink 122">
                <a:extLst>
                  <a:ext uri="{FF2B5EF4-FFF2-40B4-BE49-F238E27FC236}">
                    <a16:creationId xmlns:a16="http://schemas.microsoft.com/office/drawing/2014/main" id="{0CE1E01D-AF61-6745-FABE-96678C6AADF7}"/>
                  </a:ext>
                </a:extLst>
              </p14:cNvPr>
              <p14:cNvContentPartPr/>
              <p14:nvPr/>
            </p14:nvContentPartPr>
            <p14:xfrm>
              <a:off x="8946240" y="3466152"/>
              <a:ext cx="109080" cy="263160"/>
            </p14:xfrm>
          </p:contentPart>
        </mc:Choice>
        <mc:Fallback xmlns="">
          <p:pic>
            <p:nvPicPr>
              <p:cNvPr id="123" name="Ink 122">
                <a:extLst>
                  <a:ext uri="{FF2B5EF4-FFF2-40B4-BE49-F238E27FC236}">
                    <a16:creationId xmlns:a16="http://schemas.microsoft.com/office/drawing/2014/main" id="{0CE1E01D-AF61-6745-FABE-96678C6AADF7}"/>
                  </a:ext>
                </a:extLst>
              </p:cNvPr>
              <p:cNvPicPr/>
              <p:nvPr/>
            </p:nvPicPr>
            <p:blipFill>
              <a:blip r:embed="rId229"/>
              <a:stretch>
                <a:fillRect/>
              </a:stretch>
            </p:blipFill>
            <p:spPr>
              <a:xfrm>
                <a:off x="8941920" y="3461832"/>
                <a:ext cx="117720" cy="27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0">
            <p14:nvContentPartPr>
              <p14:cNvPr id="124" name="Ink 123">
                <a:extLst>
                  <a:ext uri="{FF2B5EF4-FFF2-40B4-BE49-F238E27FC236}">
                    <a16:creationId xmlns:a16="http://schemas.microsoft.com/office/drawing/2014/main" id="{B660242D-5A06-7D9C-4870-DF1AC70E21E8}"/>
                  </a:ext>
                </a:extLst>
              </p14:cNvPr>
              <p14:cNvContentPartPr/>
              <p14:nvPr/>
            </p14:nvContentPartPr>
            <p14:xfrm>
              <a:off x="9075840" y="3413592"/>
              <a:ext cx="156960" cy="287280"/>
            </p14:xfrm>
          </p:contentPart>
        </mc:Choice>
        <mc:Fallback xmlns="">
          <p:pic>
            <p:nvPicPr>
              <p:cNvPr id="124" name="Ink 123">
                <a:extLst>
                  <a:ext uri="{FF2B5EF4-FFF2-40B4-BE49-F238E27FC236}">
                    <a16:creationId xmlns:a16="http://schemas.microsoft.com/office/drawing/2014/main" id="{B660242D-5A06-7D9C-4870-DF1AC70E21E8}"/>
                  </a:ext>
                </a:extLst>
              </p:cNvPr>
              <p:cNvPicPr/>
              <p:nvPr/>
            </p:nvPicPr>
            <p:blipFill>
              <a:blip r:embed="rId231"/>
              <a:stretch>
                <a:fillRect/>
              </a:stretch>
            </p:blipFill>
            <p:spPr>
              <a:xfrm>
                <a:off x="9071520" y="3409272"/>
                <a:ext cx="165600" cy="29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2">
            <p14:nvContentPartPr>
              <p14:cNvPr id="125" name="Ink 124">
                <a:extLst>
                  <a:ext uri="{FF2B5EF4-FFF2-40B4-BE49-F238E27FC236}">
                    <a16:creationId xmlns:a16="http://schemas.microsoft.com/office/drawing/2014/main" id="{F7E11585-63AC-AEE5-398B-51D8B10625BD}"/>
                  </a:ext>
                </a:extLst>
              </p14:cNvPr>
              <p14:cNvContentPartPr/>
              <p14:nvPr/>
            </p14:nvContentPartPr>
            <p14:xfrm>
              <a:off x="9244320" y="3567672"/>
              <a:ext cx="76680" cy="95040"/>
            </p14:xfrm>
          </p:contentPart>
        </mc:Choice>
        <mc:Fallback xmlns="">
          <p:pic>
            <p:nvPicPr>
              <p:cNvPr id="125" name="Ink 124">
                <a:extLst>
                  <a:ext uri="{FF2B5EF4-FFF2-40B4-BE49-F238E27FC236}">
                    <a16:creationId xmlns:a16="http://schemas.microsoft.com/office/drawing/2014/main" id="{F7E11585-63AC-AEE5-398B-51D8B10625BD}"/>
                  </a:ext>
                </a:extLst>
              </p:cNvPr>
              <p:cNvPicPr/>
              <p:nvPr/>
            </p:nvPicPr>
            <p:blipFill>
              <a:blip r:embed="rId233"/>
              <a:stretch>
                <a:fillRect/>
              </a:stretch>
            </p:blipFill>
            <p:spPr>
              <a:xfrm>
                <a:off x="9240000" y="3563352"/>
                <a:ext cx="85320" cy="10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4">
            <p14:nvContentPartPr>
              <p14:cNvPr id="126" name="Ink 125">
                <a:extLst>
                  <a:ext uri="{FF2B5EF4-FFF2-40B4-BE49-F238E27FC236}">
                    <a16:creationId xmlns:a16="http://schemas.microsoft.com/office/drawing/2014/main" id="{EC3C1370-A665-5D89-A058-6EC7E73BCA96}"/>
                  </a:ext>
                </a:extLst>
              </p14:cNvPr>
              <p14:cNvContentPartPr/>
              <p14:nvPr/>
            </p14:nvContentPartPr>
            <p14:xfrm>
              <a:off x="9456720" y="3382272"/>
              <a:ext cx="92880" cy="238320"/>
            </p14:xfrm>
          </p:contentPart>
        </mc:Choice>
        <mc:Fallback xmlns="">
          <p:pic>
            <p:nvPicPr>
              <p:cNvPr id="126" name="Ink 125">
                <a:extLst>
                  <a:ext uri="{FF2B5EF4-FFF2-40B4-BE49-F238E27FC236}">
                    <a16:creationId xmlns:a16="http://schemas.microsoft.com/office/drawing/2014/main" id="{EC3C1370-A665-5D89-A058-6EC7E73BCA96}"/>
                  </a:ext>
                </a:extLst>
              </p:cNvPr>
              <p:cNvPicPr/>
              <p:nvPr/>
            </p:nvPicPr>
            <p:blipFill>
              <a:blip r:embed="rId235"/>
              <a:stretch>
                <a:fillRect/>
              </a:stretch>
            </p:blipFill>
            <p:spPr>
              <a:xfrm>
                <a:off x="9452400" y="3377952"/>
                <a:ext cx="101520" cy="24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6">
            <p14:nvContentPartPr>
              <p14:cNvPr id="127" name="Ink 126">
                <a:extLst>
                  <a:ext uri="{FF2B5EF4-FFF2-40B4-BE49-F238E27FC236}">
                    <a16:creationId xmlns:a16="http://schemas.microsoft.com/office/drawing/2014/main" id="{AA80D5C1-6050-E0C8-2549-3AEB5110AFFE}"/>
                  </a:ext>
                </a:extLst>
              </p14:cNvPr>
              <p14:cNvContentPartPr/>
              <p14:nvPr/>
            </p14:nvContentPartPr>
            <p14:xfrm>
              <a:off x="9429000" y="3754152"/>
              <a:ext cx="5040" cy="16560"/>
            </p14:xfrm>
          </p:contentPart>
        </mc:Choice>
        <mc:Fallback xmlns="">
          <p:pic>
            <p:nvPicPr>
              <p:cNvPr id="127" name="Ink 126">
                <a:extLst>
                  <a:ext uri="{FF2B5EF4-FFF2-40B4-BE49-F238E27FC236}">
                    <a16:creationId xmlns:a16="http://schemas.microsoft.com/office/drawing/2014/main" id="{AA80D5C1-6050-E0C8-2549-3AEB5110AFFE}"/>
                  </a:ext>
                </a:extLst>
              </p:cNvPr>
              <p:cNvPicPr/>
              <p:nvPr/>
            </p:nvPicPr>
            <p:blipFill>
              <a:blip r:embed="rId237"/>
              <a:stretch>
                <a:fillRect/>
              </a:stretch>
            </p:blipFill>
            <p:spPr>
              <a:xfrm>
                <a:off x="9424680" y="3749832"/>
                <a:ext cx="13680" cy="2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8">
            <p14:nvContentPartPr>
              <p14:cNvPr id="128" name="Ink 127">
                <a:extLst>
                  <a:ext uri="{FF2B5EF4-FFF2-40B4-BE49-F238E27FC236}">
                    <a16:creationId xmlns:a16="http://schemas.microsoft.com/office/drawing/2014/main" id="{E2C4E8A8-655B-B3EF-3975-9C1C8EA1E5D8}"/>
                  </a:ext>
                </a:extLst>
              </p14:cNvPr>
              <p14:cNvContentPartPr/>
              <p14:nvPr/>
            </p14:nvContentPartPr>
            <p14:xfrm>
              <a:off x="7971720" y="4116312"/>
              <a:ext cx="263880" cy="267120"/>
            </p14:xfrm>
          </p:contentPart>
        </mc:Choice>
        <mc:Fallback xmlns="">
          <p:pic>
            <p:nvPicPr>
              <p:cNvPr id="128" name="Ink 127">
                <a:extLst>
                  <a:ext uri="{FF2B5EF4-FFF2-40B4-BE49-F238E27FC236}">
                    <a16:creationId xmlns:a16="http://schemas.microsoft.com/office/drawing/2014/main" id="{E2C4E8A8-655B-B3EF-3975-9C1C8EA1E5D8}"/>
                  </a:ext>
                </a:extLst>
              </p:cNvPr>
              <p:cNvPicPr/>
              <p:nvPr/>
            </p:nvPicPr>
            <p:blipFill>
              <a:blip r:embed="rId239"/>
              <a:stretch>
                <a:fillRect/>
              </a:stretch>
            </p:blipFill>
            <p:spPr>
              <a:xfrm>
                <a:off x="7967400" y="4111992"/>
                <a:ext cx="272520" cy="27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0">
            <p14:nvContentPartPr>
              <p14:cNvPr id="129" name="Ink 128">
                <a:extLst>
                  <a:ext uri="{FF2B5EF4-FFF2-40B4-BE49-F238E27FC236}">
                    <a16:creationId xmlns:a16="http://schemas.microsoft.com/office/drawing/2014/main" id="{3E5EF245-2505-9F43-CCBC-2210A4B132D6}"/>
                  </a:ext>
                </a:extLst>
              </p14:cNvPr>
              <p14:cNvContentPartPr/>
              <p14:nvPr/>
            </p14:nvContentPartPr>
            <p14:xfrm>
              <a:off x="8296800" y="4199472"/>
              <a:ext cx="123480" cy="99000"/>
            </p14:xfrm>
          </p:contentPart>
        </mc:Choice>
        <mc:Fallback xmlns="">
          <p:pic>
            <p:nvPicPr>
              <p:cNvPr id="129" name="Ink 128">
                <a:extLst>
                  <a:ext uri="{FF2B5EF4-FFF2-40B4-BE49-F238E27FC236}">
                    <a16:creationId xmlns:a16="http://schemas.microsoft.com/office/drawing/2014/main" id="{3E5EF245-2505-9F43-CCBC-2210A4B132D6}"/>
                  </a:ext>
                </a:extLst>
              </p:cNvPr>
              <p:cNvPicPr/>
              <p:nvPr/>
            </p:nvPicPr>
            <p:blipFill>
              <a:blip r:embed="rId241"/>
              <a:stretch>
                <a:fillRect/>
              </a:stretch>
            </p:blipFill>
            <p:spPr>
              <a:xfrm>
                <a:off x="8292480" y="4195152"/>
                <a:ext cx="132120" cy="10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2">
            <p14:nvContentPartPr>
              <p14:cNvPr id="130" name="Ink 129">
                <a:extLst>
                  <a:ext uri="{FF2B5EF4-FFF2-40B4-BE49-F238E27FC236}">
                    <a16:creationId xmlns:a16="http://schemas.microsoft.com/office/drawing/2014/main" id="{8F56691D-76B8-14D0-6E11-CFDB3CA8178E}"/>
                  </a:ext>
                </a:extLst>
              </p14:cNvPr>
              <p14:cNvContentPartPr/>
              <p14:nvPr/>
            </p14:nvContentPartPr>
            <p14:xfrm>
              <a:off x="8684160" y="4133952"/>
              <a:ext cx="226800" cy="132120"/>
            </p14:xfrm>
          </p:contentPart>
        </mc:Choice>
        <mc:Fallback xmlns="">
          <p:pic>
            <p:nvPicPr>
              <p:cNvPr id="130" name="Ink 129">
                <a:extLst>
                  <a:ext uri="{FF2B5EF4-FFF2-40B4-BE49-F238E27FC236}">
                    <a16:creationId xmlns:a16="http://schemas.microsoft.com/office/drawing/2014/main" id="{8F56691D-76B8-14D0-6E11-CFDB3CA8178E}"/>
                  </a:ext>
                </a:extLst>
              </p:cNvPr>
              <p:cNvPicPr/>
              <p:nvPr/>
            </p:nvPicPr>
            <p:blipFill>
              <a:blip r:embed="rId243"/>
              <a:stretch>
                <a:fillRect/>
              </a:stretch>
            </p:blipFill>
            <p:spPr>
              <a:xfrm>
                <a:off x="8679840" y="4129632"/>
                <a:ext cx="235440" cy="14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4">
            <p14:nvContentPartPr>
              <p14:cNvPr id="131" name="Ink 130">
                <a:extLst>
                  <a:ext uri="{FF2B5EF4-FFF2-40B4-BE49-F238E27FC236}">
                    <a16:creationId xmlns:a16="http://schemas.microsoft.com/office/drawing/2014/main" id="{BF56C8A0-73AE-0A8E-49C7-C668F4995559}"/>
                  </a:ext>
                </a:extLst>
              </p14:cNvPr>
              <p14:cNvContentPartPr/>
              <p14:nvPr/>
            </p14:nvContentPartPr>
            <p14:xfrm>
              <a:off x="8992680" y="4158432"/>
              <a:ext cx="205920" cy="45720"/>
            </p14:xfrm>
          </p:contentPart>
        </mc:Choice>
        <mc:Fallback xmlns="">
          <p:pic>
            <p:nvPicPr>
              <p:cNvPr id="131" name="Ink 130">
                <a:extLst>
                  <a:ext uri="{FF2B5EF4-FFF2-40B4-BE49-F238E27FC236}">
                    <a16:creationId xmlns:a16="http://schemas.microsoft.com/office/drawing/2014/main" id="{BF56C8A0-73AE-0A8E-49C7-C668F4995559}"/>
                  </a:ext>
                </a:extLst>
              </p:cNvPr>
              <p:cNvPicPr/>
              <p:nvPr/>
            </p:nvPicPr>
            <p:blipFill>
              <a:blip r:embed="rId245"/>
              <a:stretch>
                <a:fillRect/>
              </a:stretch>
            </p:blipFill>
            <p:spPr>
              <a:xfrm>
                <a:off x="8988360" y="4154112"/>
                <a:ext cx="214560" cy="5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6">
            <p14:nvContentPartPr>
              <p14:cNvPr id="132" name="Ink 131">
                <a:extLst>
                  <a:ext uri="{FF2B5EF4-FFF2-40B4-BE49-F238E27FC236}">
                    <a16:creationId xmlns:a16="http://schemas.microsoft.com/office/drawing/2014/main" id="{C0558B3B-D123-9BB0-B773-E52248EBB41A}"/>
                  </a:ext>
                </a:extLst>
              </p14:cNvPr>
              <p14:cNvContentPartPr/>
              <p14:nvPr/>
            </p14:nvContentPartPr>
            <p14:xfrm>
              <a:off x="9177000" y="3903552"/>
              <a:ext cx="420840" cy="282600"/>
            </p14:xfrm>
          </p:contentPart>
        </mc:Choice>
        <mc:Fallback xmlns="">
          <p:pic>
            <p:nvPicPr>
              <p:cNvPr id="132" name="Ink 131">
                <a:extLst>
                  <a:ext uri="{FF2B5EF4-FFF2-40B4-BE49-F238E27FC236}">
                    <a16:creationId xmlns:a16="http://schemas.microsoft.com/office/drawing/2014/main" id="{C0558B3B-D123-9BB0-B773-E52248EBB41A}"/>
                  </a:ext>
                </a:extLst>
              </p:cNvPr>
              <p:cNvPicPr/>
              <p:nvPr/>
            </p:nvPicPr>
            <p:blipFill>
              <a:blip r:embed="rId247"/>
              <a:stretch>
                <a:fillRect/>
              </a:stretch>
            </p:blipFill>
            <p:spPr>
              <a:xfrm>
                <a:off x="9172680" y="3899232"/>
                <a:ext cx="429480" cy="29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8">
            <p14:nvContentPartPr>
              <p14:cNvPr id="133" name="Ink 132">
                <a:extLst>
                  <a:ext uri="{FF2B5EF4-FFF2-40B4-BE49-F238E27FC236}">
                    <a16:creationId xmlns:a16="http://schemas.microsoft.com/office/drawing/2014/main" id="{B332A7DA-325F-5823-7556-4A782687A63D}"/>
                  </a:ext>
                </a:extLst>
              </p14:cNvPr>
              <p14:cNvContentPartPr/>
              <p14:nvPr/>
            </p14:nvContentPartPr>
            <p14:xfrm>
              <a:off x="9616200" y="4023432"/>
              <a:ext cx="88200" cy="83520"/>
            </p14:xfrm>
          </p:contentPart>
        </mc:Choice>
        <mc:Fallback xmlns="">
          <p:pic>
            <p:nvPicPr>
              <p:cNvPr id="133" name="Ink 132">
                <a:extLst>
                  <a:ext uri="{FF2B5EF4-FFF2-40B4-BE49-F238E27FC236}">
                    <a16:creationId xmlns:a16="http://schemas.microsoft.com/office/drawing/2014/main" id="{B332A7DA-325F-5823-7556-4A782687A63D}"/>
                  </a:ext>
                </a:extLst>
              </p:cNvPr>
              <p:cNvPicPr/>
              <p:nvPr/>
            </p:nvPicPr>
            <p:blipFill>
              <a:blip r:embed="rId249"/>
              <a:stretch>
                <a:fillRect/>
              </a:stretch>
            </p:blipFill>
            <p:spPr>
              <a:xfrm>
                <a:off x="9611880" y="4019112"/>
                <a:ext cx="96840" cy="9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0">
            <p14:nvContentPartPr>
              <p14:cNvPr id="134" name="Ink 133">
                <a:extLst>
                  <a:ext uri="{FF2B5EF4-FFF2-40B4-BE49-F238E27FC236}">
                    <a16:creationId xmlns:a16="http://schemas.microsoft.com/office/drawing/2014/main" id="{CF5A7440-0086-9FE5-8859-08A02343130B}"/>
                  </a:ext>
                </a:extLst>
              </p14:cNvPr>
              <p14:cNvContentPartPr/>
              <p14:nvPr/>
            </p14:nvContentPartPr>
            <p14:xfrm>
              <a:off x="9879360" y="3777552"/>
              <a:ext cx="65520" cy="307440"/>
            </p14:xfrm>
          </p:contentPart>
        </mc:Choice>
        <mc:Fallback xmlns="">
          <p:pic>
            <p:nvPicPr>
              <p:cNvPr id="134" name="Ink 133">
                <a:extLst>
                  <a:ext uri="{FF2B5EF4-FFF2-40B4-BE49-F238E27FC236}">
                    <a16:creationId xmlns:a16="http://schemas.microsoft.com/office/drawing/2014/main" id="{CF5A7440-0086-9FE5-8859-08A02343130B}"/>
                  </a:ext>
                </a:extLst>
              </p:cNvPr>
              <p:cNvPicPr/>
              <p:nvPr/>
            </p:nvPicPr>
            <p:blipFill>
              <a:blip r:embed="rId251"/>
              <a:stretch>
                <a:fillRect/>
              </a:stretch>
            </p:blipFill>
            <p:spPr>
              <a:xfrm>
                <a:off x="9875040" y="3773232"/>
                <a:ext cx="74160" cy="31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2">
            <p14:nvContentPartPr>
              <p14:cNvPr id="135" name="Ink 134">
                <a:extLst>
                  <a:ext uri="{FF2B5EF4-FFF2-40B4-BE49-F238E27FC236}">
                    <a16:creationId xmlns:a16="http://schemas.microsoft.com/office/drawing/2014/main" id="{06197F52-67DC-888C-8E60-F7F851E932A7}"/>
                  </a:ext>
                </a:extLst>
              </p14:cNvPr>
              <p14:cNvContentPartPr/>
              <p14:nvPr/>
            </p14:nvContentPartPr>
            <p14:xfrm>
              <a:off x="9858840" y="4001472"/>
              <a:ext cx="143640" cy="20160"/>
            </p14:xfrm>
          </p:contentPart>
        </mc:Choice>
        <mc:Fallback xmlns="">
          <p:pic>
            <p:nvPicPr>
              <p:cNvPr id="135" name="Ink 134">
                <a:extLst>
                  <a:ext uri="{FF2B5EF4-FFF2-40B4-BE49-F238E27FC236}">
                    <a16:creationId xmlns:a16="http://schemas.microsoft.com/office/drawing/2014/main" id="{06197F52-67DC-888C-8E60-F7F851E932A7}"/>
                  </a:ext>
                </a:extLst>
              </p:cNvPr>
              <p:cNvPicPr/>
              <p:nvPr/>
            </p:nvPicPr>
            <p:blipFill>
              <a:blip r:embed="rId253"/>
              <a:stretch>
                <a:fillRect/>
              </a:stretch>
            </p:blipFill>
            <p:spPr>
              <a:xfrm>
                <a:off x="9854520" y="3997152"/>
                <a:ext cx="152280" cy="2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4">
            <p14:nvContentPartPr>
              <p14:cNvPr id="136" name="Ink 135">
                <a:extLst>
                  <a:ext uri="{FF2B5EF4-FFF2-40B4-BE49-F238E27FC236}">
                    <a16:creationId xmlns:a16="http://schemas.microsoft.com/office/drawing/2014/main" id="{C3A2F94E-CBE6-7C72-8D06-1999133296F7}"/>
                  </a:ext>
                </a:extLst>
              </p14:cNvPr>
              <p14:cNvContentPartPr/>
              <p14:nvPr/>
            </p14:nvContentPartPr>
            <p14:xfrm>
              <a:off x="10159080" y="3963312"/>
              <a:ext cx="182880" cy="82080"/>
            </p14:xfrm>
          </p:contentPart>
        </mc:Choice>
        <mc:Fallback xmlns="">
          <p:pic>
            <p:nvPicPr>
              <p:cNvPr id="136" name="Ink 135">
                <a:extLst>
                  <a:ext uri="{FF2B5EF4-FFF2-40B4-BE49-F238E27FC236}">
                    <a16:creationId xmlns:a16="http://schemas.microsoft.com/office/drawing/2014/main" id="{C3A2F94E-CBE6-7C72-8D06-1999133296F7}"/>
                  </a:ext>
                </a:extLst>
              </p:cNvPr>
              <p:cNvPicPr/>
              <p:nvPr/>
            </p:nvPicPr>
            <p:blipFill>
              <a:blip r:embed="rId255"/>
              <a:stretch>
                <a:fillRect/>
              </a:stretch>
            </p:blipFill>
            <p:spPr>
              <a:xfrm>
                <a:off x="10154760" y="3958992"/>
                <a:ext cx="191520" cy="9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6">
            <p14:nvContentPartPr>
              <p14:cNvPr id="137" name="Ink 136">
                <a:extLst>
                  <a:ext uri="{FF2B5EF4-FFF2-40B4-BE49-F238E27FC236}">
                    <a16:creationId xmlns:a16="http://schemas.microsoft.com/office/drawing/2014/main" id="{5F57AACD-B021-D6E9-2004-B755FD1D1CAC}"/>
                  </a:ext>
                </a:extLst>
              </p14:cNvPr>
              <p14:cNvContentPartPr/>
              <p14:nvPr/>
            </p14:nvContentPartPr>
            <p14:xfrm>
              <a:off x="10615920" y="3893832"/>
              <a:ext cx="100080" cy="152280"/>
            </p14:xfrm>
          </p:contentPart>
        </mc:Choice>
        <mc:Fallback xmlns="">
          <p:pic>
            <p:nvPicPr>
              <p:cNvPr id="137" name="Ink 136">
                <a:extLst>
                  <a:ext uri="{FF2B5EF4-FFF2-40B4-BE49-F238E27FC236}">
                    <a16:creationId xmlns:a16="http://schemas.microsoft.com/office/drawing/2014/main" id="{5F57AACD-B021-D6E9-2004-B755FD1D1CAC}"/>
                  </a:ext>
                </a:extLst>
              </p:cNvPr>
              <p:cNvPicPr/>
              <p:nvPr/>
            </p:nvPicPr>
            <p:blipFill>
              <a:blip r:embed="rId257"/>
              <a:stretch>
                <a:fillRect/>
              </a:stretch>
            </p:blipFill>
            <p:spPr>
              <a:xfrm>
                <a:off x="10611600" y="3889512"/>
                <a:ext cx="108720" cy="16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8">
            <p14:nvContentPartPr>
              <p14:cNvPr id="138" name="Ink 137">
                <a:extLst>
                  <a:ext uri="{FF2B5EF4-FFF2-40B4-BE49-F238E27FC236}">
                    <a16:creationId xmlns:a16="http://schemas.microsoft.com/office/drawing/2014/main" id="{BBDA6A8F-8DFB-A92A-5726-7329477547B5}"/>
                  </a:ext>
                </a:extLst>
              </p14:cNvPr>
              <p14:cNvContentPartPr/>
              <p14:nvPr/>
            </p14:nvContentPartPr>
            <p14:xfrm>
              <a:off x="10778280" y="3935592"/>
              <a:ext cx="39600" cy="91440"/>
            </p14:xfrm>
          </p:contentPart>
        </mc:Choice>
        <mc:Fallback xmlns="">
          <p:pic>
            <p:nvPicPr>
              <p:cNvPr id="138" name="Ink 137">
                <a:extLst>
                  <a:ext uri="{FF2B5EF4-FFF2-40B4-BE49-F238E27FC236}">
                    <a16:creationId xmlns:a16="http://schemas.microsoft.com/office/drawing/2014/main" id="{BBDA6A8F-8DFB-A92A-5726-7329477547B5}"/>
                  </a:ext>
                </a:extLst>
              </p:cNvPr>
              <p:cNvPicPr/>
              <p:nvPr/>
            </p:nvPicPr>
            <p:blipFill>
              <a:blip r:embed="rId259"/>
              <a:stretch>
                <a:fillRect/>
              </a:stretch>
            </p:blipFill>
            <p:spPr>
              <a:xfrm>
                <a:off x="10773960" y="3931272"/>
                <a:ext cx="48240" cy="10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0">
            <p14:nvContentPartPr>
              <p14:cNvPr id="139" name="Ink 138">
                <a:extLst>
                  <a:ext uri="{FF2B5EF4-FFF2-40B4-BE49-F238E27FC236}">
                    <a16:creationId xmlns:a16="http://schemas.microsoft.com/office/drawing/2014/main" id="{E6A59A00-C9B5-B554-D58B-875B21A758B0}"/>
                  </a:ext>
                </a:extLst>
              </p14:cNvPr>
              <p14:cNvContentPartPr/>
              <p14:nvPr/>
            </p14:nvContentPartPr>
            <p14:xfrm>
              <a:off x="10889160" y="3817872"/>
              <a:ext cx="5040" cy="50040"/>
            </p14:xfrm>
          </p:contentPart>
        </mc:Choice>
        <mc:Fallback xmlns="">
          <p:pic>
            <p:nvPicPr>
              <p:cNvPr id="139" name="Ink 138">
                <a:extLst>
                  <a:ext uri="{FF2B5EF4-FFF2-40B4-BE49-F238E27FC236}">
                    <a16:creationId xmlns:a16="http://schemas.microsoft.com/office/drawing/2014/main" id="{E6A59A00-C9B5-B554-D58B-875B21A758B0}"/>
                  </a:ext>
                </a:extLst>
              </p:cNvPr>
              <p:cNvPicPr/>
              <p:nvPr/>
            </p:nvPicPr>
            <p:blipFill>
              <a:blip r:embed="rId261"/>
              <a:stretch>
                <a:fillRect/>
              </a:stretch>
            </p:blipFill>
            <p:spPr>
              <a:xfrm>
                <a:off x="10884840" y="3813552"/>
                <a:ext cx="13680" cy="5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2">
            <p14:nvContentPartPr>
              <p14:cNvPr id="140" name="Ink 139">
                <a:extLst>
                  <a:ext uri="{FF2B5EF4-FFF2-40B4-BE49-F238E27FC236}">
                    <a16:creationId xmlns:a16="http://schemas.microsoft.com/office/drawing/2014/main" id="{DF43E99C-ADFB-2425-34A5-D6887A187245}"/>
                  </a:ext>
                </a:extLst>
              </p14:cNvPr>
              <p14:cNvContentPartPr/>
              <p14:nvPr/>
            </p14:nvContentPartPr>
            <p14:xfrm>
              <a:off x="10965120" y="3759552"/>
              <a:ext cx="83520" cy="359640"/>
            </p14:xfrm>
          </p:contentPart>
        </mc:Choice>
        <mc:Fallback xmlns="">
          <p:pic>
            <p:nvPicPr>
              <p:cNvPr id="140" name="Ink 139">
                <a:extLst>
                  <a:ext uri="{FF2B5EF4-FFF2-40B4-BE49-F238E27FC236}">
                    <a16:creationId xmlns:a16="http://schemas.microsoft.com/office/drawing/2014/main" id="{DF43E99C-ADFB-2425-34A5-D6887A187245}"/>
                  </a:ext>
                </a:extLst>
              </p:cNvPr>
              <p:cNvPicPr/>
              <p:nvPr/>
            </p:nvPicPr>
            <p:blipFill>
              <a:blip r:embed="rId263"/>
              <a:stretch>
                <a:fillRect/>
              </a:stretch>
            </p:blipFill>
            <p:spPr>
              <a:xfrm>
                <a:off x="10960800" y="3755232"/>
                <a:ext cx="92160" cy="36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4">
            <p14:nvContentPartPr>
              <p14:cNvPr id="141" name="Ink 140">
                <a:extLst>
                  <a:ext uri="{FF2B5EF4-FFF2-40B4-BE49-F238E27FC236}">
                    <a16:creationId xmlns:a16="http://schemas.microsoft.com/office/drawing/2014/main" id="{0BDB6E8C-8731-24B5-6DE8-BBA235DBF838}"/>
                  </a:ext>
                </a:extLst>
              </p14:cNvPr>
              <p14:cNvContentPartPr/>
              <p14:nvPr/>
            </p14:nvContentPartPr>
            <p14:xfrm>
              <a:off x="10935240" y="3956472"/>
              <a:ext cx="97200" cy="5040"/>
            </p14:xfrm>
          </p:contentPart>
        </mc:Choice>
        <mc:Fallback xmlns="">
          <p:pic>
            <p:nvPicPr>
              <p:cNvPr id="141" name="Ink 140">
                <a:extLst>
                  <a:ext uri="{FF2B5EF4-FFF2-40B4-BE49-F238E27FC236}">
                    <a16:creationId xmlns:a16="http://schemas.microsoft.com/office/drawing/2014/main" id="{0BDB6E8C-8731-24B5-6DE8-BBA235DBF838}"/>
                  </a:ext>
                </a:extLst>
              </p:cNvPr>
              <p:cNvPicPr/>
              <p:nvPr/>
            </p:nvPicPr>
            <p:blipFill>
              <a:blip r:embed="rId265"/>
              <a:stretch>
                <a:fillRect/>
              </a:stretch>
            </p:blipFill>
            <p:spPr>
              <a:xfrm>
                <a:off x="10930920" y="3952152"/>
                <a:ext cx="105840" cy="1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6">
            <p14:nvContentPartPr>
              <p14:cNvPr id="142" name="Ink 141">
                <a:extLst>
                  <a:ext uri="{FF2B5EF4-FFF2-40B4-BE49-F238E27FC236}">
                    <a16:creationId xmlns:a16="http://schemas.microsoft.com/office/drawing/2014/main" id="{E09E4B45-3C11-3B59-C10F-EF31E1EFB769}"/>
                  </a:ext>
                </a:extLst>
              </p14:cNvPr>
              <p14:cNvContentPartPr/>
              <p14:nvPr/>
            </p14:nvContentPartPr>
            <p14:xfrm>
              <a:off x="11136120" y="3818952"/>
              <a:ext cx="48960" cy="231480"/>
            </p14:xfrm>
          </p:contentPart>
        </mc:Choice>
        <mc:Fallback xmlns="">
          <p:pic>
            <p:nvPicPr>
              <p:cNvPr id="142" name="Ink 141">
                <a:extLst>
                  <a:ext uri="{FF2B5EF4-FFF2-40B4-BE49-F238E27FC236}">
                    <a16:creationId xmlns:a16="http://schemas.microsoft.com/office/drawing/2014/main" id="{E09E4B45-3C11-3B59-C10F-EF31E1EFB769}"/>
                  </a:ext>
                </a:extLst>
              </p:cNvPr>
              <p:cNvPicPr/>
              <p:nvPr/>
            </p:nvPicPr>
            <p:blipFill>
              <a:blip r:embed="rId267"/>
              <a:stretch>
                <a:fillRect/>
              </a:stretch>
            </p:blipFill>
            <p:spPr>
              <a:xfrm>
                <a:off x="11131800" y="3814632"/>
                <a:ext cx="57600" cy="24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8">
            <p14:nvContentPartPr>
              <p14:cNvPr id="143" name="Ink 142">
                <a:extLst>
                  <a:ext uri="{FF2B5EF4-FFF2-40B4-BE49-F238E27FC236}">
                    <a16:creationId xmlns:a16="http://schemas.microsoft.com/office/drawing/2014/main" id="{4E7E3F63-242F-0C54-AD2F-2F71F3EF846A}"/>
                  </a:ext>
                </a:extLst>
              </p14:cNvPr>
              <p14:cNvContentPartPr/>
              <p14:nvPr/>
            </p14:nvContentPartPr>
            <p14:xfrm>
              <a:off x="11069160" y="3952872"/>
              <a:ext cx="166680" cy="18720"/>
            </p14:xfrm>
          </p:contentPart>
        </mc:Choice>
        <mc:Fallback xmlns="">
          <p:pic>
            <p:nvPicPr>
              <p:cNvPr id="143" name="Ink 142">
                <a:extLst>
                  <a:ext uri="{FF2B5EF4-FFF2-40B4-BE49-F238E27FC236}">
                    <a16:creationId xmlns:a16="http://schemas.microsoft.com/office/drawing/2014/main" id="{4E7E3F63-242F-0C54-AD2F-2F71F3EF846A}"/>
                  </a:ext>
                </a:extLst>
              </p:cNvPr>
              <p:cNvPicPr/>
              <p:nvPr/>
            </p:nvPicPr>
            <p:blipFill>
              <a:blip r:embed="rId269"/>
              <a:stretch>
                <a:fillRect/>
              </a:stretch>
            </p:blipFill>
            <p:spPr>
              <a:xfrm>
                <a:off x="11064840" y="3948552"/>
                <a:ext cx="175320" cy="2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0">
            <p14:nvContentPartPr>
              <p14:cNvPr id="144" name="Ink 143">
                <a:extLst>
                  <a:ext uri="{FF2B5EF4-FFF2-40B4-BE49-F238E27FC236}">
                    <a16:creationId xmlns:a16="http://schemas.microsoft.com/office/drawing/2014/main" id="{BDBC82BD-C68A-52DF-A0E5-4F1AF9908B9A}"/>
                  </a:ext>
                </a:extLst>
              </p14:cNvPr>
              <p14:cNvContentPartPr/>
              <p14:nvPr/>
            </p14:nvContentPartPr>
            <p14:xfrm>
              <a:off x="11295240" y="3755592"/>
              <a:ext cx="180720" cy="352440"/>
            </p14:xfrm>
          </p:contentPart>
        </mc:Choice>
        <mc:Fallback xmlns="">
          <p:pic>
            <p:nvPicPr>
              <p:cNvPr id="144" name="Ink 143">
                <a:extLst>
                  <a:ext uri="{FF2B5EF4-FFF2-40B4-BE49-F238E27FC236}">
                    <a16:creationId xmlns:a16="http://schemas.microsoft.com/office/drawing/2014/main" id="{BDBC82BD-C68A-52DF-A0E5-4F1AF9908B9A}"/>
                  </a:ext>
                </a:extLst>
              </p:cNvPr>
              <p:cNvPicPr/>
              <p:nvPr/>
            </p:nvPicPr>
            <p:blipFill>
              <a:blip r:embed="rId271"/>
              <a:stretch>
                <a:fillRect/>
              </a:stretch>
            </p:blipFill>
            <p:spPr>
              <a:xfrm>
                <a:off x="11290920" y="3751272"/>
                <a:ext cx="189360" cy="36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2">
            <p14:nvContentPartPr>
              <p14:cNvPr id="146" name="Ink 145">
                <a:extLst>
                  <a:ext uri="{FF2B5EF4-FFF2-40B4-BE49-F238E27FC236}">
                    <a16:creationId xmlns:a16="http://schemas.microsoft.com/office/drawing/2014/main" id="{1FEEF531-649E-44FE-C9D2-164D3DB49C01}"/>
                  </a:ext>
                </a:extLst>
              </p14:cNvPr>
              <p14:cNvContentPartPr/>
              <p14:nvPr/>
            </p14:nvContentPartPr>
            <p14:xfrm>
              <a:off x="11670000" y="3798072"/>
              <a:ext cx="95760" cy="331560"/>
            </p14:xfrm>
          </p:contentPart>
        </mc:Choice>
        <mc:Fallback xmlns="">
          <p:pic>
            <p:nvPicPr>
              <p:cNvPr id="146" name="Ink 145">
                <a:extLst>
                  <a:ext uri="{FF2B5EF4-FFF2-40B4-BE49-F238E27FC236}">
                    <a16:creationId xmlns:a16="http://schemas.microsoft.com/office/drawing/2014/main" id="{1FEEF531-649E-44FE-C9D2-164D3DB49C01}"/>
                  </a:ext>
                </a:extLst>
              </p:cNvPr>
              <p:cNvPicPr/>
              <p:nvPr/>
            </p:nvPicPr>
            <p:blipFill>
              <a:blip r:embed="rId273"/>
              <a:stretch>
                <a:fillRect/>
              </a:stretch>
            </p:blipFill>
            <p:spPr>
              <a:xfrm>
                <a:off x="11665680" y="3793752"/>
                <a:ext cx="104400" cy="34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4">
            <p14:nvContentPartPr>
              <p14:cNvPr id="147" name="Ink 146">
                <a:extLst>
                  <a:ext uri="{FF2B5EF4-FFF2-40B4-BE49-F238E27FC236}">
                    <a16:creationId xmlns:a16="http://schemas.microsoft.com/office/drawing/2014/main" id="{CCBF58DC-581B-9BD6-F0BB-34D65BC27065}"/>
                  </a:ext>
                </a:extLst>
              </p14:cNvPr>
              <p14:cNvContentPartPr/>
              <p14:nvPr/>
            </p14:nvContentPartPr>
            <p14:xfrm>
              <a:off x="7953000" y="4563792"/>
              <a:ext cx="85680" cy="213480"/>
            </p14:xfrm>
          </p:contentPart>
        </mc:Choice>
        <mc:Fallback xmlns="">
          <p:pic>
            <p:nvPicPr>
              <p:cNvPr id="147" name="Ink 146">
                <a:extLst>
                  <a:ext uri="{FF2B5EF4-FFF2-40B4-BE49-F238E27FC236}">
                    <a16:creationId xmlns:a16="http://schemas.microsoft.com/office/drawing/2014/main" id="{CCBF58DC-581B-9BD6-F0BB-34D65BC27065}"/>
                  </a:ext>
                </a:extLst>
              </p:cNvPr>
              <p:cNvPicPr/>
              <p:nvPr/>
            </p:nvPicPr>
            <p:blipFill>
              <a:blip r:embed="rId275"/>
              <a:stretch>
                <a:fillRect/>
              </a:stretch>
            </p:blipFill>
            <p:spPr>
              <a:xfrm>
                <a:off x="7948680" y="4559472"/>
                <a:ext cx="94320" cy="22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6">
            <p14:nvContentPartPr>
              <p14:cNvPr id="148" name="Ink 147">
                <a:extLst>
                  <a:ext uri="{FF2B5EF4-FFF2-40B4-BE49-F238E27FC236}">
                    <a16:creationId xmlns:a16="http://schemas.microsoft.com/office/drawing/2014/main" id="{DECD3C87-7D78-04FF-A731-089203B08FC9}"/>
                  </a:ext>
                </a:extLst>
              </p14:cNvPr>
              <p14:cNvContentPartPr/>
              <p14:nvPr/>
            </p14:nvContentPartPr>
            <p14:xfrm>
              <a:off x="7916280" y="4658472"/>
              <a:ext cx="152640" cy="22320"/>
            </p14:xfrm>
          </p:contentPart>
        </mc:Choice>
        <mc:Fallback xmlns="">
          <p:pic>
            <p:nvPicPr>
              <p:cNvPr id="148" name="Ink 147">
                <a:extLst>
                  <a:ext uri="{FF2B5EF4-FFF2-40B4-BE49-F238E27FC236}">
                    <a16:creationId xmlns:a16="http://schemas.microsoft.com/office/drawing/2014/main" id="{DECD3C87-7D78-04FF-A731-089203B08FC9}"/>
                  </a:ext>
                </a:extLst>
              </p:cNvPr>
              <p:cNvPicPr/>
              <p:nvPr/>
            </p:nvPicPr>
            <p:blipFill>
              <a:blip r:embed="rId277"/>
              <a:stretch>
                <a:fillRect/>
              </a:stretch>
            </p:blipFill>
            <p:spPr>
              <a:xfrm>
                <a:off x="7911960" y="4654152"/>
                <a:ext cx="161280" cy="3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8">
            <p14:nvContentPartPr>
              <p14:cNvPr id="149" name="Ink 148">
                <a:extLst>
                  <a:ext uri="{FF2B5EF4-FFF2-40B4-BE49-F238E27FC236}">
                    <a16:creationId xmlns:a16="http://schemas.microsoft.com/office/drawing/2014/main" id="{7E978BD3-991F-F628-99E1-D2258BBED8FD}"/>
                  </a:ext>
                </a:extLst>
              </p14:cNvPr>
              <p14:cNvContentPartPr/>
              <p14:nvPr/>
            </p14:nvContentPartPr>
            <p14:xfrm>
              <a:off x="8079000" y="4650552"/>
              <a:ext cx="59760" cy="99720"/>
            </p14:xfrm>
          </p:contentPart>
        </mc:Choice>
        <mc:Fallback xmlns="">
          <p:pic>
            <p:nvPicPr>
              <p:cNvPr id="149" name="Ink 148">
                <a:extLst>
                  <a:ext uri="{FF2B5EF4-FFF2-40B4-BE49-F238E27FC236}">
                    <a16:creationId xmlns:a16="http://schemas.microsoft.com/office/drawing/2014/main" id="{7E978BD3-991F-F628-99E1-D2258BBED8FD}"/>
                  </a:ext>
                </a:extLst>
              </p:cNvPr>
              <p:cNvPicPr/>
              <p:nvPr/>
            </p:nvPicPr>
            <p:blipFill>
              <a:blip r:embed="rId279"/>
              <a:stretch>
                <a:fillRect/>
              </a:stretch>
            </p:blipFill>
            <p:spPr>
              <a:xfrm>
                <a:off x="8074680" y="4646232"/>
                <a:ext cx="68400" cy="108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0">
            <p14:nvContentPartPr>
              <p14:cNvPr id="150" name="Ink 149">
                <a:extLst>
                  <a:ext uri="{FF2B5EF4-FFF2-40B4-BE49-F238E27FC236}">
                    <a16:creationId xmlns:a16="http://schemas.microsoft.com/office/drawing/2014/main" id="{9C2FB61C-7B91-4007-505E-5F790C3DE9F4}"/>
                  </a:ext>
                </a:extLst>
              </p14:cNvPr>
              <p14:cNvContentPartPr/>
              <p14:nvPr/>
            </p14:nvContentPartPr>
            <p14:xfrm>
              <a:off x="8669040" y="4598712"/>
              <a:ext cx="148320" cy="108360"/>
            </p14:xfrm>
          </p:contentPart>
        </mc:Choice>
        <mc:Fallback xmlns="">
          <p:pic>
            <p:nvPicPr>
              <p:cNvPr id="150" name="Ink 149">
                <a:extLst>
                  <a:ext uri="{FF2B5EF4-FFF2-40B4-BE49-F238E27FC236}">
                    <a16:creationId xmlns:a16="http://schemas.microsoft.com/office/drawing/2014/main" id="{9C2FB61C-7B91-4007-505E-5F790C3DE9F4}"/>
                  </a:ext>
                </a:extLst>
              </p:cNvPr>
              <p:cNvPicPr/>
              <p:nvPr/>
            </p:nvPicPr>
            <p:blipFill>
              <a:blip r:embed="rId281"/>
              <a:stretch>
                <a:fillRect/>
              </a:stretch>
            </p:blipFill>
            <p:spPr>
              <a:xfrm>
                <a:off x="8664720" y="4594392"/>
                <a:ext cx="156960" cy="11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2">
            <p14:nvContentPartPr>
              <p14:cNvPr id="151" name="Ink 150">
                <a:extLst>
                  <a:ext uri="{FF2B5EF4-FFF2-40B4-BE49-F238E27FC236}">
                    <a16:creationId xmlns:a16="http://schemas.microsoft.com/office/drawing/2014/main" id="{CAA2A46A-8B3A-37F1-DA9F-1AC639D3B61F}"/>
                  </a:ext>
                </a:extLst>
              </p14:cNvPr>
              <p14:cNvContentPartPr/>
              <p14:nvPr/>
            </p14:nvContentPartPr>
            <p14:xfrm>
              <a:off x="8810160" y="4611312"/>
              <a:ext cx="70200" cy="96120"/>
            </p14:xfrm>
          </p:contentPart>
        </mc:Choice>
        <mc:Fallback xmlns="">
          <p:pic>
            <p:nvPicPr>
              <p:cNvPr id="151" name="Ink 150">
                <a:extLst>
                  <a:ext uri="{FF2B5EF4-FFF2-40B4-BE49-F238E27FC236}">
                    <a16:creationId xmlns:a16="http://schemas.microsoft.com/office/drawing/2014/main" id="{CAA2A46A-8B3A-37F1-DA9F-1AC639D3B61F}"/>
                  </a:ext>
                </a:extLst>
              </p:cNvPr>
              <p:cNvPicPr/>
              <p:nvPr/>
            </p:nvPicPr>
            <p:blipFill>
              <a:blip r:embed="rId283"/>
              <a:stretch>
                <a:fillRect/>
              </a:stretch>
            </p:blipFill>
            <p:spPr>
              <a:xfrm>
                <a:off x="8805840" y="4606992"/>
                <a:ext cx="78840" cy="104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4">
            <p14:nvContentPartPr>
              <p14:cNvPr id="152" name="Ink 151">
                <a:extLst>
                  <a:ext uri="{FF2B5EF4-FFF2-40B4-BE49-F238E27FC236}">
                    <a16:creationId xmlns:a16="http://schemas.microsoft.com/office/drawing/2014/main" id="{6C164C9D-18EE-CA76-1585-FA2103767936}"/>
                  </a:ext>
                </a:extLst>
              </p14:cNvPr>
              <p14:cNvContentPartPr/>
              <p14:nvPr/>
            </p14:nvContentPartPr>
            <p14:xfrm>
              <a:off x="8978640" y="4610232"/>
              <a:ext cx="34920" cy="91800"/>
            </p14:xfrm>
          </p:contentPart>
        </mc:Choice>
        <mc:Fallback xmlns="">
          <p:pic>
            <p:nvPicPr>
              <p:cNvPr id="152" name="Ink 151">
                <a:extLst>
                  <a:ext uri="{FF2B5EF4-FFF2-40B4-BE49-F238E27FC236}">
                    <a16:creationId xmlns:a16="http://schemas.microsoft.com/office/drawing/2014/main" id="{6C164C9D-18EE-CA76-1585-FA2103767936}"/>
                  </a:ext>
                </a:extLst>
              </p:cNvPr>
              <p:cNvPicPr/>
              <p:nvPr/>
            </p:nvPicPr>
            <p:blipFill>
              <a:blip r:embed="rId285"/>
              <a:stretch>
                <a:fillRect/>
              </a:stretch>
            </p:blipFill>
            <p:spPr>
              <a:xfrm>
                <a:off x="8974320" y="4605912"/>
                <a:ext cx="43560" cy="10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6">
            <p14:nvContentPartPr>
              <p14:cNvPr id="153" name="Ink 152">
                <a:extLst>
                  <a:ext uri="{FF2B5EF4-FFF2-40B4-BE49-F238E27FC236}">
                    <a16:creationId xmlns:a16="http://schemas.microsoft.com/office/drawing/2014/main" id="{D86DCAB9-6EF8-A94D-F48D-C418237C2040}"/>
                  </a:ext>
                </a:extLst>
              </p14:cNvPr>
              <p14:cNvContentPartPr/>
              <p14:nvPr/>
            </p14:nvContentPartPr>
            <p14:xfrm>
              <a:off x="9101760" y="4585752"/>
              <a:ext cx="24840" cy="132120"/>
            </p14:xfrm>
          </p:contentPart>
        </mc:Choice>
        <mc:Fallback xmlns="">
          <p:pic>
            <p:nvPicPr>
              <p:cNvPr id="153" name="Ink 152">
                <a:extLst>
                  <a:ext uri="{FF2B5EF4-FFF2-40B4-BE49-F238E27FC236}">
                    <a16:creationId xmlns:a16="http://schemas.microsoft.com/office/drawing/2014/main" id="{D86DCAB9-6EF8-A94D-F48D-C418237C2040}"/>
                  </a:ext>
                </a:extLst>
              </p:cNvPr>
              <p:cNvPicPr/>
              <p:nvPr/>
            </p:nvPicPr>
            <p:blipFill>
              <a:blip r:embed="rId287"/>
              <a:stretch>
                <a:fillRect/>
              </a:stretch>
            </p:blipFill>
            <p:spPr>
              <a:xfrm>
                <a:off x="9097440" y="4581432"/>
                <a:ext cx="33480" cy="14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8">
            <p14:nvContentPartPr>
              <p14:cNvPr id="154" name="Ink 153">
                <a:extLst>
                  <a:ext uri="{FF2B5EF4-FFF2-40B4-BE49-F238E27FC236}">
                    <a16:creationId xmlns:a16="http://schemas.microsoft.com/office/drawing/2014/main" id="{78C024B7-20A7-8CEB-3582-C3248B1743B2}"/>
                  </a:ext>
                </a:extLst>
              </p14:cNvPr>
              <p14:cNvContentPartPr/>
              <p14:nvPr/>
            </p14:nvContentPartPr>
            <p14:xfrm>
              <a:off x="9110400" y="4655232"/>
              <a:ext cx="360" cy="360"/>
            </p14:xfrm>
          </p:contentPart>
        </mc:Choice>
        <mc:Fallback xmlns="">
          <p:pic>
            <p:nvPicPr>
              <p:cNvPr id="154" name="Ink 153">
                <a:extLst>
                  <a:ext uri="{FF2B5EF4-FFF2-40B4-BE49-F238E27FC236}">
                    <a16:creationId xmlns:a16="http://schemas.microsoft.com/office/drawing/2014/main" id="{78C024B7-20A7-8CEB-3582-C3248B1743B2}"/>
                  </a:ext>
                </a:extLst>
              </p:cNvPr>
              <p:cNvPicPr/>
              <p:nvPr/>
            </p:nvPicPr>
            <p:blipFill>
              <a:blip r:embed="rId289"/>
              <a:stretch>
                <a:fillRect/>
              </a:stretch>
            </p:blipFill>
            <p:spPr>
              <a:xfrm>
                <a:off x="9106080" y="4650912"/>
                <a:ext cx="9000" cy="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0">
            <p14:nvContentPartPr>
              <p14:cNvPr id="155" name="Ink 154">
                <a:extLst>
                  <a:ext uri="{FF2B5EF4-FFF2-40B4-BE49-F238E27FC236}">
                    <a16:creationId xmlns:a16="http://schemas.microsoft.com/office/drawing/2014/main" id="{850CADDB-5AD3-5976-51A3-59543142E002}"/>
                  </a:ext>
                </a:extLst>
              </p14:cNvPr>
              <p14:cNvContentPartPr/>
              <p14:nvPr/>
            </p14:nvContentPartPr>
            <p14:xfrm>
              <a:off x="9110400" y="4603752"/>
              <a:ext cx="178200" cy="72360"/>
            </p14:xfrm>
          </p:contentPart>
        </mc:Choice>
        <mc:Fallback xmlns="">
          <p:pic>
            <p:nvPicPr>
              <p:cNvPr id="155" name="Ink 154">
                <a:extLst>
                  <a:ext uri="{FF2B5EF4-FFF2-40B4-BE49-F238E27FC236}">
                    <a16:creationId xmlns:a16="http://schemas.microsoft.com/office/drawing/2014/main" id="{850CADDB-5AD3-5976-51A3-59543142E002}"/>
                  </a:ext>
                </a:extLst>
              </p:cNvPr>
              <p:cNvPicPr/>
              <p:nvPr/>
            </p:nvPicPr>
            <p:blipFill>
              <a:blip r:embed="rId291"/>
              <a:stretch>
                <a:fillRect/>
              </a:stretch>
            </p:blipFill>
            <p:spPr>
              <a:xfrm>
                <a:off x="9106080" y="4599432"/>
                <a:ext cx="186840" cy="8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2">
            <p14:nvContentPartPr>
              <p14:cNvPr id="156" name="Ink 155">
                <a:extLst>
                  <a:ext uri="{FF2B5EF4-FFF2-40B4-BE49-F238E27FC236}">
                    <a16:creationId xmlns:a16="http://schemas.microsoft.com/office/drawing/2014/main" id="{DA17A054-F0B6-75B3-E7C3-C61C191CCAD4}"/>
                  </a:ext>
                </a:extLst>
              </p14:cNvPr>
              <p14:cNvContentPartPr/>
              <p14:nvPr/>
            </p14:nvContentPartPr>
            <p14:xfrm>
              <a:off x="9333960" y="4598352"/>
              <a:ext cx="88560" cy="86040"/>
            </p14:xfrm>
          </p:contentPart>
        </mc:Choice>
        <mc:Fallback xmlns="">
          <p:pic>
            <p:nvPicPr>
              <p:cNvPr id="156" name="Ink 155">
                <a:extLst>
                  <a:ext uri="{FF2B5EF4-FFF2-40B4-BE49-F238E27FC236}">
                    <a16:creationId xmlns:a16="http://schemas.microsoft.com/office/drawing/2014/main" id="{DA17A054-F0B6-75B3-E7C3-C61C191CCAD4}"/>
                  </a:ext>
                </a:extLst>
              </p:cNvPr>
              <p:cNvPicPr/>
              <p:nvPr/>
            </p:nvPicPr>
            <p:blipFill>
              <a:blip r:embed="rId293"/>
              <a:stretch>
                <a:fillRect/>
              </a:stretch>
            </p:blipFill>
            <p:spPr>
              <a:xfrm>
                <a:off x="9329640" y="4594032"/>
                <a:ext cx="97200" cy="9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4">
            <p14:nvContentPartPr>
              <p14:cNvPr id="157" name="Ink 156">
                <a:extLst>
                  <a:ext uri="{FF2B5EF4-FFF2-40B4-BE49-F238E27FC236}">
                    <a16:creationId xmlns:a16="http://schemas.microsoft.com/office/drawing/2014/main" id="{9E8B67A7-EF4C-2AF0-45F2-866B11A0BD71}"/>
                  </a:ext>
                </a:extLst>
              </p14:cNvPr>
              <p14:cNvContentPartPr/>
              <p14:nvPr/>
            </p14:nvContentPartPr>
            <p14:xfrm>
              <a:off x="9537720" y="4446072"/>
              <a:ext cx="46440" cy="186480"/>
            </p14:xfrm>
          </p:contentPart>
        </mc:Choice>
        <mc:Fallback xmlns="">
          <p:pic>
            <p:nvPicPr>
              <p:cNvPr id="157" name="Ink 156">
                <a:extLst>
                  <a:ext uri="{FF2B5EF4-FFF2-40B4-BE49-F238E27FC236}">
                    <a16:creationId xmlns:a16="http://schemas.microsoft.com/office/drawing/2014/main" id="{9E8B67A7-EF4C-2AF0-45F2-866B11A0BD71}"/>
                  </a:ext>
                </a:extLst>
              </p:cNvPr>
              <p:cNvPicPr/>
              <p:nvPr/>
            </p:nvPicPr>
            <p:blipFill>
              <a:blip r:embed="rId295"/>
              <a:stretch>
                <a:fillRect/>
              </a:stretch>
            </p:blipFill>
            <p:spPr>
              <a:xfrm>
                <a:off x="9533400" y="4441752"/>
                <a:ext cx="55080" cy="195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6">
            <p14:nvContentPartPr>
              <p14:cNvPr id="158" name="Ink 157">
                <a:extLst>
                  <a:ext uri="{FF2B5EF4-FFF2-40B4-BE49-F238E27FC236}">
                    <a16:creationId xmlns:a16="http://schemas.microsoft.com/office/drawing/2014/main" id="{5DA6CE85-64D2-505F-F077-1097A191781B}"/>
                  </a:ext>
                </a:extLst>
              </p14:cNvPr>
              <p14:cNvContentPartPr/>
              <p14:nvPr/>
            </p14:nvContentPartPr>
            <p14:xfrm>
              <a:off x="9480120" y="4555872"/>
              <a:ext cx="164520" cy="5040"/>
            </p14:xfrm>
          </p:contentPart>
        </mc:Choice>
        <mc:Fallback xmlns="">
          <p:pic>
            <p:nvPicPr>
              <p:cNvPr id="158" name="Ink 157">
                <a:extLst>
                  <a:ext uri="{FF2B5EF4-FFF2-40B4-BE49-F238E27FC236}">
                    <a16:creationId xmlns:a16="http://schemas.microsoft.com/office/drawing/2014/main" id="{5DA6CE85-64D2-505F-F077-1097A191781B}"/>
                  </a:ext>
                </a:extLst>
              </p:cNvPr>
              <p:cNvPicPr/>
              <p:nvPr/>
            </p:nvPicPr>
            <p:blipFill>
              <a:blip r:embed="rId297"/>
              <a:stretch>
                <a:fillRect/>
              </a:stretch>
            </p:blipFill>
            <p:spPr>
              <a:xfrm>
                <a:off x="9475800" y="4551552"/>
                <a:ext cx="173160" cy="1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8">
            <p14:nvContentPartPr>
              <p14:cNvPr id="159" name="Ink 158">
                <a:extLst>
                  <a:ext uri="{FF2B5EF4-FFF2-40B4-BE49-F238E27FC236}">
                    <a16:creationId xmlns:a16="http://schemas.microsoft.com/office/drawing/2014/main" id="{05DF320C-33DC-A048-394F-76C1FF32F0F4}"/>
                  </a:ext>
                </a:extLst>
              </p14:cNvPr>
              <p14:cNvContentPartPr/>
              <p14:nvPr/>
            </p14:nvContentPartPr>
            <p14:xfrm>
              <a:off x="9875040" y="4399992"/>
              <a:ext cx="81360" cy="208080"/>
            </p14:xfrm>
          </p:contentPart>
        </mc:Choice>
        <mc:Fallback xmlns="">
          <p:pic>
            <p:nvPicPr>
              <p:cNvPr id="159" name="Ink 158">
                <a:extLst>
                  <a:ext uri="{FF2B5EF4-FFF2-40B4-BE49-F238E27FC236}">
                    <a16:creationId xmlns:a16="http://schemas.microsoft.com/office/drawing/2014/main" id="{05DF320C-33DC-A048-394F-76C1FF32F0F4}"/>
                  </a:ext>
                </a:extLst>
              </p:cNvPr>
              <p:cNvPicPr/>
              <p:nvPr/>
            </p:nvPicPr>
            <p:blipFill>
              <a:blip r:embed="rId299"/>
              <a:stretch>
                <a:fillRect/>
              </a:stretch>
            </p:blipFill>
            <p:spPr>
              <a:xfrm>
                <a:off x="9870720" y="4395672"/>
                <a:ext cx="90000" cy="21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0">
            <p14:nvContentPartPr>
              <p14:cNvPr id="160" name="Ink 159">
                <a:extLst>
                  <a:ext uri="{FF2B5EF4-FFF2-40B4-BE49-F238E27FC236}">
                    <a16:creationId xmlns:a16="http://schemas.microsoft.com/office/drawing/2014/main" id="{283B975D-5D01-EE15-9FAF-4CE69E3276FF}"/>
                  </a:ext>
                </a:extLst>
              </p14:cNvPr>
              <p14:cNvContentPartPr/>
              <p14:nvPr/>
            </p14:nvContentPartPr>
            <p14:xfrm>
              <a:off x="9833280" y="4317552"/>
              <a:ext cx="379080" cy="260640"/>
            </p14:xfrm>
          </p:contentPart>
        </mc:Choice>
        <mc:Fallback xmlns="">
          <p:pic>
            <p:nvPicPr>
              <p:cNvPr id="160" name="Ink 159">
                <a:extLst>
                  <a:ext uri="{FF2B5EF4-FFF2-40B4-BE49-F238E27FC236}">
                    <a16:creationId xmlns:a16="http://schemas.microsoft.com/office/drawing/2014/main" id="{283B975D-5D01-EE15-9FAF-4CE69E3276FF}"/>
                  </a:ext>
                </a:extLst>
              </p:cNvPr>
              <p:cNvPicPr/>
              <p:nvPr/>
            </p:nvPicPr>
            <p:blipFill>
              <a:blip r:embed="rId301"/>
              <a:stretch>
                <a:fillRect/>
              </a:stretch>
            </p:blipFill>
            <p:spPr>
              <a:xfrm>
                <a:off x="9828960" y="4313232"/>
                <a:ext cx="387720" cy="269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2">
            <p14:nvContentPartPr>
              <p14:cNvPr id="161" name="Ink 160">
                <a:extLst>
                  <a:ext uri="{FF2B5EF4-FFF2-40B4-BE49-F238E27FC236}">
                    <a16:creationId xmlns:a16="http://schemas.microsoft.com/office/drawing/2014/main" id="{B041BB77-E502-59E1-6237-24FFC24D507D}"/>
                  </a:ext>
                </a:extLst>
              </p14:cNvPr>
              <p14:cNvContentPartPr/>
              <p14:nvPr/>
            </p14:nvContentPartPr>
            <p14:xfrm>
              <a:off x="10286160" y="4523472"/>
              <a:ext cx="16560" cy="46440"/>
            </p14:xfrm>
          </p:contentPart>
        </mc:Choice>
        <mc:Fallback xmlns="">
          <p:pic>
            <p:nvPicPr>
              <p:cNvPr id="161" name="Ink 160">
                <a:extLst>
                  <a:ext uri="{FF2B5EF4-FFF2-40B4-BE49-F238E27FC236}">
                    <a16:creationId xmlns:a16="http://schemas.microsoft.com/office/drawing/2014/main" id="{B041BB77-E502-59E1-6237-24FFC24D507D}"/>
                  </a:ext>
                </a:extLst>
              </p:cNvPr>
              <p:cNvPicPr/>
              <p:nvPr/>
            </p:nvPicPr>
            <p:blipFill>
              <a:blip r:embed="rId303"/>
              <a:stretch>
                <a:fillRect/>
              </a:stretch>
            </p:blipFill>
            <p:spPr>
              <a:xfrm>
                <a:off x="10281840" y="4519152"/>
                <a:ext cx="25200" cy="5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4">
            <p14:nvContentPartPr>
              <p14:cNvPr id="162" name="Ink 161">
                <a:extLst>
                  <a:ext uri="{FF2B5EF4-FFF2-40B4-BE49-F238E27FC236}">
                    <a16:creationId xmlns:a16="http://schemas.microsoft.com/office/drawing/2014/main" id="{6293E6D7-21B1-0F02-6352-30C1FF60A0E4}"/>
                  </a:ext>
                </a:extLst>
              </p14:cNvPr>
              <p14:cNvContentPartPr/>
              <p14:nvPr/>
            </p14:nvContentPartPr>
            <p14:xfrm>
              <a:off x="10355280" y="4417272"/>
              <a:ext cx="2520" cy="21240"/>
            </p14:xfrm>
          </p:contentPart>
        </mc:Choice>
        <mc:Fallback xmlns="">
          <p:pic>
            <p:nvPicPr>
              <p:cNvPr id="162" name="Ink 161">
                <a:extLst>
                  <a:ext uri="{FF2B5EF4-FFF2-40B4-BE49-F238E27FC236}">
                    <a16:creationId xmlns:a16="http://schemas.microsoft.com/office/drawing/2014/main" id="{6293E6D7-21B1-0F02-6352-30C1FF60A0E4}"/>
                  </a:ext>
                </a:extLst>
              </p:cNvPr>
              <p:cNvPicPr/>
              <p:nvPr/>
            </p:nvPicPr>
            <p:blipFill>
              <a:blip r:embed="rId305"/>
              <a:stretch>
                <a:fillRect/>
              </a:stretch>
            </p:blipFill>
            <p:spPr>
              <a:xfrm>
                <a:off x="10350960" y="4412952"/>
                <a:ext cx="11160" cy="2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6">
            <p14:nvContentPartPr>
              <p14:cNvPr id="163" name="Ink 162">
                <a:extLst>
                  <a:ext uri="{FF2B5EF4-FFF2-40B4-BE49-F238E27FC236}">
                    <a16:creationId xmlns:a16="http://schemas.microsoft.com/office/drawing/2014/main" id="{0CAE5600-AB00-2CDE-FFE5-276C1373C71A}"/>
                  </a:ext>
                </a:extLst>
              </p14:cNvPr>
              <p14:cNvContentPartPr/>
              <p14:nvPr/>
            </p14:nvContentPartPr>
            <p14:xfrm>
              <a:off x="10357800" y="4417272"/>
              <a:ext cx="69120" cy="155160"/>
            </p14:xfrm>
          </p:contentPart>
        </mc:Choice>
        <mc:Fallback xmlns="">
          <p:pic>
            <p:nvPicPr>
              <p:cNvPr id="163" name="Ink 162">
                <a:extLst>
                  <a:ext uri="{FF2B5EF4-FFF2-40B4-BE49-F238E27FC236}">
                    <a16:creationId xmlns:a16="http://schemas.microsoft.com/office/drawing/2014/main" id="{0CAE5600-AB00-2CDE-FFE5-276C1373C71A}"/>
                  </a:ext>
                </a:extLst>
              </p:cNvPr>
              <p:cNvPicPr/>
              <p:nvPr/>
            </p:nvPicPr>
            <p:blipFill>
              <a:blip r:embed="rId307"/>
              <a:stretch>
                <a:fillRect/>
              </a:stretch>
            </p:blipFill>
            <p:spPr>
              <a:xfrm>
                <a:off x="10353480" y="4412952"/>
                <a:ext cx="77760" cy="16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8">
            <p14:nvContentPartPr>
              <p14:cNvPr id="164" name="Ink 163">
                <a:extLst>
                  <a:ext uri="{FF2B5EF4-FFF2-40B4-BE49-F238E27FC236}">
                    <a16:creationId xmlns:a16="http://schemas.microsoft.com/office/drawing/2014/main" id="{39A1CD88-5D62-27FB-8816-32E38A431705}"/>
                  </a:ext>
                </a:extLst>
              </p14:cNvPr>
              <p14:cNvContentPartPr/>
              <p14:nvPr/>
            </p14:nvContentPartPr>
            <p14:xfrm>
              <a:off x="10498560" y="4592952"/>
              <a:ext cx="34920" cy="9720"/>
            </p14:xfrm>
          </p:contentPart>
        </mc:Choice>
        <mc:Fallback xmlns="">
          <p:pic>
            <p:nvPicPr>
              <p:cNvPr id="164" name="Ink 163">
                <a:extLst>
                  <a:ext uri="{FF2B5EF4-FFF2-40B4-BE49-F238E27FC236}">
                    <a16:creationId xmlns:a16="http://schemas.microsoft.com/office/drawing/2014/main" id="{39A1CD88-5D62-27FB-8816-32E38A431705}"/>
                  </a:ext>
                </a:extLst>
              </p:cNvPr>
              <p:cNvPicPr/>
              <p:nvPr/>
            </p:nvPicPr>
            <p:blipFill>
              <a:blip r:embed="rId309"/>
              <a:stretch>
                <a:fillRect/>
              </a:stretch>
            </p:blipFill>
            <p:spPr>
              <a:xfrm>
                <a:off x="10494240" y="4588632"/>
                <a:ext cx="43560" cy="18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0">
            <p14:nvContentPartPr>
              <p14:cNvPr id="165" name="Ink 164">
                <a:extLst>
                  <a:ext uri="{FF2B5EF4-FFF2-40B4-BE49-F238E27FC236}">
                    <a16:creationId xmlns:a16="http://schemas.microsoft.com/office/drawing/2014/main" id="{E97BDDFD-62BF-91AD-BEFB-10D95CCC28D4}"/>
                  </a:ext>
                </a:extLst>
              </p14:cNvPr>
              <p14:cNvContentPartPr/>
              <p14:nvPr/>
            </p14:nvContentPartPr>
            <p14:xfrm>
              <a:off x="8036160" y="5419872"/>
              <a:ext cx="14040" cy="76680"/>
            </p14:xfrm>
          </p:contentPart>
        </mc:Choice>
        <mc:Fallback xmlns="">
          <p:pic>
            <p:nvPicPr>
              <p:cNvPr id="165" name="Ink 164">
                <a:extLst>
                  <a:ext uri="{FF2B5EF4-FFF2-40B4-BE49-F238E27FC236}">
                    <a16:creationId xmlns:a16="http://schemas.microsoft.com/office/drawing/2014/main" id="{E97BDDFD-62BF-91AD-BEFB-10D95CCC28D4}"/>
                  </a:ext>
                </a:extLst>
              </p:cNvPr>
              <p:cNvPicPr/>
              <p:nvPr/>
            </p:nvPicPr>
            <p:blipFill>
              <a:blip r:embed="rId311"/>
              <a:stretch>
                <a:fillRect/>
              </a:stretch>
            </p:blipFill>
            <p:spPr>
              <a:xfrm>
                <a:off x="8031840" y="5415552"/>
                <a:ext cx="22680" cy="8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2">
            <p14:nvContentPartPr>
              <p14:cNvPr id="166" name="Ink 165">
                <a:extLst>
                  <a:ext uri="{FF2B5EF4-FFF2-40B4-BE49-F238E27FC236}">
                    <a16:creationId xmlns:a16="http://schemas.microsoft.com/office/drawing/2014/main" id="{0C9E6E95-416E-DF82-126E-EAC75CD290E4}"/>
                  </a:ext>
                </a:extLst>
              </p14:cNvPr>
              <p14:cNvContentPartPr/>
              <p14:nvPr/>
            </p14:nvContentPartPr>
            <p14:xfrm>
              <a:off x="8073240" y="5288112"/>
              <a:ext cx="5040" cy="25920"/>
            </p14:xfrm>
          </p:contentPart>
        </mc:Choice>
        <mc:Fallback xmlns="">
          <p:pic>
            <p:nvPicPr>
              <p:cNvPr id="166" name="Ink 165">
                <a:extLst>
                  <a:ext uri="{FF2B5EF4-FFF2-40B4-BE49-F238E27FC236}">
                    <a16:creationId xmlns:a16="http://schemas.microsoft.com/office/drawing/2014/main" id="{0C9E6E95-416E-DF82-126E-EAC75CD290E4}"/>
                  </a:ext>
                </a:extLst>
              </p:cNvPr>
              <p:cNvPicPr/>
              <p:nvPr/>
            </p:nvPicPr>
            <p:blipFill>
              <a:blip r:embed="rId313"/>
              <a:stretch>
                <a:fillRect/>
              </a:stretch>
            </p:blipFill>
            <p:spPr>
              <a:xfrm>
                <a:off x="8068920" y="5283792"/>
                <a:ext cx="13680" cy="3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4">
            <p14:nvContentPartPr>
              <p14:cNvPr id="167" name="Ink 166">
                <a:extLst>
                  <a:ext uri="{FF2B5EF4-FFF2-40B4-BE49-F238E27FC236}">
                    <a16:creationId xmlns:a16="http://schemas.microsoft.com/office/drawing/2014/main" id="{9C9FC086-4229-FA54-35E1-F20DA7705E8F}"/>
                  </a:ext>
                </a:extLst>
              </p14:cNvPr>
              <p14:cNvContentPartPr/>
              <p14:nvPr/>
            </p14:nvContentPartPr>
            <p14:xfrm>
              <a:off x="8116080" y="5233032"/>
              <a:ext cx="164160" cy="271440"/>
            </p14:xfrm>
          </p:contentPart>
        </mc:Choice>
        <mc:Fallback xmlns="">
          <p:pic>
            <p:nvPicPr>
              <p:cNvPr id="167" name="Ink 166">
                <a:extLst>
                  <a:ext uri="{FF2B5EF4-FFF2-40B4-BE49-F238E27FC236}">
                    <a16:creationId xmlns:a16="http://schemas.microsoft.com/office/drawing/2014/main" id="{9C9FC086-4229-FA54-35E1-F20DA7705E8F}"/>
                  </a:ext>
                </a:extLst>
              </p:cNvPr>
              <p:cNvPicPr/>
              <p:nvPr/>
            </p:nvPicPr>
            <p:blipFill>
              <a:blip r:embed="rId315"/>
              <a:stretch>
                <a:fillRect/>
              </a:stretch>
            </p:blipFill>
            <p:spPr>
              <a:xfrm>
                <a:off x="8111760" y="5228712"/>
                <a:ext cx="172800" cy="28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6">
            <p14:nvContentPartPr>
              <p14:cNvPr id="168" name="Ink 167">
                <a:extLst>
                  <a:ext uri="{FF2B5EF4-FFF2-40B4-BE49-F238E27FC236}">
                    <a16:creationId xmlns:a16="http://schemas.microsoft.com/office/drawing/2014/main" id="{61DDC02A-6BB8-679F-6331-7DA5B65111BD}"/>
                  </a:ext>
                </a:extLst>
              </p14:cNvPr>
              <p14:cNvContentPartPr/>
              <p14:nvPr/>
            </p14:nvContentPartPr>
            <p14:xfrm>
              <a:off x="8299680" y="5371272"/>
              <a:ext cx="263520" cy="101880"/>
            </p14:xfrm>
          </p:contentPart>
        </mc:Choice>
        <mc:Fallback xmlns="">
          <p:pic>
            <p:nvPicPr>
              <p:cNvPr id="168" name="Ink 167">
                <a:extLst>
                  <a:ext uri="{FF2B5EF4-FFF2-40B4-BE49-F238E27FC236}">
                    <a16:creationId xmlns:a16="http://schemas.microsoft.com/office/drawing/2014/main" id="{61DDC02A-6BB8-679F-6331-7DA5B65111BD}"/>
                  </a:ext>
                </a:extLst>
              </p:cNvPr>
              <p:cNvPicPr/>
              <p:nvPr/>
            </p:nvPicPr>
            <p:blipFill>
              <a:blip r:embed="rId317"/>
              <a:stretch>
                <a:fillRect/>
              </a:stretch>
            </p:blipFill>
            <p:spPr>
              <a:xfrm>
                <a:off x="8295360" y="5366952"/>
                <a:ext cx="272160" cy="11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8">
            <p14:nvContentPartPr>
              <p14:cNvPr id="169" name="Ink 168">
                <a:extLst>
                  <a:ext uri="{FF2B5EF4-FFF2-40B4-BE49-F238E27FC236}">
                    <a16:creationId xmlns:a16="http://schemas.microsoft.com/office/drawing/2014/main" id="{67D7BA14-AA9B-1993-92F7-F550A474AE2A}"/>
                  </a:ext>
                </a:extLst>
              </p14:cNvPr>
              <p14:cNvContentPartPr/>
              <p14:nvPr/>
            </p14:nvContentPartPr>
            <p14:xfrm>
              <a:off x="8613600" y="5216472"/>
              <a:ext cx="34920" cy="172440"/>
            </p14:xfrm>
          </p:contentPart>
        </mc:Choice>
        <mc:Fallback xmlns="">
          <p:pic>
            <p:nvPicPr>
              <p:cNvPr id="169" name="Ink 168">
                <a:extLst>
                  <a:ext uri="{FF2B5EF4-FFF2-40B4-BE49-F238E27FC236}">
                    <a16:creationId xmlns:a16="http://schemas.microsoft.com/office/drawing/2014/main" id="{67D7BA14-AA9B-1993-92F7-F550A474AE2A}"/>
                  </a:ext>
                </a:extLst>
              </p:cNvPr>
              <p:cNvPicPr/>
              <p:nvPr/>
            </p:nvPicPr>
            <p:blipFill>
              <a:blip r:embed="rId319"/>
              <a:stretch>
                <a:fillRect/>
              </a:stretch>
            </p:blipFill>
            <p:spPr>
              <a:xfrm>
                <a:off x="8609280" y="5212152"/>
                <a:ext cx="43560" cy="18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0">
            <p14:nvContentPartPr>
              <p14:cNvPr id="170" name="Ink 169">
                <a:extLst>
                  <a:ext uri="{FF2B5EF4-FFF2-40B4-BE49-F238E27FC236}">
                    <a16:creationId xmlns:a16="http://schemas.microsoft.com/office/drawing/2014/main" id="{70398FBB-A15D-5B94-F041-4EF07AAC3D5A}"/>
                  </a:ext>
                </a:extLst>
              </p14:cNvPr>
              <p14:cNvContentPartPr/>
              <p14:nvPr/>
            </p14:nvContentPartPr>
            <p14:xfrm>
              <a:off x="8576880" y="5360832"/>
              <a:ext cx="120600" cy="53640"/>
            </p14:xfrm>
          </p:contentPart>
        </mc:Choice>
        <mc:Fallback xmlns="">
          <p:pic>
            <p:nvPicPr>
              <p:cNvPr id="170" name="Ink 169">
                <a:extLst>
                  <a:ext uri="{FF2B5EF4-FFF2-40B4-BE49-F238E27FC236}">
                    <a16:creationId xmlns:a16="http://schemas.microsoft.com/office/drawing/2014/main" id="{70398FBB-A15D-5B94-F041-4EF07AAC3D5A}"/>
                  </a:ext>
                </a:extLst>
              </p:cNvPr>
              <p:cNvPicPr/>
              <p:nvPr/>
            </p:nvPicPr>
            <p:blipFill>
              <a:blip r:embed="rId321"/>
              <a:stretch>
                <a:fillRect/>
              </a:stretch>
            </p:blipFill>
            <p:spPr>
              <a:xfrm>
                <a:off x="8572560" y="5356512"/>
                <a:ext cx="129240" cy="6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2">
            <p14:nvContentPartPr>
              <p14:cNvPr id="171" name="Ink 170">
                <a:extLst>
                  <a:ext uri="{FF2B5EF4-FFF2-40B4-BE49-F238E27FC236}">
                    <a16:creationId xmlns:a16="http://schemas.microsoft.com/office/drawing/2014/main" id="{A3B5D1B8-08BC-76C7-2CB9-6884EAB1D009}"/>
                  </a:ext>
                </a:extLst>
              </p14:cNvPr>
              <p14:cNvContentPartPr/>
              <p14:nvPr/>
            </p14:nvContentPartPr>
            <p14:xfrm>
              <a:off x="8727000" y="5235912"/>
              <a:ext cx="16560" cy="2520"/>
            </p14:xfrm>
          </p:contentPart>
        </mc:Choice>
        <mc:Fallback xmlns="">
          <p:pic>
            <p:nvPicPr>
              <p:cNvPr id="171" name="Ink 170">
                <a:extLst>
                  <a:ext uri="{FF2B5EF4-FFF2-40B4-BE49-F238E27FC236}">
                    <a16:creationId xmlns:a16="http://schemas.microsoft.com/office/drawing/2014/main" id="{A3B5D1B8-08BC-76C7-2CB9-6884EAB1D009}"/>
                  </a:ext>
                </a:extLst>
              </p:cNvPr>
              <p:cNvPicPr/>
              <p:nvPr/>
            </p:nvPicPr>
            <p:blipFill>
              <a:blip r:embed="rId323"/>
              <a:stretch>
                <a:fillRect/>
              </a:stretch>
            </p:blipFill>
            <p:spPr>
              <a:xfrm>
                <a:off x="8722680" y="5231592"/>
                <a:ext cx="25200" cy="1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4">
            <p14:nvContentPartPr>
              <p14:cNvPr id="172" name="Ink 171">
                <a:extLst>
                  <a:ext uri="{FF2B5EF4-FFF2-40B4-BE49-F238E27FC236}">
                    <a16:creationId xmlns:a16="http://schemas.microsoft.com/office/drawing/2014/main" id="{FD4C9BB7-2059-7A19-A94F-03B6560B46F9}"/>
                  </a:ext>
                </a:extLst>
              </p14:cNvPr>
              <p14:cNvContentPartPr/>
              <p14:nvPr/>
            </p14:nvContentPartPr>
            <p14:xfrm>
              <a:off x="8779920" y="5074272"/>
              <a:ext cx="295920" cy="383040"/>
            </p14:xfrm>
          </p:contentPart>
        </mc:Choice>
        <mc:Fallback xmlns="">
          <p:pic>
            <p:nvPicPr>
              <p:cNvPr id="172" name="Ink 171">
                <a:extLst>
                  <a:ext uri="{FF2B5EF4-FFF2-40B4-BE49-F238E27FC236}">
                    <a16:creationId xmlns:a16="http://schemas.microsoft.com/office/drawing/2014/main" id="{FD4C9BB7-2059-7A19-A94F-03B6560B46F9}"/>
                  </a:ext>
                </a:extLst>
              </p:cNvPr>
              <p:cNvPicPr/>
              <p:nvPr/>
            </p:nvPicPr>
            <p:blipFill>
              <a:blip r:embed="rId325"/>
              <a:stretch>
                <a:fillRect/>
              </a:stretch>
            </p:blipFill>
            <p:spPr>
              <a:xfrm>
                <a:off x="8775600" y="5069952"/>
                <a:ext cx="304560" cy="39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6">
            <p14:nvContentPartPr>
              <p14:cNvPr id="173" name="Ink 172">
                <a:extLst>
                  <a:ext uri="{FF2B5EF4-FFF2-40B4-BE49-F238E27FC236}">
                    <a16:creationId xmlns:a16="http://schemas.microsoft.com/office/drawing/2014/main" id="{1B389B30-7A10-0988-57DE-50C0C3C1E5FA}"/>
                  </a:ext>
                </a:extLst>
              </p14:cNvPr>
              <p14:cNvContentPartPr/>
              <p14:nvPr/>
            </p14:nvContentPartPr>
            <p14:xfrm>
              <a:off x="8796120" y="5343552"/>
              <a:ext cx="44280" cy="25920"/>
            </p14:xfrm>
          </p:contentPart>
        </mc:Choice>
        <mc:Fallback xmlns="">
          <p:pic>
            <p:nvPicPr>
              <p:cNvPr id="173" name="Ink 172">
                <a:extLst>
                  <a:ext uri="{FF2B5EF4-FFF2-40B4-BE49-F238E27FC236}">
                    <a16:creationId xmlns:a16="http://schemas.microsoft.com/office/drawing/2014/main" id="{1B389B30-7A10-0988-57DE-50C0C3C1E5FA}"/>
                  </a:ext>
                </a:extLst>
              </p:cNvPr>
              <p:cNvPicPr/>
              <p:nvPr/>
            </p:nvPicPr>
            <p:blipFill>
              <a:blip r:embed="rId327"/>
              <a:stretch>
                <a:fillRect/>
              </a:stretch>
            </p:blipFill>
            <p:spPr>
              <a:xfrm>
                <a:off x="8791800" y="5339232"/>
                <a:ext cx="52920" cy="3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8">
            <p14:nvContentPartPr>
              <p14:cNvPr id="174" name="Ink 173">
                <a:extLst>
                  <a:ext uri="{FF2B5EF4-FFF2-40B4-BE49-F238E27FC236}">
                    <a16:creationId xmlns:a16="http://schemas.microsoft.com/office/drawing/2014/main" id="{48A48E0E-44B5-56C2-756E-32083115DADB}"/>
                  </a:ext>
                </a:extLst>
              </p14:cNvPr>
              <p14:cNvContentPartPr/>
              <p14:nvPr/>
            </p14:nvContentPartPr>
            <p14:xfrm>
              <a:off x="8922120" y="5352552"/>
              <a:ext cx="27000" cy="30240"/>
            </p14:xfrm>
          </p:contentPart>
        </mc:Choice>
        <mc:Fallback xmlns="">
          <p:pic>
            <p:nvPicPr>
              <p:cNvPr id="174" name="Ink 173">
                <a:extLst>
                  <a:ext uri="{FF2B5EF4-FFF2-40B4-BE49-F238E27FC236}">
                    <a16:creationId xmlns:a16="http://schemas.microsoft.com/office/drawing/2014/main" id="{48A48E0E-44B5-56C2-756E-32083115DADB}"/>
                  </a:ext>
                </a:extLst>
              </p:cNvPr>
              <p:cNvPicPr/>
              <p:nvPr/>
            </p:nvPicPr>
            <p:blipFill>
              <a:blip r:embed="rId329"/>
              <a:stretch>
                <a:fillRect/>
              </a:stretch>
            </p:blipFill>
            <p:spPr>
              <a:xfrm>
                <a:off x="8917800" y="5348232"/>
                <a:ext cx="35640" cy="3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0">
            <p14:nvContentPartPr>
              <p14:cNvPr id="175" name="Ink 174">
                <a:extLst>
                  <a:ext uri="{FF2B5EF4-FFF2-40B4-BE49-F238E27FC236}">
                    <a16:creationId xmlns:a16="http://schemas.microsoft.com/office/drawing/2014/main" id="{C99B90A9-F488-6EC6-2BF3-E04F89AF43A8}"/>
                  </a:ext>
                </a:extLst>
              </p14:cNvPr>
              <p14:cNvContentPartPr/>
              <p14:nvPr/>
            </p14:nvContentPartPr>
            <p14:xfrm>
              <a:off x="8819160" y="5352552"/>
              <a:ext cx="180000" cy="282240"/>
            </p14:xfrm>
          </p:contentPart>
        </mc:Choice>
        <mc:Fallback xmlns="">
          <p:pic>
            <p:nvPicPr>
              <p:cNvPr id="175" name="Ink 174">
                <a:extLst>
                  <a:ext uri="{FF2B5EF4-FFF2-40B4-BE49-F238E27FC236}">
                    <a16:creationId xmlns:a16="http://schemas.microsoft.com/office/drawing/2014/main" id="{C99B90A9-F488-6EC6-2BF3-E04F89AF43A8}"/>
                  </a:ext>
                </a:extLst>
              </p:cNvPr>
              <p:cNvPicPr/>
              <p:nvPr/>
            </p:nvPicPr>
            <p:blipFill>
              <a:blip r:embed="rId331"/>
              <a:stretch>
                <a:fillRect/>
              </a:stretch>
            </p:blipFill>
            <p:spPr>
              <a:xfrm>
                <a:off x="8814840" y="5348232"/>
                <a:ext cx="188640" cy="29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2">
            <p14:nvContentPartPr>
              <p14:cNvPr id="176" name="Ink 175">
                <a:extLst>
                  <a:ext uri="{FF2B5EF4-FFF2-40B4-BE49-F238E27FC236}">
                    <a16:creationId xmlns:a16="http://schemas.microsoft.com/office/drawing/2014/main" id="{10B52B79-90B7-1F7F-E13D-6BE46C143687}"/>
                  </a:ext>
                </a:extLst>
              </p14:cNvPr>
              <p14:cNvContentPartPr/>
              <p14:nvPr/>
            </p14:nvContentPartPr>
            <p14:xfrm>
              <a:off x="9228120" y="5145912"/>
              <a:ext cx="120600" cy="279720"/>
            </p14:xfrm>
          </p:contentPart>
        </mc:Choice>
        <mc:Fallback xmlns="">
          <p:pic>
            <p:nvPicPr>
              <p:cNvPr id="176" name="Ink 175">
                <a:extLst>
                  <a:ext uri="{FF2B5EF4-FFF2-40B4-BE49-F238E27FC236}">
                    <a16:creationId xmlns:a16="http://schemas.microsoft.com/office/drawing/2014/main" id="{10B52B79-90B7-1F7F-E13D-6BE46C143687}"/>
                  </a:ext>
                </a:extLst>
              </p:cNvPr>
              <p:cNvPicPr/>
              <p:nvPr/>
            </p:nvPicPr>
            <p:blipFill>
              <a:blip r:embed="rId333"/>
              <a:stretch>
                <a:fillRect/>
              </a:stretch>
            </p:blipFill>
            <p:spPr>
              <a:xfrm>
                <a:off x="9223800" y="5141592"/>
                <a:ext cx="129240" cy="288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4">
            <p14:nvContentPartPr>
              <p14:cNvPr id="177" name="Ink 176">
                <a:extLst>
                  <a:ext uri="{FF2B5EF4-FFF2-40B4-BE49-F238E27FC236}">
                    <a16:creationId xmlns:a16="http://schemas.microsoft.com/office/drawing/2014/main" id="{6EB8F9A9-9038-9DB3-BD35-1E5ECA64F09A}"/>
                  </a:ext>
                </a:extLst>
              </p14:cNvPr>
              <p14:cNvContentPartPr/>
              <p14:nvPr/>
            </p14:nvContentPartPr>
            <p14:xfrm>
              <a:off x="9255840" y="5118552"/>
              <a:ext cx="286560" cy="256320"/>
            </p14:xfrm>
          </p:contentPart>
        </mc:Choice>
        <mc:Fallback xmlns="">
          <p:pic>
            <p:nvPicPr>
              <p:cNvPr id="177" name="Ink 176">
                <a:extLst>
                  <a:ext uri="{FF2B5EF4-FFF2-40B4-BE49-F238E27FC236}">
                    <a16:creationId xmlns:a16="http://schemas.microsoft.com/office/drawing/2014/main" id="{6EB8F9A9-9038-9DB3-BD35-1E5ECA64F09A}"/>
                  </a:ext>
                </a:extLst>
              </p:cNvPr>
              <p:cNvPicPr/>
              <p:nvPr/>
            </p:nvPicPr>
            <p:blipFill>
              <a:blip r:embed="rId335"/>
              <a:stretch>
                <a:fillRect/>
              </a:stretch>
            </p:blipFill>
            <p:spPr>
              <a:xfrm>
                <a:off x="9251520" y="5114232"/>
                <a:ext cx="295200" cy="26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6">
            <p14:nvContentPartPr>
              <p14:cNvPr id="178" name="Ink 177">
                <a:extLst>
                  <a:ext uri="{FF2B5EF4-FFF2-40B4-BE49-F238E27FC236}">
                    <a16:creationId xmlns:a16="http://schemas.microsoft.com/office/drawing/2014/main" id="{4D8FD249-DE43-DB56-EA03-B9A65CA6AA60}"/>
                  </a:ext>
                </a:extLst>
              </p14:cNvPr>
              <p14:cNvContentPartPr/>
              <p14:nvPr/>
            </p14:nvContentPartPr>
            <p14:xfrm>
              <a:off x="9542400" y="5314392"/>
              <a:ext cx="58320" cy="70920"/>
            </p14:xfrm>
          </p:contentPart>
        </mc:Choice>
        <mc:Fallback xmlns="">
          <p:pic>
            <p:nvPicPr>
              <p:cNvPr id="178" name="Ink 177">
                <a:extLst>
                  <a:ext uri="{FF2B5EF4-FFF2-40B4-BE49-F238E27FC236}">
                    <a16:creationId xmlns:a16="http://schemas.microsoft.com/office/drawing/2014/main" id="{4D8FD249-DE43-DB56-EA03-B9A65CA6AA60}"/>
                  </a:ext>
                </a:extLst>
              </p:cNvPr>
              <p:cNvPicPr/>
              <p:nvPr/>
            </p:nvPicPr>
            <p:blipFill>
              <a:blip r:embed="rId337"/>
              <a:stretch>
                <a:fillRect/>
              </a:stretch>
            </p:blipFill>
            <p:spPr>
              <a:xfrm>
                <a:off x="9538080" y="5310072"/>
                <a:ext cx="66960" cy="7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8">
            <p14:nvContentPartPr>
              <p14:cNvPr id="179" name="Ink 178">
                <a:extLst>
                  <a:ext uri="{FF2B5EF4-FFF2-40B4-BE49-F238E27FC236}">
                    <a16:creationId xmlns:a16="http://schemas.microsoft.com/office/drawing/2014/main" id="{9C4E5DC3-72EA-067D-F292-DCE72B245FC8}"/>
                  </a:ext>
                </a:extLst>
              </p14:cNvPr>
              <p14:cNvContentPartPr/>
              <p14:nvPr/>
            </p14:nvContentPartPr>
            <p14:xfrm>
              <a:off x="9757320" y="5276952"/>
              <a:ext cx="233280" cy="366840"/>
            </p14:xfrm>
          </p:contentPart>
        </mc:Choice>
        <mc:Fallback xmlns="">
          <p:pic>
            <p:nvPicPr>
              <p:cNvPr id="179" name="Ink 178">
                <a:extLst>
                  <a:ext uri="{FF2B5EF4-FFF2-40B4-BE49-F238E27FC236}">
                    <a16:creationId xmlns:a16="http://schemas.microsoft.com/office/drawing/2014/main" id="{9C4E5DC3-72EA-067D-F292-DCE72B245FC8}"/>
                  </a:ext>
                </a:extLst>
              </p:cNvPr>
              <p:cNvPicPr/>
              <p:nvPr/>
            </p:nvPicPr>
            <p:blipFill>
              <a:blip r:embed="rId339"/>
              <a:stretch>
                <a:fillRect/>
              </a:stretch>
            </p:blipFill>
            <p:spPr>
              <a:xfrm>
                <a:off x="9753000" y="5272632"/>
                <a:ext cx="241920" cy="37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0">
            <p14:nvContentPartPr>
              <p14:cNvPr id="180" name="Ink 179">
                <a:extLst>
                  <a:ext uri="{FF2B5EF4-FFF2-40B4-BE49-F238E27FC236}">
                    <a16:creationId xmlns:a16="http://schemas.microsoft.com/office/drawing/2014/main" id="{46795105-3BF5-9852-EA53-737D9D113592}"/>
                  </a:ext>
                </a:extLst>
              </p14:cNvPr>
              <p14:cNvContentPartPr/>
              <p14:nvPr/>
            </p14:nvContentPartPr>
            <p14:xfrm>
              <a:off x="10089240" y="5256792"/>
              <a:ext cx="181080" cy="87120"/>
            </p14:xfrm>
          </p:contentPart>
        </mc:Choice>
        <mc:Fallback xmlns="">
          <p:pic>
            <p:nvPicPr>
              <p:cNvPr id="180" name="Ink 179">
                <a:extLst>
                  <a:ext uri="{FF2B5EF4-FFF2-40B4-BE49-F238E27FC236}">
                    <a16:creationId xmlns:a16="http://schemas.microsoft.com/office/drawing/2014/main" id="{46795105-3BF5-9852-EA53-737D9D113592}"/>
                  </a:ext>
                </a:extLst>
              </p:cNvPr>
              <p:cNvPicPr/>
              <p:nvPr/>
            </p:nvPicPr>
            <p:blipFill>
              <a:blip r:embed="rId341"/>
              <a:stretch>
                <a:fillRect/>
              </a:stretch>
            </p:blipFill>
            <p:spPr>
              <a:xfrm>
                <a:off x="10084920" y="5252472"/>
                <a:ext cx="189720" cy="9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2">
            <p14:nvContentPartPr>
              <p14:cNvPr id="181" name="Ink 180">
                <a:extLst>
                  <a:ext uri="{FF2B5EF4-FFF2-40B4-BE49-F238E27FC236}">
                    <a16:creationId xmlns:a16="http://schemas.microsoft.com/office/drawing/2014/main" id="{1E709508-DAD9-C9CB-E48B-53A9FB0B30D2}"/>
                  </a:ext>
                </a:extLst>
              </p14:cNvPr>
              <p14:cNvContentPartPr/>
              <p14:nvPr/>
            </p14:nvContentPartPr>
            <p14:xfrm>
              <a:off x="10312800" y="5231592"/>
              <a:ext cx="114480" cy="104400"/>
            </p14:xfrm>
          </p:contentPart>
        </mc:Choice>
        <mc:Fallback xmlns="">
          <p:pic>
            <p:nvPicPr>
              <p:cNvPr id="181" name="Ink 180">
                <a:extLst>
                  <a:ext uri="{FF2B5EF4-FFF2-40B4-BE49-F238E27FC236}">
                    <a16:creationId xmlns:a16="http://schemas.microsoft.com/office/drawing/2014/main" id="{1E709508-DAD9-C9CB-E48B-53A9FB0B30D2}"/>
                  </a:ext>
                </a:extLst>
              </p:cNvPr>
              <p:cNvPicPr/>
              <p:nvPr/>
            </p:nvPicPr>
            <p:blipFill>
              <a:blip r:embed="rId343"/>
              <a:stretch>
                <a:fillRect/>
              </a:stretch>
            </p:blipFill>
            <p:spPr>
              <a:xfrm>
                <a:off x="10308480" y="5227272"/>
                <a:ext cx="123120" cy="11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4">
            <p14:nvContentPartPr>
              <p14:cNvPr id="182" name="Ink 181">
                <a:extLst>
                  <a:ext uri="{FF2B5EF4-FFF2-40B4-BE49-F238E27FC236}">
                    <a16:creationId xmlns:a16="http://schemas.microsoft.com/office/drawing/2014/main" id="{D8742C63-B174-B72E-9494-9E42871EA427}"/>
                  </a:ext>
                </a:extLst>
              </p14:cNvPr>
              <p14:cNvContentPartPr/>
              <p14:nvPr/>
            </p14:nvContentPartPr>
            <p14:xfrm>
              <a:off x="10493880" y="5106672"/>
              <a:ext cx="74160" cy="207360"/>
            </p14:xfrm>
          </p:contentPart>
        </mc:Choice>
        <mc:Fallback xmlns="">
          <p:pic>
            <p:nvPicPr>
              <p:cNvPr id="182" name="Ink 181">
                <a:extLst>
                  <a:ext uri="{FF2B5EF4-FFF2-40B4-BE49-F238E27FC236}">
                    <a16:creationId xmlns:a16="http://schemas.microsoft.com/office/drawing/2014/main" id="{D8742C63-B174-B72E-9494-9E42871EA427}"/>
                  </a:ext>
                </a:extLst>
              </p:cNvPr>
              <p:cNvPicPr/>
              <p:nvPr/>
            </p:nvPicPr>
            <p:blipFill>
              <a:blip r:embed="rId345"/>
              <a:stretch>
                <a:fillRect/>
              </a:stretch>
            </p:blipFill>
            <p:spPr>
              <a:xfrm>
                <a:off x="10489560" y="5102352"/>
                <a:ext cx="828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6">
            <p14:nvContentPartPr>
              <p14:cNvPr id="183" name="Ink 182">
                <a:extLst>
                  <a:ext uri="{FF2B5EF4-FFF2-40B4-BE49-F238E27FC236}">
                    <a16:creationId xmlns:a16="http://schemas.microsoft.com/office/drawing/2014/main" id="{71D8CC95-A1BA-B4BC-68AB-4D494E9FE381}"/>
                  </a:ext>
                </a:extLst>
              </p14:cNvPr>
              <p14:cNvContentPartPr/>
              <p14:nvPr/>
            </p14:nvContentPartPr>
            <p14:xfrm>
              <a:off x="10507920" y="5208192"/>
              <a:ext cx="136800" cy="74160"/>
            </p14:xfrm>
          </p:contentPart>
        </mc:Choice>
        <mc:Fallback xmlns="">
          <p:pic>
            <p:nvPicPr>
              <p:cNvPr id="183" name="Ink 182">
                <a:extLst>
                  <a:ext uri="{FF2B5EF4-FFF2-40B4-BE49-F238E27FC236}">
                    <a16:creationId xmlns:a16="http://schemas.microsoft.com/office/drawing/2014/main" id="{71D8CC95-A1BA-B4BC-68AB-4D494E9FE381}"/>
                  </a:ext>
                </a:extLst>
              </p:cNvPr>
              <p:cNvPicPr/>
              <p:nvPr/>
            </p:nvPicPr>
            <p:blipFill>
              <a:blip r:embed="rId347"/>
              <a:stretch>
                <a:fillRect/>
              </a:stretch>
            </p:blipFill>
            <p:spPr>
              <a:xfrm>
                <a:off x="10503600" y="5203872"/>
                <a:ext cx="145440" cy="8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8">
            <p14:nvContentPartPr>
              <p14:cNvPr id="184" name="Ink 183">
                <a:extLst>
                  <a:ext uri="{FF2B5EF4-FFF2-40B4-BE49-F238E27FC236}">
                    <a16:creationId xmlns:a16="http://schemas.microsoft.com/office/drawing/2014/main" id="{9D3CFE1F-6E1B-1026-149A-D3DDC0FFF8E8}"/>
                  </a:ext>
                </a:extLst>
              </p14:cNvPr>
              <p14:cNvContentPartPr/>
              <p14:nvPr/>
            </p14:nvContentPartPr>
            <p14:xfrm>
              <a:off x="10690440" y="5208192"/>
              <a:ext cx="95040" cy="67680"/>
            </p14:xfrm>
          </p:contentPart>
        </mc:Choice>
        <mc:Fallback xmlns="">
          <p:pic>
            <p:nvPicPr>
              <p:cNvPr id="184" name="Ink 183">
                <a:extLst>
                  <a:ext uri="{FF2B5EF4-FFF2-40B4-BE49-F238E27FC236}">
                    <a16:creationId xmlns:a16="http://schemas.microsoft.com/office/drawing/2014/main" id="{9D3CFE1F-6E1B-1026-149A-D3DDC0FFF8E8}"/>
                  </a:ext>
                </a:extLst>
              </p:cNvPr>
              <p:cNvPicPr/>
              <p:nvPr/>
            </p:nvPicPr>
            <p:blipFill>
              <a:blip r:embed="rId349"/>
              <a:stretch>
                <a:fillRect/>
              </a:stretch>
            </p:blipFill>
            <p:spPr>
              <a:xfrm>
                <a:off x="10686120" y="5203872"/>
                <a:ext cx="103680" cy="7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0">
            <p14:nvContentPartPr>
              <p14:cNvPr id="185" name="Ink 184">
                <a:extLst>
                  <a:ext uri="{FF2B5EF4-FFF2-40B4-BE49-F238E27FC236}">
                    <a16:creationId xmlns:a16="http://schemas.microsoft.com/office/drawing/2014/main" id="{0F1F674D-6755-6C5A-37AD-E0A955F4659F}"/>
                  </a:ext>
                </a:extLst>
              </p14:cNvPr>
              <p14:cNvContentPartPr/>
              <p14:nvPr/>
            </p14:nvContentPartPr>
            <p14:xfrm>
              <a:off x="11004360" y="5161032"/>
              <a:ext cx="148320" cy="96840"/>
            </p14:xfrm>
          </p:contentPart>
        </mc:Choice>
        <mc:Fallback xmlns="">
          <p:pic>
            <p:nvPicPr>
              <p:cNvPr id="185" name="Ink 184">
                <a:extLst>
                  <a:ext uri="{FF2B5EF4-FFF2-40B4-BE49-F238E27FC236}">
                    <a16:creationId xmlns:a16="http://schemas.microsoft.com/office/drawing/2014/main" id="{0F1F674D-6755-6C5A-37AD-E0A955F4659F}"/>
                  </a:ext>
                </a:extLst>
              </p:cNvPr>
              <p:cNvPicPr/>
              <p:nvPr/>
            </p:nvPicPr>
            <p:blipFill>
              <a:blip r:embed="rId351"/>
              <a:stretch>
                <a:fillRect/>
              </a:stretch>
            </p:blipFill>
            <p:spPr>
              <a:xfrm>
                <a:off x="11000040" y="5156712"/>
                <a:ext cx="156960" cy="10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2">
            <p14:nvContentPartPr>
              <p14:cNvPr id="186" name="Ink 185">
                <a:extLst>
                  <a:ext uri="{FF2B5EF4-FFF2-40B4-BE49-F238E27FC236}">
                    <a16:creationId xmlns:a16="http://schemas.microsoft.com/office/drawing/2014/main" id="{0AD2F063-CCD4-4749-3BFD-3326FA7B76E5}"/>
                  </a:ext>
                </a:extLst>
              </p14:cNvPr>
              <p14:cNvContentPartPr/>
              <p14:nvPr/>
            </p14:nvContentPartPr>
            <p14:xfrm>
              <a:off x="11154480" y="4956552"/>
              <a:ext cx="171360" cy="275760"/>
            </p14:xfrm>
          </p:contentPart>
        </mc:Choice>
        <mc:Fallback xmlns="">
          <p:pic>
            <p:nvPicPr>
              <p:cNvPr id="186" name="Ink 185">
                <a:extLst>
                  <a:ext uri="{FF2B5EF4-FFF2-40B4-BE49-F238E27FC236}">
                    <a16:creationId xmlns:a16="http://schemas.microsoft.com/office/drawing/2014/main" id="{0AD2F063-CCD4-4749-3BFD-3326FA7B76E5}"/>
                  </a:ext>
                </a:extLst>
              </p:cNvPr>
              <p:cNvPicPr/>
              <p:nvPr/>
            </p:nvPicPr>
            <p:blipFill>
              <a:blip r:embed="rId353"/>
              <a:stretch>
                <a:fillRect/>
              </a:stretch>
            </p:blipFill>
            <p:spPr>
              <a:xfrm>
                <a:off x="11150160" y="4952232"/>
                <a:ext cx="180000" cy="28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4">
            <p14:nvContentPartPr>
              <p14:cNvPr id="187" name="Ink 186">
                <a:extLst>
                  <a:ext uri="{FF2B5EF4-FFF2-40B4-BE49-F238E27FC236}">
                    <a16:creationId xmlns:a16="http://schemas.microsoft.com/office/drawing/2014/main" id="{1746CAAD-FD9D-308A-2D3B-15BB5DD499F3}"/>
                  </a:ext>
                </a:extLst>
              </p14:cNvPr>
              <p14:cNvContentPartPr/>
              <p14:nvPr/>
            </p14:nvContentPartPr>
            <p14:xfrm>
              <a:off x="11422680" y="5190912"/>
              <a:ext cx="14400" cy="32760"/>
            </p14:xfrm>
          </p:contentPart>
        </mc:Choice>
        <mc:Fallback xmlns="">
          <p:pic>
            <p:nvPicPr>
              <p:cNvPr id="187" name="Ink 186">
                <a:extLst>
                  <a:ext uri="{FF2B5EF4-FFF2-40B4-BE49-F238E27FC236}">
                    <a16:creationId xmlns:a16="http://schemas.microsoft.com/office/drawing/2014/main" id="{1746CAAD-FD9D-308A-2D3B-15BB5DD499F3}"/>
                  </a:ext>
                </a:extLst>
              </p:cNvPr>
              <p:cNvPicPr/>
              <p:nvPr/>
            </p:nvPicPr>
            <p:blipFill>
              <a:blip r:embed="rId355"/>
              <a:stretch>
                <a:fillRect/>
              </a:stretch>
            </p:blipFill>
            <p:spPr>
              <a:xfrm>
                <a:off x="11418360" y="5186592"/>
                <a:ext cx="23040" cy="4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6">
            <p14:nvContentPartPr>
              <p14:cNvPr id="188" name="Ink 187">
                <a:extLst>
                  <a:ext uri="{FF2B5EF4-FFF2-40B4-BE49-F238E27FC236}">
                    <a16:creationId xmlns:a16="http://schemas.microsoft.com/office/drawing/2014/main" id="{C212E539-7A48-61C4-CA62-E2984B4F5F55}"/>
                  </a:ext>
                </a:extLst>
              </p14:cNvPr>
              <p14:cNvContentPartPr/>
              <p14:nvPr/>
            </p14:nvContentPartPr>
            <p14:xfrm>
              <a:off x="11501160" y="5004072"/>
              <a:ext cx="18720" cy="24480"/>
            </p14:xfrm>
          </p:contentPart>
        </mc:Choice>
        <mc:Fallback xmlns="">
          <p:pic>
            <p:nvPicPr>
              <p:cNvPr id="188" name="Ink 187">
                <a:extLst>
                  <a:ext uri="{FF2B5EF4-FFF2-40B4-BE49-F238E27FC236}">
                    <a16:creationId xmlns:a16="http://schemas.microsoft.com/office/drawing/2014/main" id="{C212E539-7A48-61C4-CA62-E2984B4F5F55}"/>
                  </a:ext>
                </a:extLst>
              </p:cNvPr>
              <p:cNvPicPr/>
              <p:nvPr/>
            </p:nvPicPr>
            <p:blipFill>
              <a:blip r:embed="rId357"/>
              <a:stretch>
                <a:fillRect/>
              </a:stretch>
            </p:blipFill>
            <p:spPr>
              <a:xfrm>
                <a:off x="11496840" y="4999752"/>
                <a:ext cx="27360" cy="3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8">
            <p14:nvContentPartPr>
              <p14:cNvPr id="189" name="Ink 188">
                <a:extLst>
                  <a:ext uri="{FF2B5EF4-FFF2-40B4-BE49-F238E27FC236}">
                    <a16:creationId xmlns:a16="http://schemas.microsoft.com/office/drawing/2014/main" id="{C91F13C0-0958-8539-2324-710D55BBC4FE}"/>
                  </a:ext>
                </a:extLst>
              </p14:cNvPr>
              <p14:cNvContentPartPr/>
              <p14:nvPr/>
            </p14:nvContentPartPr>
            <p14:xfrm>
              <a:off x="11577480" y="4977432"/>
              <a:ext cx="62640" cy="239400"/>
            </p14:xfrm>
          </p:contentPart>
        </mc:Choice>
        <mc:Fallback xmlns="">
          <p:pic>
            <p:nvPicPr>
              <p:cNvPr id="189" name="Ink 188">
                <a:extLst>
                  <a:ext uri="{FF2B5EF4-FFF2-40B4-BE49-F238E27FC236}">
                    <a16:creationId xmlns:a16="http://schemas.microsoft.com/office/drawing/2014/main" id="{C91F13C0-0958-8539-2324-710D55BBC4FE}"/>
                  </a:ext>
                </a:extLst>
              </p:cNvPr>
              <p:cNvPicPr/>
              <p:nvPr/>
            </p:nvPicPr>
            <p:blipFill>
              <a:blip r:embed="rId359"/>
              <a:stretch>
                <a:fillRect/>
              </a:stretch>
            </p:blipFill>
            <p:spPr>
              <a:xfrm>
                <a:off x="11573160" y="4973112"/>
                <a:ext cx="71280" cy="24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0">
            <p14:nvContentPartPr>
              <p14:cNvPr id="190" name="Ink 189">
                <a:extLst>
                  <a:ext uri="{FF2B5EF4-FFF2-40B4-BE49-F238E27FC236}">
                    <a16:creationId xmlns:a16="http://schemas.microsoft.com/office/drawing/2014/main" id="{EB23E848-A190-C236-4140-92B7D7B4C507}"/>
                  </a:ext>
                </a:extLst>
              </p14:cNvPr>
              <p14:cNvContentPartPr/>
              <p14:nvPr/>
            </p14:nvContentPartPr>
            <p14:xfrm>
              <a:off x="11713200" y="4889952"/>
              <a:ext cx="229680" cy="327240"/>
            </p14:xfrm>
          </p:contentPart>
        </mc:Choice>
        <mc:Fallback xmlns="">
          <p:pic>
            <p:nvPicPr>
              <p:cNvPr id="190" name="Ink 189">
                <a:extLst>
                  <a:ext uri="{FF2B5EF4-FFF2-40B4-BE49-F238E27FC236}">
                    <a16:creationId xmlns:a16="http://schemas.microsoft.com/office/drawing/2014/main" id="{EB23E848-A190-C236-4140-92B7D7B4C507}"/>
                  </a:ext>
                </a:extLst>
              </p:cNvPr>
              <p:cNvPicPr/>
              <p:nvPr/>
            </p:nvPicPr>
            <p:blipFill>
              <a:blip r:embed="rId361"/>
              <a:stretch>
                <a:fillRect/>
              </a:stretch>
            </p:blipFill>
            <p:spPr>
              <a:xfrm>
                <a:off x="11708880" y="4885632"/>
                <a:ext cx="238320" cy="33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2">
            <p14:nvContentPartPr>
              <p14:cNvPr id="191" name="Ink 190">
                <a:extLst>
                  <a:ext uri="{FF2B5EF4-FFF2-40B4-BE49-F238E27FC236}">
                    <a16:creationId xmlns:a16="http://schemas.microsoft.com/office/drawing/2014/main" id="{0F6A6E67-3292-A10C-16CB-CD8FC0212A8D}"/>
                  </a:ext>
                </a:extLst>
              </p14:cNvPr>
              <p14:cNvContentPartPr/>
              <p14:nvPr/>
            </p14:nvContentPartPr>
            <p14:xfrm>
              <a:off x="11981400" y="5230152"/>
              <a:ext cx="21240" cy="33120"/>
            </p14:xfrm>
          </p:contentPart>
        </mc:Choice>
        <mc:Fallback xmlns="">
          <p:pic>
            <p:nvPicPr>
              <p:cNvPr id="191" name="Ink 190">
                <a:extLst>
                  <a:ext uri="{FF2B5EF4-FFF2-40B4-BE49-F238E27FC236}">
                    <a16:creationId xmlns:a16="http://schemas.microsoft.com/office/drawing/2014/main" id="{0F6A6E67-3292-A10C-16CB-CD8FC0212A8D}"/>
                  </a:ext>
                </a:extLst>
              </p:cNvPr>
              <p:cNvPicPr/>
              <p:nvPr/>
            </p:nvPicPr>
            <p:blipFill>
              <a:blip r:embed="rId363"/>
              <a:stretch>
                <a:fillRect/>
              </a:stretch>
            </p:blipFill>
            <p:spPr>
              <a:xfrm>
                <a:off x="11977080" y="5225832"/>
                <a:ext cx="29880" cy="4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4">
            <p14:nvContentPartPr>
              <p14:cNvPr id="192" name="Ink 191">
                <a:extLst>
                  <a:ext uri="{FF2B5EF4-FFF2-40B4-BE49-F238E27FC236}">
                    <a16:creationId xmlns:a16="http://schemas.microsoft.com/office/drawing/2014/main" id="{13795782-763B-F153-C7E0-426B2E76A291}"/>
                  </a:ext>
                </a:extLst>
              </p14:cNvPr>
              <p14:cNvContentPartPr/>
              <p14:nvPr/>
            </p14:nvContentPartPr>
            <p14:xfrm>
              <a:off x="7987200" y="5811552"/>
              <a:ext cx="132480" cy="261000"/>
            </p14:xfrm>
          </p:contentPart>
        </mc:Choice>
        <mc:Fallback xmlns="">
          <p:pic>
            <p:nvPicPr>
              <p:cNvPr id="192" name="Ink 191">
                <a:extLst>
                  <a:ext uri="{FF2B5EF4-FFF2-40B4-BE49-F238E27FC236}">
                    <a16:creationId xmlns:a16="http://schemas.microsoft.com/office/drawing/2014/main" id="{13795782-763B-F153-C7E0-426B2E76A291}"/>
                  </a:ext>
                </a:extLst>
              </p:cNvPr>
              <p:cNvPicPr/>
              <p:nvPr/>
            </p:nvPicPr>
            <p:blipFill>
              <a:blip r:embed="rId365"/>
              <a:stretch>
                <a:fillRect/>
              </a:stretch>
            </p:blipFill>
            <p:spPr>
              <a:xfrm>
                <a:off x="7982880" y="5807232"/>
                <a:ext cx="141120" cy="26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6">
            <p14:nvContentPartPr>
              <p14:cNvPr id="193" name="Ink 192">
                <a:extLst>
                  <a:ext uri="{FF2B5EF4-FFF2-40B4-BE49-F238E27FC236}">
                    <a16:creationId xmlns:a16="http://schemas.microsoft.com/office/drawing/2014/main" id="{CB915819-3169-F388-6CB6-2D9A86E0C053}"/>
                  </a:ext>
                </a:extLst>
              </p14:cNvPr>
              <p14:cNvContentPartPr/>
              <p14:nvPr/>
            </p14:nvContentPartPr>
            <p14:xfrm>
              <a:off x="8167200" y="5729112"/>
              <a:ext cx="211320" cy="343440"/>
            </p14:xfrm>
          </p:contentPart>
        </mc:Choice>
        <mc:Fallback xmlns="">
          <p:pic>
            <p:nvPicPr>
              <p:cNvPr id="193" name="Ink 192">
                <a:extLst>
                  <a:ext uri="{FF2B5EF4-FFF2-40B4-BE49-F238E27FC236}">
                    <a16:creationId xmlns:a16="http://schemas.microsoft.com/office/drawing/2014/main" id="{CB915819-3169-F388-6CB6-2D9A86E0C053}"/>
                  </a:ext>
                </a:extLst>
              </p:cNvPr>
              <p:cNvPicPr/>
              <p:nvPr/>
            </p:nvPicPr>
            <p:blipFill>
              <a:blip r:embed="rId367"/>
              <a:stretch>
                <a:fillRect/>
              </a:stretch>
            </p:blipFill>
            <p:spPr>
              <a:xfrm>
                <a:off x="8162880" y="5724792"/>
                <a:ext cx="219960" cy="35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8">
            <p14:nvContentPartPr>
              <p14:cNvPr id="194" name="Ink 193">
                <a:extLst>
                  <a:ext uri="{FF2B5EF4-FFF2-40B4-BE49-F238E27FC236}">
                    <a16:creationId xmlns:a16="http://schemas.microsoft.com/office/drawing/2014/main" id="{BD74B6B7-1B10-5C91-2295-505F26C9DA3B}"/>
                  </a:ext>
                </a:extLst>
              </p14:cNvPr>
              <p14:cNvContentPartPr/>
              <p14:nvPr/>
            </p14:nvContentPartPr>
            <p14:xfrm>
              <a:off x="8174760" y="5949792"/>
              <a:ext cx="168840" cy="2520"/>
            </p14:xfrm>
          </p:contentPart>
        </mc:Choice>
        <mc:Fallback xmlns="">
          <p:pic>
            <p:nvPicPr>
              <p:cNvPr id="194" name="Ink 193">
                <a:extLst>
                  <a:ext uri="{FF2B5EF4-FFF2-40B4-BE49-F238E27FC236}">
                    <a16:creationId xmlns:a16="http://schemas.microsoft.com/office/drawing/2014/main" id="{BD74B6B7-1B10-5C91-2295-505F26C9DA3B}"/>
                  </a:ext>
                </a:extLst>
              </p:cNvPr>
              <p:cNvPicPr/>
              <p:nvPr/>
            </p:nvPicPr>
            <p:blipFill>
              <a:blip r:embed="rId369"/>
              <a:stretch>
                <a:fillRect/>
              </a:stretch>
            </p:blipFill>
            <p:spPr>
              <a:xfrm>
                <a:off x="8170440" y="5945472"/>
                <a:ext cx="177480" cy="1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0">
            <p14:nvContentPartPr>
              <p14:cNvPr id="195" name="Ink 194">
                <a:extLst>
                  <a:ext uri="{FF2B5EF4-FFF2-40B4-BE49-F238E27FC236}">
                    <a16:creationId xmlns:a16="http://schemas.microsoft.com/office/drawing/2014/main" id="{B619DE1C-D9C5-10BF-C139-7561C555EED4}"/>
                  </a:ext>
                </a:extLst>
              </p14:cNvPr>
              <p14:cNvContentPartPr/>
              <p14:nvPr/>
            </p14:nvContentPartPr>
            <p14:xfrm>
              <a:off x="8743200" y="5878152"/>
              <a:ext cx="69480" cy="137880"/>
            </p14:xfrm>
          </p:contentPart>
        </mc:Choice>
        <mc:Fallback xmlns="">
          <p:pic>
            <p:nvPicPr>
              <p:cNvPr id="195" name="Ink 194">
                <a:extLst>
                  <a:ext uri="{FF2B5EF4-FFF2-40B4-BE49-F238E27FC236}">
                    <a16:creationId xmlns:a16="http://schemas.microsoft.com/office/drawing/2014/main" id="{B619DE1C-D9C5-10BF-C139-7561C555EED4}"/>
                  </a:ext>
                </a:extLst>
              </p:cNvPr>
              <p:cNvPicPr/>
              <p:nvPr/>
            </p:nvPicPr>
            <p:blipFill>
              <a:blip r:embed="rId371"/>
              <a:stretch>
                <a:fillRect/>
              </a:stretch>
            </p:blipFill>
            <p:spPr>
              <a:xfrm>
                <a:off x="8738880" y="5873832"/>
                <a:ext cx="78120" cy="14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2">
            <p14:nvContentPartPr>
              <p14:cNvPr id="196" name="Ink 195">
                <a:extLst>
                  <a:ext uri="{FF2B5EF4-FFF2-40B4-BE49-F238E27FC236}">
                    <a16:creationId xmlns:a16="http://schemas.microsoft.com/office/drawing/2014/main" id="{DC78BE20-D7B1-D693-F4AA-D46F889CDF2D}"/>
                  </a:ext>
                </a:extLst>
              </p14:cNvPr>
              <p14:cNvContentPartPr/>
              <p14:nvPr/>
            </p14:nvContentPartPr>
            <p14:xfrm>
              <a:off x="8861280" y="5894352"/>
              <a:ext cx="85320" cy="85680"/>
            </p14:xfrm>
          </p:contentPart>
        </mc:Choice>
        <mc:Fallback xmlns="">
          <p:pic>
            <p:nvPicPr>
              <p:cNvPr id="196" name="Ink 195">
                <a:extLst>
                  <a:ext uri="{FF2B5EF4-FFF2-40B4-BE49-F238E27FC236}">
                    <a16:creationId xmlns:a16="http://schemas.microsoft.com/office/drawing/2014/main" id="{DC78BE20-D7B1-D693-F4AA-D46F889CDF2D}"/>
                  </a:ext>
                </a:extLst>
              </p:cNvPr>
              <p:cNvPicPr/>
              <p:nvPr/>
            </p:nvPicPr>
            <p:blipFill>
              <a:blip r:embed="rId373"/>
              <a:stretch>
                <a:fillRect/>
              </a:stretch>
            </p:blipFill>
            <p:spPr>
              <a:xfrm>
                <a:off x="8856960" y="5890032"/>
                <a:ext cx="93960" cy="9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4">
            <p14:nvContentPartPr>
              <p14:cNvPr id="197" name="Ink 196">
                <a:extLst>
                  <a:ext uri="{FF2B5EF4-FFF2-40B4-BE49-F238E27FC236}">
                    <a16:creationId xmlns:a16="http://schemas.microsoft.com/office/drawing/2014/main" id="{711FF81F-B593-F68F-5AB3-C083DF3E2830}"/>
                  </a:ext>
                </a:extLst>
              </p14:cNvPr>
              <p14:cNvContentPartPr/>
              <p14:nvPr/>
            </p14:nvContentPartPr>
            <p14:xfrm>
              <a:off x="9014280" y="5902632"/>
              <a:ext cx="98640" cy="61560"/>
            </p14:xfrm>
          </p:contentPart>
        </mc:Choice>
        <mc:Fallback xmlns="">
          <p:pic>
            <p:nvPicPr>
              <p:cNvPr id="197" name="Ink 196">
                <a:extLst>
                  <a:ext uri="{FF2B5EF4-FFF2-40B4-BE49-F238E27FC236}">
                    <a16:creationId xmlns:a16="http://schemas.microsoft.com/office/drawing/2014/main" id="{711FF81F-B593-F68F-5AB3-C083DF3E2830}"/>
                  </a:ext>
                </a:extLst>
              </p:cNvPr>
              <p:cNvPicPr/>
              <p:nvPr/>
            </p:nvPicPr>
            <p:blipFill>
              <a:blip r:embed="rId375"/>
              <a:stretch>
                <a:fillRect/>
              </a:stretch>
            </p:blipFill>
            <p:spPr>
              <a:xfrm>
                <a:off x="9009960" y="5898312"/>
                <a:ext cx="107280" cy="7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6">
            <p14:nvContentPartPr>
              <p14:cNvPr id="198" name="Ink 197">
                <a:extLst>
                  <a:ext uri="{FF2B5EF4-FFF2-40B4-BE49-F238E27FC236}">
                    <a16:creationId xmlns:a16="http://schemas.microsoft.com/office/drawing/2014/main" id="{59232F1F-C394-21E7-EB1C-CD2A0BE250C7}"/>
                  </a:ext>
                </a:extLst>
              </p14:cNvPr>
              <p14:cNvContentPartPr/>
              <p14:nvPr/>
            </p14:nvContentPartPr>
            <p14:xfrm>
              <a:off x="9206520" y="5744232"/>
              <a:ext cx="91080" cy="217080"/>
            </p14:xfrm>
          </p:contentPart>
        </mc:Choice>
        <mc:Fallback xmlns="">
          <p:pic>
            <p:nvPicPr>
              <p:cNvPr id="198" name="Ink 197">
                <a:extLst>
                  <a:ext uri="{FF2B5EF4-FFF2-40B4-BE49-F238E27FC236}">
                    <a16:creationId xmlns:a16="http://schemas.microsoft.com/office/drawing/2014/main" id="{59232F1F-C394-21E7-EB1C-CD2A0BE250C7}"/>
                  </a:ext>
                </a:extLst>
              </p:cNvPr>
              <p:cNvPicPr/>
              <p:nvPr/>
            </p:nvPicPr>
            <p:blipFill>
              <a:blip r:embed="rId377"/>
              <a:stretch>
                <a:fillRect/>
              </a:stretch>
            </p:blipFill>
            <p:spPr>
              <a:xfrm>
                <a:off x="9202200" y="5739912"/>
                <a:ext cx="99720" cy="22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8">
            <p14:nvContentPartPr>
              <p14:cNvPr id="199" name="Ink 198">
                <a:extLst>
                  <a:ext uri="{FF2B5EF4-FFF2-40B4-BE49-F238E27FC236}">
                    <a16:creationId xmlns:a16="http://schemas.microsoft.com/office/drawing/2014/main" id="{B7D8F0B0-5D68-F117-EAA4-09CD674E7A74}"/>
                  </a:ext>
                </a:extLst>
              </p14:cNvPr>
              <p14:cNvContentPartPr/>
              <p14:nvPr/>
            </p14:nvContentPartPr>
            <p14:xfrm>
              <a:off x="9184200" y="5845752"/>
              <a:ext cx="136800" cy="17640"/>
            </p14:xfrm>
          </p:contentPart>
        </mc:Choice>
        <mc:Fallback xmlns="">
          <p:pic>
            <p:nvPicPr>
              <p:cNvPr id="199" name="Ink 198">
                <a:extLst>
                  <a:ext uri="{FF2B5EF4-FFF2-40B4-BE49-F238E27FC236}">
                    <a16:creationId xmlns:a16="http://schemas.microsoft.com/office/drawing/2014/main" id="{B7D8F0B0-5D68-F117-EAA4-09CD674E7A74}"/>
                  </a:ext>
                </a:extLst>
              </p:cNvPr>
              <p:cNvPicPr/>
              <p:nvPr/>
            </p:nvPicPr>
            <p:blipFill>
              <a:blip r:embed="rId379"/>
              <a:stretch>
                <a:fillRect/>
              </a:stretch>
            </p:blipFill>
            <p:spPr>
              <a:xfrm>
                <a:off x="9179880" y="5841432"/>
                <a:ext cx="145440" cy="2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0">
            <p14:nvContentPartPr>
              <p14:cNvPr id="200" name="Ink 199">
                <a:extLst>
                  <a:ext uri="{FF2B5EF4-FFF2-40B4-BE49-F238E27FC236}">
                    <a16:creationId xmlns:a16="http://schemas.microsoft.com/office/drawing/2014/main" id="{1312C058-B4BD-4C2F-C83A-578AD6A08BEA}"/>
                  </a:ext>
                </a:extLst>
              </p14:cNvPr>
              <p14:cNvContentPartPr/>
              <p14:nvPr/>
            </p14:nvContentPartPr>
            <p14:xfrm>
              <a:off x="9487320" y="5745312"/>
              <a:ext cx="266040" cy="146160"/>
            </p14:xfrm>
          </p:contentPart>
        </mc:Choice>
        <mc:Fallback xmlns="">
          <p:pic>
            <p:nvPicPr>
              <p:cNvPr id="200" name="Ink 199">
                <a:extLst>
                  <a:ext uri="{FF2B5EF4-FFF2-40B4-BE49-F238E27FC236}">
                    <a16:creationId xmlns:a16="http://schemas.microsoft.com/office/drawing/2014/main" id="{1312C058-B4BD-4C2F-C83A-578AD6A08BEA}"/>
                  </a:ext>
                </a:extLst>
              </p:cNvPr>
              <p:cNvPicPr/>
              <p:nvPr/>
            </p:nvPicPr>
            <p:blipFill>
              <a:blip r:embed="rId381"/>
              <a:stretch>
                <a:fillRect/>
              </a:stretch>
            </p:blipFill>
            <p:spPr>
              <a:xfrm>
                <a:off x="9483000" y="5740992"/>
                <a:ext cx="274680" cy="15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2">
            <p14:nvContentPartPr>
              <p14:cNvPr id="201" name="Ink 200">
                <a:extLst>
                  <a:ext uri="{FF2B5EF4-FFF2-40B4-BE49-F238E27FC236}">
                    <a16:creationId xmlns:a16="http://schemas.microsoft.com/office/drawing/2014/main" id="{FE5217D6-95D8-18D3-EE30-32BFDA3492CB}"/>
                  </a:ext>
                </a:extLst>
              </p14:cNvPr>
              <p14:cNvContentPartPr/>
              <p14:nvPr/>
            </p14:nvContentPartPr>
            <p14:xfrm>
              <a:off x="9983400" y="5769792"/>
              <a:ext cx="138960" cy="246960"/>
            </p14:xfrm>
          </p:contentPart>
        </mc:Choice>
        <mc:Fallback xmlns="">
          <p:pic>
            <p:nvPicPr>
              <p:cNvPr id="201" name="Ink 200">
                <a:extLst>
                  <a:ext uri="{FF2B5EF4-FFF2-40B4-BE49-F238E27FC236}">
                    <a16:creationId xmlns:a16="http://schemas.microsoft.com/office/drawing/2014/main" id="{FE5217D6-95D8-18D3-EE30-32BFDA3492CB}"/>
                  </a:ext>
                </a:extLst>
              </p:cNvPr>
              <p:cNvPicPr/>
              <p:nvPr/>
            </p:nvPicPr>
            <p:blipFill>
              <a:blip r:embed="rId383"/>
              <a:stretch>
                <a:fillRect/>
              </a:stretch>
            </p:blipFill>
            <p:spPr>
              <a:xfrm>
                <a:off x="9979080" y="5765472"/>
                <a:ext cx="147600" cy="25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4">
            <p14:nvContentPartPr>
              <p14:cNvPr id="202" name="Ink 201">
                <a:extLst>
                  <a:ext uri="{FF2B5EF4-FFF2-40B4-BE49-F238E27FC236}">
                    <a16:creationId xmlns:a16="http://schemas.microsoft.com/office/drawing/2014/main" id="{774CC0EA-4E81-3917-DED1-9768ADF0EE43}"/>
                  </a:ext>
                </a:extLst>
              </p14:cNvPr>
              <p14:cNvContentPartPr/>
              <p14:nvPr/>
            </p14:nvContentPartPr>
            <p14:xfrm>
              <a:off x="10218840" y="5724792"/>
              <a:ext cx="183240" cy="106920"/>
            </p14:xfrm>
          </p:contentPart>
        </mc:Choice>
        <mc:Fallback xmlns="">
          <p:pic>
            <p:nvPicPr>
              <p:cNvPr id="202" name="Ink 201">
                <a:extLst>
                  <a:ext uri="{FF2B5EF4-FFF2-40B4-BE49-F238E27FC236}">
                    <a16:creationId xmlns:a16="http://schemas.microsoft.com/office/drawing/2014/main" id="{774CC0EA-4E81-3917-DED1-9768ADF0EE43}"/>
                  </a:ext>
                </a:extLst>
              </p:cNvPr>
              <p:cNvPicPr/>
              <p:nvPr/>
            </p:nvPicPr>
            <p:blipFill>
              <a:blip r:embed="rId385"/>
              <a:stretch>
                <a:fillRect/>
              </a:stretch>
            </p:blipFill>
            <p:spPr>
              <a:xfrm>
                <a:off x="10214520" y="5720472"/>
                <a:ext cx="191880" cy="11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6">
            <p14:nvContentPartPr>
              <p14:cNvPr id="203" name="Ink 202">
                <a:extLst>
                  <a:ext uri="{FF2B5EF4-FFF2-40B4-BE49-F238E27FC236}">
                    <a16:creationId xmlns:a16="http://schemas.microsoft.com/office/drawing/2014/main" id="{E5F78271-6E71-41DD-2174-B7E6D6C4E3E1}"/>
                  </a:ext>
                </a:extLst>
              </p14:cNvPr>
              <p14:cNvContentPartPr/>
              <p14:nvPr/>
            </p14:nvContentPartPr>
            <p14:xfrm>
              <a:off x="10444920" y="5709312"/>
              <a:ext cx="151200" cy="89640"/>
            </p14:xfrm>
          </p:contentPart>
        </mc:Choice>
        <mc:Fallback xmlns="">
          <p:pic>
            <p:nvPicPr>
              <p:cNvPr id="203" name="Ink 202">
                <a:extLst>
                  <a:ext uri="{FF2B5EF4-FFF2-40B4-BE49-F238E27FC236}">
                    <a16:creationId xmlns:a16="http://schemas.microsoft.com/office/drawing/2014/main" id="{E5F78271-6E71-41DD-2174-B7E6D6C4E3E1}"/>
                  </a:ext>
                </a:extLst>
              </p:cNvPr>
              <p:cNvPicPr/>
              <p:nvPr/>
            </p:nvPicPr>
            <p:blipFill>
              <a:blip r:embed="rId387"/>
              <a:stretch>
                <a:fillRect/>
              </a:stretch>
            </p:blipFill>
            <p:spPr>
              <a:xfrm>
                <a:off x="10440600" y="5704992"/>
                <a:ext cx="159840" cy="9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8">
            <p14:nvContentPartPr>
              <p14:cNvPr id="204" name="Ink 203">
                <a:extLst>
                  <a:ext uri="{FF2B5EF4-FFF2-40B4-BE49-F238E27FC236}">
                    <a16:creationId xmlns:a16="http://schemas.microsoft.com/office/drawing/2014/main" id="{4FF29332-32D0-C4E2-1C5A-4D25535E1E09}"/>
                  </a:ext>
                </a:extLst>
              </p14:cNvPr>
              <p14:cNvContentPartPr/>
              <p14:nvPr/>
            </p14:nvContentPartPr>
            <p14:xfrm>
              <a:off x="10628880" y="5551272"/>
              <a:ext cx="66600" cy="232560"/>
            </p14:xfrm>
          </p:contentPart>
        </mc:Choice>
        <mc:Fallback xmlns="">
          <p:pic>
            <p:nvPicPr>
              <p:cNvPr id="204" name="Ink 203">
                <a:extLst>
                  <a:ext uri="{FF2B5EF4-FFF2-40B4-BE49-F238E27FC236}">
                    <a16:creationId xmlns:a16="http://schemas.microsoft.com/office/drawing/2014/main" id="{4FF29332-32D0-C4E2-1C5A-4D25535E1E09}"/>
                  </a:ext>
                </a:extLst>
              </p:cNvPr>
              <p:cNvPicPr/>
              <p:nvPr/>
            </p:nvPicPr>
            <p:blipFill>
              <a:blip r:embed="rId389"/>
              <a:stretch>
                <a:fillRect/>
              </a:stretch>
            </p:blipFill>
            <p:spPr>
              <a:xfrm>
                <a:off x="10624560" y="5546952"/>
                <a:ext cx="75240" cy="24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0">
            <p14:nvContentPartPr>
              <p14:cNvPr id="205" name="Ink 204">
                <a:extLst>
                  <a:ext uri="{FF2B5EF4-FFF2-40B4-BE49-F238E27FC236}">
                    <a16:creationId xmlns:a16="http://schemas.microsoft.com/office/drawing/2014/main" id="{FA0862A6-D9BC-2754-AD29-E560D31E4349}"/>
                  </a:ext>
                </a:extLst>
              </p14:cNvPr>
              <p14:cNvContentPartPr/>
              <p14:nvPr/>
            </p14:nvContentPartPr>
            <p14:xfrm>
              <a:off x="10607280" y="5687352"/>
              <a:ext cx="180360" cy="98280"/>
            </p14:xfrm>
          </p:contentPart>
        </mc:Choice>
        <mc:Fallback xmlns="">
          <p:pic>
            <p:nvPicPr>
              <p:cNvPr id="205" name="Ink 204">
                <a:extLst>
                  <a:ext uri="{FF2B5EF4-FFF2-40B4-BE49-F238E27FC236}">
                    <a16:creationId xmlns:a16="http://schemas.microsoft.com/office/drawing/2014/main" id="{FA0862A6-D9BC-2754-AD29-E560D31E4349}"/>
                  </a:ext>
                </a:extLst>
              </p:cNvPr>
              <p:cNvPicPr/>
              <p:nvPr/>
            </p:nvPicPr>
            <p:blipFill>
              <a:blip r:embed="rId391"/>
              <a:stretch>
                <a:fillRect/>
              </a:stretch>
            </p:blipFill>
            <p:spPr>
              <a:xfrm>
                <a:off x="10602960" y="5683032"/>
                <a:ext cx="189000" cy="10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2">
            <p14:nvContentPartPr>
              <p14:cNvPr id="206" name="Ink 205">
                <a:extLst>
                  <a:ext uri="{FF2B5EF4-FFF2-40B4-BE49-F238E27FC236}">
                    <a16:creationId xmlns:a16="http://schemas.microsoft.com/office/drawing/2014/main" id="{BDFCCDC6-4D23-CDC4-FC1A-F1C816DD9205}"/>
                  </a:ext>
                </a:extLst>
              </p14:cNvPr>
              <p14:cNvContentPartPr/>
              <p14:nvPr/>
            </p14:nvContentPartPr>
            <p14:xfrm>
              <a:off x="10856400" y="5667912"/>
              <a:ext cx="67680" cy="109800"/>
            </p14:xfrm>
          </p:contentPart>
        </mc:Choice>
        <mc:Fallback xmlns="">
          <p:pic>
            <p:nvPicPr>
              <p:cNvPr id="206" name="Ink 205">
                <a:extLst>
                  <a:ext uri="{FF2B5EF4-FFF2-40B4-BE49-F238E27FC236}">
                    <a16:creationId xmlns:a16="http://schemas.microsoft.com/office/drawing/2014/main" id="{BDFCCDC6-4D23-CDC4-FC1A-F1C816DD9205}"/>
                  </a:ext>
                </a:extLst>
              </p:cNvPr>
              <p:cNvPicPr/>
              <p:nvPr/>
            </p:nvPicPr>
            <p:blipFill>
              <a:blip r:embed="rId393"/>
              <a:stretch>
                <a:fillRect/>
              </a:stretch>
            </p:blipFill>
            <p:spPr>
              <a:xfrm>
                <a:off x="10852080" y="5663592"/>
                <a:ext cx="76320" cy="11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4">
            <p14:nvContentPartPr>
              <p14:cNvPr id="207" name="Ink 206">
                <a:extLst>
                  <a:ext uri="{FF2B5EF4-FFF2-40B4-BE49-F238E27FC236}">
                    <a16:creationId xmlns:a16="http://schemas.microsoft.com/office/drawing/2014/main" id="{E68BDD7F-5096-A749-39A9-91706A7CFCAA}"/>
                  </a:ext>
                </a:extLst>
              </p14:cNvPr>
              <p14:cNvContentPartPr/>
              <p14:nvPr/>
            </p14:nvContentPartPr>
            <p14:xfrm>
              <a:off x="11116680" y="5464512"/>
              <a:ext cx="343080" cy="297000"/>
            </p14:xfrm>
          </p:contentPart>
        </mc:Choice>
        <mc:Fallback xmlns="">
          <p:pic>
            <p:nvPicPr>
              <p:cNvPr id="207" name="Ink 206">
                <a:extLst>
                  <a:ext uri="{FF2B5EF4-FFF2-40B4-BE49-F238E27FC236}">
                    <a16:creationId xmlns:a16="http://schemas.microsoft.com/office/drawing/2014/main" id="{E68BDD7F-5096-A749-39A9-91706A7CFCAA}"/>
                  </a:ext>
                </a:extLst>
              </p:cNvPr>
              <p:cNvPicPr/>
              <p:nvPr/>
            </p:nvPicPr>
            <p:blipFill>
              <a:blip r:embed="rId395"/>
              <a:stretch>
                <a:fillRect/>
              </a:stretch>
            </p:blipFill>
            <p:spPr>
              <a:xfrm>
                <a:off x="11112360" y="5460192"/>
                <a:ext cx="351720" cy="30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6">
            <p14:nvContentPartPr>
              <p14:cNvPr id="208" name="Ink 207">
                <a:extLst>
                  <a:ext uri="{FF2B5EF4-FFF2-40B4-BE49-F238E27FC236}">
                    <a16:creationId xmlns:a16="http://schemas.microsoft.com/office/drawing/2014/main" id="{42C174D8-C683-A2CD-CF0B-32309DB796EF}"/>
                  </a:ext>
                </a:extLst>
              </p14:cNvPr>
              <p14:cNvContentPartPr/>
              <p14:nvPr/>
            </p14:nvContentPartPr>
            <p14:xfrm>
              <a:off x="11524200" y="5712912"/>
              <a:ext cx="18720" cy="48960"/>
            </p14:xfrm>
          </p:contentPart>
        </mc:Choice>
        <mc:Fallback xmlns="">
          <p:pic>
            <p:nvPicPr>
              <p:cNvPr id="208" name="Ink 207">
                <a:extLst>
                  <a:ext uri="{FF2B5EF4-FFF2-40B4-BE49-F238E27FC236}">
                    <a16:creationId xmlns:a16="http://schemas.microsoft.com/office/drawing/2014/main" id="{42C174D8-C683-A2CD-CF0B-32309DB796EF}"/>
                  </a:ext>
                </a:extLst>
              </p:cNvPr>
              <p:cNvPicPr/>
              <p:nvPr/>
            </p:nvPicPr>
            <p:blipFill>
              <a:blip r:embed="rId397"/>
              <a:stretch>
                <a:fillRect/>
              </a:stretch>
            </p:blipFill>
            <p:spPr>
              <a:xfrm>
                <a:off x="11519880" y="5708592"/>
                <a:ext cx="27360" cy="5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8">
            <p14:nvContentPartPr>
              <p14:cNvPr id="209" name="Ink 208">
                <a:extLst>
                  <a:ext uri="{FF2B5EF4-FFF2-40B4-BE49-F238E27FC236}">
                    <a16:creationId xmlns:a16="http://schemas.microsoft.com/office/drawing/2014/main" id="{97C8AB66-0241-F439-C6A7-149631A9E288}"/>
                  </a:ext>
                </a:extLst>
              </p14:cNvPr>
              <p14:cNvContentPartPr/>
              <p14:nvPr/>
            </p14:nvContentPartPr>
            <p14:xfrm>
              <a:off x="11568120" y="5557032"/>
              <a:ext cx="30240" cy="57960"/>
            </p14:xfrm>
          </p:contentPart>
        </mc:Choice>
        <mc:Fallback xmlns="">
          <p:pic>
            <p:nvPicPr>
              <p:cNvPr id="209" name="Ink 208">
                <a:extLst>
                  <a:ext uri="{FF2B5EF4-FFF2-40B4-BE49-F238E27FC236}">
                    <a16:creationId xmlns:a16="http://schemas.microsoft.com/office/drawing/2014/main" id="{97C8AB66-0241-F439-C6A7-149631A9E288}"/>
                  </a:ext>
                </a:extLst>
              </p:cNvPr>
              <p:cNvPicPr/>
              <p:nvPr/>
            </p:nvPicPr>
            <p:blipFill>
              <a:blip r:embed="rId399"/>
              <a:stretch>
                <a:fillRect/>
              </a:stretch>
            </p:blipFill>
            <p:spPr>
              <a:xfrm>
                <a:off x="11563800" y="5552712"/>
                <a:ext cx="38880" cy="6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0">
            <p14:nvContentPartPr>
              <p14:cNvPr id="210" name="Ink 209">
                <a:extLst>
                  <a:ext uri="{FF2B5EF4-FFF2-40B4-BE49-F238E27FC236}">
                    <a16:creationId xmlns:a16="http://schemas.microsoft.com/office/drawing/2014/main" id="{E003D307-F4C0-1A68-1C2F-C4EC73BD99BE}"/>
                  </a:ext>
                </a:extLst>
              </p14:cNvPr>
              <p14:cNvContentPartPr/>
              <p14:nvPr/>
            </p14:nvContentPartPr>
            <p14:xfrm>
              <a:off x="11681160" y="5609232"/>
              <a:ext cx="32760" cy="145080"/>
            </p14:xfrm>
          </p:contentPart>
        </mc:Choice>
        <mc:Fallback xmlns="">
          <p:pic>
            <p:nvPicPr>
              <p:cNvPr id="210" name="Ink 209">
                <a:extLst>
                  <a:ext uri="{FF2B5EF4-FFF2-40B4-BE49-F238E27FC236}">
                    <a16:creationId xmlns:a16="http://schemas.microsoft.com/office/drawing/2014/main" id="{E003D307-F4C0-1A68-1C2F-C4EC73BD99BE}"/>
                  </a:ext>
                </a:extLst>
              </p:cNvPr>
              <p:cNvPicPr/>
              <p:nvPr/>
            </p:nvPicPr>
            <p:blipFill>
              <a:blip r:embed="rId401"/>
              <a:stretch>
                <a:fillRect/>
              </a:stretch>
            </p:blipFill>
            <p:spPr>
              <a:xfrm>
                <a:off x="11676840" y="5604912"/>
                <a:ext cx="41400" cy="15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2">
            <p14:nvContentPartPr>
              <p14:cNvPr id="211" name="Ink 210">
                <a:extLst>
                  <a:ext uri="{FF2B5EF4-FFF2-40B4-BE49-F238E27FC236}">
                    <a16:creationId xmlns:a16="http://schemas.microsoft.com/office/drawing/2014/main" id="{2EAF6C8F-FA4F-1DFB-3B8F-9993ADDB31B5}"/>
                  </a:ext>
                </a:extLst>
              </p14:cNvPr>
              <p14:cNvContentPartPr/>
              <p14:nvPr/>
            </p14:nvContentPartPr>
            <p14:xfrm>
              <a:off x="11752800" y="5439672"/>
              <a:ext cx="233640" cy="349920"/>
            </p14:xfrm>
          </p:contentPart>
        </mc:Choice>
        <mc:Fallback xmlns="">
          <p:pic>
            <p:nvPicPr>
              <p:cNvPr id="211" name="Ink 210">
                <a:extLst>
                  <a:ext uri="{FF2B5EF4-FFF2-40B4-BE49-F238E27FC236}">
                    <a16:creationId xmlns:a16="http://schemas.microsoft.com/office/drawing/2014/main" id="{2EAF6C8F-FA4F-1DFB-3B8F-9993ADDB31B5}"/>
                  </a:ext>
                </a:extLst>
              </p:cNvPr>
              <p:cNvPicPr/>
              <p:nvPr/>
            </p:nvPicPr>
            <p:blipFill>
              <a:blip r:embed="rId403"/>
              <a:stretch>
                <a:fillRect/>
              </a:stretch>
            </p:blipFill>
            <p:spPr>
              <a:xfrm>
                <a:off x="11748480" y="5435352"/>
                <a:ext cx="242280" cy="35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4">
            <p14:nvContentPartPr>
              <p14:cNvPr id="212" name="Ink 211">
                <a:extLst>
                  <a:ext uri="{FF2B5EF4-FFF2-40B4-BE49-F238E27FC236}">
                    <a16:creationId xmlns:a16="http://schemas.microsoft.com/office/drawing/2014/main" id="{7B58ECB0-0291-8DF0-424E-DDAB536590BB}"/>
                  </a:ext>
                </a:extLst>
              </p14:cNvPr>
              <p14:cNvContentPartPr/>
              <p14:nvPr/>
            </p14:nvContentPartPr>
            <p14:xfrm>
              <a:off x="9303000" y="6295392"/>
              <a:ext cx="119520" cy="145080"/>
            </p14:xfrm>
          </p:contentPart>
        </mc:Choice>
        <mc:Fallback xmlns="">
          <p:pic>
            <p:nvPicPr>
              <p:cNvPr id="212" name="Ink 211">
                <a:extLst>
                  <a:ext uri="{FF2B5EF4-FFF2-40B4-BE49-F238E27FC236}">
                    <a16:creationId xmlns:a16="http://schemas.microsoft.com/office/drawing/2014/main" id="{7B58ECB0-0291-8DF0-424E-DDAB536590BB}"/>
                  </a:ext>
                </a:extLst>
              </p:cNvPr>
              <p:cNvPicPr/>
              <p:nvPr/>
            </p:nvPicPr>
            <p:blipFill>
              <a:blip r:embed="rId405"/>
              <a:stretch>
                <a:fillRect/>
              </a:stretch>
            </p:blipFill>
            <p:spPr>
              <a:xfrm>
                <a:off x="9298680" y="6291072"/>
                <a:ext cx="128160" cy="15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6">
            <p14:nvContentPartPr>
              <p14:cNvPr id="213" name="Ink 212">
                <a:extLst>
                  <a:ext uri="{FF2B5EF4-FFF2-40B4-BE49-F238E27FC236}">
                    <a16:creationId xmlns:a16="http://schemas.microsoft.com/office/drawing/2014/main" id="{FD2B5EC7-1F56-F641-CAEE-88CF2F516DDF}"/>
                  </a:ext>
                </a:extLst>
              </p14:cNvPr>
              <p14:cNvContentPartPr/>
              <p14:nvPr/>
            </p14:nvContentPartPr>
            <p14:xfrm>
              <a:off x="9491640" y="6272712"/>
              <a:ext cx="517680" cy="126360"/>
            </p14:xfrm>
          </p:contentPart>
        </mc:Choice>
        <mc:Fallback xmlns="">
          <p:pic>
            <p:nvPicPr>
              <p:cNvPr id="213" name="Ink 212">
                <a:extLst>
                  <a:ext uri="{FF2B5EF4-FFF2-40B4-BE49-F238E27FC236}">
                    <a16:creationId xmlns:a16="http://schemas.microsoft.com/office/drawing/2014/main" id="{FD2B5EC7-1F56-F641-CAEE-88CF2F516DDF}"/>
                  </a:ext>
                </a:extLst>
              </p:cNvPr>
              <p:cNvPicPr/>
              <p:nvPr/>
            </p:nvPicPr>
            <p:blipFill>
              <a:blip r:embed="rId407"/>
              <a:stretch>
                <a:fillRect/>
              </a:stretch>
            </p:blipFill>
            <p:spPr>
              <a:xfrm>
                <a:off x="9487320" y="6268392"/>
                <a:ext cx="526320" cy="13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8">
            <p14:nvContentPartPr>
              <p14:cNvPr id="214" name="Ink 213">
                <a:extLst>
                  <a:ext uri="{FF2B5EF4-FFF2-40B4-BE49-F238E27FC236}">
                    <a16:creationId xmlns:a16="http://schemas.microsoft.com/office/drawing/2014/main" id="{36E1DF7F-DC3D-116D-9579-88F136AFA145}"/>
                  </a:ext>
                </a:extLst>
              </p14:cNvPr>
              <p14:cNvContentPartPr/>
              <p14:nvPr/>
            </p14:nvContentPartPr>
            <p14:xfrm>
              <a:off x="10047840" y="6328512"/>
              <a:ext cx="54000" cy="257760"/>
            </p14:xfrm>
          </p:contentPart>
        </mc:Choice>
        <mc:Fallback xmlns="">
          <p:pic>
            <p:nvPicPr>
              <p:cNvPr id="214" name="Ink 213">
                <a:extLst>
                  <a:ext uri="{FF2B5EF4-FFF2-40B4-BE49-F238E27FC236}">
                    <a16:creationId xmlns:a16="http://schemas.microsoft.com/office/drawing/2014/main" id="{36E1DF7F-DC3D-116D-9579-88F136AFA145}"/>
                  </a:ext>
                </a:extLst>
              </p:cNvPr>
              <p:cNvPicPr/>
              <p:nvPr/>
            </p:nvPicPr>
            <p:blipFill>
              <a:blip r:embed="rId409"/>
              <a:stretch>
                <a:fillRect/>
              </a:stretch>
            </p:blipFill>
            <p:spPr>
              <a:xfrm>
                <a:off x="10043520" y="6324192"/>
                <a:ext cx="62640" cy="26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0">
            <p14:nvContentPartPr>
              <p14:cNvPr id="215" name="Ink 214">
                <a:extLst>
                  <a:ext uri="{FF2B5EF4-FFF2-40B4-BE49-F238E27FC236}">
                    <a16:creationId xmlns:a16="http://schemas.microsoft.com/office/drawing/2014/main" id="{22FFCD61-A837-C065-FFAD-227C534F18D2}"/>
                  </a:ext>
                </a:extLst>
              </p14:cNvPr>
              <p14:cNvContentPartPr/>
              <p14:nvPr/>
            </p14:nvContentPartPr>
            <p14:xfrm>
              <a:off x="10141080" y="6248952"/>
              <a:ext cx="60480" cy="75600"/>
            </p14:xfrm>
          </p:contentPart>
        </mc:Choice>
        <mc:Fallback xmlns="">
          <p:pic>
            <p:nvPicPr>
              <p:cNvPr id="215" name="Ink 214">
                <a:extLst>
                  <a:ext uri="{FF2B5EF4-FFF2-40B4-BE49-F238E27FC236}">
                    <a16:creationId xmlns:a16="http://schemas.microsoft.com/office/drawing/2014/main" id="{22FFCD61-A837-C065-FFAD-227C534F18D2}"/>
                  </a:ext>
                </a:extLst>
              </p:cNvPr>
              <p:cNvPicPr/>
              <p:nvPr/>
            </p:nvPicPr>
            <p:blipFill>
              <a:blip r:embed="rId411"/>
              <a:stretch>
                <a:fillRect/>
              </a:stretch>
            </p:blipFill>
            <p:spPr>
              <a:xfrm>
                <a:off x="10136760" y="6244632"/>
                <a:ext cx="69120" cy="8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2">
            <p14:nvContentPartPr>
              <p14:cNvPr id="216" name="Ink 215">
                <a:extLst>
                  <a:ext uri="{FF2B5EF4-FFF2-40B4-BE49-F238E27FC236}">
                    <a16:creationId xmlns:a16="http://schemas.microsoft.com/office/drawing/2014/main" id="{537B2723-E6C5-58EE-A3A3-B037E670669B}"/>
                  </a:ext>
                </a:extLst>
              </p14:cNvPr>
              <p14:cNvContentPartPr/>
              <p14:nvPr/>
            </p14:nvContentPartPr>
            <p14:xfrm>
              <a:off x="10244040" y="6087672"/>
              <a:ext cx="248040" cy="387360"/>
            </p14:xfrm>
          </p:contentPart>
        </mc:Choice>
        <mc:Fallback xmlns="">
          <p:pic>
            <p:nvPicPr>
              <p:cNvPr id="216" name="Ink 215">
                <a:extLst>
                  <a:ext uri="{FF2B5EF4-FFF2-40B4-BE49-F238E27FC236}">
                    <a16:creationId xmlns:a16="http://schemas.microsoft.com/office/drawing/2014/main" id="{537B2723-E6C5-58EE-A3A3-B037E670669B}"/>
                  </a:ext>
                </a:extLst>
              </p:cNvPr>
              <p:cNvPicPr/>
              <p:nvPr/>
            </p:nvPicPr>
            <p:blipFill>
              <a:blip r:embed="rId413"/>
              <a:stretch>
                <a:fillRect/>
              </a:stretch>
            </p:blipFill>
            <p:spPr>
              <a:xfrm>
                <a:off x="10239720" y="6083352"/>
                <a:ext cx="256680" cy="39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4">
            <p14:nvContentPartPr>
              <p14:cNvPr id="217" name="Ink 216">
                <a:extLst>
                  <a:ext uri="{FF2B5EF4-FFF2-40B4-BE49-F238E27FC236}">
                    <a16:creationId xmlns:a16="http://schemas.microsoft.com/office/drawing/2014/main" id="{C68800F5-2D8B-6EA0-3DB4-81E530CC88E5}"/>
                  </a:ext>
                </a:extLst>
              </p14:cNvPr>
              <p14:cNvContentPartPr/>
              <p14:nvPr/>
            </p14:nvContentPartPr>
            <p14:xfrm>
              <a:off x="10378320" y="6231672"/>
              <a:ext cx="127440" cy="252360"/>
            </p14:xfrm>
          </p:contentPart>
        </mc:Choice>
        <mc:Fallback xmlns="">
          <p:pic>
            <p:nvPicPr>
              <p:cNvPr id="217" name="Ink 216">
                <a:extLst>
                  <a:ext uri="{FF2B5EF4-FFF2-40B4-BE49-F238E27FC236}">
                    <a16:creationId xmlns:a16="http://schemas.microsoft.com/office/drawing/2014/main" id="{C68800F5-2D8B-6EA0-3DB4-81E530CC88E5}"/>
                  </a:ext>
                </a:extLst>
              </p:cNvPr>
              <p:cNvPicPr/>
              <p:nvPr/>
            </p:nvPicPr>
            <p:blipFill>
              <a:blip r:embed="rId415"/>
              <a:stretch>
                <a:fillRect/>
              </a:stretch>
            </p:blipFill>
            <p:spPr>
              <a:xfrm>
                <a:off x="10374000" y="6227352"/>
                <a:ext cx="136080" cy="26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6">
            <p14:nvContentPartPr>
              <p14:cNvPr id="218" name="Ink 217">
                <a:extLst>
                  <a:ext uri="{FF2B5EF4-FFF2-40B4-BE49-F238E27FC236}">
                    <a16:creationId xmlns:a16="http://schemas.microsoft.com/office/drawing/2014/main" id="{ECF60844-2247-4B98-8DCA-C6C217A65B3B}"/>
                  </a:ext>
                </a:extLst>
              </p14:cNvPr>
              <p14:cNvContentPartPr/>
              <p14:nvPr/>
            </p14:nvContentPartPr>
            <p14:xfrm>
              <a:off x="10587480" y="6197832"/>
              <a:ext cx="172440" cy="125640"/>
            </p14:xfrm>
          </p:contentPart>
        </mc:Choice>
        <mc:Fallback xmlns="">
          <p:pic>
            <p:nvPicPr>
              <p:cNvPr id="218" name="Ink 217">
                <a:extLst>
                  <a:ext uri="{FF2B5EF4-FFF2-40B4-BE49-F238E27FC236}">
                    <a16:creationId xmlns:a16="http://schemas.microsoft.com/office/drawing/2014/main" id="{ECF60844-2247-4B98-8DCA-C6C217A65B3B}"/>
                  </a:ext>
                </a:extLst>
              </p:cNvPr>
              <p:cNvPicPr/>
              <p:nvPr/>
            </p:nvPicPr>
            <p:blipFill>
              <a:blip r:embed="rId417"/>
              <a:stretch>
                <a:fillRect/>
              </a:stretch>
            </p:blipFill>
            <p:spPr>
              <a:xfrm>
                <a:off x="10583160" y="6193512"/>
                <a:ext cx="181080" cy="13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8">
            <p14:nvContentPartPr>
              <p14:cNvPr id="219" name="Ink 218">
                <a:extLst>
                  <a:ext uri="{FF2B5EF4-FFF2-40B4-BE49-F238E27FC236}">
                    <a16:creationId xmlns:a16="http://schemas.microsoft.com/office/drawing/2014/main" id="{A7530120-D286-95C4-783B-92194262A825}"/>
                  </a:ext>
                </a:extLst>
              </p14:cNvPr>
              <p14:cNvContentPartPr/>
              <p14:nvPr/>
            </p14:nvContentPartPr>
            <p14:xfrm>
              <a:off x="10771080" y="6215832"/>
              <a:ext cx="122760" cy="101880"/>
            </p14:xfrm>
          </p:contentPart>
        </mc:Choice>
        <mc:Fallback xmlns="">
          <p:pic>
            <p:nvPicPr>
              <p:cNvPr id="219" name="Ink 218">
                <a:extLst>
                  <a:ext uri="{FF2B5EF4-FFF2-40B4-BE49-F238E27FC236}">
                    <a16:creationId xmlns:a16="http://schemas.microsoft.com/office/drawing/2014/main" id="{A7530120-D286-95C4-783B-92194262A825}"/>
                  </a:ext>
                </a:extLst>
              </p:cNvPr>
              <p:cNvPicPr/>
              <p:nvPr/>
            </p:nvPicPr>
            <p:blipFill>
              <a:blip r:embed="rId419"/>
              <a:stretch>
                <a:fillRect/>
              </a:stretch>
            </p:blipFill>
            <p:spPr>
              <a:xfrm>
                <a:off x="10766760" y="6211512"/>
                <a:ext cx="131400" cy="11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0">
            <p14:nvContentPartPr>
              <p14:cNvPr id="220" name="Ink 219">
                <a:extLst>
                  <a:ext uri="{FF2B5EF4-FFF2-40B4-BE49-F238E27FC236}">
                    <a16:creationId xmlns:a16="http://schemas.microsoft.com/office/drawing/2014/main" id="{1F0D8AAE-D185-89AD-055A-F2E820277C80}"/>
                  </a:ext>
                </a:extLst>
              </p14:cNvPr>
              <p14:cNvContentPartPr/>
              <p14:nvPr/>
            </p14:nvContentPartPr>
            <p14:xfrm>
              <a:off x="10909680" y="6102432"/>
              <a:ext cx="32760" cy="177120"/>
            </p14:xfrm>
          </p:contentPart>
        </mc:Choice>
        <mc:Fallback xmlns="">
          <p:pic>
            <p:nvPicPr>
              <p:cNvPr id="220" name="Ink 219">
                <a:extLst>
                  <a:ext uri="{FF2B5EF4-FFF2-40B4-BE49-F238E27FC236}">
                    <a16:creationId xmlns:a16="http://schemas.microsoft.com/office/drawing/2014/main" id="{1F0D8AAE-D185-89AD-055A-F2E820277C80}"/>
                  </a:ext>
                </a:extLst>
              </p:cNvPr>
              <p:cNvPicPr/>
              <p:nvPr/>
            </p:nvPicPr>
            <p:blipFill>
              <a:blip r:embed="rId421"/>
              <a:stretch>
                <a:fillRect/>
              </a:stretch>
            </p:blipFill>
            <p:spPr>
              <a:xfrm>
                <a:off x="10905360" y="6098112"/>
                <a:ext cx="41400" cy="18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2">
            <p14:nvContentPartPr>
              <p14:cNvPr id="221" name="Ink 220">
                <a:extLst>
                  <a:ext uri="{FF2B5EF4-FFF2-40B4-BE49-F238E27FC236}">
                    <a16:creationId xmlns:a16="http://schemas.microsoft.com/office/drawing/2014/main" id="{CCA1D180-25AC-0A9C-2AD2-ADD57D94AFE1}"/>
                  </a:ext>
                </a:extLst>
              </p14:cNvPr>
              <p14:cNvContentPartPr/>
              <p14:nvPr/>
            </p14:nvContentPartPr>
            <p14:xfrm>
              <a:off x="10907520" y="6182712"/>
              <a:ext cx="116640" cy="89640"/>
            </p14:xfrm>
          </p:contentPart>
        </mc:Choice>
        <mc:Fallback xmlns="">
          <p:pic>
            <p:nvPicPr>
              <p:cNvPr id="221" name="Ink 220">
                <a:extLst>
                  <a:ext uri="{FF2B5EF4-FFF2-40B4-BE49-F238E27FC236}">
                    <a16:creationId xmlns:a16="http://schemas.microsoft.com/office/drawing/2014/main" id="{CCA1D180-25AC-0A9C-2AD2-ADD57D94AFE1}"/>
                  </a:ext>
                </a:extLst>
              </p:cNvPr>
              <p:cNvPicPr/>
              <p:nvPr/>
            </p:nvPicPr>
            <p:blipFill>
              <a:blip r:embed="rId423"/>
              <a:stretch>
                <a:fillRect/>
              </a:stretch>
            </p:blipFill>
            <p:spPr>
              <a:xfrm>
                <a:off x="10903200" y="6178392"/>
                <a:ext cx="125280" cy="9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4">
            <p14:nvContentPartPr>
              <p14:cNvPr id="222" name="Ink 221">
                <a:extLst>
                  <a:ext uri="{FF2B5EF4-FFF2-40B4-BE49-F238E27FC236}">
                    <a16:creationId xmlns:a16="http://schemas.microsoft.com/office/drawing/2014/main" id="{B2C2E089-2660-DA73-735D-6F0116527BFA}"/>
                  </a:ext>
                </a:extLst>
              </p14:cNvPr>
              <p14:cNvContentPartPr/>
              <p14:nvPr/>
            </p14:nvContentPartPr>
            <p14:xfrm>
              <a:off x="11079960" y="6187752"/>
              <a:ext cx="28800" cy="92880"/>
            </p14:xfrm>
          </p:contentPart>
        </mc:Choice>
        <mc:Fallback xmlns="">
          <p:pic>
            <p:nvPicPr>
              <p:cNvPr id="222" name="Ink 221">
                <a:extLst>
                  <a:ext uri="{FF2B5EF4-FFF2-40B4-BE49-F238E27FC236}">
                    <a16:creationId xmlns:a16="http://schemas.microsoft.com/office/drawing/2014/main" id="{B2C2E089-2660-DA73-735D-6F0116527BFA}"/>
                  </a:ext>
                </a:extLst>
              </p:cNvPr>
              <p:cNvPicPr/>
              <p:nvPr/>
            </p:nvPicPr>
            <p:blipFill>
              <a:blip r:embed="rId425"/>
              <a:stretch>
                <a:fillRect/>
              </a:stretch>
            </p:blipFill>
            <p:spPr>
              <a:xfrm>
                <a:off x="11075640" y="6183432"/>
                <a:ext cx="37440" cy="10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6">
            <p14:nvContentPartPr>
              <p14:cNvPr id="223" name="Ink 222">
                <a:extLst>
                  <a:ext uri="{FF2B5EF4-FFF2-40B4-BE49-F238E27FC236}">
                    <a16:creationId xmlns:a16="http://schemas.microsoft.com/office/drawing/2014/main" id="{DA0B5797-9D0A-E1B3-4C27-1AC408D36A2C}"/>
                  </a:ext>
                </a:extLst>
              </p14:cNvPr>
              <p14:cNvContentPartPr/>
              <p14:nvPr/>
            </p14:nvContentPartPr>
            <p14:xfrm>
              <a:off x="11256000" y="6023592"/>
              <a:ext cx="213120" cy="230760"/>
            </p14:xfrm>
          </p:contentPart>
        </mc:Choice>
        <mc:Fallback xmlns="">
          <p:pic>
            <p:nvPicPr>
              <p:cNvPr id="223" name="Ink 222">
                <a:extLst>
                  <a:ext uri="{FF2B5EF4-FFF2-40B4-BE49-F238E27FC236}">
                    <a16:creationId xmlns:a16="http://schemas.microsoft.com/office/drawing/2014/main" id="{DA0B5797-9D0A-E1B3-4C27-1AC408D36A2C}"/>
                  </a:ext>
                </a:extLst>
              </p:cNvPr>
              <p:cNvPicPr/>
              <p:nvPr/>
            </p:nvPicPr>
            <p:blipFill>
              <a:blip r:embed="rId427"/>
              <a:stretch>
                <a:fillRect/>
              </a:stretch>
            </p:blipFill>
            <p:spPr>
              <a:xfrm>
                <a:off x="11251680" y="6019272"/>
                <a:ext cx="221760" cy="23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8">
            <p14:nvContentPartPr>
              <p14:cNvPr id="224" name="Ink 223">
                <a:extLst>
                  <a:ext uri="{FF2B5EF4-FFF2-40B4-BE49-F238E27FC236}">
                    <a16:creationId xmlns:a16="http://schemas.microsoft.com/office/drawing/2014/main" id="{AED0E184-CF60-1893-16A0-929C11A56313}"/>
                  </a:ext>
                </a:extLst>
              </p14:cNvPr>
              <p14:cNvContentPartPr/>
              <p14:nvPr/>
            </p14:nvContentPartPr>
            <p14:xfrm>
              <a:off x="11591160" y="6243192"/>
              <a:ext cx="5040" cy="32760"/>
            </p14:xfrm>
          </p:contentPart>
        </mc:Choice>
        <mc:Fallback xmlns="">
          <p:pic>
            <p:nvPicPr>
              <p:cNvPr id="224" name="Ink 223">
                <a:extLst>
                  <a:ext uri="{FF2B5EF4-FFF2-40B4-BE49-F238E27FC236}">
                    <a16:creationId xmlns:a16="http://schemas.microsoft.com/office/drawing/2014/main" id="{AED0E184-CF60-1893-16A0-929C11A56313}"/>
                  </a:ext>
                </a:extLst>
              </p:cNvPr>
              <p:cNvPicPr/>
              <p:nvPr/>
            </p:nvPicPr>
            <p:blipFill>
              <a:blip r:embed="rId429"/>
              <a:stretch>
                <a:fillRect/>
              </a:stretch>
            </p:blipFill>
            <p:spPr>
              <a:xfrm>
                <a:off x="11586840" y="6238872"/>
                <a:ext cx="13680" cy="4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0">
            <p14:nvContentPartPr>
              <p14:cNvPr id="225" name="Ink 224">
                <a:extLst>
                  <a:ext uri="{FF2B5EF4-FFF2-40B4-BE49-F238E27FC236}">
                    <a16:creationId xmlns:a16="http://schemas.microsoft.com/office/drawing/2014/main" id="{85A7F6FD-2975-3F50-75F5-8E0E86AD847D}"/>
                  </a:ext>
                </a:extLst>
              </p14:cNvPr>
              <p14:cNvContentPartPr/>
              <p14:nvPr/>
            </p14:nvContentPartPr>
            <p14:xfrm>
              <a:off x="11586480" y="6079032"/>
              <a:ext cx="23400" cy="10800"/>
            </p14:xfrm>
          </p:contentPart>
        </mc:Choice>
        <mc:Fallback xmlns="">
          <p:pic>
            <p:nvPicPr>
              <p:cNvPr id="225" name="Ink 224">
                <a:extLst>
                  <a:ext uri="{FF2B5EF4-FFF2-40B4-BE49-F238E27FC236}">
                    <a16:creationId xmlns:a16="http://schemas.microsoft.com/office/drawing/2014/main" id="{85A7F6FD-2975-3F50-75F5-8E0E86AD847D}"/>
                  </a:ext>
                </a:extLst>
              </p:cNvPr>
              <p:cNvPicPr/>
              <p:nvPr/>
            </p:nvPicPr>
            <p:blipFill>
              <a:blip r:embed="rId431"/>
              <a:stretch>
                <a:fillRect/>
              </a:stretch>
            </p:blipFill>
            <p:spPr>
              <a:xfrm>
                <a:off x="11582160" y="6074712"/>
                <a:ext cx="32040" cy="1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2">
            <p14:nvContentPartPr>
              <p14:cNvPr id="226" name="Ink 225">
                <a:extLst>
                  <a:ext uri="{FF2B5EF4-FFF2-40B4-BE49-F238E27FC236}">
                    <a16:creationId xmlns:a16="http://schemas.microsoft.com/office/drawing/2014/main" id="{492247D8-3E06-76D0-BA4E-145E386B03CF}"/>
                  </a:ext>
                </a:extLst>
              </p14:cNvPr>
              <p14:cNvContentPartPr/>
              <p14:nvPr/>
            </p14:nvContentPartPr>
            <p14:xfrm>
              <a:off x="11657040" y="6067512"/>
              <a:ext cx="38520" cy="172440"/>
            </p14:xfrm>
          </p:contentPart>
        </mc:Choice>
        <mc:Fallback xmlns="">
          <p:pic>
            <p:nvPicPr>
              <p:cNvPr id="226" name="Ink 225">
                <a:extLst>
                  <a:ext uri="{FF2B5EF4-FFF2-40B4-BE49-F238E27FC236}">
                    <a16:creationId xmlns:a16="http://schemas.microsoft.com/office/drawing/2014/main" id="{492247D8-3E06-76D0-BA4E-145E386B03CF}"/>
                  </a:ext>
                </a:extLst>
              </p:cNvPr>
              <p:cNvPicPr/>
              <p:nvPr/>
            </p:nvPicPr>
            <p:blipFill>
              <a:blip r:embed="rId433"/>
              <a:stretch>
                <a:fillRect/>
              </a:stretch>
            </p:blipFill>
            <p:spPr>
              <a:xfrm>
                <a:off x="11652720" y="6063192"/>
                <a:ext cx="47160" cy="18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4">
            <p14:nvContentPartPr>
              <p14:cNvPr id="227" name="Ink 226">
                <a:extLst>
                  <a:ext uri="{FF2B5EF4-FFF2-40B4-BE49-F238E27FC236}">
                    <a16:creationId xmlns:a16="http://schemas.microsoft.com/office/drawing/2014/main" id="{2D97F6E3-8A8F-6A10-A9D8-1858EA5773F5}"/>
                  </a:ext>
                </a:extLst>
              </p14:cNvPr>
              <p14:cNvContentPartPr/>
              <p14:nvPr/>
            </p14:nvContentPartPr>
            <p14:xfrm>
              <a:off x="11742360" y="6039792"/>
              <a:ext cx="167760" cy="224640"/>
            </p14:xfrm>
          </p:contentPart>
        </mc:Choice>
        <mc:Fallback xmlns="">
          <p:pic>
            <p:nvPicPr>
              <p:cNvPr id="227" name="Ink 226">
                <a:extLst>
                  <a:ext uri="{FF2B5EF4-FFF2-40B4-BE49-F238E27FC236}">
                    <a16:creationId xmlns:a16="http://schemas.microsoft.com/office/drawing/2014/main" id="{2D97F6E3-8A8F-6A10-A9D8-1858EA5773F5}"/>
                  </a:ext>
                </a:extLst>
              </p:cNvPr>
              <p:cNvPicPr/>
              <p:nvPr/>
            </p:nvPicPr>
            <p:blipFill>
              <a:blip r:embed="rId435"/>
              <a:stretch>
                <a:fillRect/>
              </a:stretch>
            </p:blipFill>
            <p:spPr>
              <a:xfrm>
                <a:off x="11738040" y="6035472"/>
                <a:ext cx="176400" cy="23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6">
            <p14:nvContentPartPr>
              <p14:cNvPr id="228" name="Ink 227">
                <a:extLst>
                  <a:ext uri="{FF2B5EF4-FFF2-40B4-BE49-F238E27FC236}">
                    <a16:creationId xmlns:a16="http://schemas.microsoft.com/office/drawing/2014/main" id="{2BB8E26C-77F4-AC7A-C708-BE07C19F37A1}"/>
                  </a:ext>
                </a:extLst>
              </p14:cNvPr>
              <p14:cNvContentPartPr/>
              <p14:nvPr/>
            </p14:nvContentPartPr>
            <p14:xfrm>
              <a:off x="11905440" y="6295032"/>
              <a:ext cx="78840" cy="68400"/>
            </p14:xfrm>
          </p:contentPart>
        </mc:Choice>
        <mc:Fallback xmlns="">
          <p:pic>
            <p:nvPicPr>
              <p:cNvPr id="228" name="Ink 227">
                <a:extLst>
                  <a:ext uri="{FF2B5EF4-FFF2-40B4-BE49-F238E27FC236}">
                    <a16:creationId xmlns:a16="http://schemas.microsoft.com/office/drawing/2014/main" id="{2BB8E26C-77F4-AC7A-C708-BE07C19F37A1}"/>
                  </a:ext>
                </a:extLst>
              </p:cNvPr>
              <p:cNvPicPr/>
              <p:nvPr/>
            </p:nvPicPr>
            <p:blipFill>
              <a:blip r:embed="rId437"/>
              <a:stretch>
                <a:fillRect/>
              </a:stretch>
            </p:blipFill>
            <p:spPr>
              <a:xfrm>
                <a:off x="11901120" y="6290712"/>
                <a:ext cx="87480" cy="7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8">
            <p14:nvContentPartPr>
              <p14:cNvPr id="229" name="Ink 228">
                <a:extLst>
                  <a:ext uri="{FF2B5EF4-FFF2-40B4-BE49-F238E27FC236}">
                    <a16:creationId xmlns:a16="http://schemas.microsoft.com/office/drawing/2014/main" id="{2E9A7684-94E7-B6DB-F4C2-7788072A6AA3}"/>
                  </a:ext>
                </a:extLst>
              </p14:cNvPr>
              <p14:cNvContentPartPr/>
              <p14:nvPr/>
            </p14:nvContentPartPr>
            <p14:xfrm>
              <a:off x="12136200" y="6142032"/>
              <a:ext cx="78840" cy="126000"/>
            </p14:xfrm>
          </p:contentPart>
        </mc:Choice>
        <mc:Fallback xmlns="">
          <p:pic>
            <p:nvPicPr>
              <p:cNvPr id="229" name="Ink 228">
                <a:extLst>
                  <a:ext uri="{FF2B5EF4-FFF2-40B4-BE49-F238E27FC236}">
                    <a16:creationId xmlns:a16="http://schemas.microsoft.com/office/drawing/2014/main" id="{2E9A7684-94E7-B6DB-F4C2-7788072A6AA3}"/>
                  </a:ext>
                </a:extLst>
              </p:cNvPr>
              <p:cNvPicPr/>
              <p:nvPr/>
            </p:nvPicPr>
            <p:blipFill>
              <a:blip r:embed="rId439"/>
              <a:stretch>
                <a:fillRect/>
              </a:stretch>
            </p:blipFill>
            <p:spPr>
              <a:xfrm>
                <a:off x="12131880" y="6137712"/>
                <a:ext cx="87480" cy="13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0">
            <p14:nvContentPartPr>
              <p14:cNvPr id="230" name="Ink 229">
                <a:extLst>
                  <a:ext uri="{FF2B5EF4-FFF2-40B4-BE49-F238E27FC236}">
                    <a16:creationId xmlns:a16="http://schemas.microsoft.com/office/drawing/2014/main" id="{CBC10953-7738-A6C0-39BF-675EA9C78E52}"/>
                  </a:ext>
                </a:extLst>
              </p14:cNvPr>
              <p14:cNvContentPartPr/>
              <p14:nvPr/>
            </p14:nvContentPartPr>
            <p14:xfrm>
              <a:off x="12226560" y="6158952"/>
              <a:ext cx="59400" cy="70560"/>
            </p14:xfrm>
          </p:contentPart>
        </mc:Choice>
        <mc:Fallback xmlns="">
          <p:pic>
            <p:nvPicPr>
              <p:cNvPr id="230" name="Ink 229">
                <a:extLst>
                  <a:ext uri="{FF2B5EF4-FFF2-40B4-BE49-F238E27FC236}">
                    <a16:creationId xmlns:a16="http://schemas.microsoft.com/office/drawing/2014/main" id="{CBC10953-7738-A6C0-39BF-675EA9C78E52}"/>
                  </a:ext>
                </a:extLst>
              </p:cNvPr>
              <p:cNvPicPr/>
              <p:nvPr/>
            </p:nvPicPr>
            <p:blipFill>
              <a:blip r:embed="rId441"/>
              <a:stretch>
                <a:fillRect/>
              </a:stretch>
            </p:blipFill>
            <p:spPr>
              <a:xfrm>
                <a:off x="12222240" y="6154632"/>
                <a:ext cx="68040" cy="7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2">
            <p14:nvContentPartPr>
              <p14:cNvPr id="231" name="Ink 230">
                <a:extLst>
                  <a:ext uri="{FF2B5EF4-FFF2-40B4-BE49-F238E27FC236}">
                    <a16:creationId xmlns:a16="http://schemas.microsoft.com/office/drawing/2014/main" id="{86B2A794-872A-4109-2CEE-9024AFE35A4D}"/>
                  </a:ext>
                </a:extLst>
              </p14:cNvPr>
              <p14:cNvContentPartPr/>
              <p14:nvPr/>
            </p14:nvContentPartPr>
            <p14:xfrm>
              <a:off x="12338160" y="6175152"/>
              <a:ext cx="55080" cy="57240"/>
            </p14:xfrm>
          </p:contentPart>
        </mc:Choice>
        <mc:Fallback xmlns="">
          <p:pic>
            <p:nvPicPr>
              <p:cNvPr id="231" name="Ink 230">
                <a:extLst>
                  <a:ext uri="{FF2B5EF4-FFF2-40B4-BE49-F238E27FC236}">
                    <a16:creationId xmlns:a16="http://schemas.microsoft.com/office/drawing/2014/main" id="{86B2A794-872A-4109-2CEE-9024AFE35A4D}"/>
                  </a:ext>
                </a:extLst>
              </p:cNvPr>
              <p:cNvPicPr/>
              <p:nvPr/>
            </p:nvPicPr>
            <p:blipFill>
              <a:blip r:embed="rId443"/>
              <a:stretch>
                <a:fillRect/>
              </a:stretch>
            </p:blipFill>
            <p:spPr>
              <a:xfrm>
                <a:off x="12333840" y="6170832"/>
                <a:ext cx="63720" cy="6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4">
            <p14:nvContentPartPr>
              <p14:cNvPr id="232" name="Ink 231">
                <a:extLst>
                  <a:ext uri="{FF2B5EF4-FFF2-40B4-BE49-F238E27FC236}">
                    <a16:creationId xmlns:a16="http://schemas.microsoft.com/office/drawing/2014/main" id="{D3EF9009-72B5-D735-BF41-1FBB6AF9690A}"/>
                  </a:ext>
                </a:extLst>
              </p14:cNvPr>
              <p14:cNvContentPartPr/>
              <p14:nvPr/>
            </p14:nvContentPartPr>
            <p14:xfrm>
              <a:off x="12438600" y="5986872"/>
              <a:ext cx="47160" cy="186840"/>
            </p14:xfrm>
          </p:contentPart>
        </mc:Choice>
        <mc:Fallback xmlns="">
          <p:pic>
            <p:nvPicPr>
              <p:cNvPr id="232" name="Ink 231">
                <a:extLst>
                  <a:ext uri="{FF2B5EF4-FFF2-40B4-BE49-F238E27FC236}">
                    <a16:creationId xmlns:a16="http://schemas.microsoft.com/office/drawing/2014/main" id="{D3EF9009-72B5-D735-BF41-1FBB6AF9690A}"/>
                  </a:ext>
                </a:extLst>
              </p:cNvPr>
              <p:cNvPicPr/>
              <p:nvPr/>
            </p:nvPicPr>
            <p:blipFill>
              <a:blip r:embed="rId445"/>
              <a:stretch>
                <a:fillRect/>
              </a:stretch>
            </p:blipFill>
            <p:spPr>
              <a:xfrm>
                <a:off x="12434280" y="5982552"/>
                <a:ext cx="55800" cy="19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6">
            <p14:nvContentPartPr>
              <p14:cNvPr id="233" name="Ink 232">
                <a:extLst>
                  <a:ext uri="{FF2B5EF4-FFF2-40B4-BE49-F238E27FC236}">
                    <a16:creationId xmlns:a16="http://schemas.microsoft.com/office/drawing/2014/main" id="{E6E6B8E2-2FAB-ABC3-7FC8-A12A96A06D6C}"/>
                  </a:ext>
                </a:extLst>
              </p14:cNvPr>
              <p14:cNvContentPartPr/>
              <p14:nvPr/>
            </p14:nvContentPartPr>
            <p14:xfrm>
              <a:off x="12395040" y="6102432"/>
              <a:ext cx="67320" cy="360"/>
            </p14:xfrm>
          </p:contentPart>
        </mc:Choice>
        <mc:Fallback xmlns="">
          <p:pic>
            <p:nvPicPr>
              <p:cNvPr id="233" name="Ink 232">
                <a:extLst>
                  <a:ext uri="{FF2B5EF4-FFF2-40B4-BE49-F238E27FC236}">
                    <a16:creationId xmlns:a16="http://schemas.microsoft.com/office/drawing/2014/main" id="{E6E6B8E2-2FAB-ABC3-7FC8-A12A96A06D6C}"/>
                  </a:ext>
                </a:extLst>
              </p:cNvPr>
              <p:cNvPicPr/>
              <p:nvPr/>
            </p:nvPicPr>
            <p:blipFill>
              <a:blip r:embed="rId447"/>
              <a:stretch>
                <a:fillRect/>
              </a:stretch>
            </p:blipFill>
            <p:spPr>
              <a:xfrm>
                <a:off x="12390720" y="6098112"/>
                <a:ext cx="75960" cy="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8">
            <p14:nvContentPartPr>
              <p14:cNvPr id="234" name="Ink 233">
                <a:extLst>
                  <a:ext uri="{FF2B5EF4-FFF2-40B4-BE49-F238E27FC236}">
                    <a16:creationId xmlns:a16="http://schemas.microsoft.com/office/drawing/2014/main" id="{7119C520-1FB4-C610-DAE2-E1926F74BC69}"/>
                  </a:ext>
                </a:extLst>
              </p14:cNvPr>
              <p14:cNvContentPartPr/>
              <p14:nvPr/>
            </p14:nvContentPartPr>
            <p14:xfrm>
              <a:off x="12559200" y="5953032"/>
              <a:ext cx="129960" cy="392040"/>
            </p14:xfrm>
          </p:contentPart>
        </mc:Choice>
        <mc:Fallback xmlns="">
          <p:pic>
            <p:nvPicPr>
              <p:cNvPr id="234" name="Ink 233">
                <a:extLst>
                  <a:ext uri="{FF2B5EF4-FFF2-40B4-BE49-F238E27FC236}">
                    <a16:creationId xmlns:a16="http://schemas.microsoft.com/office/drawing/2014/main" id="{7119C520-1FB4-C610-DAE2-E1926F74BC69}"/>
                  </a:ext>
                </a:extLst>
              </p:cNvPr>
              <p:cNvPicPr/>
              <p:nvPr/>
            </p:nvPicPr>
            <p:blipFill>
              <a:blip r:embed="rId449"/>
              <a:stretch>
                <a:fillRect/>
              </a:stretch>
            </p:blipFill>
            <p:spPr>
              <a:xfrm>
                <a:off x="12554880" y="5948712"/>
                <a:ext cx="138600" cy="40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0">
            <p14:nvContentPartPr>
              <p14:cNvPr id="235" name="Ink 234">
                <a:extLst>
                  <a:ext uri="{FF2B5EF4-FFF2-40B4-BE49-F238E27FC236}">
                    <a16:creationId xmlns:a16="http://schemas.microsoft.com/office/drawing/2014/main" id="{918EA13B-950C-C81F-2E84-D15BCF40EFAE}"/>
                  </a:ext>
                </a:extLst>
              </p14:cNvPr>
              <p14:cNvContentPartPr/>
              <p14:nvPr/>
            </p14:nvContentPartPr>
            <p14:xfrm>
              <a:off x="11177880" y="3433392"/>
              <a:ext cx="51120" cy="113400"/>
            </p14:xfrm>
          </p:contentPart>
        </mc:Choice>
        <mc:Fallback xmlns="">
          <p:pic>
            <p:nvPicPr>
              <p:cNvPr id="235" name="Ink 234">
                <a:extLst>
                  <a:ext uri="{FF2B5EF4-FFF2-40B4-BE49-F238E27FC236}">
                    <a16:creationId xmlns:a16="http://schemas.microsoft.com/office/drawing/2014/main" id="{918EA13B-950C-C81F-2E84-D15BCF40EFAE}"/>
                  </a:ext>
                </a:extLst>
              </p:cNvPr>
              <p:cNvPicPr/>
              <p:nvPr/>
            </p:nvPicPr>
            <p:blipFill>
              <a:blip r:embed="rId451"/>
              <a:stretch>
                <a:fillRect/>
              </a:stretch>
            </p:blipFill>
            <p:spPr>
              <a:xfrm>
                <a:off x="11173560" y="3429072"/>
                <a:ext cx="59760" cy="12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2">
            <p14:nvContentPartPr>
              <p14:cNvPr id="236" name="Ink 235">
                <a:extLst>
                  <a:ext uri="{FF2B5EF4-FFF2-40B4-BE49-F238E27FC236}">
                    <a16:creationId xmlns:a16="http://schemas.microsoft.com/office/drawing/2014/main" id="{41BE665E-0C86-409C-667A-3C7FFD71D1D9}"/>
                  </a:ext>
                </a:extLst>
              </p14:cNvPr>
              <p14:cNvContentPartPr/>
              <p14:nvPr/>
            </p14:nvContentPartPr>
            <p14:xfrm>
              <a:off x="10427040" y="1747008"/>
              <a:ext cx="65160" cy="31680"/>
            </p14:xfrm>
          </p:contentPart>
        </mc:Choice>
        <mc:Fallback xmlns="">
          <p:pic>
            <p:nvPicPr>
              <p:cNvPr id="236" name="Ink 235">
                <a:extLst>
                  <a:ext uri="{FF2B5EF4-FFF2-40B4-BE49-F238E27FC236}">
                    <a16:creationId xmlns:a16="http://schemas.microsoft.com/office/drawing/2014/main" id="{41BE665E-0C86-409C-667A-3C7FFD71D1D9}"/>
                  </a:ext>
                </a:extLst>
              </p:cNvPr>
              <p:cNvPicPr/>
              <p:nvPr/>
            </p:nvPicPr>
            <p:blipFill>
              <a:blip r:embed="rId453"/>
              <a:stretch>
                <a:fillRect/>
              </a:stretch>
            </p:blipFill>
            <p:spPr>
              <a:xfrm>
                <a:off x="10422720" y="1742688"/>
                <a:ext cx="73800" cy="4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4">
            <p14:nvContentPartPr>
              <p14:cNvPr id="238" name="Ink 237">
                <a:extLst>
                  <a:ext uri="{FF2B5EF4-FFF2-40B4-BE49-F238E27FC236}">
                    <a16:creationId xmlns:a16="http://schemas.microsoft.com/office/drawing/2014/main" id="{A92D3DD4-9CF1-37D4-25DF-F2E29C24BE4C}"/>
                  </a:ext>
                </a:extLst>
              </p14:cNvPr>
              <p14:cNvContentPartPr/>
              <p14:nvPr/>
            </p14:nvContentPartPr>
            <p14:xfrm>
              <a:off x="11487240" y="3900816"/>
              <a:ext cx="91080" cy="197280"/>
            </p14:xfrm>
          </p:contentPart>
        </mc:Choice>
        <mc:Fallback xmlns="">
          <p:pic>
            <p:nvPicPr>
              <p:cNvPr id="238" name="Ink 237">
                <a:extLst>
                  <a:ext uri="{FF2B5EF4-FFF2-40B4-BE49-F238E27FC236}">
                    <a16:creationId xmlns:a16="http://schemas.microsoft.com/office/drawing/2014/main" id="{A92D3DD4-9CF1-37D4-25DF-F2E29C24BE4C}"/>
                  </a:ext>
                </a:extLst>
              </p:cNvPr>
              <p:cNvPicPr/>
              <p:nvPr/>
            </p:nvPicPr>
            <p:blipFill>
              <a:blip r:embed="rId455"/>
              <a:stretch>
                <a:fillRect/>
              </a:stretch>
            </p:blipFill>
            <p:spPr>
              <a:xfrm>
                <a:off x="11482560" y="3896136"/>
                <a:ext cx="99720" cy="205920"/>
              </a:xfrm>
              <a:prstGeom prst="rect">
                <a:avLst/>
              </a:prstGeom>
            </p:spPr>
          </p:pic>
        </mc:Fallback>
      </mc:AlternateContent>
      <p:grpSp>
        <p:nvGrpSpPr>
          <p:cNvPr id="261" name="Group 260">
            <a:extLst>
              <a:ext uri="{FF2B5EF4-FFF2-40B4-BE49-F238E27FC236}">
                <a16:creationId xmlns:a16="http://schemas.microsoft.com/office/drawing/2014/main" id="{494CF667-ECAA-A15D-26DE-4F83F1D0191C}"/>
              </a:ext>
            </a:extLst>
          </p:cNvPr>
          <p:cNvGrpSpPr/>
          <p:nvPr/>
        </p:nvGrpSpPr>
        <p:grpSpPr>
          <a:xfrm>
            <a:off x="5174280" y="4112496"/>
            <a:ext cx="1825200" cy="2436480"/>
            <a:chOff x="5174280" y="4112496"/>
            <a:chExt cx="1825200" cy="2436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56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8249486E-5BCC-88E6-9621-AACD0A818E9F}"/>
                    </a:ext>
                  </a:extLst>
                </p14:cNvPr>
                <p14:cNvContentPartPr/>
                <p14:nvPr/>
              </p14:nvContentPartPr>
              <p14:xfrm>
                <a:off x="5174280" y="4256856"/>
                <a:ext cx="111240" cy="172800"/>
              </p14:xfrm>
            </p:contentPart>
          </mc:Choice>
          <mc:Fallback xmlns=""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8249486E-5BCC-88E6-9621-AACD0A818E9F}"/>
                    </a:ext>
                  </a:extLst>
                </p:cNvPr>
                <p:cNvPicPr/>
                <p:nvPr/>
              </p:nvPicPr>
              <p:blipFill>
                <a:blip r:embed="rId457"/>
                <a:stretch>
                  <a:fillRect/>
                </a:stretch>
              </p:blipFill>
              <p:spPr>
                <a:xfrm>
                  <a:off x="5169960" y="4252536"/>
                  <a:ext cx="119880" cy="18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8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F3033FAC-8B11-ADF2-3601-125113A7A2F5}"/>
                    </a:ext>
                  </a:extLst>
                </p14:cNvPr>
                <p14:cNvContentPartPr/>
                <p14:nvPr/>
              </p14:nvContentPartPr>
              <p14:xfrm>
                <a:off x="5324400" y="4285656"/>
                <a:ext cx="39960" cy="102600"/>
              </p14:xfrm>
            </p:contentPart>
          </mc:Choice>
          <mc:Fallback xmlns=""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F3033FAC-8B11-ADF2-3601-125113A7A2F5}"/>
                    </a:ext>
                  </a:extLst>
                </p:cNvPr>
                <p:cNvPicPr/>
                <p:nvPr/>
              </p:nvPicPr>
              <p:blipFill>
                <a:blip r:embed="rId459"/>
                <a:stretch>
                  <a:fillRect/>
                </a:stretch>
              </p:blipFill>
              <p:spPr>
                <a:xfrm>
                  <a:off x="5320080" y="4281336"/>
                  <a:ext cx="4860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0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84353F6F-4205-F4BA-A19A-04F6B1B7F792}"/>
                    </a:ext>
                  </a:extLst>
                </p14:cNvPr>
                <p14:cNvContentPartPr/>
                <p14:nvPr/>
              </p14:nvContentPartPr>
              <p14:xfrm>
                <a:off x="5467680" y="4231296"/>
                <a:ext cx="56520" cy="124200"/>
              </p14:xfrm>
            </p:contentPart>
          </mc:Choice>
          <mc:Fallback xmlns=""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84353F6F-4205-F4BA-A19A-04F6B1B7F792}"/>
                    </a:ext>
                  </a:extLst>
                </p:cNvPr>
                <p:cNvPicPr/>
                <p:nvPr/>
              </p:nvPicPr>
              <p:blipFill>
                <a:blip r:embed="rId461"/>
                <a:stretch>
                  <a:fillRect/>
                </a:stretch>
              </p:blipFill>
              <p:spPr>
                <a:xfrm>
                  <a:off x="5463360" y="4226976"/>
                  <a:ext cx="6516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2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5636C1A4-2496-CF5B-E955-45FFCD3854AD}"/>
                    </a:ext>
                  </a:extLst>
                </p14:cNvPr>
                <p14:cNvContentPartPr/>
                <p14:nvPr/>
              </p14:nvContentPartPr>
              <p14:xfrm>
                <a:off x="5638680" y="4112496"/>
                <a:ext cx="88200" cy="263520"/>
              </p14:xfrm>
            </p:contentPart>
          </mc:Choice>
          <mc:Fallback xmlns=""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5636C1A4-2496-CF5B-E955-45FFCD3854AD}"/>
                    </a:ext>
                  </a:extLst>
                </p:cNvPr>
                <p:cNvPicPr/>
                <p:nvPr/>
              </p:nvPicPr>
              <p:blipFill>
                <a:blip r:embed="rId463"/>
                <a:stretch>
                  <a:fillRect/>
                </a:stretch>
              </p:blipFill>
              <p:spPr>
                <a:xfrm>
                  <a:off x="5634360" y="4108176"/>
                  <a:ext cx="96840" cy="27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4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3F2678F8-9A54-65B9-7F33-26E2B6A98386}"/>
                    </a:ext>
                  </a:extLst>
                </p14:cNvPr>
                <p14:cNvContentPartPr/>
                <p14:nvPr/>
              </p14:nvContentPartPr>
              <p14:xfrm>
                <a:off x="5560200" y="4278816"/>
                <a:ext cx="182880" cy="55800"/>
              </p14:xfrm>
            </p:contentPart>
          </mc:Choice>
          <mc:Fallback xmlns=""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3F2678F8-9A54-65B9-7F33-26E2B6A98386}"/>
                    </a:ext>
                  </a:extLst>
                </p:cNvPr>
                <p:cNvPicPr/>
                <p:nvPr/>
              </p:nvPicPr>
              <p:blipFill>
                <a:blip r:embed="rId465"/>
                <a:stretch>
                  <a:fillRect/>
                </a:stretch>
              </p:blipFill>
              <p:spPr>
                <a:xfrm>
                  <a:off x="5555880" y="4274496"/>
                  <a:ext cx="19152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6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CAE7DF0D-08E7-A151-88E0-6C28D9ACEA25}"/>
                    </a:ext>
                  </a:extLst>
                </p14:cNvPr>
                <p14:cNvContentPartPr/>
                <p14:nvPr/>
              </p14:nvContentPartPr>
              <p14:xfrm>
                <a:off x="5964120" y="4147056"/>
                <a:ext cx="212040" cy="396720"/>
              </p14:xfrm>
            </p:contentPart>
          </mc:Choice>
          <mc:Fallback xmlns=""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CAE7DF0D-08E7-A151-88E0-6C28D9ACEA25}"/>
                    </a:ext>
                  </a:extLst>
                </p:cNvPr>
                <p:cNvPicPr/>
                <p:nvPr/>
              </p:nvPicPr>
              <p:blipFill>
                <a:blip r:embed="rId467"/>
                <a:stretch>
                  <a:fillRect/>
                </a:stretch>
              </p:blipFill>
              <p:spPr>
                <a:xfrm>
                  <a:off x="5959800" y="4142736"/>
                  <a:ext cx="220680" cy="40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8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6CB5EA9E-BD9D-2871-D59F-4F0A5BD37587}"/>
                    </a:ext>
                  </a:extLst>
                </p14:cNvPr>
                <p14:cNvContentPartPr/>
                <p14:nvPr/>
              </p14:nvContentPartPr>
              <p14:xfrm>
                <a:off x="6061320" y="4505616"/>
                <a:ext cx="134280" cy="83160"/>
              </p14:xfrm>
            </p:contentPart>
          </mc:Choice>
          <mc:Fallback xmlns=""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6CB5EA9E-BD9D-2871-D59F-4F0A5BD37587}"/>
                    </a:ext>
                  </a:extLst>
                </p:cNvPr>
                <p:cNvPicPr/>
                <p:nvPr/>
              </p:nvPicPr>
              <p:blipFill>
                <a:blip r:embed="rId469"/>
                <a:stretch>
                  <a:fillRect/>
                </a:stretch>
              </p:blipFill>
              <p:spPr>
                <a:xfrm>
                  <a:off x="6057000" y="4501296"/>
                  <a:ext cx="14292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0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6808FB5C-AB04-E628-6C77-1B4274776392}"/>
                    </a:ext>
                  </a:extLst>
                </p14:cNvPr>
                <p14:cNvContentPartPr/>
                <p14:nvPr/>
              </p14:nvContentPartPr>
              <p14:xfrm>
                <a:off x="6181560" y="4458816"/>
                <a:ext cx="88200" cy="152640"/>
              </p14:xfrm>
            </p:contentPart>
          </mc:Choice>
          <mc:Fallback xmlns=""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6808FB5C-AB04-E628-6C77-1B4274776392}"/>
                    </a:ext>
                  </a:extLst>
                </p:cNvPr>
                <p:cNvPicPr/>
                <p:nvPr/>
              </p:nvPicPr>
              <p:blipFill>
                <a:blip r:embed="rId471"/>
                <a:stretch>
                  <a:fillRect/>
                </a:stretch>
              </p:blipFill>
              <p:spPr>
                <a:xfrm>
                  <a:off x="6177240" y="4454496"/>
                  <a:ext cx="96840" cy="16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2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3EBDA67C-9839-2C74-A1F9-C21A58E335C1}"/>
                    </a:ext>
                  </a:extLst>
                </p14:cNvPr>
                <p14:cNvContentPartPr/>
                <p14:nvPr/>
              </p14:nvContentPartPr>
              <p14:xfrm>
                <a:off x="5926680" y="4737096"/>
                <a:ext cx="546840" cy="617040"/>
              </p14:xfrm>
            </p:contentPart>
          </mc:Choice>
          <mc:Fallback xmlns=""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3EBDA67C-9839-2C74-A1F9-C21A58E335C1}"/>
                    </a:ext>
                  </a:extLst>
                </p:cNvPr>
                <p:cNvPicPr/>
                <p:nvPr/>
              </p:nvPicPr>
              <p:blipFill>
                <a:blip r:embed="rId473"/>
                <a:stretch>
                  <a:fillRect/>
                </a:stretch>
              </p:blipFill>
              <p:spPr>
                <a:xfrm>
                  <a:off x="5922360" y="4732776"/>
                  <a:ext cx="555480" cy="62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4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D67928C8-02DE-29EC-C69B-CD5E2A270FDB}"/>
                    </a:ext>
                  </a:extLst>
                </p14:cNvPr>
                <p14:cNvContentPartPr/>
                <p14:nvPr/>
              </p14:nvContentPartPr>
              <p14:xfrm>
                <a:off x="6110280" y="4887936"/>
                <a:ext cx="152640" cy="316080"/>
              </p14:xfrm>
            </p:contentPart>
          </mc:Choice>
          <mc:Fallback xmlns=""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D67928C8-02DE-29EC-C69B-CD5E2A270FDB}"/>
                    </a:ext>
                  </a:extLst>
                </p:cNvPr>
                <p:cNvPicPr/>
                <p:nvPr/>
              </p:nvPicPr>
              <p:blipFill>
                <a:blip r:embed="rId475"/>
                <a:stretch>
                  <a:fillRect/>
                </a:stretch>
              </p:blipFill>
              <p:spPr>
                <a:xfrm>
                  <a:off x="6105960" y="4883616"/>
                  <a:ext cx="161280" cy="32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6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D3076745-F5DA-866F-25FB-035150F5A5C6}"/>
                    </a:ext>
                  </a:extLst>
                </p14:cNvPr>
                <p14:cNvContentPartPr/>
                <p14:nvPr/>
              </p14:nvContentPartPr>
              <p14:xfrm>
                <a:off x="5659560" y="5254056"/>
                <a:ext cx="349200" cy="631440"/>
              </p14:xfrm>
            </p:contentPart>
          </mc:Choice>
          <mc:Fallback xmlns=""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D3076745-F5DA-866F-25FB-035150F5A5C6}"/>
                    </a:ext>
                  </a:extLst>
                </p:cNvPr>
                <p:cNvPicPr/>
                <p:nvPr/>
              </p:nvPicPr>
              <p:blipFill>
                <a:blip r:embed="rId477"/>
                <a:stretch>
                  <a:fillRect/>
                </a:stretch>
              </p:blipFill>
              <p:spPr>
                <a:xfrm>
                  <a:off x="5655240" y="5249736"/>
                  <a:ext cx="357840" cy="64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8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C4C7C420-3C59-520D-9C0D-4766E12BD692}"/>
                    </a:ext>
                  </a:extLst>
                </p14:cNvPr>
                <p14:cNvContentPartPr/>
                <p14:nvPr/>
              </p14:nvContentPartPr>
              <p14:xfrm>
                <a:off x="5357160" y="6099696"/>
                <a:ext cx="196560" cy="149760"/>
              </p14:xfrm>
            </p:contentPart>
          </mc:Choice>
          <mc:Fallback xmlns=""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C4C7C420-3C59-520D-9C0D-4766E12BD692}"/>
                    </a:ext>
                  </a:extLst>
                </p:cNvPr>
                <p:cNvPicPr/>
                <p:nvPr/>
              </p:nvPicPr>
              <p:blipFill>
                <a:blip r:embed="rId479"/>
                <a:stretch>
                  <a:fillRect/>
                </a:stretch>
              </p:blipFill>
              <p:spPr>
                <a:xfrm>
                  <a:off x="5352840" y="6095376"/>
                  <a:ext cx="20520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0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E8C3C410-9615-463D-6A9F-1942B2ED7D0A}"/>
                    </a:ext>
                  </a:extLst>
                </p14:cNvPr>
                <p14:cNvContentPartPr/>
                <p14:nvPr/>
              </p14:nvContentPartPr>
              <p14:xfrm>
                <a:off x="5465520" y="6101136"/>
                <a:ext cx="360" cy="360"/>
              </p14:xfrm>
            </p:contentPart>
          </mc:Choice>
          <mc:Fallback xmlns=""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E8C3C410-9615-463D-6A9F-1942B2ED7D0A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5461200" y="6096816"/>
                  <a:ext cx="900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1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4B7E062E-A17F-79D6-A610-3766E3565214}"/>
                    </a:ext>
                  </a:extLst>
                </p14:cNvPr>
                <p14:cNvContentPartPr/>
                <p14:nvPr/>
              </p14:nvContentPartPr>
              <p14:xfrm>
                <a:off x="5465520" y="6101136"/>
                <a:ext cx="41760" cy="267120"/>
              </p14:xfrm>
            </p:contentPart>
          </mc:Choice>
          <mc:Fallback xmlns=""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4B7E062E-A17F-79D6-A610-3766E3565214}"/>
                    </a:ext>
                  </a:extLst>
                </p:cNvPr>
                <p:cNvPicPr/>
                <p:nvPr/>
              </p:nvPicPr>
              <p:blipFill>
                <a:blip r:embed="rId482"/>
                <a:stretch>
                  <a:fillRect/>
                </a:stretch>
              </p:blipFill>
              <p:spPr>
                <a:xfrm>
                  <a:off x="5461200" y="6096816"/>
                  <a:ext cx="50400" cy="27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3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59C46E0C-49FF-BB73-2C6B-FB594E5AB8C6}"/>
                    </a:ext>
                  </a:extLst>
                </p14:cNvPr>
                <p14:cNvContentPartPr/>
                <p14:nvPr/>
              </p14:nvContentPartPr>
              <p14:xfrm>
                <a:off x="5203800" y="5990616"/>
                <a:ext cx="587520" cy="558360"/>
              </p14:xfrm>
            </p:contentPart>
          </mc:Choice>
          <mc:Fallback xmlns=""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59C46E0C-49FF-BB73-2C6B-FB594E5AB8C6}"/>
                    </a:ext>
                  </a:extLst>
                </p:cNvPr>
                <p:cNvPicPr/>
                <p:nvPr/>
              </p:nvPicPr>
              <p:blipFill>
                <a:blip r:embed="rId484"/>
                <a:stretch>
                  <a:fillRect/>
                </a:stretch>
              </p:blipFill>
              <p:spPr>
                <a:xfrm>
                  <a:off x="5199480" y="5986296"/>
                  <a:ext cx="596160" cy="56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5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32396A58-18C5-641E-7BFD-3D7BCC669D3C}"/>
                    </a:ext>
                  </a:extLst>
                </p14:cNvPr>
                <p14:cNvContentPartPr/>
                <p14:nvPr/>
              </p14:nvContentPartPr>
              <p14:xfrm>
                <a:off x="6345720" y="5333256"/>
                <a:ext cx="252000" cy="399960"/>
              </p14:xfrm>
            </p:contentPart>
          </mc:Choice>
          <mc:Fallback xmlns=""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32396A58-18C5-641E-7BFD-3D7BCC669D3C}"/>
                    </a:ext>
                  </a:extLst>
                </p:cNvPr>
                <p:cNvPicPr/>
                <p:nvPr/>
              </p:nvPicPr>
              <p:blipFill>
                <a:blip r:embed="rId486"/>
                <a:stretch>
                  <a:fillRect/>
                </a:stretch>
              </p:blipFill>
              <p:spPr>
                <a:xfrm>
                  <a:off x="6341400" y="5328936"/>
                  <a:ext cx="260640" cy="40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7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A443EF7F-DEA6-107B-A68B-E653C1E05D47}"/>
                    </a:ext>
                  </a:extLst>
                </p14:cNvPr>
                <p14:cNvContentPartPr/>
                <p14:nvPr/>
              </p14:nvContentPartPr>
              <p14:xfrm>
                <a:off x="6629760" y="5893416"/>
                <a:ext cx="109800" cy="222480"/>
              </p14:xfrm>
            </p:contentPart>
          </mc:Choice>
          <mc:Fallback xmlns=""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A443EF7F-DEA6-107B-A68B-E653C1E05D47}"/>
                    </a:ext>
                  </a:extLst>
                </p:cNvPr>
                <p:cNvPicPr/>
                <p:nvPr/>
              </p:nvPicPr>
              <p:blipFill>
                <a:blip r:embed="rId488"/>
                <a:stretch>
                  <a:fillRect/>
                </a:stretch>
              </p:blipFill>
              <p:spPr>
                <a:xfrm>
                  <a:off x="6625440" y="5889096"/>
                  <a:ext cx="118440" cy="2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9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0CCE7BD2-F28D-62C2-F53B-B0DD83BC2D38}"/>
                    </a:ext>
                  </a:extLst>
                </p14:cNvPr>
                <p14:cNvContentPartPr/>
                <p14:nvPr/>
              </p14:nvContentPartPr>
              <p14:xfrm>
                <a:off x="6712920" y="5855256"/>
                <a:ext cx="111240" cy="7200"/>
              </p14:xfrm>
            </p:contentPart>
          </mc:Choice>
          <mc:Fallback xmlns=""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0CCE7BD2-F28D-62C2-F53B-B0DD83BC2D38}"/>
                    </a:ext>
                  </a:extLst>
                </p:cNvPr>
                <p:cNvPicPr/>
                <p:nvPr/>
              </p:nvPicPr>
              <p:blipFill>
                <a:blip r:embed="rId490"/>
                <a:stretch>
                  <a:fillRect/>
                </a:stretch>
              </p:blipFill>
              <p:spPr>
                <a:xfrm>
                  <a:off x="6708600" y="5850936"/>
                  <a:ext cx="119880" cy="1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1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8132480B-714E-C107-57E2-70F025810719}"/>
                    </a:ext>
                  </a:extLst>
                </p14:cNvPr>
                <p14:cNvContentPartPr/>
                <p14:nvPr/>
              </p14:nvContentPartPr>
              <p14:xfrm>
                <a:off x="6407640" y="5738256"/>
                <a:ext cx="591840" cy="551160"/>
              </p14:xfrm>
            </p:contentPart>
          </mc:Choice>
          <mc:Fallback xmlns=""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8132480B-714E-C107-57E2-70F025810719}"/>
                    </a:ext>
                  </a:extLst>
                </p:cNvPr>
                <p:cNvPicPr/>
                <p:nvPr/>
              </p:nvPicPr>
              <p:blipFill>
                <a:blip r:embed="rId492"/>
                <a:stretch>
                  <a:fillRect/>
                </a:stretch>
              </p:blipFill>
              <p:spPr>
                <a:xfrm>
                  <a:off x="6403320" y="5733936"/>
                  <a:ext cx="600480" cy="559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93">
            <p14:nvContentPartPr>
              <p14:cNvPr id="262" name="Ink 261">
                <a:extLst>
                  <a:ext uri="{FF2B5EF4-FFF2-40B4-BE49-F238E27FC236}">
                    <a16:creationId xmlns:a16="http://schemas.microsoft.com/office/drawing/2014/main" id="{1414D549-F594-3AED-08E9-3F2B39D5B320}"/>
                  </a:ext>
                </a:extLst>
              </p14:cNvPr>
              <p14:cNvContentPartPr/>
              <p14:nvPr/>
            </p14:nvContentPartPr>
            <p14:xfrm>
              <a:off x="6118920" y="5401656"/>
              <a:ext cx="84240" cy="110880"/>
            </p14:xfrm>
          </p:contentPart>
        </mc:Choice>
        <mc:Fallback xmlns="">
          <p:pic>
            <p:nvPicPr>
              <p:cNvPr id="262" name="Ink 261">
                <a:extLst>
                  <a:ext uri="{FF2B5EF4-FFF2-40B4-BE49-F238E27FC236}">
                    <a16:creationId xmlns:a16="http://schemas.microsoft.com/office/drawing/2014/main" id="{1414D549-F594-3AED-08E9-3F2B39D5B320}"/>
                  </a:ext>
                </a:extLst>
              </p:cNvPr>
              <p:cNvPicPr/>
              <p:nvPr/>
            </p:nvPicPr>
            <p:blipFill>
              <a:blip r:embed="rId494"/>
              <a:stretch>
                <a:fillRect/>
              </a:stretch>
            </p:blipFill>
            <p:spPr>
              <a:xfrm>
                <a:off x="6114600" y="5397336"/>
                <a:ext cx="92880" cy="11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5">
            <p14:nvContentPartPr>
              <p14:cNvPr id="263" name="Ink 262">
                <a:extLst>
                  <a:ext uri="{FF2B5EF4-FFF2-40B4-BE49-F238E27FC236}">
                    <a16:creationId xmlns:a16="http://schemas.microsoft.com/office/drawing/2014/main" id="{204C9ED8-4FF9-8582-A26C-CBB11F6BADD0}"/>
                  </a:ext>
                </a:extLst>
              </p14:cNvPr>
              <p14:cNvContentPartPr/>
              <p14:nvPr/>
            </p14:nvContentPartPr>
            <p14:xfrm>
              <a:off x="5422320" y="6591456"/>
              <a:ext cx="20520" cy="127080"/>
            </p14:xfrm>
          </p:contentPart>
        </mc:Choice>
        <mc:Fallback xmlns="">
          <p:pic>
            <p:nvPicPr>
              <p:cNvPr id="263" name="Ink 262">
                <a:extLst>
                  <a:ext uri="{FF2B5EF4-FFF2-40B4-BE49-F238E27FC236}">
                    <a16:creationId xmlns:a16="http://schemas.microsoft.com/office/drawing/2014/main" id="{204C9ED8-4FF9-8582-A26C-CBB11F6BADD0}"/>
                  </a:ext>
                </a:extLst>
              </p:cNvPr>
              <p:cNvPicPr/>
              <p:nvPr/>
            </p:nvPicPr>
            <p:blipFill>
              <a:blip r:embed="rId496"/>
              <a:stretch>
                <a:fillRect/>
              </a:stretch>
            </p:blipFill>
            <p:spPr>
              <a:xfrm>
                <a:off x="5418000" y="6587136"/>
                <a:ext cx="29160" cy="13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7">
            <p14:nvContentPartPr>
              <p14:cNvPr id="264" name="Ink 263">
                <a:extLst>
                  <a:ext uri="{FF2B5EF4-FFF2-40B4-BE49-F238E27FC236}">
                    <a16:creationId xmlns:a16="http://schemas.microsoft.com/office/drawing/2014/main" id="{454F87E9-8687-306B-3CDE-CB3A59549B8B}"/>
                  </a:ext>
                </a:extLst>
              </p14:cNvPr>
              <p14:cNvContentPartPr/>
              <p14:nvPr/>
            </p14:nvContentPartPr>
            <p14:xfrm>
              <a:off x="6708240" y="6348096"/>
              <a:ext cx="146520" cy="120600"/>
            </p14:xfrm>
          </p:contentPart>
        </mc:Choice>
        <mc:Fallback xmlns="">
          <p:pic>
            <p:nvPicPr>
              <p:cNvPr id="264" name="Ink 263">
                <a:extLst>
                  <a:ext uri="{FF2B5EF4-FFF2-40B4-BE49-F238E27FC236}">
                    <a16:creationId xmlns:a16="http://schemas.microsoft.com/office/drawing/2014/main" id="{454F87E9-8687-306B-3CDE-CB3A59549B8B}"/>
                  </a:ext>
                </a:extLst>
              </p:cNvPr>
              <p:cNvPicPr/>
              <p:nvPr/>
            </p:nvPicPr>
            <p:blipFill>
              <a:blip r:embed="rId498"/>
              <a:stretch>
                <a:fillRect/>
              </a:stretch>
            </p:blipFill>
            <p:spPr>
              <a:xfrm>
                <a:off x="6703920" y="6343776"/>
                <a:ext cx="155160" cy="129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855802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345527CE-62F4-FE3C-B485-62D319A21013}"/>
                  </a:ext>
                </a:extLst>
              </p14:cNvPr>
              <p14:cNvContentPartPr/>
              <p14:nvPr/>
            </p14:nvContentPartPr>
            <p14:xfrm>
              <a:off x="2524680" y="1214280"/>
              <a:ext cx="88920" cy="12204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345527CE-62F4-FE3C-B485-62D319A2101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520360" y="1209960"/>
                <a:ext cx="97560" cy="13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BD1D359A-BCC5-700A-D077-50CDA8D904B3}"/>
                  </a:ext>
                </a:extLst>
              </p14:cNvPr>
              <p14:cNvContentPartPr/>
              <p14:nvPr/>
            </p14:nvContentPartPr>
            <p14:xfrm>
              <a:off x="1896480" y="2032200"/>
              <a:ext cx="34920" cy="1155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BD1D359A-BCC5-700A-D077-50CDA8D904B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892160" y="2027880"/>
                <a:ext cx="43560" cy="12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C8D49FE1-7B77-7D3F-E999-FC79D9AFBBF6}"/>
                  </a:ext>
                </a:extLst>
              </p14:cNvPr>
              <p14:cNvContentPartPr/>
              <p14:nvPr/>
            </p14:nvContentPartPr>
            <p14:xfrm>
              <a:off x="3065400" y="2070360"/>
              <a:ext cx="115560" cy="867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C8D49FE1-7B77-7D3F-E999-FC79D9AFBBF6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061080" y="2066040"/>
                <a:ext cx="124200" cy="9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AB7CB2E5-BD3B-E7F0-5E13-BFCED7821D14}"/>
                  </a:ext>
                </a:extLst>
              </p14:cNvPr>
              <p14:cNvContentPartPr/>
              <p14:nvPr/>
            </p14:nvContentPartPr>
            <p14:xfrm>
              <a:off x="1323720" y="510840"/>
              <a:ext cx="152640" cy="1425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AB7CB2E5-BD3B-E7F0-5E13-BFCED7821D14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319400" y="506520"/>
                <a:ext cx="161280" cy="15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84F642CC-0BA9-7BF5-05EF-BE8C221E22FB}"/>
                  </a:ext>
                </a:extLst>
              </p14:cNvPr>
              <p14:cNvContentPartPr/>
              <p14:nvPr/>
            </p14:nvContentPartPr>
            <p14:xfrm>
              <a:off x="1478160" y="532800"/>
              <a:ext cx="70920" cy="8568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84F642CC-0BA9-7BF5-05EF-BE8C221E22FB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473840" y="528480"/>
                <a:ext cx="79560" cy="9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444394CC-AA44-B2CE-9285-15AE388E05C5}"/>
                  </a:ext>
                </a:extLst>
              </p14:cNvPr>
              <p14:cNvContentPartPr/>
              <p14:nvPr/>
            </p14:nvContentPartPr>
            <p14:xfrm>
              <a:off x="1577520" y="544320"/>
              <a:ext cx="77760" cy="669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444394CC-AA44-B2CE-9285-15AE388E05C5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573200" y="540000"/>
                <a:ext cx="86400" cy="7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D9AC635A-6176-4245-3A7C-857C0FA92297}"/>
                  </a:ext>
                </a:extLst>
              </p14:cNvPr>
              <p14:cNvContentPartPr/>
              <p14:nvPr/>
            </p14:nvContentPartPr>
            <p14:xfrm>
              <a:off x="1713960" y="443880"/>
              <a:ext cx="99720" cy="16380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D9AC635A-6176-4245-3A7C-857C0FA92297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709640" y="439560"/>
                <a:ext cx="108360" cy="17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3417AFF3-FDCA-5578-17F0-444D0AA0F1C7}"/>
                  </a:ext>
                </a:extLst>
              </p14:cNvPr>
              <p14:cNvContentPartPr/>
              <p14:nvPr/>
            </p14:nvContentPartPr>
            <p14:xfrm>
              <a:off x="1709280" y="510840"/>
              <a:ext cx="148320" cy="252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3417AFF3-FDCA-5578-17F0-444D0AA0F1C7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704960" y="506520"/>
                <a:ext cx="156960" cy="1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B4F1F2E1-4370-986E-EC80-D75028AC827D}"/>
                  </a:ext>
                </a:extLst>
              </p14:cNvPr>
              <p14:cNvContentPartPr/>
              <p14:nvPr/>
            </p14:nvContentPartPr>
            <p14:xfrm>
              <a:off x="2256840" y="473760"/>
              <a:ext cx="297720" cy="33948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B4F1F2E1-4370-986E-EC80-D75028AC827D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2252520" y="469440"/>
                <a:ext cx="306360" cy="34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86B87FD6-0024-7EE7-BB57-EECAE7F16C2D}"/>
                  </a:ext>
                </a:extLst>
              </p14:cNvPr>
              <p14:cNvContentPartPr/>
              <p14:nvPr/>
            </p14:nvContentPartPr>
            <p14:xfrm>
              <a:off x="2443320" y="740880"/>
              <a:ext cx="93240" cy="5148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86B87FD6-0024-7EE7-BB57-EECAE7F16C2D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2439000" y="736560"/>
                <a:ext cx="101880" cy="6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FC07A0F8-A2B6-87E5-93E0-E409585F3B9B}"/>
                  </a:ext>
                </a:extLst>
              </p14:cNvPr>
              <p14:cNvContentPartPr/>
              <p14:nvPr/>
            </p14:nvContentPartPr>
            <p14:xfrm>
              <a:off x="2526480" y="727200"/>
              <a:ext cx="95760" cy="9720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FC07A0F8-A2B6-87E5-93E0-E409585F3B9B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2522160" y="722880"/>
                <a:ext cx="104400" cy="10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771577A7-FE0C-64C3-8E94-E97BB8141C87}"/>
                  </a:ext>
                </a:extLst>
              </p14:cNvPr>
              <p14:cNvContentPartPr/>
              <p14:nvPr/>
            </p14:nvContentPartPr>
            <p14:xfrm>
              <a:off x="2354040" y="780480"/>
              <a:ext cx="381600" cy="40788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771577A7-FE0C-64C3-8E94-E97BB8141C87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2349720" y="776160"/>
                <a:ext cx="390240" cy="41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A7D22F66-4992-40F5-3F6E-0F515E21A9DF}"/>
                  </a:ext>
                </a:extLst>
              </p14:cNvPr>
              <p14:cNvContentPartPr/>
              <p14:nvPr/>
            </p14:nvContentPartPr>
            <p14:xfrm>
              <a:off x="2210760" y="1139040"/>
              <a:ext cx="220320" cy="47844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A7D22F66-4992-40F5-3F6E-0F515E21A9DF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2206440" y="1134720"/>
                <a:ext cx="228960" cy="48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85570164-4ECE-9FD2-7E5A-CF2531230BAC}"/>
                  </a:ext>
                </a:extLst>
              </p14:cNvPr>
              <p14:cNvContentPartPr/>
              <p14:nvPr/>
            </p14:nvContentPartPr>
            <p14:xfrm>
              <a:off x="1753200" y="1575000"/>
              <a:ext cx="508680" cy="42300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85570164-4ECE-9FD2-7E5A-CF2531230BAC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1748880" y="1570680"/>
                <a:ext cx="517320" cy="43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A4FC856E-2BC4-3694-7CC9-E036B79A50AB}"/>
                  </a:ext>
                </a:extLst>
              </p14:cNvPr>
              <p14:cNvContentPartPr/>
              <p14:nvPr/>
            </p14:nvContentPartPr>
            <p14:xfrm>
              <a:off x="2640960" y="1171440"/>
              <a:ext cx="441000" cy="46224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A4FC856E-2BC4-3694-7CC9-E036B79A50AB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2636640" y="1167120"/>
                <a:ext cx="449640" cy="47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B50A5977-50B4-31E4-DE8C-1B65DE4CA074}"/>
                  </a:ext>
                </a:extLst>
              </p14:cNvPr>
              <p14:cNvContentPartPr/>
              <p14:nvPr/>
            </p14:nvContentPartPr>
            <p14:xfrm>
              <a:off x="2824200" y="1628640"/>
              <a:ext cx="521640" cy="38808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B50A5977-50B4-31E4-DE8C-1B65DE4CA074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2819880" y="1624320"/>
                <a:ext cx="530280" cy="39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BA9FE976-A7BA-26FA-F81B-7C57E0831996}"/>
                  </a:ext>
                </a:extLst>
              </p14:cNvPr>
              <p14:cNvContentPartPr/>
              <p14:nvPr/>
            </p14:nvContentPartPr>
            <p14:xfrm>
              <a:off x="1455120" y="1971360"/>
              <a:ext cx="344880" cy="66924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BA9FE976-A7BA-26FA-F81B-7C57E0831996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1450800" y="1967040"/>
                <a:ext cx="353520" cy="67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0F2EF064-75B9-350F-8745-F56CB51A526E}"/>
                  </a:ext>
                </a:extLst>
              </p14:cNvPr>
              <p14:cNvContentPartPr/>
              <p14:nvPr/>
            </p14:nvContentPartPr>
            <p14:xfrm>
              <a:off x="906120" y="2576160"/>
              <a:ext cx="676080" cy="71208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0F2EF064-75B9-350F-8745-F56CB51A526E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901800" y="2571840"/>
                <a:ext cx="684720" cy="72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3C10AC86-1AA5-FA5B-0998-CA68FD608B83}"/>
                  </a:ext>
                </a:extLst>
              </p14:cNvPr>
              <p14:cNvContentPartPr/>
              <p14:nvPr/>
            </p14:nvContentPartPr>
            <p14:xfrm>
              <a:off x="2090160" y="2001960"/>
              <a:ext cx="56160" cy="87804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3C10AC86-1AA5-FA5B-0998-CA68FD608B83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2085840" y="1997640"/>
                <a:ext cx="64800" cy="88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5D8B027F-C07E-37B1-D10C-CEF7F1A58778}"/>
                  </a:ext>
                </a:extLst>
              </p14:cNvPr>
              <p14:cNvContentPartPr/>
              <p14:nvPr/>
            </p14:nvContentPartPr>
            <p14:xfrm>
              <a:off x="1806480" y="2653200"/>
              <a:ext cx="594000" cy="75060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5D8B027F-C07E-37B1-D10C-CEF7F1A58778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1802160" y="2648880"/>
                <a:ext cx="602640" cy="75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68143B3D-919A-B721-296A-B25759F8833A}"/>
                  </a:ext>
                </a:extLst>
              </p14:cNvPr>
              <p14:cNvContentPartPr/>
              <p14:nvPr/>
            </p14:nvContentPartPr>
            <p14:xfrm>
              <a:off x="2704680" y="1971720"/>
              <a:ext cx="282600" cy="74484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68143B3D-919A-B721-296A-B25759F8833A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2700360" y="1967400"/>
                <a:ext cx="291240" cy="75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3B993A66-1A76-A3C3-D3E9-7C0C0CD9DB6E}"/>
                  </a:ext>
                </a:extLst>
              </p14:cNvPr>
              <p14:cNvContentPartPr/>
              <p14:nvPr/>
            </p14:nvContentPartPr>
            <p14:xfrm>
              <a:off x="2485080" y="2699280"/>
              <a:ext cx="532080" cy="62676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3B993A66-1A76-A3C3-D3E9-7C0C0CD9DB6E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2480760" y="2694960"/>
                <a:ext cx="540720" cy="63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F0AB7E2A-94EA-FB78-6F1D-5B2688B5149D}"/>
                  </a:ext>
                </a:extLst>
              </p14:cNvPr>
              <p14:cNvContentPartPr/>
              <p14:nvPr/>
            </p14:nvContentPartPr>
            <p14:xfrm>
              <a:off x="3231720" y="1986840"/>
              <a:ext cx="362880" cy="62388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F0AB7E2A-94EA-FB78-6F1D-5B2688B5149D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3227400" y="1982520"/>
                <a:ext cx="371520" cy="632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553EE11C-DDE0-6FE4-46B4-C5172B22D143}"/>
                  </a:ext>
                </a:extLst>
              </p14:cNvPr>
              <p14:cNvContentPartPr/>
              <p14:nvPr/>
            </p14:nvContentPartPr>
            <p14:xfrm>
              <a:off x="3312000" y="2602440"/>
              <a:ext cx="568800" cy="63000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553EE11C-DDE0-6FE4-46B4-C5172B22D143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3307680" y="2598120"/>
                <a:ext cx="577440" cy="63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CCE9FE0A-6252-9925-8A5C-DD4DA4804D51}"/>
                  </a:ext>
                </a:extLst>
              </p14:cNvPr>
              <p14:cNvContentPartPr/>
              <p14:nvPr/>
            </p14:nvContentPartPr>
            <p14:xfrm>
              <a:off x="952200" y="3337920"/>
              <a:ext cx="97200" cy="13212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CCE9FE0A-6252-9925-8A5C-DD4DA4804D51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947880" y="3333600"/>
                <a:ext cx="105840" cy="14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E71B10C1-A15C-EAD5-56AF-022727DF0CF2}"/>
                  </a:ext>
                </a:extLst>
              </p14:cNvPr>
              <p14:cNvContentPartPr/>
              <p14:nvPr/>
            </p14:nvContentPartPr>
            <p14:xfrm>
              <a:off x="1896480" y="3444840"/>
              <a:ext cx="141120" cy="8892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E71B10C1-A15C-EAD5-56AF-022727DF0CF2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1892160" y="3440520"/>
                <a:ext cx="149760" cy="9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A15C10C2-CC69-DFB2-99BA-BD73377EBFAE}"/>
                  </a:ext>
                </a:extLst>
              </p14:cNvPr>
              <p14:cNvContentPartPr/>
              <p14:nvPr/>
            </p14:nvContentPartPr>
            <p14:xfrm>
              <a:off x="1971360" y="3483720"/>
              <a:ext cx="27000" cy="11016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A15C10C2-CC69-DFB2-99BA-BD73377EBFAE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1967040" y="3479400"/>
                <a:ext cx="35640" cy="11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4F779201-0B0C-08CD-CFAB-3E1597A59EDC}"/>
                  </a:ext>
                </a:extLst>
              </p14:cNvPr>
              <p14:cNvContentPartPr/>
              <p14:nvPr/>
            </p14:nvContentPartPr>
            <p14:xfrm>
              <a:off x="2640600" y="3411000"/>
              <a:ext cx="73440" cy="10152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4F779201-0B0C-08CD-CFAB-3E1597A59EDC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2636280" y="3406680"/>
                <a:ext cx="82080" cy="11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4E304787-1818-05C2-BCDC-503D55C9CBAE}"/>
                  </a:ext>
                </a:extLst>
              </p14:cNvPr>
              <p14:cNvContentPartPr/>
              <p14:nvPr/>
            </p14:nvContentPartPr>
            <p14:xfrm>
              <a:off x="2707200" y="3404880"/>
              <a:ext cx="95040" cy="1080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4E304787-1818-05C2-BCDC-503D55C9CBAE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2702880" y="3400560"/>
                <a:ext cx="103680" cy="1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9D5B6BD4-3B55-6BBD-9409-45E412640E4B}"/>
                  </a:ext>
                </a:extLst>
              </p14:cNvPr>
              <p14:cNvContentPartPr/>
              <p14:nvPr/>
            </p14:nvContentPartPr>
            <p14:xfrm>
              <a:off x="3620160" y="3285720"/>
              <a:ext cx="133920" cy="14328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9D5B6BD4-3B55-6BBD-9409-45E412640E4B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3615840" y="3281400"/>
                <a:ext cx="142560" cy="15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1FB4191E-8E95-489B-BC37-2208E4D20F3D}"/>
                  </a:ext>
                </a:extLst>
              </p14:cNvPr>
              <p14:cNvContentPartPr/>
              <p14:nvPr/>
            </p14:nvContentPartPr>
            <p14:xfrm>
              <a:off x="3039840" y="1753200"/>
              <a:ext cx="113400" cy="16920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1FB4191E-8E95-489B-BC37-2208E4D20F3D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3035520" y="1748880"/>
                <a:ext cx="122040" cy="17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EBB5536E-5477-C5BE-B759-A7AED9657837}"/>
                  </a:ext>
                </a:extLst>
              </p14:cNvPr>
              <p14:cNvContentPartPr/>
              <p14:nvPr/>
            </p14:nvContentPartPr>
            <p14:xfrm>
              <a:off x="3097800" y="1782720"/>
              <a:ext cx="101520" cy="756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EBB5536E-5477-C5BE-B759-A7AED9657837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3093480" y="1778400"/>
                <a:ext cx="110160" cy="1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4320DFE6-E2BD-C1B1-60B5-415CD1E4B279}"/>
                  </a:ext>
                </a:extLst>
              </p14:cNvPr>
              <p14:cNvContentPartPr/>
              <p14:nvPr/>
            </p14:nvContentPartPr>
            <p14:xfrm>
              <a:off x="1090440" y="2908440"/>
              <a:ext cx="210240" cy="16668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4320DFE6-E2BD-C1B1-60B5-415CD1E4B279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1086120" y="2904120"/>
                <a:ext cx="218880" cy="17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D32D9A6E-4F93-D4A8-5813-57864C0DF7FF}"/>
                  </a:ext>
                </a:extLst>
              </p14:cNvPr>
              <p14:cNvContentPartPr/>
              <p14:nvPr/>
            </p14:nvContentPartPr>
            <p14:xfrm>
              <a:off x="2651760" y="2980080"/>
              <a:ext cx="152640" cy="16920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D32D9A6E-4F93-D4A8-5813-57864C0DF7FF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2647440" y="2975760"/>
                <a:ext cx="161280" cy="17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C2E8A6FB-0DD7-4FD8-84B4-8BD554426B07}"/>
                  </a:ext>
                </a:extLst>
              </p14:cNvPr>
              <p14:cNvContentPartPr/>
              <p14:nvPr/>
            </p14:nvContentPartPr>
            <p14:xfrm>
              <a:off x="3503160" y="2903040"/>
              <a:ext cx="145800" cy="15588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C2E8A6FB-0DD7-4FD8-84B4-8BD554426B07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3498840" y="2898720"/>
                <a:ext cx="154440" cy="16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39196C3F-DD6A-BE45-E152-65DE5ED9B702}"/>
                  </a:ext>
                </a:extLst>
              </p14:cNvPr>
              <p14:cNvContentPartPr/>
              <p14:nvPr/>
            </p14:nvContentPartPr>
            <p14:xfrm>
              <a:off x="2049120" y="2988576"/>
              <a:ext cx="37440" cy="20808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39196C3F-DD6A-BE45-E152-65DE5ED9B702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2044800" y="2984256"/>
                <a:ext cx="46080" cy="21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B4AC2AB3-B214-7EB4-EF8B-1824C1E571E6}"/>
                  </a:ext>
                </a:extLst>
              </p14:cNvPr>
              <p14:cNvContentPartPr/>
              <p14:nvPr/>
            </p14:nvContentPartPr>
            <p14:xfrm>
              <a:off x="3007800" y="5606856"/>
              <a:ext cx="28080" cy="360"/>
            </p14:xfrm>
          </p:contentPart>
        </mc:Choice>
        <mc:Fallback xmlns=""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B4AC2AB3-B214-7EB4-EF8B-1824C1E571E6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3003480" y="5602536"/>
                <a:ext cx="36720" cy="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CE5522C3-94BD-C1E5-5CE1-3CDA498D179A}"/>
                  </a:ext>
                </a:extLst>
              </p14:cNvPr>
              <p14:cNvContentPartPr/>
              <p14:nvPr/>
            </p14:nvContentPartPr>
            <p14:xfrm>
              <a:off x="2462760" y="850896"/>
              <a:ext cx="157320" cy="254520"/>
            </p14:xfrm>
          </p:contentPart>
        </mc:Choice>
        <mc:Fallback xmlns=""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CE5522C3-94BD-C1E5-5CE1-3CDA498D179A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2458440" y="846576"/>
                <a:ext cx="165960" cy="263160"/>
              </a:xfrm>
              <a:prstGeom prst="rect">
                <a:avLst/>
              </a:prstGeom>
            </p:spPr>
          </p:pic>
        </mc:Fallback>
      </mc:AlternateContent>
      <p:grpSp>
        <p:nvGrpSpPr>
          <p:cNvPr id="46" name="Group 45">
            <a:extLst>
              <a:ext uri="{FF2B5EF4-FFF2-40B4-BE49-F238E27FC236}">
                <a16:creationId xmlns:a16="http://schemas.microsoft.com/office/drawing/2014/main" id="{9F6121F6-6377-5D77-8E2F-20CE178DA757}"/>
              </a:ext>
            </a:extLst>
          </p:cNvPr>
          <p:cNvGrpSpPr/>
          <p:nvPr/>
        </p:nvGrpSpPr>
        <p:grpSpPr>
          <a:xfrm>
            <a:off x="1940760" y="1711656"/>
            <a:ext cx="189720" cy="239040"/>
            <a:chOff x="1940760" y="1711656"/>
            <a:chExt cx="189720" cy="239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52BDCB9C-F0FC-9D79-B192-C52173AEB4AA}"/>
                    </a:ext>
                  </a:extLst>
                </p14:cNvPr>
                <p14:cNvContentPartPr/>
                <p14:nvPr/>
              </p14:nvContentPartPr>
              <p14:xfrm>
                <a:off x="1940760" y="1711656"/>
                <a:ext cx="189720" cy="16164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52BDCB9C-F0FC-9D79-B192-C52173AEB4AA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936440" y="1707336"/>
                  <a:ext cx="19836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E622AE35-71D4-FBE5-D70B-867AB47A7104}"/>
                    </a:ext>
                  </a:extLst>
                </p14:cNvPr>
                <p14:cNvContentPartPr/>
                <p14:nvPr/>
              </p14:nvContentPartPr>
              <p14:xfrm>
                <a:off x="2046600" y="1776096"/>
                <a:ext cx="46800" cy="17460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E622AE35-71D4-FBE5-D70B-867AB47A7104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2042280" y="1771776"/>
                  <a:ext cx="55440" cy="183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A09A63A5-90AC-F9B1-0383-574DC5BB9BFE}"/>
                  </a:ext>
                </a:extLst>
              </p14:cNvPr>
              <p14:cNvContentPartPr/>
              <p14:nvPr/>
            </p14:nvContentPartPr>
            <p14:xfrm>
              <a:off x="499320" y="1365336"/>
              <a:ext cx="2032920" cy="2765520"/>
            </p14:xfrm>
          </p:contentPart>
        </mc:Choice>
        <mc:Fallback xmlns=""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A09A63A5-90AC-F9B1-0383-574DC5BB9BFE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495000" y="1361016"/>
                <a:ext cx="2041560" cy="277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B1886C6A-4B98-5DD9-4EB6-6AD952484A35}"/>
                  </a:ext>
                </a:extLst>
              </p14:cNvPr>
              <p14:cNvContentPartPr/>
              <p14:nvPr/>
            </p14:nvContentPartPr>
            <p14:xfrm>
              <a:off x="1972800" y="4210416"/>
              <a:ext cx="199080" cy="209520"/>
            </p14:xfrm>
          </p:contentPart>
        </mc:Choice>
        <mc:Fallback xmlns=""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B1886C6A-4B98-5DD9-4EB6-6AD952484A35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1968480" y="4206096"/>
                <a:ext cx="207720" cy="21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11474B5D-B6F9-03AF-9328-FBC5BA068242}"/>
                  </a:ext>
                </a:extLst>
              </p14:cNvPr>
              <p14:cNvContentPartPr/>
              <p14:nvPr/>
            </p14:nvContentPartPr>
            <p14:xfrm>
              <a:off x="1931400" y="4197816"/>
              <a:ext cx="155160" cy="171720"/>
            </p14:xfrm>
          </p:contentPart>
        </mc:Choice>
        <mc:Fallback xmlns=""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11474B5D-B6F9-03AF-9328-FBC5BA068242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1927080" y="4193496"/>
                <a:ext cx="163800" cy="18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29E6477A-9FB3-B374-4369-2DAC07D944E4}"/>
                  </a:ext>
                </a:extLst>
              </p14:cNvPr>
              <p14:cNvContentPartPr/>
              <p14:nvPr/>
            </p14:nvContentPartPr>
            <p14:xfrm>
              <a:off x="1894320" y="4261536"/>
              <a:ext cx="11880" cy="123840"/>
            </p14:xfrm>
          </p:contentPart>
        </mc:Choice>
        <mc:Fallback xmlns=""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29E6477A-9FB3-B374-4369-2DAC07D944E4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1890000" y="4257216"/>
                <a:ext cx="20520" cy="13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CB1FCF2A-D737-7110-B913-46C33ED7DC2C}"/>
                  </a:ext>
                </a:extLst>
              </p14:cNvPr>
              <p14:cNvContentPartPr/>
              <p14:nvPr/>
            </p14:nvContentPartPr>
            <p14:xfrm>
              <a:off x="2305440" y="4333176"/>
              <a:ext cx="104040" cy="90000"/>
            </p14:xfrm>
          </p:contentPart>
        </mc:Choice>
        <mc:Fallback xmlns=""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CB1FCF2A-D737-7110-B913-46C33ED7DC2C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2301120" y="4328856"/>
                <a:ext cx="112680" cy="9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F6715E38-CEF2-392E-6405-E8877F501436}"/>
                  </a:ext>
                </a:extLst>
              </p14:cNvPr>
              <p14:cNvContentPartPr/>
              <p14:nvPr/>
            </p14:nvContentPartPr>
            <p14:xfrm>
              <a:off x="2435040" y="4181616"/>
              <a:ext cx="109080" cy="262800"/>
            </p14:xfrm>
          </p:contentPart>
        </mc:Choice>
        <mc:Fallback xmlns=""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F6715E38-CEF2-392E-6405-E8877F501436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2430720" y="4177296"/>
                <a:ext cx="117720" cy="27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8CF844D4-E914-4E31-BCB4-46C2783F3188}"/>
                  </a:ext>
                </a:extLst>
              </p14:cNvPr>
              <p14:cNvContentPartPr/>
              <p14:nvPr/>
            </p14:nvContentPartPr>
            <p14:xfrm>
              <a:off x="2521440" y="4342176"/>
              <a:ext cx="114840" cy="71280"/>
            </p14:xfrm>
          </p:contentPart>
        </mc:Choice>
        <mc:Fallback xmlns=""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8CF844D4-E914-4E31-BCB4-46C2783F3188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2517120" y="4337856"/>
                <a:ext cx="123480" cy="7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8999EDFD-95DE-1BB3-49F0-24F75A05DD2B}"/>
                  </a:ext>
                </a:extLst>
              </p14:cNvPr>
              <p14:cNvContentPartPr/>
              <p14:nvPr/>
            </p14:nvContentPartPr>
            <p14:xfrm>
              <a:off x="2642400" y="4296096"/>
              <a:ext cx="120960" cy="109080"/>
            </p14:xfrm>
          </p:contentPart>
        </mc:Choice>
        <mc:Fallback xmlns=""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8999EDFD-95DE-1BB3-49F0-24F75A05DD2B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2638080" y="4291776"/>
                <a:ext cx="129600" cy="11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A0898827-5268-07E5-C48A-91BC14C8C39D}"/>
                  </a:ext>
                </a:extLst>
              </p14:cNvPr>
              <p14:cNvContentPartPr/>
              <p14:nvPr/>
            </p14:nvContentPartPr>
            <p14:xfrm>
              <a:off x="2862360" y="4273056"/>
              <a:ext cx="9720" cy="3960"/>
            </p14:xfrm>
          </p:contentPart>
        </mc:Choice>
        <mc:Fallback xmlns=""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A0898827-5268-07E5-C48A-91BC14C8C39D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2858040" y="4268736"/>
                <a:ext cx="1836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55DF23A4-D014-0651-5D8B-5252DD0B95A6}"/>
                  </a:ext>
                </a:extLst>
              </p14:cNvPr>
              <p14:cNvContentPartPr/>
              <p14:nvPr/>
            </p14:nvContentPartPr>
            <p14:xfrm>
              <a:off x="2816640" y="4135536"/>
              <a:ext cx="205200" cy="327600"/>
            </p14:xfrm>
          </p:contentPart>
        </mc:Choice>
        <mc:Fallback xmlns=""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55DF23A4-D014-0651-5D8B-5252DD0B95A6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2812320" y="4131216"/>
                <a:ext cx="213840" cy="336240"/>
              </a:xfrm>
              <a:prstGeom prst="rect">
                <a:avLst/>
              </a:prstGeom>
            </p:spPr>
          </p:pic>
        </mc:Fallback>
      </mc:AlternateContent>
      <p:grpSp>
        <p:nvGrpSpPr>
          <p:cNvPr id="73" name="Group 72">
            <a:extLst>
              <a:ext uri="{FF2B5EF4-FFF2-40B4-BE49-F238E27FC236}">
                <a16:creationId xmlns:a16="http://schemas.microsoft.com/office/drawing/2014/main" id="{CF7D63F6-4FF6-0FCD-3C09-2D445DBC3E63}"/>
              </a:ext>
            </a:extLst>
          </p:cNvPr>
          <p:cNvGrpSpPr/>
          <p:nvPr/>
        </p:nvGrpSpPr>
        <p:grpSpPr>
          <a:xfrm>
            <a:off x="3215520" y="3951936"/>
            <a:ext cx="1162440" cy="408960"/>
            <a:chOff x="3215520" y="3951936"/>
            <a:chExt cx="1162440" cy="408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D45648F9-D688-45CF-99B2-CECF274782E3}"/>
                    </a:ext>
                  </a:extLst>
                </p14:cNvPr>
                <p14:cNvContentPartPr/>
                <p14:nvPr/>
              </p14:nvContentPartPr>
              <p14:xfrm>
                <a:off x="3215520" y="4221936"/>
                <a:ext cx="195840" cy="13896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D45648F9-D688-45CF-99B2-CECF274782E3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3211200" y="4217616"/>
                  <a:ext cx="20448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265D01CF-DD18-7209-FB21-B5E6451A51DB}"/>
                    </a:ext>
                  </a:extLst>
                </p14:cNvPr>
                <p14:cNvContentPartPr/>
                <p14:nvPr/>
              </p14:nvContentPartPr>
              <p14:xfrm>
                <a:off x="3498480" y="4000536"/>
                <a:ext cx="126360" cy="31680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265D01CF-DD18-7209-FB21-B5E6451A51DB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3494160" y="3996216"/>
                  <a:ext cx="135000" cy="32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59F386A8-9265-0025-BD72-C7526AB0FACC}"/>
                    </a:ext>
                  </a:extLst>
                </p14:cNvPr>
                <p14:cNvContentPartPr/>
                <p14:nvPr/>
              </p14:nvContentPartPr>
              <p14:xfrm>
                <a:off x="3650040" y="4199616"/>
                <a:ext cx="129600" cy="9720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59F386A8-9265-0025-BD72-C7526AB0FACC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3645720" y="4195296"/>
                  <a:ext cx="13824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9FA66FF3-D159-87CB-3E0D-64B47ABB58D6}"/>
                    </a:ext>
                  </a:extLst>
                </p14:cNvPr>
                <p14:cNvContentPartPr/>
                <p14:nvPr/>
              </p14:nvContentPartPr>
              <p14:xfrm>
                <a:off x="3825360" y="3964536"/>
                <a:ext cx="34920" cy="35388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9FA66FF3-D159-87CB-3E0D-64B47ABB58D6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3821040" y="3960216"/>
                  <a:ext cx="43560" cy="36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1F92B0C1-B150-409C-1D7D-2DA34732154D}"/>
                    </a:ext>
                  </a:extLst>
                </p14:cNvPr>
                <p14:cNvContentPartPr/>
                <p14:nvPr/>
              </p14:nvContentPartPr>
              <p14:xfrm>
                <a:off x="3823200" y="3951936"/>
                <a:ext cx="370080" cy="30096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1F92B0C1-B150-409C-1D7D-2DA34732154D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3818880" y="3947616"/>
                  <a:ext cx="378720" cy="30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449BE4EA-4ECE-2C96-09A9-61C52FFD57BF}"/>
                    </a:ext>
                  </a:extLst>
                </p14:cNvPr>
                <p14:cNvContentPartPr/>
                <p14:nvPr/>
              </p14:nvContentPartPr>
              <p14:xfrm>
                <a:off x="4207320" y="4157136"/>
                <a:ext cx="73440" cy="9900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449BE4EA-4ECE-2C96-09A9-61C52FFD57BF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4203000" y="4152816"/>
                  <a:ext cx="8208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9685F9BE-9BDA-8974-AAD6-8BB01045BBDD}"/>
                    </a:ext>
                  </a:extLst>
                </p14:cNvPr>
                <p14:cNvContentPartPr/>
                <p14:nvPr/>
              </p14:nvContentPartPr>
              <p14:xfrm>
                <a:off x="4324320" y="4154976"/>
                <a:ext cx="53640" cy="12276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9685F9BE-9BDA-8974-AAD6-8BB01045BBDD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4320000" y="4150656"/>
                  <a:ext cx="62280" cy="131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16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9040AE36-4566-6478-CBD1-37CC7401E2B8}"/>
                  </a:ext>
                </a:extLst>
              </p14:cNvPr>
              <p14:cNvContentPartPr/>
              <p14:nvPr/>
            </p14:nvContentPartPr>
            <p14:xfrm>
              <a:off x="4615560" y="3933216"/>
              <a:ext cx="65160" cy="351360"/>
            </p14:xfrm>
          </p:contentPart>
        </mc:Choice>
        <mc:Fallback xmlns=""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9040AE36-4566-6478-CBD1-37CC7401E2B8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4611240" y="3928896"/>
                <a:ext cx="738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8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FBC5F8FD-27A9-B6B0-4CB2-1DAD1CF6C79F}"/>
                  </a:ext>
                </a:extLst>
              </p14:cNvPr>
              <p14:cNvContentPartPr/>
              <p14:nvPr/>
            </p14:nvContentPartPr>
            <p14:xfrm>
              <a:off x="4555440" y="3882816"/>
              <a:ext cx="395280" cy="318240"/>
            </p14:xfrm>
          </p:contentPart>
        </mc:Choice>
        <mc:Fallback xmlns=""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FBC5F8FD-27A9-B6B0-4CB2-1DAD1CF6C79F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4551120" y="3878496"/>
                <a:ext cx="403920" cy="32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0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11F02353-A62A-07A8-6585-A6414339298B}"/>
                  </a:ext>
                </a:extLst>
              </p14:cNvPr>
              <p14:cNvContentPartPr/>
              <p14:nvPr/>
            </p14:nvContentPartPr>
            <p14:xfrm>
              <a:off x="5040360" y="4129776"/>
              <a:ext cx="9720" cy="70920"/>
            </p14:xfrm>
          </p:contentPart>
        </mc:Choice>
        <mc:Fallback xmlns=""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11F02353-A62A-07A8-6585-A6414339298B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5036040" y="4125456"/>
                <a:ext cx="18360" cy="7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2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D3CB5FA6-DBE7-FDC1-2F88-F9FFB806FE04}"/>
                  </a:ext>
                </a:extLst>
              </p14:cNvPr>
              <p14:cNvContentPartPr/>
              <p14:nvPr/>
            </p14:nvContentPartPr>
            <p14:xfrm>
              <a:off x="5059080" y="3980736"/>
              <a:ext cx="51120" cy="59400"/>
            </p14:xfrm>
          </p:contentPart>
        </mc:Choice>
        <mc:Fallback xmlns=""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D3CB5FA6-DBE7-FDC1-2F88-F9FFB806FE04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5054760" y="3976416"/>
                <a:ext cx="59760" cy="6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4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F10D504D-1AEC-1B80-2ED3-E687C658DDA8}"/>
                  </a:ext>
                </a:extLst>
              </p14:cNvPr>
              <p14:cNvContentPartPr/>
              <p14:nvPr/>
            </p14:nvContentPartPr>
            <p14:xfrm>
              <a:off x="5132880" y="4074336"/>
              <a:ext cx="37440" cy="107640"/>
            </p14:xfrm>
          </p:contentPart>
        </mc:Choice>
        <mc:Fallback xmlns=""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F10D504D-1AEC-1B80-2ED3-E687C658DDA8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5128560" y="4070016"/>
                <a:ext cx="46080" cy="116280"/>
              </a:xfrm>
              <a:prstGeom prst="rect">
                <a:avLst/>
              </a:prstGeom>
            </p:spPr>
          </p:pic>
        </mc:Fallback>
      </mc:AlternateContent>
      <p:grpSp>
        <p:nvGrpSpPr>
          <p:cNvPr id="94" name="Group 93">
            <a:extLst>
              <a:ext uri="{FF2B5EF4-FFF2-40B4-BE49-F238E27FC236}">
                <a16:creationId xmlns:a16="http://schemas.microsoft.com/office/drawing/2014/main" id="{A344273C-13C1-072C-9C03-EF4215CE6217}"/>
              </a:ext>
            </a:extLst>
          </p:cNvPr>
          <p:cNvGrpSpPr/>
          <p:nvPr/>
        </p:nvGrpSpPr>
        <p:grpSpPr>
          <a:xfrm>
            <a:off x="5312880" y="3993336"/>
            <a:ext cx="155160" cy="165600"/>
            <a:chOff x="5312880" y="3993336"/>
            <a:chExt cx="155160" cy="165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53DDB5FD-20B6-F98E-0372-6E41B41F63C7}"/>
                    </a:ext>
                  </a:extLst>
                </p14:cNvPr>
                <p14:cNvContentPartPr/>
                <p14:nvPr/>
              </p14:nvContentPartPr>
              <p14:xfrm>
                <a:off x="5320080" y="4080096"/>
                <a:ext cx="21240" cy="7884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53DDB5FD-20B6-F98E-0372-6E41B41F63C7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5315760" y="4075776"/>
                  <a:ext cx="2988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ED4D1F65-9E36-1E6B-13C3-B7A91F346C3B}"/>
                    </a:ext>
                  </a:extLst>
                </p14:cNvPr>
                <p14:cNvContentPartPr/>
                <p14:nvPr/>
              </p14:nvContentPartPr>
              <p14:xfrm>
                <a:off x="5312880" y="3993336"/>
                <a:ext cx="23400" cy="2700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ED4D1F65-9E36-1E6B-13C3-B7A91F346C3B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5308560" y="3989016"/>
                  <a:ext cx="3204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9CE48D76-E429-D89F-0B78-FE12C15835C7}"/>
                    </a:ext>
                  </a:extLst>
                </p14:cNvPr>
                <p14:cNvContentPartPr/>
                <p14:nvPr/>
              </p14:nvContentPartPr>
              <p14:xfrm>
                <a:off x="5405400" y="4080456"/>
                <a:ext cx="62640" cy="7704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9CE48D76-E429-D89F-0B78-FE12C15835C7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5401080" y="4076136"/>
                  <a:ext cx="71280" cy="85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id="{8BD8FA3C-D626-AEF2-4B79-3B7A65BE4652}"/>
              </a:ext>
            </a:extLst>
          </p:cNvPr>
          <p:cNvGrpSpPr/>
          <p:nvPr/>
        </p:nvGrpSpPr>
        <p:grpSpPr>
          <a:xfrm>
            <a:off x="5765760" y="3803976"/>
            <a:ext cx="1044360" cy="358200"/>
            <a:chOff x="5765760" y="3803976"/>
            <a:chExt cx="1044360" cy="358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C770328F-6BA3-DA11-657F-F30CB618560F}"/>
                    </a:ext>
                  </a:extLst>
                </p14:cNvPr>
                <p14:cNvContentPartPr/>
                <p14:nvPr/>
              </p14:nvContentPartPr>
              <p14:xfrm>
                <a:off x="5765760" y="3963456"/>
                <a:ext cx="105120" cy="19872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C770328F-6BA3-DA11-657F-F30CB618560F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5761440" y="3959136"/>
                  <a:ext cx="113760" cy="20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93290AC2-B99A-946E-67D0-44DF05A7726C}"/>
                    </a:ext>
                  </a:extLst>
                </p14:cNvPr>
                <p14:cNvContentPartPr/>
                <p14:nvPr/>
              </p14:nvContentPartPr>
              <p14:xfrm>
                <a:off x="5976000" y="4051296"/>
                <a:ext cx="16560" cy="6948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93290AC2-B99A-946E-67D0-44DF05A7726C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5971680" y="4046976"/>
                  <a:ext cx="2520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EECB75AB-DAEB-63CE-3D8B-657AC17E7B23}"/>
                    </a:ext>
                  </a:extLst>
                </p14:cNvPr>
                <p14:cNvContentPartPr/>
                <p14:nvPr/>
              </p14:nvContentPartPr>
              <p14:xfrm>
                <a:off x="5976000" y="3803976"/>
                <a:ext cx="37440" cy="5112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EECB75AB-DAEB-63CE-3D8B-657AC17E7B23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5971680" y="3799656"/>
                  <a:ext cx="4608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BBF46D51-BDED-3981-1428-18713517178F}"/>
                    </a:ext>
                  </a:extLst>
                </p14:cNvPr>
                <p14:cNvContentPartPr/>
                <p14:nvPr/>
              </p14:nvContentPartPr>
              <p14:xfrm>
                <a:off x="5983920" y="3818016"/>
                <a:ext cx="142560" cy="31104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BBF46D51-BDED-3981-1428-18713517178F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5979600" y="3813696"/>
                  <a:ext cx="151200" cy="31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6351A9AE-F812-27E9-F256-BF30EDB19D78}"/>
                    </a:ext>
                  </a:extLst>
                </p14:cNvPr>
                <p14:cNvContentPartPr/>
                <p14:nvPr/>
              </p14:nvContentPartPr>
              <p14:xfrm>
                <a:off x="6216120" y="4039776"/>
                <a:ext cx="11880" cy="6372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6351A9AE-F812-27E9-F256-BF30EDB19D78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6211800" y="4035456"/>
                  <a:ext cx="2052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E329E9B1-2CC5-C445-1921-6AC5B85E8F55}"/>
                    </a:ext>
                  </a:extLst>
                </p14:cNvPr>
                <p14:cNvContentPartPr/>
                <p14:nvPr/>
              </p14:nvContentPartPr>
              <p14:xfrm>
                <a:off x="6211440" y="3898656"/>
                <a:ext cx="34920" cy="4068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E329E9B1-2CC5-C445-1921-6AC5B85E8F55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6207120" y="3894336"/>
                  <a:ext cx="4356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A539D2CC-786C-62FF-15A4-F5C75A295A65}"/>
                    </a:ext>
                  </a:extLst>
                </p14:cNvPr>
                <p14:cNvContentPartPr/>
                <p14:nvPr/>
              </p14:nvContentPartPr>
              <p14:xfrm>
                <a:off x="6299280" y="3854736"/>
                <a:ext cx="129600" cy="21744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A539D2CC-786C-62FF-15A4-F5C75A295A65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6294960" y="3850416"/>
                  <a:ext cx="13824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0C98B854-20DC-B701-3777-69A4960152F4}"/>
                    </a:ext>
                  </a:extLst>
                </p14:cNvPr>
                <p14:cNvContentPartPr/>
                <p14:nvPr/>
              </p14:nvContentPartPr>
              <p14:xfrm>
                <a:off x="6418800" y="3838536"/>
                <a:ext cx="61200" cy="18972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0C98B854-20DC-B701-3777-69A4960152F4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6414480" y="3834216"/>
                  <a:ext cx="6984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9C363A46-7FE3-873B-89BF-2B28438923BC}"/>
                    </a:ext>
                  </a:extLst>
                </p14:cNvPr>
                <p14:cNvContentPartPr/>
                <p14:nvPr/>
              </p14:nvContentPartPr>
              <p14:xfrm>
                <a:off x="5929920" y="3978576"/>
                <a:ext cx="263520" cy="3960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9C363A46-7FE3-873B-89BF-2B28438923BC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5925600" y="3974256"/>
                  <a:ext cx="27216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1C20098C-7A15-8DD5-8CF4-954C7B96DA4A}"/>
                    </a:ext>
                  </a:extLst>
                </p14:cNvPr>
                <p14:cNvContentPartPr/>
                <p14:nvPr/>
              </p14:nvContentPartPr>
              <p14:xfrm>
                <a:off x="6604200" y="3955896"/>
                <a:ext cx="205920" cy="12384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1C20098C-7A15-8DD5-8CF4-954C7B96DA4A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6599880" y="3951576"/>
                  <a:ext cx="214560" cy="132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1BA1F6AE-FA7B-8AB8-2374-D2E3191CF648}"/>
              </a:ext>
            </a:extLst>
          </p:cNvPr>
          <p:cNvGrpSpPr/>
          <p:nvPr/>
        </p:nvGrpSpPr>
        <p:grpSpPr>
          <a:xfrm>
            <a:off x="7052400" y="3701376"/>
            <a:ext cx="767880" cy="577800"/>
            <a:chOff x="7052400" y="3701376"/>
            <a:chExt cx="767880" cy="577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5C0BF656-7B74-0575-812A-5F1605E4BB7B}"/>
                    </a:ext>
                  </a:extLst>
                </p14:cNvPr>
                <p14:cNvContentPartPr/>
                <p14:nvPr/>
              </p14:nvContentPartPr>
              <p14:xfrm>
                <a:off x="7052400" y="3701376"/>
                <a:ext cx="111240" cy="33660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5C0BF656-7B74-0575-812A-5F1605E4BB7B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7048080" y="3697056"/>
                  <a:ext cx="119880" cy="34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E84D8D13-C829-32A4-0E07-D64CE381ADC3}"/>
                    </a:ext>
                  </a:extLst>
                </p14:cNvPr>
                <p14:cNvContentPartPr/>
                <p14:nvPr/>
              </p14:nvContentPartPr>
              <p14:xfrm>
                <a:off x="7203600" y="3918096"/>
                <a:ext cx="177480" cy="10836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E84D8D13-C829-32A4-0E07-D64CE381ADC3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7199280" y="3913776"/>
                  <a:ext cx="186120" cy="1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8D826070-4CFE-D052-F14E-17BA8B6026F5}"/>
                    </a:ext>
                  </a:extLst>
                </p14:cNvPr>
                <p14:cNvContentPartPr/>
                <p14:nvPr/>
              </p14:nvContentPartPr>
              <p14:xfrm>
                <a:off x="7398720" y="3910176"/>
                <a:ext cx="205920" cy="14472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8D826070-4CFE-D052-F14E-17BA8B6026F5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7394400" y="3905856"/>
                  <a:ext cx="21456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19F4F27C-C7AF-3939-0F56-D5279C3FF2E9}"/>
                    </a:ext>
                  </a:extLst>
                </p14:cNvPr>
                <p14:cNvContentPartPr/>
                <p14:nvPr/>
              </p14:nvContentPartPr>
              <p14:xfrm>
                <a:off x="7680600" y="4013136"/>
                <a:ext cx="39600" cy="26604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19F4F27C-C7AF-3939-0F56-D5279C3FF2E9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7676280" y="4008816"/>
                  <a:ext cx="48240" cy="27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6DD00A22-223F-1175-166A-127199E3885E}"/>
                    </a:ext>
                  </a:extLst>
                </p14:cNvPr>
                <p14:cNvContentPartPr/>
                <p14:nvPr/>
              </p14:nvContentPartPr>
              <p14:xfrm>
                <a:off x="7678800" y="3922776"/>
                <a:ext cx="141480" cy="10548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6DD00A22-223F-1175-166A-127199E3885E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7674480" y="3918456"/>
                  <a:ext cx="150120" cy="114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62">
            <p14:nvContentPartPr>
              <p14:cNvPr id="90" name="Ink 89">
                <a:extLst>
                  <a:ext uri="{FF2B5EF4-FFF2-40B4-BE49-F238E27FC236}">
                    <a16:creationId xmlns:a16="http://schemas.microsoft.com/office/drawing/2014/main" id="{627D5171-6F6A-5CC4-5333-0E05A1EA138F}"/>
                  </a:ext>
                </a:extLst>
              </p14:cNvPr>
              <p14:cNvContentPartPr/>
              <p14:nvPr/>
            </p14:nvContentPartPr>
            <p14:xfrm>
              <a:off x="7994880" y="3675816"/>
              <a:ext cx="41760" cy="290160"/>
            </p14:xfrm>
          </p:contentPart>
        </mc:Choice>
        <mc:Fallback xmlns="">
          <p:pic>
            <p:nvPicPr>
              <p:cNvPr id="90" name="Ink 89">
                <a:extLst>
                  <a:ext uri="{FF2B5EF4-FFF2-40B4-BE49-F238E27FC236}">
                    <a16:creationId xmlns:a16="http://schemas.microsoft.com/office/drawing/2014/main" id="{627D5171-6F6A-5CC4-5333-0E05A1EA138F}"/>
                  </a:ext>
                </a:extLst>
              </p:cNvPr>
              <p:cNvPicPr/>
              <p:nvPr/>
            </p:nvPicPr>
            <p:blipFill>
              <a:blip r:embed="rId163"/>
              <a:stretch>
                <a:fillRect/>
              </a:stretch>
            </p:blipFill>
            <p:spPr>
              <a:xfrm>
                <a:off x="7990560" y="3671496"/>
                <a:ext cx="50400" cy="29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4">
            <p14:nvContentPartPr>
              <p14:cNvPr id="91" name="Ink 90">
                <a:extLst>
                  <a:ext uri="{FF2B5EF4-FFF2-40B4-BE49-F238E27FC236}">
                    <a16:creationId xmlns:a16="http://schemas.microsoft.com/office/drawing/2014/main" id="{F837AF62-685E-55E1-4B04-FA330C0A1437}"/>
                  </a:ext>
                </a:extLst>
              </p14:cNvPr>
              <p14:cNvContentPartPr/>
              <p14:nvPr/>
            </p14:nvContentPartPr>
            <p14:xfrm>
              <a:off x="8008560" y="4121496"/>
              <a:ext cx="28080" cy="29160"/>
            </p14:xfrm>
          </p:contentPart>
        </mc:Choice>
        <mc:Fallback xmlns="">
          <p:pic>
            <p:nvPicPr>
              <p:cNvPr id="91" name="Ink 90">
                <a:extLst>
                  <a:ext uri="{FF2B5EF4-FFF2-40B4-BE49-F238E27FC236}">
                    <a16:creationId xmlns:a16="http://schemas.microsoft.com/office/drawing/2014/main" id="{F837AF62-685E-55E1-4B04-FA330C0A1437}"/>
                  </a:ext>
                </a:extLst>
              </p:cNvPr>
              <p:cNvPicPr/>
              <p:nvPr/>
            </p:nvPicPr>
            <p:blipFill>
              <a:blip r:embed="rId165"/>
              <a:stretch>
                <a:fillRect/>
              </a:stretch>
            </p:blipFill>
            <p:spPr>
              <a:xfrm>
                <a:off x="8004240" y="4117176"/>
                <a:ext cx="36720" cy="37800"/>
              </a:xfrm>
              <a:prstGeom prst="rect">
                <a:avLst/>
              </a:prstGeom>
            </p:spPr>
          </p:pic>
        </mc:Fallback>
      </mc:AlternateContent>
      <p:grpSp>
        <p:nvGrpSpPr>
          <p:cNvPr id="103" name="Group 102">
            <a:extLst>
              <a:ext uri="{FF2B5EF4-FFF2-40B4-BE49-F238E27FC236}">
                <a16:creationId xmlns:a16="http://schemas.microsoft.com/office/drawing/2014/main" id="{48B6649F-C38C-2C4E-5F71-9BF75B5E2AF7}"/>
              </a:ext>
            </a:extLst>
          </p:cNvPr>
          <p:cNvGrpSpPr/>
          <p:nvPr/>
        </p:nvGrpSpPr>
        <p:grpSpPr>
          <a:xfrm>
            <a:off x="3796920" y="4597416"/>
            <a:ext cx="324720" cy="339120"/>
            <a:chOff x="3796920" y="4597416"/>
            <a:chExt cx="324720" cy="339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DA24FA01-2B62-017C-5C2A-D31468BC32C1}"/>
                    </a:ext>
                  </a:extLst>
                </p14:cNvPr>
                <p14:cNvContentPartPr/>
                <p14:nvPr/>
              </p14:nvContentPartPr>
              <p14:xfrm>
                <a:off x="3796920" y="4600656"/>
                <a:ext cx="126000" cy="33588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DA24FA01-2B62-017C-5C2A-D31468BC32C1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3792600" y="4596336"/>
                  <a:ext cx="134640" cy="34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BA94DB90-6C6D-1600-F43E-068A06047D44}"/>
                    </a:ext>
                  </a:extLst>
                </p14:cNvPr>
                <p14:cNvContentPartPr/>
                <p14:nvPr/>
              </p14:nvContentPartPr>
              <p14:xfrm>
                <a:off x="4042440" y="4597416"/>
                <a:ext cx="32760" cy="33768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BA94DB90-6C6D-1600-F43E-068A06047D44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4038120" y="4593096"/>
                  <a:ext cx="41400" cy="34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71B08FAA-0B29-C9FC-AA72-28B63F6D8E77}"/>
                    </a:ext>
                  </a:extLst>
                </p14:cNvPr>
                <p14:cNvContentPartPr/>
                <p14:nvPr/>
              </p14:nvContentPartPr>
              <p14:xfrm>
                <a:off x="3989520" y="4807656"/>
                <a:ext cx="132120" cy="252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71B08FAA-0B29-C9FC-AA72-28B63F6D8E77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3985200" y="4803336"/>
                  <a:ext cx="140760" cy="11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D3DB0DFF-724E-1908-96C6-60CB9285DC6D}"/>
              </a:ext>
            </a:extLst>
          </p:cNvPr>
          <p:cNvGrpSpPr/>
          <p:nvPr/>
        </p:nvGrpSpPr>
        <p:grpSpPr>
          <a:xfrm>
            <a:off x="4490640" y="4605696"/>
            <a:ext cx="233640" cy="243000"/>
            <a:chOff x="4490640" y="4605696"/>
            <a:chExt cx="233640" cy="243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4F119E8E-4162-AFB4-B135-3DE731752431}"/>
                    </a:ext>
                  </a:extLst>
                </p14:cNvPr>
                <p14:cNvContentPartPr/>
                <p14:nvPr/>
              </p14:nvContentPartPr>
              <p14:xfrm>
                <a:off x="4495320" y="4752216"/>
                <a:ext cx="16560" cy="8820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4F119E8E-4162-AFB4-B135-3DE731752431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4491000" y="4747896"/>
                  <a:ext cx="2520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7B82058D-C232-0EDE-C96B-1835383E3323}"/>
                    </a:ext>
                  </a:extLst>
                </p14:cNvPr>
                <p14:cNvContentPartPr/>
                <p14:nvPr/>
              </p14:nvContentPartPr>
              <p14:xfrm>
                <a:off x="4490640" y="4605696"/>
                <a:ext cx="16560" cy="5796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7B82058D-C232-0EDE-C96B-1835383E3323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4486320" y="4601376"/>
                  <a:ext cx="2520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14A11E14-A36A-7169-69B2-5D9E48A94FAF}"/>
                    </a:ext>
                  </a:extLst>
                </p14:cNvPr>
                <p14:cNvContentPartPr/>
                <p14:nvPr/>
              </p14:nvContentPartPr>
              <p14:xfrm>
                <a:off x="4572000" y="4725576"/>
                <a:ext cx="63000" cy="11808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14A11E14-A36A-7169-69B2-5D9E48A94FAF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4567680" y="4721256"/>
                  <a:ext cx="7164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B1DB6D75-54DE-CAA4-81DD-3570750D5B3B}"/>
                    </a:ext>
                  </a:extLst>
                </p14:cNvPr>
                <p14:cNvContentPartPr/>
                <p14:nvPr/>
              </p14:nvContentPartPr>
              <p14:xfrm>
                <a:off x="4703040" y="4838976"/>
                <a:ext cx="21240" cy="972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B1DB6D75-54DE-CAA4-81DD-3570750D5B3B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4698720" y="4834656"/>
                  <a:ext cx="29880" cy="183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5048664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4C8C43DC-12DE-DFF5-44AD-52FF82D1D990}"/>
                  </a:ext>
                </a:extLst>
              </p14:cNvPr>
              <p14:cNvContentPartPr/>
              <p14:nvPr/>
            </p14:nvContentPartPr>
            <p14:xfrm>
              <a:off x="2524680" y="1214280"/>
              <a:ext cx="88920" cy="12204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4C8C43DC-12DE-DFF5-44AD-52FF82D1D99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520360" y="1209960"/>
                <a:ext cx="97560" cy="13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5E87BFE2-8644-BFEB-00D4-B0EE8D964615}"/>
                  </a:ext>
                </a:extLst>
              </p14:cNvPr>
              <p14:cNvContentPartPr/>
              <p14:nvPr/>
            </p14:nvContentPartPr>
            <p14:xfrm>
              <a:off x="1896480" y="2032200"/>
              <a:ext cx="34920" cy="1155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5E87BFE2-8644-BFEB-00D4-B0EE8D96461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892160" y="2027880"/>
                <a:ext cx="43560" cy="12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BF6EFCAC-907E-9AA5-73B0-B99BFF32CD21}"/>
                  </a:ext>
                </a:extLst>
              </p14:cNvPr>
              <p14:cNvContentPartPr/>
              <p14:nvPr/>
            </p14:nvContentPartPr>
            <p14:xfrm>
              <a:off x="3065400" y="2070360"/>
              <a:ext cx="115560" cy="867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BF6EFCAC-907E-9AA5-73B0-B99BFF32CD21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061080" y="2066040"/>
                <a:ext cx="124200" cy="9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DB5481AD-1FB9-33CC-329D-A3E6F761644F}"/>
                  </a:ext>
                </a:extLst>
              </p14:cNvPr>
              <p14:cNvContentPartPr/>
              <p14:nvPr/>
            </p14:nvContentPartPr>
            <p14:xfrm>
              <a:off x="1323720" y="510840"/>
              <a:ext cx="152640" cy="1425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DB5481AD-1FB9-33CC-329D-A3E6F761644F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319400" y="506520"/>
                <a:ext cx="161280" cy="15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8B77BCA9-8656-9B60-01F8-AE1CD66FB685}"/>
                  </a:ext>
                </a:extLst>
              </p14:cNvPr>
              <p14:cNvContentPartPr/>
              <p14:nvPr/>
            </p14:nvContentPartPr>
            <p14:xfrm>
              <a:off x="1478160" y="532800"/>
              <a:ext cx="70920" cy="8568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8B77BCA9-8656-9B60-01F8-AE1CD66FB685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473840" y="528480"/>
                <a:ext cx="79560" cy="9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22BBAAEB-FA19-FB82-CD91-ED58B833DAB1}"/>
                  </a:ext>
                </a:extLst>
              </p14:cNvPr>
              <p14:cNvContentPartPr/>
              <p14:nvPr/>
            </p14:nvContentPartPr>
            <p14:xfrm>
              <a:off x="1577520" y="544320"/>
              <a:ext cx="77760" cy="669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22BBAAEB-FA19-FB82-CD91-ED58B833DAB1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573200" y="540000"/>
                <a:ext cx="86400" cy="7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97298385-7DA1-17E2-6110-9D5CE8844523}"/>
                  </a:ext>
                </a:extLst>
              </p14:cNvPr>
              <p14:cNvContentPartPr/>
              <p14:nvPr/>
            </p14:nvContentPartPr>
            <p14:xfrm>
              <a:off x="1713960" y="443880"/>
              <a:ext cx="99720" cy="16380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97298385-7DA1-17E2-6110-9D5CE8844523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709640" y="439560"/>
                <a:ext cx="108360" cy="17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2DF60AA6-7BB8-8921-A4D2-91BC95936CB8}"/>
                  </a:ext>
                </a:extLst>
              </p14:cNvPr>
              <p14:cNvContentPartPr/>
              <p14:nvPr/>
            </p14:nvContentPartPr>
            <p14:xfrm>
              <a:off x="1709280" y="510840"/>
              <a:ext cx="148320" cy="252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2DF60AA6-7BB8-8921-A4D2-91BC95936CB8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704960" y="506520"/>
                <a:ext cx="156960" cy="1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9E566C20-0FF9-F137-9ED7-CF83AB5567D6}"/>
                  </a:ext>
                </a:extLst>
              </p14:cNvPr>
              <p14:cNvContentPartPr/>
              <p14:nvPr/>
            </p14:nvContentPartPr>
            <p14:xfrm>
              <a:off x="2256840" y="473760"/>
              <a:ext cx="297720" cy="33948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9E566C20-0FF9-F137-9ED7-CF83AB5567D6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2252520" y="469440"/>
                <a:ext cx="306360" cy="34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77162D11-9721-B9E7-03BB-FB312C888930}"/>
                  </a:ext>
                </a:extLst>
              </p14:cNvPr>
              <p14:cNvContentPartPr/>
              <p14:nvPr/>
            </p14:nvContentPartPr>
            <p14:xfrm>
              <a:off x="2443320" y="740880"/>
              <a:ext cx="93240" cy="5148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77162D11-9721-B9E7-03BB-FB312C888930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2439000" y="736560"/>
                <a:ext cx="101880" cy="6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BAD5C4B2-7C22-9FC7-EF8C-7FBEEC35994C}"/>
                  </a:ext>
                </a:extLst>
              </p14:cNvPr>
              <p14:cNvContentPartPr/>
              <p14:nvPr/>
            </p14:nvContentPartPr>
            <p14:xfrm>
              <a:off x="2526480" y="727200"/>
              <a:ext cx="95760" cy="9720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BAD5C4B2-7C22-9FC7-EF8C-7FBEEC35994C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2522160" y="722880"/>
                <a:ext cx="104400" cy="10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E011740D-7126-8CD0-234A-ACE5DD7B24A9}"/>
                  </a:ext>
                </a:extLst>
              </p14:cNvPr>
              <p14:cNvContentPartPr/>
              <p14:nvPr/>
            </p14:nvContentPartPr>
            <p14:xfrm>
              <a:off x="2354040" y="780480"/>
              <a:ext cx="381600" cy="40788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E011740D-7126-8CD0-234A-ACE5DD7B24A9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2349720" y="776160"/>
                <a:ext cx="390240" cy="41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D101E871-8BCB-64E0-52F3-A6FC6206F515}"/>
                  </a:ext>
                </a:extLst>
              </p14:cNvPr>
              <p14:cNvContentPartPr/>
              <p14:nvPr/>
            </p14:nvContentPartPr>
            <p14:xfrm>
              <a:off x="2210760" y="1139040"/>
              <a:ext cx="220320" cy="47844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D101E871-8BCB-64E0-52F3-A6FC6206F515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2206440" y="1134720"/>
                <a:ext cx="228960" cy="48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911CBB08-FC22-B5D4-4C7A-6225049DB419}"/>
                  </a:ext>
                </a:extLst>
              </p14:cNvPr>
              <p14:cNvContentPartPr/>
              <p14:nvPr/>
            </p14:nvContentPartPr>
            <p14:xfrm>
              <a:off x="1753200" y="1575000"/>
              <a:ext cx="508680" cy="42300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911CBB08-FC22-B5D4-4C7A-6225049DB419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1748880" y="1570680"/>
                <a:ext cx="517320" cy="43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0A82EB53-D1CC-2D2A-B21C-3B8D2FF75010}"/>
                  </a:ext>
                </a:extLst>
              </p14:cNvPr>
              <p14:cNvContentPartPr/>
              <p14:nvPr/>
            </p14:nvContentPartPr>
            <p14:xfrm>
              <a:off x="2640960" y="1171440"/>
              <a:ext cx="441000" cy="46224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0A82EB53-D1CC-2D2A-B21C-3B8D2FF75010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2636640" y="1167120"/>
                <a:ext cx="449640" cy="47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2A4E541D-1842-C789-BC6C-9AFBDD739EDA}"/>
                  </a:ext>
                </a:extLst>
              </p14:cNvPr>
              <p14:cNvContentPartPr/>
              <p14:nvPr/>
            </p14:nvContentPartPr>
            <p14:xfrm>
              <a:off x="2824200" y="1628640"/>
              <a:ext cx="521640" cy="38808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2A4E541D-1842-C789-BC6C-9AFBDD739EDA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2819880" y="1624320"/>
                <a:ext cx="530280" cy="39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D75AA52C-23B9-5087-F19C-CE542A132422}"/>
                  </a:ext>
                </a:extLst>
              </p14:cNvPr>
              <p14:cNvContentPartPr/>
              <p14:nvPr/>
            </p14:nvContentPartPr>
            <p14:xfrm>
              <a:off x="1455120" y="1971360"/>
              <a:ext cx="344880" cy="66924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D75AA52C-23B9-5087-F19C-CE542A132422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1450800" y="1967040"/>
                <a:ext cx="353520" cy="67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2DF0E4FD-B98A-54D3-81D2-7CC85DC95BCE}"/>
                  </a:ext>
                </a:extLst>
              </p14:cNvPr>
              <p14:cNvContentPartPr/>
              <p14:nvPr/>
            </p14:nvContentPartPr>
            <p14:xfrm>
              <a:off x="906120" y="2576160"/>
              <a:ext cx="676080" cy="71208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2DF0E4FD-B98A-54D3-81D2-7CC85DC95BCE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901800" y="2571840"/>
                <a:ext cx="684720" cy="72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AC2F08FA-7EB1-5DAB-2F9C-C7FCFB258A73}"/>
                  </a:ext>
                </a:extLst>
              </p14:cNvPr>
              <p14:cNvContentPartPr/>
              <p14:nvPr/>
            </p14:nvContentPartPr>
            <p14:xfrm>
              <a:off x="2090160" y="2001960"/>
              <a:ext cx="56160" cy="87804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AC2F08FA-7EB1-5DAB-2F9C-C7FCFB258A73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2085840" y="1997640"/>
                <a:ext cx="64800" cy="88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262E2AEB-BFD9-E254-8B6C-790BBA10B1AF}"/>
                  </a:ext>
                </a:extLst>
              </p14:cNvPr>
              <p14:cNvContentPartPr/>
              <p14:nvPr/>
            </p14:nvContentPartPr>
            <p14:xfrm>
              <a:off x="1806480" y="2653200"/>
              <a:ext cx="594000" cy="75060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262E2AEB-BFD9-E254-8B6C-790BBA10B1AF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1802160" y="2648880"/>
                <a:ext cx="602640" cy="75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EAE0BFE2-E043-30DF-4571-7E7AD874B468}"/>
                  </a:ext>
                </a:extLst>
              </p14:cNvPr>
              <p14:cNvContentPartPr/>
              <p14:nvPr/>
            </p14:nvContentPartPr>
            <p14:xfrm>
              <a:off x="2704680" y="1971720"/>
              <a:ext cx="282600" cy="74484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EAE0BFE2-E043-30DF-4571-7E7AD874B468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2700360" y="1967400"/>
                <a:ext cx="291240" cy="75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96303650-C27B-D643-BB7F-E1593F1C9F81}"/>
                  </a:ext>
                </a:extLst>
              </p14:cNvPr>
              <p14:cNvContentPartPr/>
              <p14:nvPr/>
            </p14:nvContentPartPr>
            <p14:xfrm>
              <a:off x="2485080" y="2699280"/>
              <a:ext cx="532080" cy="62676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96303650-C27B-D643-BB7F-E1593F1C9F81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2480760" y="2694960"/>
                <a:ext cx="540720" cy="63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350CBE66-B32D-7E79-C2F2-C22E0529D7E2}"/>
                  </a:ext>
                </a:extLst>
              </p14:cNvPr>
              <p14:cNvContentPartPr/>
              <p14:nvPr/>
            </p14:nvContentPartPr>
            <p14:xfrm>
              <a:off x="3231720" y="1986840"/>
              <a:ext cx="362880" cy="62388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350CBE66-B32D-7E79-C2F2-C22E0529D7E2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3227400" y="1982520"/>
                <a:ext cx="371520" cy="632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BBE283DB-34D7-57BD-3268-048AD2273DAC}"/>
                  </a:ext>
                </a:extLst>
              </p14:cNvPr>
              <p14:cNvContentPartPr/>
              <p14:nvPr/>
            </p14:nvContentPartPr>
            <p14:xfrm>
              <a:off x="3312000" y="2602440"/>
              <a:ext cx="568800" cy="63000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BBE283DB-34D7-57BD-3268-048AD2273DAC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3307680" y="2598120"/>
                <a:ext cx="577440" cy="63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AAFC40D2-F455-AEAA-B3D2-812527EBF757}"/>
                  </a:ext>
                </a:extLst>
              </p14:cNvPr>
              <p14:cNvContentPartPr/>
              <p14:nvPr/>
            </p14:nvContentPartPr>
            <p14:xfrm>
              <a:off x="952200" y="3337920"/>
              <a:ext cx="97200" cy="13212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AAFC40D2-F455-AEAA-B3D2-812527EBF757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947880" y="3333600"/>
                <a:ext cx="105840" cy="14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E3863511-FD3B-0E4B-40DC-483CD30955EC}"/>
                  </a:ext>
                </a:extLst>
              </p14:cNvPr>
              <p14:cNvContentPartPr/>
              <p14:nvPr/>
            </p14:nvContentPartPr>
            <p14:xfrm>
              <a:off x="1896480" y="3444840"/>
              <a:ext cx="141120" cy="8892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E3863511-FD3B-0E4B-40DC-483CD30955EC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1892160" y="3440520"/>
                <a:ext cx="149760" cy="9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508B992F-2A2B-1D61-0D1A-F5F710DC78A8}"/>
                  </a:ext>
                </a:extLst>
              </p14:cNvPr>
              <p14:cNvContentPartPr/>
              <p14:nvPr/>
            </p14:nvContentPartPr>
            <p14:xfrm>
              <a:off x="1971360" y="3483720"/>
              <a:ext cx="27000" cy="11016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508B992F-2A2B-1D61-0D1A-F5F710DC78A8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1967040" y="3479400"/>
                <a:ext cx="35640" cy="11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1AE7839E-39EC-F9A9-42FD-08C09AE84518}"/>
                  </a:ext>
                </a:extLst>
              </p14:cNvPr>
              <p14:cNvContentPartPr/>
              <p14:nvPr/>
            </p14:nvContentPartPr>
            <p14:xfrm>
              <a:off x="2640600" y="3411000"/>
              <a:ext cx="73440" cy="10152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1AE7839E-39EC-F9A9-42FD-08C09AE84518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2636280" y="3406680"/>
                <a:ext cx="82080" cy="11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FF5B60B8-D557-B495-164B-214371CC1A70}"/>
                  </a:ext>
                </a:extLst>
              </p14:cNvPr>
              <p14:cNvContentPartPr/>
              <p14:nvPr/>
            </p14:nvContentPartPr>
            <p14:xfrm>
              <a:off x="2707200" y="3404880"/>
              <a:ext cx="95040" cy="1080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FF5B60B8-D557-B495-164B-214371CC1A70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2702880" y="3400560"/>
                <a:ext cx="103680" cy="1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CA2562B4-1EAC-A032-EACA-5A919AD53A4D}"/>
                  </a:ext>
                </a:extLst>
              </p14:cNvPr>
              <p14:cNvContentPartPr/>
              <p14:nvPr/>
            </p14:nvContentPartPr>
            <p14:xfrm>
              <a:off x="3620160" y="3285720"/>
              <a:ext cx="133920" cy="14328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CA2562B4-1EAC-A032-EACA-5A919AD53A4D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3615840" y="3281400"/>
                <a:ext cx="142560" cy="15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2346F3BC-7417-2135-F483-067704BC382D}"/>
                  </a:ext>
                </a:extLst>
              </p14:cNvPr>
              <p14:cNvContentPartPr/>
              <p14:nvPr/>
            </p14:nvContentPartPr>
            <p14:xfrm>
              <a:off x="3039840" y="1753200"/>
              <a:ext cx="113400" cy="16920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2346F3BC-7417-2135-F483-067704BC382D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3035520" y="1748880"/>
                <a:ext cx="122040" cy="17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5FF0D31D-E97A-C5BC-5ACD-21B18DC28D25}"/>
                  </a:ext>
                </a:extLst>
              </p14:cNvPr>
              <p14:cNvContentPartPr/>
              <p14:nvPr/>
            </p14:nvContentPartPr>
            <p14:xfrm>
              <a:off x="3097800" y="1782720"/>
              <a:ext cx="101520" cy="756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5FF0D31D-E97A-C5BC-5ACD-21B18DC28D25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3093480" y="1778400"/>
                <a:ext cx="110160" cy="1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F64FEE3D-DDCC-BEB4-3638-87BE50732787}"/>
                  </a:ext>
                </a:extLst>
              </p14:cNvPr>
              <p14:cNvContentPartPr/>
              <p14:nvPr/>
            </p14:nvContentPartPr>
            <p14:xfrm>
              <a:off x="1090440" y="2908440"/>
              <a:ext cx="210240" cy="16668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F64FEE3D-DDCC-BEB4-3638-87BE50732787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1086120" y="2904120"/>
                <a:ext cx="218880" cy="17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2F049D34-641C-8920-3316-E13DB06FB3D4}"/>
                  </a:ext>
                </a:extLst>
              </p14:cNvPr>
              <p14:cNvContentPartPr/>
              <p14:nvPr/>
            </p14:nvContentPartPr>
            <p14:xfrm>
              <a:off x="2651760" y="2980080"/>
              <a:ext cx="152640" cy="16920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2F049D34-641C-8920-3316-E13DB06FB3D4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2647440" y="2975760"/>
                <a:ext cx="161280" cy="17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2FC1F2BD-0E96-360F-E8D7-08BAB9EDDAB9}"/>
                  </a:ext>
                </a:extLst>
              </p14:cNvPr>
              <p14:cNvContentPartPr/>
              <p14:nvPr/>
            </p14:nvContentPartPr>
            <p14:xfrm>
              <a:off x="3503160" y="2903040"/>
              <a:ext cx="145800" cy="15588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2FC1F2BD-0E96-360F-E8D7-08BAB9EDDAB9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3498840" y="2898720"/>
                <a:ext cx="154440" cy="16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1EFAB764-87D5-26A8-BEAE-0C32E2746F3C}"/>
                  </a:ext>
                </a:extLst>
              </p14:cNvPr>
              <p14:cNvContentPartPr/>
              <p14:nvPr/>
            </p14:nvContentPartPr>
            <p14:xfrm>
              <a:off x="2049120" y="2988576"/>
              <a:ext cx="37440" cy="20808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1EFAB764-87D5-26A8-BEAE-0C32E2746F3C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2044800" y="2984256"/>
                <a:ext cx="46080" cy="21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97436F04-D3E7-2AAA-D5ED-0CF24DFACAF3}"/>
                  </a:ext>
                </a:extLst>
              </p14:cNvPr>
              <p14:cNvContentPartPr/>
              <p14:nvPr/>
            </p14:nvContentPartPr>
            <p14:xfrm>
              <a:off x="2462760" y="850896"/>
              <a:ext cx="157320" cy="25452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97436F04-D3E7-2AAA-D5ED-0CF24DFACAF3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2458440" y="846576"/>
                <a:ext cx="165960" cy="26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72A39439-C221-62A2-BA2E-578FF112B2C2}"/>
                  </a:ext>
                </a:extLst>
              </p14:cNvPr>
              <p14:cNvContentPartPr/>
              <p14:nvPr/>
            </p14:nvContentPartPr>
            <p14:xfrm>
              <a:off x="1940760" y="1711656"/>
              <a:ext cx="189720" cy="16164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72A39439-C221-62A2-BA2E-578FF112B2C2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1936440" y="1707336"/>
                <a:ext cx="198360" cy="17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E7447B19-67D3-217D-9DD6-498395956B69}"/>
                  </a:ext>
                </a:extLst>
              </p14:cNvPr>
              <p14:cNvContentPartPr/>
              <p14:nvPr/>
            </p14:nvContentPartPr>
            <p14:xfrm>
              <a:off x="2046600" y="1776096"/>
              <a:ext cx="46800" cy="17460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E7447B19-67D3-217D-9DD6-498395956B69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2042280" y="1771776"/>
                <a:ext cx="55440" cy="18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F85D7999-E53D-59E4-116A-A2B2DD5C50BE}"/>
                  </a:ext>
                </a:extLst>
              </p14:cNvPr>
              <p14:cNvContentPartPr/>
              <p14:nvPr/>
            </p14:nvContentPartPr>
            <p14:xfrm>
              <a:off x="4014720" y="5486616"/>
              <a:ext cx="360" cy="360"/>
            </p14:xfrm>
          </p:contentPart>
        </mc:Choice>
        <mc:Fallback xmlns=""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F85D7999-E53D-59E4-116A-A2B2DD5C50BE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3970080" y="5441976"/>
                <a:ext cx="90000" cy="90000"/>
              </a:xfrm>
              <a:prstGeom prst="rect">
                <a:avLst/>
              </a:prstGeom>
            </p:spPr>
          </p:pic>
        </mc:Fallback>
      </mc:AlternateContent>
      <p:grpSp>
        <p:nvGrpSpPr>
          <p:cNvPr id="75" name="Group 74">
            <a:extLst>
              <a:ext uri="{FF2B5EF4-FFF2-40B4-BE49-F238E27FC236}">
                <a16:creationId xmlns:a16="http://schemas.microsoft.com/office/drawing/2014/main" id="{571F1FEE-460E-A430-8049-04026A0997CE}"/>
              </a:ext>
            </a:extLst>
          </p:cNvPr>
          <p:cNvGrpSpPr/>
          <p:nvPr/>
        </p:nvGrpSpPr>
        <p:grpSpPr>
          <a:xfrm>
            <a:off x="4407480" y="972936"/>
            <a:ext cx="776520" cy="460440"/>
            <a:chOff x="4407480" y="972936"/>
            <a:chExt cx="776520" cy="460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A249D271-94C4-F2E4-3036-CE2A426614DF}"/>
                    </a:ext>
                  </a:extLst>
                </p14:cNvPr>
                <p14:cNvContentPartPr/>
                <p14:nvPr/>
              </p14:nvContentPartPr>
              <p14:xfrm>
                <a:off x="4613040" y="1134936"/>
                <a:ext cx="115920" cy="29592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A249D271-94C4-F2E4-3036-CE2A426614DF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4608720" y="1130616"/>
                  <a:ext cx="124560" cy="30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15EE20BC-3063-AE7A-E695-58C6D4A10CAB}"/>
                    </a:ext>
                  </a:extLst>
                </p14:cNvPr>
                <p14:cNvContentPartPr/>
                <p14:nvPr/>
              </p14:nvContentPartPr>
              <p14:xfrm>
                <a:off x="4407480" y="972936"/>
                <a:ext cx="691200" cy="46044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15EE20BC-3063-AE7A-E695-58C6D4A10CAB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4403160" y="968616"/>
                  <a:ext cx="699840" cy="46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691F8E7C-42F0-8CB1-F14D-FFF9D05B1760}"/>
                    </a:ext>
                  </a:extLst>
                </p14:cNvPr>
                <p14:cNvContentPartPr/>
                <p14:nvPr/>
              </p14:nvContentPartPr>
              <p14:xfrm>
                <a:off x="5045040" y="1343016"/>
                <a:ext cx="34920" cy="5472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691F8E7C-42F0-8CB1-F14D-FFF9D05B1760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5040720" y="1338696"/>
                  <a:ext cx="4356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7FEC0C43-327A-8E42-10A0-B7B67B3A4CEF}"/>
                    </a:ext>
                  </a:extLst>
                </p14:cNvPr>
                <p14:cNvContentPartPr/>
                <p14:nvPr/>
              </p14:nvContentPartPr>
              <p14:xfrm>
                <a:off x="5070600" y="1222776"/>
                <a:ext cx="16560" cy="3276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7FEC0C43-327A-8E42-10A0-B7B67B3A4CEF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5066280" y="1218456"/>
                  <a:ext cx="2520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C42FF99B-C8A7-FFF8-91A2-3587A2AFB0D3}"/>
                    </a:ext>
                  </a:extLst>
                </p14:cNvPr>
                <p14:cNvContentPartPr/>
                <p14:nvPr/>
              </p14:nvContentPartPr>
              <p14:xfrm>
                <a:off x="5105160" y="1274616"/>
                <a:ext cx="78840" cy="14364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C42FF99B-C8A7-FFF8-91A2-3587A2AFB0D3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5100840" y="1270296"/>
                  <a:ext cx="87480" cy="152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2C632B12-7734-3A77-16EE-9362A2BE00E7}"/>
              </a:ext>
            </a:extLst>
          </p:cNvPr>
          <p:cNvGrpSpPr/>
          <p:nvPr/>
        </p:nvGrpSpPr>
        <p:grpSpPr>
          <a:xfrm>
            <a:off x="5467320" y="988776"/>
            <a:ext cx="1104840" cy="398160"/>
            <a:chOff x="5467320" y="988776"/>
            <a:chExt cx="1104840" cy="398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075B05DC-1456-2ADB-F444-23ECF37EFD01}"/>
                    </a:ext>
                  </a:extLst>
                </p14:cNvPr>
                <p14:cNvContentPartPr/>
                <p14:nvPr/>
              </p14:nvContentPartPr>
              <p14:xfrm>
                <a:off x="5467320" y="1218096"/>
                <a:ext cx="135360" cy="16884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075B05DC-1456-2ADB-F444-23ECF37EFD01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5463000" y="1213776"/>
                  <a:ext cx="14400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3859DBBA-576B-0AD7-AADC-46EE799C34D7}"/>
                    </a:ext>
                  </a:extLst>
                </p14:cNvPr>
                <p14:cNvContentPartPr/>
                <p14:nvPr/>
              </p14:nvContentPartPr>
              <p14:xfrm>
                <a:off x="5684760" y="1033416"/>
                <a:ext cx="157320" cy="31860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3859DBBA-576B-0AD7-AADC-46EE799C34D7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5680440" y="1029096"/>
                  <a:ext cx="165960" cy="32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920A178D-5B62-C566-7E14-91D8D1954473}"/>
                    </a:ext>
                  </a:extLst>
                </p14:cNvPr>
                <p14:cNvContentPartPr/>
                <p14:nvPr/>
              </p14:nvContentPartPr>
              <p14:xfrm>
                <a:off x="5836320" y="1272456"/>
                <a:ext cx="310680" cy="10116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920A178D-5B62-C566-7E14-91D8D1954473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5832000" y="1268136"/>
                  <a:ext cx="31932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B7DF5AE7-4AFE-6EB5-F990-1CC056EA294A}"/>
                    </a:ext>
                  </a:extLst>
                </p14:cNvPr>
                <p14:cNvContentPartPr/>
                <p14:nvPr/>
              </p14:nvContentPartPr>
              <p14:xfrm>
                <a:off x="6190920" y="1107216"/>
                <a:ext cx="113400" cy="23256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B7DF5AE7-4AFE-6EB5-F990-1CC056EA294A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6186600" y="1102896"/>
                  <a:ext cx="122040" cy="24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60E5B138-B3DC-4998-3EE1-3C46B12CE531}"/>
                    </a:ext>
                  </a:extLst>
                </p14:cNvPr>
                <p14:cNvContentPartPr/>
                <p14:nvPr/>
              </p14:nvContentPartPr>
              <p14:xfrm>
                <a:off x="6255360" y="988776"/>
                <a:ext cx="316800" cy="34812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60E5B138-B3DC-4998-3EE1-3C46B12CE531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6251040" y="984456"/>
                  <a:ext cx="325440" cy="356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99C971BF-8DF9-D7DA-A3F3-F6D17A7C5062}"/>
              </a:ext>
            </a:extLst>
          </p:cNvPr>
          <p:cNvGrpSpPr/>
          <p:nvPr/>
        </p:nvGrpSpPr>
        <p:grpSpPr>
          <a:xfrm>
            <a:off x="6796080" y="946656"/>
            <a:ext cx="337320" cy="373320"/>
            <a:chOff x="6796080" y="946656"/>
            <a:chExt cx="337320" cy="373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43445C36-0FC1-8F1F-30C9-50EE57BE82BF}"/>
                    </a:ext>
                  </a:extLst>
                </p14:cNvPr>
                <p14:cNvContentPartPr/>
                <p14:nvPr/>
              </p14:nvContentPartPr>
              <p14:xfrm>
                <a:off x="6796080" y="946656"/>
                <a:ext cx="127800" cy="37332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43445C36-0FC1-8F1F-30C9-50EE57BE82BF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6791760" y="942336"/>
                  <a:ext cx="136440" cy="38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11E1123F-63EC-D104-35EE-F4B06781CDEF}"/>
                    </a:ext>
                  </a:extLst>
                </p14:cNvPr>
                <p14:cNvContentPartPr/>
                <p14:nvPr/>
              </p14:nvContentPartPr>
              <p14:xfrm>
                <a:off x="7000920" y="1196496"/>
                <a:ext cx="132480" cy="6840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11E1123F-63EC-D104-35EE-F4B06781CDEF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6996600" y="1192176"/>
                  <a:ext cx="141120" cy="77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06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FB2C7D22-6028-8612-D4CA-8C0EA07231FE}"/>
                  </a:ext>
                </a:extLst>
              </p14:cNvPr>
              <p14:cNvContentPartPr/>
              <p14:nvPr/>
            </p14:nvContentPartPr>
            <p14:xfrm>
              <a:off x="7329600" y="1162656"/>
              <a:ext cx="224280" cy="115560"/>
            </p14:xfrm>
          </p:contentPart>
        </mc:Choice>
        <mc:Fallback xmlns=""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FB2C7D22-6028-8612-D4CA-8C0EA07231FE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7325280" y="1158336"/>
                <a:ext cx="232920" cy="124200"/>
              </a:xfrm>
              <a:prstGeom prst="rect">
                <a:avLst/>
              </a:prstGeom>
            </p:spPr>
          </p:pic>
        </mc:Fallback>
      </mc:AlternateContent>
      <p:grpSp>
        <p:nvGrpSpPr>
          <p:cNvPr id="72" name="Group 71">
            <a:extLst>
              <a:ext uri="{FF2B5EF4-FFF2-40B4-BE49-F238E27FC236}">
                <a16:creationId xmlns:a16="http://schemas.microsoft.com/office/drawing/2014/main" id="{36C1D86F-F6C1-38A1-214C-A00F8183587B}"/>
              </a:ext>
            </a:extLst>
          </p:cNvPr>
          <p:cNvGrpSpPr/>
          <p:nvPr/>
        </p:nvGrpSpPr>
        <p:grpSpPr>
          <a:xfrm>
            <a:off x="7923240" y="869256"/>
            <a:ext cx="1582560" cy="506520"/>
            <a:chOff x="7923240" y="869256"/>
            <a:chExt cx="1582560" cy="506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8C6DEC8B-0C76-8EF6-717C-28C11C6AFC25}"/>
                    </a:ext>
                  </a:extLst>
                </p14:cNvPr>
                <p14:cNvContentPartPr/>
                <p14:nvPr/>
              </p14:nvContentPartPr>
              <p14:xfrm>
                <a:off x="7923240" y="976896"/>
                <a:ext cx="353880" cy="25200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8C6DEC8B-0C76-8EF6-717C-28C11C6AFC25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7918920" y="972576"/>
                  <a:ext cx="362520" cy="26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05F60382-9894-9792-3D1E-F207F5AD5FB6}"/>
                    </a:ext>
                  </a:extLst>
                </p14:cNvPr>
                <p14:cNvContentPartPr/>
                <p14:nvPr/>
              </p14:nvContentPartPr>
              <p14:xfrm>
                <a:off x="8287920" y="1105056"/>
                <a:ext cx="141480" cy="10476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05F60382-9894-9792-3D1E-F207F5AD5FB6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8283600" y="1100736"/>
                  <a:ext cx="15012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9F8C2B3F-9B60-11E1-836C-9E0870E4763F}"/>
                    </a:ext>
                  </a:extLst>
                </p14:cNvPr>
                <p14:cNvContentPartPr/>
                <p14:nvPr/>
              </p14:nvContentPartPr>
              <p14:xfrm>
                <a:off x="8429040" y="1051776"/>
                <a:ext cx="113400" cy="13752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9F8C2B3F-9B60-11E1-836C-9E0870E4763F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8424720" y="1047456"/>
                  <a:ext cx="12204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7BB153B8-9655-61B5-4AA5-9CFE4A2CEA4B}"/>
                    </a:ext>
                  </a:extLst>
                </p14:cNvPr>
                <p14:cNvContentPartPr/>
                <p14:nvPr/>
              </p14:nvContentPartPr>
              <p14:xfrm>
                <a:off x="8424360" y="1061136"/>
                <a:ext cx="171360" cy="13968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7BB153B8-9655-61B5-4AA5-9CFE4A2CEA4B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8420040" y="1056816"/>
                  <a:ext cx="18000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6B1E469A-24CB-4AD9-F342-5459AC0CE27A}"/>
                    </a:ext>
                  </a:extLst>
                </p14:cNvPr>
                <p14:cNvContentPartPr/>
                <p14:nvPr/>
              </p14:nvContentPartPr>
              <p14:xfrm>
                <a:off x="8648640" y="1157976"/>
                <a:ext cx="76680" cy="612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6B1E469A-24CB-4AD9-F342-5459AC0CE27A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8644320" y="1153656"/>
                  <a:ext cx="85320" cy="1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1CF52EE7-1356-E6EC-0B9F-C20174F91245}"/>
                    </a:ext>
                  </a:extLst>
                </p14:cNvPr>
                <p14:cNvContentPartPr/>
                <p14:nvPr/>
              </p14:nvContentPartPr>
              <p14:xfrm>
                <a:off x="8881920" y="869256"/>
                <a:ext cx="360" cy="36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1CF52EE7-1356-E6EC-0B9F-C20174F91245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8877600" y="864936"/>
                  <a:ext cx="900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CE8C9E7C-D1BC-5308-AA21-324EDAEBC353}"/>
                    </a:ext>
                  </a:extLst>
                </p14:cNvPr>
                <p14:cNvContentPartPr/>
                <p14:nvPr/>
              </p14:nvContentPartPr>
              <p14:xfrm>
                <a:off x="8826480" y="869256"/>
                <a:ext cx="55800" cy="30744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CE8C9E7C-D1BC-5308-AA21-324EDAEBC353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8822160" y="864936"/>
                  <a:ext cx="64440" cy="31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22339ECD-F46D-CC02-C9F1-B0FD86D134D0}"/>
                    </a:ext>
                  </a:extLst>
                </p14:cNvPr>
                <p14:cNvContentPartPr/>
                <p14:nvPr/>
              </p14:nvContentPartPr>
              <p14:xfrm>
                <a:off x="8923320" y="886896"/>
                <a:ext cx="44280" cy="27288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22339ECD-F46D-CC02-C9F1-B0FD86D134D0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8919000" y="882576"/>
                  <a:ext cx="52920" cy="28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58CCC197-B46F-30A2-699E-854C983BD4D6}"/>
                    </a:ext>
                  </a:extLst>
                </p14:cNvPr>
                <p14:cNvContentPartPr/>
                <p14:nvPr/>
              </p14:nvContentPartPr>
              <p14:xfrm>
                <a:off x="8798760" y="1052856"/>
                <a:ext cx="182880" cy="504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58CCC197-B46F-30A2-699E-854C983BD4D6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8794440" y="1048536"/>
                  <a:ext cx="191520" cy="1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925CAF80-FCF6-FDB6-61FD-13E71C974AC8}"/>
                    </a:ext>
                  </a:extLst>
                </p14:cNvPr>
                <p14:cNvContentPartPr/>
                <p14:nvPr/>
              </p14:nvContentPartPr>
              <p14:xfrm>
                <a:off x="8992800" y="1072656"/>
                <a:ext cx="90360" cy="10080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925CAF80-FCF6-FDB6-61FD-13E71C974AC8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8988480" y="1068336"/>
                  <a:ext cx="9900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B49E5006-7643-4191-0825-128BEC7209C6}"/>
                    </a:ext>
                  </a:extLst>
                </p14:cNvPr>
                <p14:cNvContentPartPr/>
                <p14:nvPr/>
              </p14:nvContentPartPr>
              <p14:xfrm>
                <a:off x="9103680" y="1077336"/>
                <a:ext cx="120600" cy="12744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B49E5006-7643-4191-0825-128BEC7209C6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9099360" y="1073016"/>
                  <a:ext cx="129240" cy="13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DCA52EB8-693F-B4B0-A976-41163E7ED1BE}"/>
                    </a:ext>
                  </a:extLst>
                </p14:cNvPr>
                <p14:cNvContentPartPr/>
                <p14:nvPr/>
              </p14:nvContentPartPr>
              <p14:xfrm>
                <a:off x="9276480" y="1087776"/>
                <a:ext cx="33120" cy="28800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DCA52EB8-693F-B4B0-A976-41163E7ED1BE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9272160" y="1083456"/>
                  <a:ext cx="41760" cy="29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E0897C9D-265A-F442-498F-C99C87EA8174}"/>
                    </a:ext>
                  </a:extLst>
                </p14:cNvPr>
                <p14:cNvContentPartPr/>
                <p14:nvPr/>
              </p14:nvContentPartPr>
              <p14:xfrm>
                <a:off x="9312840" y="1080576"/>
                <a:ext cx="110160" cy="10908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E0897C9D-265A-F442-498F-C99C87EA8174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9308520" y="1076256"/>
                  <a:ext cx="11880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BFCB10C8-5B93-67C3-31D0-861B04770896}"/>
                    </a:ext>
                  </a:extLst>
                </p14:cNvPr>
                <p14:cNvContentPartPr/>
                <p14:nvPr/>
              </p14:nvContentPartPr>
              <p14:xfrm>
                <a:off x="9466200" y="1187136"/>
                <a:ext cx="39600" cy="2700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BFCB10C8-5B93-67C3-31D0-861B04770896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9461880" y="1182816"/>
                  <a:ext cx="48240" cy="35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36">
            <p14:nvContentPartPr>
              <p14:cNvPr id="76" name="Ink 75">
                <a:extLst>
                  <a:ext uri="{FF2B5EF4-FFF2-40B4-BE49-F238E27FC236}">
                    <a16:creationId xmlns:a16="http://schemas.microsoft.com/office/drawing/2014/main" id="{2B8255F7-03DD-3604-3992-5EDED4D8B09C}"/>
                  </a:ext>
                </a:extLst>
              </p14:cNvPr>
              <p14:cNvContentPartPr/>
              <p14:nvPr/>
            </p14:nvContentPartPr>
            <p14:xfrm>
              <a:off x="7236024" y="2926980"/>
              <a:ext cx="83160" cy="622080"/>
            </p14:xfrm>
          </p:contentPart>
        </mc:Choice>
        <mc:Fallback xmlns="">
          <p:pic>
            <p:nvPicPr>
              <p:cNvPr id="76" name="Ink 75">
                <a:extLst>
                  <a:ext uri="{FF2B5EF4-FFF2-40B4-BE49-F238E27FC236}">
                    <a16:creationId xmlns:a16="http://schemas.microsoft.com/office/drawing/2014/main" id="{2B8255F7-03DD-3604-3992-5EDED4D8B09C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7231685" y="2922660"/>
                <a:ext cx="91838" cy="63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8">
            <p14:nvContentPartPr>
              <p14:cNvPr id="77" name="Ink 76">
                <a:extLst>
                  <a:ext uri="{FF2B5EF4-FFF2-40B4-BE49-F238E27FC236}">
                    <a16:creationId xmlns:a16="http://schemas.microsoft.com/office/drawing/2014/main" id="{D5A85ADC-49DF-5B86-F186-DDF2B2B034A7}"/>
                  </a:ext>
                </a:extLst>
              </p14:cNvPr>
              <p14:cNvContentPartPr/>
              <p14:nvPr/>
            </p14:nvContentPartPr>
            <p14:xfrm>
              <a:off x="7181664" y="2825100"/>
              <a:ext cx="3445920" cy="725400"/>
            </p14:xfrm>
          </p:contentPart>
        </mc:Choice>
        <mc:Fallback xmlns="">
          <p:pic>
            <p:nvPicPr>
              <p:cNvPr id="77" name="Ink 76">
                <a:extLst>
                  <a:ext uri="{FF2B5EF4-FFF2-40B4-BE49-F238E27FC236}">
                    <a16:creationId xmlns:a16="http://schemas.microsoft.com/office/drawing/2014/main" id="{D5A85ADC-49DF-5B86-F186-DDF2B2B034A7}"/>
                  </a:ext>
                </a:extLst>
              </p:cNvPr>
              <p:cNvPicPr/>
              <p:nvPr/>
            </p:nvPicPr>
            <p:blipFill>
              <a:blip r:embed="rId139"/>
              <a:stretch>
                <a:fillRect/>
              </a:stretch>
            </p:blipFill>
            <p:spPr>
              <a:xfrm>
                <a:off x="7177344" y="2820778"/>
                <a:ext cx="3454560" cy="73404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0">
            <p14:nvContentPartPr>
              <p14:cNvPr id="78" name="Ink 77">
                <a:extLst>
                  <a:ext uri="{FF2B5EF4-FFF2-40B4-BE49-F238E27FC236}">
                    <a16:creationId xmlns:a16="http://schemas.microsoft.com/office/drawing/2014/main" id="{DCF2D4EA-25AB-5CBC-BD0A-4651048AC4BA}"/>
                  </a:ext>
                </a:extLst>
              </p14:cNvPr>
              <p14:cNvContentPartPr/>
              <p14:nvPr/>
            </p14:nvContentPartPr>
            <p14:xfrm>
              <a:off x="7797624" y="2966940"/>
              <a:ext cx="37080" cy="599400"/>
            </p14:xfrm>
          </p:contentPart>
        </mc:Choice>
        <mc:Fallback xmlns="">
          <p:pic>
            <p:nvPicPr>
              <p:cNvPr id="78" name="Ink 77">
                <a:extLst>
                  <a:ext uri="{FF2B5EF4-FFF2-40B4-BE49-F238E27FC236}">
                    <a16:creationId xmlns:a16="http://schemas.microsoft.com/office/drawing/2014/main" id="{DCF2D4EA-25AB-5CBC-BD0A-4651048AC4BA}"/>
                  </a:ext>
                </a:extLst>
              </p:cNvPr>
              <p:cNvPicPr/>
              <p:nvPr/>
            </p:nvPicPr>
            <p:blipFill>
              <a:blip r:embed="rId141"/>
              <a:stretch>
                <a:fillRect/>
              </a:stretch>
            </p:blipFill>
            <p:spPr>
              <a:xfrm>
                <a:off x="7793262" y="2962623"/>
                <a:ext cx="45805" cy="60803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2">
            <p14:nvContentPartPr>
              <p14:cNvPr id="79" name="Ink 78">
                <a:extLst>
                  <a:ext uri="{FF2B5EF4-FFF2-40B4-BE49-F238E27FC236}">
                    <a16:creationId xmlns:a16="http://schemas.microsoft.com/office/drawing/2014/main" id="{92A58B8E-C5BC-C936-8C70-BA4FAC32A1EE}"/>
                  </a:ext>
                </a:extLst>
              </p14:cNvPr>
              <p14:cNvContentPartPr/>
              <p14:nvPr/>
            </p14:nvContentPartPr>
            <p14:xfrm>
              <a:off x="8427624" y="2917260"/>
              <a:ext cx="25920" cy="586800"/>
            </p14:xfrm>
          </p:contentPart>
        </mc:Choice>
        <mc:Fallback xmlns="">
          <p:pic>
            <p:nvPicPr>
              <p:cNvPr id="79" name="Ink 78">
                <a:extLst>
                  <a:ext uri="{FF2B5EF4-FFF2-40B4-BE49-F238E27FC236}">
                    <a16:creationId xmlns:a16="http://schemas.microsoft.com/office/drawing/2014/main" id="{92A58B8E-C5BC-C936-8C70-BA4FAC32A1EE}"/>
                  </a:ext>
                </a:extLst>
              </p:cNvPr>
              <p:cNvPicPr/>
              <p:nvPr/>
            </p:nvPicPr>
            <p:blipFill>
              <a:blip r:embed="rId143"/>
              <a:stretch>
                <a:fillRect/>
              </a:stretch>
            </p:blipFill>
            <p:spPr>
              <a:xfrm>
                <a:off x="8423304" y="2912940"/>
                <a:ext cx="34560" cy="59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4">
            <p14:nvContentPartPr>
              <p14:cNvPr id="80" name="Ink 79">
                <a:extLst>
                  <a:ext uri="{FF2B5EF4-FFF2-40B4-BE49-F238E27FC236}">
                    <a16:creationId xmlns:a16="http://schemas.microsoft.com/office/drawing/2014/main" id="{199B1856-1699-EA1A-E527-AE144D52307A}"/>
                  </a:ext>
                </a:extLst>
              </p14:cNvPr>
              <p14:cNvContentPartPr/>
              <p14:nvPr/>
            </p14:nvContentPartPr>
            <p14:xfrm>
              <a:off x="8953584" y="2848860"/>
              <a:ext cx="83160" cy="700920"/>
            </p14:xfrm>
          </p:contentPart>
        </mc:Choice>
        <mc:Fallback xmlns="">
          <p:pic>
            <p:nvPicPr>
              <p:cNvPr id="80" name="Ink 79">
                <a:extLst>
                  <a:ext uri="{FF2B5EF4-FFF2-40B4-BE49-F238E27FC236}">
                    <a16:creationId xmlns:a16="http://schemas.microsoft.com/office/drawing/2014/main" id="{199B1856-1699-EA1A-E527-AE144D52307A}"/>
                  </a:ext>
                </a:extLst>
              </p:cNvPr>
              <p:cNvPicPr/>
              <p:nvPr/>
            </p:nvPicPr>
            <p:blipFill>
              <a:blip r:embed="rId145"/>
              <a:stretch>
                <a:fillRect/>
              </a:stretch>
            </p:blipFill>
            <p:spPr>
              <a:xfrm>
                <a:off x="8949264" y="2844540"/>
                <a:ext cx="91800" cy="70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6">
            <p14:nvContentPartPr>
              <p14:cNvPr id="81" name="Ink 80">
                <a:extLst>
                  <a:ext uri="{FF2B5EF4-FFF2-40B4-BE49-F238E27FC236}">
                    <a16:creationId xmlns:a16="http://schemas.microsoft.com/office/drawing/2014/main" id="{60447D57-835E-4A00-E894-6C486599B8C9}"/>
                  </a:ext>
                </a:extLst>
              </p14:cNvPr>
              <p14:cNvContentPartPr/>
              <p14:nvPr/>
            </p14:nvContentPartPr>
            <p14:xfrm>
              <a:off x="9459744" y="2850660"/>
              <a:ext cx="54000" cy="642240"/>
            </p14:xfrm>
          </p:contentPart>
        </mc:Choice>
        <mc:Fallback xmlns="">
          <p:pic>
            <p:nvPicPr>
              <p:cNvPr id="81" name="Ink 80">
                <a:extLst>
                  <a:ext uri="{FF2B5EF4-FFF2-40B4-BE49-F238E27FC236}">
                    <a16:creationId xmlns:a16="http://schemas.microsoft.com/office/drawing/2014/main" id="{60447D57-835E-4A00-E894-6C486599B8C9}"/>
                  </a:ext>
                </a:extLst>
              </p:cNvPr>
              <p:cNvPicPr/>
              <p:nvPr/>
            </p:nvPicPr>
            <p:blipFill>
              <a:blip r:embed="rId147"/>
              <a:stretch>
                <a:fillRect/>
              </a:stretch>
            </p:blipFill>
            <p:spPr>
              <a:xfrm>
                <a:off x="9455424" y="2846342"/>
                <a:ext cx="62640" cy="65087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8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0D9A0E33-51CB-32B3-84B7-2F07542E4671}"/>
                  </a:ext>
                </a:extLst>
              </p14:cNvPr>
              <p14:cNvContentPartPr/>
              <p14:nvPr/>
            </p14:nvContentPartPr>
            <p14:xfrm>
              <a:off x="9948984" y="2818980"/>
              <a:ext cx="82080" cy="711720"/>
            </p14:xfrm>
          </p:contentPart>
        </mc:Choice>
        <mc:Fallback xmlns=""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0D9A0E33-51CB-32B3-84B7-2F07542E4671}"/>
                  </a:ext>
                </a:extLst>
              </p:cNvPr>
              <p:cNvPicPr/>
              <p:nvPr/>
            </p:nvPicPr>
            <p:blipFill>
              <a:blip r:embed="rId149"/>
              <a:stretch>
                <a:fillRect/>
              </a:stretch>
            </p:blipFill>
            <p:spPr>
              <a:xfrm>
                <a:off x="9944664" y="2814660"/>
                <a:ext cx="90720" cy="72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0">
            <p14:nvContentPartPr>
              <p14:cNvPr id="83" name="Ink 82">
                <a:extLst>
                  <a:ext uri="{FF2B5EF4-FFF2-40B4-BE49-F238E27FC236}">
                    <a16:creationId xmlns:a16="http://schemas.microsoft.com/office/drawing/2014/main" id="{65B59DE5-D868-1536-F7F2-37B92784CD0E}"/>
                  </a:ext>
                </a:extLst>
              </p14:cNvPr>
              <p14:cNvContentPartPr/>
              <p14:nvPr/>
            </p14:nvContentPartPr>
            <p14:xfrm>
              <a:off x="8055744" y="3586860"/>
              <a:ext cx="25920" cy="85680"/>
            </p14:xfrm>
          </p:contentPart>
        </mc:Choice>
        <mc:Fallback xmlns="">
          <p:pic>
            <p:nvPicPr>
              <p:cNvPr id="83" name="Ink 82">
                <a:extLst>
                  <a:ext uri="{FF2B5EF4-FFF2-40B4-BE49-F238E27FC236}">
                    <a16:creationId xmlns:a16="http://schemas.microsoft.com/office/drawing/2014/main" id="{65B59DE5-D868-1536-F7F2-37B92784CD0E}"/>
                  </a:ext>
                </a:extLst>
              </p:cNvPr>
              <p:cNvPicPr/>
              <p:nvPr/>
            </p:nvPicPr>
            <p:blipFill>
              <a:blip r:embed="rId151"/>
              <a:stretch>
                <a:fillRect/>
              </a:stretch>
            </p:blipFill>
            <p:spPr>
              <a:xfrm>
                <a:off x="8051424" y="3582540"/>
                <a:ext cx="34560" cy="9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2">
            <p14:nvContentPartPr>
              <p14:cNvPr id="92" name="Ink 91">
                <a:extLst>
                  <a:ext uri="{FF2B5EF4-FFF2-40B4-BE49-F238E27FC236}">
                    <a16:creationId xmlns:a16="http://schemas.microsoft.com/office/drawing/2014/main" id="{B655069D-6C6A-EE93-6495-87B1597572A8}"/>
                  </a:ext>
                </a:extLst>
              </p14:cNvPr>
              <p14:cNvContentPartPr/>
              <p14:nvPr/>
            </p14:nvContentPartPr>
            <p14:xfrm>
              <a:off x="5733240" y="3450600"/>
              <a:ext cx="267840" cy="135720"/>
            </p14:xfrm>
          </p:contentPart>
        </mc:Choice>
        <mc:Fallback xmlns="">
          <p:pic>
            <p:nvPicPr>
              <p:cNvPr id="92" name="Ink 91">
                <a:extLst>
                  <a:ext uri="{FF2B5EF4-FFF2-40B4-BE49-F238E27FC236}">
                    <a16:creationId xmlns:a16="http://schemas.microsoft.com/office/drawing/2014/main" id="{B655069D-6C6A-EE93-6495-87B1597572A8}"/>
                  </a:ext>
                </a:extLst>
              </p:cNvPr>
              <p:cNvPicPr/>
              <p:nvPr/>
            </p:nvPicPr>
            <p:blipFill>
              <a:blip r:embed="rId153"/>
              <a:stretch>
                <a:fillRect/>
              </a:stretch>
            </p:blipFill>
            <p:spPr>
              <a:xfrm>
                <a:off x="5728920" y="3446280"/>
                <a:ext cx="276480" cy="14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4">
            <p14:nvContentPartPr>
              <p14:cNvPr id="93" name="Ink 92">
                <a:extLst>
                  <a:ext uri="{FF2B5EF4-FFF2-40B4-BE49-F238E27FC236}">
                    <a16:creationId xmlns:a16="http://schemas.microsoft.com/office/drawing/2014/main" id="{5F8598FE-A937-B0AF-CC0F-1560E9A2A44F}"/>
                  </a:ext>
                </a:extLst>
              </p14:cNvPr>
              <p14:cNvContentPartPr/>
              <p14:nvPr/>
            </p14:nvContentPartPr>
            <p14:xfrm>
              <a:off x="5744040" y="3665880"/>
              <a:ext cx="21240" cy="265320"/>
            </p14:xfrm>
          </p:contentPart>
        </mc:Choice>
        <mc:Fallback xmlns="">
          <p:pic>
            <p:nvPicPr>
              <p:cNvPr id="93" name="Ink 92">
                <a:extLst>
                  <a:ext uri="{FF2B5EF4-FFF2-40B4-BE49-F238E27FC236}">
                    <a16:creationId xmlns:a16="http://schemas.microsoft.com/office/drawing/2014/main" id="{5F8598FE-A937-B0AF-CC0F-1560E9A2A44F}"/>
                  </a:ext>
                </a:extLst>
              </p:cNvPr>
              <p:cNvPicPr/>
              <p:nvPr/>
            </p:nvPicPr>
            <p:blipFill>
              <a:blip r:embed="rId155"/>
              <a:stretch>
                <a:fillRect/>
              </a:stretch>
            </p:blipFill>
            <p:spPr>
              <a:xfrm>
                <a:off x="5739720" y="3661560"/>
                <a:ext cx="29880" cy="27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6">
            <p14:nvContentPartPr>
              <p14:cNvPr id="94" name="Ink 93">
                <a:extLst>
                  <a:ext uri="{FF2B5EF4-FFF2-40B4-BE49-F238E27FC236}">
                    <a16:creationId xmlns:a16="http://schemas.microsoft.com/office/drawing/2014/main" id="{AA651126-406B-ED9F-11CB-41501FB5337B}"/>
                  </a:ext>
                </a:extLst>
              </p14:cNvPr>
              <p14:cNvContentPartPr/>
              <p14:nvPr/>
            </p14:nvContentPartPr>
            <p14:xfrm>
              <a:off x="5727840" y="3578040"/>
              <a:ext cx="457560" cy="335160"/>
            </p14:xfrm>
          </p:contentPart>
        </mc:Choice>
        <mc:Fallback xmlns="">
          <p:pic>
            <p:nvPicPr>
              <p:cNvPr id="94" name="Ink 93">
                <a:extLst>
                  <a:ext uri="{FF2B5EF4-FFF2-40B4-BE49-F238E27FC236}">
                    <a16:creationId xmlns:a16="http://schemas.microsoft.com/office/drawing/2014/main" id="{AA651126-406B-ED9F-11CB-41501FB5337B}"/>
                  </a:ext>
                </a:extLst>
              </p:cNvPr>
              <p:cNvPicPr/>
              <p:nvPr/>
            </p:nvPicPr>
            <p:blipFill>
              <a:blip r:embed="rId157"/>
              <a:stretch>
                <a:fillRect/>
              </a:stretch>
            </p:blipFill>
            <p:spPr>
              <a:xfrm>
                <a:off x="5723520" y="3573720"/>
                <a:ext cx="466200" cy="34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8">
            <p14:nvContentPartPr>
              <p14:cNvPr id="95" name="Ink 94">
                <a:extLst>
                  <a:ext uri="{FF2B5EF4-FFF2-40B4-BE49-F238E27FC236}">
                    <a16:creationId xmlns:a16="http://schemas.microsoft.com/office/drawing/2014/main" id="{88356372-276A-4136-4CB6-9C6BC4914134}"/>
                  </a:ext>
                </a:extLst>
              </p14:cNvPr>
              <p14:cNvContentPartPr/>
              <p14:nvPr/>
            </p14:nvContentPartPr>
            <p14:xfrm>
              <a:off x="6067320" y="3237120"/>
              <a:ext cx="1139400" cy="520200"/>
            </p14:xfrm>
          </p:contentPart>
        </mc:Choice>
        <mc:Fallback xmlns="">
          <p:pic>
            <p:nvPicPr>
              <p:cNvPr id="95" name="Ink 94">
                <a:extLst>
                  <a:ext uri="{FF2B5EF4-FFF2-40B4-BE49-F238E27FC236}">
                    <a16:creationId xmlns:a16="http://schemas.microsoft.com/office/drawing/2014/main" id="{88356372-276A-4136-4CB6-9C6BC4914134}"/>
                  </a:ext>
                </a:extLst>
              </p:cNvPr>
              <p:cNvPicPr/>
              <p:nvPr/>
            </p:nvPicPr>
            <p:blipFill>
              <a:blip r:embed="rId159"/>
              <a:stretch>
                <a:fillRect/>
              </a:stretch>
            </p:blipFill>
            <p:spPr>
              <a:xfrm>
                <a:off x="6063000" y="3232800"/>
                <a:ext cx="1148040" cy="52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0">
            <p14:nvContentPartPr>
              <p14:cNvPr id="96" name="Ink 95">
                <a:extLst>
                  <a:ext uri="{FF2B5EF4-FFF2-40B4-BE49-F238E27FC236}">
                    <a16:creationId xmlns:a16="http://schemas.microsoft.com/office/drawing/2014/main" id="{B4EED473-63A5-1344-2304-070947BB8F82}"/>
                  </a:ext>
                </a:extLst>
              </p14:cNvPr>
              <p14:cNvContentPartPr/>
              <p14:nvPr/>
            </p14:nvContentPartPr>
            <p14:xfrm>
              <a:off x="7127880" y="3161880"/>
              <a:ext cx="94680" cy="181800"/>
            </p14:xfrm>
          </p:contentPart>
        </mc:Choice>
        <mc:Fallback xmlns="">
          <p:pic>
            <p:nvPicPr>
              <p:cNvPr id="96" name="Ink 95">
                <a:extLst>
                  <a:ext uri="{FF2B5EF4-FFF2-40B4-BE49-F238E27FC236}">
                    <a16:creationId xmlns:a16="http://schemas.microsoft.com/office/drawing/2014/main" id="{B4EED473-63A5-1344-2304-070947BB8F82}"/>
                  </a:ext>
                </a:extLst>
              </p:cNvPr>
              <p:cNvPicPr/>
              <p:nvPr/>
            </p:nvPicPr>
            <p:blipFill>
              <a:blip r:embed="rId161"/>
              <a:stretch>
                <a:fillRect/>
              </a:stretch>
            </p:blipFill>
            <p:spPr>
              <a:xfrm>
                <a:off x="7123560" y="3157560"/>
                <a:ext cx="103320" cy="19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2">
            <p14:nvContentPartPr>
              <p14:cNvPr id="97" name="Ink 96">
                <a:extLst>
                  <a:ext uri="{FF2B5EF4-FFF2-40B4-BE49-F238E27FC236}">
                    <a16:creationId xmlns:a16="http://schemas.microsoft.com/office/drawing/2014/main" id="{EEE13F65-07B6-6F93-4A78-94BD15360C4A}"/>
                  </a:ext>
                </a:extLst>
              </p14:cNvPr>
              <p14:cNvContentPartPr/>
              <p14:nvPr/>
            </p14:nvContentPartPr>
            <p14:xfrm>
              <a:off x="7628640" y="3587760"/>
              <a:ext cx="123840" cy="99000"/>
            </p14:xfrm>
          </p:contentPart>
        </mc:Choice>
        <mc:Fallback xmlns="">
          <p:pic>
            <p:nvPicPr>
              <p:cNvPr id="97" name="Ink 96">
                <a:extLst>
                  <a:ext uri="{FF2B5EF4-FFF2-40B4-BE49-F238E27FC236}">
                    <a16:creationId xmlns:a16="http://schemas.microsoft.com/office/drawing/2014/main" id="{EEE13F65-07B6-6F93-4A78-94BD15360C4A}"/>
                  </a:ext>
                </a:extLst>
              </p:cNvPr>
              <p:cNvPicPr/>
              <p:nvPr/>
            </p:nvPicPr>
            <p:blipFill>
              <a:blip r:embed="rId163"/>
              <a:stretch>
                <a:fillRect/>
              </a:stretch>
            </p:blipFill>
            <p:spPr>
              <a:xfrm>
                <a:off x="7624320" y="3583440"/>
                <a:ext cx="132480" cy="10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4">
            <p14:nvContentPartPr>
              <p14:cNvPr id="98" name="Ink 97">
                <a:extLst>
                  <a:ext uri="{FF2B5EF4-FFF2-40B4-BE49-F238E27FC236}">
                    <a16:creationId xmlns:a16="http://schemas.microsoft.com/office/drawing/2014/main" id="{F6060E31-DDC1-A245-5BAA-CCBC862AB4F4}"/>
                  </a:ext>
                </a:extLst>
              </p14:cNvPr>
              <p14:cNvContentPartPr/>
              <p14:nvPr/>
            </p14:nvContentPartPr>
            <p14:xfrm>
              <a:off x="8673000" y="3574080"/>
              <a:ext cx="233640" cy="106200"/>
            </p14:xfrm>
          </p:contentPart>
        </mc:Choice>
        <mc:Fallback xmlns="">
          <p:pic>
            <p:nvPicPr>
              <p:cNvPr id="98" name="Ink 97">
                <a:extLst>
                  <a:ext uri="{FF2B5EF4-FFF2-40B4-BE49-F238E27FC236}">
                    <a16:creationId xmlns:a16="http://schemas.microsoft.com/office/drawing/2014/main" id="{F6060E31-DDC1-A245-5BAA-CCBC862AB4F4}"/>
                  </a:ext>
                </a:extLst>
              </p:cNvPr>
              <p:cNvPicPr/>
              <p:nvPr/>
            </p:nvPicPr>
            <p:blipFill>
              <a:blip r:embed="rId165"/>
              <a:stretch>
                <a:fillRect/>
              </a:stretch>
            </p:blipFill>
            <p:spPr>
              <a:xfrm>
                <a:off x="8668680" y="3569760"/>
                <a:ext cx="242280" cy="11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6">
            <p14:nvContentPartPr>
              <p14:cNvPr id="99" name="Ink 98">
                <a:extLst>
                  <a:ext uri="{FF2B5EF4-FFF2-40B4-BE49-F238E27FC236}">
                    <a16:creationId xmlns:a16="http://schemas.microsoft.com/office/drawing/2014/main" id="{7D32D415-F451-33F1-8F86-BA123EF01431}"/>
                  </a:ext>
                </a:extLst>
              </p14:cNvPr>
              <p14:cNvContentPartPr/>
              <p14:nvPr/>
            </p14:nvContentPartPr>
            <p14:xfrm>
              <a:off x="9222720" y="3590280"/>
              <a:ext cx="130680" cy="114840"/>
            </p14:xfrm>
          </p:contentPart>
        </mc:Choice>
        <mc:Fallback xmlns="">
          <p:pic>
            <p:nvPicPr>
              <p:cNvPr id="99" name="Ink 98">
                <a:extLst>
                  <a:ext uri="{FF2B5EF4-FFF2-40B4-BE49-F238E27FC236}">
                    <a16:creationId xmlns:a16="http://schemas.microsoft.com/office/drawing/2014/main" id="{7D32D415-F451-33F1-8F86-BA123EF01431}"/>
                  </a:ext>
                </a:extLst>
              </p:cNvPr>
              <p:cNvPicPr/>
              <p:nvPr/>
            </p:nvPicPr>
            <p:blipFill>
              <a:blip r:embed="rId167"/>
              <a:stretch>
                <a:fillRect/>
              </a:stretch>
            </p:blipFill>
            <p:spPr>
              <a:xfrm>
                <a:off x="9218400" y="3585960"/>
                <a:ext cx="139320" cy="12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8">
            <p14:nvContentPartPr>
              <p14:cNvPr id="100" name="Ink 99">
                <a:extLst>
                  <a:ext uri="{FF2B5EF4-FFF2-40B4-BE49-F238E27FC236}">
                    <a16:creationId xmlns:a16="http://schemas.microsoft.com/office/drawing/2014/main" id="{4E34E84B-F42E-8C57-5FD6-93A5F8A08737}"/>
                  </a:ext>
                </a:extLst>
              </p14:cNvPr>
              <p14:cNvContentPartPr/>
              <p14:nvPr/>
            </p14:nvContentPartPr>
            <p14:xfrm>
              <a:off x="9647880" y="3570840"/>
              <a:ext cx="146520" cy="79920"/>
            </p14:xfrm>
          </p:contentPart>
        </mc:Choice>
        <mc:Fallback xmlns="">
          <p:pic>
            <p:nvPicPr>
              <p:cNvPr id="100" name="Ink 99">
                <a:extLst>
                  <a:ext uri="{FF2B5EF4-FFF2-40B4-BE49-F238E27FC236}">
                    <a16:creationId xmlns:a16="http://schemas.microsoft.com/office/drawing/2014/main" id="{4E34E84B-F42E-8C57-5FD6-93A5F8A08737}"/>
                  </a:ext>
                </a:extLst>
              </p:cNvPr>
              <p:cNvPicPr/>
              <p:nvPr/>
            </p:nvPicPr>
            <p:blipFill>
              <a:blip r:embed="rId169"/>
              <a:stretch>
                <a:fillRect/>
              </a:stretch>
            </p:blipFill>
            <p:spPr>
              <a:xfrm>
                <a:off x="9643560" y="3566520"/>
                <a:ext cx="155160" cy="8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0">
            <p14:nvContentPartPr>
              <p14:cNvPr id="101" name="Ink 100">
                <a:extLst>
                  <a:ext uri="{FF2B5EF4-FFF2-40B4-BE49-F238E27FC236}">
                    <a16:creationId xmlns:a16="http://schemas.microsoft.com/office/drawing/2014/main" id="{462A4D4C-1767-4AE6-DC51-DCF5720CBA01}"/>
                  </a:ext>
                </a:extLst>
              </p14:cNvPr>
              <p14:cNvContentPartPr/>
              <p14:nvPr/>
            </p14:nvContentPartPr>
            <p14:xfrm>
              <a:off x="9751920" y="3578760"/>
              <a:ext cx="30240" cy="112320"/>
            </p14:xfrm>
          </p:contentPart>
        </mc:Choice>
        <mc:Fallback xmlns="">
          <p:pic>
            <p:nvPicPr>
              <p:cNvPr id="101" name="Ink 100">
                <a:extLst>
                  <a:ext uri="{FF2B5EF4-FFF2-40B4-BE49-F238E27FC236}">
                    <a16:creationId xmlns:a16="http://schemas.microsoft.com/office/drawing/2014/main" id="{462A4D4C-1767-4AE6-DC51-DCF5720CBA01}"/>
                  </a:ext>
                </a:extLst>
              </p:cNvPr>
              <p:cNvPicPr/>
              <p:nvPr/>
            </p:nvPicPr>
            <p:blipFill>
              <a:blip r:embed="rId171"/>
              <a:stretch>
                <a:fillRect/>
              </a:stretch>
            </p:blipFill>
            <p:spPr>
              <a:xfrm>
                <a:off x="9747600" y="3574440"/>
                <a:ext cx="38880" cy="12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2">
            <p14:nvContentPartPr>
              <p14:cNvPr id="102" name="Ink 101">
                <a:extLst>
                  <a:ext uri="{FF2B5EF4-FFF2-40B4-BE49-F238E27FC236}">
                    <a16:creationId xmlns:a16="http://schemas.microsoft.com/office/drawing/2014/main" id="{61D845AE-2F5F-8771-427C-21CF8536CC0E}"/>
                  </a:ext>
                </a:extLst>
              </p14:cNvPr>
              <p14:cNvContentPartPr/>
              <p14:nvPr/>
            </p14:nvContentPartPr>
            <p14:xfrm>
              <a:off x="10102920" y="3584520"/>
              <a:ext cx="78120" cy="103680"/>
            </p14:xfrm>
          </p:contentPart>
        </mc:Choice>
        <mc:Fallback xmlns="">
          <p:pic>
            <p:nvPicPr>
              <p:cNvPr id="102" name="Ink 101">
                <a:extLst>
                  <a:ext uri="{FF2B5EF4-FFF2-40B4-BE49-F238E27FC236}">
                    <a16:creationId xmlns:a16="http://schemas.microsoft.com/office/drawing/2014/main" id="{61D845AE-2F5F-8771-427C-21CF8536CC0E}"/>
                  </a:ext>
                </a:extLst>
              </p:cNvPr>
              <p:cNvPicPr/>
              <p:nvPr/>
            </p:nvPicPr>
            <p:blipFill>
              <a:blip r:embed="rId173"/>
              <a:stretch>
                <a:fillRect/>
              </a:stretch>
            </p:blipFill>
            <p:spPr>
              <a:xfrm>
                <a:off x="10098600" y="3580200"/>
                <a:ext cx="86760" cy="11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4">
            <p14:nvContentPartPr>
              <p14:cNvPr id="103" name="Ink 102">
                <a:extLst>
                  <a:ext uri="{FF2B5EF4-FFF2-40B4-BE49-F238E27FC236}">
                    <a16:creationId xmlns:a16="http://schemas.microsoft.com/office/drawing/2014/main" id="{EAF27527-812C-5DE1-12AC-3E5F960ACD98}"/>
                  </a:ext>
                </a:extLst>
              </p14:cNvPr>
              <p14:cNvContentPartPr/>
              <p14:nvPr/>
            </p14:nvContentPartPr>
            <p14:xfrm>
              <a:off x="10181400" y="3560400"/>
              <a:ext cx="88200" cy="23400"/>
            </p14:xfrm>
          </p:contentPart>
        </mc:Choice>
        <mc:Fallback xmlns="">
          <p:pic>
            <p:nvPicPr>
              <p:cNvPr id="103" name="Ink 102">
                <a:extLst>
                  <a:ext uri="{FF2B5EF4-FFF2-40B4-BE49-F238E27FC236}">
                    <a16:creationId xmlns:a16="http://schemas.microsoft.com/office/drawing/2014/main" id="{EAF27527-812C-5DE1-12AC-3E5F960ACD98}"/>
                  </a:ext>
                </a:extLst>
              </p:cNvPr>
              <p:cNvPicPr/>
              <p:nvPr/>
            </p:nvPicPr>
            <p:blipFill>
              <a:blip r:embed="rId175"/>
              <a:stretch>
                <a:fillRect/>
              </a:stretch>
            </p:blipFill>
            <p:spPr>
              <a:xfrm>
                <a:off x="10177080" y="3556080"/>
                <a:ext cx="96840" cy="3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6">
            <p14:nvContentPartPr>
              <p14:cNvPr id="104" name="Ink 103">
                <a:extLst>
                  <a:ext uri="{FF2B5EF4-FFF2-40B4-BE49-F238E27FC236}">
                    <a16:creationId xmlns:a16="http://schemas.microsoft.com/office/drawing/2014/main" id="{73243F6F-9CB8-509D-A514-8AADCF5E0355}"/>
                  </a:ext>
                </a:extLst>
              </p14:cNvPr>
              <p14:cNvContentPartPr/>
              <p14:nvPr/>
            </p14:nvContentPartPr>
            <p14:xfrm>
              <a:off x="10689000" y="3533760"/>
              <a:ext cx="91080" cy="162720"/>
            </p14:xfrm>
          </p:contentPart>
        </mc:Choice>
        <mc:Fallback xmlns="">
          <p:pic>
            <p:nvPicPr>
              <p:cNvPr id="104" name="Ink 103">
                <a:extLst>
                  <a:ext uri="{FF2B5EF4-FFF2-40B4-BE49-F238E27FC236}">
                    <a16:creationId xmlns:a16="http://schemas.microsoft.com/office/drawing/2014/main" id="{73243F6F-9CB8-509D-A514-8AADCF5E0355}"/>
                  </a:ext>
                </a:extLst>
              </p:cNvPr>
              <p:cNvPicPr/>
              <p:nvPr/>
            </p:nvPicPr>
            <p:blipFill>
              <a:blip r:embed="rId177"/>
              <a:stretch>
                <a:fillRect/>
              </a:stretch>
            </p:blipFill>
            <p:spPr>
              <a:xfrm>
                <a:off x="10684680" y="3529440"/>
                <a:ext cx="99720" cy="17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8">
            <p14:nvContentPartPr>
              <p14:cNvPr id="105" name="Ink 104">
                <a:extLst>
                  <a:ext uri="{FF2B5EF4-FFF2-40B4-BE49-F238E27FC236}">
                    <a16:creationId xmlns:a16="http://schemas.microsoft.com/office/drawing/2014/main" id="{B35D168C-1BDF-DD5C-2844-4B677BF4A10E}"/>
                  </a:ext>
                </a:extLst>
              </p14:cNvPr>
              <p14:cNvContentPartPr/>
              <p14:nvPr/>
            </p14:nvContentPartPr>
            <p14:xfrm>
              <a:off x="10590360" y="2863440"/>
              <a:ext cx="495360" cy="594360"/>
            </p14:xfrm>
          </p:contentPart>
        </mc:Choice>
        <mc:Fallback xmlns="">
          <p:pic>
            <p:nvPicPr>
              <p:cNvPr id="105" name="Ink 104">
                <a:extLst>
                  <a:ext uri="{FF2B5EF4-FFF2-40B4-BE49-F238E27FC236}">
                    <a16:creationId xmlns:a16="http://schemas.microsoft.com/office/drawing/2014/main" id="{B35D168C-1BDF-DD5C-2844-4B677BF4A10E}"/>
                  </a:ext>
                </a:extLst>
              </p:cNvPr>
              <p:cNvPicPr/>
              <p:nvPr/>
            </p:nvPicPr>
            <p:blipFill>
              <a:blip r:embed="rId179"/>
              <a:stretch>
                <a:fillRect/>
              </a:stretch>
            </p:blipFill>
            <p:spPr>
              <a:xfrm>
                <a:off x="10586040" y="2859120"/>
                <a:ext cx="504000" cy="60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0">
            <p14:nvContentPartPr>
              <p14:cNvPr id="106" name="Ink 105">
                <a:extLst>
                  <a:ext uri="{FF2B5EF4-FFF2-40B4-BE49-F238E27FC236}">
                    <a16:creationId xmlns:a16="http://schemas.microsoft.com/office/drawing/2014/main" id="{4D912E9D-DDAB-CE27-11B2-F0696B48F354}"/>
                  </a:ext>
                </a:extLst>
              </p14:cNvPr>
              <p14:cNvContentPartPr/>
              <p14:nvPr/>
            </p14:nvContentPartPr>
            <p14:xfrm>
              <a:off x="10460760" y="3489840"/>
              <a:ext cx="493560" cy="44280"/>
            </p14:xfrm>
          </p:contentPart>
        </mc:Choice>
        <mc:Fallback xmlns="">
          <p:pic>
            <p:nvPicPr>
              <p:cNvPr id="106" name="Ink 105">
                <a:extLst>
                  <a:ext uri="{FF2B5EF4-FFF2-40B4-BE49-F238E27FC236}">
                    <a16:creationId xmlns:a16="http://schemas.microsoft.com/office/drawing/2014/main" id="{4D912E9D-DDAB-CE27-11B2-F0696B48F354}"/>
                  </a:ext>
                </a:extLst>
              </p:cNvPr>
              <p:cNvPicPr/>
              <p:nvPr/>
            </p:nvPicPr>
            <p:blipFill>
              <a:blip r:embed="rId181"/>
              <a:stretch>
                <a:fillRect/>
              </a:stretch>
            </p:blipFill>
            <p:spPr>
              <a:xfrm>
                <a:off x="10456440" y="3485520"/>
                <a:ext cx="502200" cy="5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2">
            <p14:nvContentPartPr>
              <p14:cNvPr id="108" name="Ink 107">
                <a:extLst>
                  <a:ext uri="{FF2B5EF4-FFF2-40B4-BE49-F238E27FC236}">
                    <a16:creationId xmlns:a16="http://schemas.microsoft.com/office/drawing/2014/main" id="{26B01AE8-E8FA-031F-A02A-59ABD9072A02}"/>
                  </a:ext>
                </a:extLst>
              </p14:cNvPr>
              <p14:cNvContentPartPr/>
              <p14:nvPr/>
            </p14:nvContentPartPr>
            <p14:xfrm>
              <a:off x="8140320" y="5509656"/>
              <a:ext cx="2520" cy="6120"/>
            </p14:xfrm>
          </p:contentPart>
        </mc:Choice>
        <mc:Fallback xmlns="">
          <p:pic>
            <p:nvPicPr>
              <p:cNvPr id="108" name="Ink 107">
                <a:extLst>
                  <a:ext uri="{FF2B5EF4-FFF2-40B4-BE49-F238E27FC236}">
                    <a16:creationId xmlns:a16="http://schemas.microsoft.com/office/drawing/2014/main" id="{26B01AE8-E8FA-031F-A02A-59ABD9072A02}"/>
                  </a:ext>
                </a:extLst>
              </p:cNvPr>
              <p:cNvPicPr/>
              <p:nvPr/>
            </p:nvPicPr>
            <p:blipFill>
              <a:blip r:embed="rId183"/>
              <a:stretch>
                <a:fillRect/>
              </a:stretch>
            </p:blipFill>
            <p:spPr>
              <a:xfrm>
                <a:off x="8136000" y="5505336"/>
                <a:ext cx="11160" cy="14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4">
            <p14:nvContentPartPr>
              <p14:cNvPr id="109" name="Ink 108">
                <a:extLst>
                  <a:ext uri="{FF2B5EF4-FFF2-40B4-BE49-F238E27FC236}">
                    <a16:creationId xmlns:a16="http://schemas.microsoft.com/office/drawing/2014/main" id="{E589AC0B-DA5D-6DA5-3A79-1E2949315BE1}"/>
                  </a:ext>
                </a:extLst>
              </p14:cNvPr>
              <p14:cNvContentPartPr/>
              <p14:nvPr/>
            </p14:nvContentPartPr>
            <p14:xfrm>
              <a:off x="7412760" y="3069216"/>
              <a:ext cx="187920" cy="242280"/>
            </p14:xfrm>
          </p:contentPart>
        </mc:Choice>
        <mc:Fallback xmlns="">
          <p:pic>
            <p:nvPicPr>
              <p:cNvPr id="109" name="Ink 108">
                <a:extLst>
                  <a:ext uri="{FF2B5EF4-FFF2-40B4-BE49-F238E27FC236}">
                    <a16:creationId xmlns:a16="http://schemas.microsoft.com/office/drawing/2014/main" id="{E589AC0B-DA5D-6DA5-3A79-1E2949315BE1}"/>
                  </a:ext>
                </a:extLst>
              </p:cNvPr>
              <p:cNvPicPr/>
              <p:nvPr/>
            </p:nvPicPr>
            <p:blipFill>
              <a:blip r:embed="rId185"/>
              <a:stretch>
                <a:fillRect/>
              </a:stretch>
            </p:blipFill>
            <p:spPr>
              <a:xfrm>
                <a:off x="7408440" y="3064896"/>
                <a:ext cx="196560" cy="250920"/>
              </a:xfrm>
              <a:prstGeom prst="rect">
                <a:avLst/>
              </a:prstGeom>
            </p:spPr>
          </p:pic>
        </mc:Fallback>
      </mc:AlternateContent>
      <p:grpSp>
        <p:nvGrpSpPr>
          <p:cNvPr id="115" name="Group 114">
            <a:extLst>
              <a:ext uri="{FF2B5EF4-FFF2-40B4-BE49-F238E27FC236}">
                <a16:creationId xmlns:a16="http://schemas.microsoft.com/office/drawing/2014/main" id="{87587B73-B3C8-D785-DCB1-F297C0692B55}"/>
              </a:ext>
            </a:extLst>
          </p:cNvPr>
          <p:cNvGrpSpPr/>
          <p:nvPr/>
        </p:nvGrpSpPr>
        <p:grpSpPr>
          <a:xfrm>
            <a:off x="8061120" y="3091536"/>
            <a:ext cx="201960" cy="252000"/>
            <a:chOff x="8061120" y="3091536"/>
            <a:chExt cx="201960" cy="252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CA1285F7-A8D8-BD5D-67C9-47E02DB3F104}"/>
                    </a:ext>
                  </a:extLst>
                </p14:cNvPr>
                <p14:cNvContentPartPr/>
                <p14:nvPr/>
              </p14:nvContentPartPr>
              <p14:xfrm>
                <a:off x="8061120" y="3091536"/>
                <a:ext cx="201960" cy="16956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CA1285F7-A8D8-BD5D-67C9-47E02DB3F104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8056800" y="3087216"/>
                  <a:ext cx="21060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F4AE30F4-DA94-77E2-DB0A-2481D30E17F7}"/>
                    </a:ext>
                  </a:extLst>
                </p14:cNvPr>
                <p14:cNvContentPartPr/>
                <p14:nvPr/>
              </p14:nvContentPartPr>
              <p14:xfrm>
                <a:off x="8153280" y="3170016"/>
                <a:ext cx="59040" cy="17352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F4AE30F4-DA94-77E2-DB0A-2481D30E17F7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8148960" y="3165696"/>
                  <a:ext cx="67680" cy="182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594E1800-A290-FF08-9C7B-78CC2C1C551D}"/>
              </a:ext>
            </a:extLst>
          </p:cNvPr>
          <p:cNvGrpSpPr/>
          <p:nvPr/>
        </p:nvGrpSpPr>
        <p:grpSpPr>
          <a:xfrm>
            <a:off x="8681040" y="3099456"/>
            <a:ext cx="196560" cy="199080"/>
            <a:chOff x="8681040" y="3099456"/>
            <a:chExt cx="196560" cy="199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B5DB77EA-8DDE-BF8E-7F0C-9835E36F34BD}"/>
                    </a:ext>
                  </a:extLst>
                </p14:cNvPr>
                <p14:cNvContentPartPr/>
                <p14:nvPr/>
              </p14:nvContentPartPr>
              <p14:xfrm>
                <a:off x="8681040" y="3110976"/>
                <a:ext cx="124920" cy="18756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B5DB77EA-8DDE-BF8E-7F0C-9835E36F34BD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8676720" y="3106656"/>
                  <a:ext cx="133560" cy="19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6C0563F8-4DD0-62B7-DBAA-162E368F7CBA}"/>
                    </a:ext>
                  </a:extLst>
                </p14:cNvPr>
                <p14:cNvContentPartPr/>
                <p14:nvPr/>
              </p14:nvContentPartPr>
              <p14:xfrm>
                <a:off x="8777880" y="3099456"/>
                <a:ext cx="99720" cy="36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6C0563F8-4DD0-62B7-DBAA-162E368F7CBA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8773560" y="3095136"/>
                  <a:ext cx="108360" cy="9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94">
            <p14:nvContentPartPr>
              <p14:cNvPr id="116" name="Ink 115">
                <a:extLst>
                  <a:ext uri="{FF2B5EF4-FFF2-40B4-BE49-F238E27FC236}">
                    <a16:creationId xmlns:a16="http://schemas.microsoft.com/office/drawing/2014/main" id="{5908663E-618F-ABDD-3812-1C2D770E386B}"/>
                  </a:ext>
                </a:extLst>
              </p14:cNvPr>
              <p14:cNvContentPartPr/>
              <p14:nvPr/>
            </p14:nvContentPartPr>
            <p14:xfrm>
              <a:off x="9240480" y="3157416"/>
              <a:ext cx="160920" cy="209880"/>
            </p14:xfrm>
          </p:contentPart>
        </mc:Choice>
        <mc:Fallback xmlns="">
          <p:pic>
            <p:nvPicPr>
              <p:cNvPr id="116" name="Ink 115">
                <a:extLst>
                  <a:ext uri="{FF2B5EF4-FFF2-40B4-BE49-F238E27FC236}">
                    <a16:creationId xmlns:a16="http://schemas.microsoft.com/office/drawing/2014/main" id="{5908663E-618F-ABDD-3812-1C2D770E386B}"/>
                  </a:ext>
                </a:extLst>
              </p:cNvPr>
              <p:cNvPicPr/>
              <p:nvPr/>
            </p:nvPicPr>
            <p:blipFill>
              <a:blip r:embed="rId195"/>
              <a:stretch>
                <a:fillRect/>
              </a:stretch>
            </p:blipFill>
            <p:spPr>
              <a:xfrm>
                <a:off x="9236160" y="3153096"/>
                <a:ext cx="169560" cy="21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6">
            <p14:nvContentPartPr>
              <p14:cNvPr id="117" name="Ink 116">
                <a:extLst>
                  <a:ext uri="{FF2B5EF4-FFF2-40B4-BE49-F238E27FC236}">
                    <a16:creationId xmlns:a16="http://schemas.microsoft.com/office/drawing/2014/main" id="{09CAA2AA-3D12-1981-59C3-90F9B8C022A4}"/>
                  </a:ext>
                </a:extLst>
              </p14:cNvPr>
              <p14:cNvContentPartPr/>
              <p14:nvPr/>
            </p14:nvContentPartPr>
            <p14:xfrm>
              <a:off x="9745920" y="3099456"/>
              <a:ext cx="7200" cy="185400"/>
            </p14:xfrm>
          </p:contentPart>
        </mc:Choice>
        <mc:Fallback xmlns="">
          <p:pic>
            <p:nvPicPr>
              <p:cNvPr id="117" name="Ink 116">
                <a:extLst>
                  <a:ext uri="{FF2B5EF4-FFF2-40B4-BE49-F238E27FC236}">
                    <a16:creationId xmlns:a16="http://schemas.microsoft.com/office/drawing/2014/main" id="{09CAA2AA-3D12-1981-59C3-90F9B8C022A4}"/>
                  </a:ext>
                </a:extLst>
              </p:cNvPr>
              <p:cNvPicPr/>
              <p:nvPr/>
            </p:nvPicPr>
            <p:blipFill>
              <a:blip r:embed="rId197"/>
              <a:stretch>
                <a:fillRect/>
              </a:stretch>
            </p:blipFill>
            <p:spPr>
              <a:xfrm>
                <a:off x="9741600" y="3095136"/>
                <a:ext cx="15840" cy="19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8">
            <p14:nvContentPartPr>
              <p14:cNvPr id="118" name="Ink 117">
                <a:extLst>
                  <a:ext uri="{FF2B5EF4-FFF2-40B4-BE49-F238E27FC236}">
                    <a16:creationId xmlns:a16="http://schemas.microsoft.com/office/drawing/2014/main" id="{718CFE2F-1ECE-6D47-8BCE-29EFC2B412D6}"/>
                  </a:ext>
                </a:extLst>
              </p14:cNvPr>
              <p14:cNvContentPartPr/>
              <p14:nvPr/>
            </p14:nvContentPartPr>
            <p14:xfrm>
              <a:off x="10163880" y="3173256"/>
              <a:ext cx="286920" cy="153720"/>
            </p14:xfrm>
          </p:contentPart>
        </mc:Choice>
        <mc:Fallback xmlns="">
          <p:pic>
            <p:nvPicPr>
              <p:cNvPr id="118" name="Ink 117">
                <a:extLst>
                  <a:ext uri="{FF2B5EF4-FFF2-40B4-BE49-F238E27FC236}">
                    <a16:creationId xmlns:a16="http://schemas.microsoft.com/office/drawing/2014/main" id="{718CFE2F-1ECE-6D47-8BCE-29EFC2B412D6}"/>
                  </a:ext>
                </a:extLst>
              </p:cNvPr>
              <p:cNvPicPr/>
              <p:nvPr/>
            </p:nvPicPr>
            <p:blipFill>
              <a:blip r:embed="rId199"/>
              <a:stretch>
                <a:fillRect/>
              </a:stretch>
            </p:blipFill>
            <p:spPr>
              <a:xfrm>
                <a:off x="10159560" y="3168936"/>
                <a:ext cx="295560" cy="16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0">
            <p14:nvContentPartPr>
              <p14:cNvPr id="119" name="Ink 118">
                <a:extLst>
                  <a:ext uri="{FF2B5EF4-FFF2-40B4-BE49-F238E27FC236}">
                    <a16:creationId xmlns:a16="http://schemas.microsoft.com/office/drawing/2014/main" id="{5113EEF9-206E-7ACB-8276-6017A50F78EB}"/>
                  </a:ext>
                </a:extLst>
              </p14:cNvPr>
              <p14:cNvContentPartPr/>
              <p14:nvPr/>
            </p14:nvContentPartPr>
            <p14:xfrm>
              <a:off x="10644840" y="3134016"/>
              <a:ext cx="254160" cy="183960"/>
            </p14:xfrm>
          </p:contentPart>
        </mc:Choice>
        <mc:Fallback xmlns="">
          <p:pic>
            <p:nvPicPr>
              <p:cNvPr id="119" name="Ink 118">
                <a:extLst>
                  <a:ext uri="{FF2B5EF4-FFF2-40B4-BE49-F238E27FC236}">
                    <a16:creationId xmlns:a16="http://schemas.microsoft.com/office/drawing/2014/main" id="{5113EEF9-206E-7ACB-8276-6017A50F78EB}"/>
                  </a:ext>
                </a:extLst>
              </p:cNvPr>
              <p:cNvPicPr/>
              <p:nvPr/>
            </p:nvPicPr>
            <p:blipFill>
              <a:blip r:embed="rId201"/>
              <a:stretch>
                <a:fillRect/>
              </a:stretch>
            </p:blipFill>
            <p:spPr>
              <a:xfrm>
                <a:off x="10640520" y="3129696"/>
                <a:ext cx="262800" cy="192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658649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683B9913-2919-62BB-501D-09861C130A41}"/>
                  </a:ext>
                </a:extLst>
              </p14:cNvPr>
              <p14:cNvContentPartPr/>
              <p14:nvPr/>
            </p14:nvContentPartPr>
            <p14:xfrm>
              <a:off x="563760" y="557496"/>
              <a:ext cx="1268640" cy="9057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683B9913-2919-62BB-501D-09861C130A4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59440" y="553176"/>
                <a:ext cx="1277280" cy="91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6EDA2352-58B9-59E5-02F8-9FCC82E4CBF2}"/>
                  </a:ext>
                </a:extLst>
              </p14:cNvPr>
              <p14:cNvContentPartPr/>
              <p14:nvPr/>
            </p14:nvContentPartPr>
            <p14:xfrm>
              <a:off x="2194560" y="1567656"/>
              <a:ext cx="1445760" cy="39924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6EDA2352-58B9-59E5-02F8-9FCC82E4CBF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190240" y="1563336"/>
                <a:ext cx="1454400" cy="40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BF10388A-A545-E362-9D2E-E05822C5BEC6}"/>
                  </a:ext>
                </a:extLst>
              </p14:cNvPr>
              <p14:cNvContentPartPr/>
              <p14:nvPr/>
            </p14:nvContentPartPr>
            <p14:xfrm>
              <a:off x="1062720" y="963936"/>
              <a:ext cx="127440" cy="14040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BF10388A-A545-E362-9D2E-E05822C5BEC6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058400" y="959616"/>
                <a:ext cx="136080" cy="14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1D2B11D2-B369-DD68-E9A0-7E796F4EC4D7}"/>
                  </a:ext>
                </a:extLst>
              </p14:cNvPr>
              <p14:cNvContentPartPr/>
              <p14:nvPr/>
            </p14:nvContentPartPr>
            <p14:xfrm>
              <a:off x="1219680" y="984816"/>
              <a:ext cx="120600" cy="10332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1D2B11D2-B369-DD68-E9A0-7E796F4EC4D7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215360" y="980496"/>
                <a:ext cx="129240" cy="11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04378707-22AB-6617-E84A-A67A133579A4}"/>
                  </a:ext>
                </a:extLst>
              </p14:cNvPr>
              <p14:cNvContentPartPr/>
              <p14:nvPr/>
            </p14:nvContentPartPr>
            <p14:xfrm>
              <a:off x="1413720" y="1018296"/>
              <a:ext cx="74520" cy="5544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04378707-22AB-6617-E84A-A67A133579A4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409400" y="1013976"/>
                <a:ext cx="83160" cy="6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F2F8E213-224E-10AD-4B3D-589642B13711}"/>
                  </a:ext>
                </a:extLst>
              </p14:cNvPr>
              <p14:cNvContentPartPr/>
              <p14:nvPr/>
            </p14:nvContentPartPr>
            <p14:xfrm>
              <a:off x="1501560" y="853056"/>
              <a:ext cx="180720" cy="22608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F2F8E213-224E-10AD-4B3D-589642B13711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497240" y="848736"/>
                <a:ext cx="189360" cy="234720"/>
              </a:xfrm>
              <a:prstGeom prst="rect">
                <a:avLst/>
              </a:prstGeom>
            </p:spPr>
          </p:pic>
        </mc:Fallback>
      </mc:AlternateContent>
      <p:grpSp>
        <p:nvGrpSpPr>
          <p:cNvPr id="46" name="Group 45">
            <a:extLst>
              <a:ext uri="{FF2B5EF4-FFF2-40B4-BE49-F238E27FC236}">
                <a16:creationId xmlns:a16="http://schemas.microsoft.com/office/drawing/2014/main" id="{2DA58F5D-F75A-9A16-30DD-94AF4164C482}"/>
              </a:ext>
            </a:extLst>
          </p:cNvPr>
          <p:cNvGrpSpPr/>
          <p:nvPr/>
        </p:nvGrpSpPr>
        <p:grpSpPr>
          <a:xfrm>
            <a:off x="2716560" y="2166336"/>
            <a:ext cx="1977840" cy="997200"/>
            <a:chOff x="2716560" y="2166336"/>
            <a:chExt cx="1977840" cy="997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80A122DC-6096-2929-5A40-DA6AA7AC64D9}"/>
                    </a:ext>
                  </a:extLst>
                </p14:cNvPr>
                <p14:cNvContentPartPr/>
                <p14:nvPr/>
              </p14:nvContentPartPr>
              <p14:xfrm>
                <a:off x="2762640" y="2166336"/>
                <a:ext cx="32760" cy="40176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80A122DC-6096-2929-5A40-DA6AA7AC64D9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758320" y="2162016"/>
                  <a:ext cx="41400" cy="41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085ED3AD-B9C3-F4B7-7723-AD273E97956A}"/>
                    </a:ext>
                  </a:extLst>
                </p14:cNvPr>
                <p14:cNvContentPartPr/>
                <p14:nvPr/>
              </p14:nvContentPartPr>
              <p14:xfrm>
                <a:off x="2716560" y="2496816"/>
                <a:ext cx="51120" cy="12492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085ED3AD-B9C3-F4B7-7723-AD273E97956A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712240" y="2492496"/>
                  <a:ext cx="5976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D43C3967-7637-3303-86B7-5DBC0233A8AC}"/>
                    </a:ext>
                  </a:extLst>
                </p14:cNvPr>
                <p14:cNvContentPartPr/>
                <p14:nvPr/>
              </p14:nvContentPartPr>
              <p14:xfrm>
                <a:off x="2751480" y="2498976"/>
                <a:ext cx="74160" cy="14148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D43C3967-7637-3303-86B7-5DBC0233A8AC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747160" y="2494656"/>
                  <a:ext cx="8280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33982BD5-40BD-0FD7-4B78-EFD90FD6DC8A}"/>
                    </a:ext>
                  </a:extLst>
                </p14:cNvPr>
                <p14:cNvContentPartPr/>
                <p14:nvPr/>
              </p14:nvContentPartPr>
              <p14:xfrm>
                <a:off x="3052440" y="2644416"/>
                <a:ext cx="87480" cy="15408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33982BD5-40BD-0FD7-4B78-EFD90FD6DC8A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048120" y="2640096"/>
                  <a:ext cx="96120" cy="16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CB5B17EF-006F-6F21-5877-5B6A843C8201}"/>
                    </a:ext>
                  </a:extLst>
                </p14:cNvPr>
                <p14:cNvContentPartPr/>
                <p14:nvPr/>
              </p14:nvContentPartPr>
              <p14:xfrm>
                <a:off x="3192480" y="2693016"/>
                <a:ext cx="199080" cy="8280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CB5B17EF-006F-6F21-5877-5B6A843C8201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188160" y="2688696"/>
                  <a:ext cx="207720" cy="9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89A5C241-0BAD-C2EB-1896-3AD301BFE855}"/>
                    </a:ext>
                  </a:extLst>
                </p14:cNvPr>
                <p14:cNvContentPartPr/>
                <p14:nvPr/>
              </p14:nvContentPartPr>
              <p14:xfrm>
                <a:off x="3393000" y="2683656"/>
                <a:ext cx="123120" cy="9288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89A5C241-0BAD-C2EB-1896-3AD301BFE855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388680" y="2679336"/>
                  <a:ext cx="13176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D2FBDDD1-5A10-7683-B98D-D7F12676F141}"/>
                    </a:ext>
                  </a:extLst>
                </p14:cNvPr>
                <p14:cNvContentPartPr/>
                <p14:nvPr/>
              </p14:nvContentPartPr>
              <p14:xfrm>
                <a:off x="3553560" y="2609856"/>
                <a:ext cx="178920" cy="14940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D2FBDDD1-5A10-7683-B98D-D7F12676F141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549240" y="2605536"/>
                  <a:ext cx="18756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E168E32E-5294-3255-1ED5-B93FB376BEE3}"/>
                    </a:ext>
                  </a:extLst>
                </p14:cNvPr>
                <p14:cNvContentPartPr/>
                <p14:nvPr/>
              </p14:nvContentPartPr>
              <p14:xfrm>
                <a:off x="3899520" y="2648016"/>
                <a:ext cx="111240" cy="8820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E168E32E-5294-3255-1ED5-B93FB376BEE3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895200" y="2643696"/>
                  <a:ext cx="11988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C68A22CB-24C9-8949-C4F6-6D55358584EA}"/>
                    </a:ext>
                  </a:extLst>
                </p14:cNvPr>
                <p14:cNvContentPartPr/>
                <p14:nvPr/>
              </p14:nvContentPartPr>
              <p14:xfrm>
                <a:off x="4058640" y="2626056"/>
                <a:ext cx="99720" cy="9720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C68A22CB-24C9-8949-C4F6-6D55358584EA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054320" y="2621736"/>
                  <a:ext cx="10836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9F2A81EA-D953-ECBC-D9E3-08E67AF926CA}"/>
                    </a:ext>
                  </a:extLst>
                </p14:cNvPr>
                <p14:cNvContentPartPr/>
                <p14:nvPr/>
              </p14:nvContentPartPr>
              <p14:xfrm>
                <a:off x="4237560" y="2668896"/>
                <a:ext cx="151920" cy="5220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9F2A81EA-D953-ECBC-D9E3-08E67AF926CA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233240" y="2664576"/>
                  <a:ext cx="16056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A73E0CC9-885D-6562-8903-17024B3FCE4B}"/>
                    </a:ext>
                  </a:extLst>
                </p14:cNvPr>
                <p14:cNvContentPartPr/>
                <p14:nvPr/>
              </p14:nvContentPartPr>
              <p14:xfrm>
                <a:off x="4469040" y="2499336"/>
                <a:ext cx="225360" cy="26568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A73E0CC9-885D-6562-8903-17024B3FCE4B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464720" y="2495016"/>
                  <a:ext cx="234000" cy="27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1F10E1F8-8E6C-17C2-0422-360FAE12C30B}"/>
                    </a:ext>
                  </a:extLst>
                </p14:cNvPr>
                <p14:cNvContentPartPr/>
                <p14:nvPr/>
              </p14:nvContentPartPr>
              <p14:xfrm>
                <a:off x="3120840" y="2993256"/>
                <a:ext cx="5040" cy="17028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1F10E1F8-8E6C-17C2-0422-360FAE12C30B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116520" y="2988936"/>
                  <a:ext cx="1368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8152FE84-B60A-0B8E-F590-3D0D41F896C3}"/>
                    </a:ext>
                  </a:extLst>
                </p14:cNvPr>
                <p14:cNvContentPartPr/>
                <p14:nvPr/>
              </p14:nvContentPartPr>
              <p14:xfrm>
                <a:off x="3199320" y="2932056"/>
                <a:ext cx="39600" cy="6948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8152FE84-B60A-0B8E-F590-3D0D41F896C3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3195000" y="2927736"/>
                  <a:ext cx="4824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F977A6D6-7DE6-C928-8CB7-19718A9080A3}"/>
                    </a:ext>
                  </a:extLst>
                </p14:cNvPr>
                <p14:cNvContentPartPr/>
                <p14:nvPr/>
              </p14:nvContentPartPr>
              <p14:xfrm>
                <a:off x="3321720" y="2952936"/>
                <a:ext cx="72360" cy="7416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F977A6D6-7DE6-C928-8CB7-19718A9080A3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3317400" y="2948616"/>
                  <a:ext cx="81000" cy="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7F967BB9-C75D-C8C1-7B0A-7EF8411A3753}"/>
                    </a:ext>
                  </a:extLst>
                </p14:cNvPr>
                <p14:cNvContentPartPr/>
                <p14:nvPr/>
              </p14:nvContentPartPr>
              <p14:xfrm>
                <a:off x="3464280" y="2916936"/>
                <a:ext cx="35640" cy="9180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7F967BB9-C75D-C8C1-7B0A-7EF8411A3753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3459960" y="2912616"/>
                  <a:ext cx="4428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14DA3D3C-376E-024E-4726-4FAC56DD280A}"/>
                    </a:ext>
                  </a:extLst>
                </p14:cNvPr>
                <p14:cNvContentPartPr/>
                <p14:nvPr/>
              </p14:nvContentPartPr>
              <p14:xfrm>
                <a:off x="3587400" y="2877696"/>
                <a:ext cx="39600" cy="11016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14DA3D3C-376E-024E-4726-4FAC56DD280A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3583080" y="2873376"/>
                  <a:ext cx="4824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ED5C2D9B-55A1-2F46-EBD1-B3E60CAF79AA}"/>
                    </a:ext>
                  </a:extLst>
                </p14:cNvPr>
                <p14:cNvContentPartPr/>
                <p14:nvPr/>
              </p14:nvContentPartPr>
              <p14:xfrm>
                <a:off x="3606120" y="2927376"/>
                <a:ext cx="86760" cy="4068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ED5C2D9B-55A1-2F46-EBD1-B3E60CAF79AA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3601800" y="2923056"/>
                  <a:ext cx="9540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145AD4EF-A804-0551-298C-7FB75CD1D4FF}"/>
                    </a:ext>
                  </a:extLst>
                </p14:cNvPr>
                <p14:cNvContentPartPr/>
                <p14:nvPr/>
              </p14:nvContentPartPr>
              <p14:xfrm>
                <a:off x="3809160" y="2838456"/>
                <a:ext cx="14400" cy="2916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145AD4EF-A804-0551-298C-7FB75CD1D4FF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3804840" y="2834136"/>
                  <a:ext cx="2304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FE4F6916-17BC-19C2-100D-6C674D33D494}"/>
                    </a:ext>
                  </a:extLst>
                </p14:cNvPr>
                <p14:cNvContentPartPr/>
                <p14:nvPr/>
              </p14:nvContentPartPr>
              <p14:xfrm>
                <a:off x="3813840" y="2911176"/>
                <a:ext cx="92880" cy="7560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FE4F6916-17BC-19C2-100D-6C674D33D494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3809520" y="2906856"/>
                  <a:ext cx="10152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A7435539-522A-9F62-D0C6-D479B8C36603}"/>
                    </a:ext>
                  </a:extLst>
                </p14:cNvPr>
                <p14:cNvContentPartPr/>
                <p14:nvPr/>
              </p14:nvContentPartPr>
              <p14:xfrm>
                <a:off x="3975480" y="2820096"/>
                <a:ext cx="62640" cy="17604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A7435539-522A-9F62-D0C6-D479B8C36603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3971160" y="2815776"/>
                  <a:ext cx="7128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2718B722-114D-B71A-EE12-3396F8AD95DD}"/>
                    </a:ext>
                  </a:extLst>
                </p14:cNvPr>
                <p14:cNvContentPartPr/>
                <p14:nvPr/>
              </p14:nvContentPartPr>
              <p14:xfrm>
                <a:off x="4032000" y="2898936"/>
                <a:ext cx="68040" cy="12564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2718B722-114D-B71A-EE12-3396F8AD95DD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4027680" y="2894616"/>
                  <a:ext cx="7668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B25DB05B-CA15-ED06-8848-95922437633F}"/>
                    </a:ext>
                  </a:extLst>
                </p14:cNvPr>
                <p14:cNvContentPartPr/>
                <p14:nvPr/>
              </p14:nvContentPartPr>
              <p14:xfrm>
                <a:off x="4166640" y="2944656"/>
                <a:ext cx="77400" cy="8244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B25DB05B-CA15-ED06-8848-95922437633F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4162320" y="2940336"/>
                  <a:ext cx="86040" cy="91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BCB8C736-24FA-7091-686D-E27C50287F18}"/>
                  </a:ext>
                </a:extLst>
              </p14:cNvPr>
              <p14:cNvContentPartPr/>
              <p14:nvPr/>
            </p14:nvContentPartPr>
            <p14:xfrm>
              <a:off x="2109240" y="949896"/>
              <a:ext cx="677520" cy="71532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BCB8C736-24FA-7091-686D-E27C50287F18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2104920" y="945576"/>
                <a:ext cx="686160" cy="72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FA2EF3B4-0B87-322D-9D2F-6886ECD0F91B}"/>
                  </a:ext>
                </a:extLst>
              </p14:cNvPr>
              <p14:cNvContentPartPr/>
              <p14:nvPr/>
            </p14:nvContentPartPr>
            <p14:xfrm>
              <a:off x="2662560" y="1586736"/>
              <a:ext cx="79920" cy="12888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FA2EF3B4-0B87-322D-9D2F-6886ECD0F91B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2658240" y="1582416"/>
                <a:ext cx="88560" cy="13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9663D0B0-A436-CF71-3CEA-7339A06A5340}"/>
                  </a:ext>
                </a:extLst>
              </p14:cNvPr>
              <p14:cNvContentPartPr/>
              <p14:nvPr/>
            </p14:nvContentPartPr>
            <p14:xfrm>
              <a:off x="2739600" y="1603296"/>
              <a:ext cx="104400" cy="13500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9663D0B0-A436-CF71-3CEA-7339A06A5340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2735280" y="1598976"/>
                <a:ext cx="113040" cy="14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3C0CD1F3-F081-4607-CC69-DB3729121949}"/>
                  </a:ext>
                </a:extLst>
              </p14:cNvPr>
              <p14:cNvContentPartPr/>
              <p14:nvPr/>
            </p14:nvContentPartPr>
            <p14:xfrm>
              <a:off x="3859920" y="1593576"/>
              <a:ext cx="141480" cy="9432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3C0CD1F3-F081-4607-CC69-DB3729121949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3855600" y="1589256"/>
                <a:ext cx="150120" cy="102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E9F05BA7-5A85-76C7-06C4-00D365423F9A}"/>
                  </a:ext>
                </a:extLst>
              </p14:cNvPr>
              <p14:cNvContentPartPr/>
              <p14:nvPr/>
            </p14:nvContentPartPr>
            <p14:xfrm>
              <a:off x="4047120" y="1603656"/>
              <a:ext cx="85680" cy="7488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E9F05BA7-5A85-76C7-06C4-00D365423F9A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4042800" y="1599336"/>
                <a:ext cx="94320" cy="8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874CDCF3-AE33-0C11-7BFC-AC9AAFB39E46}"/>
                  </a:ext>
                </a:extLst>
              </p14:cNvPr>
              <p14:cNvContentPartPr/>
              <p14:nvPr/>
            </p14:nvContentPartPr>
            <p14:xfrm>
              <a:off x="4156200" y="1609776"/>
              <a:ext cx="152280" cy="9468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874CDCF3-AE33-0C11-7BFC-AC9AAFB39E46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4151880" y="1605456"/>
                <a:ext cx="160920" cy="10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99C245E7-F5AC-31CB-00CE-E6B61C14567B}"/>
                  </a:ext>
                </a:extLst>
              </p14:cNvPr>
              <p14:cNvContentPartPr/>
              <p14:nvPr/>
            </p14:nvContentPartPr>
            <p14:xfrm>
              <a:off x="4375080" y="1388016"/>
              <a:ext cx="131400" cy="33516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99C245E7-F5AC-31CB-00CE-E6B61C14567B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4370760" y="1383696"/>
                <a:ext cx="140040" cy="34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FC0B6E70-C51D-96D8-88A9-454934936678}"/>
                  </a:ext>
                </a:extLst>
              </p14:cNvPr>
              <p14:cNvContentPartPr/>
              <p14:nvPr/>
            </p14:nvContentPartPr>
            <p14:xfrm>
              <a:off x="2388600" y="1789056"/>
              <a:ext cx="236520" cy="106200"/>
            </p14:xfrm>
          </p:contentPart>
        </mc:Choice>
        <mc:Fallback xmlns=""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FC0B6E70-C51D-96D8-88A9-454934936678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2384280" y="1784736"/>
                <a:ext cx="245160" cy="11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100C49CB-0735-4A12-FE7E-3FA7210EE73D}"/>
                  </a:ext>
                </a:extLst>
              </p14:cNvPr>
              <p14:cNvContentPartPr/>
              <p14:nvPr/>
            </p14:nvContentPartPr>
            <p14:xfrm>
              <a:off x="2749680" y="1745856"/>
              <a:ext cx="478080" cy="147240"/>
            </p14:xfrm>
          </p:contentPart>
        </mc:Choice>
        <mc:Fallback xmlns=""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100C49CB-0735-4A12-FE7E-3FA7210EE73D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2745360" y="1741536"/>
                <a:ext cx="486720" cy="15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AE17C569-F4CD-4FAD-5C14-F70429B42F24}"/>
                  </a:ext>
                </a:extLst>
              </p14:cNvPr>
              <p14:cNvContentPartPr/>
              <p14:nvPr/>
            </p14:nvContentPartPr>
            <p14:xfrm>
              <a:off x="3095640" y="1515096"/>
              <a:ext cx="28080" cy="55800"/>
            </p14:xfrm>
          </p:contentPart>
        </mc:Choice>
        <mc:Fallback xmlns=""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AE17C569-F4CD-4FAD-5C14-F70429B42F24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3091320" y="1510776"/>
                <a:ext cx="36720" cy="6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65E52779-09E3-A5C3-027A-790330861A08}"/>
                  </a:ext>
                </a:extLst>
              </p14:cNvPr>
              <p14:cNvContentPartPr/>
              <p14:nvPr/>
            </p14:nvContentPartPr>
            <p14:xfrm>
              <a:off x="3033000" y="1631736"/>
              <a:ext cx="113400" cy="129600"/>
            </p14:xfrm>
          </p:contentPart>
        </mc:Choice>
        <mc:Fallback xmlns=""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65E52779-09E3-A5C3-027A-790330861A08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3028680" y="1627416"/>
                <a:ext cx="122040" cy="138240"/>
              </a:xfrm>
              <a:prstGeom prst="rect">
                <a:avLst/>
              </a:prstGeom>
            </p:spPr>
          </p:pic>
        </mc:Fallback>
      </mc:AlternateContent>
      <p:grpSp>
        <p:nvGrpSpPr>
          <p:cNvPr id="65" name="Group 64">
            <a:extLst>
              <a:ext uri="{FF2B5EF4-FFF2-40B4-BE49-F238E27FC236}">
                <a16:creationId xmlns:a16="http://schemas.microsoft.com/office/drawing/2014/main" id="{753CA17B-A9EA-9FBD-6C97-C2AE956D5D8A}"/>
              </a:ext>
            </a:extLst>
          </p:cNvPr>
          <p:cNvGrpSpPr/>
          <p:nvPr/>
        </p:nvGrpSpPr>
        <p:grpSpPr>
          <a:xfrm>
            <a:off x="3247920" y="718056"/>
            <a:ext cx="1695960" cy="574200"/>
            <a:chOff x="3247920" y="718056"/>
            <a:chExt cx="1695960" cy="574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8443BAD9-7540-317A-A746-CAE18461F0CA}"/>
                    </a:ext>
                  </a:extLst>
                </p14:cNvPr>
                <p14:cNvContentPartPr/>
                <p14:nvPr/>
              </p14:nvContentPartPr>
              <p14:xfrm>
                <a:off x="3444120" y="1048536"/>
                <a:ext cx="90360" cy="2016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8443BAD9-7540-317A-A746-CAE18461F0CA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3439800" y="1044216"/>
                  <a:ext cx="9900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59E6803A-0B09-803F-4563-73A5CC8C40B2}"/>
                    </a:ext>
                  </a:extLst>
                </p14:cNvPr>
                <p14:cNvContentPartPr/>
                <p14:nvPr/>
              </p14:nvContentPartPr>
              <p14:xfrm>
                <a:off x="3247920" y="1219176"/>
                <a:ext cx="34920" cy="7308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59E6803A-0B09-803F-4563-73A5CC8C40B2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3243600" y="1214856"/>
                  <a:ext cx="4356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468FECBB-CAE5-CEAD-ED3D-E6086FD320F2}"/>
                    </a:ext>
                  </a:extLst>
                </p14:cNvPr>
                <p14:cNvContentPartPr/>
                <p14:nvPr/>
              </p14:nvContentPartPr>
              <p14:xfrm>
                <a:off x="3721320" y="800496"/>
                <a:ext cx="86400" cy="26028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468FECBB-CAE5-CEAD-ED3D-E6086FD320F2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3717000" y="796176"/>
                  <a:ext cx="95040" cy="26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76D7A616-CE14-E58B-D8ED-804636879DFC}"/>
                    </a:ext>
                  </a:extLst>
                </p14:cNvPr>
                <p14:cNvContentPartPr/>
                <p14:nvPr/>
              </p14:nvContentPartPr>
              <p14:xfrm>
                <a:off x="3892320" y="1031256"/>
                <a:ext cx="28080" cy="5472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76D7A616-CE14-E58B-D8ED-804636879DFC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3888000" y="1026936"/>
                  <a:ext cx="3672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3471EB88-80BB-52CC-56A9-7E3B3A0312F3}"/>
                    </a:ext>
                  </a:extLst>
                </p14:cNvPr>
                <p14:cNvContentPartPr/>
                <p14:nvPr/>
              </p14:nvContentPartPr>
              <p14:xfrm>
                <a:off x="3968640" y="867096"/>
                <a:ext cx="11880" cy="8568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3471EB88-80BB-52CC-56A9-7E3B3A0312F3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3964320" y="862776"/>
                  <a:ext cx="2052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99F2B11C-5F57-6719-371D-A519F49BB7A6}"/>
                    </a:ext>
                  </a:extLst>
                </p14:cNvPr>
                <p14:cNvContentPartPr/>
                <p14:nvPr/>
              </p14:nvContentPartPr>
              <p14:xfrm>
                <a:off x="3857760" y="998856"/>
                <a:ext cx="201240" cy="27540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99F2B11C-5F57-6719-371D-A519F49BB7A6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3853440" y="994536"/>
                  <a:ext cx="209880" cy="28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29FFAC97-F3F7-76E5-974A-3B44C4ADEEA1}"/>
                    </a:ext>
                  </a:extLst>
                </p14:cNvPr>
                <p14:cNvContentPartPr/>
                <p14:nvPr/>
              </p14:nvContentPartPr>
              <p14:xfrm>
                <a:off x="4229640" y="718056"/>
                <a:ext cx="101880" cy="34740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29FFAC97-F3F7-76E5-974A-3B44C4ADEEA1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4225320" y="713736"/>
                  <a:ext cx="110520" cy="35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4B870ED5-2FD1-1ED1-F93E-931040A1AF5F}"/>
                    </a:ext>
                  </a:extLst>
                </p14:cNvPr>
                <p14:cNvContentPartPr/>
                <p14:nvPr/>
              </p14:nvContentPartPr>
              <p14:xfrm>
                <a:off x="4325040" y="983736"/>
                <a:ext cx="80280" cy="6264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4B870ED5-2FD1-1ED1-F93E-931040A1AF5F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4320720" y="979416"/>
                  <a:ext cx="8892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99041481-CBA8-C6AC-C85D-706688561800}"/>
                    </a:ext>
                  </a:extLst>
                </p14:cNvPr>
                <p14:cNvContentPartPr/>
                <p14:nvPr/>
              </p14:nvContentPartPr>
              <p14:xfrm>
                <a:off x="4442040" y="1002096"/>
                <a:ext cx="208080" cy="5364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99041481-CBA8-C6AC-C85D-706688561800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4437720" y="997776"/>
                  <a:ext cx="21672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E96A6D0D-18E1-7F97-1D7F-5B33BCC7BE34}"/>
                    </a:ext>
                  </a:extLst>
                </p14:cNvPr>
                <p14:cNvContentPartPr/>
                <p14:nvPr/>
              </p14:nvContentPartPr>
              <p14:xfrm>
                <a:off x="4673160" y="1028736"/>
                <a:ext cx="25920" cy="11016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E96A6D0D-18E1-7F97-1D7F-5B33BCC7BE34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4668840" y="1024416"/>
                  <a:ext cx="3456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EF29FCF1-C9C7-9472-E8BA-792141F35670}"/>
                    </a:ext>
                  </a:extLst>
                </p14:cNvPr>
                <p14:cNvContentPartPr/>
                <p14:nvPr/>
              </p14:nvContentPartPr>
              <p14:xfrm>
                <a:off x="4721760" y="937656"/>
                <a:ext cx="63000" cy="7704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EF29FCF1-C9C7-9472-E8BA-792141F35670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4717440" y="933336"/>
                  <a:ext cx="7164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09DF2146-6B7A-B14D-0948-C24540FA6F1A}"/>
                    </a:ext>
                  </a:extLst>
                </p14:cNvPr>
                <p14:cNvContentPartPr/>
                <p14:nvPr/>
              </p14:nvContentPartPr>
              <p14:xfrm>
                <a:off x="4754160" y="926136"/>
                <a:ext cx="189720" cy="9036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09DF2146-6B7A-B14D-0948-C24540FA6F1A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4749840" y="921816"/>
                  <a:ext cx="198360" cy="99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1870326A-2054-A37B-13D8-BF30252ADB12}"/>
              </a:ext>
            </a:extLst>
          </p:cNvPr>
          <p:cNvGrpSpPr/>
          <p:nvPr/>
        </p:nvGrpSpPr>
        <p:grpSpPr>
          <a:xfrm>
            <a:off x="468000" y="3101616"/>
            <a:ext cx="680760" cy="360000"/>
            <a:chOff x="468000" y="3101616"/>
            <a:chExt cx="680760" cy="360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B1E3EA5A-B20F-B617-A11C-EBAACD414832}"/>
                    </a:ext>
                  </a:extLst>
                </p14:cNvPr>
                <p14:cNvContentPartPr/>
                <p14:nvPr/>
              </p14:nvContentPartPr>
              <p14:xfrm>
                <a:off x="468000" y="3256776"/>
                <a:ext cx="140400" cy="18864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B1E3EA5A-B20F-B617-A11C-EBAACD414832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463680" y="3252456"/>
                  <a:ext cx="14904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D4EB4C9C-CA7B-AEB5-7EA8-EB62BAC713FD}"/>
                    </a:ext>
                  </a:extLst>
                </p14:cNvPr>
                <p14:cNvContentPartPr/>
                <p14:nvPr/>
              </p14:nvContentPartPr>
              <p14:xfrm>
                <a:off x="677160" y="3370896"/>
                <a:ext cx="18720" cy="4788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D4EB4C9C-CA7B-AEB5-7EA8-EB62BAC713FD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672840" y="3366576"/>
                  <a:ext cx="2736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1C8A1D23-B097-5680-0A73-00163ADF9732}"/>
                    </a:ext>
                  </a:extLst>
                </p14:cNvPr>
                <p14:cNvContentPartPr/>
                <p14:nvPr/>
              </p14:nvContentPartPr>
              <p14:xfrm>
                <a:off x="760320" y="3208176"/>
                <a:ext cx="23400" cy="3276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1C8A1D23-B097-5680-0A73-00163ADF9732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756000" y="3203856"/>
                  <a:ext cx="3204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D66126D9-3CF7-1D3C-36C1-5015E3098B9A}"/>
                    </a:ext>
                  </a:extLst>
                </p14:cNvPr>
                <p14:cNvContentPartPr/>
                <p14:nvPr/>
              </p14:nvContentPartPr>
              <p14:xfrm>
                <a:off x="790200" y="3101616"/>
                <a:ext cx="180360" cy="36000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D66126D9-3CF7-1D3C-36C1-5015E3098B9A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785880" y="3097296"/>
                  <a:ext cx="189000" cy="36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8EC0697A-E921-D2A4-A6CF-A1EFE42B5CE7}"/>
                    </a:ext>
                  </a:extLst>
                </p14:cNvPr>
                <p14:cNvContentPartPr/>
                <p14:nvPr/>
              </p14:nvContentPartPr>
              <p14:xfrm>
                <a:off x="760320" y="3322296"/>
                <a:ext cx="145800" cy="1080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8EC0697A-E921-D2A4-A6CF-A1EFE42B5CE7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756000" y="3317976"/>
                  <a:ext cx="154440" cy="1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BFE71384-6CE0-65CB-5581-88B4D06F0C64}"/>
                    </a:ext>
                  </a:extLst>
                </p14:cNvPr>
                <p14:cNvContentPartPr/>
                <p14:nvPr/>
              </p14:nvContentPartPr>
              <p14:xfrm>
                <a:off x="1002600" y="3229056"/>
                <a:ext cx="63000" cy="19620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BFE71384-6CE0-65CB-5581-88B4D06F0C64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998280" y="3224736"/>
                  <a:ext cx="71640" cy="20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BAB0E825-877A-1350-104F-F471E5F7F681}"/>
                    </a:ext>
                  </a:extLst>
                </p14:cNvPr>
                <p14:cNvContentPartPr/>
                <p14:nvPr/>
              </p14:nvContentPartPr>
              <p14:xfrm>
                <a:off x="984240" y="3345696"/>
                <a:ext cx="164520" cy="36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BAB0E825-877A-1350-104F-F471E5F7F681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979920" y="3341376"/>
                  <a:ext cx="173160" cy="9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18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1C89CF6C-0C4C-1BE5-6CAA-75BE443F6A8D}"/>
                  </a:ext>
                </a:extLst>
              </p14:cNvPr>
              <p14:cNvContentPartPr/>
              <p14:nvPr/>
            </p14:nvContentPartPr>
            <p14:xfrm>
              <a:off x="402120" y="3589056"/>
              <a:ext cx="988920" cy="82440"/>
            </p14:xfrm>
          </p:contentPart>
        </mc:Choice>
        <mc:Fallback xmlns=""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1C89CF6C-0C4C-1BE5-6CAA-75BE443F6A8D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397800" y="3584736"/>
                <a:ext cx="997560" cy="91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209479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49DDE-D90A-5CD8-0312-A52329411B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Heap Sort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5A4D51-2B95-7B4F-9631-4718A1DEF5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 err="1"/>
              <a:t>Heapify</a:t>
            </a:r>
            <a:r>
              <a:rPr lang="en-US" dirty="0"/>
              <a:t> or </a:t>
            </a:r>
            <a:r>
              <a:rPr lang="en-US" dirty="0" err="1"/>
              <a:t>BuidHeap</a:t>
            </a:r>
            <a:r>
              <a:rPr lang="en-US" dirty="0"/>
              <a:t> (this is an operation that runs in n log n time)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Heap Sort</a:t>
            </a:r>
          </a:p>
          <a:p>
            <a:endParaRPr lang="en-US" dirty="0"/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4981743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91B04F-10A2-4749-9C39-BB10959B3F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3F735414-25AF-7CD6-C276-685952042112}"/>
                  </a:ext>
                </a:extLst>
              </p14:cNvPr>
              <p14:cNvContentPartPr/>
              <p14:nvPr/>
            </p14:nvContentPartPr>
            <p14:xfrm>
              <a:off x="2524680" y="1214280"/>
              <a:ext cx="88920" cy="12204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3F735414-25AF-7CD6-C276-68595204211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520360" y="1209960"/>
                <a:ext cx="97560" cy="13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82861237-6AE2-7D23-4E7E-FFAE2B106280}"/>
                  </a:ext>
                </a:extLst>
              </p14:cNvPr>
              <p14:cNvContentPartPr/>
              <p14:nvPr/>
            </p14:nvContentPartPr>
            <p14:xfrm>
              <a:off x="1896480" y="2032200"/>
              <a:ext cx="34920" cy="1155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82861237-6AE2-7D23-4E7E-FFAE2B10628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892160" y="2027880"/>
                <a:ext cx="43560" cy="12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D24696C2-95BA-2D37-1CD6-F6FECAD97834}"/>
                  </a:ext>
                </a:extLst>
              </p14:cNvPr>
              <p14:cNvContentPartPr/>
              <p14:nvPr/>
            </p14:nvContentPartPr>
            <p14:xfrm>
              <a:off x="3065400" y="2070360"/>
              <a:ext cx="115560" cy="867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D24696C2-95BA-2D37-1CD6-F6FECAD97834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061080" y="2066040"/>
                <a:ext cx="124200" cy="9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EC5495D4-BD7B-89F7-1188-6E7138FF3D5F}"/>
                  </a:ext>
                </a:extLst>
              </p14:cNvPr>
              <p14:cNvContentPartPr/>
              <p14:nvPr/>
            </p14:nvContentPartPr>
            <p14:xfrm>
              <a:off x="1323720" y="510840"/>
              <a:ext cx="152640" cy="1425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EC5495D4-BD7B-89F7-1188-6E7138FF3D5F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319400" y="506520"/>
                <a:ext cx="161280" cy="15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6C400326-B66C-BABD-6E39-8ECB4157451C}"/>
                  </a:ext>
                </a:extLst>
              </p14:cNvPr>
              <p14:cNvContentPartPr/>
              <p14:nvPr/>
            </p14:nvContentPartPr>
            <p14:xfrm>
              <a:off x="1478160" y="532800"/>
              <a:ext cx="70920" cy="8568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6C400326-B66C-BABD-6E39-8ECB4157451C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473840" y="528480"/>
                <a:ext cx="79560" cy="9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E8C616EB-F94C-2427-B672-E096A56EFED1}"/>
                  </a:ext>
                </a:extLst>
              </p14:cNvPr>
              <p14:cNvContentPartPr/>
              <p14:nvPr/>
            </p14:nvContentPartPr>
            <p14:xfrm>
              <a:off x="1577520" y="544320"/>
              <a:ext cx="77760" cy="669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E8C616EB-F94C-2427-B672-E096A56EFED1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573200" y="540000"/>
                <a:ext cx="86400" cy="7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6EF6E017-A86D-8626-2BD4-A09718CB8B85}"/>
                  </a:ext>
                </a:extLst>
              </p14:cNvPr>
              <p14:cNvContentPartPr/>
              <p14:nvPr/>
            </p14:nvContentPartPr>
            <p14:xfrm>
              <a:off x="1713960" y="443880"/>
              <a:ext cx="99720" cy="16380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6EF6E017-A86D-8626-2BD4-A09718CB8B85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709640" y="439560"/>
                <a:ext cx="108360" cy="17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60E5ED8A-1E4F-AEE8-134F-F1AD4D751896}"/>
                  </a:ext>
                </a:extLst>
              </p14:cNvPr>
              <p14:cNvContentPartPr/>
              <p14:nvPr/>
            </p14:nvContentPartPr>
            <p14:xfrm>
              <a:off x="1709280" y="510840"/>
              <a:ext cx="148320" cy="252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60E5ED8A-1E4F-AEE8-134F-F1AD4D751896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704960" y="506520"/>
                <a:ext cx="156960" cy="1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D24E2D48-C0D7-EC72-C8AA-1AD7E1A5EAA7}"/>
                  </a:ext>
                </a:extLst>
              </p14:cNvPr>
              <p14:cNvContentPartPr/>
              <p14:nvPr/>
            </p14:nvContentPartPr>
            <p14:xfrm>
              <a:off x="2256840" y="473760"/>
              <a:ext cx="297720" cy="33948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D24E2D48-C0D7-EC72-C8AA-1AD7E1A5EAA7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2252520" y="469440"/>
                <a:ext cx="306360" cy="34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9041D73E-CAE0-75B5-BAEE-60EC2F15CD09}"/>
                  </a:ext>
                </a:extLst>
              </p14:cNvPr>
              <p14:cNvContentPartPr/>
              <p14:nvPr/>
            </p14:nvContentPartPr>
            <p14:xfrm>
              <a:off x="2443320" y="740880"/>
              <a:ext cx="93240" cy="5148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9041D73E-CAE0-75B5-BAEE-60EC2F15CD09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2439000" y="736560"/>
                <a:ext cx="101880" cy="6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792F0038-E685-D995-985C-001F055D8FA5}"/>
                  </a:ext>
                </a:extLst>
              </p14:cNvPr>
              <p14:cNvContentPartPr/>
              <p14:nvPr/>
            </p14:nvContentPartPr>
            <p14:xfrm>
              <a:off x="2526480" y="727200"/>
              <a:ext cx="95760" cy="9720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792F0038-E685-D995-985C-001F055D8FA5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2522160" y="722880"/>
                <a:ext cx="104400" cy="10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A4A436F7-9ECE-03D2-91AF-4B39E4A066D0}"/>
                  </a:ext>
                </a:extLst>
              </p14:cNvPr>
              <p14:cNvContentPartPr/>
              <p14:nvPr/>
            </p14:nvContentPartPr>
            <p14:xfrm>
              <a:off x="2354040" y="780480"/>
              <a:ext cx="381600" cy="40788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A4A436F7-9ECE-03D2-91AF-4B39E4A066D0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2349720" y="776160"/>
                <a:ext cx="390240" cy="41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FC9E5154-E4E0-D78E-59D2-733E248AE6B4}"/>
                  </a:ext>
                </a:extLst>
              </p14:cNvPr>
              <p14:cNvContentPartPr/>
              <p14:nvPr/>
            </p14:nvContentPartPr>
            <p14:xfrm>
              <a:off x="2210760" y="1139040"/>
              <a:ext cx="220320" cy="47844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FC9E5154-E4E0-D78E-59D2-733E248AE6B4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2206440" y="1134720"/>
                <a:ext cx="228960" cy="48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CCB3A15C-FAC4-3C56-7B95-2072630878D0}"/>
                  </a:ext>
                </a:extLst>
              </p14:cNvPr>
              <p14:cNvContentPartPr/>
              <p14:nvPr/>
            </p14:nvContentPartPr>
            <p14:xfrm>
              <a:off x="1753200" y="1575000"/>
              <a:ext cx="508680" cy="42300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CCB3A15C-FAC4-3C56-7B95-2072630878D0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1748880" y="1570680"/>
                <a:ext cx="517320" cy="43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72410591-E872-F2AB-4551-647590AB8792}"/>
                  </a:ext>
                </a:extLst>
              </p14:cNvPr>
              <p14:cNvContentPartPr/>
              <p14:nvPr/>
            </p14:nvContentPartPr>
            <p14:xfrm>
              <a:off x="2640960" y="1171440"/>
              <a:ext cx="441000" cy="46224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72410591-E872-F2AB-4551-647590AB8792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2636640" y="1167120"/>
                <a:ext cx="449640" cy="47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C383D547-F6F5-2B5D-60D7-FAA60A03C559}"/>
                  </a:ext>
                </a:extLst>
              </p14:cNvPr>
              <p14:cNvContentPartPr/>
              <p14:nvPr/>
            </p14:nvContentPartPr>
            <p14:xfrm>
              <a:off x="2824200" y="1628640"/>
              <a:ext cx="521640" cy="38808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C383D547-F6F5-2B5D-60D7-FAA60A03C559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2819880" y="1624320"/>
                <a:ext cx="530280" cy="39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7692D2E8-62E8-8E73-B6B9-3C117023D4E1}"/>
                  </a:ext>
                </a:extLst>
              </p14:cNvPr>
              <p14:cNvContentPartPr/>
              <p14:nvPr/>
            </p14:nvContentPartPr>
            <p14:xfrm>
              <a:off x="1455120" y="1971360"/>
              <a:ext cx="344880" cy="66924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7692D2E8-62E8-8E73-B6B9-3C117023D4E1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1450800" y="1967040"/>
                <a:ext cx="353520" cy="67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D33B67E1-FBE1-0FEF-B7FB-C2795D6E3333}"/>
                  </a:ext>
                </a:extLst>
              </p14:cNvPr>
              <p14:cNvContentPartPr/>
              <p14:nvPr/>
            </p14:nvContentPartPr>
            <p14:xfrm>
              <a:off x="906120" y="2576160"/>
              <a:ext cx="676080" cy="71208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D33B67E1-FBE1-0FEF-B7FB-C2795D6E3333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901800" y="2571840"/>
                <a:ext cx="684720" cy="72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45A3E2F6-FEBE-3B68-1F02-AE0AC93E3727}"/>
                  </a:ext>
                </a:extLst>
              </p14:cNvPr>
              <p14:cNvContentPartPr/>
              <p14:nvPr/>
            </p14:nvContentPartPr>
            <p14:xfrm>
              <a:off x="2090160" y="2001960"/>
              <a:ext cx="56160" cy="87804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45A3E2F6-FEBE-3B68-1F02-AE0AC93E3727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2085840" y="1997640"/>
                <a:ext cx="64800" cy="88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BAFC1CA4-6843-12B2-E39A-62038B94916E}"/>
                  </a:ext>
                </a:extLst>
              </p14:cNvPr>
              <p14:cNvContentPartPr/>
              <p14:nvPr/>
            </p14:nvContentPartPr>
            <p14:xfrm>
              <a:off x="1806480" y="2653200"/>
              <a:ext cx="594000" cy="75060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BAFC1CA4-6843-12B2-E39A-62038B94916E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1802160" y="2648880"/>
                <a:ext cx="602640" cy="75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52B65439-E1DF-F511-726B-428634426D47}"/>
                  </a:ext>
                </a:extLst>
              </p14:cNvPr>
              <p14:cNvContentPartPr/>
              <p14:nvPr/>
            </p14:nvContentPartPr>
            <p14:xfrm>
              <a:off x="2704680" y="1971720"/>
              <a:ext cx="282600" cy="74484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52B65439-E1DF-F511-726B-428634426D47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2700360" y="1967400"/>
                <a:ext cx="291240" cy="75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B99A7D9B-6C94-237A-257D-EC91476361A8}"/>
                  </a:ext>
                </a:extLst>
              </p14:cNvPr>
              <p14:cNvContentPartPr/>
              <p14:nvPr/>
            </p14:nvContentPartPr>
            <p14:xfrm>
              <a:off x="2485080" y="2699280"/>
              <a:ext cx="532080" cy="62676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B99A7D9B-6C94-237A-257D-EC91476361A8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2480760" y="2694960"/>
                <a:ext cx="540720" cy="63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59504EFE-DED3-4493-635E-139253EC5269}"/>
                  </a:ext>
                </a:extLst>
              </p14:cNvPr>
              <p14:cNvContentPartPr/>
              <p14:nvPr/>
            </p14:nvContentPartPr>
            <p14:xfrm>
              <a:off x="3231720" y="1986840"/>
              <a:ext cx="362880" cy="62388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59504EFE-DED3-4493-635E-139253EC5269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3227400" y="1982520"/>
                <a:ext cx="371520" cy="632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A66D2335-EEAA-5735-F6A9-3DBBC29160DA}"/>
                  </a:ext>
                </a:extLst>
              </p14:cNvPr>
              <p14:cNvContentPartPr/>
              <p14:nvPr/>
            </p14:nvContentPartPr>
            <p14:xfrm>
              <a:off x="3312000" y="2602440"/>
              <a:ext cx="568800" cy="63000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A66D2335-EEAA-5735-F6A9-3DBBC29160DA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3307680" y="2598120"/>
                <a:ext cx="577440" cy="63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F9C66871-9F68-C576-C871-53FC2B64A499}"/>
                  </a:ext>
                </a:extLst>
              </p14:cNvPr>
              <p14:cNvContentPartPr/>
              <p14:nvPr/>
            </p14:nvContentPartPr>
            <p14:xfrm>
              <a:off x="952200" y="3337920"/>
              <a:ext cx="97200" cy="13212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F9C66871-9F68-C576-C871-53FC2B64A499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947880" y="3333600"/>
                <a:ext cx="105840" cy="14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248C4D77-E05E-BD0A-9B44-F62B90B7AAD6}"/>
                  </a:ext>
                </a:extLst>
              </p14:cNvPr>
              <p14:cNvContentPartPr/>
              <p14:nvPr/>
            </p14:nvContentPartPr>
            <p14:xfrm>
              <a:off x="1896480" y="3444840"/>
              <a:ext cx="141120" cy="8892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248C4D77-E05E-BD0A-9B44-F62B90B7AAD6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1892160" y="3440520"/>
                <a:ext cx="149760" cy="9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3617F8A6-5C93-E758-A83F-4084D8F2886F}"/>
                  </a:ext>
                </a:extLst>
              </p14:cNvPr>
              <p14:cNvContentPartPr/>
              <p14:nvPr/>
            </p14:nvContentPartPr>
            <p14:xfrm>
              <a:off x="1971360" y="3483720"/>
              <a:ext cx="27000" cy="11016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3617F8A6-5C93-E758-A83F-4084D8F2886F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1967040" y="3479400"/>
                <a:ext cx="35640" cy="11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C21FDD3E-D0F7-3226-30A9-F7BC089C5846}"/>
                  </a:ext>
                </a:extLst>
              </p14:cNvPr>
              <p14:cNvContentPartPr/>
              <p14:nvPr/>
            </p14:nvContentPartPr>
            <p14:xfrm>
              <a:off x="2640600" y="3411000"/>
              <a:ext cx="73440" cy="10152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C21FDD3E-D0F7-3226-30A9-F7BC089C5846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2636280" y="3406680"/>
                <a:ext cx="82080" cy="11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0F2E9D96-78EF-A556-38C5-6BB3768E3B51}"/>
                  </a:ext>
                </a:extLst>
              </p14:cNvPr>
              <p14:cNvContentPartPr/>
              <p14:nvPr/>
            </p14:nvContentPartPr>
            <p14:xfrm>
              <a:off x="2707200" y="3404880"/>
              <a:ext cx="95040" cy="1080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0F2E9D96-78EF-A556-38C5-6BB3768E3B51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2702880" y="3400560"/>
                <a:ext cx="103680" cy="1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A9DB38ED-7CFE-B4CC-1724-51F56BBBAD5E}"/>
                  </a:ext>
                </a:extLst>
              </p14:cNvPr>
              <p14:cNvContentPartPr/>
              <p14:nvPr/>
            </p14:nvContentPartPr>
            <p14:xfrm>
              <a:off x="3620160" y="3285720"/>
              <a:ext cx="133920" cy="14328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A9DB38ED-7CFE-B4CC-1724-51F56BBBAD5E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3615840" y="3281400"/>
                <a:ext cx="142560" cy="15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2D734F80-6139-9298-2C00-DECEF5343965}"/>
                  </a:ext>
                </a:extLst>
              </p14:cNvPr>
              <p14:cNvContentPartPr/>
              <p14:nvPr/>
            </p14:nvContentPartPr>
            <p14:xfrm>
              <a:off x="3039840" y="1753200"/>
              <a:ext cx="113400" cy="16920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2D734F80-6139-9298-2C00-DECEF5343965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3035520" y="1748880"/>
                <a:ext cx="122040" cy="17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8D52EE09-180B-03FD-A7DF-8ED9C6612F70}"/>
                  </a:ext>
                </a:extLst>
              </p14:cNvPr>
              <p14:cNvContentPartPr/>
              <p14:nvPr/>
            </p14:nvContentPartPr>
            <p14:xfrm>
              <a:off x="3097800" y="1782720"/>
              <a:ext cx="101520" cy="756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8D52EE09-180B-03FD-A7DF-8ED9C6612F70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3093480" y="1778400"/>
                <a:ext cx="110160" cy="1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C6687E4B-06BE-5A19-2949-F3AA1B3E332F}"/>
                  </a:ext>
                </a:extLst>
              </p14:cNvPr>
              <p14:cNvContentPartPr/>
              <p14:nvPr/>
            </p14:nvContentPartPr>
            <p14:xfrm>
              <a:off x="1090440" y="2908440"/>
              <a:ext cx="210240" cy="16668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C6687E4B-06BE-5A19-2949-F3AA1B3E332F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1086120" y="2904120"/>
                <a:ext cx="218880" cy="17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8C229EE2-AA44-FAE9-BB4E-022358D72F9B}"/>
                  </a:ext>
                </a:extLst>
              </p14:cNvPr>
              <p14:cNvContentPartPr/>
              <p14:nvPr/>
            </p14:nvContentPartPr>
            <p14:xfrm>
              <a:off x="2651760" y="2980080"/>
              <a:ext cx="152640" cy="16920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8C229EE2-AA44-FAE9-BB4E-022358D72F9B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2647440" y="2975760"/>
                <a:ext cx="161280" cy="17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E8BF9EB3-64E4-F580-B27D-9B21C5A56F65}"/>
                  </a:ext>
                </a:extLst>
              </p14:cNvPr>
              <p14:cNvContentPartPr/>
              <p14:nvPr/>
            </p14:nvContentPartPr>
            <p14:xfrm>
              <a:off x="3503160" y="2903040"/>
              <a:ext cx="145800" cy="15588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E8BF9EB3-64E4-F580-B27D-9B21C5A56F65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3498840" y="2898720"/>
                <a:ext cx="154440" cy="16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252B4299-7EBC-50C9-55F5-0A475760AE52}"/>
                  </a:ext>
                </a:extLst>
              </p14:cNvPr>
              <p14:cNvContentPartPr/>
              <p14:nvPr/>
            </p14:nvContentPartPr>
            <p14:xfrm>
              <a:off x="2049120" y="2988576"/>
              <a:ext cx="37440" cy="20808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252B4299-7EBC-50C9-55F5-0A475760AE52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2044800" y="2984256"/>
                <a:ext cx="46080" cy="21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154E05D4-74CA-905F-E49A-2F60CF905122}"/>
                  </a:ext>
                </a:extLst>
              </p14:cNvPr>
              <p14:cNvContentPartPr/>
              <p14:nvPr/>
            </p14:nvContentPartPr>
            <p14:xfrm>
              <a:off x="2462760" y="850896"/>
              <a:ext cx="157320" cy="25452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154E05D4-74CA-905F-E49A-2F60CF905122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2458440" y="846576"/>
                <a:ext cx="165960" cy="26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E6F0ADB8-F8E6-A27E-6385-3389A30B6B13}"/>
                  </a:ext>
                </a:extLst>
              </p14:cNvPr>
              <p14:cNvContentPartPr/>
              <p14:nvPr/>
            </p14:nvContentPartPr>
            <p14:xfrm>
              <a:off x="1940760" y="1711656"/>
              <a:ext cx="189720" cy="16164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E6F0ADB8-F8E6-A27E-6385-3389A30B6B13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1936440" y="1707336"/>
                <a:ext cx="198360" cy="17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827B8D41-1E73-9B36-8952-BB04555DD52C}"/>
                  </a:ext>
                </a:extLst>
              </p14:cNvPr>
              <p14:cNvContentPartPr/>
              <p14:nvPr/>
            </p14:nvContentPartPr>
            <p14:xfrm>
              <a:off x="2046600" y="1776096"/>
              <a:ext cx="46800" cy="17460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827B8D41-1E73-9B36-8952-BB04555DD52C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2042280" y="1771776"/>
                <a:ext cx="55440" cy="183240"/>
              </a:xfrm>
              <a:prstGeom prst="rect">
                <a:avLst/>
              </a:prstGeom>
            </p:spPr>
          </p:pic>
        </mc:Fallback>
      </mc:AlternateContent>
      <p:grpSp>
        <p:nvGrpSpPr>
          <p:cNvPr id="75" name="Group 74">
            <a:extLst>
              <a:ext uri="{FF2B5EF4-FFF2-40B4-BE49-F238E27FC236}">
                <a16:creationId xmlns:a16="http://schemas.microsoft.com/office/drawing/2014/main" id="{62943F42-A1F2-3410-AB72-13083CC02736}"/>
              </a:ext>
            </a:extLst>
          </p:cNvPr>
          <p:cNvGrpSpPr/>
          <p:nvPr/>
        </p:nvGrpSpPr>
        <p:grpSpPr>
          <a:xfrm>
            <a:off x="4407480" y="972936"/>
            <a:ext cx="776520" cy="460440"/>
            <a:chOff x="4407480" y="972936"/>
            <a:chExt cx="776520" cy="460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0E0A07B2-DDDD-BC06-A58A-EB66354233AF}"/>
                    </a:ext>
                  </a:extLst>
                </p14:cNvPr>
                <p14:cNvContentPartPr/>
                <p14:nvPr/>
              </p14:nvContentPartPr>
              <p14:xfrm>
                <a:off x="4613040" y="1134936"/>
                <a:ext cx="115920" cy="29592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0E0A07B2-DDDD-BC06-A58A-EB66354233AF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4608720" y="1130616"/>
                  <a:ext cx="124560" cy="30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F45621E7-27D2-A583-4D2E-6EA47FC51C8B}"/>
                    </a:ext>
                  </a:extLst>
                </p14:cNvPr>
                <p14:cNvContentPartPr/>
                <p14:nvPr/>
              </p14:nvContentPartPr>
              <p14:xfrm>
                <a:off x="4407480" y="972936"/>
                <a:ext cx="691200" cy="46044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F45621E7-27D2-A583-4D2E-6EA47FC51C8B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4403160" y="968616"/>
                  <a:ext cx="699840" cy="46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BE76A0FC-F962-4A1F-0C84-E9854DA58F6B}"/>
                    </a:ext>
                  </a:extLst>
                </p14:cNvPr>
                <p14:cNvContentPartPr/>
                <p14:nvPr/>
              </p14:nvContentPartPr>
              <p14:xfrm>
                <a:off x="5045040" y="1343016"/>
                <a:ext cx="34920" cy="5472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BE76A0FC-F962-4A1F-0C84-E9854DA58F6B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5040720" y="1338696"/>
                  <a:ext cx="4356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A515EA98-AB0C-488D-6D64-F78C259CD8FE}"/>
                    </a:ext>
                  </a:extLst>
                </p14:cNvPr>
                <p14:cNvContentPartPr/>
                <p14:nvPr/>
              </p14:nvContentPartPr>
              <p14:xfrm>
                <a:off x="5070600" y="1222776"/>
                <a:ext cx="16560" cy="3276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A515EA98-AB0C-488D-6D64-F78C259CD8FE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5066280" y="1218456"/>
                  <a:ext cx="2520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75B7D12B-A620-843F-DF00-C6EFE8BB06F4}"/>
                    </a:ext>
                  </a:extLst>
                </p14:cNvPr>
                <p14:cNvContentPartPr/>
                <p14:nvPr/>
              </p14:nvContentPartPr>
              <p14:xfrm>
                <a:off x="5105160" y="1274616"/>
                <a:ext cx="78840" cy="14364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75B7D12B-A620-843F-DF00-C6EFE8BB06F4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5100840" y="1270296"/>
                  <a:ext cx="87480" cy="152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5D4FD454-50CD-331C-57F7-77A9D9305781}"/>
              </a:ext>
            </a:extLst>
          </p:cNvPr>
          <p:cNvGrpSpPr/>
          <p:nvPr/>
        </p:nvGrpSpPr>
        <p:grpSpPr>
          <a:xfrm>
            <a:off x="5467320" y="988776"/>
            <a:ext cx="1104840" cy="398160"/>
            <a:chOff x="5467320" y="988776"/>
            <a:chExt cx="1104840" cy="398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45C77D2A-4F2E-54D0-BE9E-048CD1AD6A34}"/>
                    </a:ext>
                  </a:extLst>
                </p14:cNvPr>
                <p14:cNvContentPartPr/>
                <p14:nvPr/>
              </p14:nvContentPartPr>
              <p14:xfrm>
                <a:off x="5467320" y="1218096"/>
                <a:ext cx="135360" cy="16884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45C77D2A-4F2E-54D0-BE9E-048CD1AD6A34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5463000" y="1213776"/>
                  <a:ext cx="14400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8EBC8133-6F01-579E-31E4-22FE6D9AD0A0}"/>
                    </a:ext>
                  </a:extLst>
                </p14:cNvPr>
                <p14:cNvContentPartPr/>
                <p14:nvPr/>
              </p14:nvContentPartPr>
              <p14:xfrm>
                <a:off x="5684760" y="1033416"/>
                <a:ext cx="157320" cy="31860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8EBC8133-6F01-579E-31E4-22FE6D9AD0A0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5680440" y="1029096"/>
                  <a:ext cx="165960" cy="32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1C4D0969-0C11-D811-10A0-BBC612759AF5}"/>
                    </a:ext>
                  </a:extLst>
                </p14:cNvPr>
                <p14:cNvContentPartPr/>
                <p14:nvPr/>
              </p14:nvContentPartPr>
              <p14:xfrm>
                <a:off x="5836320" y="1272456"/>
                <a:ext cx="310680" cy="10116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1C4D0969-0C11-D811-10A0-BBC612759AF5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5832000" y="1268136"/>
                  <a:ext cx="31932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5EB288D3-4F2F-3EAB-BF99-26B8CADD2718}"/>
                    </a:ext>
                  </a:extLst>
                </p14:cNvPr>
                <p14:cNvContentPartPr/>
                <p14:nvPr/>
              </p14:nvContentPartPr>
              <p14:xfrm>
                <a:off x="6190920" y="1107216"/>
                <a:ext cx="113400" cy="23256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5EB288D3-4F2F-3EAB-BF99-26B8CADD2718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6186600" y="1102896"/>
                  <a:ext cx="122040" cy="24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27757767-4D88-0DBD-EEDC-0E8A9CB77560}"/>
                    </a:ext>
                  </a:extLst>
                </p14:cNvPr>
                <p14:cNvContentPartPr/>
                <p14:nvPr/>
              </p14:nvContentPartPr>
              <p14:xfrm>
                <a:off x="6255360" y="988776"/>
                <a:ext cx="316800" cy="34812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27757767-4D88-0DBD-EEDC-0E8A9CB77560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6251040" y="984456"/>
                  <a:ext cx="325440" cy="356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6012A5BA-3BDD-9199-9EB1-6B0FCF285C99}"/>
              </a:ext>
            </a:extLst>
          </p:cNvPr>
          <p:cNvGrpSpPr/>
          <p:nvPr/>
        </p:nvGrpSpPr>
        <p:grpSpPr>
          <a:xfrm>
            <a:off x="6796080" y="946656"/>
            <a:ext cx="337320" cy="373320"/>
            <a:chOff x="6796080" y="946656"/>
            <a:chExt cx="337320" cy="373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0C8F4839-B952-5630-217E-D4BA45338E12}"/>
                    </a:ext>
                  </a:extLst>
                </p14:cNvPr>
                <p14:cNvContentPartPr/>
                <p14:nvPr/>
              </p14:nvContentPartPr>
              <p14:xfrm>
                <a:off x="6796080" y="946656"/>
                <a:ext cx="127800" cy="37332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0C8F4839-B952-5630-217E-D4BA45338E12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6791760" y="942336"/>
                  <a:ext cx="136440" cy="38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4B7B677E-687A-8004-8D60-49AE5839F927}"/>
                    </a:ext>
                  </a:extLst>
                </p14:cNvPr>
                <p14:cNvContentPartPr/>
                <p14:nvPr/>
              </p14:nvContentPartPr>
              <p14:xfrm>
                <a:off x="7000920" y="1196496"/>
                <a:ext cx="132480" cy="6840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4B7B677E-687A-8004-8D60-49AE5839F927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6996600" y="1192176"/>
                  <a:ext cx="141120" cy="77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04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3529C757-8698-C834-7E77-BFAE873CC0A1}"/>
                  </a:ext>
                </a:extLst>
              </p14:cNvPr>
              <p14:cNvContentPartPr/>
              <p14:nvPr/>
            </p14:nvContentPartPr>
            <p14:xfrm>
              <a:off x="7329600" y="1162656"/>
              <a:ext cx="224280" cy="115560"/>
            </p14:xfrm>
          </p:contentPart>
        </mc:Choice>
        <mc:Fallback xmlns=""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3529C757-8698-C834-7E77-BFAE873CC0A1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7325280" y="1158336"/>
                <a:ext cx="232920" cy="124200"/>
              </a:xfrm>
              <a:prstGeom prst="rect">
                <a:avLst/>
              </a:prstGeom>
            </p:spPr>
          </p:pic>
        </mc:Fallback>
      </mc:AlternateContent>
      <p:grpSp>
        <p:nvGrpSpPr>
          <p:cNvPr id="72" name="Group 71">
            <a:extLst>
              <a:ext uri="{FF2B5EF4-FFF2-40B4-BE49-F238E27FC236}">
                <a16:creationId xmlns:a16="http://schemas.microsoft.com/office/drawing/2014/main" id="{07D73F73-B7BA-DA01-FAFC-62461043822F}"/>
              </a:ext>
            </a:extLst>
          </p:cNvPr>
          <p:cNvGrpSpPr/>
          <p:nvPr/>
        </p:nvGrpSpPr>
        <p:grpSpPr>
          <a:xfrm>
            <a:off x="7923240" y="869256"/>
            <a:ext cx="1582560" cy="506520"/>
            <a:chOff x="7923240" y="869256"/>
            <a:chExt cx="1582560" cy="506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D62256F9-BAE9-2EC2-98A2-FD7AED9A4230}"/>
                    </a:ext>
                  </a:extLst>
                </p14:cNvPr>
                <p14:cNvContentPartPr/>
                <p14:nvPr/>
              </p14:nvContentPartPr>
              <p14:xfrm>
                <a:off x="7923240" y="976896"/>
                <a:ext cx="353880" cy="25200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D62256F9-BAE9-2EC2-98A2-FD7AED9A4230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7918920" y="972576"/>
                  <a:ext cx="362520" cy="26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21B706A0-5141-EA4A-AFE1-2E92CDAA1A1C}"/>
                    </a:ext>
                  </a:extLst>
                </p14:cNvPr>
                <p14:cNvContentPartPr/>
                <p14:nvPr/>
              </p14:nvContentPartPr>
              <p14:xfrm>
                <a:off x="8287920" y="1105056"/>
                <a:ext cx="141480" cy="10476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21B706A0-5141-EA4A-AFE1-2E92CDAA1A1C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8283600" y="1100736"/>
                  <a:ext cx="15012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039E998D-57F4-175D-CE1A-05B176B8CCDC}"/>
                    </a:ext>
                  </a:extLst>
                </p14:cNvPr>
                <p14:cNvContentPartPr/>
                <p14:nvPr/>
              </p14:nvContentPartPr>
              <p14:xfrm>
                <a:off x="8429040" y="1051776"/>
                <a:ext cx="113400" cy="13752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039E998D-57F4-175D-CE1A-05B176B8CCDC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8424720" y="1047456"/>
                  <a:ext cx="12204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C1C5341D-EA21-83EB-A260-5BDC2CEBDA2A}"/>
                    </a:ext>
                  </a:extLst>
                </p14:cNvPr>
                <p14:cNvContentPartPr/>
                <p14:nvPr/>
              </p14:nvContentPartPr>
              <p14:xfrm>
                <a:off x="8424360" y="1061136"/>
                <a:ext cx="171360" cy="13968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C1C5341D-EA21-83EB-A260-5BDC2CEBDA2A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8420040" y="1056816"/>
                  <a:ext cx="18000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27CAC048-5C9B-97D3-C47E-D16687E0A365}"/>
                    </a:ext>
                  </a:extLst>
                </p14:cNvPr>
                <p14:cNvContentPartPr/>
                <p14:nvPr/>
              </p14:nvContentPartPr>
              <p14:xfrm>
                <a:off x="8648640" y="1157976"/>
                <a:ext cx="76680" cy="612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27CAC048-5C9B-97D3-C47E-D16687E0A365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8644320" y="1153656"/>
                  <a:ext cx="85320" cy="1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88896673-C1F0-D815-E9E9-B5B886D4B40B}"/>
                    </a:ext>
                  </a:extLst>
                </p14:cNvPr>
                <p14:cNvContentPartPr/>
                <p14:nvPr/>
              </p14:nvContentPartPr>
              <p14:xfrm>
                <a:off x="8881920" y="869256"/>
                <a:ext cx="360" cy="36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88896673-C1F0-D815-E9E9-B5B886D4B40B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8877600" y="864936"/>
                  <a:ext cx="900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63B3FEF7-E587-85A1-A7B3-C3492DCF8F67}"/>
                    </a:ext>
                  </a:extLst>
                </p14:cNvPr>
                <p14:cNvContentPartPr/>
                <p14:nvPr/>
              </p14:nvContentPartPr>
              <p14:xfrm>
                <a:off x="8826480" y="869256"/>
                <a:ext cx="55800" cy="30744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63B3FEF7-E587-85A1-A7B3-C3492DCF8F67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8822160" y="864936"/>
                  <a:ext cx="64440" cy="31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352F8EDF-EDE4-E32E-5A8D-5CAB4EDB4C3B}"/>
                    </a:ext>
                  </a:extLst>
                </p14:cNvPr>
                <p14:cNvContentPartPr/>
                <p14:nvPr/>
              </p14:nvContentPartPr>
              <p14:xfrm>
                <a:off x="8923320" y="886896"/>
                <a:ext cx="44280" cy="27288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352F8EDF-EDE4-E32E-5A8D-5CAB4EDB4C3B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8919000" y="882576"/>
                  <a:ext cx="52920" cy="28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B422A94F-E973-75C7-AAC2-1E3211A4BFB1}"/>
                    </a:ext>
                  </a:extLst>
                </p14:cNvPr>
                <p14:cNvContentPartPr/>
                <p14:nvPr/>
              </p14:nvContentPartPr>
              <p14:xfrm>
                <a:off x="8798760" y="1052856"/>
                <a:ext cx="182880" cy="504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B422A94F-E973-75C7-AAC2-1E3211A4BFB1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8794440" y="1048536"/>
                  <a:ext cx="191520" cy="1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1FED6C92-765B-5061-8D6A-8FBFF71EDD55}"/>
                    </a:ext>
                  </a:extLst>
                </p14:cNvPr>
                <p14:cNvContentPartPr/>
                <p14:nvPr/>
              </p14:nvContentPartPr>
              <p14:xfrm>
                <a:off x="8992800" y="1072656"/>
                <a:ext cx="90360" cy="10080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1FED6C92-765B-5061-8D6A-8FBFF71EDD55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8988480" y="1068336"/>
                  <a:ext cx="9900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2647F3AE-94A8-70F0-252C-BD031A5B71F1}"/>
                    </a:ext>
                  </a:extLst>
                </p14:cNvPr>
                <p14:cNvContentPartPr/>
                <p14:nvPr/>
              </p14:nvContentPartPr>
              <p14:xfrm>
                <a:off x="9103680" y="1077336"/>
                <a:ext cx="120600" cy="12744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2647F3AE-94A8-70F0-252C-BD031A5B71F1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9099360" y="1073016"/>
                  <a:ext cx="129240" cy="13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ABE7746E-767B-020D-B1DA-6B4EE8E83EF5}"/>
                    </a:ext>
                  </a:extLst>
                </p14:cNvPr>
                <p14:cNvContentPartPr/>
                <p14:nvPr/>
              </p14:nvContentPartPr>
              <p14:xfrm>
                <a:off x="9276480" y="1087776"/>
                <a:ext cx="33120" cy="28800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ABE7746E-767B-020D-B1DA-6B4EE8E83EF5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9272160" y="1083456"/>
                  <a:ext cx="41760" cy="29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7D5D14D1-BCC5-2582-0FE7-5577CB014342}"/>
                    </a:ext>
                  </a:extLst>
                </p14:cNvPr>
                <p14:cNvContentPartPr/>
                <p14:nvPr/>
              </p14:nvContentPartPr>
              <p14:xfrm>
                <a:off x="9312840" y="1080576"/>
                <a:ext cx="110160" cy="10908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7D5D14D1-BCC5-2582-0FE7-5577CB014342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9308520" y="1076256"/>
                  <a:ext cx="11880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DED25BEF-A480-7059-2E39-7CEDFBF8B225}"/>
                    </a:ext>
                  </a:extLst>
                </p14:cNvPr>
                <p14:cNvContentPartPr/>
                <p14:nvPr/>
              </p14:nvContentPartPr>
              <p14:xfrm>
                <a:off x="9466200" y="1187136"/>
                <a:ext cx="39600" cy="2700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DED25BEF-A480-7059-2E39-7CEDFBF8B225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9461880" y="1182816"/>
                  <a:ext cx="48240" cy="35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34">
            <p14:nvContentPartPr>
              <p14:cNvPr id="76" name="Ink 75">
                <a:extLst>
                  <a:ext uri="{FF2B5EF4-FFF2-40B4-BE49-F238E27FC236}">
                    <a16:creationId xmlns:a16="http://schemas.microsoft.com/office/drawing/2014/main" id="{AF12AA53-3884-A39B-6688-185098F5EAA6}"/>
                  </a:ext>
                </a:extLst>
              </p14:cNvPr>
              <p14:cNvContentPartPr/>
              <p14:nvPr/>
            </p14:nvContentPartPr>
            <p14:xfrm>
              <a:off x="7236024" y="2926980"/>
              <a:ext cx="83160" cy="622080"/>
            </p14:xfrm>
          </p:contentPart>
        </mc:Choice>
        <mc:Fallback xmlns="">
          <p:pic>
            <p:nvPicPr>
              <p:cNvPr id="76" name="Ink 75">
                <a:extLst>
                  <a:ext uri="{FF2B5EF4-FFF2-40B4-BE49-F238E27FC236}">
                    <a16:creationId xmlns:a16="http://schemas.microsoft.com/office/drawing/2014/main" id="{AF12AA53-3884-A39B-6688-185098F5EAA6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7231685" y="2922660"/>
                <a:ext cx="91838" cy="63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6">
            <p14:nvContentPartPr>
              <p14:cNvPr id="77" name="Ink 76">
                <a:extLst>
                  <a:ext uri="{FF2B5EF4-FFF2-40B4-BE49-F238E27FC236}">
                    <a16:creationId xmlns:a16="http://schemas.microsoft.com/office/drawing/2014/main" id="{35392F78-C4BF-A716-794A-8CE8C2FD5210}"/>
                  </a:ext>
                </a:extLst>
              </p14:cNvPr>
              <p14:cNvContentPartPr/>
              <p14:nvPr/>
            </p14:nvContentPartPr>
            <p14:xfrm>
              <a:off x="7181664" y="2825100"/>
              <a:ext cx="3445920" cy="725400"/>
            </p14:xfrm>
          </p:contentPart>
        </mc:Choice>
        <mc:Fallback xmlns="">
          <p:pic>
            <p:nvPicPr>
              <p:cNvPr id="77" name="Ink 76">
                <a:extLst>
                  <a:ext uri="{FF2B5EF4-FFF2-40B4-BE49-F238E27FC236}">
                    <a16:creationId xmlns:a16="http://schemas.microsoft.com/office/drawing/2014/main" id="{35392F78-C4BF-A716-794A-8CE8C2FD5210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7177344" y="2820778"/>
                <a:ext cx="3454560" cy="73404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8">
            <p14:nvContentPartPr>
              <p14:cNvPr id="78" name="Ink 77">
                <a:extLst>
                  <a:ext uri="{FF2B5EF4-FFF2-40B4-BE49-F238E27FC236}">
                    <a16:creationId xmlns:a16="http://schemas.microsoft.com/office/drawing/2014/main" id="{E9CA83C5-AE16-71E3-E38F-C60C83217315}"/>
                  </a:ext>
                </a:extLst>
              </p14:cNvPr>
              <p14:cNvContentPartPr/>
              <p14:nvPr/>
            </p14:nvContentPartPr>
            <p14:xfrm>
              <a:off x="7797624" y="2966940"/>
              <a:ext cx="37080" cy="599400"/>
            </p14:xfrm>
          </p:contentPart>
        </mc:Choice>
        <mc:Fallback xmlns="">
          <p:pic>
            <p:nvPicPr>
              <p:cNvPr id="78" name="Ink 77">
                <a:extLst>
                  <a:ext uri="{FF2B5EF4-FFF2-40B4-BE49-F238E27FC236}">
                    <a16:creationId xmlns:a16="http://schemas.microsoft.com/office/drawing/2014/main" id="{E9CA83C5-AE16-71E3-E38F-C60C83217315}"/>
                  </a:ext>
                </a:extLst>
              </p:cNvPr>
              <p:cNvPicPr/>
              <p:nvPr/>
            </p:nvPicPr>
            <p:blipFill>
              <a:blip r:embed="rId139"/>
              <a:stretch>
                <a:fillRect/>
              </a:stretch>
            </p:blipFill>
            <p:spPr>
              <a:xfrm>
                <a:off x="7793262" y="2962623"/>
                <a:ext cx="45805" cy="60803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0">
            <p14:nvContentPartPr>
              <p14:cNvPr id="79" name="Ink 78">
                <a:extLst>
                  <a:ext uri="{FF2B5EF4-FFF2-40B4-BE49-F238E27FC236}">
                    <a16:creationId xmlns:a16="http://schemas.microsoft.com/office/drawing/2014/main" id="{314CA131-92C6-7673-CF69-B89F784BF801}"/>
                  </a:ext>
                </a:extLst>
              </p14:cNvPr>
              <p14:cNvContentPartPr/>
              <p14:nvPr/>
            </p14:nvContentPartPr>
            <p14:xfrm>
              <a:off x="8427624" y="2917260"/>
              <a:ext cx="25920" cy="586800"/>
            </p14:xfrm>
          </p:contentPart>
        </mc:Choice>
        <mc:Fallback xmlns="">
          <p:pic>
            <p:nvPicPr>
              <p:cNvPr id="79" name="Ink 78">
                <a:extLst>
                  <a:ext uri="{FF2B5EF4-FFF2-40B4-BE49-F238E27FC236}">
                    <a16:creationId xmlns:a16="http://schemas.microsoft.com/office/drawing/2014/main" id="{314CA131-92C6-7673-CF69-B89F784BF801}"/>
                  </a:ext>
                </a:extLst>
              </p:cNvPr>
              <p:cNvPicPr/>
              <p:nvPr/>
            </p:nvPicPr>
            <p:blipFill>
              <a:blip r:embed="rId141"/>
              <a:stretch>
                <a:fillRect/>
              </a:stretch>
            </p:blipFill>
            <p:spPr>
              <a:xfrm>
                <a:off x="8423304" y="2912940"/>
                <a:ext cx="34560" cy="59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2">
            <p14:nvContentPartPr>
              <p14:cNvPr id="80" name="Ink 79">
                <a:extLst>
                  <a:ext uri="{FF2B5EF4-FFF2-40B4-BE49-F238E27FC236}">
                    <a16:creationId xmlns:a16="http://schemas.microsoft.com/office/drawing/2014/main" id="{1562A3DF-DA33-B7E1-8DF1-BEB868C56D6D}"/>
                  </a:ext>
                </a:extLst>
              </p14:cNvPr>
              <p14:cNvContentPartPr/>
              <p14:nvPr/>
            </p14:nvContentPartPr>
            <p14:xfrm>
              <a:off x="8953584" y="2848860"/>
              <a:ext cx="83160" cy="700920"/>
            </p14:xfrm>
          </p:contentPart>
        </mc:Choice>
        <mc:Fallback xmlns="">
          <p:pic>
            <p:nvPicPr>
              <p:cNvPr id="80" name="Ink 79">
                <a:extLst>
                  <a:ext uri="{FF2B5EF4-FFF2-40B4-BE49-F238E27FC236}">
                    <a16:creationId xmlns:a16="http://schemas.microsoft.com/office/drawing/2014/main" id="{1562A3DF-DA33-B7E1-8DF1-BEB868C56D6D}"/>
                  </a:ext>
                </a:extLst>
              </p:cNvPr>
              <p:cNvPicPr/>
              <p:nvPr/>
            </p:nvPicPr>
            <p:blipFill>
              <a:blip r:embed="rId143"/>
              <a:stretch>
                <a:fillRect/>
              </a:stretch>
            </p:blipFill>
            <p:spPr>
              <a:xfrm>
                <a:off x="8949264" y="2844540"/>
                <a:ext cx="91800" cy="70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4">
            <p14:nvContentPartPr>
              <p14:cNvPr id="81" name="Ink 80">
                <a:extLst>
                  <a:ext uri="{FF2B5EF4-FFF2-40B4-BE49-F238E27FC236}">
                    <a16:creationId xmlns:a16="http://schemas.microsoft.com/office/drawing/2014/main" id="{7354493D-F0DC-CFDC-2EDE-C2B39F463FDA}"/>
                  </a:ext>
                </a:extLst>
              </p14:cNvPr>
              <p14:cNvContentPartPr/>
              <p14:nvPr/>
            </p14:nvContentPartPr>
            <p14:xfrm>
              <a:off x="9459744" y="2850660"/>
              <a:ext cx="54000" cy="642240"/>
            </p14:xfrm>
          </p:contentPart>
        </mc:Choice>
        <mc:Fallback xmlns="">
          <p:pic>
            <p:nvPicPr>
              <p:cNvPr id="81" name="Ink 80">
                <a:extLst>
                  <a:ext uri="{FF2B5EF4-FFF2-40B4-BE49-F238E27FC236}">
                    <a16:creationId xmlns:a16="http://schemas.microsoft.com/office/drawing/2014/main" id="{7354493D-F0DC-CFDC-2EDE-C2B39F463FDA}"/>
                  </a:ext>
                </a:extLst>
              </p:cNvPr>
              <p:cNvPicPr/>
              <p:nvPr/>
            </p:nvPicPr>
            <p:blipFill>
              <a:blip r:embed="rId145"/>
              <a:stretch>
                <a:fillRect/>
              </a:stretch>
            </p:blipFill>
            <p:spPr>
              <a:xfrm>
                <a:off x="9455424" y="2846342"/>
                <a:ext cx="62640" cy="65087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6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FC3B4E4F-E668-79EE-88C5-2A86B39A427F}"/>
                  </a:ext>
                </a:extLst>
              </p14:cNvPr>
              <p14:cNvContentPartPr/>
              <p14:nvPr/>
            </p14:nvContentPartPr>
            <p14:xfrm>
              <a:off x="9948984" y="2818980"/>
              <a:ext cx="82080" cy="711720"/>
            </p14:xfrm>
          </p:contentPart>
        </mc:Choice>
        <mc:Fallback xmlns=""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FC3B4E4F-E668-79EE-88C5-2A86B39A427F}"/>
                  </a:ext>
                </a:extLst>
              </p:cNvPr>
              <p:cNvPicPr/>
              <p:nvPr/>
            </p:nvPicPr>
            <p:blipFill>
              <a:blip r:embed="rId147"/>
              <a:stretch>
                <a:fillRect/>
              </a:stretch>
            </p:blipFill>
            <p:spPr>
              <a:xfrm>
                <a:off x="9944664" y="2814660"/>
                <a:ext cx="90720" cy="72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8">
            <p14:nvContentPartPr>
              <p14:cNvPr id="83" name="Ink 82">
                <a:extLst>
                  <a:ext uri="{FF2B5EF4-FFF2-40B4-BE49-F238E27FC236}">
                    <a16:creationId xmlns:a16="http://schemas.microsoft.com/office/drawing/2014/main" id="{02A8150A-A0EE-084D-E519-556E133ED539}"/>
                  </a:ext>
                </a:extLst>
              </p14:cNvPr>
              <p14:cNvContentPartPr/>
              <p14:nvPr/>
            </p14:nvContentPartPr>
            <p14:xfrm>
              <a:off x="8055744" y="3586860"/>
              <a:ext cx="25920" cy="85680"/>
            </p14:xfrm>
          </p:contentPart>
        </mc:Choice>
        <mc:Fallback xmlns="">
          <p:pic>
            <p:nvPicPr>
              <p:cNvPr id="83" name="Ink 82">
                <a:extLst>
                  <a:ext uri="{FF2B5EF4-FFF2-40B4-BE49-F238E27FC236}">
                    <a16:creationId xmlns:a16="http://schemas.microsoft.com/office/drawing/2014/main" id="{02A8150A-A0EE-084D-E519-556E133ED539}"/>
                  </a:ext>
                </a:extLst>
              </p:cNvPr>
              <p:cNvPicPr/>
              <p:nvPr/>
            </p:nvPicPr>
            <p:blipFill>
              <a:blip r:embed="rId149"/>
              <a:stretch>
                <a:fillRect/>
              </a:stretch>
            </p:blipFill>
            <p:spPr>
              <a:xfrm>
                <a:off x="8051424" y="3582540"/>
                <a:ext cx="34560" cy="9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0">
            <p14:nvContentPartPr>
              <p14:cNvPr id="92" name="Ink 91">
                <a:extLst>
                  <a:ext uri="{FF2B5EF4-FFF2-40B4-BE49-F238E27FC236}">
                    <a16:creationId xmlns:a16="http://schemas.microsoft.com/office/drawing/2014/main" id="{9E1A4350-5BB4-3369-1201-CC026A390E98}"/>
                  </a:ext>
                </a:extLst>
              </p14:cNvPr>
              <p14:cNvContentPartPr/>
              <p14:nvPr/>
            </p14:nvContentPartPr>
            <p14:xfrm>
              <a:off x="5733240" y="3450600"/>
              <a:ext cx="267840" cy="135720"/>
            </p14:xfrm>
          </p:contentPart>
        </mc:Choice>
        <mc:Fallback xmlns="">
          <p:pic>
            <p:nvPicPr>
              <p:cNvPr id="92" name="Ink 91">
                <a:extLst>
                  <a:ext uri="{FF2B5EF4-FFF2-40B4-BE49-F238E27FC236}">
                    <a16:creationId xmlns:a16="http://schemas.microsoft.com/office/drawing/2014/main" id="{9E1A4350-5BB4-3369-1201-CC026A390E98}"/>
                  </a:ext>
                </a:extLst>
              </p:cNvPr>
              <p:cNvPicPr/>
              <p:nvPr/>
            </p:nvPicPr>
            <p:blipFill>
              <a:blip r:embed="rId151"/>
              <a:stretch>
                <a:fillRect/>
              </a:stretch>
            </p:blipFill>
            <p:spPr>
              <a:xfrm>
                <a:off x="5728920" y="3446280"/>
                <a:ext cx="276480" cy="14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2">
            <p14:nvContentPartPr>
              <p14:cNvPr id="93" name="Ink 92">
                <a:extLst>
                  <a:ext uri="{FF2B5EF4-FFF2-40B4-BE49-F238E27FC236}">
                    <a16:creationId xmlns:a16="http://schemas.microsoft.com/office/drawing/2014/main" id="{69D95F6C-1AA3-F187-C178-139F4D47ACEB}"/>
                  </a:ext>
                </a:extLst>
              </p14:cNvPr>
              <p14:cNvContentPartPr/>
              <p14:nvPr/>
            </p14:nvContentPartPr>
            <p14:xfrm>
              <a:off x="5744040" y="3665880"/>
              <a:ext cx="21240" cy="265320"/>
            </p14:xfrm>
          </p:contentPart>
        </mc:Choice>
        <mc:Fallback xmlns="">
          <p:pic>
            <p:nvPicPr>
              <p:cNvPr id="93" name="Ink 92">
                <a:extLst>
                  <a:ext uri="{FF2B5EF4-FFF2-40B4-BE49-F238E27FC236}">
                    <a16:creationId xmlns:a16="http://schemas.microsoft.com/office/drawing/2014/main" id="{69D95F6C-1AA3-F187-C178-139F4D47ACEB}"/>
                  </a:ext>
                </a:extLst>
              </p:cNvPr>
              <p:cNvPicPr/>
              <p:nvPr/>
            </p:nvPicPr>
            <p:blipFill>
              <a:blip r:embed="rId153"/>
              <a:stretch>
                <a:fillRect/>
              </a:stretch>
            </p:blipFill>
            <p:spPr>
              <a:xfrm>
                <a:off x="5739720" y="3661560"/>
                <a:ext cx="29880" cy="27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4">
            <p14:nvContentPartPr>
              <p14:cNvPr id="94" name="Ink 93">
                <a:extLst>
                  <a:ext uri="{FF2B5EF4-FFF2-40B4-BE49-F238E27FC236}">
                    <a16:creationId xmlns:a16="http://schemas.microsoft.com/office/drawing/2014/main" id="{C0607B6B-05E9-147D-D528-EE43318B8C39}"/>
                  </a:ext>
                </a:extLst>
              </p14:cNvPr>
              <p14:cNvContentPartPr/>
              <p14:nvPr/>
            </p14:nvContentPartPr>
            <p14:xfrm>
              <a:off x="5727840" y="3578040"/>
              <a:ext cx="457560" cy="335160"/>
            </p14:xfrm>
          </p:contentPart>
        </mc:Choice>
        <mc:Fallback xmlns="">
          <p:pic>
            <p:nvPicPr>
              <p:cNvPr id="94" name="Ink 93">
                <a:extLst>
                  <a:ext uri="{FF2B5EF4-FFF2-40B4-BE49-F238E27FC236}">
                    <a16:creationId xmlns:a16="http://schemas.microsoft.com/office/drawing/2014/main" id="{C0607B6B-05E9-147D-D528-EE43318B8C39}"/>
                  </a:ext>
                </a:extLst>
              </p:cNvPr>
              <p:cNvPicPr/>
              <p:nvPr/>
            </p:nvPicPr>
            <p:blipFill>
              <a:blip r:embed="rId155"/>
              <a:stretch>
                <a:fillRect/>
              </a:stretch>
            </p:blipFill>
            <p:spPr>
              <a:xfrm>
                <a:off x="5723520" y="3573720"/>
                <a:ext cx="466200" cy="34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6">
            <p14:nvContentPartPr>
              <p14:cNvPr id="95" name="Ink 94">
                <a:extLst>
                  <a:ext uri="{FF2B5EF4-FFF2-40B4-BE49-F238E27FC236}">
                    <a16:creationId xmlns:a16="http://schemas.microsoft.com/office/drawing/2014/main" id="{2982DB47-A4B1-0B2C-265C-9093921FCD9A}"/>
                  </a:ext>
                </a:extLst>
              </p14:cNvPr>
              <p14:cNvContentPartPr/>
              <p14:nvPr/>
            </p14:nvContentPartPr>
            <p14:xfrm>
              <a:off x="6067320" y="3237120"/>
              <a:ext cx="1139400" cy="520200"/>
            </p14:xfrm>
          </p:contentPart>
        </mc:Choice>
        <mc:Fallback xmlns="">
          <p:pic>
            <p:nvPicPr>
              <p:cNvPr id="95" name="Ink 94">
                <a:extLst>
                  <a:ext uri="{FF2B5EF4-FFF2-40B4-BE49-F238E27FC236}">
                    <a16:creationId xmlns:a16="http://schemas.microsoft.com/office/drawing/2014/main" id="{2982DB47-A4B1-0B2C-265C-9093921FCD9A}"/>
                  </a:ext>
                </a:extLst>
              </p:cNvPr>
              <p:cNvPicPr/>
              <p:nvPr/>
            </p:nvPicPr>
            <p:blipFill>
              <a:blip r:embed="rId157"/>
              <a:stretch>
                <a:fillRect/>
              </a:stretch>
            </p:blipFill>
            <p:spPr>
              <a:xfrm>
                <a:off x="6063000" y="3232800"/>
                <a:ext cx="1148040" cy="52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8">
            <p14:nvContentPartPr>
              <p14:cNvPr id="96" name="Ink 95">
                <a:extLst>
                  <a:ext uri="{FF2B5EF4-FFF2-40B4-BE49-F238E27FC236}">
                    <a16:creationId xmlns:a16="http://schemas.microsoft.com/office/drawing/2014/main" id="{F9004CCC-31C9-F3A5-8BED-2DC130460AA5}"/>
                  </a:ext>
                </a:extLst>
              </p14:cNvPr>
              <p14:cNvContentPartPr/>
              <p14:nvPr/>
            </p14:nvContentPartPr>
            <p14:xfrm>
              <a:off x="7127880" y="3161880"/>
              <a:ext cx="94680" cy="181800"/>
            </p14:xfrm>
          </p:contentPart>
        </mc:Choice>
        <mc:Fallback xmlns="">
          <p:pic>
            <p:nvPicPr>
              <p:cNvPr id="96" name="Ink 95">
                <a:extLst>
                  <a:ext uri="{FF2B5EF4-FFF2-40B4-BE49-F238E27FC236}">
                    <a16:creationId xmlns:a16="http://schemas.microsoft.com/office/drawing/2014/main" id="{F9004CCC-31C9-F3A5-8BED-2DC130460AA5}"/>
                  </a:ext>
                </a:extLst>
              </p:cNvPr>
              <p:cNvPicPr/>
              <p:nvPr/>
            </p:nvPicPr>
            <p:blipFill>
              <a:blip r:embed="rId159"/>
              <a:stretch>
                <a:fillRect/>
              </a:stretch>
            </p:blipFill>
            <p:spPr>
              <a:xfrm>
                <a:off x="7123560" y="3157560"/>
                <a:ext cx="103320" cy="19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0">
            <p14:nvContentPartPr>
              <p14:cNvPr id="97" name="Ink 96">
                <a:extLst>
                  <a:ext uri="{FF2B5EF4-FFF2-40B4-BE49-F238E27FC236}">
                    <a16:creationId xmlns:a16="http://schemas.microsoft.com/office/drawing/2014/main" id="{90930C5F-920D-4F6E-0A2E-4B6E23925A01}"/>
                  </a:ext>
                </a:extLst>
              </p14:cNvPr>
              <p14:cNvContentPartPr/>
              <p14:nvPr/>
            </p14:nvContentPartPr>
            <p14:xfrm>
              <a:off x="7628640" y="3587760"/>
              <a:ext cx="123840" cy="99000"/>
            </p14:xfrm>
          </p:contentPart>
        </mc:Choice>
        <mc:Fallback xmlns="">
          <p:pic>
            <p:nvPicPr>
              <p:cNvPr id="97" name="Ink 96">
                <a:extLst>
                  <a:ext uri="{FF2B5EF4-FFF2-40B4-BE49-F238E27FC236}">
                    <a16:creationId xmlns:a16="http://schemas.microsoft.com/office/drawing/2014/main" id="{90930C5F-920D-4F6E-0A2E-4B6E23925A01}"/>
                  </a:ext>
                </a:extLst>
              </p:cNvPr>
              <p:cNvPicPr/>
              <p:nvPr/>
            </p:nvPicPr>
            <p:blipFill>
              <a:blip r:embed="rId161"/>
              <a:stretch>
                <a:fillRect/>
              </a:stretch>
            </p:blipFill>
            <p:spPr>
              <a:xfrm>
                <a:off x="7624320" y="3583440"/>
                <a:ext cx="132480" cy="10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2">
            <p14:nvContentPartPr>
              <p14:cNvPr id="98" name="Ink 97">
                <a:extLst>
                  <a:ext uri="{FF2B5EF4-FFF2-40B4-BE49-F238E27FC236}">
                    <a16:creationId xmlns:a16="http://schemas.microsoft.com/office/drawing/2014/main" id="{579B25E8-E94C-715A-1226-FCBC7705C01A}"/>
                  </a:ext>
                </a:extLst>
              </p14:cNvPr>
              <p14:cNvContentPartPr/>
              <p14:nvPr/>
            </p14:nvContentPartPr>
            <p14:xfrm>
              <a:off x="8673000" y="3574080"/>
              <a:ext cx="233640" cy="106200"/>
            </p14:xfrm>
          </p:contentPart>
        </mc:Choice>
        <mc:Fallback xmlns="">
          <p:pic>
            <p:nvPicPr>
              <p:cNvPr id="98" name="Ink 97">
                <a:extLst>
                  <a:ext uri="{FF2B5EF4-FFF2-40B4-BE49-F238E27FC236}">
                    <a16:creationId xmlns:a16="http://schemas.microsoft.com/office/drawing/2014/main" id="{579B25E8-E94C-715A-1226-FCBC7705C01A}"/>
                  </a:ext>
                </a:extLst>
              </p:cNvPr>
              <p:cNvPicPr/>
              <p:nvPr/>
            </p:nvPicPr>
            <p:blipFill>
              <a:blip r:embed="rId163"/>
              <a:stretch>
                <a:fillRect/>
              </a:stretch>
            </p:blipFill>
            <p:spPr>
              <a:xfrm>
                <a:off x="8668680" y="3569760"/>
                <a:ext cx="242280" cy="11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4">
            <p14:nvContentPartPr>
              <p14:cNvPr id="99" name="Ink 98">
                <a:extLst>
                  <a:ext uri="{FF2B5EF4-FFF2-40B4-BE49-F238E27FC236}">
                    <a16:creationId xmlns:a16="http://schemas.microsoft.com/office/drawing/2014/main" id="{72B30329-8773-DCD9-8BE3-DD92727F780A}"/>
                  </a:ext>
                </a:extLst>
              </p14:cNvPr>
              <p14:cNvContentPartPr/>
              <p14:nvPr/>
            </p14:nvContentPartPr>
            <p14:xfrm>
              <a:off x="9222720" y="3590280"/>
              <a:ext cx="130680" cy="114840"/>
            </p14:xfrm>
          </p:contentPart>
        </mc:Choice>
        <mc:Fallback xmlns="">
          <p:pic>
            <p:nvPicPr>
              <p:cNvPr id="99" name="Ink 98">
                <a:extLst>
                  <a:ext uri="{FF2B5EF4-FFF2-40B4-BE49-F238E27FC236}">
                    <a16:creationId xmlns:a16="http://schemas.microsoft.com/office/drawing/2014/main" id="{72B30329-8773-DCD9-8BE3-DD92727F780A}"/>
                  </a:ext>
                </a:extLst>
              </p:cNvPr>
              <p:cNvPicPr/>
              <p:nvPr/>
            </p:nvPicPr>
            <p:blipFill>
              <a:blip r:embed="rId165"/>
              <a:stretch>
                <a:fillRect/>
              </a:stretch>
            </p:blipFill>
            <p:spPr>
              <a:xfrm>
                <a:off x="9218400" y="3585960"/>
                <a:ext cx="139320" cy="12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6">
            <p14:nvContentPartPr>
              <p14:cNvPr id="100" name="Ink 99">
                <a:extLst>
                  <a:ext uri="{FF2B5EF4-FFF2-40B4-BE49-F238E27FC236}">
                    <a16:creationId xmlns:a16="http://schemas.microsoft.com/office/drawing/2014/main" id="{4646EAB9-E4D8-90EC-9CD6-78748272727E}"/>
                  </a:ext>
                </a:extLst>
              </p14:cNvPr>
              <p14:cNvContentPartPr/>
              <p14:nvPr/>
            </p14:nvContentPartPr>
            <p14:xfrm>
              <a:off x="9647880" y="3570840"/>
              <a:ext cx="146520" cy="79920"/>
            </p14:xfrm>
          </p:contentPart>
        </mc:Choice>
        <mc:Fallback xmlns="">
          <p:pic>
            <p:nvPicPr>
              <p:cNvPr id="100" name="Ink 99">
                <a:extLst>
                  <a:ext uri="{FF2B5EF4-FFF2-40B4-BE49-F238E27FC236}">
                    <a16:creationId xmlns:a16="http://schemas.microsoft.com/office/drawing/2014/main" id="{4646EAB9-E4D8-90EC-9CD6-78748272727E}"/>
                  </a:ext>
                </a:extLst>
              </p:cNvPr>
              <p:cNvPicPr/>
              <p:nvPr/>
            </p:nvPicPr>
            <p:blipFill>
              <a:blip r:embed="rId167"/>
              <a:stretch>
                <a:fillRect/>
              </a:stretch>
            </p:blipFill>
            <p:spPr>
              <a:xfrm>
                <a:off x="9643560" y="3566520"/>
                <a:ext cx="155160" cy="8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8">
            <p14:nvContentPartPr>
              <p14:cNvPr id="101" name="Ink 100">
                <a:extLst>
                  <a:ext uri="{FF2B5EF4-FFF2-40B4-BE49-F238E27FC236}">
                    <a16:creationId xmlns:a16="http://schemas.microsoft.com/office/drawing/2014/main" id="{907709C0-97CE-D209-F2C9-475C0E94F53F}"/>
                  </a:ext>
                </a:extLst>
              </p14:cNvPr>
              <p14:cNvContentPartPr/>
              <p14:nvPr/>
            </p14:nvContentPartPr>
            <p14:xfrm>
              <a:off x="9751920" y="3578760"/>
              <a:ext cx="30240" cy="112320"/>
            </p14:xfrm>
          </p:contentPart>
        </mc:Choice>
        <mc:Fallback xmlns="">
          <p:pic>
            <p:nvPicPr>
              <p:cNvPr id="101" name="Ink 100">
                <a:extLst>
                  <a:ext uri="{FF2B5EF4-FFF2-40B4-BE49-F238E27FC236}">
                    <a16:creationId xmlns:a16="http://schemas.microsoft.com/office/drawing/2014/main" id="{907709C0-97CE-D209-F2C9-475C0E94F53F}"/>
                  </a:ext>
                </a:extLst>
              </p:cNvPr>
              <p:cNvPicPr/>
              <p:nvPr/>
            </p:nvPicPr>
            <p:blipFill>
              <a:blip r:embed="rId169"/>
              <a:stretch>
                <a:fillRect/>
              </a:stretch>
            </p:blipFill>
            <p:spPr>
              <a:xfrm>
                <a:off x="9747600" y="3574440"/>
                <a:ext cx="38880" cy="12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0">
            <p14:nvContentPartPr>
              <p14:cNvPr id="102" name="Ink 101">
                <a:extLst>
                  <a:ext uri="{FF2B5EF4-FFF2-40B4-BE49-F238E27FC236}">
                    <a16:creationId xmlns:a16="http://schemas.microsoft.com/office/drawing/2014/main" id="{69EDE83C-50BF-273B-550C-9ED5AB047A65}"/>
                  </a:ext>
                </a:extLst>
              </p14:cNvPr>
              <p14:cNvContentPartPr/>
              <p14:nvPr/>
            </p14:nvContentPartPr>
            <p14:xfrm>
              <a:off x="10102920" y="3584520"/>
              <a:ext cx="78120" cy="103680"/>
            </p14:xfrm>
          </p:contentPart>
        </mc:Choice>
        <mc:Fallback xmlns="">
          <p:pic>
            <p:nvPicPr>
              <p:cNvPr id="102" name="Ink 101">
                <a:extLst>
                  <a:ext uri="{FF2B5EF4-FFF2-40B4-BE49-F238E27FC236}">
                    <a16:creationId xmlns:a16="http://schemas.microsoft.com/office/drawing/2014/main" id="{69EDE83C-50BF-273B-550C-9ED5AB047A65}"/>
                  </a:ext>
                </a:extLst>
              </p:cNvPr>
              <p:cNvPicPr/>
              <p:nvPr/>
            </p:nvPicPr>
            <p:blipFill>
              <a:blip r:embed="rId171"/>
              <a:stretch>
                <a:fillRect/>
              </a:stretch>
            </p:blipFill>
            <p:spPr>
              <a:xfrm>
                <a:off x="10098600" y="3580200"/>
                <a:ext cx="86760" cy="11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2">
            <p14:nvContentPartPr>
              <p14:cNvPr id="103" name="Ink 102">
                <a:extLst>
                  <a:ext uri="{FF2B5EF4-FFF2-40B4-BE49-F238E27FC236}">
                    <a16:creationId xmlns:a16="http://schemas.microsoft.com/office/drawing/2014/main" id="{0B12B00F-D2D0-3081-DE20-FA3E9AF6A83C}"/>
                  </a:ext>
                </a:extLst>
              </p14:cNvPr>
              <p14:cNvContentPartPr/>
              <p14:nvPr/>
            </p14:nvContentPartPr>
            <p14:xfrm>
              <a:off x="10181400" y="3560400"/>
              <a:ext cx="88200" cy="23400"/>
            </p14:xfrm>
          </p:contentPart>
        </mc:Choice>
        <mc:Fallback xmlns="">
          <p:pic>
            <p:nvPicPr>
              <p:cNvPr id="103" name="Ink 102">
                <a:extLst>
                  <a:ext uri="{FF2B5EF4-FFF2-40B4-BE49-F238E27FC236}">
                    <a16:creationId xmlns:a16="http://schemas.microsoft.com/office/drawing/2014/main" id="{0B12B00F-D2D0-3081-DE20-FA3E9AF6A83C}"/>
                  </a:ext>
                </a:extLst>
              </p:cNvPr>
              <p:cNvPicPr/>
              <p:nvPr/>
            </p:nvPicPr>
            <p:blipFill>
              <a:blip r:embed="rId173"/>
              <a:stretch>
                <a:fillRect/>
              </a:stretch>
            </p:blipFill>
            <p:spPr>
              <a:xfrm>
                <a:off x="10177080" y="3556080"/>
                <a:ext cx="96840" cy="3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4">
            <p14:nvContentPartPr>
              <p14:cNvPr id="104" name="Ink 103">
                <a:extLst>
                  <a:ext uri="{FF2B5EF4-FFF2-40B4-BE49-F238E27FC236}">
                    <a16:creationId xmlns:a16="http://schemas.microsoft.com/office/drawing/2014/main" id="{43CEEC6A-BA8C-F99E-B5C9-7057D29301DC}"/>
                  </a:ext>
                </a:extLst>
              </p14:cNvPr>
              <p14:cNvContentPartPr/>
              <p14:nvPr/>
            </p14:nvContentPartPr>
            <p14:xfrm>
              <a:off x="10689000" y="3533760"/>
              <a:ext cx="91080" cy="162720"/>
            </p14:xfrm>
          </p:contentPart>
        </mc:Choice>
        <mc:Fallback xmlns="">
          <p:pic>
            <p:nvPicPr>
              <p:cNvPr id="104" name="Ink 103">
                <a:extLst>
                  <a:ext uri="{FF2B5EF4-FFF2-40B4-BE49-F238E27FC236}">
                    <a16:creationId xmlns:a16="http://schemas.microsoft.com/office/drawing/2014/main" id="{43CEEC6A-BA8C-F99E-B5C9-7057D29301DC}"/>
                  </a:ext>
                </a:extLst>
              </p:cNvPr>
              <p:cNvPicPr/>
              <p:nvPr/>
            </p:nvPicPr>
            <p:blipFill>
              <a:blip r:embed="rId175"/>
              <a:stretch>
                <a:fillRect/>
              </a:stretch>
            </p:blipFill>
            <p:spPr>
              <a:xfrm>
                <a:off x="10684680" y="3529440"/>
                <a:ext cx="99720" cy="17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6">
            <p14:nvContentPartPr>
              <p14:cNvPr id="105" name="Ink 104">
                <a:extLst>
                  <a:ext uri="{FF2B5EF4-FFF2-40B4-BE49-F238E27FC236}">
                    <a16:creationId xmlns:a16="http://schemas.microsoft.com/office/drawing/2014/main" id="{0DAE5BD7-AB42-E438-215E-3FCF9373AA9D}"/>
                  </a:ext>
                </a:extLst>
              </p14:cNvPr>
              <p14:cNvContentPartPr/>
              <p14:nvPr/>
            </p14:nvContentPartPr>
            <p14:xfrm>
              <a:off x="10590360" y="2863440"/>
              <a:ext cx="495360" cy="594360"/>
            </p14:xfrm>
          </p:contentPart>
        </mc:Choice>
        <mc:Fallback xmlns="">
          <p:pic>
            <p:nvPicPr>
              <p:cNvPr id="105" name="Ink 104">
                <a:extLst>
                  <a:ext uri="{FF2B5EF4-FFF2-40B4-BE49-F238E27FC236}">
                    <a16:creationId xmlns:a16="http://schemas.microsoft.com/office/drawing/2014/main" id="{0DAE5BD7-AB42-E438-215E-3FCF9373AA9D}"/>
                  </a:ext>
                </a:extLst>
              </p:cNvPr>
              <p:cNvPicPr/>
              <p:nvPr/>
            </p:nvPicPr>
            <p:blipFill>
              <a:blip r:embed="rId177"/>
              <a:stretch>
                <a:fillRect/>
              </a:stretch>
            </p:blipFill>
            <p:spPr>
              <a:xfrm>
                <a:off x="10586040" y="2859120"/>
                <a:ext cx="504000" cy="60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8">
            <p14:nvContentPartPr>
              <p14:cNvPr id="106" name="Ink 105">
                <a:extLst>
                  <a:ext uri="{FF2B5EF4-FFF2-40B4-BE49-F238E27FC236}">
                    <a16:creationId xmlns:a16="http://schemas.microsoft.com/office/drawing/2014/main" id="{23B06527-067F-7FAA-067E-F285BF26438A}"/>
                  </a:ext>
                </a:extLst>
              </p14:cNvPr>
              <p14:cNvContentPartPr/>
              <p14:nvPr/>
            </p14:nvContentPartPr>
            <p14:xfrm>
              <a:off x="10460760" y="3489840"/>
              <a:ext cx="493560" cy="44280"/>
            </p14:xfrm>
          </p:contentPart>
        </mc:Choice>
        <mc:Fallback xmlns="">
          <p:pic>
            <p:nvPicPr>
              <p:cNvPr id="106" name="Ink 105">
                <a:extLst>
                  <a:ext uri="{FF2B5EF4-FFF2-40B4-BE49-F238E27FC236}">
                    <a16:creationId xmlns:a16="http://schemas.microsoft.com/office/drawing/2014/main" id="{23B06527-067F-7FAA-067E-F285BF26438A}"/>
                  </a:ext>
                </a:extLst>
              </p:cNvPr>
              <p:cNvPicPr/>
              <p:nvPr/>
            </p:nvPicPr>
            <p:blipFill>
              <a:blip r:embed="rId179"/>
              <a:stretch>
                <a:fillRect/>
              </a:stretch>
            </p:blipFill>
            <p:spPr>
              <a:xfrm>
                <a:off x="10456440" y="3485520"/>
                <a:ext cx="502200" cy="5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0">
            <p14:nvContentPartPr>
              <p14:cNvPr id="108" name="Ink 107">
                <a:extLst>
                  <a:ext uri="{FF2B5EF4-FFF2-40B4-BE49-F238E27FC236}">
                    <a16:creationId xmlns:a16="http://schemas.microsoft.com/office/drawing/2014/main" id="{1E5D3402-A419-15B8-0B63-C105D5162281}"/>
                  </a:ext>
                </a:extLst>
              </p14:cNvPr>
              <p14:cNvContentPartPr/>
              <p14:nvPr/>
            </p14:nvContentPartPr>
            <p14:xfrm>
              <a:off x="8140320" y="5509656"/>
              <a:ext cx="2520" cy="6120"/>
            </p14:xfrm>
          </p:contentPart>
        </mc:Choice>
        <mc:Fallback xmlns="">
          <p:pic>
            <p:nvPicPr>
              <p:cNvPr id="108" name="Ink 107">
                <a:extLst>
                  <a:ext uri="{FF2B5EF4-FFF2-40B4-BE49-F238E27FC236}">
                    <a16:creationId xmlns:a16="http://schemas.microsoft.com/office/drawing/2014/main" id="{1E5D3402-A419-15B8-0B63-C105D5162281}"/>
                  </a:ext>
                </a:extLst>
              </p:cNvPr>
              <p:cNvPicPr/>
              <p:nvPr/>
            </p:nvPicPr>
            <p:blipFill>
              <a:blip r:embed="rId181"/>
              <a:stretch>
                <a:fillRect/>
              </a:stretch>
            </p:blipFill>
            <p:spPr>
              <a:xfrm>
                <a:off x="8136000" y="5505336"/>
                <a:ext cx="11160" cy="14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2">
            <p14:nvContentPartPr>
              <p14:cNvPr id="109" name="Ink 108">
                <a:extLst>
                  <a:ext uri="{FF2B5EF4-FFF2-40B4-BE49-F238E27FC236}">
                    <a16:creationId xmlns:a16="http://schemas.microsoft.com/office/drawing/2014/main" id="{63555935-816F-E7C3-8473-D7B912AB025F}"/>
                  </a:ext>
                </a:extLst>
              </p14:cNvPr>
              <p14:cNvContentPartPr/>
              <p14:nvPr/>
            </p14:nvContentPartPr>
            <p14:xfrm>
              <a:off x="7412760" y="3069216"/>
              <a:ext cx="187920" cy="242280"/>
            </p14:xfrm>
          </p:contentPart>
        </mc:Choice>
        <mc:Fallback xmlns="">
          <p:pic>
            <p:nvPicPr>
              <p:cNvPr id="109" name="Ink 108">
                <a:extLst>
                  <a:ext uri="{FF2B5EF4-FFF2-40B4-BE49-F238E27FC236}">
                    <a16:creationId xmlns:a16="http://schemas.microsoft.com/office/drawing/2014/main" id="{63555935-816F-E7C3-8473-D7B912AB025F}"/>
                  </a:ext>
                </a:extLst>
              </p:cNvPr>
              <p:cNvPicPr/>
              <p:nvPr/>
            </p:nvPicPr>
            <p:blipFill>
              <a:blip r:embed="rId183"/>
              <a:stretch>
                <a:fillRect/>
              </a:stretch>
            </p:blipFill>
            <p:spPr>
              <a:xfrm>
                <a:off x="7408440" y="3064896"/>
                <a:ext cx="196560" cy="250920"/>
              </a:xfrm>
              <a:prstGeom prst="rect">
                <a:avLst/>
              </a:prstGeom>
            </p:spPr>
          </p:pic>
        </mc:Fallback>
      </mc:AlternateContent>
      <p:grpSp>
        <p:nvGrpSpPr>
          <p:cNvPr id="115" name="Group 114">
            <a:extLst>
              <a:ext uri="{FF2B5EF4-FFF2-40B4-BE49-F238E27FC236}">
                <a16:creationId xmlns:a16="http://schemas.microsoft.com/office/drawing/2014/main" id="{9D6C6127-53D5-4410-0801-DD49885A0528}"/>
              </a:ext>
            </a:extLst>
          </p:cNvPr>
          <p:cNvGrpSpPr/>
          <p:nvPr/>
        </p:nvGrpSpPr>
        <p:grpSpPr>
          <a:xfrm>
            <a:off x="8061120" y="3091536"/>
            <a:ext cx="201960" cy="252000"/>
            <a:chOff x="8061120" y="3091536"/>
            <a:chExt cx="201960" cy="252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648A1B52-4AE1-6842-B00A-3E3B55BA8ACF}"/>
                    </a:ext>
                  </a:extLst>
                </p14:cNvPr>
                <p14:cNvContentPartPr/>
                <p14:nvPr/>
              </p14:nvContentPartPr>
              <p14:xfrm>
                <a:off x="8061120" y="3091536"/>
                <a:ext cx="201960" cy="16956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648A1B52-4AE1-6842-B00A-3E3B55BA8ACF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8056800" y="3087216"/>
                  <a:ext cx="21060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9069034B-2CD1-C97F-2DD0-18587F73968D}"/>
                    </a:ext>
                  </a:extLst>
                </p14:cNvPr>
                <p14:cNvContentPartPr/>
                <p14:nvPr/>
              </p14:nvContentPartPr>
              <p14:xfrm>
                <a:off x="8153280" y="3170016"/>
                <a:ext cx="59040" cy="17352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9069034B-2CD1-C97F-2DD0-18587F73968D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8148960" y="3165696"/>
                  <a:ext cx="67680" cy="182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88B2B9C6-A1F3-8F3C-130A-5B44BD56CEDB}"/>
              </a:ext>
            </a:extLst>
          </p:cNvPr>
          <p:cNvGrpSpPr/>
          <p:nvPr/>
        </p:nvGrpSpPr>
        <p:grpSpPr>
          <a:xfrm>
            <a:off x="8681040" y="3099456"/>
            <a:ext cx="196560" cy="199080"/>
            <a:chOff x="8681040" y="3099456"/>
            <a:chExt cx="196560" cy="199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DD971C6B-DDBD-362D-B10A-CAE93088CBC9}"/>
                    </a:ext>
                  </a:extLst>
                </p14:cNvPr>
                <p14:cNvContentPartPr/>
                <p14:nvPr/>
              </p14:nvContentPartPr>
              <p14:xfrm>
                <a:off x="8681040" y="3110976"/>
                <a:ext cx="124920" cy="18756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DD971C6B-DDBD-362D-B10A-CAE93088CBC9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8676720" y="3106656"/>
                  <a:ext cx="133560" cy="19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8EC8AAA5-633A-63E8-CE4E-4DD9BF20A898}"/>
                    </a:ext>
                  </a:extLst>
                </p14:cNvPr>
                <p14:cNvContentPartPr/>
                <p14:nvPr/>
              </p14:nvContentPartPr>
              <p14:xfrm>
                <a:off x="8777880" y="3099456"/>
                <a:ext cx="99720" cy="36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8EC8AAA5-633A-63E8-CE4E-4DD9BF20A898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8773560" y="3095136"/>
                  <a:ext cx="108360" cy="9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92">
            <p14:nvContentPartPr>
              <p14:cNvPr id="116" name="Ink 115">
                <a:extLst>
                  <a:ext uri="{FF2B5EF4-FFF2-40B4-BE49-F238E27FC236}">
                    <a16:creationId xmlns:a16="http://schemas.microsoft.com/office/drawing/2014/main" id="{B0CE5926-2E2C-82A1-19F2-AABAB451E646}"/>
                  </a:ext>
                </a:extLst>
              </p14:cNvPr>
              <p14:cNvContentPartPr/>
              <p14:nvPr/>
            </p14:nvContentPartPr>
            <p14:xfrm>
              <a:off x="9240480" y="3157416"/>
              <a:ext cx="160920" cy="209880"/>
            </p14:xfrm>
          </p:contentPart>
        </mc:Choice>
        <mc:Fallback xmlns="">
          <p:pic>
            <p:nvPicPr>
              <p:cNvPr id="116" name="Ink 115">
                <a:extLst>
                  <a:ext uri="{FF2B5EF4-FFF2-40B4-BE49-F238E27FC236}">
                    <a16:creationId xmlns:a16="http://schemas.microsoft.com/office/drawing/2014/main" id="{B0CE5926-2E2C-82A1-19F2-AABAB451E646}"/>
                  </a:ext>
                </a:extLst>
              </p:cNvPr>
              <p:cNvPicPr/>
              <p:nvPr/>
            </p:nvPicPr>
            <p:blipFill>
              <a:blip r:embed="rId193"/>
              <a:stretch>
                <a:fillRect/>
              </a:stretch>
            </p:blipFill>
            <p:spPr>
              <a:xfrm>
                <a:off x="9236160" y="3153096"/>
                <a:ext cx="169560" cy="21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4">
            <p14:nvContentPartPr>
              <p14:cNvPr id="117" name="Ink 116">
                <a:extLst>
                  <a:ext uri="{FF2B5EF4-FFF2-40B4-BE49-F238E27FC236}">
                    <a16:creationId xmlns:a16="http://schemas.microsoft.com/office/drawing/2014/main" id="{311DDCC9-C0D0-2EE4-4D23-9E2258118577}"/>
                  </a:ext>
                </a:extLst>
              </p14:cNvPr>
              <p14:cNvContentPartPr/>
              <p14:nvPr/>
            </p14:nvContentPartPr>
            <p14:xfrm>
              <a:off x="9745920" y="3099456"/>
              <a:ext cx="7200" cy="185400"/>
            </p14:xfrm>
          </p:contentPart>
        </mc:Choice>
        <mc:Fallback xmlns="">
          <p:pic>
            <p:nvPicPr>
              <p:cNvPr id="117" name="Ink 116">
                <a:extLst>
                  <a:ext uri="{FF2B5EF4-FFF2-40B4-BE49-F238E27FC236}">
                    <a16:creationId xmlns:a16="http://schemas.microsoft.com/office/drawing/2014/main" id="{311DDCC9-C0D0-2EE4-4D23-9E2258118577}"/>
                  </a:ext>
                </a:extLst>
              </p:cNvPr>
              <p:cNvPicPr/>
              <p:nvPr/>
            </p:nvPicPr>
            <p:blipFill>
              <a:blip r:embed="rId195"/>
              <a:stretch>
                <a:fillRect/>
              </a:stretch>
            </p:blipFill>
            <p:spPr>
              <a:xfrm>
                <a:off x="9741600" y="3095136"/>
                <a:ext cx="15840" cy="19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6">
            <p14:nvContentPartPr>
              <p14:cNvPr id="118" name="Ink 117">
                <a:extLst>
                  <a:ext uri="{FF2B5EF4-FFF2-40B4-BE49-F238E27FC236}">
                    <a16:creationId xmlns:a16="http://schemas.microsoft.com/office/drawing/2014/main" id="{BB9F5658-C298-75C0-31AE-A30D91F53F4B}"/>
                  </a:ext>
                </a:extLst>
              </p14:cNvPr>
              <p14:cNvContentPartPr/>
              <p14:nvPr/>
            </p14:nvContentPartPr>
            <p14:xfrm>
              <a:off x="10163880" y="3173256"/>
              <a:ext cx="286920" cy="153720"/>
            </p14:xfrm>
          </p:contentPart>
        </mc:Choice>
        <mc:Fallback xmlns="">
          <p:pic>
            <p:nvPicPr>
              <p:cNvPr id="118" name="Ink 117">
                <a:extLst>
                  <a:ext uri="{FF2B5EF4-FFF2-40B4-BE49-F238E27FC236}">
                    <a16:creationId xmlns:a16="http://schemas.microsoft.com/office/drawing/2014/main" id="{BB9F5658-C298-75C0-31AE-A30D91F53F4B}"/>
                  </a:ext>
                </a:extLst>
              </p:cNvPr>
              <p:cNvPicPr/>
              <p:nvPr/>
            </p:nvPicPr>
            <p:blipFill>
              <a:blip r:embed="rId197"/>
              <a:stretch>
                <a:fillRect/>
              </a:stretch>
            </p:blipFill>
            <p:spPr>
              <a:xfrm>
                <a:off x="10159560" y="3168936"/>
                <a:ext cx="295560" cy="16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8">
            <p14:nvContentPartPr>
              <p14:cNvPr id="119" name="Ink 118">
                <a:extLst>
                  <a:ext uri="{FF2B5EF4-FFF2-40B4-BE49-F238E27FC236}">
                    <a16:creationId xmlns:a16="http://schemas.microsoft.com/office/drawing/2014/main" id="{7E44A3B5-14F1-9F93-0E51-1E935D93357E}"/>
                  </a:ext>
                </a:extLst>
              </p14:cNvPr>
              <p14:cNvContentPartPr/>
              <p14:nvPr/>
            </p14:nvContentPartPr>
            <p14:xfrm>
              <a:off x="10644840" y="3134016"/>
              <a:ext cx="254160" cy="183960"/>
            </p14:xfrm>
          </p:contentPart>
        </mc:Choice>
        <mc:Fallback xmlns="">
          <p:pic>
            <p:nvPicPr>
              <p:cNvPr id="119" name="Ink 118">
                <a:extLst>
                  <a:ext uri="{FF2B5EF4-FFF2-40B4-BE49-F238E27FC236}">
                    <a16:creationId xmlns:a16="http://schemas.microsoft.com/office/drawing/2014/main" id="{7E44A3B5-14F1-9F93-0E51-1E935D93357E}"/>
                  </a:ext>
                </a:extLst>
              </p:cNvPr>
              <p:cNvPicPr/>
              <p:nvPr/>
            </p:nvPicPr>
            <p:blipFill>
              <a:blip r:embed="rId199"/>
              <a:stretch>
                <a:fillRect/>
              </a:stretch>
            </p:blipFill>
            <p:spPr>
              <a:xfrm>
                <a:off x="10640520" y="3129696"/>
                <a:ext cx="262800" cy="192600"/>
              </a:xfrm>
              <a:prstGeom prst="rect">
                <a:avLst/>
              </a:prstGeom>
            </p:spPr>
          </p:pic>
        </mc:Fallback>
      </mc:AlternateContent>
      <p:grpSp>
        <p:nvGrpSpPr>
          <p:cNvPr id="84" name="Group 83">
            <a:extLst>
              <a:ext uri="{FF2B5EF4-FFF2-40B4-BE49-F238E27FC236}">
                <a16:creationId xmlns:a16="http://schemas.microsoft.com/office/drawing/2014/main" id="{9CD0BD4D-57F9-91A1-269E-32FAE10E4633}"/>
              </a:ext>
            </a:extLst>
          </p:cNvPr>
          <p:cNvGrpSpPr/>
          <p:nvPr/>
        </p:nvGrpSpPr>
        <p:grpSpPr>
          <a:xfrm>
            <a:off x="1494720" y="4608936"/>
            <a:ext cx="665640" cy="382680"/>
            <a:chOff x="1494720" y="4608936"/>
            <a:chExt cx="665640" cy="382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1EB19B19-6D08-769C-03EC-C1C9C50FFE0E}"/>
                    </a:ext>
                  </a:extLst>
                </p14:cNvPr>
                <p14:cNvContentPartPr/>
                <p14:nvPr/>
              </p14:nvContentPartPr>
              <p14:xfrm>
                <a:off x="1698120" y="4697136"/>
                <a:ext cx="132120" cy="29448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1EB19B19-6D08-769C-03EC-C1C9C50FFE0E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1693800" y="4692816"/>
                  <a:ext cx="140760" cy="30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34CDAB35-3589-D8A7-385F-F5D0C9D95249}"/>
                    </a:ext>
                  </a:extLst>
                </p14:cNvPr>
                <p14:cNvContentPartPr/>
                <p14:nvPr/>
              </p14:nvContentPartPr>
              <p14:xfrm>
                <a:off x="1494720" y="4608936"/>
                <a:ext cx="608040" cy="36468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34CDAB35-3589-D8A7-385F-F5D0C9D95249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1490400" y="4604616"/>
                  <a:ext cx="616680" cy="37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DA3A572A-52D9-30F6-A570-D7A61003FF50}"/>
                    </a:ext>
                  </a:extLst>
                </p14:cNvPr>
                <p14:cNvContentPartPr/>
                <p14:nvPr/>
              </p14:nvContentPartPr>
              <p14:xfrm>
                <a:off x="2039760" y="4885416"/>
                <a:ext cx="120600" cy="7416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DA3A572A-52D9-30F6-A570-D7A61003FF50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2035440" y="4881096"/>
                  <a:ext cx="129240" cy="82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3" name="Group 152">
            <a:extLst>
              <a:ext uri="{FF2B5EF4-FFF2-40B4-BE49-F238E27FC236}">
                <a16:creationId xmlns:a16="http://schemas.microsoft.com/office/drawing/2014/main" id="{4A4CEE59-14D8-2BFF-9E95-E36E93A3F470}"/>
              </a:ext>
            </a:extLst>
          </p:cNvPr>
          <p:cNvGrpSpPr/>
          <p:nvPr/>
        </p:nvGrpSpPr>
        <p:grpSpPr>
          <a:xfrm>
            <a:off x="2416320" y="4624056"/>
            <a:ext cx="993600" cy="621000"/>
            <a:chOff x="2416320" y="4624056"/>
            <a:chExt cx="993600" cy="621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020A876A-DA4B-0601-2145-975BE24C2BA5}"/>
                    </a:ext>
                  </a:extLst>
                </p14:cNvPr>
                <p14:cNvContentPartPr/>
                <p14:nvPr/>
              </p14:nvContentPartPr>
              <p14:xfrm>
                <a:off x="2416320" y="4624056"/>
                <a:ext cx="109800" cy="29124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020A876A-DA4B-0601-2145-975BE24C2BA5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2412000" y="4619736"/>
                  <a:ext cx="118440" cy="29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0704B29E-9461-92E6-1F04-23ED4FBF44B3}"/>
                    </a:ext>
                  </a:extLst>
                </p14:cNvPr>
                <p14:cNvContentPartPr/>
                <p14:nvPr/>
              </p14:nvContentPartPr>
              <p14:xfrm>
                <a:off x="2596680" y="4841136"/>
                <a:ext cx="18720" cy="5796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0704B29E-9461-92E6-1F04-23ED4FBF44B3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2592360" y="4836816"/>
                  <a:ext cx="2736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0ADA5115-F322-7326-D519-702BF44DC679}"/>
                    </a:ext>
                  </a:extLst>
                </p14:cNvPr>
                <p14:cNvContentPartPr/>
                <p14:nvPr/>
              </p14:nvContentPartPr>
              <p14:xfrm>
                <a:off x="2684160" y="4726656"/>
                <a:ext cx="25920" cy="9144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0ADA5115-F322-7326-D519-702BF44DC679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2679840" y="4722336"/>
                  <a:ext cx="3456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7F87CCD2-A5AC-62CE-9BCE-948616137C38}"/>
                    </a:ext>
                  </a:extLst>
                </p14:cNvPr>
                <p14:cNvContentPartPr/>
                <p14:nvPr/>
              </p14:nvContentPartPr>
              <p14:xfrm>
                <a:off x="2545200" y="4856256"/>
                <a:ext cx="245520" cy="38880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7F87CCD2-A5AC-62CE-9BCE-948616137C38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2540880" y="4851936"/>
                  <a:ext cx="254160" cy="39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CA786424-EDA7-0F40-304B-9B382BC7ED1C}"/>
                    </a:ext>
                  </a:extLst>
                </p14:cNvPr>
                <p14:cNvContentPartPr/>
                <p14:nvPr/>
              </p14:nvContentPartPr>
              <p14:xfrm>
                <a:off x="2730600" y="4857336"/>
                <a:ext cx="206280" cy="30924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CA786424-EDA7-0F40-304B-9B382BC7ED1C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2726280" y="4853016"/>
                  <a:ext cx="214920" cy="31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165EE35D-5425-BB75-7851-982457A01766}"/>
                    </a:ext>
                  </a:extLst>
                </p14:cNvPr>
                <p14:cNvContentPartPr/>
                <p14:nvPr/>
              </p14:nvContentPartPr>
              <p14:xfrm>
                <a:off x="2980080" y="4822056"/>
                <a:ext cx="120600" cy="7524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165EE35D-5425-BB75-7851-982457A01766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2975760" y="4817736"/>
                  <a:ext cx="12924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36593CD9-9A4C-5335-AD5D-5B327DEAC0EE}"/>
                    </a:ext>
                  </a:extLst>
                </p14:cNvPr>
                <p14:cNvContentPartPr/>
                <p14:nvPr/>
              </p14:nvContentPartPr>
              <p14:xfrm>
                <a:off x="3116160" y="4807656"/>
                <a:ext cx="101880" cy="13788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36593CD9-9A4C-5335-AD5D-5B327DEAC0EE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3111840" y="4803336"/>
                  <a:ext cx="11052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63AB2862-1E85-EE1F-56A8-ABB8CE6ABE44}"/>
                    </a:ext>
                  </a:extLst>
                </p14:cNvPr>
                <p14:cNvContentPartPr/>
                <p14:nvPr/>
              </p14:nvContentPartPr>
              <p14:xfrm>
                <a:off x="3287160" y="4684176"/>
                <a:ext cx="104400" cy="22428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63AB2862-1E85-EE1F-56A8-ABB8CE6ABE44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3282840" y="4679856"/>
                  <a:ext cx="113040" cy="23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4E90F838-E605-4705-047E-F9B9D1BBA276}"/>
                    </a:ext>
                  </a:extLst>
                </p14:cNvPr>
                <p14:cNvContentPartPr/>
                <p14:nvPr/>
              </p14:nvContentPartPr>
              <p14:xfrm>
                <a:off x="3243240" y="4787856"/>
                <a:ext cx="166680" cy="396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4E90F838-E605-4705-047E-F9B9D1BBA276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3238920" y="4783536"/>
                  <a:ext cx="175320" cy="12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2" name="Group 151">
            <a:extLst>
              <a:ext uri="{FF2B5EF4-FFF2-40B4-BE49-F238E27FC236}">
                <a16:creationId xmlns:a16="http://schemas.microsoft.com/office/drawing/2014/main" id="{9000C9F0-1E1B-A436-23AF-FA48D7C8FBA6}"/>
              </a:ext>
            </a:extLst>
          </p:cNvPr>
          <p:cNvGrpSpPr/>
          <p:nvPr/>
        </p:nvGrpSpPr>
        <p:grpSpPr>
          <a:xfrm>
            <a:off x="3696120" y="4491216"/>
            <a:ext cx="1292040" cy="345960"/>
            <a:chOff x="3696120" y="4491216"/>
            <a:chExt cx="1292040" cy="345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D9F36BEB-18EE-5F7D-D428-A50C5740A953}"/>
                    </a:ext>
                  </a:extLst>
                </p14:cNvPr>
                <p14:cNvContentPartPr/>
                <p14:nvPr/>
              </p14:nvContentPartPr>
              <p14:xfrm>
                <a:off x="3696120" y="4767336"/>
                <a:ext cx="164520" cy="6516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D9F36BEB-18EE-5F7D-D428-A50C5740A953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3691800" y="4763016"/>
                  <a:ext cx="17316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AD79F0CC-F17E-45A5-9A2A-FEFE828EC36E}"/>
                    </a:ext>
                  </a:extLst>
                </p14:cNvPr>
                <p14:cNvContentPartPr/>
                <p14:nvPr/>
              </p14:nvContentPartPr>
              <p14:xfrm>
                <a:off x="3925440" y="4764096"/>
                <a:ext cx="119880" cy="5472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AD79F0CC-F17E-45A5-9A2A-FEFE828EC36E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3921120" y="4759776"/>
                  <a:ext cx="12852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D85DC47B-84FE-2BE3-098B-ABDC531F7102}"/>
                    </a:ext>
                  </a:extLst>
                </p14:cNvPr>
                <p14:cNvContentPartPr/>
                <p14:nvPr/>
              </p14:nvContentPartPr>
              <p14:xfrm>
                <a:off x="4109400" y="4747536"/>
                <a:ext cx="275400" cy="8964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D85DC47B-84FE-2BE3-098B-ABDC531F7102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4105080" y="4743216"/>
                  <a:ext cx="28404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52018F93-6477-9497-D14C-B9297EF98342}"/>
                    </a:ext>
                  </a:extLst>
                </p14:cNvPr>
                <p14:cNvContentPartPr/>
                <p14:nvPr/>
              </p14:nvContentPartPr>
              <p14:xfrm>
                <a:off x="4469040" y="4491216"/>
                <a:ext cx="87840" cy="29268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52018F93-6477-9497-D14C-B9297EF98342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4464720" y="4486896"/>
                  <a:ext cx="96480" cy="30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7D80FF60-0E6A-CF8E-EA63-6E740A0D39F6}"/>
                    </a:ext>
                  </a:extLst>
                </p14:cNvPr>
                <p14:cNvContentPartPr/>
                <p14:nvPr/>
              </p14:nvContentPartPr>
              <p14:xfrm>
                <a:off x="4619520" y="4706496"/>
                <a:ext cx="109440" cy="12564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7D80FF60-0E6A-CF8E-EA63-6E740A0D39F6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4615200" y="4702176"/>
                  <a:ext cx="11808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9137C1A0-F4AE-EDFB-66E9-0B7C59F3BEA2}"/>
                    </a:ext>
                  </a:extLst>
                </p14:cNvPr>
                <p14:cNvContentPartPr/>
                <p14:nvPr/>
              </p14:nvContentPartPr>
              <p14:xfrm>
                <a:off x="4932000" y="4722336"/>
                <a:ext cx="5040" cy="6372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9137C1A0-F4AE-EDFB-66E9-0B7C59F3BEA2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4927680" y="4718016"/>
                  <a:ext cx="1368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8821D046-2FE4-2844-4187-54C658CBEB61}"/>
                    </a:ext>
                  </a:extLst>
                </p14:cNvPr>
                <p14:cNvContentPartPr/>
                <p14:nvPr/>
              </p14:nvContentPartPr>
              <p14:xfrm>
                <a:off x="4790880" y="4671216"/>
                <a:ext cx="72000" cy="13212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8821D046-2FE4-2844-4187-54C658CBEB61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4786560" y="4666896"/>
                  <a:ext cx="8064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7EE666DA-E899-77CF-55F7-6025E8F087BD}"/>
                    </a:ext>
                  </a:extLst>
                </p14:cNvPr>
                <p14:cNvContentPartPr/>
                <p14:nvPr/>
              </p14:nvContentPartPr>
              <p14:xfrm>
                <a:off x="4929480" y="4710096"/>
                <a:ext cx="58680" cy="10476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7EE666DA-E899-77CF-55F7-6025E8F087BD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4925160" y="4705776"/>
                  <a:ext cx="67320" cy="113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1" name="Group 150">
            <a:extLst>
              <a:ext uri="{FF2B5EF4-FFF2-40B4-BE49-F238E27FC236}">
                <a16:creationId xmlns:a16="http://schemas.microsoft.com/office/drawing/2014/main" id="{C4659CEE-8938-7417-7E82-9FCC05E4D837}"/>
              </a:ext>
            </a:extLst>
          </p:cNvPr>
          <p:cNvGrpSpPr/>
          <p:nvPr/>
        </p:nvGrpSpPr>
        <p:grpSpPr>
          <a:xfrm>
            <a:off x="5419440" y="4514256"/>
            <a:ext cx="129600" cy="255600"/>
            <a:chOff x="5419440" y="4514256"/>
            <a:chExt cx="129600" cy="255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B84115D5-E2C2-460E-1545-AC7AE4F91243}"/>
                    </a:ext>
                  </a:extLst>
                </p14:cNvPr>
                <p14:cNvContentPartPr/>
                <p14:nvPr/>
              </p14:nvContentPartPr>
              <p14:xfrm>
                <a:off x="5419440" y="4692096"/>
                <a:ext cx="39600" cy="7776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B84115D5-E2C2-460E-1545-AC7AE4F91243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5415120" y="4687776"/>
                  <a:ext cx="4824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16AD128C-5C99-78A8-C57E-287993AE8656}"/>
                    </a:ext>
                  </a:extLst>
                </p14:cNvPr>
                <p14:cNvContentPartPr/>
                <p14:nvPr/>
              </p14:nvContentPartPr>
              <p14:xfrm>
                <a:off x="5463000" y="4514256"/>
                <a:ext cx="23400" cy="8460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16AD128C-5C99-78A8-C57E-287993AE8656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5458680" y="4509936"/>
                  <a:ext cx="3204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9B6F8047-C120-D9CF-EC59-212171977774}"/>
                    </a:ext>
                  </a:extLst>
                </p14:cNvPr>
                <p14:cNvContentPartPr/>
                <p14:nvPr/>
              </p14:nvContentPartPr>
              <p14:xfrm>
                <a:off x="5437800" y="4653936"/>
                <a:ext cx="111240" cy="10656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9B6F8047-C120-D9CF-EC59-212171977774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5433480" y="4649616"/>
                  <a:ext cx="119880" cy="115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0" name="Group 149">
            <a:extLst>
              <a:ext uri="{FF2B5EF4-FFF2-40B4-BE49-F238E27FC236}">
                <a16:creationId xmlns:a16="http://schemas.microsoft.com/office/drawing/2014/main" id="{C0FF359A-BF3F-1212-5EE9-6306CCAFAA09}"/>
              </a:ext>
            </a:extLst>
          </p:cNvPr>
          <p:cNvGrpSpPr/>
          <p:nvPr/>
        </p:nvGrpSpPr>
        <p:grpSpPr>
          <a:xfrm>
            <a:off x="5798160" y="4426416"/>
            <a:ext cx="399960" cy="294840"/>
            <a:chOff x="5798160" y="4426416"/>
            <a:chExt cx="399960" cy="294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F5390238-DE76-C9C1-E2B8-311F53B97526}"/>
                    </a:ext>
                  </a:extLst>
                </p14:cNvPr>
                <p14:cNvContentPartPr/>
                <p14:nvPr/>
              </p14:nvContentPartPr>
              <p14:xfrm>
                <a:off x="5798160" y="4625856"/>
                <a:ext cx="152640" cy="9540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F5390238-DE76-C9C1-E2B8-311F53B97526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5793840" y="4621536"/>
                  <a:ext cx="16128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D2087EB6-6E93-EFC0-F1FC-B5823BF28F49}"/>
                    </a:ext>
                  </a:extLst>
                </p14:cNvPr>
                <p14:cNvContentPartPr/>
                <p14:nvPr/>
              </p14:nvContentPartPr>
              <p14:xfrm>
                <a:off x="6079320" y="4426416"/>
                <a:ext cx="63360" cy="22320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D2087EB6-6E93-EFC0-F1FC-B5823BF28F49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6075000" y="4422096"/>
                  <a:ext cx="72000" cy="23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72A0EDC4-A7F8-37F5-41E7-BD045EEA0388}"/>
                    </a:ext>
                  </a:extLst>
                </p14:cNvPr>
                <p14:cNvContentPartPr/>
                <p14:nvPr/>
              </p14:nvContentPartPr>
              <p14:xfrm>
                <a:off x="5929920" y="4576536"/>
                <a:ext cx="268200" cy="2340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72A0EDC4-A7F8-37F5-41E7-BD045EEA0388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5925600" y="4572216"/>
                  <a:ext cx="276840" cy="32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9" name="Group 148">
            <a:extLst>
              <a:ext uri="{FF2B5EF4-FFF2-40B4-BE49-F238E27FC236}">
                <a16:creationId xmlns:a16="http://schemas.microsoft.com/office/drawing/2014/main" id="{A931AC16-7502-4250-63EE-E21900F72FE7}"/>
              </a:ext>
            </a:extLst>
          </p:cNvPr>
          <p:cNvGrpSpPr/>
          <p:nvPr/>
        </p:nvGrpSpPr>
        <p:grpSpPr>
          <a:xfrm>
            <a:off x="6396480" y="4428936"/>
            <a:ext cx="1120320" cy="426240"/>
            <a:chOff x="6396480" y="4428936"/>
            <a:chExt cx="1120320" cy="426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3382A486-1169-21EA-7D84-7145471D6DCA}"/>
                    </a:ext>
                  </a:extLst>
                </p14:cNvPr>
                <p14:cNvContentPartPr/>
                <p14:nvPr/>
              </p14:nvContentPartPr>
              <p14:xfrm>
                <a:off x="6396480" y="4636656"/>
                <a:ext cx="67680" cy="21852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3382A486-1169-21EA-7D84-7145471D6DCA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6392160" y="4632336"/>
                  <a:ext cx="76320" cy="22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48F01044-94CE-16A3-E9B5-2374EE9FDACF}"/>
                    </a:ext>
                  </a:extLst>
                </p14:cNvPr>
                <p14:cNvContentPartPr/>
                <p14:nvPr/>
              </p14:nvContentPartPr>
              <p14:xfrm>
                <a:off x="6462360" y="4576536"/>
                <a:ext cx="73800" cy="6732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48F01044-94CE-16A3-E9B5-2374EE9FDACF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6458040" y="4572216"/>
                  <a:ext cx="82440" cy="7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C352AEA5-A243-938C-C695-7E2A1CB1EEC3}"/>
                    </a:ext>
                  </a:extLst>
                </p14:cNvPr>
                <p14:cNvContentPartPr/>
                <p14:nvPr/>
              </p14:nvContentPartPr>
              <p14:xfrm>
                <a:off x="6587640" y="4567536"/>
                <a:ext cx="74520" cy="7632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C352AEA5-A243-938C-C695-7E2A1CB1EEC3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6583320" y="4563216"/>
                  <a:ext cx="8316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CD07760C-588C-381A-A9D8-DC89FF1BE718}"/>
                    </a:ext>
                  </a:extLst>
                </p14:cNvPr>
                <p14:cNvContentPartPr/>
                <p14:nvPr/>
              </p14:nvContentPartPr>
              <p14:xfrm>
                <a:off x="6715800" y="4563216"/>
                <a:ext cx="129240" cy="9576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CD07760C-588C-381A-A9D8-DC89FF1BE718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6711480" y="4558896"/>
                  <a:ext cx="13788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62A91A02-BDEF-23F1-7CBC-FBD4ED5257D3}"/>
                    </a:ext>
                  </a:extLst>
                </p14:cNvPr>
                <p14:cNvContentPartPr/>
                <p14:nvPr/>
              </p14:nvContentPartPr>
              <p14:xfrm>
                <a:off x="6886080" y="4603176"/>
                <a:ext cx="16560" cy="3852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62A91A02-BDEF-23F1-7CBC-FBD4ED5257D3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6881760" y="4598856"/>
                  <a:ext cx="2520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8F8FE344-579D-09D1-99BD-051E20FA7820}"/>
                    </a:ext>
                  </a:extLst>
                </p14:cNvPr>
                <p14:cNvContentPartPr/>
                <p14:nvPr/>
              </p14:nvContentPartPr>
              <p14:xfrm>
                <a:off x="7013160" y="4455576"/>
                <a:ext cx="5040" cy="972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8F8FE344-579D-09D1-99BD-051E20FA7820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7008840" y="4451256"/>
                  <a:ext cx="13680" cy="1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0794BA58-75AF-82DF-3233-C7F2B9984B96}"/>
                    </a:ext>
                  </a:extLst>
                </p14:cNvPr>
                <p14:cNvContentPartPr/>
                <p14:nvPr/>
              </p14:nvContentPartPr>
              <p14:xfrm>
                <a:off x="7034040" y="4428936"/>
                <a:ext cx="109080" cy="20124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0794BA58-75AF-82DF-3233-C7F2B9984B96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7029720" y="4424616"/>
                  <a:ext cx="11772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57486E6B-44E7-CBED-263F-7A411AC07E19}"/>
                    </a:ext>
                  </a:extLst>
                </p14:cNvPr>
                <p14:cNvContentPartPr/>
                <p14:nvPr/>
              </p14:nvContentPartPr>
              <p14:xfrm>
                <a:off x="7017840" y="4549896"/>
                <a:ext cx="162720" cy="8604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57486E6B-44E7-CBED-263F-7A411AC07E19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7013520" y="4545576"/>
                  <a:ext cx="171360" cy="9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D4B6D149-4051-3C29-D62B-CFED6EE00A14}"/>
                    </a:ext>
                  </a:extLst>
                </p14:cNvPr>
                <p14:cNvContentPartPr/>
                <p14:nvPr/>
              </p14:nvContentPartPr>
              <p14:xfrm>
                <a:off x="7257960" y="4477176"/>
                <a:ext cx="5040" cy="6516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D4B6D149-4051-3C29-D62B-CFED6EE00A14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7253640" y="4472856"/>
                  <a:ext cx="1368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C6AD56BB-7B2F-40EB-B72F-F6D8EE4E63B9}"/>
                    </a:ext>
                  </a:extLst>
                </p14:cNvPr>
                <p14:cNvContentPartPr/>
                <p14:nvPr/>
              </p14:nvContentPartPr>
              <p14:xfrm>
                <a:off x="7271280" y="4540176"/>
                <a:ext cx="113760" cy="12528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C6AD56BB-7B2F-40EB-B72F-F6D8EE4E63B9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7266960" y="4535856"/>
                  <a:ext cx="12240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89862E56-0744-9FD4-C114-577AF9CEBB7E}"/>
                    </a:ext>
                  </a:extLst>
                </p14:cNvPr>
                <p14:cNvContentPartPr/>
                <p14:nvPr/>
              </p14:nvContentPartPr>
              <p14:xfrm>
                <a:off x="7437960" y="4602456"/>
                <a:ext cx="78840" cy="6120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89862E56-0744-9FD4-C114-577AF9CEBB7E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7433640" y="4598136"/>
                  <a:ext cx="87480" cy="69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8" name="Group 147">
            <a:extLst>
              <a:ext uri="{FF2B5EF4-FFF2-40B4-BE49-F238E27FC236}">
                <a16:creationId xmlns:a16="http://schemas.microsoft.com/office/drawing/2014/main" id="{7FED2B42-035D-D47B-1F70-E0ADD5D7D59E}"/>
              </a:ext>
            </a:extLst>
          </p:cNvPr>
          <p:cNvGrpSpPr/>
          <p:nvPr/>
        </p:nvGrpSpPr>
        <p:grpSpPr>
          <a:xfrm>
            <a:off x="7775280" y="4374936"/>
            <a:ext cx="249840" cy="268920"/>
            <a:chOff x="7775280" y="4374936"/>
            <a:chExt cx="249840" cy="268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A6340068-6156-629C-8607-C8E850C928E3}"/>
                    </a:ext>
                  </a:extLst>
                </p14:cNvPr>
                <p14:cNvContentPartPr/>
                <p14:nvPr/>
              </p14:nvContentPartPr>
              <p14:xfrm>
                <a:off x="7775280" y="4374936"/>
                <a:ext cx="200520" cy="22320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A6340068-6156-629C-8607-C8E850C928E3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7770960" y="4370616"/>
                  <a:ext cx="209160" cy="23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F75514E9-EA95-5AD9-3DE2-F2A6137C4E32}"/>
                    </a:ext>
                  </a:extLst>
                </p14:cNvPr>
                <p14:cNvContentPartPr/>
                <p14:nvPr/>
              </p14:nvContentPartPr>
              <p14:xfrm>
                <a:off x="7994880" y="4610016"/>
                <a:ext cx="30240" cy="3384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F75514E9-EA95-5AD9-3DE2-F2A6137C4E32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7990560" y="4605696"/>
                  <a:ext cx="38880" cy="42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2" name="Group 181">
            <a:extLst>
              <a:ext uri="{FF2B5EF4-FFF2-40B4-BE49-F238E27FC236}">
                <a16:creationId xmlns:a16="http://schemas.microsoft.com/office/drawing/2014/main" id="{9148B97A-E973-E29F-9097-2F245B191F78}"/>
              </a:ext>
            </a:extLst>
          </p:cNvPr>
          <p:cNvGrpSpPr/>
          <p:nvPr/>
        </p:nvGrpSpPr>
        <p:grpSpPr>
          <a:xfrm>
            <a:off x="8487360" y="4324536"/>
            <a:ext cx="880200" cy="288360"/>
            <a:chOff x="8487360" y="4324536"/>
            <a:chExt cx="880200" cy="288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8F632E23-6146-FDA2-8AB9-9270C9FBD840}"/>
                    </a:ext>
                  </a:extLst>
                </p14:cNvPr>
                <p14:cNvContentPartPr/>
                <p14:nvPr/>
              </p14:nvContentPartPr>
              <p14:xfrm>
                <a:off x="8740800" y="4439376"/>
                <a:ext cx="62640" cy="3276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8F632E23-6146-FDA2-8AB9-9270C9FBD840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8736480" y="4435056"/>
                  <a:ext cx="7128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6B06F26E-4F5A-6198-4A5B-99FC4C4711B1}"/>
                    </a:ext>
                  </a:extLst>
                </p14:cNvPr>
                <p14:cNvContentPartPr/>
                <p14:nvPr/>
              </p14:nvContentPartPr>
              <p14:xfrm>
                <a:off x="8487360" y="4324536"/>
                <a:ext cx="186840" cy="28836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6B06F26E-4F5A-6198-4A5B-99FC4C4711B1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8483040" y="4320216"/>
                  <a:ext cx="195480" cy="29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3F5D4D62-4988-602D-E027-4EFF8F9ED39C}"/>
                    </a:ext>
                  </a:extLst>
                </p14:cNvPr>
                <p14:cNvContentPartPr/>
                <p14:nvPr/>
              </p14:nvContentPartPr>
              <p14:xfrm>
                <a:off x="8798760" y="4504896"/>
                <a:ext cx="9720" cy="6264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3F5D4D62-4988-602D-E027-4EFF8F9ED39C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8794440" y="4500576"/>
                  <a:ext cx="1836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6EDDC37D-A905-32E4-A0C6-E13DF0B385C4}"/>
                    </a:ext>
                  </a:extLst>
                </p14:cNvPr>
                <p14:cNvContentPartPr/>
                <p14:nvPr/>
              </p14:nvContentPartPr>
              <p14:xfrm>
                <a:off x="8890920" y="4331736"/>
                <a:ext cx="360" cy="9504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6EDDC37D-A905-32E4-A0C6-E13DF0B385C4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8886600" y="4327416"/>
                  <a:ext cx="900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00D20C3E-8D18-4B05-F11C-8E8003DBBAC3}"/>
                    </a:ext>
                  </a:extLst>
                </p14:cNvPr>
                <p14:cNvContentPartPr/>
                <p14:nvPr/>
              </p14:nvContentPartPr>
              <p14:xfrm>
                <a:off x="8942040" y="4524696"/>
                <a:ext cx="132120" cy="5472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00D20C3E-8D18-4B05-F11C-8E8003DBBAC3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8937720" y="4520376"/>
                  <a:ext cx="14076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64B8A469-806F-9D41-CCAC-D4EF61BE7418}"/>
                    </a:ext>
                  </a:extLst>
                </p14:cNvPr>
                <p14:cNvContentPartPr/>
                <p14:nvPr/>
              </p14:nvContentPartPr>
              <p14:xfrm>
                <a:off x="9114120" y="4507416"/>
                <a:ext cx="126360" cy="9864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64B8A469-806F-9D41-CCAC-D4EF61BE7418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9109800" y="4503096"/>
                  <a:ext cx="13500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C74CBF2E-189D-3652-914E-62E42C6EDECC}"/>
                    </a:ext>
                  </a:extLst>
                </p14:cNvPr>
                <p14:cNvContentPartPr/>
                <p14:nvPr/>
              </p14:nvContentPartPr>
              <p14:xfrm>
                <a:off x="9253440" y="4497696"/>
                <a:ext cx="114120" cy="11052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C74CBF2E-189D-3652-914E-62E42C6EDECC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9249120" y="4493376"/>
                  <a:ext cx="122760" cy="119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1" name="Group 180">
            <a:extLst>
              <a:ext uri="{FF2B5EF4-FFF2-40B4-BE49-F238E27FC236}">
                <a16:creationId xmlns:a16="http://schemas.microsoft.com/office/drawing/2014/main" id="{88D3111B-A028-502C-F047-8F1988C9674B}"/>
              </a:ext>
            </a:extLst>
          </p:cNvPr>
          <p:cNvGrpSpPr/>
          <p:nvPr/>
        </p:nvGrpSpPr>
        <p:grpSpPr>
          <a:xfrm>
            <a:off x="9588600" y="4255776"/>
            <a:ext cx="617400" cy="315000"/>
            <a:chOff x="9588600" y="4255776"/>
            <a:chExt cx="617400" cy="315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56BFBDCB-43E0-E312-447C-9AD5FC6E32BB}"/>
                    </a:ext>
                  </a:extLst>
                </p14:cNvPr>
                <p14:cNvContentPartPr/>
                <p14:nvPr/>
              </p14:nvContentPartPr>
              <p14:xfrm>
                <a:off x="9614160" y="4340016"/>
                <a:ext cx="85680" cy="21276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56BFBDCB-43E0-E312-447C-9AD5FC6E32BB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9609840" y="4335696"/>
                  <a:ext cx="94320" cy="2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3F6E9D0D-5D74-E48C-4093-51D0A0D4B75F}"/>
                    </a:ext>
                  </a:extLst>
                </p14:cNvPr>
                <p14:cNvContentPartPr/>
                <p14:nvPr/>
              </p14:nvContentPartPr>
              <p14:xfrm>
                <a:off x="9588600" y="4255776"/>
                <a:ext cx="423360" cy="29808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3F6E9D0D-5D74-E48C-4093-51D0A0D4B75F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9584280" y="4251456"/>
                  <a:ext cx="432000" cy="30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B8C41DC8-090D-0C94-CEA1-59D5A08D8D61}"/>
                    </a:ext>
                  </a:extLst>
                </p14:cNvPr>
                <p14:cNvContentPartPr/>
                <p14:nvPr/>
              </p14:nvContentPartPr>
              <p14:xfrm>
                <a:off x="10032120" y="4536216"/>
                <a:ext cx="9720" cy="2808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B8C41DC8-090D-0C94-CEA1-59D5A08D8D61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10027800" y="4531896"/>
                  <a:ext cx="1836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4AFEDA04-2DA9-58D5-801E-2E2D18708530}"/>
                    </a:ext>
                  </a:extLst>
                </p14:cNvPr>
                <p14:cNvContentPartPr/>
                <p14:nvPr/>
              </p14:nvContentPartPr>
              <p14:xfrm>
                <a:off x="10101600" y="4394016"/>
                <a:ext cx="16560" cy="4896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4AFEDA04-2DA9-58D5-801E-2E2D18708530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10097280" y="4389696"/>
                  <a:ext cx="2520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8B7FA30B-58C6-5062-C174-FF496C0C2C1C}"/>
                    </a:ext>
                  </a:extLst>
                </p14:cNvPr>
                <p14:cNvContentPartPr/>
                <p14:nvPr/>
              </p14:nvContentPartPr>
              <p14:xfrm>
                <a:off x="10157040" y="4474296"/>
                <a:ext cx="48960" cy="9648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8B7FA30B-58C6-5062-C174-FF496C0C2C1C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10152720" y="4469976"/>
                  <a:ext cx="57600" cy="105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02">
            <p14:nvContentPartPr>
              <p14:cNvPr id="166" name="Ink 165">
                <a:extLst>
                  <a:ext uri="{FF2B5EF4-FFF2-40B4-BE49-F238E27FC236}">
                    <a16:creationId xmlns:a16="http://schemas.microsoft.com/office/drawing/2014/main" id="{6DB20436-6154-E258-F91F-7783DD50E32C}"/>
                  </a:ext>
                </a:extLst>
              </p14:cNvPr>
              <p14:cNvContentPartPr/>
              <p14:nvPr/>
            </p14:nvContentPartPr>
            <p14:xfrm>
              <a:off x="10501200" y="4426416"/>
              <a:ext cx="173520" cy="140400"/>
            </p14:xfrm>
          </p:contentPart>
        </mc:Choice>
        <mc:Fallback xmlns="">
          <p:pic>
            <p:nvPicPr>
              <p:cNvPr id="166" name="Ink 165">
                <a:extLst>
                  <a:ext uri="{FF2B5EF4-FFF2-40B4-BE49-F238E27FC236}">
                    <a16:creationId xmlns:a16="http://schemas.microsoft.com/office/drawing/2014/main" id="{6DB20436-6154-E258-F91F-7783DD50E32C}"/>
                  </a:ext>
                </a:extLst>
              </p:cNvPr>
              <p:cNvPicPr/>
              <p:nvPr/>
            </p:nvPicPr>
            <p:blipFill>
              <a:blip r:embed="rId303"/>
              <a:stretch>
                <a:fillRect/>
              </a:stretch>
            </p:blipFill>
            <p:spPr>
              <a:xfrm>
                <a:off x="10496880" y="4422096"/>
                <a:ext cx="182160" cy="149040"/>
              </a:xfrm>
              <a:prstGeom prst="rect">
                <a:avLst/>
              </a:prstGeom>
            </p:spPr>
          </p:pic>
        </mc:Fallback>
      </mc:AlternateContent>
      <p:grpSp>
        <p:nvGrpSpPr>
          <p:cNvPr id="180" name="Group 179">
            <a:extLst>
              <a:ext uri="{FF2B5EF4-FFF2-40B4-BE49-F238E27FC236}">
                <a16:creationId xmlns:a16="http://schemas.microsoft.com/office/drawing/2014/main" id="{B8D3EF72-557E-7F0D-1537-C577334EAAB6}"/>
              </a:ext>
            </a:extLst>
          </p:cNvPr>
          <p:cNvGrpSpPr/>
          <p:nvPr/>
        </p:nvGrpSpPr>
        <p:grpSpPr>
          <a:xfrm>
            <a:off x="1635480" y="5326056"/>
            <a:ext cx="1871280" cy="377280"/>
            <a:chOff x="1635480" y="5326056"/>
            <a:chExt cx="1871280" cy="377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4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1E355420-4848-2849-6FE9-3C1DB2F7054C}"/>
                    </a:ext>
                  </a:extLst>
                </p14:cNvPr>
                <p14:cNvContentPartPr/>
                <p14:nvPr/>
              </p14:nvContentPartPr>
              <p14:xfrm>
                <a:off x="1635480" y="5326056"/>
                <a:ext cx="363240" cy="37692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1E355420-4848-2849-6FE9-3C1DB2F7054C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1631160" y="5321736"/>
                  <a:ext cx="371880" cy="38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6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8F193DDD-056B-7D92-5B7B-C39D0C3DE8E5}"/>
                    </a:ext>
                  </a:extLst>
                </p14:cNvPr>
                <p14:cNvContentPartPr/>
                <p14:nvPr/>
              </p14:nvContentPartPr>
              <p14:xfrm>
                <a:off x="2048760" y="5530536"/>
                <a:ext cx="146160" cy="9144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8F193DDD-056B-7D92-5B7B-C39D0C3DE8E5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2044440" y="5526216"/>
                  <a:ext cx="15480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8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EBF18C34-37F5-4DDB-483A-A8C033AAD94D}"/>
                    </a:ext>
                  </a:extLst>
                </p14:cNvPr>
                <p14:cNvContentPartPr/>
                <p14:nvPr/>
              </p14:nvContentPartPr>
              <p14:xfrm>
                <a:off x="2264400" y="5495976"/>
                <a:ext cx="92520" cy="12852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EBF18C34-37F5-4DDB-483A-A8C033AAD94D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2260080" y="5491656"/>
                  <a:ext cx="101160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0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27B14123-FB95-E232-4420-022B1B7E09F4}"/>
                    </a:ext>
                  </a:extLst>
                </p14:cNvPr>
                <p14:cNvContentPartPr/>
                <p14:nvPr/>
              </p14:nvContentPartPr>
              <p14:xfrm>
                <a:off x="2273040" y="5536296"/>
                <a:ext cx="81360" cy="9612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27B14123-FB95-E232-4420-022B1B7E09F4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2268720" y="5531976"/>
                  <a:ext cx="90000" cy="10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2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8D859766-AB86-78F4-4414-F0F6D41F1113}"/>
                    </a:ext>
                  </a:extLst>
                </p14:cNvPr>
                <p14:cNvContentPartPr/>
                <p14:nvPr/>
              </p14:nvContentPartPr>
              <p14:xfrm>
                <a:off x="2453400" y="5555016"/>
                <a:ext cx="65160" cy="612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8D859766-AB86-78F4-4414-F0F6D41F1113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2449080" y="5550696"/>
                  <a:ext cx="73800" cy="1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4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A9707823-F066-4882-251A-036061E96AEA}"/>
                    </a:ext>
                  </a:extLst>
                </p14:cNvPr>
                <p14:cNvContentPartPr/>
                <p14:nvPr/>
              </p14:nvContentPartPr>
              <p14:xfrm>
                <a:off x="2663640" y="5418576"/>
                <a:ext cx="62640" cy="18288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A9707823-F066-4882-251A-036061E96AEA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2659320" y="5414256"/>
                  <a:ext cx="7128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6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7E57ABDE-9A88-262E-1405-5BDA603F07ED}"/>
                    </a:ext>
                  </a:extLst>
                </p14:cNvPr>
                <p14:cNvContentPartPr/>
                <p14:nvPr/>
              </p14:nvContentPartPr>
              <p14:xfrm>
                <a:off x="2792880" y="5355216"/>
                <a:ext cx="60480" cy="250920"/>
              </p14:xfrm>
            </p:contentPart>
          </mc:Choice>
          <mc:Fallback xmlns=""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7E57ABDE-9A88-262E-1405-5BDA603F07ED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2788560" y="5350896"/>
                  <a:ext cx="69120" cy="25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8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13F2F590-D699-B226-5875-3FEBDCABC382}"/>
                    </a:ext>
                  </a:extLst>
                </p14:cNvPr>
                <p14:cNvContentPartPr/>
                <p14:nvPr/>
              </p14:nvContentPartPr>
              <p14:xfrm>
                <a:off x="2688840" y="5500656"/>
                <a:ext cx="192240" cy="30240"/>
              </p14:xfrm>
            </p:contentPart>
          </mc:Choice>
          <mc:Fallback xmlns=""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13F2F590-D699-B226-5875-3FEBDCABC382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2684520" y="5496336"/>
                  <a:ext cx="20088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0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BCC90D83-A0EE-9DB6-7084-7C9AE0E59831}"/>
                    </a:ext>
                  </a:extLst>
                </p14:cNvPr>
                <p14:cNvContentPartPr/>
                <p14:nvPr/>
              </p14:nvContentPartPr>
              <p14:xfrm>
                <a:off x="2896920" y="5495616"/>
                <a:ext cx="114840" cy="7704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BCC90D83-A0EE-9DB6-7084-7C9AE0E59831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2892600" y="5491296"/>
                  <a:ext cx="12348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2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DDA9C614-8CF1-F471-C337-7D15A7A9144E}"/>
                    </a:ext>
                  </a:extLst>
                </p14:cNvPr>
                <p14:cNvContentPartPr/>
                <p14:nvPr/>
              </p14:nvContentPartPr>
              <p14:xfrm>
                <a:off x="3067920" y="5512176"/>
                <a:ext cx="138960" cy="7776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DDA9C614-8CF1-F471-C337-7D15A7A9144E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3063600" y="5507856"/>
                  <a:ext cx="14760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4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7BEFD23B-705D-D815-7171-E1D090932066}"/>
                    </a:ext>
                  </a:extLst>
                </p14:cNvPr>
                <p14:cNvContentPartPr/>
                <p14:nvPr/>
              </p14:nvContentPartPr>
              <p14:xfrm>
                <a:off x="3250440" y="5516856"/>
                <a:ext cx="34920" cy="18648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7BEFD23B-705D-D815-7171-E1D090932066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3246120" y="5512536"/>
                  <a:ext cx="4356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6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095FC154-2710-0775-3550-54A44EE4734D}"/>
                    </a:ext>
                  </a:extLst>
                </p14:cNvPr>
                <p14:cNvContentPartPr/>
                <p14:nvPr/>
              </p14:nvContentPartPr>
              <p14:xfrm>
                <a:off x="3329280" y="5412816"/>
                <a:ext cx="65520" cy="6048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095FC154-2710-0775-3550-54A44EE4734D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3324960" y="5408496"/>
                  <a:ext cx="7416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8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C0EE0F24-70AC-4D89-4FBD-CE10ABE846AE}"/>
                    </a:ext>
                  </a:extLst>
                </p14:cNvPr>
                <p14:cNvContentPartPr/>
                <p14:nvPr/>
              </p14:nvContentPartPr>
              <p14:xfrm>
                <a:off x="3476520" y="5538816"/>
                <a:ext cx="30240" cy="396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C0EE0F24-70AC-4D89-4FBD-CE10ABE846AE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3472200" y="5534496"/>
                  <a:ext cx="38880" cy="12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3" name="Group 212">
            <a:extLst>
              <a:ext uri="{FF2B5EF4-FFF2-40B4-BE49-F238E27FC236}">
                <a16:creationId xmlns:a16="http://schemas.microsoft.com/office/drawing/2014/main" id="{22464249-DCD5-DF78-20AD-1664866B3BE9}"/>
              </a:ext>
            </a:extLst>
          </p:cNvPr>
          <p:cNvGrpSpPr/>
          <p:nvPr/>
        </p:nvGrpSpPr>
        <p:grpSpPr>
          <a:xfrm>
            <a:off x="3753360" y="5207616"/>
            <a:ext cx="462960" cy="363600"/>
            <a:chOff x="3753360" y="5207616"/>
            <a:chExt cx="462960" cy="363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30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F2565D7E-6BC7-B6F5-A29C-D80A91422DBA}"/>
                    </a:ext>
                  </a:extLst>
                </p14:cNvPr>
                <p14:cNvContentPartPr/>
                <p14:nvPr/>
              </p14:nvContentPartPr>
              <p14:xfrm>
                <a:off x="3753360" y="5218776"/>
                <a:ext cx="187920" cy="35244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F2565D7E-6BC7-B6F5-A29C-D80A91422DBA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3749040" y="5214456"/>
                  <a:ext cx="196560" cy="36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2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E3B93489-A3CC-535F-7AF6-EA79C70F318C}"/>
                    </a:ext>
                  </a:extLst>
                </p14:cNvPr>
                <p14:cNvContentPartPr/>
                <p14:nvPr/>
              </p14:nvContentPartPr>
              <p14:xfrm>
                <a:off x="4017240" y="5207616"/>
                <a:ext cx="187560" cy="34668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E3B93489-A3CC-535F-7AF6-EA79C70F318C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4012920" y="5203296"/>
                  <a:ext cx="196200" cy="35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4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412B6AE9-1B6D-E6CD-F6C0-B4FFDE57CD0C}"/>
                    </a:ext>
                  </a:extLst>
                </p14:cNvPr>
                <p14:cNvContentPartPr/>
                <p14:nvPr/>
              </p14:nvContentPartPr>
              <p14:xfrm>
                <a:off x="4024080" y="5449896"/>
                <a:ext cx="192240" cy="1080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412B6AE9-1B6D-E6CD-F6C0-B4FFDE57CD0C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4019760" y="5445576"/>
                  <a:ext cx="200880" cy="19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2" name="Group 211">
            <a:extLst>
              <a:ext uri="{FF2B5EF4-FFF2-40B4-BE49-F238E27FC236}">
                <a16:creationId xmlns:a16="http://schemas.microsoft.com/office/drawing/2014/main" id="{66AF0DAF-64C1-E094-8D9D-CFD59B240802}"/>
              </a:ext>
            </a:extLst>
          </p:cNvPr>
          <p:cNvGrpSpPr/>
          <p:nvPr/>
        </p:nvGrpSpPr>
        <p:grpSpPr>
          <a:xfrm>
            <a:off x="4483800" y="5139216"/>
            <a:ext cx="1201320" cy="545040"/>
            <a:chOff x="4483800" y="5139216"/>
            <a:chExt cx="1201320" cy="545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36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6C3295E8-6ABB-E2AC-44BE-98BD61286851}"/>
                    </a:ext>
                  </a:extLst>
                </p14:cNvPr>
                <p14:cNvContentPartPr/>
                <p14:nvPr/>
              </p14:nvContentPartPr>
              <p14:xfrm>
                <a:off x="4483800" y="5333256"/>
                <a:ext cx="120600" cy="140040"/>
              </p14:xfrm>
            </p:contentPart>
          </mc:Choice>
          <mc:Fallback xmlns=""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6C3295E8-6ABB-E2AC-44BE-98BD61286851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4479480" y="5328936"/>
                  <a:ext cx="129240" cy="1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8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8BB5808D-D1C1-F333-A5DF-D53373A8C04B}"/>
                    </a:ext>
                  </a:extLst>
                </p14:cNvPr>
                <p14:cNvContentPartPr/>
                <p14:nvPr/>
              </p14:nvContentPartPr>
              <p14:xfrm>
                <a:off x="4658400" y="5289336"/>
                <a:ext cx="253080" cy="165960"/>
              </p14:xfrm>
            </p:contentPart>
          </mc:Choice>
          <mc:Fallback xmlns=""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8BB5808D-D1C1-F333-A5DF-D53373A8C04B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4654080" y="5285016"/>
                  <a:ext cx="261720" cy="17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0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A7535D28-060E-F69D-938C-FCC0ADC8B936}"/>
                    </a:ext>
                  </a:extLst>
                </p14:cNvPr>
                <p14:cNvContentPartPr/>
                <p14:nvPr/>
              </p14:nvContentPartPr>
              <p14:xfrm>
                <a:off x="5065920" y="5139216"/>
                <a:ext cx="88200" cy="244080"/>
              </p14:xfrm>
            </p:contentPart>
          </mc:Choice>
          <mc:Fallback xmlns=""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A7535D28-060E-F69D-938C-FCC0ADC8B936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5061600" y="5134896"/>
                  <a:ext cx="96840" cy="25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2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658AAE35-5F26-7D3E-57DE-E55207B8859E}"/>
                    </a:ext>
                  </a:extLst>
                </p14:cNvPr>
                <p14:cNvContentPartPr/>
                <p14:nvPr/>
              </p14:nvContentPartPr>
              <p14:xfrm>
                <a:off x="5019480" y="5281056"/>
                <a:ext cx="214200" cy="88200"/>
              </p14:xfrm>
            </p:contentPart>
          </mc:Choice>
          <mc:Fallback xmlns=""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658AAE35-5F26-7D3E-57DE-E55207B8859E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5015160" y="5276736"/>
                  <a:ext cx="22284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4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98D92035-B72C-50B6-54CF-957EA84C5E40}"/>
                    </a:ext>
                  </a:extLst>
                </p14:cNvPr>
                <p14:cNvContentPartPr/>
                <p14:nvPr/>
              </p14:nvContentPartPr>
              <p14:xfrm>
                <a:off x="5320080" y="5172696"/>
                <a:ext cx="14400" cy="112320"/>
              </p14:xfrm>
            </p:contentPart>
          </mc:Choice>
          <mc:Fallback xmlns=""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98D92035-B72C-50B6-54CF-957EA84C5E40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5315760" y="5168376"/>
                  <a:ext cx="2304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6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3D77EA3B-F49C-5AC9-DBB1-B0FC660AF1AB}"/>
                    </a:ext>
                  </a:extLst>
                </p14:cNvPr>
                <p14:cNvContentPartPr/>
                <p14:nvPr/>
              </p14:nvContentPartPr>
              <p14:xfrm>
                <a:off x="5329080" y="5328576"/>
                <a:ext cx="208080" cy="43200"/>
              </p14:xfrm>
            </p:contentPart>
          </mc:Choice>
          <mc:Fallback xmlns=""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3D77EA3B-F49C-5AC9-DBB1-B0FC660AF1AB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5324760" y="5324256"/>
                  <a:ext cx="21672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8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BAAF91BF-028B-F460-A6C1-2CB07F7FD726}"/>
                    </a:ext>
                  </a:extLst>
                </p14:cNvPr>
                <p14:cNvContentPartPr/>
                <p14:nvPr/>
              </p14:nvContentPartPr>
              <p14:xfrm>
                <a:off x="5421240" y="5273136"/>
                <a:ext cx="263880" cy="411120"/>
              </p14:xfrm>
            </p:contentPart>
          </mc:Choice>
          <mc:Fallback xmlns=""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BAAF91BF-028B-F460-A6C1-2CB07F7FD726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5416920" y="5268816"/>
                  <a:ext cx="272520" cy="419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1" name="Group 210">
            <a:extLst>
              <a:ext uri="{FF2B5EF4-FFF2-40B4-BE49-F238E27FC236}">
                <a16:creationId xmlns:a16="http://schemas.microsoft.com/office/drawing/2014/main" id="{5D33A902-5669-5CB8-81B1-D96B1DBFA237}"/>
              </a:ext>
            </a:extLst>
          </p:cNvPr>
          <p:cNvGrpSpPr/>
          <p:nvPr/>
        </p:nvGrpSpPr>
        <p:grpSpPr>
          <a:xfrm>
            <a:off x="6054480" y="5101056"/>
            <a:ext cx="437040" cy="228960"/>
            <a:chOff x="6054480" y="5101056"/>
            <a:chExt cx="437040" cy="228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50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48E87AE0-02C7-EFD7-84ED-0549AA99D719}"/>
                    </a:ext>
                  </a:extLst>
                </p14:cNvPr>
                <p14:cNvContentPartPr/>
                <p14:nvPr/>
              </p14:nvContentPartPr>
              <p14:xfrm>
                <a:off x="6054480" y="5261976"/>
                <a:ext cx="16560" cy="6804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48E87AE0-02C7-EFD7-84ED-0549AA99D719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6050160" y="5257656"/>
                  <a:ext cx="2520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2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756B1399-925A-6282-6540-AB66512CE710}"/>
                    </a:ext>
                  </a:extLst>
                </p14:cNvPr>
                <p14:cNvContentPartPr/>
                <p14:nvPr/>
              </p14:nvContentPartPr>
              <p14:xfrm>
                <a:off x="6151680" y="5103216"/>
                <a:ext cx="2520" cy="104400"/>
              </p14:xfrm>
            </p:contentPart>
          </mc:Choice>
          <mc:Fallback xmlns=""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756B1399-925A-6282-6540-AB66512CE710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6147360" y="5098896"/>
                  <a:ext cx="11160" cy="11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4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E1FF897E-D255-3FAC-5BDC-C33BE71121D2}"/>
                    </a:ext>
                  </a:extLst>
                </p14:cNvPr>
                <p14:cNvContentPartPr/>
                <p14:nvPr/>
              </p14:nvContentPartPr>
              <p14:xfrm>
                <a:off x="6149520" y="5262696"/>
                <a:ext cx="81000" cy="60480"/>
              </p14:xfrm>
            </p:contentPart>
          </mc:Choice>
          <mc:Fallback xmlns=""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E1FF897E-D255-3FAC-5BDC-C33BE71121D2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6145200" y="5258376"/>
                  <a:ext cx="8964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6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512CAFBB-924A-EABE-336A-B3D2CC16958D}"/>
                    </a:ext>
                  </a:extLst>
                </p14:cNvPr>
                <p14:cNvContentPartPr/>
                <p14:nvPr/>
              </p14:nvContentPartPr>
              <p14:xfrm>
                <a:off x="6343200" y="5101056"/>
                <a:ext cx="55800" cy="190800"/>
              </p14:xfrm>
            </p:contentPart>
          </mc:Choice>
          <mc:Fallback xmlns=""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512CAFBB-924A-EABE-336A-B3D2CC16958D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6338880" y="5096736"/>
                  <a:ext cx="6444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8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B7B537F6-B826-E52C-9B07-7D434016BABA}"/>
                    </a:ext>
                  </a:extLst>
                </p14:cNvPr>
                <p14:cNvContentPartPr/>
                <p14:nvPr/>
              </p14:nvContentPartPr>
              <p14:xfrm>
                <a:off x="6269400" y="5197896"/>
                <a:ext cx="222120" cy="91800"/>
              </p14:xfrm>
            </p:contentPart>
          </mc:Choice>
          <mc:Fallback xmlns=""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B7B537F6-B826-E52C-9B07-7D434016BABA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6265080" y="5193576"/>
                  <a:ext cx="230760" cy="100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0" name="Group 209">
            <a:extLst>
              <a:ext uri="{FF2B5EF4-FFF2-40B4-BE49-F238E27FC236}">
                <a16:creationId xmlns:a16="http://schemas.microsoft.com/office/drawing/2014/main" id="{647B72F2-F76B-69B8-A490-D10CD3EBFA8A}"/>
              </a:ext>
            </a:extLst>
          </p:cNvPr>
          <p:cNvGrpSpPr/>
          <p:nvPr/>
        </p:nvGrpSpPr>
        <p:grpSpPr>
          <a:xfrm>
            <a:off x="6846840" y="4905576"/>
            <a:ext cx="1596960" cy="657000"/>
            <a:chOff x="6846840" y="4905576"/>
            <a:chExt cx="1596960" cy="657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0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49AB644F-573C-00FD-580D-F9A949FD86C8}"/>
                    </a:ext>
                  </a:extLst>
                </p14:cNvPr>
                <p14:cNvContentPartPr/>
                <p14:nvPr/>
              </p14:nvContentPartPr>
              <p14:xfrm>
                <a:off x="6846840" y="5169096"/>
                <a:ext cx="185040" cy="120960"/>
              </p14:xfrm>
            </p:contentPart>
          </mc:Choice>
          <mc:Fallback xmlns=""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49AB644F-573C-00FD-580D-F9A949FD86C8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6842520" y="5164776"/>
                  <a:ext cx="19368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2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4A098FF1-99D0-3540-2B15-D32AEDCA27A2}"/>
                    </a:ext>
                  </a:extLst>
                </p14:cNvPr>
                <p14:cNvContentPartPr/>
                <p14:nvPr/>
              </p14:nvContentPartPr>
              <p14:xfrm>
                <a:off x="7006320" y="5158656"/>
                <a:ext cx="138960" cy="12852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4A098FF1-99D0-3540-2B15-D32AEDCA27A2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7002000" y="5154336"/>
                  <a:ext cx="147600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4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B71BFAAC-2235-25C2-2E6B-BA86B0633F87}"/>
                    </a:ext>
                  </a:extLst>
                </p14:cNvPr>
                <p14:cNvContentPartPr/>
                <p14:nvPr/>
              </p14:nvContentPartPr>
              <p14:xfrm>
                <a:off x="7207200" y="5155416"/>
                <a:ext cx="122760" cy="115920"/>
              </p14:xfrm>
            </p:contentPart>
          </mc:Choice>
          <mc:Fallback xmlns=""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B71BFAAC-2235-25C2-2E6B-BA86B0633F87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7202880" y="5151096"/>
                  <a:ext cx="13140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6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B5A95629-5565-56B7-F56A-188B8BE75BFF}"/>
                    </a:ext>
                  </a:extLst>
                </p14:cNvPr>
                <p14:cNvContentPartPr/>
                <p14:nvPr/>
              </p14:nvContentPartPr>
              <p14:xfrm>
                <a:off x="7370640" y="5153616"/>
                <a:ext cx="372600" cy="86400"/>
              </p14:xfrm>
            </p:contentPart>
          </mc:Choice>
          <mc:Fallback xmlns=""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B5A95629-5565-56B7-F56A-188B8BE75BFF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7366320" y="5149296"/>
                  <a:ext cx="38124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8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111D8707-257A-4C72-D7A6-3202A7DC996C}"/>
                    </a:ext>
                  </a:extLst>
                </p14:cNvPr>
                <p14:cNvContentPartPr/>
                <p14:nvPr/>
              </p14:nvContentPartPr>
              <p14:xfrm>
                <a:off x="7760880" y="4905576"/>
                <a:ext cx="328680" cy="329040"/>
              </p14:xfrm>
            </p:contentPart>
          </mc:Choice>
          <mc:Fallback xmlns=""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111D8707-257A-4C72-D7A6-3202A7DC996C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7756560" y="4901256"/>
                  <a:ext cx="337320" cy="33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0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3198A78C-E5D2-4E89-4545-3B74CCADADFC}"/>
                    </a:ext>
                  </a:extLst>
                </p14:cNvPr>
                <p14:cNvContentPartPr/>
                <p14:nvPr/>
              </p14:nvContentPartPr>
              <p14:xfrm>
                <a:off x="8089560" y="5043096"/>
                <a:ext cx="23400" cy="65160"/>
              </p14:xfrm>
            </p:contentPart>
          </mc:Choice>
          <mc:Fallback xmlns=""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3198A78C-E5D2-4E89-4545-3B74CCADADFC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8085240" y="5038776"/>
                  <a:ext cx="3204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2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8A7469DE-A3A4-3373-20FB-FE31BF8BAA33}"/>
                    </a:ext>
                  </a:extLst>
                </p14:cNvPr>
                <p14:cNvContentPartPr/>
                <p14:nvPr/>
              </p14:nvContentPartPr>
              <p14:xfrm>
                <a:off x="8128800" y="5142456"/>
                <a:ext cx="178200" cy="62640"/>
              </p14:xfrm>
            </p:contentPart>
          </mc:Choice>
          <mc:Fallback xmlns=""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8A7469DE-A3A4-3373-20FB-FE31BF8BAA33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8124480" y="5138136"/>
                  <a:ext cx="18684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4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B2AEEAAE-8F45-A345-5937-1B104B349DE0}"/>
                    </a:ext>
                  </a:extLst>
                </p14:cNvPr>
                <p14:cNvContentPartPr/>
                <p14:nvPr/>
              </p14:nvContentPartPr>
              <p14:xfrm>
                <a:off x="8197560" y="5135256"/>
                <a:ext cx="246240" cy="427320"/>
              </p14:xfrm>
            </p:contentPart>
          </mc:Choice>
          <mc:Fallback xmlns=""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B2AEEAAE-8F45-A345-5937-1B104B349DE0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8193240" y="5130936"/>
                  <a:ext cx="254880" cy="435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8" name="Group 217">
            <a:extLst>
              <a:ext uri="{FF2B5EF4-FFF2-40B4-BE49-F238E27FC236}">
                <a16:creationId xmlns:a16="http://schemas.microsoft.com/office/drawing/2014/main" id="{9A4D541F-3662-60D8-D8FE-B1A27130705A}"/>
              </a:ext>
            </a:extLst>
          </p:cNvPr>
          <p:cNvGrpSpPr/>
          <p:nvPr/>
        </p:nvGrpSpPr>
        <p:grpSpPr>
          <a:xfrm>
            <a:off x="8708040" y="4833936"/>
            <a:ext cx="756000" cy="448920"/>
            <a:chOff x="8708040" y="4833936"/>
            <a:chExt cx="756000" cy="448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76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F7DFCCEB-98AB-2E4B-DC29-E639E5235D5E}"/>
                    </a:ext>
                  </a:extLst>
                </p14:cNvPr>
                <p14:cNvContentPartPr/>
                <p14:nvPr/>
              </p14:nvContentPartPr>
              <p14:xfrm>
                <a:off x="8708040" y="5092416"/>
                <a:ext cx="102600" cy="100080"/>
              </p14:xfrm>
            </p:contentPart>
          </mc:Choice>
          <mc:Fallback xmlns=""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F7DFCCEB-98AB-2E4B-DC29-E639E5235D5E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8703720" y="5088096"/>
                  <a:ext cx="11124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8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D521F306-D92D-AD5D-C18E-A3BF8A450872}"/>
                    </a:ext>
                  </a:extLst>
                </p14:cNvPr>
                <p14:cNvContentPartPr/>
                <p14:nvPr/>
              </p14:nvContentPartPr>
              <p14:xfrm>
                <a:off x="8803440" y="5099976"/>
                <a:ext cx="360" cy="360"/>
              </p14:xfrm>
            </p:contentPart>
          </mc:Choice>
          <mc:Fallback xmlns=""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D521F306-D92D-AD5D-C18E-A3BF8A450872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8799120" y="5095656"/>
                  <a:ext cx="900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9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9C4B8257-0BB3-D1D0-C151-9F5DAAE8CD0F}"/>
                    </a:ext>
                  </a:extLst>
                </p14:cNvPr>
                <p14:cNvContentPartPr/>
                <p14:nvPr/>
              </p14:nvContentPartPr>
              <p14:xfrm>
                <a:off x="8803440" y="5063976"/>
                <a:ext cx="132120" cy="120600"/>
              </p14:xfrm>
            </p:contentPart>
          </mc:Choice>
          <mc:Fallback xmlns=""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9C4B8257-0BB3-D1D0-C151-9F5DAAE8CD0F}"/>
                    </a:ext>
                  </a:extLst>
                </p:cNvPr>
                <p:cNvPicPr/>
                <p:nvPr/>
              </p:nvPicPr>
              <p:blipFill>
                <a:blip r:embed="rId380"/>
                <a:stretch>
                  <a:fillRect/>
                </a:stretch>
              </p:blipFill>
              <p:spPr>
                <a:xfrm>
                  <a:off x="8799120" y="5059656"/>
                  <a:ext cx="14076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1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A8F409B9-5532-36F0-A40A-254503D8851B}"/>
                    </a:ext>
                  </a:extLst>
                </p14:cNvPr>
                <p14:cNvContentPartPr/>
                <p14:nvPr/>
              </p14:nvContentPartPr>
              <p14:xfrm>
                <a:off x="8962200" y="4833936"/>
                <a:ext cx="226080" cy="321120"/>
              </p14:xfrm>
            </p:contentPart>
          </mc:Choice>
          <mc:Fallback xmlns=""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A8F409B9-5532-36F0-A40A-254503D8851B}"/>
                    </a:ext>
                  </a:extLst>
                </p:cNvPr>
                <p:cNvPicPr/>
                <p:nvPr/>
              </p:nvPicPr>
              <p:blipFill>
                <a:blip r:embed="rId382"/>
                <a:stretch>
                  <a:fillRect/>
                </a:stretch>
              </p:blipFill>
              <p:spPr>
                <a:xfrm>
                  <a:off x="8957880" y="4829616"/>
                  <a:ext cx="234720" cy="32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3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949BF77C-E4A1-8193-1A4E-7D77CFC39EEC}"/>
                    </a:ext>
                  </a:extLst>
                </p14:cNvPr>
                <p14:cNvContentPartPr/>
                <p14:nvPr/>
              </p14:nvContentPartPr>
              <p14:xfrm>
                <a:off x="9167760" y="5048856"/>
                <a:ext cx="68040" cy="124200"/>
              </p14:xfrm>
            </p:contentPart>
          </mc:Choice>
          <mc:Fallback xmlns=""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949BF77C-E4A1-8193-1A4E-7D77CFC39EEC}"/>
                    </a:ext>
                  </a:extLst>
                </p:cNvPr>
                <p:cNvPicPr/>
                <p:nvPr/>
              </p:nvPicPr>
              <p:blipFill>
                <a:blip r:embed="rId384"/>
                <a:stretch>
                  <a:fillRect/>
                </a:stretch>
              </p:blipFill>
              <p:spPr>
                <a:xfrm>
                  <a:off x="9163440" y="5044536"/>
                  <a:ext cx="7668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5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57799D36-8620-F385-2D48-FD4BEE851492}"/>
                    </a:ext>
                  </a:extLst>
                </p14:cNvPr>
                <p14:cNvContentPartPr/>
                <p14:nvPr/>
              </p14:nvContentPartPr>
              <p14:xfrm>
                <a:off x="9291600" y="5043096"/>
                <a:ext cx="50040" cy="99360"/>
              </p14:xfrm>
            </p:contentPart>
          </mc:Choice>
          <mc:Fallback xmlns=""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57799D36-8620-F385-2D48-FD4BEE851492}"/>
                    </a:ext>
                  </a:extLst>
                </p:cNvPr>
                <p:cNvPicPr/>
                <p:nvPr/>
              </p:nvPicPr>
              <p:blipFill>
                <a:blip r:embed="rId386"/>
                <a:stretch>
                  <a:fillRect/>
                </a:stretch>
              </p:blipFill>
              <p:spPr>
                <a:xfrm>
                  <a:off x="9287280" y="5038776"/>
                  <a:ext cx="5868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7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AF2CE21B-D213-05A6-E9D1-BF98B4E08858}"/>
                    </a:ext>
                  </a:extLst>
                </p14:cNvPr>
                <p14:cNvContentPartPr/>
                <p14:nvPr/>
              </p14:nvContentPartPr>
              <p14:xfrm>
                <a:off x="9406080" y="5178456"/>
                <a:ext cx="57960" cy="104400"/>
              </p14:xfrm>
            </p:contentPart>
          </mc:Choice>
          <mc:Fallback xmlns=""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AF2CE21B-D213-05A6-E9D1-BF98B4E08858}"/>
                    </a:ext>
                  </a:extLst>
                </p:cNvPr>
                <p:cNvPicPr/>
                <p:nvPr/>
              </p:nvPicPr>
              <p:blipFill>
                <a:blip r:embed="rId388"/>
                <a:stretch>
                  <a:fillRect/>
                </a:stretch>
              </p:blipFill>
              <p:spPr>
                <a:xfrm>
                  <a:off x="9401760" y="5174136"/>
                  <a:ext cx="66600" cy="113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5" name="Group 224">
            <a:extLst>
              <a:ext uri="{FF2B5EF4-FFF2-40B4-BE49-F238E27FC236}">
                <a16:creationId xmlns:a16="http://schemas.microsoft.com/office/drawing/2014/main" id="{C895028A-2F6A-57B3-CF12-D971A222C352}"/>
              </a:ext>
            </a:extLst>
          </p:cNvPr>
          <p:cNvGrpSpPr/>
          <p:nvPr/>
        </p:nvGrpSpPr>
        <p:grpSpPr>
          <a:xfrm>
            <a:off x="9766440" y="4860936"/>
            <a:ext cx="1414080" cy="357120"/>
            <a:chOff x="9766440" y="4860936"/>
            <a:chExt cx="1414080" cy="357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9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9F7F3355-5FA5-1DC7-3FB3-B3E3023CCB17}"/>
                    </a:ext>
                  </a:extLst>
                </p14:cNvPr>
                <p14:cNvContentPartPr/>
                <p14:nvPr/>
              </p14:nvContentPartPr>
              <p14:xfrm>
                <a:off x="9796680" y="4989816"/>
                <a:ext cx="113400" cy="228240"/>
              </p14:xfrm>
            </p:contentPart>
          </mc:Choice>
          <mc:Fallback xmlns=""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9F7F3355-5FA5-1DC7-3FB3-B3E3023CCB17}"/>
                    </a:ext>
                  </a:extLst>
                </p:cNvPr>
                <p:cNvPicPr/>
                <p:nvPr/>
              </p:nvPicPr>
              <p:blipFill>
                <a:blip r:embed="rId390"/>
                <a:stretch>
                  <a:fillRect/>
                </a:stretch>
              </p:blipFill>
              <p:spPr>
                <a:xfrm>
                  <a:off x="9792360" y="4985496"/>
                  <a:ext cx="12204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1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62FDB7C2-C791-D49F-74D8-81BF11553387}"/>
                    </a:ext>
                  </a:extLst>
                </p14:cNvPr>
                <p14:cNvContentPartPr/>
                <p14:nvPr/>
              </p14:nvContentPartPr>
              <p14:xfrm>
                <a:off x="9766440" y="4860936"/>
                <a:ext cx="485280" cy="285480"/>
              </p14:xfrm>
            </p:contentPart>
          </mc:Choice>
          <mc:Fallback xmlns=""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62FDB7C2-C791-D49F-74D8-81BF11553387}"/>
                    </a:ext>
                  </a:extLst>
                </p:cNvPr>
                <p:cNvPicPr/>
                <p:nvPr/>
              </p:nvPicPr>
              <p:blipFill>
                <a:blip r:embed="rId392"/>
                <a:stretch>
                  <a:fillRect/>
                </a:stretch>
              </p:blipFill>
              <p:spPr>
                <a:xfrm>
                  <a:off x="9762120" y="4856616"/>
                  <a:ext cx="493920" cy="29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3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82227781-1D54-A347-F8C4-38C4EE9E9771}"/>
                    </a:ext>
                  </a:extLst>
                </p14:cNvPr>
                <p14:cNvContentPartPr/>
                <p14:nvPr/>
              </p14:nvContentPartPr>
              <p14:xfrm>
                <a:off x="10161360" y="5098896"/>
                <a:ext cx="295920" cy="110880"/>
              </p14:xfrm>
            </p:contentPart>
          </mc:Choice>
          <mc:Fallback xmlns=""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82227781-1D54-A347-F8C4-38C4EE9E9771}"/>
                    </a:ext>
                  </a:extLst>
                </p:cNvPr>
                <p:cNvPicPr/>
                <p:nvPr/>
              </p:nvPicPr>
              <p:blipFill>
                <a:blip r:embed="rId394"/>
                <a:stretch>
                  <a:fillRect/>
                </a:stretch>
              </p:blipFill>
              <p:spPr>
                <a:xfrm>
                  <a:off x="10157040" y="5094576"/>
                  <a:ext cx="30456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5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55605CAE-93E2-2897-3D96-6F7F5B5DF428}"/>
                    </a:ext>
                  </a:extLst>
                </p14:cNvPr>
                <p14:cNvContentPartPr/>
                <p14:nvPr/>
              </p14:nvContentPartPr>
              <p14:xfrm>
                <a:off x="10625760" y="4936896"/>
                <a:ext cx="178200" cy="225720"/>
              </p14:xfrm>
            </p:contentPart>
          </mc:Choice>
          <mc:Fallback xmlns=""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55605CAE-93E2-2897-3D96-6F7F5B5DF428}"/>
                    </a:ext>
                  </a:extLst>
                </p:cNvPr>
                <p:cNvPicPr/>
                <p:nvPr/>
              </p:nvPicPr>
              <p:blipFill>
                <a:blip r:embed="rId396"/>
                <a:stretch>
                  <a:fillRect/>
                </a:stretch>
              </p:blipFill>
              <p:spPr>
                <a:xfrm>
                  <a:off x="10621440" y="4932576"/>
                  <a:ext cx="186840" cy="23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7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7C105CDD-2FCE-02ED-F6C6-CDB1E1095BF1}"/>
                    </a:ext>
                  </a:extLst>
                </p14:cNvPr>
                <p14:cNvContentPartPr/>
                <p14:nvPr/>
              </p14:nvContentPartPr>
              <p14:xfrm>
                <a:off x="10690560" y="4866336"/>
                <a:ext cx="402120" cy="258120"/>
              </p14:xfrm>
            </p:contentPart>
          </mc:Choice>
          <mc:Fallback xmlns=""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7C105CDD-2FCE-02ED-F6C6-CDB1E1095BF1}"/>
                    </a:ext>
                  </a:extLst>
                </p:cNvPr>
                <p:cNvPicPr/>
                <p:nvPr/>
              </p:nvPicPr>
              <p:blipFill>
                <a:blip r:embed="rId398"/>
                <a:stretch>
                  <a:fillRect/>
                </a:stretch>
              </p:blipFill>
              <p:spPr>
                <a:xfrm>
                  <a:off x="10686240" y="4862016"/>
                  <a:ext cx="410760" cy="26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9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C7A28C67-145D-B3F8-19AA-EFAF90E843A3}"/>
                    </a:ext>
                  </a:extLst>
                </p14:cNvPr>
                <p14:cNvContentPartPr/>
                <p14:nvPr/>
              </p14:nvContentPartPr>
              <p14:xfrm>
                <a:off x="11050920" y="5066496"/>
                <a:ext cx="129600" cy="95040"/>
              </p14:xfrm>
            </p:contentPart>
          </mc:Choice>
          <mc:Fallback xmlns=""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C7A28C67-145D-B3F8-19AA-EFAF90E843A3}"/>
                    </a:ext>
                  </a:extLst>
                </p:cNvPr>
                <p:cNvPicPr/>
                <p:nvPr/>
              </p:nvPicPr>
              <p:blipFill>
                <a:blip r:embed="rId400"/>
                <a:stretch>
                  <a:fillRect/>
                </a:stretch>
              </p:blipFill>
              <p:spPr>
                <a:xfrm>
                  <a:off x="11046600" y="5062176"/>
                  <a:ext cx="138240" cy="103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0" name="Group 259">
            <a:extLst>
              <a:ext uri="{FF2B5EF4-FFF2-40B4-BE49-F238E27FC236}">
                <a16:creationId xmlns:a16="http://schemas.microsoft.com/office/drawing/2014/main" id="{91D024F4-F0F1-1513-EC07-EE8A56F4F6EB}"/>
              </a:ext>
            </a:extLst>
          </p:cNvPr>
          <p:cNvGrpSpPr/>
          <p:nvPr/>
        </p:nvGrpSpPr>
        <p:grpSpPr>
          <a:xfrm>
            <a:off x="4518360" y="5768496"/>
            <a:ext cx="196560" cy="241560"/>
            <a:chOff x="4518360" y="5768496"/>
            <a:chExt cx="196560" cy="241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01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9E64C2E0-E20B-8572-53FF-4E3DAF2A80F3}"/>
                    </a:ext>
                  </a:extLst>
                </p14:cNvPr>
                <p14:cNvContentPartPr/>
                <p14:nvPr/>
              </p14:nvContentPartPr>
              <p14:xfrm>
                <a:off x="4518360" y="5935896"/>
                <a:ext cx="23400" cy="69480"/>
              </p14:xfrm>
            </p:contentPart>
          </mc:Choice>
          <mc:Fallback xmlns=""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9E64C2E0-E20B-8572-53FF-4E3DAF2A80F3}"/>
                    </a:ext>
                  </a:extLst>
                </p:cNvPr>
                <p:cNvPicPr/>
                <p:nvPr/>
              </p:nvPicPr>
              <p:blipFill>
                <a:blip r:embed="rId402"/>
                <a:stretch>
                  <a:fillRect/>
                </a:stretch>
              </p:blipFill>
              <p:spPr>
                <a:xfrm>
                  <a:off x="4514040" y="5931576"/>
                  <a:ext cx="3204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3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0D5816DE-2103-407D-3DDC-21782E794815}"/>
                    </a:ext>
                  </a:extLst>
                </p14:cNvPr>
                <p14:cNvContentPartPr/>
                <p14:nvPr/>
              </p14:nvContentPartPr>
              <p14:xfrm>
                <a:off x="4594680" y="5768496"/>
                <a:ext cx="11880" cy="120600"/>
              </p14:xfrm>
            </p:contentPart>
          </mc:Choice>
          <mc:Fallback xmlns=""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0D5816DE-2103-407D-3DDC-21782E794815}"/>
                    </a:ext>
                  </a:extLst>
                </p:cNvPr>
                <p:cNvPicPr/>
                <p:nvPr/>
              </p:nvPicPr>
              <p:blipFill>
                <a:blip r:embed="rId404"/>
                <a:stretch>
                  <a:fillRect/>
                </a:stretch>
              </p:blipFill>
              <p:spPr>
                <a:xfrm>
                  <a:off x="4590360" y="5764176"/>
                  <a:ext cx="2052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5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E4723CC4-B37E-8989-7F43-C20B85967EC7}"/>
                    </a:ext>
                  </a:extLst>
                </p14:cNvPr>
                <p14:cNvContentPartPr/>
                <p14:nvPr/>
              </p14:nvContentPartPr>
              <p14:xfrm>
                <a:off x="4595400" y="5935896"/>
                <a:ext cx="119520" cy="74160"/>
              </p14:xfrm>
            </p:contentPart>
          </mc:Choice>
          <mc:Fallback xmlns=""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E4723CC4-B37E-8989-7F43-C20B85967EC7}"/>
                    </a:ext>
                  </a:extLst>
                </p:cNvPr>
                <p:cNvPicPr/>
                <p:nvPr/>
              </p:nvPicPr>
              <p:blipFill>
                <a:blip r:embed="rId406"/>
                <a:stretch>
                  <a:fillRect/>
                </a:stretch>
              </p:blipFill>
              <p:spPr>
                <a:xfrm>
                  <a:off x="4591080" y="5931576"/>
                  <a:ext cx="128160" cy="82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9" name="Group 258">
            <a:extLst>
              <a:ext uri="{FF2B5EF4-FFF2-40B4-BE49-F238E27FC236}">
                <a16:creationId xmlns:a16="http://schemas.microsoft.com/office/drawing/2014/main" id="{E71683A8-2B56-35E9-0BFB-DCE61C9147DF}"/>
              </a:ext>
            </a:extLst>
          </p:cNvPr>
          <p:cNvGrpSpPr/>
          <p:nvPr/>
        </p:nvGrpSpPr>
        <p:grpSpPr>
          <a:xfrm>
            <a:off x="5109840" y="5686416"/>
            <a:ext cx="1328760" cy="473040"/>
            <a:chOff x="5109840" y="5686416"/>
            <a:chExt cx="1328760" cy="473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07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AD3F5794-3FD9-E518-09AD-EB351172AEAC}"/>
                    </a:ext>
                  </a:extLst>
                </p14:cNvPr>
                <p14:cNvContentPartPr/>
                <p14:nvPr/>
              </p14:nvContentPartPr>
              <p14:xfrm>
                <a:off x="5109840" y="5900256"/>
                <a:ext cx="57960" cy="259200"/>
              </p14:xfrm>
            </p:contentPart>
          </mc:Choice>
          <mc:Fallback xmlns=""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AD3F5794-3FD9-E518-09AD-EB351172AEAC}"/>
                    </a:ext>
                  </a:extLst>
                </p:cNvPr>
                <p:cNvPicPr/>
                <p:nvPr/>
              </p:nvPicPr>
              <p:blipFill>
                <a:blip r:embed="rId408"/>
                <a:stretch>
                  <a:fillRect/>
                </a:stretch>
              </p:blipFill>
              <p:spPr>
                <a:xfrm>
                  <a:off x="5105520" y="5895936"/>
                  <a:ext cx="66600" cy="26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9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6612EB45-F091-412D-FA3A-A315BB30FB03}"/>
                    </a:ext>
                  </a:extLst>
                </p14:cNvPr>
                <p14:cNvContentPartPr/>
                <p14:nvPr/>
              </p14:nvContentPartPr>
              <p14:xfrm>
                <a:off x="5199480" y="5911416"/>
                <a:ext cx="77760" cy="57240"/>
              </p14:xfrm>
            </p:contentPart>
          </mc:Choice>
          <mc:Fallback xmlns=""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6612EB45-F091-412D-FA3A-A315BB30FB03}"/>
                    </a:ext>
                  </a:extLst>
                </p:cNvPr>
                <p:cNvPicPr/>
                <p:nvPr/>
              </p:nvPicPr>
              <p:blipFill>
                <a:blip r:embed="rId410"/>
                <a:stretch>
                  <a:fillRect/>
                </a:stretch>
              </p:blipFill>
              <p:spPr>
                <a:xfrm>
                  <a:off x="5195160" y="5907096"/>
                  <a:ext cx="8640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1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527D9B39-1EF7-593E-5261-AB927C2EAF63}"/>
                    </a:ext>
                  </a:extLst>
                </p14:cNvPr>
                <p14:cNvContentPartPr/>
                <p14:nvPr/>
              </p14:nvContentPartPr>
              <p14:xfrm>
                <a:off x="5351400" y="5862816"/>
                <a:ext cx="63720" cy="88920"/>
              </p14:xfrm>
            </p:contentPart>
          </mc:Choice>
          <mc:Fallback xmlns=""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527D9B39-1EF7-593E-5261-AB927C2EAF63}"/>
                    </a:ext>
                  </a:extLst>
                </p:cNvPr>
                <p:cNvPicPr/>
                <p:nvPr/>
              </p:nvPicPr>
              <p:blipFill>
                <a:blip r:embed="rId412"/>
                <a:stretch>
                  <a:fillRect/>
                </a:stretch>
              </p:blipFill>
              <p:spPr>
                <a:xfrm>
                  <a:off x="5347080" y="5858496"/>
                  <a:ext cx="7236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3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90D97697-BB8B-88A6-B514-466B16A8E6CE}"/>
                    </a:ext>
                  </a:extLst>
                </p14:cNvPr>
                <p14:cNvContentPartPr/>
                <p14:nvPr/>
              </p14:nvContentPartPr>
              <p14:xfrm>
                <a:off x="5498280" y="5840136"/>
                <a:ext cx="110880" cy="127440"/>
              </p14:xfrm>
            </p:contentPart>
          </mc:Choice>
          <mc:Fallback xmlns=""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90D97697-BB8B-88A6-B514-466B16A8E6CE}"/>
                    </a:ext>
                  </a:extLst>
                </p:cNvPr>
                <p:cNvPicPr/>
                <p:nvPr/>
              </p:nvPicPr>
              <p:blipFill>
                <a:blip r:embed="rId414"/>
                <a:stretch>
                  <a:fillRect/>
                </a:stretch>
              </p:blipFill>
              <p:spPr>
                <a:xfrm>
                  <a:off x="5493960" y="5835816"/>
                  <a:ext cx="119520" cy="13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5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6D8588D1-C58E-A0F8-8DB0-EE6C544222A0}"/>
                    </a:ext>
                  </a:extLst>
                </p14:cNvPr>
                <p14:cNvContentPartPr/>
                <p14:nvPr/>
              </p14:nvContentPartPr>
              <p14:xfrm>
                <a:off x="5675760" y="5877216"/>
                <a:ext cx="11880" cy="69480"/>
              </p14:xfrm>
            </p:contentPart>
          </mc:Choice>
          <mc:Fallback xmlns=""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6D8588D1-C58E-A0F8-8DB0-EE6C544222A0}"/>
                    </a:ext>
                  </a:extLst>
                </p:cNvPr>
                <p:cNvPicPr/>
                <p:nvPr/>
              </p:nvPicPr>
              <p:blipFill>
                <a:blip r:embed="rId416"/>
                <a:stretch>
                  <a:fillRect/>
                </a:stretch>
              </p:blipFill>
              <p:spPr>
                <a:xfrm>
                  <a:off x="5671440" y="5872896"/>
                  <a:ext cx="2052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7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0EBD1E0C-B607-46EA-488B-6A028F84BCF7}"/>
                    </a:ext>
                  </a:extLst>
                </p14:cNvPr>
                <p14:cNvContentPartPr/>
                <p14:nvPr/>
              </p14:nvContentPartPr>
              <p14:xfrm>
                <a:off x="5784120" y="5696856"/>
                <a:ext cx="46440" cy="30240"/>
              </p14:xfrm>
            </p:contentPart>
          </mc:Choice>
          <mc:Fallback xmlns=""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0EBD1E0C-B607-46EA-488B-6A028F84BCF7}"/>
                    </a:ext>
                  </a:extLst>
                </p:cNvPr>
                <p:cNvPicPr/>
                <p:nvPr/>
              </p:nvPicPr>
              <p:blipFill>
                <a:blip r:embed="rId418"/>
                <a:stretch>
                  <a:fillRect/>
                </a:stretch>
              </p:blipFill>
              <p:spPr>
                <a:xfrm>
                  <a:off x="5779800" y="5692536"/>
                  <a:ext cx="5508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9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2DC29FC2-2FE0-C062-0F23-3B745921E98F}"/>
                    </a:ext>
                  </a:extLst>
                </p14:cNvPr>
                <p14:cNvContentPartPr/>
                <p14:nvPr/>
              </p14:nvContentPartPr>
              <p14:xfrm>
                <a:off x="5830560" y="5686416"/>
                <a:ext cx="106560" cy="237240"/>
              </p14:xfrm>
            </p:contentPart>
          </mc:Choice>
          <mc:Fallback xmlns=""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2DC29FC2-2FE0-C062-0F23-3B745921E98F}"/>
                    </a:ext>
                  </a:extLst>
                </p:cNvPr>
                <p:cNvPicPr/>
                <p:nvPr/>
              </p:nvPicPr>
              <p:blipFill>
                <a:blip r:embed="rId420"/>
                <a:stretch>
                  <a:fillRect/>
                </a:stretch>
              </p:blipFill>
              <p:spPr>
                <a:xfrm>
                  <a:off x="5826240" y="5682096"/>
                  <a:ext cx="115200" cy="24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1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05DBCD1A-D128-6B22-D278-5F634A68E59B}"/>
                    </a:ext>
                  </a:extLst>
                </p14:cNvPr>
                <p14:cNvContentPartPr/>
                <p14:nvPr/>
              </p14:nvContentPartPr>
              <p14:xfrm>
                <a:off x="5862600" y="5819256"/>
                <a:ext cx="192240" cy="98640"/>
              </p14:xfrm>
            </p:contentPart>
          </mc:Choice>
          <mc:Fallback xmlns=""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05DBCD1A-D128-6B22-D278-5F634A68E59B}"/>
                    </a:ext>
                  </a:extLst>
                </p:cNvPr>
                <p:cNvPicPr/>
                <p:nvPr/>
              </p:nvPicPr>
              <p:blipFill>
                <a:blip r:embed="rId422"/>
                <a:stretch>
                  <a:fillRect/>
                </a:stretch>
              </p:blipFill>
              <p:spPr>
                <a:xfrm>
                  <a:off x="5858280" y="5814936"/>
                  <a:ext cx="20088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3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9A911BA2-AD91-6EE2-C76A-9142526FC67D}"/>
                    </a:ext>
                  </a:extLst>
                </p14:cNvPr>
                <p14:cNvContentPartPr/>
                <p14:nvPr/>
              </p14:nvContentPartPr>
              <p14:xfrm>
                <a:off x="6091560" y="5735016"/>
                <a:ext cx="32760" cy="77760"/>
              </p14:xfrm>
            </p:contentPart>
          </mc:Choice>
          <mc:Fallback xmlns=""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9A911BA2-AD91-6EE2-C76A-9142526FC67D}"/>
                    </a:ext>
                  </a:extLst>
                </p:cNvPr>
                <p:cNvPicPr/>
                <p:nvPr/>
              </p:nvPicPr>
              <p:blipFill>
                <a:blip r:embed="rId424"/>
                <a:stretch>
                  <a:fillRect/>
                </a:stretch>
              </p:blipFill>
              <p:spPr>
                <a:xfrm>
                  <a:off x="6087240" y="5730696"/>
                  <a:ext cx="4140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5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0E27F91D-7A84-7711-9D56-F55A0590E8EE}"/>
                    </a:ext>
                  </a:extLst>
                </p14:cNvPr>
                <p14:cNvContentPartPr/>
                <p14:nvPr/>
              </p14:nvContentPartPr>
              <p14:xfrm>
                <a:off x="6154920" y="5818176"/>
                <a:ext cx="91800" cy="72360"/>
              </p14:xfrm>
            </p:contentPart>
          </mc:Choice>
          <mc:Fallback xmlns=""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0E27F91D-7A84-7711-9D56-F55A0590E8EE}"/>
                    </a:ext>
                  </a:extLst>
                </p:cNvPr>
                <p:cNvPicPr/>
                <p:nvPr/>
              </p:nvPicPr>
              <p:blipFill>
                <a:blip r:embed="rId426"/>
                <a:stretch>
                  <a:fillRect/>
                </a:stretch>
              </p:blipFill>
              <p:spPr>
                <a:xfrm>
                  <a:off x="6150600" y="5813856"/>
                  <a:ext cx="10044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7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892D95CC-43D7-EBD5-94B6-7E9D82169D84}"/>
                    </a:ext>
                  </a:extLst>
                </p14:cNvPr>
                <p14:cNvContentPartPr/>
                <p14:nvPr/>
              </p14:nvContentPartPr>
              <p14:xfrm>
                <a:off x="6246360" y="5818176"/>
                <a:ext cx="360" cy="360"/>
              </p14:xfrm>
            </p:contentPart>
          </mc:Choice>
          <mc:Fallback xmlns=""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892D95CC-43D7-EBD5-94B6-7E9D82169D84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6242040" y="5813856"/>
                  <a:ext cx="900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8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E99979FA-EDEA-3F55-C21A-7A0E5FC3690C}"/>
                    </a:ext>
                  </a:extLst>
                </p14:cNvPr>
                <p14:cNvContentPartPr/>
                <p14:nvPr/>
              </p14:nvContentPartPr>
              <p14:xfrm>
                <a:off x="6246360" y="5815656"/>
                <a:ext cx="192240" cy="70920"/>
              </p14:xfrm>
            </p:contentPart>
          </mc:Choice>
          <mc:Fallback xmlns=""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E99979FA-EDEA-3F55-C21A-7A0E5FC3690C}"/>
                    </a:ext>
                  </a:extLst>
                </p:cNvPr>
                <p:cNvPicPr/>
                <p:nvPr/>
              </p:nvPicPr>
              <p:blipFill>
                <a:blip r:embed="rId429"/>
                <a:stretch>
                  <a:fillRect/>
                </a:stretch>
              </p:blipFill>
              <p:spPr>
                <a:xfrm>
                  <a:off x="6242040" y="5811336"/>
                  <a:ext cx="200880" cy="79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8" name="Group 257">
            <a:extLst>
              <a:ext uri="{FF2B5EF4-FFF2-40B4-BE49-F238E27FC236}">
                <a16:creationId xmlns:a16="http://schemas.microsoft.com/office/drawing/2014/main" id="{2E435F08-EAF4-D42E-FF15-EB7A199A12D4}"/>
              </a:ext>
            </a:extLst>
          </p:cNvPr>
          <p:cNvGrpSpPr/>
          <p:nvPr/>
        </p:nvGrpSpPr>
        <p:grpSpPr>
          <a:xfrm>
            <a:off x="6845760" y="5606136"/>
            <a:ext cx="299520" cy="296640"/>
            <a:chOff x="6845760" y="5606136"/>
            <a:chExt cx="299520" cy="296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30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667DA0FA-7CE2-0FFD-E413-4AFFD13E6371}"/>
                    </a:ext>
                  </a:extLst>
                </p14:cNvPr>
                <p14:cNvContentPartPr/>
                <p14:nvPr/>
              </p14:nvContentPartPr>
              <p14:xfrm>
                <a:off x="6845760" y="5606136"/>
                <a:ext cx="297000" cy="279720"/>
              </p14:xfrm>
            </p:contentPart>
          </mc:Choice>
          <mc:Fallback xmlns=""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667DA0FA-7CE2-0FFD-E413-4AFFD13E6371}"/>
                    </a:ext>
                  </a:extLst>
                </p:cNvPr>
                <p:cNvPicPr/>
                <p:nvPr/>
              </p:nvPicPr>
              <p:blipFill>
                <a:blip r:embed="rId431"/>
                <a:stretch>
                  <a:fillRect/>
                </a:stretch>
              </p:blipFill>
              <p:spPr>
                <a:xfrm>
                  <a:off x="6841440" y="5601816"/>
                  <a:ext cx="305640" cy="28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2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2D2EEBD2-236F-275D-0A2D-7BC43AA00208}"/>
                    </a:ext>
                  </a:extLst>
                </p14:cNvPr>
                <p14:cNvContentPartPr/>
                <p14:nvPr/>
              </p14:nvContentPartPr>
              <p14:xfrm>
                <a:off x="7125480" y="5902416"/>
                <a:ext cx="19800" cy="360"/>
              </p14:xfrm>
            </p:contentPart>
          </mc:Choice>
          <mc:Fallback xmlns=""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2D2EEBD2-236F-275D-0A2D-7BC43AA00208}"/>
                    </a:ext>
                  </a:extLst>
                </p:cNvPr>
                <p:cNvPicPr/>
                <p:nvPr/>
              </p:nvPicPr>
              <p:blipFill>
                <a:blip r:embed="rId433"/>
                <a:stretch>
                  <a:fillRect/>
                </a:stretch>
              </p:blipFill>
              <p:spPr>
                <a:xfrm>
                  <a:off x="7121160" y="5898096"/>
                  <a:ext cx="28440" cy="9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7" name="Group 276">
            <a:extLst>
              <a:ext uri="{FF2B5EF4-FFF2-40B4-BE49-F238E27FC236}">
                <a16:creationId xmlns:a16="http://schemas.microsoft.com/office/drawing/2014/main" id="{AB03DBDC-E384-2EF3-F8A5-B25835000813}"/>
              </a:ext>
            </a:extLst>
          </p:cNvPr>
          <p:cNvGrpSpPr/>
          <p:nvPr/>
        </p:nvGrpSpPr>
        <p:grpSpPr>
          <a:xfrm>
            <a:off x="7801920" y="5617296"/>
            <a:ext cx="331920" cy="306000"/>
            <a:chOff x="7801920" y="5617296"/>
            <a:chExt cx="331920" cy="306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34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022ADEFD-AFD9-64A9-7F18-68C43B0C6FB1}"/>
                    </a:ext>
                  </a:extLst>
                </p14:cNvPr>
                <p14:cNvContentPartPr/>
                <p14:nvPr/>
              </p14:nvContentPartPr>
              <p14:xfrm>
                <a:off x="7801920" y="5617296"/>
                <a:ext cx="227880" cy="306000"/>
              </p14:xfrm>
            </p:contentPart>
          </mc:Choice>
          <mc:Fallback xmlns=""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022ADEFD-AFD9-64A9-7F18-68C43B0C6FB1}"/>
                    </a:ext>
                  </a:extLst>
                </p:cNvPr>
                <p:cNvPicPr/>
                <p:nvPr/>
              </p:nvPicPr>
              <p:blipFill>
                <a:blip r:embed="rId435"/>
                <a:stretch>
                  <a:fillRect/>
                </a:stretch>
              </p:blipFill>
              <p:spPr>
                <a:xfrm>
                  <a:off x="7797600" y="5612976"/>
                  <a:ext cx="236520" cy="31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6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4A23E927-4C70-D8F4-C0D4-A96627127B31}"/>
                    </a:ext>
                  </a:extLst>
                </p14:cNvPr>
                <p14:cNvContentPartPr/>
                <p14:nvPr/>
              </p14:nvContentPartPr>
              <p14:xfrm>
                <a:off x="8074440" y="5805576"/>
                <a:ext cx="59400" cy="114120"/>
              </p14:xfrm>
            </p:contentPart>
          </mc:Choice>
          <mc:Fallback xmlns=""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4A23E927-4C70-D8F4-C0D4-A96627127B31}"/>
                    </a:ext>
                  </a:extLst>
                </p:cNvPr>
                <p:cNvPicPr/>
                <p:nvPr/>
              </p:nvPicPr>
              <p:blipFill>
                <a:blip r:embed="rId437"/>
                <a:stretch>
                  <a:fillRect/>
                </a:stretch>
              </p:blipFill>
              <p:spPr>
                <a:xfrm>
                  <a:off x="8070120" y="5801256"/>
                  <a:ext cx="68040" cy="122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6" name="Group 275">
            <a:extLst>
              <a:ext uri="{FF2B5EF4-FFF2-40B4-BE49-F238E27FC236}">
                <a16:creationId xmlns:a16="http://schemas.microsoft.com/office/drawing/2014/main" id="{026C9987-8690-DA99-A8BE-F866C7225F57}"/>
              </a:ext>
            </a:extLst>
          </p:cNvPr>
          <p:cNvGrpSpPr/>
          <p:nvPr/>
        </p:nvGrpSpPr>
        <p:grpSpPr>
          <a:xfrm>
            <a:off x="8792280" y="5692176"/>
            <a:ext cx="786240" cy="335160"/>
            <a:chOff x="8792280" y="5692176"/>
            <a:chExt cx="786240" cy="335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38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B72060F8-75D7-CD49-B7DF-B60E8A016C10}"/>
                    </a:ext>
                  </a:extLst>
                </p14:cNvPr>
                <p14:cNvContentPartPr/>
                <p14:nvPr/>
              </p14:nvContentPartPr>
              <p14:xfrm>
                <a:off x="8792280" y="5713056"/>
                <a:ext cx="107640" cy="112320"/>
              </p14:xfrm>
            </p:contentPart>
          </mc:Choice>
          <mc:Fallback xmlns=""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B72060F8-75D7-CD49-B7DF-B60E8A016C10}"/>
                    </a:ext>
                  </a:extLst>
                </p:cNvPr>
                <p:cNvPicPr/>
                <p:nvPr/>
              </p:nvPicPr>
              <p:blipFill>
                <a:blip r:embed="rId439"/>
                <a:stretch>
                  <a:fillRect/>
                </a:stretch>
              </p:blipFill>
              <p:spPr>
                <a:xfrm>
                  <a:off x="8787960" y="5708736"/>
                  <a:ext cx="11628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0">
              <p14:nvContentPartPr>
                <p14:cNvPr id="265" name="Ink 264">
                  <a:extLst>
                    <a:ext uri="{FF2B5EF4-FFF2-40B4-BE49-F238E27FC236}">
                      <a16:creationId xmlns:a16="http://schemas.microsoft.com/office/drawing/2014/main" id="{66E10B70-090B-E02C-77D4-4A469754EF1D}"/>
                    </a:ext>
                  </a:extLst>
                </p14:cNvPr>
                <p14:cNvContentPartPr/>
                <p14:nvPr/>
              </p14:nvContentPartPr>
              <p14:xfrm>
                <a:off x="8886600" y="5715576"/>
                <a:ext cx="360" cy="360"/>
              </p14:xfrm>
            </p:contentPart>
          </mc:Choice>
          <mc:Fallback xmlns="">
            <p:pic>
              <p:nvPicPr>
                <p:cNvPr id="265" name="Ink 264">
                  <a:extLst>
                    <a:ext uri="{FF2B5EF4-FFF2-40B4-BE49-F238E27FC236}">
                      <a16:creationId xmlns:a16="http://schemas.microsoft.com/office/drawing/2014/main" id="{66E10B70-090B-E02C-77D4-4A469754EF1D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8882280" y="5711256"/>
                  <a:ext cx="900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1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E65B4DC4-A9DB-3708-5BB0-00737EFE50DB}"/>
                    </a:ext>
                  </a:extLst>
                </p14:cNvPr>
                <p14:cNvContentPartPr/>
                <p14:nvPr/>
              </p14:nvContentPartPr>
              <p14:xfrm>
                <a:off x="8886600" y="5692176"/>
                <a:ext cx="524880" cy="134640"/>
              </p14:xfrm>
            </p:contentPart>
          </mc:Choice>
          <mc:Fallback xmlns=""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E65B4DC4-A9DB-3708-5BB0-00737EFE50DB}"/>
                    </a:ext>
                  </a:extLst>
                </p:cNvPr>
                <p:cNvPicPr/>
                <p:nvPr/>
              </p:nvPicPr>
              <p:blipFill>
                <a:blip r:embed="rId442"/>
                <a:stretch>
                  <a:fillRect/>
                </a:stretch>
              </p:blipFill>
              <p:spPr>
                <a:xfrm>
                  <a:off x="8882280" y="5687856"/>
                  <a:ext cx="53352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3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D41EC785-3E8D-A96A-6F02-D3080290268D}"/>
                    </a:ext>
                  </a:extLst>
                </p14:cNvPr>
                <p14:cNvContentPartPr/>
                <p14:nvPr/>
              </p14:nvContentPartPr>
              <p14:xfrm>
                <a:off x="9414720" y="5712696"/>
                <a:ext cx="163800" cy="314640"/>
              </p14:xfrm>
            </p:contentPart>
          </mc:Choice>
          <mc:Fallback xmlns=""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D41EC785-3E8D-A96A-6F02-D3080290268D}"/>
                    </a:ext>
                  </a:extLst>
                </p:cNvPr>
                <p:cNvPicPr/>
                <p:nvPr/>
              </p:nvPicPr>
              <p:blipFill>
                <a:blip r:embed="rId444"/>
                <a:stretch>
                  <a:fillRect/>
                </a:stretch>
              </p:blipFill>
              <p:spPr>
                <a:xfrm>
                  <a:off x="9410400" y="5708376"/>
                  <a:ext cx="172440" cy="323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5" name="Group 274">
            <a:extLst>
              <a:ext uri="{FF2B5EF4-FFF2-40B4-BE49-F238E27FC236}">
                <a16:creationId xmlns:a16="http://schemas.microsoft.com/office/drawing/2014/main" id="{4D7A34CC-55E6-8BBF-23DC-4EB2A11CFC55}"/>
              </a:ext>
            </a:extLst>
          </p:cNvPr>
          <p:cNvGrpSpPr/>
          <p:nvPr/>
        </p:nvGrpSpPr>
        <p:grpSpPr>
          <a:xfrm>
            <a:off x="9919080" y="5354496"/>
            <a:ext cx="1257120" cy="362160"/>
            <a:chOff x="9919080" y="5354496"/>
            <a:chExt cx="1257120" cy="362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45">
              <p14:nvContentPartPr>
                <p14:cNvPr id="268" name="Ink 267">
                  <a:extLst>
                    <a:ext uri="{FF2B5EF4-FFF2-40B4-BE49-F238E27FC236}">
                      <a16:creationId xmlns:a16="http://schemas.microsoft.com/office/drawing/2014/main" id="{2F2E485F-BCA7-30D2-049B-E52D0A193DFE}"/>
                    </a:ext>
                  </a:extLst>
                </p14:cNvPr>
                <p14:cNvContentPartPr/>
                <p14:nvPr/>
              </p14:nvContentPartPr>
              <p14:xfrm>
                <a:off x="9919080" y="5354496"/>
                <a:ext cx="662760" cy="362160"/>
              </p14:xfrm>
            </p:contentPart>
          </mc:Choice>
          <mc:Fallback xmlns="">
            <p:pic>
              <p:nvPicPr>
                <p:cNvPr id="268" name="Ink 267">
                  <a:extLst>
                    <a:ext uri="{FF2B5EF4-FFF2-40B4-BE49-F238E27FC236}">
                      <a16:creationId xmlns:a16="http://schemas.microsoft.com/office/drawing/2014/main" id="{2F2E485F-BCA7-30D2-049B-E52D0A193DFE}"/>
                    </a:ext>
                  </a:extLst>
                </p:cNvPr>
                <p:cNvPicPr/>
                <p:nvPr/>
              </p:nvPicPr>
              <p:blipFill>
                <a:blip r:embed="rId446"/>
                <a:stretch>
                  <a:fillRect/>
                </a:stretch>
              </p:blipFill>
              <p:spPr>
                <a:xfrm>
                  <a:off x="9914760" y="5350176"/>
                  <a:ext cx="671400" cy="37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7">
              <p14:nvContentPartPr>
                <p14:cNvPr id="269" name="Ink 268">
                  <a:extLst>
                    <a:ext uri="{FF2B5EF4-FFF2-40B4-BE49-F238E27FC236}">
                      <a16:creationId xmlns:a16="http://schemas.microsoft.com/office/drawing/2014/main" id="{8C8DF27D-623B-80C7-3E3E-979C18A2F368}"/>
                    </a:ext>
                  </a:extLst>
                </p14:cNvPr>
                <p14:cNvContentPartPr/>
                <p14:nvPr/>
              </p14:nvContentPartPr>
              <p14:xfrm>
                <a:off x="10422720" y="5626656"/>
                <a:ext cx="185040" cy="86040"/>
              </p14:xfrm>
            </p:contentPart>
          </mc:Choice>
          <mc:Fallback xmlns="">
            <p:pic>
              <p:nvPicPr>
                <p:cNvPr id="269" name="Ink 268">
                  <a:extLst>
                    <a:ext uri="{FF2B5EF4-FFF2-40B4-BE49-F238E27FC236}">
                      <a16:creationId xmlns:a16="http://schemas.microsoft.com/office/drawing/2014/main" id="{8C8DF27D-623B-80C7-3E3E-979C18A2F368}"/>
                    </a:ext>
                  </a:extLst>
                </p:cNvPr>
                <p:cNvPicPr/>
                <p:nvPr/>
              </p:nvPicPr>
              <p:blipFill>
                <a:blip r:embed="rId448"/>
                <a:stretch>
                  <a:fillRect/>
                </a:stretch>
              </p:blipFill>
              <p:spPr>
                <a:xfrm>
                  <a:off x="10418400" y="5622336"/>
                  <a:ext cx="193680" cy="9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9">
              <p14:nvContentPartPr>
                <p14:cNvPr id="270" name="Ink 269">
                  <a:extLst>
                    <a:ext uri="{FF2B5EF4-FFF2-40B4-BE49-F238E27FC236}">
                      <a16:creationId xmlns:a16="http://schemas.microsoft.com/office/drawing/2014/main" id="{AA05E381-94EC-B956-4C61-37F14D3B1D20}"/>
                    </a:ext>
                  </a:extLst>
                </p14:cNvPr>
                <p14:cNvContentPartPr/>
                <p14:nvPr/>
              </p14:nvContentPartPr>
              <p14:xfrm>
                <a:off x="10653480" y="5439456"/>
                <a:ext cx="99720" cy="239040"/>
              </p14:xfrm>
            </p:contentPart>
          </mc:Choice>
          <mc:Fallback xmlns="">
            <p:pic>
              <p:nvPicPr>
                <p:cNvPr id="270" name="Ink 269">
                  <a:extLst>
                    <a:ext uri="{FF2B5EF4-FFF2-40B4-BE49-F238E27FC236}">
                      <a16:creationId xmlns:a16="http://schemas.microsoft.com/office/drawing/2014/main" id="{AA05E381-94EC-B956-4C61-37F14D3B1D20}"/>
                    </a:ext>
                  </a:extLst>
                </p:cNvPr>
                <p:cNvPicPr/>
                <p:nvPr/>
              </p:nvPicPr>
              <p:blipFill>
                <a:blip r:embed="rId450"/>
                <a:stretch>
                  <a:fillRect/>
                </a:stretch>
              </p:blipFill>
              <p:spPr>
                <a:xfrm>
                  <a:off x="10649160" y="5435136"/>
                  <a:ext cx="108360" cy="24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1">
              <p14:nvContentPartPr>
                <p14:cNvPr id="271" name="Ink 270">
                  <a:extLst>
                    <a:ext uri="{FF2B5EF4-FFF2-40B4-BE49-F238E27FC236}">
                      <a16:creationId xmlns:a16="http://schemas.microsoft.com/office/drawing/2014/main" id="{4272F618-E66C-1F2F-E1E8-315783129BEA}"/>
                    </a:ext>
                  </a:extLst>
                </p14:cNvPr>
                <p14:cNvContentPartPr/>
                <p14:nvPr/>
              </p14:nvContentPartPr>
              <p14:xfrm>
                <a:off x="10628280" y="5581296"/>
                <a:ext cx="203760" cy="24480"/>
              </p14:xfrm>
            </p:contentPart>
          </mc:Choice>
          <mc:Fallback xmlns="">
            <p:pic>
              <p:nvPicPr>
                <p:cNvPr id="271" name="Ink 270">
                  <a:extLst>
                    <a:ext uri="{FF2B5EF4-FFF2-40B4-BE49-F238E27FC236}">
                      <a16:creationId xmlns:a16="http://schemas.microsoft.com/office/drawing/2014/main" id="{4272F618-E66C-1F2F-E1E8-315783129BEA}"/>
                    </a:ext>
                  </a:extLst>
                </p:cNvPr>
                <p:cNvPicPr/>
                <p:nvPr/>
              </p:nvPicPr>
              <p:blipFill>
                <a:blip r:embed="rId452"/>
                <a:stretch>
                  <a:fillRect/>
                </a:stretch>
              </p:blipFill>
              <p:spPr>
                <a:xfrm>
                  <a:off x="10623960" y="5576976"/>
                  <a:ext cx="21240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3">
              <p14:nvContentPartPr>
                <p14:cNvPr id="272" name="Ink 271">
                  <a:extLst>
                    <a:ext uri="{FF2B5EF4-FFF2-40B4-BE49-F238E27FC236}">
                      <a16:creationId xmlns:a16="http://schemas.microsoft.com/office/drawing/2014/main" id="{1A8B2667-3ADC-36CC-F145-00E627554896}"/>
                    </a:ext>
                  </a:extLst>
                </p14:cNvPr>
                <p14:cNvContentPartPr/>
                <p14:nvPr/>
              </p14:nvContentPartPr>
              <p14:xfrm>
                <a:off x="11004480" y="5600016"/>
                <a:ext cx="360" cy="52200"/>
              </p14:xfrm>
            </p:contentPart>
          </mc:Choice>
          <mc:Fallback xmlns="">
            <p:pic>
              <p:nvPicPr>
                <p:cNvPr id="272" name="Ink 271">
                  <a:extLst>
                    <a:ext uri="{FF2B5EF4-FFF2-40B4-BE49-F238E27FC236}">
                      <a16:creationId xmlns:a16="http://schemas.microsoft.com/office/drawing/2014/main" id="{1A8B2667-3ADC-36CC-F145-00E627554896}"/>
                    </a:ext>
                  </a:extLst>
                </p:cNvPr>
                <p:cNvPicPr/>
                <p:nvPr/>
              </p:nvPicPr>
              <p:blipFill>
                <a:blip r:embed="rId454"/>
                <a:stretch>
                  <a:fillRect/>
                </a:stretch>
              </p:blipFill>
              <p:spPr>
                <a:xfrm>
                  <a:off x="11000160" y="5595696"/>
                  <a:ext cx="900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5">
              <p14:nvContentPartPr>
                <p14:cNvPr id="273" name="Ink 272">
                  <a:extLst>
                    <a:ext uri="{FF2B5EF4-FFF2-40B4-BE49-F238E27FC236}">
                      <a16:creationId xmlns:a16="http://schemas.microsoft.com/office/drawing/2014/main" id="{7F9206FE-5727-6FCB-9A31-680A67568A5C}"/>
                    </a:ext>
                  </a:extLst>
                </p14:cNvPr>
                <p14:cNvContentPartPr/>
                <p14:nvPr/>
              </p14:nvContentPartPr>
              <p14:xfrm>
                <a:off x="11053080" y="5481936"/>
                <a:ext cx="46440" cy="65160"/>
              </p14:xfrm>
            </p:contentPart>
          </mc:Choice>
          <mc:Fallback xmlns="">
            <p:pic>
              <p:nvPicPr>
                <p:cNvPr id="273" name="Ink 272">
                  <a:extLst>
                    <a:ext uri="{FF2B5EF4-FFF2-40B4-BE49-F238E27FC236}">
                      <a16:creationId xmlns:a16="http://schemas.microsoft.com/office/drawing/2014/main" id="{7F9206FE-5727-6FCB-9A31-680A67568A5C}"/>
                    </a:ext>
                  </a:extLst>
                </p:cNvPr>
                <p:cNvPicPr/>
                <p:nvPr/>
              </p:nvPicPr>
              <p:blipFill>
                <a:blip r:embed="rId456"/>
                <a:stretch>
                  <a:fillRect/>
                </a:stretch>
              </p:blipFill>
              <p:spPr>
                <a:xfrm>
                  <a:off x="11048760" y="5477616"/>
                  <a:ext cx="5508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7">
              <p14:nvContentPartPr>
                <p14:cNvPr id="274" name="Ink 273">
                  <a:extLst>
                    <a:ext uri="{FF2B5EF4-FFF2-40B4-BE49-F238E27FC236}">
                      <a16:creationId xmlns:a16="http://schemas.microsoft.com/office/drawing/2014/main" id="{F35CB7BF-E7A0-13B4-7D12-333BFCE86E3C}"/>
                    </a:ext>
                  </a:extLst>
                </p14:cNvPr>
                <p14:cNvContentPartPr/>
                <p14:nvPr/>
              </p14:nvContentPartPr>
              <p14:xfrm>
                <a:off x="11055600" y="5575176"/>
                <a:ext cx="120600" cy="100080"/>
              </p14:xfrm>
            </p:contentPart>
          </mc:Choice>
          <mc:Fallback xmlns="">
            <p:pic>
              <p:nvPicPr>
                <p:cNvPr id="274" name="Ink 273">
                  <a:extLst>
                    <a:ext uri="{FF2B5EF4-FFF2-40B4-BE49-F238E27FC236}">
                      <a16:creationId xmlns:a16="http://schemas.microsoft.com/office/drawing/2014/main" id="{F35CB7BF-E7A0-13B4-7D12-333BFCE86E3C}"/>
                    </a:ext>
                  </a:extLst>
                </p:cNvPr>
                <p:cNvPicPr/>
                <p:nvPr/>
              </p:nvPicPr>
              <p:blipFill>
                <a:blip r:embed="rId458"/>
                <a:stretch>
                  <a:fillRect/>
                </a:stretch>
              </p:blipFill>
              <p:spPr>
                <a:xfrm>
                  <a:off x="11051280" y="5570856"/>
                  <a:ext cx="129240" cy="108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59">
            <p14:nvContentPartPr>
              <p14:cNvPr id="226" name="Ink 225">
                <a:extLst>
                  <a:ext uri="{FF2B5EF4-FFF2-40B4-BE49-F238E27FC236}">
                    <a16:creationId xmlns:a16="http://schemas.microsoft.com/office/drawing/2014/main" id="{A982131B-7847-9444-78BA-A43378D9CC2A}"/>
                  </a:ext>
                </a:extLst>
              </p14:cNvPr>
              <p14:cNvContentPartPr/>
              <p14:nvPr/>
            </p14:nvContentPartPr>
            <p14:xfrm>
              <a:off x="1676520" y="5971536"/>
              <a:ext cx="153360" cy="240120"/>
            </p14:xfrm>
          </p:contentPart>
        </mc:Choice>
        <mc:Fallback xmlns="">
          <p:pic>
            <p:nvPicPr>
              <p:cNvPr id="226" name="Ink 225">
                <a:extLst>
                  <a:ext uri="{FF2B5EF4-FFF2-40B4-BE49-F238E27FC236}">
                    <a16:creationId xmlns:a16="http://schemas.microsoft.com/office/drawing/2014/main" id="{A982131B-7847-9444-78BA-A43378D9CC2A}"/>
                  </a:ext>
                </a:extLst>
              </p:cNvPr>
              <p:cNvPicPr/>
              <p:nvPr/>
            </p:nvPicPr>
            <p:blipFill>
              <a:blip r:embed="rId460"/>
              <a:stretch>
                <a:fillRect/>
              </a:stretch>
            </p:blipFill>
            <p:spPr>
              <a:xfrm>
                <a:off x="1672200" y="5967216"/>
                <a:ext cx="162000" cy="24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1">
            <p14:nvContentPartPr>
              <p14:cNvPr id="227" name="Ink 226">
                <a:extLst>
                  <a:ext uri="{FF2B5EF4-FFF2-40B4-BE49-F238E27FC236}">
                    <a16:creationId xmlns:a16="http://schemas.microsoft.com/office/drawing/2014/main" id="{D9EEFF82-4F2E-80B3-3C65-ADA1E66207A8}"/>
                  </a:ext>
                </a:extLst>
              </p14:cNvPr>
              <p14:cNvContentPartPr/>
              <p14:nvPr/>
            </p14:nvContentPartPr>
            <p14:xfrm>
              <a:off x="1931400" y="6143976"/>
              <a:ext cx="18720" cy="77760"/>
            </p14:xfrm>
          </p:contentPart>
        </mc:Choice>
        <mc:Fallback xmlns="">
          <p:pic>
            <p:nvPicPr>
              <p:cNvPr id="227" name="Ink 226">
                <a:extLst>
                  <a:ext uri="{FF2B5EF4-FFF2-40B4-BE49-F238E27FC236}">
                    <a16:creationId xmlns:a16="http://schemas.microsoft.com/office/drawing/2014/main" id="{D9EEFF82-4F2E-80B3-3C65-ADA1E66207A8}"/>
                  </a:ext>
                </a:extLst>
              </p:cNvPr>
              <p:cNvPicPr/>
              <p:nvPr/>
            </p:nvPicPr>
            <p:blipFill>
              <a:blip r:embed="rId462"/>
              <a:stretch>
                <a:fillRect/>
              </a:stretch>
            </p:blipFill>
            <p:spPr>
              <a:xfrm>
                <a:off x="1927080" y="6139656"/>
                <a:ext cx="27360" cy="8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3">
            <p14:nvContentPartPr>
              <p14:cNvPr id="228" name="Ink 227">
                <a:extLst>
                  <a:ext uri="{FF2B5EF4-FFF2-40B4-BE49-F238E27FC236}">
                    <a16:creationId xmlns:a16="http://schemas.microsoft.com/office/drawing/2014/main" id="{21A46318-1646-03EF-B277-6A8FDE55D36E}"/>
                  </a:ext>
                </a:extLst>
              </p14:cNvPr>
              <p14:cNvContentPartPr/>
              <p14:nvPr/>
            </p14:nvContentPartPr>
            <p14:xfrm>
              <a:off x="1979640" y="5988096"/>
              <a:ext cx="28080" cy="93960"/>
            </p14:xfrm>
          </p:contentPart>
        </mc:Choice>
        <mc:Fallback xmlns="">
          <p:pic>
            <p:nvPicPr>
              <p:cNvPr id="228" name="Ink 227">
                <a:extLst>
                  <a:ext uri="{FF2B5EF4-FFF2-40B4-BE49-F238E27FC236}">
                    <a16:creationId xmlns:a16="http://schemas.microsoft.com/office/drawing/2014/main" id="{21A46318-1646-03EF-B277-6A8FDE55D36E}"/>
                  </a:ext>
                </a:extLst>
              </p:cNvPr>
              <p:cNvPicPr/>
              <p:nvPr/>
            </p:nvPicPr>
            <p:blipFill>
              <a:blip r:embed="rId464"/>
              <a:stretch>
                <a:fillRect/>
              </a:stretch>
            </p:blipFill>
            <p:spPr>
              <a:xfrm>
                <a:off x="1975320" y="5983776"/>
                <a:ext cx="36720" cy="10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5">
            <p14:nvContentPartPr>
              <p14:cNvPr id="229" name="Ink 228">
                <a:extLst>
                  <a:ext uri="{FF2B5EF4-FFF2-40B4-BE49-F238E27FC236}">
                    <a16:creationId xmlns:a16="http://schemas.microsoft.com/office/drawing/2014/main" id="{464DE418-5608-9C6C-67E5-8517D272BC63}"/>
                  </a:ext>
                </a:extLst>
              </p14:cNvPr>
              <p14:cNvContentPartPr/>
              <p14:nvPr/>
            </p14:nvContentPartPr>
            <p14:xfrm>
              <a:off x="1859400" y="6128856"/>
              <a:ext cx="294120" cy="380160"/>
            </p14:xfrm>
          </p:contentPart>
        </mc:Choice>
        <mc:Fallback xmlns="">
          <p:pic>
            <p:nvPicPr>
              <p:cNvPr id="229" name="Ink 228">
                <a:extLst>
                  <a:ext uri="{FF2B5EF4-FFF2-40B4-BE49-F238E27FC236}">
                    <a16:creationId xmlns:a16="http://schemas.microsoft.com/office/drawing/2014/main" id="{464DE418-5608-9C6C-67E5-8517D272BC63}"/>
                  </a:ext>
                </a:extLst>
              </p:cNvPr>
              <p:cNvPicPr/>
              <p:nvPr/>
            </p:nvPicPr>
            <p:blipFill>
              <a:blip r:embed="rId466"/>
              <a:stretch>
                <a:fillRect/>
              </a:stretch>
            </p:blipFill>
            <p:spPr>
              <a:xfrm>
                <a:off x="1855080" y="6124536"/>
                <a:ext cx="302760" cy="38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7">
            <p14:nvContentPartPr>
              <p14:cNvPr id="230" name="Ink 229">
                <a:extLst>
                  <a:ext uri="{FF2B5EF4-FFF2-40B4-BE49-F238E27FC236}">
                    <a16:creationId xmlns:a16="http://schemas.microsoft.com/office/drawing/2014/main" id="{13B44A67-ADD4-3BAB-BA12-AFD21BF5EF43}"/>
                  </a:ext>
                </a:extLst>
              </p14:cNvPr>
              <p14:cNvContentPartPr/>
              <p14:nvPr/>
            </p14:nvContentPartPr>
            <p14:xfrm>
              <a:off x="2185200" y="6106536"/>
              <a:ext cx="164520" cy="383760"/>
            </p14:xfrm>
          </p:contentPart>
        </mc:Choice>
        <mc:Fallback xmlns="">
          <p:pic>
            <p:nvPicPr>
              <p:cNvPr id="230" name="Ink 229">
                <a:extLst>
                  <a:ext uri="{FF2B5EF4-FFF2-40B4-BE49-F238E27FC236}">
                    <a16:creationId xmlns:a16="http://schemas.microsoft.com/office/drawing/2014/main" id="{13B44A67-ADD4-3BAB-BA12-AFD21BF5EF43}"/>
                  </a:ext>
                </a:extLst>
              </p:cNvPr>
              <p:cNvPicPr/>
              <p:nvPr/>
            </p:nvPicPr>
            <p:blipFill>
              <a:blip r:embed="rId468"/>
              <a:stretch>
                <a:fillRect/>
              </a:stretch>
            </p:blipFill>
            <p:spPr>
              <a:xfrm>
                <a:off x="2180880" y="6102216"/>
                <a:ext cx="173160" cy="39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9">
            <p14:nvContentPartPr>
              <p14:cNvPr id="231" name="Ink 230">
                <a:extLst>
                  <a:ext uri="{FF2B5EF4-FFF2-40B4-BE49-F238E27FC236}">
                    <a16:creationId xmlns:a16="http://schemas.microsoft.com/office/drawing/2014/main" id="{03535553-2AA2-D572-E4F2-5A75C62367AD}"/>
                  </a:ext>
                </a:extLst>
              </p14:cNvPr>
              <p14:cNvContentPartPr/>
              <p14:nvPr/>
            </p14:nvContentPartPr>
            <p14:xfrm>
              <a:off x="2437920" y="6112656"/>
              <a:ext cx="115200" cy="81360"/>
            </p14:xfrm>
          </p:contentPart>
        </mc:Choice>
        <mc:Fallback xmlns="">
          <p:pic>
            <p:nvPicPr>
              <p:cNvPr id="231" name="Ink 230">
                <a:extLst>
                  <a:ext uri="{FF2B5EF4-FFF2-40B4-BE49-F238E27FC236}">
                    <a16:creationId xmlns:a16="http://schemas.microsoft.com/office/drawing/2014/main" id="{03535553-2AA2-D572-E4F2-5A75C62367AD}"/>
                  </a:ext>
                </a:extLst>
              </p:cNvPr>
              <p:cNvPicPr/>
              <p:nvPr/>
            </p:nvPicPr>
            <p:blipFill>
              <a:blip r:embed="rId470"/>
              <a:stretch>
                <a:fillRect/>
              </a:stretch>
            </p:blipFill>
            <p:spPr>
              <a:xfrm>
                <a:off x="2433600" y="6108336"/>
                <a:ext cx="123840" cy="9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1">
            <p14:nvContentPartPr>
              <p14:cNvPr id="232" name="Ink 231">
                <a:extLst>
                  <a:ext uri="{FF2B5EF4-FFF2-40B4-BE49-F238E27FC236}">
                    <a16:creationId xmlns:a16="http://schemas.microsoft.com/office/drawing/2014/main" id="{BBB85542-58E5-7C3B-EE11-AB2ADA3EC232}"/>
                  </a:ext>
                </a:extLst>
              </p14:cNvPr>
              <p14:cNvContentPartPr/>
              <p14:nvPr/>
            </p14:nvContentPartPr>
            <p14:xfrm>
              <a:off x="2598480" y="6084936"/>
              <a:ext cx="63360" cy="142560"/>
            </p14:xfrm>
          </p:contentPart>
        </mc:Choice>
        <mc:Fallback xmlns="">
          <p:pic>
            <p:nvPicPr>
              <p:cNvPr id="232" name="Ink 231">
                <a:extLst>
                  <a:ext uri="{FF2B5EF4-FFF2-40B4-BE49-F238E27FC236}">
                    <a16:creationId xmlns:a16="http://schemas.microsoft.com/office/drawing/2014/main" id="{BBB85542-58E5-7C3B-EE11-AB2ADA3EC232}"/>
                  </a:ext>
                </a:extLst>
              </p:cNvPr>
              <p:cNvPicPr/>
              <p:nvPr/>
            </p:nvPicPr>
            <p:blipFill>
              <a:blip r:embed="rId472"/>
              <a:stretch>
                <a:fillRect/>
              </a:stretch>
            </p:blipFill>
            <p:spPr>
              <a:xfrm>
                <a:off x="2594160" y="6080616"/>
                <a:ext cx="72000" cy="15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3">
            <p14:nvContentPartPr>
              <p14:cNvPr id="233" name="Ink 232">
                <a:extLst>
                  <a:ext uri="{FF2B5EF4-FFF2-40B4-BE49-F238E27FC236}">
                    <a16:creationId xmlns:a16="http://schemas.microsoft.com/office/drawing/2014/main" id="{F6AF4DDF-028F-FF16-09F0-A686FA6C7BAE}"/>
                  </a:ext>
                </a:extLst>
              </p14:cNvPr>
              <p14:cNvContentPartPr/>
              <p14:nvPr/>
            </p14:nvContentPartPr>
            <p14:xfrm>
              <a:off x="2810160" y="5961456"/>
              <a:ext cx="68400" cy="211320"/>
            </p14:xfrm>
          </p:contentPart>
        </mc:Choice>
        <mc:Fallback xmlns="">
          <p:pic>
            <p:nvPicPr>
              <p:cNvPr id="233" name="Ink 232">
                <a:extLst>
                  <a:ext uri="{FF2B5EF4-FFF2-40B4-BE49-F238E27FC236}">
                    <a16:creationId xmlns:a16="http://schemas.microsoft.com/office/drawing/2014/main" id="{F6AF4DDF-028F-FF16-09F0-A686FA6C7BAE}"/>
                  </a:ext>
                </a:extLst>
              </p:cNvPr>
              <p:cNvPicPr/>
              <p:nvPr/>
            </p:nvPicPr>
            <p:blipFill>
              <a:blip r:embed="rId474"/>
              <a:stretch>
                <a:fillRect/>
              </a:stretch>
            </p:blipFill>
            <p:spPr>
              <a:xfrm>
                <a:off x="2805840" y="5957136"/>
                <a:ext cx="77040" cy="21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5">
            <p14:nvContentPartPr>
              <p14:cNvPr id="234" name="Ink 233">
                <a:extLst>
                  <a:ext uri="{FF2B5EF4-FFF2-40B4-BE49-F238E27FC236}">
                    <a16:creationId xmlns:a16="http://schemas.microsoft.com/office/drawing/2014/main" id="{2372B662-02C1-4303-4B16-084BE7756B96}"/>
                  </a:ext>
                </a:extLst>
              </p14:cNvPr>
              <p14:cNvContentPartPr/>
              <p14:nvPr/>
            </p14:nvContentPartPr>
            <p14:xfrm>
              <a:off x="2719080" y="6065496"/>
              <a:ext cx="194400" cy="2520"/>
            </p14:xfrm>
          </p:contentPart>
        </mc:Choice>
        <mc:Fallback xmlns="">
          <p:pic>
            <p:nvPicPr>
              <p:cNvPr id="234" name="Ink 233">
                <a:extLst>
                  <a:ext uri="{FF2B5EF4-FFF2-40B4-BE49-F238E27FC236}">
                    <a16:creationId xmlns:a16="http://schemas.microsoft.com/office/drawing/2014/main" id="{2372B662-02C1-4303-4B16-084BE7756B96}"/>
                  </a:ext>
                </a:extLst>
              </p:cNvPr>
              <p:cNvPicPr/>
              <p:nvPr/>
            </p:nvPicPr>
            <p:blipFill>
              <a:blip r:embed="rId476"/>
              <a:stretch>
                <a:fillRect/>
              </a:stretch>
            </p:blipFill>
            <p:spPr>
              <a:xfrm>
                <a:off x="2714760" y="6061176"/>
                <a:ext cx="203040" cy="1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7">
            <p14:nvContentPartPr>
              <p14:cNvPr id="236" name="Ink 235">
                <a:extLst>
                  <a:ext uri="{FF2B5EF4-FFF2-40B4-BE49-F238E27FC236}">
                    <a16:creationId xmlns:a16="http://schemas.microsoft.com/office/drawing/2014/main" id="{FBD8ADE4-77E8-3BE7-BCBE-B75D93A7D793}"/>
                  </a:ext>
                </a:extLst>
              </p14:cNvPr>
              <p14:cNvContentPartPr/>
              <p14:nvPr/>
            </p14:nvContentPartPr>
            <p14:xfrm>
              <a:off x="3146400" y="5965056"/>
              <a:ext cx="140040" cy="224280"/>
            </p14:xfrm>
          </p:contentPart>
        </mc:Choice>
        <mc:Fallback xmlns="">
          <p:pic>
            <p:nvPicPr>
              <p:cNvPr id="236" name="Ink 235">
                <a:extLst>
                  <a:ext uri="{FF2B5EF4-FFF2-40B4-BE49-F238E27FC236}">
                    <a16:creationId xmlns:a16="http://schemas.microsoft.com/office/drawing/2014/main" id="{FBD8ADE4-77E8-3BE7-BCBE-B75D93A7D793}"/>
                  </a:ext>
                </a:extLst>
              </p:cNvPr>
              <p:cNvPicPr/>
              <p:nvPr/>
            </p:nvPicPr>
            <p:blipFill>
              <a:blip r:embed="rId478"/>
              <a:stretch>
                <a:fillRect/>
              </a:stretch>
            </p:blipFill>
            <p:spPr>
              <a:xfrm>
                <a:off x="3142080" y="5960736"/>
                <a:ext cx="148680" cy="23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9">
            <p14:nvContentPartPr>
              <p14:cNvPr id="237" name="Ink 236">
                <a:extLst>
                  <a:ext uri="{FF2B5EF4-FFF2-40B4-BE49-F238E27FC236}">
                    <a16:creationId xmlns:a16="http://schemas.microsoft.com/office/drawing/2014/main" id="{8EBC4DDF-7247-0216-EAC2-581E956A3F33}"/>
                  </a:ext>
                </a:extLst>
              </p14:cNvPr>
              <p14:cNvContentPartPr/>
              <p14:nvPr/>
            </p14:nvContentPartPr>
            <p14:xfrm>
              <a:off x="3358440" y="5988096"/>
              <a:ext cx="199440" cy="175320"/>
            </p14:xfrm>
          </p:contentPart>
        </mc:Choice>
        <mc:Fallback xmlns="">
          <p:pic>
            <p:nvPicPr>
              <p:cNvPr id="237" name="Ink 236">
                <a:extLst>
                  <a:ext uri="{FF2B5EF4-FFF2-40B4-BE49-F238E27FC236}">
                    <a16:creationId xmlns:a16="http://schemas.microsoft.com/office/drawing/2014/main" id="{8EBC4DDF-7247-0216-EAC2-581E956A3F33}"/>
                  </a:ext>
                </a:extLst>
              </p:cNvPr>
              <p:cNvPicPr/>
              <p:nvPr/>
            </p:nvPicPr>
            <p:blipFill>
              <a:blip r:embed="rId480"/>
              <a:stretch>
                <a:fillRect/>
              </a:stretch>
            </p:blipFill>
            <p:spPr>
              <a:xfrm>
                <a:off x="3354120" y="5983776"/>
                <a:ext cx="208080" cy="18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1">
            <p14:nvContentPartPr>
              <p14:cNvPr id="238" name="Ink 237">
                <a:extLst>
                  <a:ext uri="{FF2B5EF4-FFF2-40B4-BE49-F238E27FC236}">
                    <a16:creationId xmlns:a16="http://schemas.microsoft.com/office/drawing/2014/main" id="{38EF7F22-26BB-A23A-FC4D-C135CBD20807}"/>
                  </a:ext>
                </a:extLst>
              </p14:cNvPr>
              <p14:cNvContentPartPr/>
              <p14:nvPr/>
            </p14:nvContentPartPr>
            <p14:xfrm>
              <a:off x="3550680" y="5874696"/>
              <a:ext cx="501480" cy="256320"/>
            </p14:xfrm>
          </p:contentPart>
        </mc:Choice>
        <mc:Fallback xmlns="">
          <p:pic>
            <p:nvPicPr>
              <p:cNvPr id="238" name="Ink 237">
                <a:extLst>
                  <a:ext uri="{FF2B5EF4-FFF2-40B4-BE49-F238E27FC236}">
                    <a16:creationId xmlns:a16="http://schemas.microsoft.com/office/drawing/2014/main" id="{38EF7F22-26BB-A23A-FC4D-C135CBD20807}"/>
                  </a:ext>
                </a:extLst>
              </p:cNvPr>
              <p:cNvPicPr/>
              <p:nvPr/>
            </p:nvPicPr>
            <p:blipFill>
              <a:blip r:embed="rId482"/>
              <a:stretch>
                <a:fillRect/>
              </a:stretch>
            </p:blipFill>
            <p:spPr>
              <a:xfrm>
                <a:off x="3546360" y="5870376"/>
                <a:ext cx="510120" cy="26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3">
            <p14:nvContentPartPr>
              <p14:cNvPr id="239" name="Ink 238">
                <a:extLst>
                  <a:ext uri="{FF2B5EF4-FFF2-40B4-BE49-F238E27FC236}">
                    <a16:creationId xmlns:a16="http://schemas.microsoft.com/office/drawing/2014/main" id="{A16141DF-CE3A-9D17-9C91-0CA39BA29285}"/>
                  </a:ext>
                </a:extLst>
              </p14:cNvPr>
              <p14:cNvContentPartPr/>
              <p14:nvPr/>
            </p14:nvContentPartPr>
            <p14:xfrm>
              <a:off x="3786120" y="5956416"/>
              <a:ext cx="356400" cy="460080"/>
            </p14:xfrm>
          </p:contentPart>
        </mc:Choice>
        <mc:Fallback xmlns="">
          <p:pic>
            <p:nvPicPr>
              <p:cNvPr id="239" name="Ink 238">
                <a:extLst>
                  <a:ext uri="{FF2B5EF4-FFF2-40B4-BE49-F238E27FC236}">
                    <a16:creationId xmlns:a16="http://schemas.microsoft.com/office/drawing/2014/main" id="{A16141DF-CE3A-9D17-9C91-0CA39BA29285}"/>
                  </a:ext>
                </a:extLst>
              </p:cNvPr>
              <p:cNvPicPr/>
              <p:nvPr/>
            </p:nvPicPr>
            <p:blipFill>
              <a:blip r:embed="rId484"/>
              <a:stretch>
                <a:fillRect/>
              </a:stretch>
            </p:blipFill>
            <p:spPr>
              <a:xfrm>
                <a:off x="3781800" y="5952096"/>
                <a:ext cx="365040" cy="46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5">
            <p14:nvContentPartPr>
              <p14:cNvPr id="240" name="Ink 239">
                <a:extLst>
                  <a:ext uri="{FF2B5EF4-FFF2-40B4-BE49-F238E27FC236}">
                    <a16:creationId xmlns:a16="http://schemas.microsoft.com/office/drawing/2014/main" id="{631F520E-92D7-5333-F9D8-6998D7DE96A4}"/>
                  </a:ext>
                </a:extLst>
              </p14:cNvPr>
              <p14:cNvContentPartPr/>
              <p14:nvPr/>
            </p14:nvContentPartPr>
            <p14:xfrm>
              <a:off x="4176720" y="5940576"/>
              <a:ext cx="55800" cy="106560"/>
            </p14:xfrm>
          </p:contentPart>
        </mc:Choice>
        <mc:Fallback xmlns="">
          <p:pic>
            <p:nvPicPr>
              <p:cNvPr id="240" name="Ink 239">
                <a:extLst>
                  <a:ext uri="{FF2B5EF4-FFF2-40B4-BE49-F238E27FC236}">
                    <a16:creationId xmlns:a16="http://schemas.microsoft.com/office/drawing/2014/main" id="{631F520E-92D7-5333-F9D8-6998D7DE96A4}"/>
                  </a:ext>
                </a:extLst>
              </p:cNvPr>
              <p:cNvPicPr/>
              <p:nvPr/>
            </p:nvPicPr>
            <p:blipFill>
              <a:blip r:embed="rId486"/>
              <a:stretch>
                <a:fillRect/>
              </a:stretch>
            </p:blipFill>
            <p:spPr>
              <a:xfrm>
                <a:off x="4172400" y="5936256"/>
                <a:ext cx="64440" cy="11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7">
            <p14:nvContentPartPr>
              <p14:cNvPr id="278" name="Ink 277">
                <a:extLst>
                  <a:ext uri="{FF2B5EF4-FFF2-40B4-BE49-F238E27FC236}">
                    <a16:creationId xmlns:a16="http://schemas.microsoft.com/office/drawing/2014/main" id="{DDCD48A3-4F11-BF27-3F38-E30DB6C94A92}"/>
                  </a:ext>
                </a:extLst>
              </p14:cNvPr>
              <p14:cNvContentPartPr/>
              <p14:nvPr/>
            </p14:nvContentPartPr>
            <p14:xfrm>
              <a:off x="1591920" y="6713136"/>
              <a:ext cx="29520" cy="51120"/>
            </p14:xfrm>
          </p:contentPart>
        </mc:Choice>
        <mc:Fallback xmlns="">
          <p:pic>
            <p:nvPicPr>
              <p:cNvPr id="278" name="Ink 277">
                <a:extLst>
                  <a:ext uri="{FF2B5EF4-FFF2-40B4-BE49-F238E27FC236}">
                    <a16:creationId xmlns:a16="http://schemas.microsoft.com/office/drawing/2014/main" id="{DDCD48A3-4F11-BF27-3F38-E30DB6C94A92}"/>
                  </a:ext>
                </a:extLst>
              </p:cNvPr>
              <p:cNvPicPr/>
              <p:nvPr/>
            </p:nvPicPr>
            <p:blipFill>
              <a:blip r:embed="rId488"/>
              <a:stretch>
                <a:fillRect/>
              </a:stretch>
            </p:blipFill>
            <p:spPr>
              <a:xfrm>
                <a:off x="1587600" y="6708816"/>
                <a:ext cx="38160" cy="5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9">
            <p14:nvContentPartPr>
              <p14:cNvPr id="279" name="Ink 278">
                <a:extLst>
                  <a:ext uri="{FF2B5EF4-FFF2-40B4-BE49-F238E27FC236}">
                    <a16:creationId xmlns:a16="http://schemas.microsoft.com/office/drawing/2014/main" id="{3ECA5CAB-668C-5A0C-89B0-F3A3BE05731C}"/>
                  </a:ext>
                </a:extLst>
              </p14:cNvPr>
              <p14:cNvContentPartPr/>
              <p14:nvPr/>
            </p14:nvContentPartPr>
            <p14:xfrm>
              <a:off x="1635480" y="6642936"/>
              <a:ext cx="9720" cy="41760"/>
            </p14:xfrm>
          </p:contentPart>
        </mc:Choice>
        <mc:Fallback xmlns="">
          <p:pic>
            <p:nvPicPr>
              <p:cNvPr id="279" name="Ink 278">
                <a:extLst>
                  <a:ext uri="{FF2B5EF4-FFF2-40B4-BE49-F238E27FC236}">
                    <a16:creationId xmlns:a16="http://schemas.microsoft.com/office/drawing/2014/main" id="{3ECA5CAB-668C-5A0C-89B0-F3A3BE05731C}"/>
                  </a:ext>
                </a:extLst>
              </p:cNvPr>
              <p:cNvPicPr/>
              <p:nvPr/>
            </p:nvPicPr>
            <p:blipFill>
              <a:blip r:embed="rId490"/>
              <a:stretch>
                <a:fillRect/>
              </a:stretch>
            </p:blipFill>
            <p:spPr>
              <a:xfrm>
                <a:off x="1631160" y="6638616"/>
                <a:ext cx="18360" cy="5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1">
            <p14:nvContentPartPr>
              <p14:cNvPr id="280" name="Ink 279">
                <a:extLst>
                  <a:ext uri="{FF2B5EF4-FFF2-40B4-BE49-F238E27FC236}">
                    <a16:creationId xmlns:a16="http://schemas.microsoft.com/office/drawing/2014/main" id="{0059DA69-16D4-7FED-5C81-8330BE7C1303}"/>
                  </a:ext>
                </a:extLst>
              </p14:cNvPr>
              <p14:cNvContentPartPr/>
              <p14:nvPr/>
            </p14:nvContentPartPr>
            <p14:xfrm>
              <a:off x="1635480" y="6642936"/>
              <a:ext cx="159840" cy="140040"/>
            </p14:xfrm>
          </p:contentPart>
        </mc:Choice>
        <mc:Fallback xmlns="">
          <p:pic>
            <p:nvPicPr>
              <p:cNvPr id="280" name="Ink 279">
                <a:extLst>
                  <a:ext uri="{FF2B5EF4-FFF2-40B4-BE49-F238E27FC236}">
                    <a16:creationId xmlns:a16="http://schemas.microsoft.com/office/drawing/2014/main" id="{0059DA69-16D4-7FED-5C81-8330BE7C1303}"/>
                  </a:ext>
                </a:extLst>
              </p:cNvPr>
              <p:cNvPicPr/>
              <p:nvPr/>
            </p:nvPicPr>
            <p:blipFill>
              <a:blip r:embed="rId492"/>
              <a:stretch>
                <a:fillRect/>
              </a:stretch>
            </p:blipFill>
            <p:spPr>
              <a:xfrm>
                <a:off x="1631160" y="6638616"/>
                <a:ext cx="168480" cy="14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3">
            <p14:nvContentPartPr>
              <p14:cNvPr id="281" name="Ink 280">
                <a:extLst>
                  <a:ext uri="{FF2B5EF4-FFF2-40B4-BE49-F238E27FC236}">
                    <a16:creationId xmlns:a16="http://schemas.microsoft.com/office/drawing/2014/main" id="{390915D3-B884-7CF3-D653-56FEBE7BB179}"/>
                  </a:ext>
                </a:extLst>
              </p14:cNvPr>
              <p14:cNvContentPartPr/>
              <p14:nvPr/>
            </p14:nvContentPartPr>
            <p14:xfrm>
              <a:off x="2273040" y="6657696"/>
              <a:ext cx="60480" cy="224280"/>
            </p14:xfrm>
          </p:contentPart>
        </mc:Choice>
        <mc:Fallback xmlns="">
          <p:pic>
            <p:nvPicPr>
              <p:cNvPr id="281" name="Ink 280">
                <a:extLst>
                  <a:ext uri="{FF2B5EF4-FFF2-40B4-BE49-F238E27FC236}">
                    <a16:creationId xmlns:a16="http://schemas.microsoft.com/office/drawing/2014/main" id="{390915D3-B884-7CF3-D653-56FEBE7BB179}"/>
                  </a:ext>
                </a:extLst>
              </p:cNvPr>
              <p:cNvPicPr/>
              <p:nvPr/>
            </p:nvPicPr>
            <p:blipFill>
              <a:blip r:embed="rId494"/>
              <a:stretch>
                <a:fillRect/>
              </a:stretch>
            </p:blipFill>
            <p:spPr>
              <a:xfrm>
                <a:off x="2268720" y="6653376"/>
                <a:ext cx="69120" cy="23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5">
            <p14:nvContentPartPr>
              <p14:cNvPr id="282" name="Ink 281">
                <a:extLst>
                  <a:ext uri="{FF2B5EF4-FFF2-40B4-BE49-F238E27FC236}">
                    <a16:creationId xmlns:a16="http://schemas.microsoft.com/office/drawing/2014/main" id="{FCBCCB12-83D0-18B9-7CF5-9E48FA28A8FB}"/>
                  </a:ext>
                </a:extLst>
              </p14:cNvPr>
              <p14:cNvContentPartPr/>
              <p14:nvPr/>
            </p14:nvContentPartPr>
            <p14:xfrm>
              <a:off x="2352960" y="6649488"/>
              <a:ext cx="62280" cy="88200"/>
            </p14:xfrm>
          </p:contentPart>
        </mc:Choice>
        <mc:Fallback xmlns="">
          <p:pic>
            <p:nvPicPr>
              <p:cNvPr id="282" name="Ink 281">
                <a:extLst>
                  <a:ext uri="{FF2B5EF4-FFF2-40B4-BE49-F238E27FC236}">
                    <a16:creationId xmlns:a16="http://schemas.microsoft.com/office/drawing/2014/main" id="{FCBCCB12-83D0-18B9-7CF5-9E48FA28A8FB}"/>
                  </a:ext>
                </a:extLst>
              </p:cNvPr>
              <p:cNvPicPr/>
              <p:nvPr/>
            </p:nvPicPr>
            <p:blipFill>
              <a:blip r:embed="rId496"/>
              <a:stretch>
                <a:fillRect/>
              </a:stretch>
            </p:blipFill>
            <p:spPr>
              <a:xfrm>
                <a:off x="2348640" y="6645168"/>
                <a:ext cx="70920" cy="9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7">
            <p14:nvContentPartPr>
              <p14:cNvPr id="283" name="Ink 282">
                <a:extLst>
                  <a:ext uri="{FF2B5EF4-FFF2-40B4-BE49-F238E27FC236}">
                    <a16:creationId xmlns:a16="http://schemas.microsoft.com/office/drawing/2014/main" id="{0D982528-76B9-D04B-3F22-E7A3730B26AA}"/>
                  </a:ext>
                </a:extLst>
              </p14:cNvPr>
              <p14:cNvContentPartPr/>
              <p14:nvPr/>
            </p14:nvContentPartPr>
            <p14:xfrm>
              <a:off x="2459160" y="6639048"/>
              <a:ext cx="59400" cy="98640"/>
            </p14:xfrm>
          </p:contentPart>
        </mc:Choice>
        <mc:Fallback xmlns="">
          <p:pic>
            <p:nvPicPr>
              <p:cNvPr id="283" name="Ink 282">
                <a:extLst>
                  <a:ext uri="{FF2B5EF4-FFF2-40B4-BE49-F238E27FC236}">
                    <a16:creationId xmlns:a16="http://schemas.microsoft.com/office/drawing/2014/main" id="{0D982528-76B9-D04B-3F22-E7A3730B26AA}"/>
                  </a:ext>
                </a:extLst>
              </p:cNvPr>
              <p:cNvPicPr/>
              <p:nvPr/>
            </p:nvPicPr>
            <p:blipFill>
              <a:blip r:embed="rId498"/>
              <a:stretch>
                <a:fillRect/>
              </a:stretch>
            </p:blipFill>
            <p:spPr>
              <a:xfrm>
                <a:off x="2454840" y="6634728"/>
                <a:ext cx="68040" cy="10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9">
            <p14:nvContentPartPr>
              <p14:cNvPr id="284" name="Ink 283">
                <a:extLst>
                  <a:ext uri="{FF2B5EF4-FFF2-40B4-BE49-F238E27FC236}">
                    <a16:creationId xmlns:a16="http://schemas.microsoft.com/office/drawing/2014/main" id="{92766BAF-5F4F-4491-395E-F6D24C7C0662}"/>
                  </a:ext>
                </a:extLst>
              </p14:cNvPr>
              <p14:cNvContentPartPr/>
              <p14:nvPr/>
            </p14:nvContentPartPr>
            <p14:xfrm>
              <a:off x="2582640" y="6611328"/>
              <a:ext cx="76680" cy="111240"/>
            </p14:xfrm>
          </p:contentPart>
        </mc:Choice>
        <mc:Fallback xmlns="">
          <p:pic>
            <p:nvPicPr>
              <p:cNvPr id="284" name="Ink 283">
                <a:extLst>
                  <a:ext uri="{FF2B5EF4-FFF2-40B4-BE49-F238E27FC236}">
                    <a16:creationId xmlns:a16="http://schemas.microsoft.com/office/drawing/2014/main" id="{92766BAF-5F4F-4491-395E-F6D24C7C0662}"/>
                  </a:ext>
                </a:extLst>
              </p:cNvPr>
              <p:cNvPicPr/>
              <p:nvPr/>
            </p:nvPicPr>
            <p:blipFill>
              <a:blip r:embed="rId500"/>
              <a:stretch>
                <a:fillRect/>
              </a:stretch>
            </p:blipFill>
            <p:spPr>
              <a:xfrm>
                <a:off x="2578320" y="6607008"/>
                <a:ext cx="85320" cy="11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1">
            <p14:nvContentPartPr>
              <p14:cNvPr id="285" name="Ink 284">
                <a:extLst>
                  <a:ext uri="{FF2B5EF4-FFF2-40B4-BE49-F238E27FC236}">
                    <a16:creationId xmlns:a16="http://schemas.microsoft.com/office/drawing/2014/main" id="{AAD86F83-5FF6-7008-6C9F-9B5CCFF27C10}"/>
                  </a:ext>
                </a:extLst>
              </p14:cNvPr>
              <p14:cNvContentPartPr/>
              <p14:nvPr/>
            </p14:nvContentPartPr>
            <p14:xfrm>
              <a:off x="2730600" y="6657408"/>
              <a:ext cx="18720" cy="65160"/>
            </p14:xfrm>
          </p:contentPart>
        </mc:Choice>
        <mc:Fallback xmlns="">
          <p:pic>
            <p:nvPicPr>
              <p:cNvPr id="285" name="Ink 284">
                <a:extLst>
                  <a:ext uri="{FF2B5EF4-FFF2-40B4-BE49-F238E27FC236}">
                    <a16:creationId xmlns:a16="http://schemas.microsoft.com/office/drawing/2014/main" id="{AAD86F83-5FF6-7008-6C9F-9B5CCFF27C10}"/>
                  </a:ext>
                </a:extLst>
              </p:cNvPr>
              <p:cNvPicPr/>
              <p:nvPr/>
            </p:nvPicPr>
            <p:blipFill>
              <a:blip r:embed="rId502"/>
              <a:stretch>
                <a:fillRect/>
              </a:stretch>
            </p:blipFill>
            <p:spPr>
              <a:xfrm>
                <a:off x="2726280" y="6653088"/>
                <a:ext cx="27360" cy="7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3">
            <p14:nvContentPartPr>
              <p14:cNvPr id="286" name="Ink 285">
                <a:extLst>
                  <a:ext uri="{FF2B5EF4-FFF2-40B4-BE49-F238E27FC236}">
                    <a16:creationId xmlns:a16="http://schemas.microsoft.com/office/drawing/2014/main" id="{6C55FB70-7839-E2EC-BABB-3263B79A5BD8}"/>
                  </a:ext>
                </a:extLst>
              </p14:cNvPr>
              <p14:cNvContentPartPr/>
              <p14:nvPr/>
            </p14:nvContentPartPr>
            <p14:xfrm>
              <a:off x="2767320" y="6524568"/>
              <a:ext cx="18720" cy="17640"/>
            </p14:xfrm>
          </p:contentPart>
        </mc:Choice>
        <mc:Fallback xmlns="">
          <p:pic>
            <p:nvPicPr>
              <p:cNvPr id="286" name="Ink 285">
                <a:extLst>
                  <a:ext uri="{FF2B5EF4-FFF2-40B4-BE49-F238E27FC236}">
                    <a16:creationId xmlns:a16="http://schemas.microsoft.com/office/drawing/2014/main" id="{6C55FB70-7839-E2EC-BABB-3263B79A5BD8}"/>
                  </a:ext>
                </a:extLst>
              </p:cNvPr>
              <p:cNvPicPr/>
              <p:nvPr/>
            </p:nvPicPr>
            <p:blipFill>
              <a:blip r:embed="rId504"/>
              <a:stretch>
                <a:fillRect/>
              </a:stretch>
            </p:blipFill>
            <p:spPr>
              <a:xfrm>
                <a:off x="2763000" y="6520248"/>
                <a:ext cx="27360" cy="2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5">
            <p14:nvContentPartPr>
              <p14:cNvPr id="287" name="Ink 286">
                <a:extLst>
                  <a:ext uri="{FF2B5EF4-FFF2-40B4-BE49-F238E27FC236}">
                    <a16:creationId xmlns:a16="http://schemas.microsoft.com/office/drawing/2014/main" id="{7388DFF7-A3DA-8FBB-FCF4-59E402839BF4}"/>
                  </a:ext>
                </a:extLst>
              </p14:cNvPr>
              <p14:cNvContentPartPr/>
              <p14:nvPr/>
            </p14:nvContentPartPr>
            <p14:xfrm>
              <a:off x="2901600" y="6501528"/>
              <a:ext cx="111240" cy="212760"/>
            </p14:xfrm>
          </p:contentPart>
        </mc:Choice>
        <mc:Fallback xmlns="">
          <p:pic>
            <p:nvPicPr>
              <p:cNvPr id="287" name="Ink 286">
                <a:extLst>
                  <a:ext uri="{FF2B5EF4-FFF2-40B4-BE49-F238E27FC236}">
                    <a16:creationId xmlns:a16="http://schemas.microsoft.com/office/drawing/2014/main" id="{7388DFF7-A3DA-8FBB-FCF4-59E402839BF4}"/>
                  </a:ext>
                </a:extLst>
              </p:cNvPr>
              <p:cNvPicPr/>
              <p:nvPr/>
            </p:nvPicPr>
            <p:blipFill>
              <a:blip r:embed="rId506"/>
              <a:stretch>
                <a:fillRect/>
              </a:stretch>
            </p:blipFill>
            <p:spPr>
              <a:xfrm>
                <a:off x="2897280" y="6497208"/>
                <a:ext cx="119880" cy="22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7">
            <p14:nvContentPartPr>
              <p14:cNvPr id="288" name="Ink 287">
                <a:extLst>
                  <a:ext uri="{FF2B5EF4-FFF2-40B4-BE49-F238E27FC236}">
                    <a16:creationId xmlns:a16="http://schemas.microsoft.com/office/drawing/2014/main" id="{2F6E749C-2C02-77C0-CDF4-8F5EC8F1653C}"/>
                  </a:ext>
                </a:extLst>
              </p14:cNvPr>
              <p14:cNvContentPartPr/>
              <p14:nvPr/>
            </p14:nvContentPartPr>
            <p14:xfrm>
              <a:off x="2949840" y="6583968"/>
              <a:ext cx="167760" cy="97920"/>
            </p14:xfrm>
          </p:contentPart>
        </mc:Choice>
        <mc:Fallback xmlns="">
          <p:pic>
            <p:nvPicPr>
              <p:cNvPr id="288" name="Ink 287">
                <a:extLst>
                  <a:ext uri="{FF2B5EF4-FFF2-40B4-BE49-F238E27FC236}">
                    <a16:creationId xmlns:a16="http://schemas.microsoft.com/office/drawing/2014/main" id="{2F6E749C-2C02-77C0-CDF4-8F5EC8F1653C}"/>
                  </a:ext>
                </a:extLst>
              </p:cNvPr>
              <p:cNvPicPr/>
              <p:nvPr/>
            </p:nvPicPr>
            <p:blipFill>
              <a:blip r:embed="rId508"/>
              <a:stretch>
                <a:fillRect/>
              </a:stretch>
            </p:blipFill>
            <p:spPr>
              <a:xfrm>
                <a:off x="2945520" y="6579648"/>
                <a:ext cx="176400" cy="10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9">
            <p14:nvContentPartPr>
              <p14:cNvPr id="289" name="Ink 288">
                <a:extLst>
                  <a:ext uri="{FF2B5EF4-FFF2-40B4-BE49-F238E27FC236}">
                    <a16:creationId xmlns:a16="http://schemas.microsoft.com/office/drawing/2014/main" id="{3D155C1D-D40A-E1DF-A61E-263B2A45F02A}"/>
                  </a:ext>
                </a:extLst>
              </p14:cNvPr>
              <p14:cNvContentPartPr/>
              <p14:nvPr/>
            </p14:nvContentPartPr>
            <p14:xfrm>
              <a:off x="3157920" y="6502608"/>
              <a:ext cx="21240" cy="88200"/>
            </p14:xfrm>
          </p:contentPart>
        </mc:Choice>
        <mc:Fallback xmlns="">
          <p:pic>
            <p:nvPicPr>
              <p:cNvPr id="289" name="Ink 288">
                <a:extLst>
                  <a:ext uri="{FF2B5EF4-FFF2-40B4-BE49-F238E27FC236}">
                    <a16:creationId xmlns:a16="http://schemas.microsoft.com/office/drawing/2014/main" id="{3D155C1D-D40A-E1DF-A61E-263B2A45F02A}"/>
                  </a:ext>
                </a:extLst>
              </p:cNvPr>
              <p:cNvPicPr/>
              <p:nvPr/>
            </p:nvPicPr>
            <p:blipFill>
              <a:blip r:embed="rId510"/>
              <a:stretch>
                <a:fillRect/>
              </a:stretch>
            </p:blipFill>
            <p:spPr>
              <a:xfrm>
                <a:off x="3153600" y="6498288"/>
                <a:ext cx="29880" cy="9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1">
            <p14:nvContentPartPr>
              <p14:cNvPr id="290" name="Ink 289">
                <a:extLst>
                  <a:ext uri="{FF2B5EF4-FFF2-40B4-BE49-F238E27FC236}">
                    <a16:creationId xmlns:a16="http://schemas.microsoft.com/office/drawing/2014/main" id="{51B067FD-A10A-D73F-D2D4-D640ADE50881}"/>
                  </a:ext>
                </a:extLst>
              </p14:cNvPr>
              <p14:cNvContentPartPr/>
              <p14:nvPr/>
            </p14:nvContentPartPr>
            <p14:xfrm>
              <a:off x="3251520" y="6562368"/>
              <a:ext cx="250920" cy="148320"/>
            </p14:xfrm>
          </p:contentPart>
        </mc:Choice>
        <mc:Fallback xmlns="">
          <p:pic>
            <p:nvPicPr>
              <p:cNvPr id="290" name="Ink 289">
                <a:extLst>
                  <a:ext uri="{FF2B5EF4-FFF2-40B4-BE49-F238E27FC236}">
                    <a16:creationId xmlns:a16="http://schemas.microsoft.com/office/drawing/2014/main" id="{51B067FD-A10A-D73F-D2D4-D640ADE50881}"/>
                  </a:ext>
                </a:extLst>
              </p:cNvPr>
              <p:cNvPicPr/>
              <p:nvPr/>
            </p:nvPicPr>
            <p:blipFill>
              <a:blip r:embed="rId512"/>
              <a:stretch>
                <a:fillRect/>
              </a:stretch>
            </p:blipFill>
            <p:spPr>
              <a:xfrm>
                <a:off x="3247200" y="6558048"/>
                <a:ext cx="259560" cy="156960"/>
              </a:xfrm>
              <a:prstGeom prst="rect">
                <a:avLst/>
              </a:prstGeom>
            </p:spPr>
          </p:pic>
        </mc:Fallback>
      </mc:AlternateContent>
      <p:grpSp>
        <p:nvGrpSpPr>
          <p:cNvPr id="304" name="Group 303">
            <a:extLst>
              <a:ext uri="{FF2B5EF4-FFF2-40B4-BE49-F238E27FC236}">
                <a16:creationId xmlns:a16="http://schemas.microsoft.com/office/drawing/2014/main" id="{E30A9B3A-D98D-E7C3-8548-F1CF5E4AE9EA}"/>
              </a:ext>
            </a:extLst>
          </p:cNvPr>
          <p:cNvGrpSpPr/>
          <p:nvPr/>
        </p:nvGrpSpPr>
        <p:grpSpPr>
          <a:xfrm>
            <a:off x="3975480" y="6487128"/>
            <a:ext cx="298440" cy="281520"/>
            <a:chOff x="3975480" y="6487128"/>
            <a:chExt cx="298440" cy="281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13">
              <p14:nvContentPartPr>
                <p14:cNvPr id="291" name="Ink 290">
                  <a:extLst>
                    <a:ext uri="{FF2B5EF4-FFF2-40B4-BE49-F238E27FC236}">
                      <a16:creationId xmlns:a16="http://schemas.microsoft.com/office/drawing/2014/main" id="{DAD2399F-52D8-7718-9440-470C3F60E969}"/>
                    </a:ext>
                  </a:extLst>
                </p14:cNvPr>
                <p14:cNvContentPartPr/>
                <p14:nvPr/>
              </p14:nvContentPartPr>
              <p14:xfrm>
                <a:off x="3975480" y="6487128"/>
                <a:ext cx="141480" cy="199800"/>
              </p14:xfrm>
            </p:contentPart>
          </mc:Choice>
          <mc:Fallback xmlns="">
            <p:pic>
              <p:nvPicPr>
                <p:cNvPr id="291" name="Ink 290">
                  <a:extLst>
                    <a:ext uri="{FF2B5EF4-FFF2-40B4-BE49-F238E27FC236}">
                      <a16:creationId xmlns:a16="http://schemas.microsoft.com/office/drawing/2014/main" id="{DAD2399F-52D8-7718-9440-470C3F60E969}"/>
                    </a:ext>
                  </a:extLst>
                </p:cNvPr>
                <p:cNvPicPr/>
                <p:nvPr/>
              </p:nvPicPr>
              <p:blipFill>
                <a:blip r:embed="rId514"/>
                <a:stretch>
                  <a:fillRect/>
                </a:stretch>
              </p:blipFill>
              <p:spPr>
                <a:xfrm>
                  <a:off x="3971160" y="6482808"/>
                  <a:ext cx="150120" cy="20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5">
              <p14:nvContentPartPr>
                <p14:cNvPr id="293" name="Ink 292">
                  <a:extLst>
                    <a:ext uri="{FF2B5EF4-FFF2-40B4-BE49-F238E27FC236}">
                      <a16:creationId xmlns:a16="http://schemas.microsoft.com/office/drawing/2014/main" id="{1EFAEF5F-5A93-5A9D-0D46-5ACE6928D562}"/>
                    </a:ext>
                  </a:extLst>
                </p14:cNvPr>
                <p14:cNvContentPartPr/>
                <p14:nvPr/>
              </p14:nvContentPartPr>
              <p14:xfrm>
                <a:off x="4181040" y="6652728"/>
                <a:ext cx="92880" cy="115920"/>
              </p14:xfrm>
            </p:contentPart>
          </mc:Choice>
          <mc:Fallback xmlns="">
            <p:pic>
              <p:nvPicPr>
                <p:cNvPr id="293" name="Ink 292">
                  <a:extLst>
                    <a:ext uri="{FF2B5EF4-FFF2-40B4-BE49-F238E27FC236}">
                      <a16:creationId xmlns:a16="http://schemas.microsoft.com/office/drawing/2014/main" id="{1EFAEF5F-5A93-5A9D-0D46-5ACE6928D562}"/>
                    </a:ext>
                  </a:extLst>
                </p:cNvPr>
                <p:cNvPicPr/>
                <p:nvPr/>
              </p:nvPicPr>
              <p:blipFill>
                <a:blip r:embed="rId516"/>
                <a:stretch>
                  <a:fillRect/>
                </a:stretch>
              </p:blipFill>
              <p:spPr>
                <a:xfrm>
                  <a:off x="4176720" y="6648408"/>
                  <a:ext cx="101520" cy="124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3" name="Group 302">
            <a:extLst>
              <a:ext uri="{FF2B5EF4-FFF2-40B4-BE49-F238E27FC236}">
                <a16:creationId xmlns:a16="http://schemas.microsoft.com/office/drawing/2014/main" id="{5D252066-D94B-A88E-B15F-0ADD63834D81}"/>
              </a:ext>
            </a:extLst>
          </p:cNvPr>
          <p:cNvGrpSpPr/>
          <p:nvPr/>
        </p:nvGrpSpPr>
        <p:grpSpPr>
          <a:xfrm>
            <a:off x="4656960" y="6246288"/>
            <a:ext cx="869040" cy="342360"/>
            <a:chOff x="4656960" y="6246288"/>
            <a:chExt cx="869040" cy="342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17">
              <p14:nvContentPartPr>
                <p14:cNvPr id="294" name="Ink 293">
                  <a:extLst>
                    <a:ext uri="{FF2B5EF4-FFF2-40B4-BE49-F238E27FC236}">
                      <a16:creationId xmlns:a16="http://schemas.microsoft.com/office/drawing/2014/main" id="{4C2FBF7C-C3D1-262D-C1B2-0E7273056C1C}"/>
                    </a:ext>
                  </a:extLst>
                </p14:cNvPr>
                <p14:cNvContentPartPr/>
                <p14:nvPr/>
              </p14:nvContentPartPr>
              <p14:xfrm>
                <a:off x="4656960" y="6437088"/>
                <a:ext cx="273240" cy="120960"/>
              </p14:xfrm>
            </p:contentPart>
          </mc:Choice>
          <mc:Fallback xmlns="">
            <p:pic>
              <p:nvPicPr>
                <p:cNvPr id="294" name="Ink 293">
                  <a:extLst>
                    <a:ext uri="{FF2B5EF4-FFF2-40B4-BE49-F238E27FC236}">
                      <a16:creationId xmlns:a16="http://schemas.microsoft.com/office/drawing/2014/main" id="{4C2FBF7C-C3D1-262D-C1B2-0E7273056C1C}"/>
                    </a:ext>
                  </a:extLst>
                </p:cNvPr>
                <p:cNvPicPr/>
                <p:nvPr/>
              </p:nvPicPr>
              <p:blipFill>
                <a:blip r:embed="rId518"/>
                <a:stretch>
                  <a:fillRect/>
                </a:stretch>
              </p:blipFill>
              <p:spPr>
                <a:xfrm>
                  <a:off x="4652640" y="6432768"/>
                  <a:ext cx="28188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9">
              <p14:nvContentPartPr>
                <p14:cNvPr id="295" name="Ink 294">
                  <a:extLst>
                    <a:ext uri="{FF2B5EF4-FFF2-40B4-BE49-F238E27FC236}">
                      <a16:creationId xmlns:a16="http://schemas.microsoft.com/office/drawing/2014/main" id="{E8D63D37-93B4-F013-CC6D-046D495E577F}"/>
                    </a:ext>
                  </a:extLst>
                </p14:cNvPr>
                <p14:cNvContentPartPr/>
                <p14:nvPr/>
              </p14:nvContentPartPr>
              <p14:xfrm>
                <a:off x="5047200" y="6500448"/>
                <a:ext cx="25920" cy="36000"/>
              </p14:xfrm>
            </p:contentPart>
          </mc:Choice>
          <mc:Fallback xmlns="">
            <p:pic>
              <p:nvPicPr>
                <p:cNvPr id="295" name="Ink 294">
                  <a:extLst>
                    <a:ext uri="{FF2B5EF4-FFF2-40B4-BE49-F238E27FC236}">
                      <a16:creationId xmlns:a16="http://schemas.microsoft.com/office/drawing/2014/main" id="{E8D63D37-93B4-F013-CC6D-046D495E577F}"/>
                    </a:ext>
                  </a:extLst>
                </p:cNvPr>
                <p:cNvPicPr/>
                <p:nvPr/>
              </p:nvPicPr>
              <p:blipFill>
                <a:blip r:embed="rId520"/>
                <a:stretch>
                  <a:fillRect/>
                </a:stretch>
              </p:blipFill>
              <p:spPr>
                <a:xfrm>
                  <a:off x="5042880" y="6496128"/>
                  <a:ext cx="3456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1">
              <p14:nvContentPartPr>
                <p14:cNvPr id="296" name="Ink 295">
                  <a:extLst>
                    <a:ext uri="{FF2B5EF4-FFF2-40B4-BE49-F238E27FC236}">
                      <a16:creationId xmlns:a16="http://schemas.microsoft.com/office/drawing/2014/main" id="{CCB9211D-AFA1-E4EC-80D8-5EE738F24F19}"/>
                    </a:ext>
                  </a:extLst>
                </p14:cNvPr>
                <p14:cNvContentPartPr/>
                <p14:nvPr/>
              </p14:nvContentPartPr>
              <p14:xfrm>
                <a:off x="5105160" y="6333048"/>
                <a:ext cx="16560" cy="43200"/>
              </p14:xfrm>
            </p:contentPart>
          </mc:Choice>
          <mc:Fallback xmlns="">
            <p:pic>
              <p:nvPicPr>
                <p:cNvPr id="296" name="Ink 295">
                  <a:extLst>
                    <a:ext uri="{FF2B5EF4-FFF2-40B4-BE49-F238E27FC236}">
                      <a16:creationId xmlns:a16="http://schemas.microsoft.com/office/drawing/2014/main" id="{CCB9211D-AFA1-E4EC-80D8-5EE738F24F19}"/>
                    </a:ext>
                  </a:extLst>
                </p:cNvPr>
                <p:cNvPicPr/>
                <p:nvPr/>
              </p:nvPicPr>
              <p:blipFill>
                <a:blip r:embed="rId522"/>
                <a:stretch>
                  <a:fillRect/>
                </a:stretch>
              </p:blipFill>
              <p:spPr>
                <a:xfrm>
                  <a:off x="5100840" y="6328728"/>
                  <a:ext cx="2520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3">
              <p14:nvContentPartPr>
                <p14:cNvPr id="297" name="Ink 296">
                  <a:extLst>
                    <a:ext uri="{FF2B5EF4-FFF2-40B4-BE49-F238E27FC236}">
                      <a16:creationId xmlns:a16="http://schemas.microsoft.com/office/drawing/2014/main" id="{F3FA33F5-72D6-DBAD-9496-82F5F3C0EF9F}"/>
                    </a:ext>
                  </a:extLst>
                </p14:cNvPr>
                <p14:cNvContentPartPr/>
                <p14:nvPr/>
              </p14:nvContentPartPr>
              <p14:xfrm>
                <a:off x="5135040" y="6326208"/>
                <a:ext cx="134280" cy="262440"/>
              </p14:xfrm>
            </p:contentPart>
          </mc:Choice>
          <mc:Fallback xmlns="">
            <p:pic>
              <p:nvPicPr>
                <p:cNvPr id="297" name="Ink 296">
                  <a:extLst>
                    <a:ext uri="{FF2B5EF4-FFF2-40B4-BE49-F238E27FC236}">
                      <a16:creationId xmlns:a16="http://schemas.microsoft.com/office/drawing/2014/main" id="{F3FA33F5-72D6-DBAD-9496-82F5F3C0EF9F}"/>
                    </a:ext>
                  </a:extLst>
                </p:cNvPr>
                <p:cNvPicPr/>
                <p:nvPr/>
              </p:nvPicPr>
              <p:blipFill>
                <a:blip r:embed="rId524"/>
                <a:stretch>
                  <a:fillRect/>
                </a:stretch>
              </p:blipFill>
              <p:spPr>
                <a:xfrm>
                  <a:off x="5130720" y="6321888"/>
                  <a:ext cx="142920" cy="27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5">
              <p14:nvContentPartPr>
                <p14:cNvPr id="298" name="Ink 297">
                  <a:extLst>
                    <a:ext uri="{FF2B5EF4-FFF2-40B4-BE49-F238E27FC236}">
                      <a16:creationId xmlns:a16="http://schemas.microsoft.com/office/drawing/2014/main" id="{3F4A1086-A355-A4CC-F1AE-C13B51CE66A0}"/>
                    </a:ext>
                  </a:extLst>
                </p14:cNvPr>
                <p14:cNvContentPartPr/>
                <p14:nvPr/>
              </p14:nvContentPartPr>
              <p14:xfrm>
                <a:off x="5225400" y="6246288"/>
                <a:ext cx="300600" cy="275400"/>
              </p14:xfrm>
            </p:contentPart>
          </mc:Choice>
          <mc:Fallback xmlns="">
            <p:pic>
              <p:nvPicPr>
                <p:cNvPr id="298" name="Ink 297">
                  <a:extLst>
                    <a:ext uri="{FF2B5EF4-FFF2-40B4-BE49-F238E27FC236}">
                      <a16:creationId xmlns:a16="http://schemas.microsoft.com/office/drawing/2014/main" id="{3F4A1086-A355-A4CC-F1AE-C13B51CE66A0}"/>
                    </a:ext>
                  </a:extLst>
                </p:cNvPr>
                <p:cNvPicPr/>
                <p:nvPr/>
              </p:nvPicPr>
              <p:blipFill>
                <a:blip r:embed="rId526"/>
                <a:stretch>
                  <a:fillRect/>
                </a:stretch>
              </p:blipFill>
              <p:spPr>
                <a:xfrm>
                  <a:off x="5221080" y="6241968"/>
                  <a:ext cx="309240" cy="284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2" name="Group 301">
            <a:extLst>
              <a:ext uri="{FF2B5EF4-FFF2-40B4-BE49-F238E27FC236}">
                <a16:creationId xmlns:a16="http://schemas.microsoft.com/office/drawing/2014/main" id="{FDC5C613-4958-9915-6F31-2A9B8BFC04B3}"/>
              </a:ext>
            </a:extLst>
          </p:cNvPr>
          <p:cNvGrpSpPr/>
          <p:nvPr/>
        </p:nvGrpSpPr>
        <p:grpSpPr>
          <a:xfrm>
            <a:off x="6010560" y="6185808"/>
            <a:ext cx="487440" cy="327600"/>
            <a:chOff x="6010560" y="6185808"/>
            <a:chExt cx="487440" cy="327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27">
              <p14:nvContentPartPr>
                <p14:cNvPr id="299" name="Ink 298">
                  <a:extLst>
                    <a:ext uri="{FF2B5EF4-FFF2-40B4-BE49-F238E27FC236}">
                      <a16:creationId xmlns:a16="http://schemas.microsoft.com/office/drawing/2014/main" id="{638C8A6D-E24F-D68D-C7D6-A20281217ACD}"/>
                    </a:ext>
                  </a:extLst>
                </p14:cNvPr>
                <p14:cNvContentPartPr/>
                <p14:nvPr/>
              </p14:nvContentPartPr>
              <p14:xfrm>
                <a:off x="6010560" y="6271848"/>
                <a:ext cx="173520" cy="241560"/>
              </p14:xfrm>
            </p:contentPart>
          </mc:Choice>
          <mc:Fallback xmlns="">
            <p:pic>
              <p:nvPicPr>
                <p:cNvPr id="299" name="Ink 298">
                  <a:extLst>
                    <a:ext uri="{FF2B5EF4-FFF2-40B4-BE49-F238E27FC236}">
                      <a16:creationId xmlns:a16="http://schemas.microsoft.com/office/drawing/2014/main" id="{638C8A6D-E24F-D68D-C7D6-A20281217ACD}"/>
                    </a:ext>
                  </a:extLst>
                </p:cNvPr>
                <p:cNvPicPr/>
                <p:nvPr/>
              </p:nvPicPr>
              <p:blipFill>
                <a:blip r:embed="rId528"/>
                <a:stretch>
                  <a:fillRect/>
                </a:stretch>
              </p:blipFill>
              <p:spPr>
                <a:xfrm>
                  <a:off x="6006240" y="6267528"/>
                  <a:ext cx="182160" cy="25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9">
              <p14:nvContentPartPr>
                <p14:cNvPr id="300" name="Ink 299">
                  <a:extLst>
                    <a:ext uri="{FF2B5EF4-FFF2-40B4-BE49-F238E27FC236}">
                      <a16:creationId xmlns:a16="http://schemas.microsoft.com/office/drawing/2014/main" id="{76F5181D-46E8-6175-BDCB-AE68EA24117A}"/>
                    </a:ext>
                  </a:extLst>
                </p14:cNvPr>
                <p14:cNvContentPartPr/>
                <p14:nvPr/>
              </p14:nvContentPartPr>
              <p14:xfrm>
                <a:off x="6033600" y="6185808"/>
                <a:ext cx="402120" cy="280080"/>
              </p14:xfrm>
            </p:contentPart>
          </mc:Choice>
          <mc:Fallback xmlns="">
            <p:pic>
              <p:nvPicPr>
                <p:cNvPr id="300" name="Ink 299">
                  <a:extLst>
                    <a:ext uri="{FF2B5EF4-FFF2-40B4-BE49-F238E27FC236}">
                      <a16:creationId xmlns:a16="http://schemas.microsoft.com/office/drawing/2014/main" id="{76F5181D-46E8-6175-BDCB-AE68EA24117A}"/>
                    </a:ext>
                  </a:extLst>
                </p:cNvPr>
                <p:cNvPicPr/>
                <p:nvPr/>
              </p:nvPicPr>
              <p:blipFill>
                <a:blip r:embed="rId530"/>
                <a:stretch>
                  <a:fillRect/>
                </a:stretch>
              </p:blipFill>
              <p:spPr>
                <a:xfrm>
                  <a:off x="6029280" y="6181488"/>
                  <a:ext cx="410760" cy="28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1">
              <p14:nvContentPartPr>
                <p14:cNvPr id="301" name="Ink 300">
                  <a:extLst>
                    <a:ext uri="{FF2B5EF4-FFF2-40B4-BE49-F238E27FC236}">
                      <a16:creationId xmlns:a16="http://schemas.microsoft.com/office/drawing/2014/main" id="{6378D674-1B32-811A-7884-6361552FA683}"/>
                    </a:ext>
                  </a:extLst>
                </p14:cNvPr>
                <p14:cNvContentPartPr/>
                <p14:nvPr/>
              </p14:nvContentPartPr>
              <p14:xfrm>
                <a:off x="6393960" y="6387048"/>
                <a:ext cx="104040" cy="113760"/>
              </p14:xfrm>
            </p:contentPart>
          </mc:Choice>
          <mc:Fallback xmlns="">
            <p:pic>
              <p:nvPicPr>
                <p:cNvPr id="301" name="Ink 300">
                  <a:extLst>
                    <a:ext uri="{FF2B5EF4-FFF2-40B4-BE49-F238E27FC236}">
                      <a16:creationId xmlns:a16="http://schemas.microsoft.com/office/drawing/2014/main" id="{6378D674-1B32-811A-7884-6361552FA683}"/>
                    </a:ext>
                  </a:extLst>
                </p:cNvPr>
                <p:cNvPicPr/>
                <p:nvPr/>
              </p:nvPicPr>
              <p:blipFill>
                <a:blip r:embed="rId532"/>
                <a:stretch>
                  <a:fillRect/>
                </a:stretch>
              </p:blipFill>
              <p:spPr>
                <a:xfrm>
                  <a:off x="6389640" y="6382728"/>
                  <a:ext cx="112680" cy="122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1" name="Group 330">
            <a:extLst>
              <a:ext uri="{FF2B5EF4-FFF2-40B4-BE49-F238E27FC236}">
                <a16:creationId xmlns:a16="http://schemas.microsoft.com/office/drawing/2014/main" id="{D33D9E42-3C05-31EB-359B-E75DB47E84F2}"/>
              </a:ext>
            </a:extLst>
          </p:cNvPr>
          <p:cNvGrpSpPr/>
          <p:nvPr/>
        </p:nvGrpSpPr>
        <p:grpSpPr>
          <a:xfrm>
            <a:off x="6971400" y="6376248"/>
            <a:ext cx="381240" cy="116640"/>
            <a:chOff x="6971400" y="6376248"/>
            <a:chExt cx="381240" cy="116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33">
              <p14:nvContentPartPr>
                <p14:cNvPr id="305" name="Ink 304">
                  <a:extLst>
                    <a:ext uri="{FF2B5EF4-FFF2-40B4-BE49-F238E27FC236}">
                      <a16:creationId xmlns:a16="http://schemas.microsoft.com/office/drawing/2014/main" id="{4076FE36-EAAC-1985-3F1F-DC4331A09189}"/>
                    </a:ext>
                  </a:extLst>
                </p14:cNvPr>
                <p14:cNvContentPartPr/>
                <p14:nvPr/>
              </p14:nvContentPartPr>
              <p14:xfrm>
                <a:off x="6976080" y="6376248"/>
                <a:ext cx="330840" cy="116640"/>
              </p14:xfrm>
            </p:contentPart>
          </mc:Choice>
          <mc:Fallback xmlns="">
            <p:pic>
              <p:nvPicPr>
                <p:cNvPr id="305" name="Ink 304">
                  <a:extLst>
                    <a:ext uri="{FF2B5EF4-FFF2-40B4-BE49-F238E27FC236}">
                      <a16:creationId xmlns:a16="http://schemas.microsoft.com/office/drawing/2014/main" id="{4076FE36-EAAC-1985-3F1F-DC4331A09189}"/>
                    </a:ext>
                  </a:extLst>
                </p:cNvPr>
                <p:cNvPicPr/>
                <p:nvPr/>
              </p:nvPicPr>
              <p:blipFill>
                <a:blip r:embed="rId534"/>
                <a:stretch>
                  <a:fillRect/>
                </a:stretch>
              </p:blipFill>
              <p:spPr>
                <a:xfrm>
                  <a:off x="6971760" y="6371928"/>
                  <a:ext cx="33948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5">
              <p14:nvContentPartPr>
                <p14:cNvPr id="306" name="Ink 305">
                  <a:extLst>
                    <a:ext uri="{FF2B5EF4-FFF2-40B4-BE49-F238E27FC236}">
                      <a16:creationId xmlns:a16="http://schemas.microsoft.com/office/drawing/2014/main" id="{37C6B934-2F6A-F0E9-25FE-E0DC4103F552}"/>
                    </a:ext>
                  </a:extLst>
                </p14:cNvPr>
                <p14:cNvContentPartPr/>
                <p14:nvPr/>
              </p14:nvContentPartPr>
              <p14:xfrm>
                <a:off x="6971400" y="6384888"/>
                <a:ext cx="381240" cy="80640"/>
              </p14:xfrm>
            </p:contentPart>
          </mc:Choice>
          <mc:Fallback xmlns="">
            <p:pic>
              <p:nvPicPr>
                <p:cNvPr id="306" name="Ink 305">
                  <a:extLst>
                    <a:ext uri="{FF2B5EF4-FFF2-40B4-BE49-F238E27FC236}">
                      <a16:creationId xmlns:a16="http://schemas.microsoft.com/office/drawing/2014/main" id="{37C6B934-2F6A-F0E9-25FE-E0DC4103F552}"/>
                    </a:ext>
                  </a:extLst>
                </p:cNvPr>
                <p:cNvPicPr/>
                <p:nvPr/>
              </p:nvPicPr>
              <p:blipFill>
                <a:blip r:embed="rId536"/>
                <a:stretch>
                  <a:fillRect/>
                </a:stretch>
              </p:blipFill>
              <p:spPr>
                <a:xfrm>
                  <a:off x="6967080" y="6380568"/>
                  <a:ext cx="389880" cy="89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0" name="Group 329">
            <a:extLst>
              <a:ext uri="{FF2B5EF4-FFF2-40B4-BE49-F238E27FC236}">
                <a16:creationId xmlns:a16="http://schemas.microsoft.com/office/drawing/2014/main" id="{A4EC8A88-041B-22CA-56F1-8E69903990CC}"/>
              </a:ext>
            </a:extLst>
          </p:cNvPr>
          <p:cNvGrpSpPr/>
          <p:nvPr/>
        </p:nvGrpSpPr>
        <p:grpSpPr>
          <a:xfrm>
            <a:off x="7548840" y="6159888"/>
            <a:ext cx="1166760" cy="263520"/>
            <a:chOff x="7548840" y="6159888"/>
            <a:chExt cx="1166760" cy="263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37">
              <p14:nvContentPartPr>
                <p14:cNvPr id="307" name="Ink 306">
                  <a:extLst>
                    <a:ext uri="{FF2B5EF4-FFF2-40B4-BE49-F238E27FC236}">
                      <a16:creationId xmlns:a16="http://schemas.microsoft.com/office/drawing/2014/main" id="{12383D74-5E9E-0B99-E971-05FC4EFBBC3F}"/>
                    </a:ext>
                  </a:extLst>
                </p14:cNvPr>
                <p14:cNvContentPartPr/>
                <p14:nvPr/>
              </p14:nvContentPartPr>
              <p14:xfrm>
                <a:off x="7548840" y="6323328"/>
                <a:ext cx="194400" cy="100080"/>
              </p14:xfrm>
            </p:contentPart>
          </mc:Choice>
          <mc:Fallback xmlns="">
            <p:pic>
              <p:nvPicPr>
                <p:cNvPr id="307" name="Ink 306">
                  <a:extLst>
                    <a:ext uri="{FF2B5EF4-FFF2-40B4-BE49-F238E27FC236}">
                      <a16:creationId xmlns:a16="http://schemas.microsoft.com/office/drawing/2014/main" id="{12383D74-5E9E-0B99-E971-05FC4EFBBC3F}"/>
                    </a:ext>
                  </a:extLst>
                </p:cNvPr>
                <p:cNvPicPr/>
                <p:nvPr/>
              </p:nvPicPr>
              <p:blipFill>
                <a:blip r:embed="rId538"/>
                <a:stretch>
                  <a:fillRect/>
                </a:stretch>
              </p:blipFill>
              <p:spPr>
                <a:xfrm>
                  <a:off x="7544520" y="6319008"/>
                  <a:ext cx="20304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9">
              <p14:nvContentPartPr>
                <p14:cNvPr id="308" name="Ink 307">
                  <a:extLst>
                    <a:ext uri="{FF2B5EF4-FFF2-40B4-BE49-F238E27FC236}">
                      <a16:creationId xmlns:a16="http://schemas.microsoft.com/office/drawing/2014/main" id="{209E8524-C65D-E33A-0557-9E38D19C9737}"/>
                    </a:ext>
                  </a:extLst>
                </p14:cNvPr>
                <p14:cNvContentPartPr/>
                <p14:nvPr/>
              </p14:nvContentPartPr>
              <p14:xfrm>
                <a:off x="7817040" y="6346008"/>
                <a:ext cx="178200" cy="45360"/>
              </p14:xfrm>
            </p:contentPart>
          </mc:Choice>
          <mc:Fallback xmlns="">
            <p:pic>
              <p:nvPicPr>
                <p:cNvPr id="308" name="Ink 307">
                  <a:extLst>
                    <a:ext uri="{FF2B5EF4-FFF2-40B4-BE49-F238E27FC236}">
                      <a16:creationId xmlns:a16="http://schemas.microsoft.com/office/drawing/2014/main" id="{209E8524-C65D-E33A-0557-9E38D19C9737}"/>
                    </a:ext>
                  </a:extLst>
                </p:cNvPr>
                <p:cNvPicPr/>
                <p:nvPr/>
              </p:nvPicPr>
              <p:blipFill>
                <a:blip r:embed="rId540"/>
                <a:stretch>
                  <a:fillRect/>
                </a:stretch>
              </p:blipFill>
              <p:spPr>
                <a:xfrm>
                  <a:off x="7812720" y="6341328"/>
                  <a:ext cx="18684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1">
              <p14:nvContentPartPr>
                <p14:cNvPr id="309" name="Ink 308">
                  <a:extLst>
                    <a:ext uri="{FF2B5EF4-FFF2-40B4-BE49-F238E27FC236}">
                      <a16:creationId xmlns:a16="http://schemas.microsoft.com/office/drawing/2014/main" id="{3EE9EE32-6909-F928-DA7A-2929E8FD279E}"/>
                    </a:ext>
                  </a:extLst>
                </p14:cNvPr>
                <p14:cNvContentPartPr/>
                <p14:nvPr/>
              </p14:nvContentPartPr>
              <p14:xfrm>
                <a:off x="8036280" y="6314328"/>
                <a:ext cx="238320" cy="55080"/>
              </p14:xfrm>
            </p:contentPart>
          </mc:Choice>
          <mc:Fallback xmlns="">
            <p:pic>
              <p:nvPicPr>
                <p:cNvPr id="309" name="Ink 308">
                  <a:extLst>
                    <a:ext uri="{FF2B5EF4-FFF2-40B4-BE49-F238E27FC236}">
                      <a16:creationId xmlns:a16="http://schemas.microsoft.com/office/drawing/2014/main" id="{3EE9EE32-6909-F928-DA7A-2929E8FD279E}"/>
                    </a:ext>
                  </a:extLst>
                </p:cNvPr>
                <p:cNvPicPr/>
                <p:nvPr/>
              </p:nvPicPr>
              <p:blipFill>
                <a:blip r:embed="rId542"/>
                <a:stretch>
                  <a:fillRect/>
                </a:stretch>
              </p:blipFill>
              <p:spPr>
                <a:xfrm>
                  <a:off x="8031960" y="6310008"/>
                  <a:ext cx="24696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3">
              <p14:nvContentPartPr>
                <p14:cNvPr id="310" name="Ink 309">
                  <a:extLst>
                    <a:ext uri="{FF2B5EF4-FFF2-40B4-BE49-F238E27FC236}">
                      <a16:creationId xmlns:a16="http://schemas.microsoft.com/office/drawing/2014/main" id="{A7A065E2-6085-BA38-C814-53B0C68DE23A}"/>
                    </a:ext>
                  </a:extLst>
                </p14:cNvPr>
                <p14:cNvContentPartPr/>
                <p14:nvPr/>
              </p14:nvContentPartPr>
              <p14:xfrm>
                <a:off x="8385840" y="6159888"/>
                <a:ext cx="203040" cy="240480"/>
              </p14:xfrm>
            </p:contentPart>
          </mc:Choice>
          <mc:Fallback xmlns="">
            <p:pic>
              <p:nvPicPr>
                <p:cNvPr id="310" name="Ink 309">
                  <a:extLst>
                    <a:ext uri="{FF2B5EF4-FFF2-40B4-BE49-F238E27FC236}">
                      <a16:creationId xmlns:a16="http://schemas.microsoft.com/office/drawing/2014/main" id="{A7A065E2-6085-BA38-C814-53B0C68DE23A}"/>
                    </a:ext>
                  </a:extLst>
                </p:cNvPr>
                <p:cNvPicPr/>
                <p:nvPr/>
              </p:nvPicPr>
              <p:blipFill>
                <a:blip r:embed="rId544"/>
                <a:stretch>
                  <a:fillRect/>
                </a:stretch>
              </p:blipFill>
              <p:spPr>
                <a:xfrm>
                  <a:off x="8381520" y="6155568"/>
                  <a:ext cx="211680" cy="24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5">
              <p14:nvContentPartPr>
                <p14:cNvPr id="311" name="Ink 310">
                  <a:extLst>
                    <a:ext uri="{FF2B5EF4-FFF2-40B4-BE49-F238E27FC236}">
                      <a16:creationId xmlns:a16="http://schemas.microsoft.com/office/drawing/2014/main" id="{47BF46E0-481C-1220-27CA-0419C0E8553A}"/>
                    </a:ext>
                  </a:extLst>
                </p14:cNvPr>
                <p14:cNvContentPartPr/>
                <p14:nvPr/>
              </p14:nvContentPartPr>
              <p14:xfrm>
                <a:off x="8635680" y="6237288"/>
                <a:ext cx="79920" cy="149400"/>
              </p14:xfrm>
            </p:contentPart>
          </mc:Choice>
          <mc:Fallback xmlns="">
            <p:pic>
              <p:nvPicPr>
                <p:cNvPr id="311" name="Ink 310">
                  <a:extLst>
                    <a:ext uri="{FF2B5EF4-FFF2-40B4-BE49-F238E27FC236}">
                      <a16:creationId xmlns:a16="http://schemas.microsoft.com/office/drawing/2014/main" id="{47BF46E0-481C-1220-27CA-0419C0E8553A}"/>
                    </a:ext>
                  </a:extLst>
                </p:cNvPr>
                <p:cNvPicPr/>
                <p:nvPr/>
              </p:nvPicPr>
              <p:blipFill>
                <a:blip r:embed="rId546"/>
                <a:stretch>
                  <a:fillRect/>
                </a:stretch>
              </p:blipFill>
              <p:spPr>
                <a:xfrm>
                  <a:off x="8631360" y="6232968"/>
                  <a:ext cx="88560" cy="158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9" name="Group 328">
            <a:extLst>
              <a:ext uri="{FF2B5EF4-FFF2-40B4-BE49-F238E27FC236}">
                <a16:creationId xmlns:a16="http://schemas.microsoft.com/office/drawing/2014/main" id="{A4C08682-A176-1F70-38C2-9D4FE257E1C9}"/>
              </a:ext>
            </a:extLst>
          </p:cNvPr>
          <p:cNvGrpSpPr/>
          <p:nvPr/>
        </p:nvGrpSpPr>
        <p:grpSpPr>
          <a:xfrm>
            <a:off x="8981280" y="6139008"/>
            <a:ext cx="212760" cy="210240"/>
            <a:chOff x="8981280" y="6139008"/>
            <a:chExt cx="212760" cy="210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47">
              <p14:nvContentPartPr>
                <p14:cNvPr id="312" name="Ink 311">
                  <a:extLst>
                    <a:ext uri="{FF2B5EF4-FFF2-40B4-BE49-F238E27FC236}">
                      <a16:creationId xmlns:a16="http://schemas.microsoft.com/office/drawing/2014/main" id="{B3116F66-230B-FEF7-3CE6-6847BB0F6AB9}"/>
                    </a:ext>
                  </a:extLst>
                </p14:cNvPr>
                <p14:cNvContentPartPr/>
                <p14:nvPr/>
              </p14:nvContentPartPr>
              <p14:xfrm>
                <a:off x="8981280" y="6297048"/>
                <a:ext cx="5040" cy="52200"/>
              </p14:xfrm>
            </p:contentPart>
          </mc:Choice>
          <mc:Fallback xmlns="">
            <p:pic>
              <p:nvPicPr>
                <p:cNvPr id="312" name="Ink 311">
                  <a:extLst>
                    <a:ext uri="{FF2B5EF4-FFF2-40B4-BE49-F238E27FC236}">
                      <a16:creationId xmlns:a16="http://schemas.microsoft.com/office/drawing/2014/main" id="{B3116F66-230B-FEF7-3CE6-6847BB0F6AB9}"/>
                    </a:ext>
                  </a:extLst>
                </p:cNvPr>
                <p:cNvPicPr/>
                <p:nvPr/>
              </p:nvPicPr>
              <p:blipFill>
                <a:blip r:embed="rId548"/>
                <a:stretch>
                  <a:fillRect/>
                </a:stretch>
              </p:blipFill>
              <p:spPr>
                <a:xfrm>
                  <a:off x="8976960" y="6292728"/>
                  <a:ext cx="1368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9">
              <p14:nvContentPartPr>
                <p14:cNvPr id="313" name="Ink 312">
                  <a:extLst>
                    <a:ext uri="{FF2B5EF4-FFF2-40B4-BE49-F238E27FC236}">
                      <a16:creationId xmlns:a16="http://schemas.microsoft.com/office/drawing/2014/main" id="{CC1A6EBD-54B9-0503-8271-F21C18773336}"/>
                    </a:ext>
                  </a:extLst>
                </p14:cNvPr>
                <p14:cNvContentPartPr/>
                <p14:nvPr/>
              </p14:nvContentPartPr>
              <p14:xfrm>
                <a:off x="9052920" y="6139008"/>
                <a:ext cx="11880" cy="107640"/>
              </p14:xfrm>
            </p:contentPart>
          </mc:Choice>
          <mc:Fallback xmlns="">
            <p:pic>
              <p:nvPicPr>
                <p:cNvPr id="313" name="Ink 312">
                  <a:extLst>
                    <a:ext uri="{FF2B5EF4-FFF2-40B4-BE49-F238E27FC236}">
                      <a16:creationId xmlns:a16="http://schemas.microsoft.com/office/drawing/2014/main" id="{CC1A6EBD-54B9-0503-8271-F21C18773336}"/>
                    </a:ext>
                  </a:extLst>
                </p:cNvPr>
                <p:cNvPicPr/>
                <p:nvPr/>
              </p:nvPicPr>
              <p:blipFill>
                <a:blip r:embed="rId550"/>
                <a:stretch>
                  <a:fillRect/>
                </a:stretch>
              </p:blipFill>
              <p:spPr>
                <a:xfrm>
                  <a:off x="9048600" y="6134688"/>
                  <a:ext cx="2052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1">
              <p14:nvContentPartPr>
                <p14:cNvPr id="314" name="Ink 313">
                  <a:extLst>
                    <a:ext uri="{FF2B5EF4-FFF2-40B4-BE49-F238E27FC236}">
                      <a16:creationId xmlns:a16="http://schemas.microsoft.com/office/drawing/2014/main" id="{8E6AE97C-F81F-71F4-D695-8B539D0A237F}"/>
                    </a:ext>
                  </a:extLst>
                </p14:cNvPr>
                <p14:cNvContentPartPr/>
                <p14:nvPr/>
              </p14:nvContentPartPr>
              <p14:xfrm>
                <a:off x="9066600" y="6277608"/>
                <a:ext cx="127440" cy="40680"/>
              </p14:xfrm>
            </p:contentPart>
          </mc:Choice>
          <mc:Fallback xmlns="">
            <p:pic>
              <p:nvPicPr>
                <p:cNvPr id="314" name="Ink 313">
                  <a:extLst>
                    <a:ext uri="{FF2B5EF4-FFF2-40B4-BE49-F238E27FC236}">
                      <a16:creationId xmlns:a16="http://schemas.microsoft.com/office/drawing/2014/main" id="{8E6AE97C-F81F-71F4-D695-8B539D0A237F}"/>
                    </a:ext>
                  </a:extLst>
                </p:cNvPr>
                <p:cNvPicPr/>
                <p:nvPr/>
              </p:nvPicPr>
              <p:blipFill>
                <a:blip r:embed="rId552"/>
                <a:stretch>
                  <a:fillRect/>
                </a:stretch>
              </p:blipFill>
              <p:spPr>
                <a:xfrm>
                  <a:off x="9062280" y="6273288"/>
                  <a:ext cx="136080" cy="49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8" name="Group 327">
            <a:extLst>
              <a:ext uri="{FF2B5EF4-FFF2-40B4-BE49-F238E27FC236}">
                <a16:creationId xmlns:a16="http://schemas.microsoft.com/office/drawing/2014/main" id="{C19B1B64-4238-8C0D-A404-F6624D874C62}"/>
              </a:ext>
            </a:extLst>
          </p:cNvPr>
          <p:cNvGrpSpPr/>
          <p:nvPr/>
        </p:nvGrpSpPr>
        <p:grpSpPr>
          <a:xfrm>
            <a:off x="9614160" y="6085728"/>
            <a:ext cx="1224720" cy="443880"/>
            <a:chOff x="9614160" y="6085728"/>
            <a:chExt cx="1224720" cy="443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53">
              <p14:nvContentPartPr>
                <p14:cNvPr id="315" name="Ink 314">
                  <a:extLst>
                    <a:ext uri="{FF2B5EF4-FFF2-40B4-BE49-F238E27FC236}">
                      <a16:creationId xmlns:a16="http://schemas.microsoft.com/office/drawing/2014/main" id="{F1D0390A-C164-0996-B2E7-8E7088107EE5}"/>
                    </a:ext>
                  </a:extLst>
                </p14:cNvPr>
                <p14:cNvContentPartPr/>
                <p14:nvPr/>
              </p14:nvContentPartPr>
              <p14:xfrm>
                <a:off x="9614160" y="6235848"/>
                <a:ext cx="95040" cy="293760"/>
              </p14:xfrm>
            </p:contentPart>
          </mc:Choice>
          <mc:Fallback xmlns="">
            <p:pic>
              <p:nvPicPr>
                <p:cNvPr id="315" name="Ink 314">
                  <a:extLst>
                    <a:ext uri="{FF2B5EF4-FFF2-40B4-BE49-F238E27FC236}">
                      <a16:creationId xmlns:a16="http://schemas.microsoft.com/office/drawing/2014/main" id="{F1D0390A-C164-0996-B2E7-8E7088107EE5}"/>
                    </a:ext>
                  </a:extLst>
                </p:cNvPr>
                <p:cNvPicPr/>
                <p:nvPr/>
              </p:nvPicPr>
              <p:blipFill>
                <a:blip r:embed="rId554"/>
                <a:stretch>
                  <a:fillRect/>
                </a:stretch>
              </p:blipFill>
              <p:spPr>
                <a:xfrm>
                  <a:off x="9609840" y="6231528"/>
                  <a:ext cx="103680" cy="30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5">
              <p14:nvContentPartPr>
                <p14:cNvPr id="316" name="Ink 315">
                  <a:extLst>
                    <a:ext uri="{FF2B5EF4-FFF2-40B4-BE49-F238E27FC236}">
                      <a16:creationId xmlns:a16="http://schemas.microsoft.com/office/drawing/2014/main" id="{F593CCD1-A9C7-236E-8F09-12066E3F5586}"/>
                    </a:ext>
                  </a:extLst>
                </p14:cNvPr>
                <p14:cNvContentPartPr/>
                <p14:nvPr/>
              </p14:nvContentPartPr>
              <p14:xfrm>
                <a:off x="9768960" y="6221088"/>
                <a:ext cx="39240" cy="82440"/>
              </p14:xfrm>
            </p:contentPart>
          </mc:Choice>
          <mc:Fallback xmlns="">
            <p:pic>
              <p:nvPicPr>
                <p:cNvPr id="316" name="Ink 315">
                  <a:extLst>
                    <a:ext uri="{FF2B5EF4-FFF2-40B4-BE49-F238E27FC236}">
                      <a16:creationId xmlns:a16="http://schemas.microsoft.com/office/drawing/2014/main" id="{F593CCD1-A9C7-236E-8F09-12066E3F5586}"/>
                    </a:ext>
                  </a:extLst>
                </p:cNvPr>
                <p:cNvPicPr/>
                <p:nvPr/>
              </p:nvPicPr>
              <p:blipFill>
                <a:blip r:embed="rId556"/>
                <a:stretch>
                  <a:fillRect/>
                </a:stretch>
              </p:blipFill>
              <p:spPr>
                <a:xfrm>
                  <a:off x="9764640" y="6216768"/>
                  <a:ext cx="4788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7">
              <p14:nvContentPartPr>
                <p14:cNvPr id="317" name="Ink 316">
                  <a:extLst>
                    <a:ext uri="{FF2B5EF4-FFF2-40B4-BE49-F238E27FC236}">
                      <a16:creationId xmlns:a16="http://schemas.microsoft.com/office/drawing/2014/main" id="{6CA388A3-CE0B-83E4-3A1D-015B1A2C7F5A}"/>
                    </a:ext>
                  </a:extLst>
                </p14:cNvPr>
                <p14:cNvContentPartPr/>
                <p14:nvPr/>
              </p14:nvContentPartPr>
              <p14:xfrm>
                <a:off x="9822240" y="6212808"/>
                <a:ext cx="57960" cy="121320"/>
              </p14:xfrm>
            </p:contentPart>
          </mc:Choice>
          <mc:Fallback xmlns="">
            <p:pic>
              <p:nvPicPr>
                <p:cNvPr id="317" name="Ink 316">
                  <a:extLst>
                    <a:ext uri="{FF2B5EF4-FFF2-40B4-BE49-F238E27FC236}">
                      <a16:creationId xmlns:a16="http://schemas.microsoft.com/office/drawing/2014/main" id="{6CA388A3-CE0B-83E4-3A1D-015B1A2C7F5A}"/>
                    </a:ext>
                  </a:extLst>
                </p:cNvPr>
                <p:cNvPicPr/>
                <p:nvPr/>
              </p:nvPicPr>
              <p:blipFill>
                <a:blip r:embed="rId558"/>
                <a:stretch>
                  <a:fillRect/>
                </a:stretch>
              </p:blipFill>
              <p:spPr>
                <a:xfrm>
                  <a:off x="9817920" y="6208488"/>
                  <a:ext cx="6660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9">
              <p14:nvContentPartPr>
                <p14:cNvPr id="318" name="Ink 317">
                  <a:extLst>
                    <a:ext uri="{FF2B5EF4-FFF2-40B4-BE49-F238E27FC236}">
                      <a16:creationId xmlns:a16="http://schemas.microsoft.com/office/drawing/2014/main" id="{792426AF-635F-C938-7244-4C58F452EE2A}"/>
                    </a:ext>
                  </a:extLst>
                </p14:cNvPr>
                <p14:cNvContentPartPr/>
                <p14:nvPr/>
              </p14:nvContentPartPr>
              <p14:xfrm>
                <a:off x="9979200" y="6218568"/>
                <a:ext cx="113400" cy="84600"/>
              </p14:xfrm>
            </p:contentPart>
          </mc:Choice>
          <mc:Fallback xmlns="">
            <p:pic>
              <p:nvPicPr>
                <p:cNvPr id="318" name="Ink 317">
                  <a:extLst>
                    <a:ext uri="{FF2B5EF4-FFF2-40B4-BE49-F238E27FC236}">
                      <a16:creationId xmlns:a16="http://schemas.microsoft.com/office/drawing/2014/main" id="{792426AF-635F-C938-7244-4C58F452EE2A}"/>
                    </a:ext>
                  </a:extLst>
                </p:cNvPr>
                <p:cNvPicPr/>
                <p:nvPr/>
              </p:nvPicPr>
              <p:blipFill>
                <a:blip r:embed="rId560"/>
                <a:stretch>
                  <a:fillRect/>
                </a:stretch>
              </p:blipFill>
              <p:spPr>
                <a:xfrm>
                  <a:off x="9974880" y="6214248"/>
                  <a:ext cx="12204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1">
              <p14:nvContentPartPr>
                <p14:cNvPr id="319" name="Ink 318">
                  <a:extLst>
                    <a:ext uri="{FF2B5EF4-FFF2-40B4-BE49-F238E27FC236}">
                      <a16:creationId xmlns:a16="http://schemas.microsoft.com/office/drawing/2014/main" id="{B9E4346F-3765-F85E-64FE-BA77F9A9DE43}"/>
                    </a:ext>
                  </a:extLst>
                </p14:cNvPr>
                <p14:cNvContentPartPr/>
                <p14:nvPr/>
              </p14:nvContentPartPr>
              <p14:xfrm>
                <a:off x="10117800" y="6215328"/>
                <a:ext cx="32760" cy="69480"/>
              </p14:xfrm>
            </p:contentPart>
          </mc:Choice>
          <mc:Fallback xmlns="">
            <p:pic>
              <p:nvPicPr>
                <p:cNvPr id="319" name="Ink 318">
                  <a:extLst>
                    <a:ext uri="{FF2B5EF4-FFF2-40B4-BE49-F238E27FC236}">
                      <a16:creationId xmlns:a16="http://schemas.microsoft.com/office/drawing/2014/main" id="{B9E4346F-3765-F85E-64FE-BA77F9A9DE43}"/>
                    </a:ext>
                  </a:extLst>
                </p:cNvPr>
                <p:cNvPicPr/>
                <p:nvPr/>
              </p:nvPicPr>
              <p:blipFill>
                <a:blip r:embed="rId562"/>
                <a:stretch>
                  <a:fillRect/>
                </a:stretch>
              </p:blipFill>
              <p:spPr>
                <a:xfrm>
                  <a:off x="10113480" y="6211008"/>
                  <a:ext cx="4140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3">
              <p14:nvContentPartPr>
                <p14:cNvPr id="320" name="Ink 319">
                  <a:extLst>
                    <a:ext uri="{FF2B5EF4-FFF2-40B4-BE49-F238E27FC236}">
                      <a16:creationId xmlns:a16="http://schemas.microsoft.com/office/drawing/2014/main" id="{840A3FC3-3CE4-3057-36E8-E91706DFABDF}"/>
                    </a:ext>
                  </a:extLst>
                </p14:cNvPr>
                <p14:cNvContentPartPr/>
                <p14:nvPr/>
              </p14:nvContentPartPr>
              <p14:xfrm>
                <a:off x="10209960" y="6091488"/>
                <a:ext cx="16560" cy="41760"/>
              </p14:xfrm>
            </p:contentPart>
          </mc:Choice>
          <mc:Fallback xmlns="">
            <p:pic>
              <p:nvPicPr>
                <p:cNvPr id="320" name="Ink 319">
                  <a:extLst>
                    <a:ext uri="{FF2B5EF4-FFF2-40B4-BE49-F238E27FC236}">
                      <a16:creationId xmlns:a16="http://schemas.microsoft.com/office/drawing/2014/main" id="{840A3FC3-3CE4-3057-36E8-E91706DFABDF}"/>
                    </a:ext>
                  </a:extLst>
                </p:cNvPr>
                <p:cNvPicPr/>
                <p:nvPr/>
              </p:nvPicPr>
              <p:blipFill>
                <a:blip r:embed="rId564"/>
                <a:stretch>
                  <a:fillRect/>
                </a:stretch>
              </p:blipFill>
              <p:spPr>
                <a:xfrm>
                  <a:off x="10205640" y="6087168"/>
                  <a:ext cx="2520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5">
              <p14:nvContentPartPr>
                <p14:cNvPr id="321" name="Ink 320">
                  <a:extLst>
                    <a:ext uri="{FF2B5EF4-FFF2-40B4-BE49-F238E27FC236}">
                      <a16:creationId xmlns:a16="http://schemas.microsoft.com/office/drawing/2014/main" id="{FD8EB0BA-A671-836D-57CD-B0566BD43D7D}"/>
                    </a:ext>
                  </a:extLst>
                </p14:cNvPr>
                <p14:cNvContentPartPr/>
                <p14:nvPr/>
              </p14:nvContentPartPr>
              <p14:xfrm>
                <a:off x="10244520" y="6085728"/>
                <a:ext cx="113400" cy="227880"/>
              </p14:xfrm>
            </p:contentPart>
          </mc:Choice>
          <mc:Fallback xmlns="">
            <p:pic>
              <p:nvPicPr>
                <p:cNvPr id="321" name="Ink 320">
                  <a:extLst>
                    <a:ext uri="{FF2B5EF4-FFF2-40B4-BE49-F238E27FC236}">
                      <a16:creationId xmlns:a16="http://schemas.microsoft.com/office/drawing/2014/main" id="{FD8EB0BA-A671-836D-57CD-B0566BD43D7D}"/>
                    </a:ext>
                  </a:extLst>
                </p:cNvPr>
                <p:cNvPicPr/>
                <p:nvPr/>
              </p:nvPicPr>
              <p:blipFill>
                <a:blip r:embed="rId566"/>
                <a:stretch>
                  <a:fillRect/>
                </a:stretch>
              </p:blipFill>
              <p:spPr>
                <a:xfrm>
                  <a:off x="10240200" y="6081408"/>
                  <a:ext cx="122040" cy="23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7">
              <p14:nvContentPartPr>
                <p14:cNvPr id="322" name="Ink 321">
                  <a:extLst>
                    <a:ext uri="{FF2B5EF4-FFF2-40B4-BE49-F238E27FC236}">
                      <a16:creationId xmlns:a16="http://schemas.microsoft.com/office/drawing/2014/main" id="{2722E988-AB20-2D4E-4060-1F240A663B2C}"/>
                    </a:ext>
                  </a:extLst>
                </p14:cNvPr>
                <p14:cNvContentPartPr/>
                <p14:nvPr/>
              </p14:nvContentPartPr>
              <p14:xfrm>
                <a:off x="10297800" y="6194808"/>
                <a:ext cx="155520" cy="54720"/>
              </p14:xfrm>
            </p:contentPart>
          </mc:Choice>
          <mc:Fallback xmlns="">
            <p:pic>
              <p:nvPicPr>
                <p:cNvPr id="322" name="Ink 321">
                  <a:extLst>
                    <a:ext uri="{FF2B5EF4-FFF2-40B4-BE49-F238E27FC236}">
                      <a16:creationId xmlns:a16="http://schemas.microsoft.com/office/drawing/2014/main" id="{2722E988-AB20-2D4E-4060-1F240A663B2C}"/>
                    </a:ext>
                  </a:extLst>
                </p:cNvPr>
                <p:cNvPicPr/>
                <p:nvPr/>
              </p:nvPicPr>
              <p:blipFill>
                <a:blip r:embed="rId568"/>
                <a:stretch>
                  <a:fillRect/>
                </a:stretch>
              </p:blipFill>
              <p:spPr>
                <a:xfrm>
                  <a:off x="10293480" y="6190488"/>
                  <a:ext cx="16416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9">
              <p14:nvContentPartPr>
                <p14:cNvPr id="323" name="Ink 322">
                  <a:extLst>
                    <a:ext uri="{FF2B5EF4-FFF2-40B4-BE49-F238E27FC236}">
                      <a16:creationId xmlns:a16="http://schemas.microsoft.com/office/drawing/2014/main" id="{FFFE13DF-C896-1616-BD6D-AB3E72A0CBB2}"/>
                    </a:ext>
                  </a:extLst>
                </p14:cNvPr>
                <p14:cNvContentPartPr/>
                <p14:nvPr/>
              </p14:nvContentPartPr>
              <p14:xfrm>
                <a:off x="10575000" y="6108768"/>
                <a:ext cx="14040" cy="34920"/>
              </p14:xfrm>
            </p:contentPart>
          </mc:Choice>
          <mc:Fallback xmlns="">
            <p:pic>
              <p:nvPicPr>
                <p:cNvPr id="323" name="Ink 322">
                  <a:extLst>
                    <a:ext uri="{FF2B5EF4-FFF2-40B4-BE49-F238E27FC236}">
                      <a16:creationId xmlns:a16="http://schemas.microsoft.com/office/drawing/2014/main" id="{FFFE13DF-C896-1616-BD6D-AB3E72A0CBB2}"/>
                    </a:ext>
                  </a:extLst>
                </p:cNvPr>
                <p:cNvPicPr/>
                <p:nvPr/>
              </p:nvPicPr>
              <p:blipFill>
                <a:blip r:embed="rId570"/>
                <a:stretch>
                  <a:fillRect/>
                </a:stretch>
              </p:blipFill>
              <p:spPr>
                <a:xfrm>
                  <a:off x="10570680" y="6104448"/>
                  <a:ext cx="2268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1">
              <p14:nvContentPartPr>
                <p14:cNvPr id="324" name="Ink 323">
                  <a:extLst>
                    <a:ext uri="{FF2B5EF4-FFF2-40B4-BE49-F238E27FC236}">
                      <a16:creationId xmlns:a16="http://schemas.microsoft.com/office/drawing/2014/main" id="{4D6B2809-DB08-E3C8-DCEE-BF79D181289B}"/>
                    </a:ext>
                  </a:extLst>
                </p14:cNvPr>
                <p14:cNvContentPartPr/>
                <p14:nvPr/>
              </p14:nvContentPartPr>
              <p14:xfrm>
                <a:off x="10548360" y="6158448"/>
                <a:ext cx="290520" cy="126720"/>
              </p14:xfrm>
            </p:contentPart>
          </mc:Choice>
          <mc:Fallback xmlns="">
            <p:pic>
              <p:nvPicPr>
                <p:cNvPr id="324" name="Ink 323">
                  <a:extLst>
                    <a:ext uri="{FF2B5EF4-FFF2-40B4-BE49-F238E27FC236}">
                      <a16:creationId xmlns:a16="http://schemas.microsoft.com/office/drawing/2014/main" id="{4D6B2809-DB08-E3C8-DCEE-BF79D181289B}"/>
                    </a:ext>
                  </a:extLst>
                </p:cNvPr>
                <p:cNvPicPr/>
                <p:nvPr/>
              </p:nvPicPr>
              <p:blipFill>
                <a:blip r:embed="rId572"/>
                <a:stretch>
                  <a:fillRect/>
                </a:stretch>
              </p:blipFill>
              <p:spPr>
                <a:xfrm>
                  <a:off x="10544040" y="6154128"/>
                  <a:ext cx="299160" cy="135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7" name="Group 326">
            <a:extLst>
              <a:ext uri="{FF2B5EF4-FFF2-40B4-BE49-F238E27FC236}">
                <a16:creationId xmlns:a16="http://schemas.microsoft.com/office/drawing/2014/main" id="{42B0E3B6-4565-133A-897F-09691731BCF1}"/>
              </a:ext>
            </a:extLst>
          </p:cNvPr>
          <p:cNvGrpSpPr/>
          <p:nvPr/>
        </p:nvGrpSpPr>
        <p:grpSpPr>
          <a:xfrm>
            <a:off x="11138400" y="6053688"/>
            <a:ext cx="222480" cy="255600"/>
            <a:chOff x="11138400" y="6053688"/>
            <a:chExt cx="222480" cy="255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73">
              <p14:nvContentPartPr>
                <p14:cNvPr id="325" name="Ink 324">
                  <a:extLst>
                    <a:ext uri="{FF2B5EF4-FFF2-40B4-BE49-F238E27FC236}">
                      <a16:creationId xmlns:a16="http://schemas.microsoft.com/office/drawing/2014/main" id="{2F5B3950-2FAE-0AC1-6EE5-13EB674B4100}"/>
                    </a:ext>
                  </a:extLst>
                </p14:cNvPr>
                <p14:cNvContentPartPr/>
                <p14:nvPr/>
              </p14:nvContentPartPr>
              <p14:xfrm>
                <a:off x="11138400" y="6053688"/>
                <a:ext cx="222480" cy="237600"/>
              </p14:xfrm>
            </p:contentPart>
          </mc:Choice>
          <mc:Fallback xmlns="">
            <p:pic>
              <p:nvPicPr>
                <p:cNvPr id="325" name="Ink 324">
                  <a:extLst>
                    <a:ext uri="{FF2B5EF4-FFF2-40B4-BE49-F238E27FC236}">
                      <a16:creationId xmlns:a16="http://schemas.microsoft.com/office/drawing/2014/main" id="{2F5B3950-2FAE-0AC1-6EE5-13EB674B4100}"/>
                    </a:ext>
                  </a:extLst>
                </p:cNvPr>
                <p:cNvPicPr/>
                <p:nvPr/>
              </p:nvPicPr>
              <p:blipFill>
                <a:blip r:embed="rId574"/>
                <a:stretch>
                  <a:fillRect/>
                </a:stretch>
              </p:blipFill>
              <p:spPr>
                <a:xfrm>
                  <a:off x="11134080" y="6049368"/>
                  <a:ext cx="231120" cy="24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5">
              <p14:nvContentPartPr>
                <p14:cNvPr id="326" name="Ink 325">
                  <a:extLst>
                    <a:ext uri="{FF2B5EF4-FFF2-40B4-BE49-F238E27FC236}">
                      <a16:creationId xmlns:a16="http://schemas.microsoft.com/office/drawing/2014/main" id="{3B10EABA-BE66-DD80-4FE0-FB4CA899BEB6}"/>
                    </a:ext>
                  </a:extLst>
                </p14:cNvPr>
                <p14:cNvContentPartPr/>
                <p14:nvPr/>
              </p14:nvContentPartPr>
              <p14:xfrm>
                <a:off x="11251800" y="6292728"/>
                <a:ext cx="25920" cy="16560"/>
              </p14:xfrm>
            </p:contentPart>
          </mc:Choice>
          <mc:Fallback xmlns="">
            <p:pic>
              <p:nvPicPr>
                <p:cNvPr id="326" name="Ink 325">
                  <a:extLst>
                    <a:ext uri="{FF2B5EF4-FFF2-40B4-BE49-F238E27FC236}">
                      <a16:creationId xmlns:a16="http://schemas.microsoft.com/office/drawing/2014/main" id="{3B10EABA-BE66-DD80-4FE0-FB4CA899BEB6}"/>
                    </a:ext>
                  </a:extLst>
                </p:cNvPr>
                <p:cNvPicPr/>
                <p:nvPr/>
              </p:nvPicPr>
              <p:blipFill>
                <a:blip r:embed="rId576"/>
                <a:stretch>
                  <a:fillRect/>
                </a:stretch>
              </p:blipFill>
              <p:spPr>
                <a:xfrm>
                  <a:off x="11247480" y="6288408"/>
                  <a:ext cx="34560" cy="252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7868509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C74EBF11-7CB0-F771-2AF4-68E43540E124}"/>
                  </a:ext>
                </a:extLst>
              </p14:cNvPr>
              <p14:cNvContentPartPr/>
              <p14:nvPr/>
            </p14:nvContentPartPr>
            <p14:xfrm>
              <a:off x="2524680" y="1214280"/>
              <a:ext cx="88920" cy="12204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C74EBF11-7CB0-F771-2AF4-68E43540E12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520360" y="1209960"/>
                <a:ext cx="97560" cy="13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76E3C276-4E3F-AB08-CE65-9FA87F6CFCEE}"/>
                  </a:ext>
                </a:extLst>
              </p14:cNvPr>
              <p14:cNvContentPartPr/>
              <p14:nvPr/>
            </p14:nvContentPartPr>
            <p14:xfrm>
              <a:off x="1896480" y="2032200"/>
              <a:ext cx="34920" cy="1155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76E3C276-4E3F-AB08-CE65-9FA87F6CFCE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892160" y="2027880"/>
                <a:ext cx="43560" cy="12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465B51C3-B4F2-31E9-7760-3378AA7EDB9C}"/>
                  </a:ext>
                </a:extLst>
              </p14:cNvPr>
              <p14:cNvContentPartPr/>
              <p14:nvPr/>
            </p14:nvContentPartPr>
            <p14:xfrm>
              <a:off x="3065400" y="2070360"/>
              <a:ext cx="115560" cy="867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465B51C3-B4F2-31E9-7760-3378AA7EDB9C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061080" y="2066040"/>
                <a:ext cx="124200" cy="9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22382489-A531-45AB-437D-1071A3AF53EC}"/>
                  </a:ext>
                </a:extLst>
              </p14:cNvPr>
              <p14:cNvContentPartPr/>
              <p14:nvPr/>
            </p14:nvContentPartPr>
            <p14:xfrm>
              <a:off x="1323720" y="510840"/>
              <a:ext cx="152640" cy="1425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22382489-A531-45AB-437D-1071A3AF53EC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319400" y="506520"/>
                <a:ext cx="161280" cy="15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452DBF58-AE90-7238-0D32-DDF6D8DD35B1}"/>
                  </a:ext>
                </a:extLst>
              </p14:cNvPr>
              <p14:cNvContentPartPr/>
              <p14:nvPr/>
            </p14:nvContentPartPr>
            <p14:xfrm>
              <a:off x="1478160" y="532800"/>
              <a:ext cx="70920" cy="8568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452DBF58-AE90-7238-0D32-DDF6D8DD35B1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473840" y="528480"/>
                <a:ext cx="79560" cy="9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8B09B045-ECFC-2F53-5AE6-09292A32B359}"/>
                  </a:ext>
                </a:extLst>
              </p14:cNvPr>
              <p14:cNvContentPartPr/>
              <p14:nvPr/>
            </p14:nvContentPartPr>
            <p14:xfrm>
              <a:off x="1577520" y="544320"/>
              <a:ext cx="77760" cy="669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8B09B045-ECFC-2F53-5AE6-09292A32B359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573200" y="540000"/>
                <a:ext cx="86400" cy="7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35B8BF86-FB62-9523-30B1-64B6231BA519}"/>
                  </a:ext>
                </a:extLst>
              </p14:cNvPr>
              <p14:cNvContentPartPr/>
              <p14:nvPr/>
            </p14:nvContentPartPr>
            <p14:xfrm>
              <a:off x="1713960" y="443880"/>
              <a:ext cx="99720" cy="16380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35B8BF86-FB62-9523-30B1-64B6231BA519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709640" y="439560"/>
                <a:ext cx="108360" cy="17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1AC577AC-3972-5A3D-FFED-45A0B95267C0}"/>
                  </a:ext>
                </a:extLst>
              </p14:cNvPr>
              <p14:cNvContentPartPr/>
              <p14:nvPr/>
            </p14:nvContentPartPr>
            <p14:xfrm>
              <a:off x="1709280" y="510840"/>
              <a:ext cx="148320" cy="252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1AC577AC-3972-5A3D-FFED-45A0B95267C0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704960" y="506520"/>
                <a:ext cx="156960" cy="1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AD663FCC-B76A-5C24-07ED-C0D4BA88ECA1}"/>
                  </a:ext>
                </a:extLst>
              </p14:cNvPr>
              <p14:cNvContentPartPr/>
              <p14:nvPr/>
            </p14:nvContentPartPr>
            <p14:xfrm>
              <a:off x="2256840" y="473760"/>
              <a:ext cx="297720" cy="33948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AD663FCC-B76A-5C24-07ED-C0D4BA88ECA1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2252520" y="469440"/>
                <a:ext cx="306360" cy="34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4C30BA4F-BF6E-3C1A-2D50-9EC5CEB0DA5B}"/>
                  </a:ext>
                </a:extLst>
              </p14:cNvPr>
              <p14:cNvContentPartPr/>
              <p14:nvPr/>
            </p14:nvContentPartPr>
            <p14:xfrm>
              <a:off x="2443320" y="740880"/>
              <a:ext cx="93240" cy="5148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4C30BA4F-BF6E-3C1A-2D50-9EC5CEB0DA5B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2439000" y="736560"/>
                <a:ext cx="101880" cy="6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4D5C21AA-45AF-EC7D-A3CB-84F6BBB29D4A}"/>
                  </a:ext>
                </a:extLst>
              </p14:cNvPr>
              <p14:cNvContentPartPr/>
              <p14:nvPr/>
            </p14:nvContentPartPr>
            <p14:xfrm>
              <a:off x="2526480" y="727200"/>
              <a:ext cx="95760" cy="9720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4D5C21AA-45AF-EC7D-A3CB-84F6BBB29D4A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2522160" y="722880"/>
                <a:ext cx="104400" cy="10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8262CD6D-EBB6-1485-2ABA-7297FE53CC4C}"/>
                  </a:ext>
                </a:extLst>
              </p14:cNvPr>
              <p14:cNvContentPartPr/>
              <p14:nvPr/>
            </p14:nvContentPartPr>
            <p14:xfrm>
              <a:off x="2354040" y="780480"/>
              <a:ext cx="381600" cy="40788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8262CD6D-EBB6-1485-2ABA-7297FE53CC4C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2349720" y="776160"/>
                <a:ext cx="390240" cy="41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F9C11383-D5D8-78E7-8AE5-0004CA387737}"/>
                  </a:ext>
                </a:extLst>
              </p14:cNvPr>
              <p14:cNvContentPartPr/>
              <p14:nvPr/>
            </p14:nvContentPartPr>
            <p14:xfrm>
              <a:off x="2210760" y="1139040"/>
              <a:ext cx="220320" cy="47844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F9C11383-D5D8-78E7-8AE5-0004CA387737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2206440" y="1134720"/>
                <a:ext cx="228960" cy="48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CF142ABE-905C-0B53-54BE-488B90657116}"/>
                  </a:ext>
                </a:extLst>
              </p14:cNvPr>
              <p14:cNvContentPartPr/>
              <p14:nvPr/>
            </p14:nvContentPartPr>
            <p14:xfrm>
              <a:off x="1753200" y="1575000"/>
              <a:ext cx="508680" cy="42300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CF142ABE-905C-0B53-54BE-488B90657116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1748880" y="1570680"/>
                <a:ext cx="517320" cy="43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162AA450-9173-4325-D6E5-7B4BD98A4BB5}"/>
                  </a:ext>
                </a:extLst>
              </p14:cNvPr>
              <p14:cNvContentPartPr/>
              <p14:nvPr/>
            </p14:nvContentPartPr>
            <p14:xfrm>
              <a:off x="2640960" y="1171440"/>
              <a:ext cx="441000" cy="46224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162AA450-9173-4325-D6E5-7B4BD98A4BB5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2636640" y="1167120"/>
                <a:ext cx="449640" cy="47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8C120A2E-70CB-A791-7024-209DFC770FBC}"/>
                  </a:ext>
                </a:extLst>
              </p14:cNvPr>
              <p14:cNvContentPartPr/>
              <p14:nvPr/>
            </p14:nvContentPartPr>
            <p14:xfrm>
              <a:off x="2824200" y="1628640"/>
              <a:ext cx="521640" cy="38808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8C120A2E-70CB-A791-7024-209DFC770FBC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2819880" y="1624320"/>
                <a:ext cx="530280" cy="39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667BA233-FB83-AEDB-A1FE-12FAEFE86076}"/>
                  </a:ext>
                </a:extLst>
              </p14:cNvPr>
              <p14:cNvContentPartPr/>
              <p14:nvPr/>
            </p14:nvContentPartPr>
            <p14:xfrm>
              <a:off x="1455120" y="1971360"/>
              <a:ext cx="344880" cy="66924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667BA233-FB83-AEDB-A1FE-12FAEFE86076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1450800" y="1967040"/>
                <a:ext cx="353520" cy="67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A72B8971-450B-A5A4-E54F-DF3E0C7EE1AF}"/>
                  </a:ext>
                </a:extLst>
              </p14:cNvPr>
              <p14:cNvContentPartPr/>
              <p14:nvPr/>
            </p14:nvContentPartPr>
            <p14:xfrm>
              <a:off x="906120" y="2576160"/>
              <a:ext cx="676080" cy="71208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A72B8971-450B-A5A4-E54F-DF3E0C7EE1AF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901800" y="2571840"/>
                <a:ext cx="684720" cy="72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13C710FD-0368-DECA-C527-E636E046388E}"/>
                  </a:ext>
                </a:extLst>
              </p14:cNvPr>
              <p14:cNvContentPartPr/>
              <p14:nvPr/>
            </p14:nvContentPartPr>
            <p14:xfrm>
              <a:off x="2090160" y="2001960"/>
              <a:ext cx="56160" cy="87804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13C710FD-0368-DECA-C527-E636E046388E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2085840" y="1997640"/>
                <a:ext cx="64800" cy="88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3EA70767-016F-7F4E-9EF9-A6F55448091F}"/>
                  </a:ext>
                </a:extLst>
              </p14:cNvPr>
              <p14:cNvContentPartPr/>
              <p14:nvPr/>
            </p14:nvContentPartPr>
            <p14:xfrm>
              <a:off x="1806480" y="2653200"/>
              <a:ext cx="594000" cy="75060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3EA70767-016F-7F4E-9EF9-A6F55448091F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1802160" y="2648880"/>
                <a:ext cx="602640" cy="75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402D0476-82A7-C72A-E0CB-3BCBA2FA1076}"/>
                  </a:ext>
                </a:extLst>
              </p14:cNvPr>
              <p14:cNvContentPartPr/>
              <p14:nvPr/>
            </p14:nvContentPartPr>
            <p14:xfrm>
              <a:off x="2704680" y="1971720"/>
              <a:ext cx="282600" cy="74484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402D0476-82A7-C72A-E0CB-3BCBA2FA1076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2700360" y="1967400"/>
                <a:ext cx="291240" cy="75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DB834004-7EE2-E5D7-C923-B9DDCD21B3A4}"/>
                  </a:ext>
                </a:extLst>
              </p14:cNvPr>
              <p14:cNvContentPartPr/>
              <p14:nvPr/>
            </p14:nvContentPartPr>
            <p14:xfrm>
              <a:off x="2485080" y="2699280"/>
              <a:ext cx="532080" cy="62676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DB834004-7EE2-E5D7-C923-B9DDCD21B3A4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2480760" y="2694960"/>
                <a:ext cx="540720" cy="63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FEB33431-0728-CD61-9B00-CE6396EC9401}"/>
                  </a:ext>
                </a:extLst>
              </p14:cNvPr>
              <p14:cNvContentPartPr/>
              <p14:nvPr/>
            </p14:nvContentPartPr>
            <p14:xfrm>
              <a:off x="3231720" y="1986840"/>
              <a:ext cx="362880" cy="62388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FEB33431-0728-CD61-9B00-CE6396EC9401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3227400" y="1982520"/>
                <a:ext cx="371520" cy="632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3F0909D6-2A18-7993-13F8-D7BE98BD0FF1}"/>
                  </a:ext>
                </a:extLst>
              </p14:cNvPr>
              <p14:cNvContentPartPr/>
              <p14:nvPr/>
            </p14:nvContentPartPr>
            <p14:xfrm>
              <a:off x="3312000" y="2602440"/>
              <a:ext cx="568800" cy="63000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3F0909D6-2A18-7993-13F8-D7BE98BD0FF1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3307680" y="2598120"/>
                <a:ext cx="577440" cy="63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A6D4920D-F0EE-DC12-B06F-C916BC84E475}"/>
                  </a:ext>
                </a:extLst>
              </p14:cNvPr>
              <p14:cNvContentPartPr/>
              <p14:nvPr/>
            </p14:nvContentPartPr>
            <p14:xfrm>
              <a:off x="952200" y="3337920"/>
              <a:ext cx="97200" cy="13212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A6D4920D-F0EE-DC12-B06F-C916BC84E475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947880" y="3333600"/>
                <a:ext cx="105840" cy="14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51061665-E7BA-F446-E40A-80325548A46F}"/>
                  </a:ext>
                </a:extLst>
              </p14:cNvPr>
              <p14:cNvContentPartPr/>
              <p14:nvPr/>
            </p14:nvContentPartPr>
            <p14:xfrm>
              <a:off x="1896480" y="3444840"/>
              <a:ext cx="141120" cy="8892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51061665-E7BA-F446-E40A-80325548A46F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1892160" y="3440520"/>
                <a:ext cx="149760" cy="9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B67B91F5-6E2B-8EB1-6291-42197D0DF6D8}"/>
                  </a:ext>
                </a:extLst>
              </p14:cNvPr>
              <p14:cNvContentPartPr/>
              <p14:nvPr/>
            </p14:nvContentPartPr>
            <p14:xfrm>
              <a:off x="1971360" y="3483720"/>
              <a:ext cx="27000" cy="11016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B67B91F5-6E2B-8EB1-6291-42197D0DF6D8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1967040" y="3479400"/>
                <a:ext cx="35640" cy="11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DA1B35B9-77A4-8A07-F0FB-224246117172}"/>
                  </a:ext>
                </a:extLst>
              </p14:cNvPr>
              <p14:cNvContentPartPr/>
              <p14:nvPr/>
            </p14:nvContentPartPr>
            <p14:xfrm>
              <a:off x="2640600" y="3411000"/>
              <a:ext cx="73440" cy="10152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DA1B35B9-77A4-8A07-F0FB-224246117172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2636280" y="3406680"/>
                <a:ext cx="82080" cy="11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CDC201BF-3B2C-9ED4-BF6A-1DE872667E59}"/>
                  </a:ext>
                </a:extLst>
              </p14:cNvPr>
              <p14:cNvContentPartPr/>
              <p14:nvPr/>
            </p14:nvContentPartPr>
            <p14:xfrm>
              <a:off x="2707200" y="3404880"/>
              <a:ext cx="95040" cy="1080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CDC201BF-3B2C-9ED4-BF6A-1DE872667E59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2702880" y="3400560"/>
                <a:ext cx="103680" cy="1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F95CACBA-4A7C-3303-0AA2-8B53220222B3}"/>
                  </a:ext>
                </a:extLst>
              </p14:cNvPr>
              <p14:cNvContentPartPr/>
              <p14:nvPr/>
            </p14:nvContentPartPr>
            <p14:xfrm>
              <a:off x="3620160" y="3285720"/>
              <a:ext cx="133920" cy="14328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F95CACBA-4A7C-3303-0AA2-8B53220222B3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3615840" y="3281400"/>
                <a:ext cx="142560" cy="15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EC049FA4-E046-F23A-DE2F-EADF53D17F6A}"/>
                  </a:ext>
                </a:extLst>
              </p14:cNvPr>
              <p14:cNvContentPartPr/>
              <p14:nvPr/>
            </p14:nvContentPartPr>
            <p14:xfrm>
              <a:off x="3039840" y="1753200"/>
              <a:ext cx="113400" cy="16920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EC049FA4-E046-F23A-DE2F-EADF53D17F6A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3035520" y="1748880"/>
                <a:ext cx="122040" cy="17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F2E797B5-509D-F754-5104-B1DAD0949F76}"/>
                  </a:ext>
                </a:extLst>
              </p14:cNvPr>
              <p14:cNvContentPartPr/>
              <p14:nvPr/>
            </p14:nvContentPartPr>
            <p14:xfrm>
              <a:off x="3097800" y="1782720"/>
              <a:ext cx="101520" cy="756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F2E797B5-509D-F754-5104-B1DAD0949F76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3093480" y="1778400"/>
                <a:ext cx="110160" cy="1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130DBC60-E16B-204F-FE7B-4AE0CCAD2F26}"/>
                  </a:ext>
                </a:extLst>
              </p14:cNvPr>
              <p14:cNvContentPartPr/>
              <p14:nvPr/>
            </p14:nvContentPartPr>
            <p14:xfrm>
              <a:off x="1090440" y="2908440"/>
              <a:ext cx="210240" cy="16668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130DBC60-E16B-204F-FE7B-4AE0CCAD2F26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1086120" y="2904120"/>
                <a:ext cx="218880" cy="17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E660002C-070D-9B03-851D-80124303B4A5}"/>
                  </a:ext>
                </a:extLst>
              </p14:cNvPr>
              <p14:cNvContentPartPr/>
              <p14:nvPr/>
            </p14:nvContentPartPr>
            <p14:xfrm>
              <a:off x="2651760" y="2980080"/>
              <a:ext cx="152640" cy="16920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E660002C-070D-9B03-851D-80124303B4A5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2647440" y="2975760"/>
                <a:ext cx="161280" cy="17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7E1636C1-FFF2-B448-DF24-EA74AE27ED1D}"/>
                  </a:ext>
                </a:extLst>
              </p14:cNvPr>
              <p14:cNvContentPartPr/>
              <p14:nvPr/>
            </p14:nvContentPartPr>
            <p14:xfrm>
              <a:off x="2049120" y="2988576"/>
              <a:ext cx="37440" cy="20808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7E1636C1-FFF2-B448-DF24-EA74AE27ED1D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2044800" y="2984256"/>
                <a:ext cx="46080" cy="21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A1886BEE-4E93-973A-B0BA-4FC11F2D2F53}"/>
                  </a:ext>
                </a:extLst>
              </p14:cNvPr>
              <p14:cNvContentPartPr/>
              <p14:nvPr/>
            </p14:nvContentPartPr>
            <p14:xfrm>
              <a:off x="1940760" y="1711656"/>
              <a:ext cx="189720" cy="16164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A1886BEE-4E93-973A-B0BA-4FC11F2D2F53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1936440" y="1707336"/>
                <a:ext cx="198360" cy="17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EE44FBAE-5B89-D5B3-5ABB-2080F078288D}"/>
                  </a:ext>
                </a:extLst>
              </p14:cNvPr>
              <p14:cNvContentPartPr/>
              <p14:nvPr/>
            </p14:nvContentPartPr>
            <p14:xfrm>
              <a:off x="2046600" y="1776096"/>
              <a:ext cx="46800" cy="17460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EE44FBAE-5B89-D5B3-5ABB-2080F078288D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2042280" y="1771776"/>
                <a:ext cx="55440" cy="18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B43E89FA-F68E-4782-552A-ABFBCC97CA71}"/>
                  </a:ext>
                </a:extLst>
              </p14:cNvPr>
              <p14:cNvContentPartPr/>
              <p14:nvPr/>
            </p14:nvContentPartPr>
            <p14:xfrm>
              <a:off x="7236024" y="2926980"/>
              <a:ext cx="83160" cy="622080"/>
            </p14:xfrm>
          </p:contentPart>
        </mc:Choice>
        <mc:Fallback xmlns=""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B43E89FA-F68E-4782-552A-ABFBCC97CA71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7231685" y="2922660"/>
                <a:ext cx="91838" cy="63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E6A34AA4-9184-08D6-E72D-8F350B06B77A}"/>
                  </a:ext>
                </a:extLst>
              </p14:cNvPr>
              <p14:cNvContentPartPr/>
              <p14:nvPr/>
            </p14:nvContentPartPr>
            <p14:xfrm>
              <a:off x="7181664" y="2825100"/>
              <a:ext cx="3445920" cy="725400"/>
            </p14:xfrm>
          </p:contentPart>
        </mc:Choice>
        <mc:Fallback xmlns=""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E6A34AA4-9184-08D6-E72D-8F350B06B77A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7177344" y="2820778"/>
                <a:ext cx="3454560" cy="73404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0EBFA50B-9E91-6B0E-0E6E-99B5FDD79C2E}"/>
                  </a:ext>
                </a:extLst>
              </p14:cNvPr>
              <p14:cNvContentPartPr/>
              <p14:nvPr/>
            </p14:nvContentPartPr>
            <p14:xfrm>
              <a:off x="7797624" y="2966940"/>
              <a:ext cx="37080" cy="599400"/>
            </p14:xfrm>
          </p:contentPart>
        </mc:Choice>
        <mc:Fallback xmlns=""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0EBFA50B-9E91-6B0E-0E6E-99B5FDD79C2E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7793262" y="2962623"/>
                <a:ext cx="45805" cy="60803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F9646C9D-330A-7B28-CAC8-D300F64840EC}"/>
                  </a:ext>
                </a:extLst>
              </p14:cNvPr>
              <p14:cNvContentPartPr/>
              <p14:nvPr/>
            </p14:nvContentPartPr>
            <p14:xfrm>
              <a:off x="8427624" y="2917260"/>
              <a:ext cx="25920" cy="586800"/>
            </p14:xfrm>
          </p:contentPart>
        </mc:Choice>
        <mc:Fallback xmlns=""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F9646C9D-330A-7B28-CAC8-D300F64840EC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8423304" y="2912940"/>
                <a:ext cx="34560" cy="59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10227515-BD93-6FF1-2F61-8460ABE9AD34}"/>
                  </a:ext>
                </a:extLst>
              </p14:cNvPr>
              <p14:cNvContentPartPr/>
              <p14:nvPr/>
            </p14:nvContentPartPr>
            <p14:xfrm>
              <a:off x="8953584" y="2848860"/>
              <a:ext cx="83160" cy="700920"/>
            </p14:xfrm>
          </p:contentPart>
        </mc:Choice>
        <mc:Fallback xmlns=""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10227515-BD93-6FF1-2F61-8460ABE9AD34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8949264" y="2844540"/>
                <a:ext cx="91800" cy="70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F86A3FDA-613A-6542-5384-020B668A23A5}"/>
                  </a:ext>
                </a:extLst>
              </p14:cNvPr>
              <p14:cNvContentPartPr/>
              <p14:nvPr/>
            </p14:nvContentPartPr>
            <p14:xfrm>
              <a:off x="9459744" y="2850660"/>
              <a:ext cx="54000" cy="642240"/>
            </p14:xfrm>
          </p:contentPart>
        </mc:Choice>
        <mc:Fallback xmlns=""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F86A3FDA-613A-6542-5384-020B668A23A5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9455424" y="2846342"/>
                <a:ext cx="62640" cy="65087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A94613F5-854C-E340-D751-03B118BBF22E}"/>
                  </a:ext>
                </a:extLst>
              </p14:cNvPr>
              <p14:cNvContentPartPr/>
              <p14:nvPr/>
            </p14:nvContentPartPr>
            <p14:xfrm>
              <a:off x="9948984" y="2818980"/>
              <a:ext cx="82080" cy="711720"/>
            </p14:xfrm>
          </p:contentPart>
        </mc:Choice>
        <mc:Fallback xmlns=""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A94613F5-854C-E340-D751-03B118BBF22E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9944664" y="2814660"/>
                <a:ext cx="90720" cy="72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79BB82E5-A03E-C7CD-4D2B-03A69DB1DC0F}"/>
                  </a:ext>
                </a:extLst>
              </p14:cNvPr>
              <p14:cNvContentPartPr/>
              <p14:nvPr/>
            </p14:nvContentPartPr>
            <p14:xfrm>
              <a:off x="8055744" y="3586860"/>
              <a:ext cx="25920" cy="85680"/>
            </p14:xfrm>
          </p:contentPart>
        </mc:Choice>
        <mc:Fallback xmlns=""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79BB82E5-A03E-C7CD-4D2B-03A69DB1DC0F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8051424" y="3582540"/>
                <a:ext cx="34560" cy="9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0B8DCD9B-499F-F65B-EBF2-F424FB9E3748}"/>
                  </a:ext>
                </a:extLst>
              </p14:cNvPr>
              <p14:cNvContentPartPr/>
              <p14:nvPr/>
            </p14:nvContentPartPr>
            <p14:xfrm>
              <a:off x="5733240" y="3450600"/>
              <a:ext cx="267840" cy="135720"/>
            </p14:xfrm>
          </p:contentPart>
        </mc:Choice>
        <mc:Fallback xmlns=""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0B8DCD9B-499F-F65B-EBF2-F424FB9E3748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5728920" y="3446280"/>
                <a:ext cx="276480" cy="14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9946C308-3D99-45D1-1DDF-22FC97E9DBAA}"/>
                  </a:ext>
                </a:extLst>
              </p14:cNvPr>
              <p14:cNvContentPartPr/>
              <p14:nvPr/>
            </p14:nvContentPartPr>
            <p14:xfrm>
              <a:off x="5744040" y="3665880"/>
              <a:ext cx="21240" cy="265320"/>
            </p14:xfrm>
          </p:contentPart>
        </mc:Choice>
        <mc:Fallback xmlns=""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9946C308-3D99-45D1-1DDF-22FC97E9DBAA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5739720" y="3661560"/>
                <a:ext cx="29880" cy="27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717CCB34-5953-816A-7CA5-8D450901E1C0}"/>
                  </a:ext>
                </a:extLst>
              </p14:cNvPr>
              <p14:cNvContentPartPr/>
              <p14:nvPr/>
            </p14:nvContentPartPr>
            <p14:xfrm>
              <a:off x="5727840" y="3578040"/>
              <a:ext cx="457560" cy="335160"/>
            </p14:xfrm>
          </p:contentPart>
        </mc:Choice>
        <mc:Fallback xmlns=""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717CCB34-5953-816A-7CA5-8D450901E1C0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5723520" y="3573720"/>
                <a:ext cx="466200" cy="34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A9BDDB97-CDDB-43B2-63D5-3CA8412FE3F8}"/>
                  </a:ext>
                </a:extLst>
              </p14:cNvPr>
              <p14:cNvContentPartPr/>
              <p14:nvPr/>
            </p14:nvContentPartPr>
            <p14:xfrm>
              <a:off x="6067320" y="3237120"/>
              <a:ext cx="1139400" cy="520200"/>
            </p14:xfrm>
          </p:contentPart>
        </mc:Choice>
        <mc:Fallback xmlns=""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A9BDDB97-CDDB-43B2-63D5-3CA8412FE3F8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6063000" y="3232800"/>
                <a:ext cx="1148040" cy="52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958BD94B-3B9E-EEE8-CEC2-887ECCE0718E}"/>
                  </a:ext>
                </a:extLst>
              </p14:cNvPr>
              <p14:cNvContentPartPr/>
              <p14:nvPr/>
            </p14:nvContentPartPr>
            <p14:xfrm>
              <a:off x="7127880" y="3161880"/>
              <a:ext cx="94680" cy="181800"/>
            </p14:xfrm>
          </p:contentPart>
        </mc:Choice>
        <mc:Fallback xmlns=""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958BD94B-3B9E-EEE8-CEC2-887ECCE0718E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7123560" y="3157560"/>
                <a:ext cx="103320" cy="19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2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ACD6EE0F-9C61-97DC-64C4-4FFD2C43B41A}"/>
                  </a:ext>
                </a:extLst>
              </p14:cNvPr>
              <p14:cNvContentPartPr/>
              <p14:nvPr/>
            </p14:nvContentPartPr>
            <p14:xfrm>
              <a:off x="7628640" y="3587760"/>
              <a:ext cx="123840" cy="99000"/>
            </p14:xfrm>
          </p:contentPart>
        </mc:Choice>
        <mc:Fallback xmlns=""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ACD6EE0F-9C61-97DC-64C4-4FFD2C43B41A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7624320" y="3583440"/>
                <a:ext cx="132480" cy="10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4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BDE6D1C3-D0DB-4E0C-F453-3C40D810187C}"/>
                  </a:ext>
                </a:extLst>
              </p14:cNvPr>
              <p14:cNvContentPartPr/>
              <p14:nvPr/>
            </p14:nvContentPartPr>
            <p14:xfrm>
              <a:off x="8673000" y="3574080"/>
              <a:ext cx="233640" cy="106200"/>
            </p14:xfrm>
          </p:contentPart>
        </mc:Choice>
        <mc:Fallback xmlns=""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BDE6D1C3-D0DB-4E0C-F453-3C40D810187C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8668680" y="3569760"/>
                <a:ext cx="242280" cy="11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6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8C6F5E92-AC48-B9CA-B9FA-5BC36786D63C}"/>
                  </a:ext>
                </a:extLst>
              </p14:cNvPr>
              <p14:cNvContentPartPr/>
              <p14:nvPr/>
            </p14:nvContentPartPr>
            <p14:xfrm>
              <a:off x="9222720" y="3590280"/>
              <a:ext cx="130680" cy="114840"/>
            </p14:xfrm>
          </p:contentPart>
        </mc:Choice>
        <mc:Fallback xmlns=""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8C6F5E92-AC48-B9CA-B9FA-5BC36786D63C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9218400" y="3585960"/>
                <a:ext cx="139320" cy="12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8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D5421509-2409-D047-ABAE-05D9E27DC9D0}"/>
                  </a:ext>
                </a:extLst>
              </p14:cNvPr>
              <p14:cNvContentPartPr/>
              <p14:nvPr/>
            </p14:nvContentPartPr>
            <p14:xfrm>
              <a:off x="9647880" y="3570840"/>
              <a:ext cx="146520" cy="79920"/>
            </p14:xfrm>
          </p:contentPart>
        </mc:Choice>
        <mc:Fallback xmlns=""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D5421509-2409-D047-ABAE-05D9E27DC9D0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9643560" y="3566520"/>
                <a:ext cx="155160" cy="8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0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CD9AD27B-7CFD-EF68-834D-594224D9165C}"/>
                  </a:ext>
                </a:extLst>
              </p14:cNvPr>
              <p14:cNvContentPartPr/>
              <p14:nvPr/>
            </p14:nvContentPartPr>
            <p14:xfrm>
              <a:off x="9751920" y="3578760"/>
              <a:ext cx="30240" cy="112320"/>
            </p14:xfrm>
          </p:contentPart>
        </mc:Choice>
        <mc:Fallback xmlns=""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CD9AD27B-7CFD-EF68-834D-594224D9165C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9747600" y="3574440"/>
                <a:ext cx="38880" cy="12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2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51535335-4578-FC6F-1BB2-7C7AFA6608A3}"/>
                  </a:ext>
                </a:extLst>
              </p14:cNvPr>
              <p14:cNvContentPartPr/>
              <p14:nvPr/>
            </p14:nvContentPartPr>
            <p14:xfrm>
              <a:off x="10102920" y="3584520"/>
              <a:ext cx="78120" cy="103680"/>
            </p14:xfrm>
          </p:contentPart>
        </mc:Choice>
        <mc:Fallback xmlns=""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51535335-4578-FC6F-1BB2-7C7AFA6608A3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10098600" y="3580200"/>
                <a:ext cx="86760" cy="11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4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FD15C7CC-C42B-6164-3585-B86C5B7C11D1}"/>
                  </a:ext>
                </a:extLst>
              </p14:cNvPr>
              <p14:cNvContentPartPr/>
              <p14:nvPr/>
            </p14:nvContentPartPr>
            <p14:xfrm>
              <a:off x="10181400" y="3560400"/>
              <a:ext cx="88200" cy="23400"/>
            </p14:xfrm>
          </p:contentPart>
        </mc:Choice>
        <mc:Fallback xmlns=""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FD15C7CC-C42B-6164-3585-B86C5B7C11D1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10177080" y="3556080"/>
                <a:ext cx="96840" cy="3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6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6F5457F7-2073-6D35-EB96-AC75267A98E9}"/>
                  </a:ext>
                </a:extLst>
              </p14:cNvPr>
              <p14:cNvContentPartPr/>
              <p14:nvPr/>
            </p14:nvContentPartPr>
            <p14:xfrm>
              <a:off x="10689000" y="3533760"/>
              <a:ext cx="91080" cy="162720"/>
            </p14:xfrm>
          </p:contentPart>
        </mc:Choice>
        <mc:Fallback xmlns=""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6F5457F7-2073-6D35-EB96-AC75267A98E9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10684680" y="3529440"/>
                <a:ext cx="99720" cy="17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8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CB2618A0-D2B0-BB7A-CF1B-FDAD39760E7D}"/>
                  </a:ext>
                </a:extLst>
              </p14:cNvPr>
              <p14:cNvContentPartPr/>
              <p14:nvPr/>
            </p14:nvContentPartPr>
            <p14:xfrm>
              <a:off x="10590360" y="2863440"/>
              <a:ext cx="495360" cy="594360"/>
            </p14:xfrm>
          </p:contentPart>
        </mc:Choice>
        <mc:Fallback xmlns=""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CB2618A0-D2B0-BB7A-CF1B-FDAD39760E7D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10586040" y="2859120"/>
                <a:ext cx="504000" cy="60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0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BE92BBBC-E5BF-8CCE-B9B4-C43265846E16}"/>
                  </a:ext>
                </a:extLst>
              </p14:cNvPr>
              <p14:cNvContentPartPr/>
              <p14:nvPr/>
            </p14:nvContentPartPr>
            <p14:xfrm>
              <a:off x="10460760" y="3489840"/>
              <a:ext cx="493560" cy="44280"/>
            </p14:xfrm>
          </p:contentPart>
        </mc:Choice>
        <mc:Fallback xmlns=""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BE92BBBC-E5BF-8CCE-B9B4-C43265846E16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10456440" y="3485520"/>
                <a:ext cx="502200" cy="5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2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D56ABF4A-63D5-E92A-46F9-A862C12497E0}"/>
                  </a:ext>
                </a:extLst>
              </p14:cNvPr>
              <p14:cNvContentPartPr/>
              <p14:nvPr/>
            </p14:nvContentPartPr>
            <p14:xfrm>
              <a:off x="8061120" y="3091536"/>
              <a:ext cx="201960" cy="169560"/>
            </p14:xfrm>
          </p:contentPart>
        </mc:Choice>
        <mc:Fallback xmlns=""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D56ABF4A-63D5-E92A-46F9-A862C12497E0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8056800" y="3087216"/>
                <a:ext cx="210600" cy="17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4">
            <p14:nvContentPartPr>
              <p14:cNvPr id="75" name="Ink 74">
                <a:extLst>
                  <a:ext uri="{FF2B5EF4-FFF2-40B4-BE49-F238E27FC236}">
                    <a16:creationId xmlns:a16="http://schemas.microsoft.com/office/drawing/2014/main" id="{E63A2C99-AE36-B66C-BA92-92C8C7CB779B}"/>
                  </a:ext>
                </a:extLst>
              </p14:cNvPr>
              <p14:cNvContentPartPr/>
              <p14:nvPr/>
            </p14:nvContentPartPr>
            <p14:xfrm>
              <a:off x="8153280" y="3170016"/>
              <a:ext cx="59040" cy="173520"/>
            </p14:xfrm>
          </p:contentPart>
        </mc:Choice>
        <mc:Fallback xmlns="">
          <p:pic>
            <p:nvPicPr>
              <p:cNvPr id="75" name="Ink 74">
                <a:extLst>
                  <a:ext uri="{FF2B5EF4-FFF2-40B4-BE49-F238E27FC236}">
                    <a16:creationId xmlns:a16="http://schemas.microsoft.com/office/drawing/2014/main" id="{E63A2C99-AE36-B66C-BA92-92C8C7CB779B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8148960" y="3165696"/>
                <a:ext cx="67680" cy="18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6">
            <p14:nvContentPartPr>
              <p14:cNvPr id="76" name="Ink 75">
                <a:extLst>
                  <a:ext uri="{FF2B5EF4-FFF2-40B4-BE49-F238E27FC236}">
                    <a16:creationId xmlns:a16="http://schemas.microsoft.com/office/drawing/2014/main" id="{C053050C-EBA4-4C58-2838-D13377A54F11}"/>
                  </a:ext>
                </a:extLst>
              </p14:cNvPr>
              <p14:cNvContentPartPr/>
              <p14:nvPr/>
            </p14:nvContentPartPr>
            <p14:xfrm>
              <a:off x="8681040" y="3110976"/>
              <a:ext cx="124920" cy="187560"/>
            </p14:xfrm>
          </p:contentPart>
        </mc:Choice>
        <mc:Fallback xmlns="">
          <p:pic>
            <p:nvPicPr>
              <p:cNvPr id="76" name="Ink 75">
                <a:extLst>
                  <a:ext uri="{FF2B5EF4-FFF2-40B4-BE49-F238E27FC236}">
                    <a16:creationId xmlns:a16="http://schemas.microsoft.com/office/drawing/2014/main" id="{C053050C-EBA4-4C58-2838-D13377A54F11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8676720" y="3106656"/>
                <a:ext cx="133560" cy="19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8">
            <p14:nvContentPartPr>
              <p14:cNvPr id="77" name="Ink 76">
                <a:extLst>
                  <a:ext uri="{FF2B5EF4-FFF2-40B4-BE49-F238E27FC236}">
                    <a16:creationId xmlns:a16="http://schemas.microsoft.com/office/drawing/2014/main" id="{2238C6A5-87C9-C6BC-7E3F-6A459BA1C99C}"/>
                  </a:ext>
                </a:extLst>
              </p14:cNvPr>
              <p14:cNvContentPartPr/>
              <p14:nvPr/>
            </p14:nvContentPartPr>
            <p14:xfrm>
              <a:off x="8777880" y="3099456"/>
              <a:ext cx="99720" cy="360"/>
            </p14:xfrm>
          </p:contentPart>
        </mc:Choice>
        <mc:Fallback xmlns="">
          <p:pic>
            <p:nvPicPr>
              <p:cNvPr id="77" name="Ink 76">
                <a:extLst>
                  <a:ext uri="{FF2B5EF4-FFF2-40B4-BE49-F238E27FC236}">
                    <a16:creationId xmlns:a16="http://schemas.microsoft.com/office/drawing/2014/main" id="{2238C6A5-87C9-C6BC-7E3F-6A459BA1C99C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8773560" y="3095136"/>
                <a:ext cx="108360" cy="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0">
            <p14:nvContentPartPr>
              <p14:cNvPr id="78" name="Ink 77">
                <a:extLst>
                  <a:ext uri="{FF2B5EF4-FFF2-40B4-BE49-F238E27FC236}">
                    <a16:creationId xmlns:a16="http://schemas.microsoft.com/office/drawing/2014/main" id="{53E2F976-F3C1-B2CF-2C8A-18E037C087FE}"/>
                  </a:ext>
                </a:extLst>
              </p14:cNvPr>
              <p14:cNvContentPartPr/>
              <p14:nvPr/>
            </p14:nvContentPartPr>
            <p14:xfrm>
              <a:off x="9240480" y="3157416"/>
              <a:ext cx="160920" cy="209880"/>
            </p14:xfrm>
          </p:contentPart>
        </mc:Choice>
        <mc:Fallback xmlns="">
          <p:pic>
            <p:nvPicPr>
              <p:cNvPr id="78" name="Ink 77">
                <a:extLst>
                  <a:ext uri="{FF2B5EF4-FFF2-40B4-BE49-F238E27FC236}">
                    <a16:creationId xmlns:a16="http://schemas.microsoft.com/office/drawing/2014/main" id="{53E2F976-F3C1-B2CF-2C8A-18E037C087FE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9236160" y="3153096"/>
                <a:ext cx="169560" cy="21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2">
            <p14:nvContentPartPr>
              <p14:cNvPr id="79" name="Ink 78">
                <a:extLst>
                  <a:ext uri="{FF2B5EF4-FFF2-40B4-BE49-F238E27FC236}">
                    <a16:creationId xmlns:a16="http://schemas.microsoft.com/office/drawing/2014/main" id="{108C42AA-DDAE-25C5-0CBC-F9ECDFE631BC}"/>
                  </a:ext>
                </a:extLst>
              </p14:cNvPr>
              <p14:cNvContentPartPr/>
              <p14:nvPr/>
            </p14:nvContentPartPr>
            <p14:xfrm>
              <a:off x="9745920" y="3099456"/>
              <a:ext cx="7200" cy="185400"/>
            </p14:xfrm>
          </p:contentPart>
        </mc:Choice>
        <mc:Fallback xmlns="">
          <p:pic>
            <p:nvPicPr>
              <p:cNvPr id="79" name="Ink 78">
                <a:extLst>
                  <a:ext uri="{FF2B5EF4-FFF2-40B4-BE49-F238E27FC236}">
                    <a16:creationId xmlns:a16="http://schemas.microsoft.com/office/drawing/2014/main" id="{108C42AA-DDAE-25C5-0CBC-F9ECDFE631BC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9741600" y="3095136"/>
                <a:ext cx="15840" cy="19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4">
            <p14:nvContentPartPr>
              <p14:cNvPr id="80" name="Ink 79">
                <a:extLst>
                  <a:ext uri="{FF2B5EF4-FFF2-40B4-BE49-F238E27FC236}">
                    <a16:creationId xmlns:a16="http://schemas.microsoft.com/office/drawing/2014/main" id="{38B5BDED-F327-C380-DFA8-7A2B6C3B662C}"/>
                  </a:ext>
                </a:extLst>
              </p14:cNvPr>
              <p14:cNvContentPartPr/>
              <p14:nvPr/>
            </p14:nvContentPartPr>
            <p14:xfrm>
              <a:off x="10163880" y="3173256"/>
              <a:ext cx="286920" cy="153720"/>
            </p14:xfrm>
          </p:contentPart>
        </mc:Choice>
        <mc:Fallback xmlns="">
          <p:pic>
            <p:nvPicPr>
              <p:cNvPr id="80" name="Ink 79">
                <a:extLst>
                  <a:ext uri="{FF2B5EF4-FFF2-40B4-BE49-F238E27FC236}">
                    <a16:creationId xmlns:a16="http://schemas.microsoft.com/office/drawing/2014/main" id="{38B5BDED-F327-C380-DFA8-7A2B6C3B662C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10159560" y="3168936"/>
                <a:ext cx="295560" cy="16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6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5CEC6F3A-9D09-EA9B-51B5-3094DDB91C16}"/>
                  </a:ext>
                </a:extLst>
              </p14:cNvPr>
              <p14:cNvContentPartPr/>
              <p14:nvPr/>
            </p14:nvContentPartPr>
            <p14:xfrm>
              <a:off x="4617720" y="5233896"/>
              <a:ext cx="7200" cy="360"/>
            </p14:xfrm>
          </p:contentPart>
        </mc:Choice>
        <mc:Fallback xmlns=""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5CEC6F3A-9D09-EA9B-51B5-3094DDB91C16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4613400" y="5229576"/>
                <a:ext cx="15840" cy="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8">
            <p14:nvContentPartPr>
              <p14:cNvPr id="83" name="Ink 82">
                <a:extLst>
                  <a:ext uri="{FF2B5EF4-FFF2-40B4-BE49-F238E27FC236}">
                    <a16:creationId xmlns:a16="http://schemas.microsoft.com/office/drawing/2014/main" id="{14747AD1-C3A4-DD73-4CB7-BE005EA2304A}"/>
                  </a:ext>
                </a:extLst>
              </p14:cNvPr>
              <p14:cNvContentPartPr/>
              <p14:nvPr/>
            </p14:nvContentPartPr>
            <p14:xfrm>
              <a:off x="3492000" y="2813256"/>
              <a:ext cx="200160" cy="249840"/>
            </p14:xfrm>
          </p:contentPart>
        </mc:Choice>
        <mc:Fallback xmlns="">
          <p:pic>
            <p:nvPicPr>
              <p:cNvPr id="83" name="Ink 82">
                <a:extLst>
                  <a:ext uri="{FF2B5EF4-FFF2-40B4-BE49-F238E27FC236}">
                    <a16:creationId xmlns:a16="http://schemas.microsoft.com/office/drawing/2014/main" id="{14747AD1-C3A4-DD73-4CB7-BE005EA2304A}"/>
                  </a:ext>
                </a:extLst>
              </p:cNvPr>
              <p:cNvPicPr/>
              <p:nvPr/>
            </p:nvPicPr>
            <p:blipFill>
              <a:blip r:embed="rId139"/>
              <a:stretch>
                <a:fillRect/>
              </a:stretch>
            </p:blipFill>
            <p:spPr>
              <a:xfrm>
                <a:off x="3487680" y="2808936"/>
                <a:ext cx="208800" cy="25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0">
            <p14:nvContentPartPr>
              <p14:cNvPr id="84" name="Ink 83">
                <a:extLst>
                  <a:ext uri="{FF2B5EF4-FFF2-40B4-BE49-F238E27FC236}">
                    <a16:creationId xmlns:a16="http://schemas.microsoft.com/office/drawing/2014/main" id="{411FF7C2-0943-FF72-6772-2B0034B16A7B}"/>
                  </a:ext>
                </a:extLst>
              </p14:cNvPr>
              <p14:cNvContentPartPr/>
              <p14:nvPr/>
            </p14:nvContentPartPr>
            <p14:xfrm>
              <a:off x="2496600" y="896616"/>
              <a:ext cx="128160" cy="171360"/>
            </p14:xfrm>
          </p:contentPart>
        </mc:Choice>
        <mc:Fallback xmlns="">
          <p:pic>
            <p:nvPicPr>
              <p:cNvPr id="84" name="Ink 83">
                <a:extLst>
                  <a:ext uri="{FF2B5EF4-FFF2-40B4-BE49-F238E27FC236}">
                    <a16:creationId xmlns:a16="http://schemas.microsoft.com/office/drawing/2014/main" id="{411FF7C2-0943-FF72-6772-2B0034B16A7B}"/>
                  </a:ext>
                </a:extLst>
              </p:cNvPr>
              <p:cNvPicPr/>
              <p:nvPr/>
            </p:nvPicPr>
            <p:blipFill>
              <a:blip r:embed="rId141"/>
              <a:stretch>
                <a:fillRect/>
              </a:stretch>
            </p:blipFill>
            <p:spPr>
              <a:xfrm>
                <a:off x="2492280" y="892296"/>
                <a:ext cx="136800" cy="18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2">
            <p14:nvContentPartPr>
              <p14:cNvPr id="85" name="Ink 84">
                <a:extLst>
                  <a:ext uri="{FF2B5EF4-FFF2-40B4-BE49-F238E27FC236}">
                    <a16:creationId xmlns:a16="http://schemas.microsoft.com/office/drawing/2014/main" id="{6A7A705C-1FC1-ACE9-56F3-A53C5FAE70D2}"/>
                  </a:ext>
                </a:extLst>
              </p14:cNvPr>
              <p14:cNvContentPartPr/>
              <p14:nvPr/>
            </p14:nvContentPartPr>
            <p14:xfrm>
              <a:off x="7489440" y="3185856"/>
              <a:ext cx="209520" cy="176040"/>
            </p14:xfrm>
          </p:contentPart>
        </mc:Choice>
        <mc:Fallback xmlns="">
          <p:pic>
            <p:nvPicPr>
              <p:cNvPr id="85" name="Ink 84">
                <a:extLst>
                  <a:ext uri="{FF2B5EF4-FFF2-40B4-BE49-F238E27FC236}">
                    <a16:creationId xmlns:a16="http://schemas.microsoft.com/office/drawing/2014/main" id="{6A7A705C-1FC1-ACE9-56F3-A53C5FAE70D2}"/>
                  </a:ext>
                </a:extLst>
              </p:cNvPr>
              <p:cNvPicPr/>
              <p:nvPr/>
            </p:nvPicPr>
            <p:blipFill>
              <a:blip r:embed="rId143"/>
              <a:stretch>
                <a:fillRect/>
              </a:stretch>
            </p:blipFill>
            <p:spPr>
              <a:xfrm>
                <a:off x="7485120" y="3181536"/>
                <a:ext cx="218160" cy="18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4">
            <p14:nvContentPartPr>
              <p14:cNvPr id="86" name="Ink 85">
                <a:extLst>
                  <a:ext uri="{FF2B5EF4-FFF2-40B4-BE49-F238E27FC236}">
                    <a16:creationId xmlns:a16="http://schemas.microsoft.com/office/drawing/2014/main" id="{DA65AB14-A001-CCA2-D2A9-1F7A01619603}"/>
                  </a:ext>
                </a:extLst>
              </p14:cNvPr>
              <p14:cNvContentPartPr/>
              <p14:nvPr/>
            </p14:nvContentPartPr>
            <p14:xfrm>
              <a:off x="10662480" y="3071736"/>
              <a:ext cx="247680" cy="294120"/>
            </p14:xfrm>
          </p:contentPart>
        </mc:Choice>
        <mc:Fallback xmlns="">
          <p:pic>
            <p:nvPicPr>
              <p:cNvPr id="86" name="Ink 85">
                <a:extLst>
                  <a:ext uri="{FF2B5EF4-FFF2-40B4-BE49-F238E27FC236}">
                    <a16:creationId xmlns:a16="http://schemas.microsoft.com/office/drawing/2014/main" id="{DA65AB14-A001-CCA2-D2A9-1F7A01619603}"/>
                  </a:ext>
                </a:extLst>
              </p:cNvPr>
              <p:cNvPicPr/>
              <p:nvPr/>
            </p:nvPicPr>
            <p:blipFill>
              <a:blip r:embed="rId145"/>
              <a:stretch>
                <a:fillRect/>
              </a:stretch>
            </p:blipFill>
            <p:spPr>
              <a:xfrm>
                <a:off x="10658160" y="3067416"/>
                <a:ext cx="256320" cy="302760"/>
              </a:xfrm>
              <a:prstGeom prst="rect">
                <a:avLst/>
              </a:prstGeom>
            </p:spPr>
          </p:pic>
        </mc:Fallback>
      </mc:AlternateContent>
      <p:grpSp>
        <p:nvGrpSpPr>
          <p:cNvPr id="95" name="Group 94">
            <a:extLst>
              <a:ext uri="{FF2B5EF4-FFF2-40B4-BE49-F238E27FC236}">
                <a16:creationId xmlns:a16="http://schemas.microsoft.com/office/drawing/2014/main" id="{3860E662-3265-DC3B-FD91-43E8B260A04B}"/>
              </a:ext>
            </a:extLst>
          </p:cNvPr>
          <p:cNvGrpSpPr/>
          <p:nvPr/>
        </p:nvGrpSpPr>
        <p:grpSpPr>
          <a:xfrm>
            <a:off x="10452600" y="3931416"/>
            <a:ext cx="859320" cy="526680"/>
            <a:chOff x="10452600" y="3931416"/>
            <a:chExt cx="859320" cy="526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E02F5235-79EF-904E-5E82-6B0A79D0D75A}"/>
                    </a:ext>
                  </a:extLst>
                </p14:cNvPr>
                <p14:cNvContentPartPr/>
                <p14:nvPr/>
              </p14:nvContentPartPr>
              <p14:xfrm>
                <a:off x="10452600" y="3931416"/>
                <a:ext cx="511560" cy="14184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E02F5235-79EF-904E-5E82-6B0A79D0D75A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10448280" y="3927096"/>
                  <a:ext cx="52020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62429FFF-456A-0103-9FEE-C7F44943C26D}"/>
                    </a:ext>
                  </a:extLst>
                </p14:cNvPr>
                <p14:cNvContentPartPr/>
                <p14:nvPr/>
              </p14:nvContentPartPr>
              <p14:xfrm>
                <a:off x="10510200" y="4237776"/>
                <a:ext cx="132120" cy="10692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62429FFF-456A-0103-9FEE-C7F44943C26D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10505880" y="4233456"/>
                  <a:ext cx="14076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4CB76405-5D1B-39FB-ABCC-956B7A1BF8CA}"/>
                    </a:ext>
                  </a:extLst>
                </p14:cNvPr>
                <p14:cNvContentPartPr/>
                <p14:nvPr/>
              </p14:nvContentPartPr>
              <p14:xfrm>
                <a:off x="10669320" y="4266576"/>
                <a:ext cx="60840" cy="7848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4CB76405-5D1B-39FB-ABCC-956B7A1BF8CA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10665000" y="4262256"/>
                  <a:ext cx="6948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4AAA9F84-9F6A-1338-FACD-22CF7802DC36}"/>
                    </a:ext>
                  </a:extLst>
                </p14:cNvPr>
                <p14:cNvContentPartPr/>
                <p14:nvPr/>
              </p14:nvContentPartPr>
              <p14:xfrm>
                <a:off x="10720440" y="4277376"/>
                <a:ext cx="360" cy="36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4AAA9F84-9F6A-1338-FACD-22CF7802DC36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10716120" y="4273056"/>
                  <a:ext cx="900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6ED9F68A-0BD9-938C-33BE-720BC315A29E}"/>
                    </a:ext>
                  </a:extLst>
                </p14:cNvPr>
                <p14:cNvContentPartPr/>
                <p14:nvPr/>
              </p14:nvContentPartPr>
              <p14:xfrm>
                <a:off x="10720440" y="4220856"/>
                <a:ext cx="124920" cy="11772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6ED9F68A-0BD9-938C-33BE-720BC315A29E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10716120" y="4216536"/>
                  <a:ext cx="133560" cy="1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43ADD942-CC48-E534-B09D-8D4AAB863843}"/>
                    </a:ext>
                  </a:extLst>
                </p14:cNvPr>
                <p14:cNvContentPartPr/>
                <p14:nvPr/>
              </p14:nvContentPartPr>
              <p14:xfrm>
                <a:off x="10928160" y="4182696"/>
                <a:ext cx="19440" cy="14976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43ADD942-CC48-E534-B09D-8D4AAB863843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10923840" y="4178376"/>
                  <a:ext cx="2808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931C5188-0167-D43C-0326-F00E95DEFDD3}"/>
                    </a:ext>
                  </a:extLst>
                </p14:cNvPr>
                <p14:cNvContentPartPr/>
                <p14:nvPr/>
              </p14:nvContentPartPr>
              <p14:xfrm>
                <a:off x="10914480" y="4244616"/>
                <a:ext cx="173520" cy="12708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931C5188-0167-D43C-0326-F00E95DEFDD3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10910160" y="4240296"/>
                  <a:ext cx="18216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FA96B5CA-F95D-C93A-9467-392AD0E91B9D}"/>
                    </a:ext>
                  </a:extLst>
                </p14:cNvPr>
                <p14:cNvContentPartPr/>
                <p14:nvPr/>
              </p14:nvContentPartPr>
              <p14:xfrm>
                <a:off x="11154600" y="4152096"/>
                <a:ext cx="157320" cy="30600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FA96B5CA-F95D-C93A-9467-392AD0E91B9D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11150280" y="4147776"/>
                  <a:ext cx="165960" cy="314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5EE8E130-3A68-DEA3-B4E3-67AFC8679D04}"/>
              </a:ext>
            </a:extLst>
          </p:cNvPr>
          <p:cNvGrpSpPr/>
          <p:nvPr/>
        </p:nvGrpSpPr>
        <p:grpSpPr>
          <a:xfrm>
            <a:off x="4352040" y="380736"/>
            <a:ext cx="896760" cy="272160"/>
            <a:chOff x="4352040" y="380736"/>
            <a:chExt cx="896760" cy="272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F4CCED18-BC45-21BE-4F31-2E062D090278}"/>
                    </a:ext>
                  </a:extLst>
                </p14:cNvPr>
                <p14:cNvContentPartPr/>
                <p14:nvPr/>
              </p14:nvContentPartPr>
              <p14:xfrm>
                <a:off x="4352040" y="488376"/>
                <a:ext cx="252000" cy="16452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F4CCED18-BC45-21BE-4F31-2E062D090278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4347720" y="484056"/>
                  <a:ext cx="26064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3DB71F5E-A7DF-86D3-0413-4D80FDB55ACF}"/>
                    </a:ext>
                  </a:extLst>
                </p14:cNvPr>
                <p14:cNvContentPartPr/>
                <p14:nvPr/>
              </p14:nvContentPartPr>
              <p14:xfrm>
                <a:off x="4746960" y="502416"/>
                <a:ext cx="138960" cy="4032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3DB71F5E-A7DF-86D3-0413-4D80FDB55ACF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4742640" y="498096"/>
                  <a:ext cx="14760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DAF0CE95-0B50-1711-1E76-3FA246B5C863}"/>
                    </a:ext>
                  </a:extLst>
                </p14:cNvPr>
                <p14:cNvContentPartPr/>
                <p14:nvPr/>
              </p14:nvContentPartPr>
              <p14:xfrm>
                <a:off x="4746960" y="540216"/>
                <a:ext cx="360" cy="36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DAF0CE95-0B50-1711-1E76-3FA246B5C863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4742640" y="535896"/>
                  <a:ext cx="900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7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E83E656F-A8E4-A9A8-B629-D067BE3B1515}"/>
                    </a:ext>
                  </a:extLst>
                </p14:cNvPr>
                <p14:cNvContentPartPr/>
                <p14:nvPr/>
              </p14:nvContentPartPr>
              <p14:xfrm>
                <a:off x="4746960" y="540216"/>
                <a:ext cx="155160" cy="7128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E83E656F-A8E4-A9A8-B629-D067BE3B1515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4742640" y="535896"/>
                  <a:ext cx="16380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9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5A28C950-4A35-80C6-6D69-27401AC5C41F}"/>
                    </a:ext>
                  </a:extLst>
                </p14:cNvPr>
                <p14:cNvContentPartPr/>
                <p14:nvPr/>
              </p14:nvContentPartPr>
              <p14:xfrm>
                <a:off x="5030640" y="380736"/>
                <a:ext cx="164880" cy="24984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5A28C950-4A35-80C6-6D69-27401AC5C41F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5026320" y="376416"/>
                  <a:ext cx="173520" cy="25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1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696314CE-0470-66C8-1617-8114DB7DE615}"/>
                    </a:ext>
                  </a:extLst>
                </p14:cNvPr>
                <p14:cNvContentPartPr/>
                <p14:nvPr/>
              </p14:nvContentPartPr>
              <p14:xfrm>
                <a:off x="4989600" y="499536"/>
                <a:ext cx="259200" cy="2808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696314CE-0470-66C8-1617-8114DB7DE615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4985280" y="495216"/>
                  <a:ext cx="267840" cy="36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48374FF4-A895-6061-355C-D0BEDD489196}"/>
              </a:ext>
            </a:extLst>
          </p:cNvPr>
          <p:cNvGrpSpPr/>
          <p:nvPr/>
        </p:nvGrpSpPr>
        <p:grpSpPr>
          <a:xfrm>
            <a:off x="4754160" y="1449216"/>
            <a:ext cx="3019320" cy="633240"/>
            <a:chOff x="4754160" y="1449216"/>
            <a:chExt cx="3019320" cy="633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3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BD41DC7E-0B77-8F3F-51A1-777DE5071532}"/>
                    </a:ext>
                  </a:extLst>
                </p14:cNvPr>
                <p14:cNvContentPartPr/>
                <p14:nvPr/>
              </p14:nvContentPartPr>
              <p14:xfrm>
                <a:off x="4754160" y="1890576"/>
                <a:ext cx="114120" cy="15012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BD41DC7E-0B77-8F3F-51A1-777DE5071532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4749840" y="1886256"/>
                  <a:ext cx="12276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5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8903ABCC-B5EE-4075-80AE-849B11A2404E}"/>
                    </a:ext>
                  </a:extLst>
                </p14:cNvPr>
                <p14:cNvContentPartPr/>
                <p14:nvPr/>
              </p14:nvContentPartPr>
              <p14:xfrm>
                <a:off x="4929480" y="1803816"/>
                <a:ext cx="418320" cy="15876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8903ABCC-B5EE-4075-80AE-849B11A2404E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4925160" y="1799496"/>
                  <a:ext cx="42696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7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8EC65C85-571B-2038-B7C7-4345A3E081D4}"/>
                    </a:ext>
                  </a:extLst>
                </p14:cNvPr>
                <p14:cNvContentPartPr/>
                <p14:nvPr/>
              </p14:nvContentPartPr>
              <p14:xfrm>
                <a:off x="5379840" y="1839096"/>
                <a:ext cx="97560" cy="24336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8EC65C85-571B-2038-B7C7-4345A3E081D4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5375520" y="1834776"/>
                  <a:ext cx="106200" cy="25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9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AB3FA004-F4A5-2892-1D6F-A32BD2862D12}"/>
                    </a:ext>
                  </a:extLst>
                </p14:cNvPr>
                <p14:cNvContentPartPr/>
                <p14:nvPr/>
              </p14:nvContentPartPr>
              <p14:xfrm>
                <a:off x="5439960" y="1768896"/>
                <a:ext cx="92880" cy="9072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AB3FA004-F4A5-2892-1D6F-A32BD2862D12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5435640" y="1764576"/>
                  <a:ext cx="10152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1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9CBA8FE8-0157-2328-BB49-B5B5BAE71EB2}"/>
                    </a:ext>
                  </a:extLst>
                </p14:cNvPr>
                <p14:cNvContentPartPr/>
                <p14:nvPr/>
              </p14:nvContentPartPr>
              <p14:xfrm>
                <a:off x="5641200" y="1829016"/>
                <a:ext cx="44280" cy="20376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9CBA8FE8-0157-2328-BB49-B5B5BAE71EB2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5636880" y="1824696"/>
                  <a:ext cx="52920" cy="21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3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4A142E68-DD95-3FB0-26B2-50FB83B57797}"/>
                    </a:ext>
                  </a:extLst>
                </p14:cNvPr>
                <p14:cNvContentPartPr/>
                <p14:nvPr/>
              </p14:nvContentPartPr>
              <p14:xfrm>
                <a:off x="5664240" y="1699056"/>
                <a:ext cx="68040" cy="11412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4A142E68-DD95-3FB0-26B2-50FB83B57797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5659920" y="1694736"/>
                  <a:ext cx="7668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5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ADDCE667-9D3A-1CC3-741F-9AA45204D942}"/>
                    </a:ext>
                  </a:extLst>
                </p14:cNvPr>
                <p14:cNvContentPartPr/>
                <p14:nvPr/>
              </p14:nvContentPartPr>
              <p14:xfrm>
                <a:off x="5814360" y="1696536"/>
                <a:ext cx="162000" cy="13248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ADDCE667-9D3A-1CC3-741F-9AA45204D942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5810040" y="1692216"/>
                  <a:ext cx="17064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7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FE94C659-B336-29FB-B52E-2B544AA619FC}"/>
                    </a:ext>
                  </a:extLst>
                </p14:cNvPr>
                <p14:cNvContentPartPr/>
                <p14:nvPr/>
              </p14:nvContentPartPr>
              <p14:xfrm>
                <a:off x="6058800" y="1504656"/>
                <a:ext cx="238320" cy="30744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FE94C659-B336-29FB-B52E-2B544AA619FC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6054480" y="1500336"/>
                  <a:ext cx="246960" cy="31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9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5C9EC8D7-BA0E-159E-D5CB-2B3D92A7B3C6}"/>
                    </a:ext>
                  </a:extLst>
                </p14:cNvPr>
                <p14:cNvContentPartPr/>
                <p14:nvPr/>
              </p14:nvContentPartPr>
              <p14:xfrm>
                <a:off x="6386400" y="1464336"/>
                <a:ext cx="275040" cy="47844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5C9EC8D7-BA0E-159E-D5CB-2B3D92A7B3C6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6382080" y="1460016"/>
                  <a:ext cx="283680" cy="48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1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D244BD7A-86D9-972E-D17A-ADCF1457B5A2}"/>
                    </a:ext>
                  </a:extLst>
                </p14:cNvPr>
                <p14:cNvContentPartPr/>
                <p14:nvPr/>
              </p14:nvContentPartPr>
              <p14:xfrm>
                <a:off x="6635160" y="1705536"/>
                <a:ext cx="274320" cy="10908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D244BD7A-86D9-972E-D17A-ADCF1457B5A2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6630840" y="1701216"/>
                  <a:ext cx="28296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3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2CABC0FA-02FE-29F1-C9C2-9FBC39476ABE}"/>
                    </a:ext>
                  </a:extLst>
                </p14:cNvPr>
                <p14:cNvContentPartPr/>
                <p14:nvPr/>
              </p14:nvContentPartPr>
              <p14:xfrm>
                <a:off x="6996960" y="1480176"/>
                <a:ext cx="180360" cy="32508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2CABC0FA-02FE-29F1-C9C2-9FBC39476ABE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6992640" y="1475856"/>
                  <a:ext cx="189000" cy="33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5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7DAB8EB1-9E60-0E13-CBA5-8E7A6D0E1D56}"/>
                    </a:ext>
                  </a:extLst>
                </p14:cNvPr>
                <p14:cNvContentPartPr/>
                <p14:nvPr/>
              </p14:nvContentPartPr>
              <p14:xfrm>
                <a:off x="7210800" y="1592496"/>
                <a:ext cx="68400" cy="12420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7DAB8EB1-9E60-0E13-CBA5-8E7A6D0E1D56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7206480" y="1588176"/>
                  <a:ext cx="7704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7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71D7737A-4BF1-299B-1387-65B61A365DEE}"/>
                    </a:ext>
                  </a:extLst>
                </p14:cNvPr>
                <p14:cNvContentPartPr/>
                <p14:nvPr/>
              </p14:nvContentPartPr>
              <p14:xfrm>
                <a:off x="7389720" y="1449216"/>
                <a:ext cx="222120" cy="28548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71D7737A-4BF1-299B-1387-65B61A365DEE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7385400" y="1444896"/>
                  <a:ext cx="230760" cy="29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9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4166DDA0-F621-09EB-8B0B-CF9EA51E8852}"/>
                    </a:ext>
                  </a:extLst>
                </p14:cNvPr>
                <p14:cNvContentPartPr/>
                <p14:nvPr/>
              </p14:nvContentPartPr>
              <p14:xfrm>
                <a:off x="7710840" y="1760976"/>
                <a:ext cx="62640" cy="9720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4166DDA0-F621-09EB-8B0B-CF9EA51E8852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7706520" y="1756656"/>
                  <a:ext cx="71280" cy="105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4D5553C3-CA09-6886-2958-B484FC67DE77}"/>
              </a:ext>
            </a:extLst>
          </p:cNvPr>
          <p:cNvGrpSpPr/>
          <p:nvPr/>
        </p:nvGrpSpPr>
        <p:grpSpPr>
          <a:xfrm>
            <a:off x="8012520" y="1283976"/>
            <a:ext cx="2080800" cy="612360"/>
            <a:chOff x="8012520" y="1283976"/>
            <a:chExt cx="2080800" cy="612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1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7DCC74A7-F5D4-57E2-6DB5-3A62F1797FF2}"/>
                    </a:ext>
                  </a:extLst>
                </p14:cNvPr>
                <p14:cNvContentPartPr/>
                <p14:nvPr/>
              </p14:nvContentPartPr>
              <p14:xfrm>
                <a:off x="8012520" y="1503576"/>
                <a:ext cx="232200" cy="13644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7DCC74A7-F5D4-57E2-6DB5-3A62F1797FF2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8008200" y="1499256"/>
                  <a:ext cx="240840" cy="1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3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8CA3AA69-1DB0-7693-9D1A-E32FF43B611A}"/>
                    </a:ext>
                  </a:extLst>
                </p14:cNvPr>
                <p14:cNvContentPartPr/>
                <p14:nvPr/>
              </p14:nvContentPartPr>
              <p14:xfrm>
                <a:off x="8388360" y="1373256"/>
                <a:ext cx="235080" cy="36720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8CA3AA69-1DB0-7693-9D1A-E32FF43B611A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8384040" y="1368936"/>
                  <a:ext cx="243720" cy="37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5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3A340A0C-36ED-6092-37EE-A2830CCC96F0}"/>
                    </a:ext>
                  </a:extLst>
                </p14:cNvPr>
                <p14:cNvContentPartPr/>
                <p14:nvPr/>
              </p14:nvContentPartPr>
              <p14:xfrm>
                <a:off x="8623080" y="1535976"/>
                <a:ext cx="150480" cy="9936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3A340A0C-36ED-6092-37EE-A2830CCC96F0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8618760" y="1531656"/>
                  <a:ext cx="15912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7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7E5A589C-DCD1-157F-9060-E0DDF8AED43C}"/>
                    </a:ext>
                  </a:extLst>
                </p14:cNvPr>
                <p14:cNvContentPartPr/>
                <p14:nvPr/>
              </p14:nvContentPartPr>
              <p14:xfrm>
                <a:off x="8884080" y="1554336"/>
                <a:ext cx="132120" cy="972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7E5A589C-DCD1-157F-9060-E0DDF8AED43C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8879760" y="1550016"/>
                  <a:ext cx="140760" cy="1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9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FD04A797-7222-5D99-6AF5-15A1E9FA6D97}"/>
                    </a:ext>
                  </a:extLst>
                </p14:cNvPr>
                <p14:cNvContentPartPr/>
                <p14:nvPr/>
              </p14:nvContentPartPr>
              <p14:xfrm>
                <a:off x="9128880" y="1492056"/>
                <a:ext cx="21240" cy="12168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FD04A797-7222-5D99-6AF5-15A1E9FA6D97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9124560" y="1487736"/>
                  <a:ext cx="2988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1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3FEADB9A-C55B-BAFE-EF6C-896B668320ED}"/>
                    </a:ext>
                  </a:extLst>
                </p14:cNvPr>
                <p14:cNvContentPartPr/>
                <p14:nvPr/>
              </p14:nvContentPartPr>
              <p14:xfrm>
                <a:off x="9236160" y="1349856"/>
                <a:ext cx="221760" cy="32832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3FEADB9A-C55B-BAFE-EF6C-896B668320ED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9231840" y="1345536"/>
                  <a:ext cx="230400" cy="33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3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DD9A8B2C-6948-DDC5-5BAC-C5FC4E49A3EA}"/>
                    </a:ext>
                  </a:extLst>
                </p14:cNvPr>
                <p14:cNvContentPartPr/>
                <p14:nvPr/>
              </p14:nvContentPartPr>
              <p14:xfrm>
                <a:off x="9607320" y="1283976"/>
                <a:ext cx="212400" cy="51192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DD9A8B2C-6948-DDC5-5BAC-C5FC4E49A3EA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9603000" y="1279656"/>
                  <a:ext cx="221040" cy="52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5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E291478E-D03C-975B-8B3C-71A2B720773A}"/>
                    </a:ext>
                  </a:extLst>
                </p14:cNvPr>
                <p14:cNvContentPartPr/>
                <p14:nvPr/>
              </p14:nvContentPartPr>
              <p14:xfrm>
                <a:off x="10069200" y="1544976"/>
                <a:ext cx="24120" cy="72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E291478E-D03C-975B-8B3C-71A2B720773A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10064880" y="1540656"/>
                  <a:ext cx="32760" cy="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7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530F187E-2E47-6B10-9B84-DA61472F0D66}"/>
                    </a:ext>
                  </a:extLst>
                </p14:cNvPr>
                <p14:cNvContentPartPr/>
                <p14:nvPr/>
              </p14:nvContentPartPr>
              <p14:xfrm>
                <a:off x="9955800" y="1750536"/>
                <a:ext cx="120600" cy="14580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530F187E-2E47-6B10-9B84-DA61472F0D66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9951480" y="1746216"/>
                  <a:ext cx="129240" cy="154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4" name="Group 133">
            <a:extLst>
              <a:ext uri="{FF2B5EF4-FFF2-40B4-BE49-F238E27FC236}">
                <a16:creationId xmlns:a16="http://schemas.microsoft.com/office/drawing/2014/main" id="{1535FA3B-C8E6-12A4-3272-84B72EB83A24}"/>
              </a:ext>
            </a:extLst>
          </p:cNvPr>
          <p:cNvGrpSpPr/>
          <p:nvPr/>
        </p:nvGrpSpPr>
        <p:grpSpPr>
          <a:xfrm>
            <a:off x="4929120" y="2448216"/>
            <a:ext cx="1178640" cy="358200"/>
            <a:chOff x="4929120" y="2448216"/>
            <a:chExt cx="1178640" cy="358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9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E8ED32D9-E2A6-FA87-DF0C-BF76B95C262A}"/>
                    </a:ext>
                  </a:extLst>
                </p14:cNvPr>
                <p14:cNvContentPartPr/>
                <p14:nvPr/>
              </p14:nvContentPartPr>
              <p14:xfrm>
                <a:off x="4929120" y="2497896"/>
                <a:ext cx="326520" cy="20268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E8ED32D9-E2A6-FA87-DF0C-BF76B95C262A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4924800" y="2493576"/>
                  <a:ext cx="33516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1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8B8AB3F3-FE66-CB5F-F88A-CF15D09CC7DE}"/>
                    </a:ext>
                  </a:extLst>
                </p14:cNvPr>
                <p14:cNvContentPartPr/>
                <p14:nvPr/>
              </p14:nvContentPartPr>
              <p14:xfrm>
                <a:off x="5391720" y="2551536"/>
                <a:ext cx="199080" cy="432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8B8AB3F3-FE66-CB5F-F88A-CF15D09CC7DE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5387400" y="2547216"/>
                  <a:ext cx="207720" cy="1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3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4CD041C5-F497-F700-82D1-715C9147A99F}"/>
                    </a:ext>
                  </a:extLst>
                </p14:cNvPr>
                <p14:cNvContentPartPr/>
                <p14:nvPr/>
              </p14:nvContentPartPr>
              <p14:xfrm>
                <a:off x="5701320" y="2501136"/>
                <a:ext cx="193680" cy="1224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4CD041C5-F497-F700-82D1-715C9147A99F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5697000" y="2496816"/>
                  <a:ext cx="202320" cy="2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5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E9EA8644-D448-7FFD-54CD-AC03BB2BDBFE}"/>
                    </a:ext>
                  </a:extLst>
                </p14:cNvPr>
                <p14:cNvContentPartPr/>
                <p14:nvPr/>
              </p14:nvContentPartPr>
              <p14:xfrm>
                <a:off x="6080040" y="2448216"/>
                <a:ext cx="11880" cy="2124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E9EA8644-D448-7FFD-54CD-AC03BB2BDBFE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6075720" y="2443896"/>
                  <a:ext cx="2052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7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0B349404-3B20-44BF-C0D0-7580C47E0FB3}"/>
                    </a:ext>
                  </a:extLst>
                </p14:cNvPr>
                <p14:cNvContentPartPr/>
                <p14:nvPr/>
              </p14:nvContentPartPr>
              <p14:xfrm>
                <a:off x="5895000" y="2576376"/>
                <a:ext cx="212760" cy="23004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0B349404-3B20-44BF-C0D0-7580C47E0FB3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5890680" y="2572056"/>
                  <a:ext cx="221400" cy="2386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0015130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BE48DB6D-2C0D-CE6E-22E6-96FFA19CEA1F}"/>
                  </a:ext>
                </a:extLst>
              </p14:cNvPr>
              <p14:cNvContentPartPr/>
              <p14:nvPr/>
            </p14:nvContentPartPr>
            <p14:xfrm>
              <a:off x="2524680" y="1214280"/>
              <a:ext cx="88920" cy="12204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BE48DB6D-2C0D-CE6E-22E6-96FFA19CEA1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520360" y="1209960"/>
                <a:ext cx="97560" cy="13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6D98292B-4294-6400-8197-69DC07EF5002}"/>
                  </a:ext>
                </a:extLst>
              </p14:cNvPr>
              <p14:cNvContentPartPr/>
              <p14:nvPr/>
            </p14:nvContentPartPr>
            <p14:xfrm>
              <a:off x="1896480" y="2032200"/>
              <a:ext cx="34920" cy="1155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6D98292B-4294-6400-8197-69DC07EF500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892160" y="2027880"/>
                <a:ext cx="43560" cy="12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D62A9F23-C7CC-8E98-3335-85FA04BFEFD1}"/>
                  </a:ext>
                </a:extLst>
              </p14:cNvPr>
              <p14:cNvContentPartPr/>
              <p14:nvPr/>
            </p14:nvContentPartPr>
            <p14:xfrm>
              <a:off x="3065400" y="2070360"/>
              <a:ext cx="115560" cy="867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D62A9F23-C7CC-8E98-3335-85FA04BFEFD1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061080" y="2066040"/>
                <a:ext cx="124200" cy="9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36E14EAB-FD9A-9F44-96DF-647BA795E9B9}"/>
                  </a:ext>
                </a:extLst>
              </p14:cNvPr>
              <p14:cNvContentPartPr/>
              <p14:nvPr/>
            </p14:nvContentPartPr>
            <p14:xfrm>
              <a:off x="1323720" y="510840"/>
              <a:ext cx="152640" cy="1425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36E14EAB-FD9A-9F44-96DF-647BA795E9B9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319400" y="506520"/>
                <a:ext cx="161280" cy="15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A83F7623-8371-F55E-93E6-25AAE37924B8}"/>
                  </a:ext>
                </a:extLst>
              </p14:cNvPr>
              <p14:cNvContentPartPr/>
              <p14:nvPr/>
            </p14:nvContentPartPr>
            <p14:xfrm>
              <a:off x="1478160" y="532800"/>
              <a:ext cx="70920" cy="8568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A83F7623-8371-F55E-93E6-25AAE37924B8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473840" y="528480"/>
                <a:ext cx="79560" cy="9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365174BD-27D7-1144-B886-8429C83383A8}"/>
                  </a:ext>
                </a:extLst>
              </p14:cNvPr>
              <p14:cNvContentPartPr/>
              <p14:nvPr/>
            </p14:nvContentPartPr>
            <p14:xfrm>
              <a:off x="1577520" y="544320"/>
              <a:ext cx="77760" cy="669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365174BD-27D7-1144-B886-8429C83383A8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573200" y="540000"/>
                <a:ext cx="86400" cy="7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CD711470-FEBD-1868-0449-EF17A7659BD0}"/>
                  </a:ext>
                </a:extLst>
              </p14:cNvPr>
              <p14:cNvContentPartPr/>
              <p14:nvPr/>
            </p14:nvContentPartPr>
            <p14:xfrm>
              <a:off x="1713960" y="443880"/>
              <a:ext cx="99720" cy="16380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CD711470-FEBD-1868-0449-EF17A7659BD0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709640" y="439560"/>
                <a:ext cx="108360" cy="17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7FD1AE01-29F8-972E-BB94-ED11097F5191}"/>
                  </a:ext>
                </a:extLst>
              </p14:cNvPr>
              <p14:cNvContentPartPr/>
              <p14:nvPr/>
            </p14:nvContentPartPr>
            <p14:xfrm>
              <a:off x="1709280" y="510840"/>
              <a:ext cx="148320" cy="252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7FD1AE01-29F8-972E-BB94-ED11097F5191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704960" y="506520"/>
                <a:ext cx="156960" cy="1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DB8A9C31-0C56-B801-FD66-BB078A4C8367}"/>
                  </a:ext>
                </a:extLst>
              </p14:cNvPr>
              <p14:cNvContentPartPr/>
              <p14:nvPr/>
            </p14:nvContentPartPr>
            <p14:xfrm>
              <a:off x="2256840" y="473760"/>
              <a:ext cx="297720" cy="33948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DB8A9C31-0C56-B801-FD66-BB078A4C8367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2252520" y="469440"/>
                <a:ext cx="306360" cy="34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601795E7-AB49-3AF5-1603-45A5A7F031C2}"/>
                  </a:ext>
                </a:extLst>
              </p14:cNvPr>
              <p14:cNvContentPartPr/>
              <p14:nvPr/>
            </p14:nvContentPartPr>
            <p14:xfrm>
              <a:off x="2443320" y="740880"/>
              <a:ext cx="93240" cy="5148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601795E7-AB49-3AF5-1603-45A5A7F031C2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2439000" y="736560"/>
                <a:ext cx="101880" cy="6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EE79B16A-4BE3-308C-40B0-F36FD68D3ABA}"/>
                  </a:ext>
                </a:extLst>
              </p14:cNvPr>
              <p14:cNvContentPartPr/>
              <p14:nvPr/>
            </p14:nvContentPartPr>
            <p14:xfrm>
              <a:off x="2526480" y="727200"/>
              <a:ext cx="95760" cy="9720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EE79B16A-4BE3-308C-40B0-F36FD68D3ABA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2522160" y="722880"/>
                <a:ext cx="104400" cy="10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DFB1C483-F7A9-FFB6-DA34-138B8F5ED7BA}"/>
                  </a:ext>
                </a:extLst>
              </p14:cNvPr>
              <p14:cNvContentPartPr/>
              <p14:nvPr/>
            </p14:nvContentPartPr>
            <p14:xfrm>
              <a:off x="2354040" y="780480"/>
              <a:ext cx="381600" cy="40788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DFB1C483-F7A9-FFB6-DA34-138B8F5ED7BA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2349720" y="776160"/>
                <a:ext cx="390240" cy="41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482402C0-E700-B792-8EE5-DA86C9444BFD}"/>
                  </a:ext>
                </a:extLst>
              </p14:cNvPr>
              <p14:cNvContentPartPr/>
              <p14:nvPr/>
            </p14:nvContentPartPr>
            <p14:xfrm>
              <a:off x="2210760" y="1139040"/>
              <a:ext cx="220320" cy="47844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482402C0-E700-B792-8EE5-DA86C9444BFD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2206440" y="1134720"/>
                <a:ext cx="228960" cy="48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C52B940D-80D0-1752-B971-D44FB3FFA4AE}"/>
                  </a:ext>
                </a:extLst>
              </p14:cNvPr>
              <p14:cNvContentPartPr/>
              <p14:nvPr/>
            </p14:nvContentPartPr>
            <p14:xfrm>
              <a:off x="1753200" y="1575000"/>
              <a:ext cx="508680" cy="42300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C52B940D-80D0-1752-B971-D44FB3FFA4AE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1748880" y="1570680"/>
                <a:ext cx="517320" cy="43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40CE942A-9D49-ED3B-56DA-AFEACC8AB186}"/>
                  </a:ext>
                </a:extLst>
              </p14:cNvPr>
              <p14:cNvContentPartPr/>
              <p14:nvPr/>
            </p14:nvContentPartPr>
            <p14:xfrm>
              <a:off x="2640960" y="1171440"/>
              <a:ext cx="441000" cy="46224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40CE942A-9D49-ED3B-56DA-AFEACC8AB186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2636640" y="1167120"/>
                <a:ext cx="449640" cy="47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EB1512E2-D2FD-FEDE-C569-84A2FC011026}"/>
                  </a:ext>
                </a:extLst>
              </p14:cNvPr>
              <p14:cNvContentPartPr/>
              <p14:nvPr/>
            </p14:nvContentPartPr>
            <p14:xfrm>
              <a:off x="2824200" y="1628640"/>
              <a:ext cx="521640" cy="38808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EB1512E2-D2FD-FEDE-C569-84A2FC011026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2819880" y="1624320"/>
                <a:ext cx="530280" cy="39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DD1F45A2-CDE1-A9CE-BEF6-227A6242BE3A}"/>
                  </a:ext>
                </a:extLst>
              </p14:cNvPr>
              <p14:cNvContentPartPr/>
              <p14:nvPr/>
            </p14:nvContentPartPr>
            <p14:xfrm>
              <a:off x="1455120" y="1971360"/>
              <a:ext cx="344880" cy="66924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DD1F45A2-CDE1-A9CE-BEF6-227A6242BE3A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1450800" y="1967040"/>
                <a:ext cx="353520" cy="67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A5C5E818-8AE5-13B7-3BAD-775D4698DD96}"/>
                  </a:ext>
                </a:extLst>
              </p14:cNvPr>
              <p14:cNvContentPartPr/>
              <p14:nvPr/>
            </p14:nvContentPartPr>
            <p14:xfrm>
              <a:off x="906120" y="2576160"/>
              <a:ext cx="676080" cy="71208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A5C5E818-8AE5-13B7-3BAD-775D4698DD96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901800" y="2571840"/>
                <a:ext cx="684720" cy="72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9AFAB547-6999-FB05-B9B8-CC29CF34D50F}"/>
                  </a:ext>
                </a:extLst>
              </p14:cNvPr>
              <p14:cNvContentPartPr/>
              <p14:nvPr/>
            </p14:nvContentPartPr>
            <p14:xfrm>
              <a:off x="2090160" y="2001960"/>
              <a:ext cx="56160" cy="87804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9AFAB547-6999-FB05-B9B8-CC29CF34D50F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2085840" y="1997640"/>
                <a:ext cx="64800" cy="88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4476137C-5D55-BCE5-4313-449C7B102EBE}"/>
                  </a:ext>
                </a:extLst>
              </p14:cNvPr>
              <p14:cNvContentPartPr/>
              <p14:nvPr/>
            </p14:nvContentPartPr>
            <p14:xfrm>
              <a:off x="1806480" y="2653200"/>
              <a:ext cx="594000" cy="75060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4476137C-5D55-BCE5-4313-449C7B102EBE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1802160" y="2648880"/>
                <a:ext cx="602640" cy="75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464DFACD-A811-E04A-E57E-16C7A3F803DC}"/>
                  </a:ext>
                </a:extLst>
              </p14:cNvPr>
              <p14:cNvContentPartPr/>
              <p14:nvPr/>
            </p14:nvContentPartPr>
            <p14:xfrm>
              <a:off x="2704680" y="1971720"/>
              <a:ext cx="282600" cy="74484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464DFACD-A811-E04A-E57E-16C7A3F803DC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2700360" y="1967400"/>
                <a:ext cx="291240" cy="75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8CE54B40-CC5F-9F46-969B-0E05EF3994E9}"/>
                  </a:ext>
                </a:extLst>
              </p14:cNvPr>
              <p14:cNvContentPartPr/>
              <p14:nvPr/>
            </p14:nvContentPartPr>
            <p14:xfrm>
              <a:off x="2485080" y="2699280"/>
              <a:ext cx="532080" cy="62676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8CE54B40-CC5F-9F46-969B-0E05EF3994E9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2480760" y="2694960"/>
                <a:ext cx="540720" cy="63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35D06D84-67A4-0ED2-178E-020351B19A2A}"/>
                  </a:ext>
                </a:extLst>
              </p14:cNvPr>
              <p14:cNvContentPartPr/>
              <p14:nvPr/>
            </p14:nvContentPartPr>
            <p14:xfrm>
              <a:off x="952200" y="3337920"/>
              <a:ext cx="97200" cy="13212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35D06D84-67A4-0ED2-178E-020351B19A2A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947880" y="3333600"/>
                <a:ext cx="105840" cy="14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EFE66629-17CA-B91A-37DA-3AF37E93BB83}"/>
                  </a:ext>
                </a:extLst>
              </p14:cNvPr>
              <p14:cNvContentPartPr/>
              <p14:nvPr/>
            </p14:nvContentPartPr>
            <p14:xfrm>
              <a:off x="1896480" y="3444840"/>
              <a:ext cx="141120" cy="8892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EFE66629-17CA-B91A-37DA-3AF37E93BB83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1892160" y="3440520"/>
                <a:ext cx="149760" cy="9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DA11115B-ACF9-9A8F-38E5-CEF0B9BBD8CA}"/>
                  </a:ext>
                </a:extLst>
              </p14:cNvPr>
              <p14:cNvContentPartPr/>
              <p14:nvPr/>
            </p14:nvContentPartPr>
            <p14:xfrm>
              <a:off x="1971360" y="3483720"/>
              <a:ext cx="27000" cy="11016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DA11115B-ACF9-9A8F-38E5-CEF0B9BBD8CA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1967040" y="3479400"/>
                <a:ext cx="35640" cy="11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AE7B6570-6B66-B1FC-21AF-6FD81B661D8B}"/>
                  </a:ext>
                </a:extLst>
              </p14:cNvPr>
              <p14:cNvContentPartPr/>
              <p14:nvPr/>
            </p14:nvContentPartPr>
            <p14:xfrm>
              <a:off x="2640600" y="3411000"/>
              <a:ext cx="73440" cy="10152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AE7B6570-6B66-B1FC-21AF-6FD81B661D8B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2636280" y="3406680"/>
                <a:ext cx="82080" cy="11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A86DDD0D-A552-C2B4-5EA2-54C88A920AA8}"/>
                  </a:ext>
                </a:extLst>
              </p14:cNvPr>
              <p14:cNvContentPartPr/>
              <p14:nvPr/>
            </p14:nvContentPartPr>
            <p14:xfrm>
              <a:off x="2707200" y="3404880"/>
              <a:ext cx="95040" cy="1080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A86DDD0D-A552-C2B4-5EA2-54C88A920AA8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2702880" y="3400560"/>
                <a:ext cx="103680" cy="1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282CD951-3989-0D45-C3B2-27FC0CF86004}"/>
                  </a:ext>
                </a:extLst>
              </p14:cNvPr>
              <p14:cNvContentPartPr/>
              <p14:nvPr/>
            </p14:nvContentPartPr>
            <p14:xfrm>
              <a:off x="3039840" y="1753200"/>
              <a:ext cx="113400" cy="16920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282CD951-3989-0D45-C3B2-27FC0CF86004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3035520" y="1748880"/>
                <a:ext cx="122040" cy="17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0EBFF1FD-2655-5B49-9841-CECB39A11829}"/>
                  </a:ext>
                </a:extLst>
              </p14:cNvPr>
              <p14:cNvContentPartPr/>
              <p14:nvPr/>
            </p14:nvContentPartPr>
            <p14:xfrm>
              <a:off x="3097800" y="1782720"/>
              <a:ext cx="101520" cy="756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0EBFF1FD-2655-5B49-9841-CECB39A11829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3093480" y="1778400"/>
                <a:ext cx="110160" cy="1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FA4D14AB-CF77-A7E0-9AD4-46C7F5C39108}"/>
                  </a:ext>
                </a:extLst>
              </p14:cNvPr>
              <p14:cNvContentPartPr/>
              <p14:nvPr/>
            </p14:nvContentPartPr>
            <p14:xfrm>
              <a:off x="1090440" y="2908440"/>
              <a:ext cx="210240" cy="16668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FA4D14AB-CF77-A7E0-9AD4-46C7F5C39108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1086120" y="2904120"/>
                <a:ext cx="218880" cy="17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8FD5B2B0-D0B6-EFEC-7ACB-05A89CB0A1C8}"/>
                  </a:ext>
                </a:extLst>
              </p14:cNvPr>
              <p14:cNvContentPartPr/>
              <p14:nvPr/>
            </p14:nvContentPartPr>
            <p14:xfrm>
              <a:off x="2651760" y="2980080"/>
              <a:ext cx="152640" cy="16920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8FD5B2B0-D0B6-EFEC-7ACB-05A89CB0A1C8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2647440" y="2975760"/>
                <a:ext cx="161280" cy="17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F0D9310B-87AC-3182-77BB-5AD424AA12D1}"/>
                  </a:ext>
                </a:extLst>
              </p14:cNvPr>
              <p14:cNvContentPartPr/>
              <p14:nvPr/>
            </p14:nvContentPartPr>
            <p14:xfrm>
              <a:off x="2049120" y="2988576"/>
              <a:ext cx="37440" cy="20808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F0D9310B-87AC-3182-77BB-5AD424AA12D1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2044800" y="2984256"/>
                <a:ext cx="46080" cy="21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72E20F85-0B5A-48F2-087A-EE2AFFC07C44}"/>
                  </a:ext>
                </a:extLst>
              </p14:cNvPr>
              <p14:cNvContentPartPr/>
              <p14:nvPr/>
            </p14:nvContentPartPr>
            <p14:xfrm>
              <a:off x="1940760" y="1711656"/>
              <a:ext cx="189720" cy="16164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72E20F85-0B5A-48F2-087A-EE2AFFC07C44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1936440" y="1707336"/>
                <a:ext cx="198360" cy="17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22A547C9-0939-BA99-9C30-54D554FBA341}"/>
                  </a:ext>
                </a:extLst>
              </p14:cNvPr>
              <p14:cNvContentPartPr/>
              <p14:nvPr/>
            </p14:nvContentPartPr>
            <p14:xfrm>
              <a:off x="2046600" y="1776096"/>
              <a:ext cx="46800" cy="17460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22A547C9-0939-BA99-9C30-54D554FBA341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2042280" y="1771776"/>
                <a:ext cx="55440" cy="18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42539F60-8E09-F1B2-487F-AA12DC5F38F1}"/>
                  </a:ext>
                </a:extLst>
              </p14:cNvPr>
              <p14:cNvContentPartPr/>
              <p14:nvPr/>
            </p14:nvContentPartPr>
            <p14:xfrm>
              <a:off x="7236024" y="2926980"/>
              <a:ext cx="83160" cy="62208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42539F60-8E09-F1B2-487F-AA12DC5F38F1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7231685" y="2922660"/>
                <a:ext cx="91838" cy="63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E7A290A5-5EC7-BC84-C7FA-6B55C95A42BF}"/>
                  </a:ext>
                </a:extLst>
              </p14:cNvPr>
              <p14:cNvContentPartPr/>
              <p14:nvPr/>
            </p14:nvContentPartPr>
            <p14:xfrm>
              <a:off x="7181664" y="2825100"/>
              <a:ext cx="3445920" cy="72540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E7A290A5-5EC7-BC84-C7FA-6B55C95A42BF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7177344" y="2820778"/>
                <a:ext cx="3454560" cy="73404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61C33EE7-0EC2-E2B4-B8E9-BBC5308FB542}"/>
                  </a:ext>
                </a:extLst>
              </p14:cNvPr>
              <p14:cNvContentPartPr/>
              <p14:nvPr/>
            </p14:nvContentPartPr>
            <p14:xfrm>
              <a:off x="7797624" y="2966940"/>
              <a:ext cx="37080" cy="599400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61C33EE7-0EC2-E2B4-B8E9-BBC5308FB542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7793262" y="2962623"/>
                <a:ext cx="45805" cy="60803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7FE3CA39-258F-08FE-997C-1FF1F45B9721}"/>
                  </a:ext>
                </a:extLst>
              </p14:cNvPr>
              <p14:cNvContentPartPr/>
              <p14:nvPr/>
            </p14:nvContentPartPr>
            <p14:xfrm>
              <a:off x="8427624" y="2917260"/>
              <a:ext cx="25920" cy="586800"/>
            </p14:xfrm>
          </p:contentPart>
        </mc:Choice>
        <mc:Fallback xmlns=""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7FE3CA39-258F-08FE-997C-1FF1F45B9721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8423304" y="2912940"/>
                <a:ext cx="34560" cy="59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E8E9A67E-835E-54E4-48E2-B8947E402244}"/>
                  </a:ext>
                </a:extLst>
              </p14:cNvPr>
              <p14:cNvContentPartPr/>
              <p14:nvPr/>
            </p14:nvContentPartPr>
            <p14:xfrm>
              <a:off x="8953584" y="2848860"/>
              <a:ext cx="83160" cy="700920"/>
            </p14:xfrm>
          </p:contentPart>
        </mc:Choice>
        <mc:Fallback xmlns=""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E8E9A67E-835E-54E4-48E2-B8947E402244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8949264" y="2844540"/>
                <a:ext cx="91800" cy="70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5DD4F451-B6FE-D97A-495F-28B25A029408}"/>
                  </a:ext>
                </a:extLst>
              </p14:cNvPr>
              <p14:cNvContentPartPr/>
              <p14:nvPr/>
            </p14:nvContentPartPr>
            <p14:xfrm>
              <a:off x="9459744" y="2850660"/>
              <a:ext cx="54000" cy="642240"/>
            </p14:xfrm>
          </p:contentPart>
        </mc:Choice>
        <mc:Fallback xmlns=""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5DD4F451-B6FE-D97A-495F-28B25A029408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9455424" y="2846342"/>
                <a:ext cx="62640" cy="65087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39E472C2-3A5E-7321-1E8D-76620257D1F8}"/>
                  </a:ext>
                </a:extLst>
              </p14:cNvPr>
              <p14:cNvContentPartPr/>
              <p14:nvPr/>
            </p14:nvContentPartPr>
            <p14:xfrm>
              <a:off x="9948984" y="2818980"/>
              <a:ext cx="82080" cy="711720"/>
            </p14:xfrm>
          </p:contentPart>
        </mc:Choice>
        <mc:Fallback xmlns=""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39E472C2-3A5E-7321-1E8D-76620257D1F8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9944664" y="2814660"/>
                <a:ext cx="90720" cy="72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8BDD0413-334F-BEB1-8664-E3E99525D962}"/>
                  </a:ext>
                </a:extLst>
              </p14:cNvPr>
              <p14:cNvContentPartPr/>
              <p14:nvPr/>
            </p14:nvContentPartPr>
            <p14:xfrm>
              <a:off x="8055744" y="3586860"/>
              <a:ext cx="25920" cy="85680"/>
            </p14:xfrm>
          </p:contentPart>
        </mc:Choice>
        <mc:Fallback xmlns=""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8BDD0413-334F-BEB1-8664-E3E99525D962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8051424" y="3582540"/>
                <a:ext cx="34560" cy="9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AECB79EE-7301-CD07-3561-1BF1309B4341}"/>
                  </a:ext>
                </a:extLst>
              </p14:cNvPr>
              <p14:cNvContentPartPr/>
              <p14:nvPr/>
            </p14:nvContentPartPr>
            <p14:xfrm>
              <a:off x="5733240" y="3450600"/>
              <a:ext cx="267840" cy="135720"/>
            </p14:xfrm>
          </p:contentPart>
        </mc:Choice>
        <mc:Fallback xmlns=""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AECB79EE-7301-CD07-3561-1BF1309B4341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5728920" y="3446280"/>
                <a:ext cx="276480" cy="14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C3110352-52D6-DF48-7A79-2391DE8FA368}"/>
                  </a:ext>
                </a:extLst>
              </p14:cNvPr>
              <p14:cNvContentPartPr/>
              <p14:nvPr/>
            </p14:nvContentPartPr>
            <p14:xfrm>
              <a:off x="5744040" y="3665880"/>
              <a:ext cx="21240" cy="265320"/>
            </p14:xfrm>
          </p:contentPart>
        </mc:Choice>
        <mc:Fallback xmlns=""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C3110352-52D6-DF48-7A79-2391DE8FA368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5739720" y="3661560"/>
                <a:ext cx="29880" cy="27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913D2693-36FF-5057-1BE2-9FB10599ED25}"/>
                  </a:ext>
                </a:extLst>
              </p14:cNvPr>
              <p14:cNvContentPartPr/>
              <p14:nvPr/>
            </p14:nvContentPartPr>
            <p14:xfrm>
              <a:off x="5727840" y="3578040"/>
              <a:ext cx="457560" cy="335160"/>
            </p14:xfrm>
          </p:contentPart>
        </mc:Choice>
        <mc:Fallback xmlns=""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913D2693-36FF-5057-1BE2-9FB10599ED25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5723520" y="3573720"/>
                <a:ext cx="466200" cy="34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C841FF55-53FD-FFE1-A910-4DE3850D5EFE}"/>
                  </a:ext>
                </a:extLst>
              </p14:cNvPr>
              <p14:cNvContentPartPr/>
              <p14:nvPr/>
            </p14:nvContentPartPr>
            <p14:xfrm>
              <a:off x="6067320" y="3237120"/>
              <a:ext cx="1139400" cy="520200"/>
            </p14:xfrm>
          </p:contentPart>
        </mc:Choice>
        <mc:Fallback xmlns=""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C841FF55-53FD-FFE1-A910-4DE3850D5EFE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6063000" y="3232800"/>
                <a:ext cx="1148040" cy="52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55912BF3-9337-9D64-BE86-2A8BCA51A905}"/>
                  </a:ext>
                </a:extLst>
              </p14:cNvPr>
              <p14:cNvContentPartPr/>
              <p14:nvPr/>
            </p14:nvContentPartPr>
            <p14:xfrm>
              <a:off x="7127880" y="3161880"/>
              <a:ext cx="94680" cy="181800"/>
            </p14:xfrm>
          </p:contentPart>
        </mc:Choice>
        <mc:Fallback xmlns=""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55912BF3-9337-9D64-BE86-2A8BCA51A905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7123560" y="3157560"/>
                <a:ext cx="103320" cy="19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637BA4BB-9719-33E5-D795-E1D72B1CA9F0}"/>
                  </a:ext>
                </a:extLst>
              </p14:cNvPr>
              <p14:cNvContentPartPr/>
              <p14:nvPr/>
            </p14:nvContentPartPr>
            <p14:xfrm>
              <a:off x="7628640" y="3587760"/>
              <a:ext cx="123840" cy="99000"/>
            </p14:xfrm>
          </p:contentPart>
        </mc:Choice>
        <mc:Fallback xmlns=""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637BA4BB-9719-33E5-D795-E1D72B1CA9F0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7624320" y="3583440"/>
                <a:ext cx="132480" cy="10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7D5018C0-587D-868F-9588-29261979E483}"/>
                  </a:ext>
                </a:extLst>
              </p14:cNvPr>
              <p14:cNvContentPartPr/>
              <p14:nvPr/>
            </p14:nvContentPartPr>
            <p14:xfrm>
              <a:off x="8673000" y="3574080"/>
              <a:ext cx="233640" cy="106200"/>
            </p14:xfrm>
          </p:contentPart>
        </mc:Choice>
        <mc:Fallback xmlns=""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7D5018C0-587D-868F-9588-29261979E483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8668680" y="3569760"/>
                <a:ext cx="242280" cy="11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D79036AE-37AF-3658-4A0F-BB350F9A3D86}"/>
                  </a:ext>
                </a:extLst>
              </p14:cNvPr>
              <p14:cNvContentPartPr/>
              <p14:nvPr/>
            </p14:nvContentPartPr>
            <p14:xfrm>
              <a:off x="9222720" y="3590280"/>
              <a:ext cx="130680" cy="114840"/>
            </p14:xfrm>
          </p:contentPart>
        </mc:Choice>
        <mc:Fallback xmlns=""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D79036AE-37AF-3658-4A0F-BB350F9A3D86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9218400" y="3585960"/>
                <a:ext cx="139320" cy="12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2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626BBEB2-2A4C-65C3-51AC-44F2AD3856D9}"/>
                  </a:ext>
                </a:extLst>
              </p14:cNvPr>
              <p14:cNvContentPartPr/>
              <p14:nvPr/>
            </p14:nvContentPartPr>
            <p14:xfrm>
              <a:off x="9647880" y="3570840"/>
              <a:ext cx="146520" cy="79920"/>
            </p14:xfrm>
          </p:contentPart>
        </mc:Choice>
        <mc:Fallback xmlns=""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626BBEB2-2A4C-65C3-51AC-44F2AD3856D9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9643560" y="3566520"/>
                <a:ext cx="155160" cy="8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4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06B300AF-A3DC-90A0-1481-1D3E6A36DC56}"/>
                  </a:ext>
                </a:extLst>
              </p14:cNvPr>
              <p14:cNvContentPartPr/>
              <p14:nvPr/>
            </p14:nvContentPartPr>
            <p14:xfrm>
              <a:off x="9751920" y="3578760"/>
              <a:ext cx="30240" cy="112320"/>
            </p14:xfrm>
          </p:contentPart>
        </mc:Choice>
        <mc:Fallback xmlns=""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06B300AF-A3DC-90A0-1481-1D3E6A36DC56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9747600" y="3574440"/>
                <a:ext cx="38880" cy="12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6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1E871CF6-7C7A-2B11-1252-C702B2AF77F8}"/>
                  </a:ext>
                </a:extLst>
              </p14:cNvPr>
              <p14:cNvContentPartPr/>
              <p14:nvPr/>
            </p14:nvContentPartPr>
            <p14:xfrm>
              <a:off x="10102920" y="3584520"/>
              <a:ext cx="78120" cy="103680"/>
            </p14:xfrm>
          </p:contentPart>
        </mc:Choice>
        <mc:Fallback xmlns=""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1E871CF6-7C7A-2B11-1252-C702B2AF77F8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10098600" y="3580200"/>
                <a:ext cx="86760" cy="11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8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90C22F1B-7456-94B1-34AC-0040FDB822DA}"/>
                  </a:ext>
                </a:extLst>
              </p14:cNvPr>
              <p14:cNvContentPartPr/>
              <p14:nvPr/>
            </p14:nvContentPartPr>
            <p14:xfrm>
              <a:off x="10181400" y="3560400"/>
              <a:ext cx="88200" cy="23400"/>
            </p14:xfrm>
          </p:contentPart>
        </mc:Choice>
        <mc:Fallback xmlns=""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90C22F1B-7456-94B1-34AC-0040FDB822DA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10177080" y="3556080"/>
                <a:ext cx="96840" cy="3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0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87366D06-50B4-CEF4-061A-E0D0702DAB47}"/>
                  </a:ext>
                </a:extLst>
              </p14:cNvPr>
              <p14:cNvContentPartPr/>
              <p14:nvPr/>
            </p14:nvContentPartPr>
            <p14:xfrm>
              <a:off x="10689000" y="3533760"/>
              <a:ext cx="91080" cy="162720"/>
            </p14:xfrm>
          </p:contentPart>
        </mc:Choice>
        <mc:Fallback xmlns=""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87366D06-50B4-CEF4-061A-E0D0702DAB47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10684680" y="3529440"/>
                <a:ext cx="99720" cy="17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2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5C7514DB-991A-C3FB-A386-67998334DABA}"/>
                  </a:ext>
                </a:extLst>
              </p14:cNvPr>
              <p14:cNvContentPartPr/>
              <p14:nvPr/>
            </p14:nvContentPartPr>
            <p14:xfrm>
              <a:off x="10590360" y="2863440"/>
              <a:ext cx="495360" cy="594360"/>
            </p14:xfrm>
          </p:contentPart>
        </mc:Choice>
        <mc:Fallback xmlns=""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5C7514DB-991A-C3FB-A386-67998334DABA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10586040" y="2859120"/>
                <a:ext cx="504000" cy="60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4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0DC66782-55E1-6526-301E-66DFD53087D1}"/>
                  </a:ext>
                </a:extLst>
              </p14:cNvPr>
              <p14:cNvContentPartPr/>
              <p14:nvPr/>
            </p14:nvContentPartPr>
            <p14:xfrm>
              <a:off x="10460760" y="3489840"/>
              <a:ext cx="493560" cy="44280"/>
            </p14:xfrm>
          </p:contentPart>
        </mc:Choice>
        <mc:Fallback xmlns=""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0DC66782-55E1-6526-301E-66DFD53087D1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10456440" y="3485520"/>
                <a:ext cx="502200" cy="5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6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94E2098E-A075-F30B-E770-236E0B126D09}"/>
                  </a:ext>
                </a:extLst>
              </p14:cNvPr>
              <p14:cNvContentPartPr/>
              <p14:nvPr/>
            </p14:nvContentPartPr>
            <p14:xfrm>
              <a:off x="8061120" y="3091536"/>
              <a:ext cx="201960" cy="169560"/>
            </p14:xfrm>
          </p:contentPart>
        </mc:Choice>
        <mc:Fallback xmlns=""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94E2098E-A075-F30B-E770-236E0B126D09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8056800" y="3087216"/>
                <a:ext cx="210600" cy="17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8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B1392182-CF43-6C7D-5FA7-62FF00520C0F}"/>
                  </a:ext>
                </a:extLst>
              </p14:cNvPr>
              <p14:cNvContentPartPr/>
              <p14:nvPr/>
            </p14:nvContentPartPr>
            <p14:xfrm>
              <a:off x="8153280" y="3170016"/>
              <a:ext cx="59040" cy="173520"/>
            </p14:xfrm>
          </p:contentPart>
        </mc:Choice>
        <mc:Fallback xmlns=""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B1392182-CF43-6C7D-5FA7-62FF00520C0F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8148960" y="3165696"/>
                <a:ext cx="67680" cy="18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0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48458E22-76E6-C43B-C370-2A4F6142F8AE}"/>
                  </a:ext>
                </a:extLst>
              </p14:cNvPr>
              <p14:cNvContentPartPr/>
              <p14:nvPr/>
            </p14:nvContentPartPr>
            <p14:xfrm>
              <a:off x="8681040" y="3110976"/>
              <a:ext cx="124920" cy="187560"/>
            </p14:xfrm>
          </p:contentPart>
        </mc:Choice>
        <mc:Fallback xmlns=""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48458E22-76E6-C43B-C370-2A4F6142F8AE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8676720" y="3106656"/>
                <a:ext cx="133560" cy="19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2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35C7BF47-DAD3-98DB-CEBA-43AFB62AB3AB}"/>
                  </a:ext>
                </a:extLst>
              </p14:cNvPr>
              <p14:cNvContentPartPr/>
              <p14:nvPr/>
            </p14:nvContentPartPr>
            <p14:xfrm>
              <a:off x="8777880" y="3099456"/>
              <a:ext cx="99720" cy="360"/>
            </p14:xfrm>
          </p:contentPart>
        </mc:Choice>
        <mc:Fallback xmlns=""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35C7BF47-DAD3-98DB-CEBA-43AFB62AB3AB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8773560" y="3095136"/>
                <a:ext cx="108360" cy="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4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3C2730D4-DD00-DEEB-656A-C84DAB9F236A}"/>
                  </a:ext>
                </a:extLst>
              </p14:cNvPr>
              <p14:cNvContentPartPr/>
              <p14:nvPr/>
            </p14:nvContentPartPr>
            <p14:xfrm>
              <a:off x="9240480" y="3157416"/>
              <a:ext cx="160920" cy="209880"/>
            </p14:xfrm>
          </p:contentPart>
        </mc:Choice>
        <mc:Fallback xmlns=""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3C2730D4-DD00-DEEB-656A-C84DAB9F236A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9236160" y="3153096"/>
                <a:ext cx="169560" cy="21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6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CD440FDB-53F0-6D99-40F7-C8312F919104}"/>
                  </a:ext>
                </a:extLst>
              </p14:cNvPr>
              <p14:cNvContentPartPr/>
              <p14:nvPr/>
            </p14:nvContentPartPr>
            <p14:xfrm>
              <a:off x="9745920" y="3099456"/>
              <a:ext cx="7200" cy="185400"/>
            </p14:xfrm>
          </p:contentPart>
        </mc:Choice>
        <mc:Fallback xmlns=""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CD440FDB-53F0-6D99-40F7-C8312F919104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9741600" y="3095136"/>
                <a:ext cx="15840" cy="19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8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8CB3C4F9-7F5D-8678-4D30-DF1AF03A1894}"/>
                  </a:ext>
                </a:extLst>
              </p14:cNvPr>
              <p14:cNvContentPartPr/>
              <p14:nvPr/>
            </p14:nvContentPartPr>
            <p14:xfrm>
              <a:off x="10163880" y="3173256"/>
              <a:ext cx="286920" cy="153720"/>
            </p14:xfrm>
          </p:contentPart>
        </mc:Choice>
        <mc:Fallback xmlns=""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8CB3C4F9-7F5D-8678-4D30-DF1AF03A1894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10159560" y="3168936"/>
                <a:ext cx="295560" cy="16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0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E49C4196-543F-022B-BE2B-F32203B4124F}"/>
                  </a:ext>
                </a:extLst>
              </p14:cNvPr>
              <p14:cNvContentPartPr/>
              <p14:nvPr/>
            </p14:nvContentPartPr>
            <p14:xfrm>
              <a:off x="2496600" y="896616"/>
              <a:ext cx="128160" cy="171360"/>
            </p14:xfrm>
          </p:contentPart>
        </mc:Choice>
        <mc:Fallback xmlns=""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E49C4196-543F-022B-BE2B-F32203B4124F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2492280" y="892296"/>
                <a:ext cx="136800" cy="18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2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846DA6F2-525D-7E27-2B94-204DE07E0B80}"/>
                  </a:ext>
                </a:extLst>
              </p14:cNvPr>
              <p14:cNvContentPartPr/>
              <p14:nvPr/>
            </p14:nvContentPartPr>
            <p14:xfrm>
              <a:off x="7489440" y="3185856"/>
              <a:ext cx="209520" cy="176040"/>
            </p14:xfrm>
          </p:contentPart>
        </mc:Choice>
        <mc:Fallback xmlns=""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846DA6F2-525D-7E27-2B94-204DE07E0B80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7485120" y="3181536"/>
                <a:ext cx="218160" cy="18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4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760CFC70-6FDB-4D49-D430-3FBFB301C7B8}"/>
                  </a:ext>
                </a:extLst>
              </p14:cNvPr>
              <p14:cNvContentPartPr/>
              <p14:nvPr/>
            </p14:nvContentPartPr>
            <p14:xfrm>
              <a:off x="10662480" y="3071736"/>
              <a:ext cx="247680" cy="294120"/>
            </p14:xfrm>
          </p:contentPart>
        </mc:Choice>
        <mc:Fallback xmlns=""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760CFC70-6FDB-4D49-D430-3FBFB301C7B8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10658160" y="3067416"/>
                <a:ext cx="256320" cy="30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6">
            <p14:nvContentPartPr>
              <p14:cNvPr id="73" name="Ink 72">
                <a:extLst>
                  <a:ext uri="{FF2B5EF4-FFF2-40B4-BE49-F238E27FC236}">
                    <a16:creationId xmlns:a16="http://schemas.microsoft.com/office/drawing/2014/main" id="{2787D161-7FC5-EE51-C9AD-882384F5A333}"/>
                  </a:ext>
                </a:extLst>
              </p14:cNvPr>
              <p14:cNvContentPartPr/>
              <p14:nvPr/>
            </p14:nvContentPartPr>
            <p14:xfrm>
              <a:off x="4754160" y="1890576"/>
              <a:ext cx="114120" cy="150120"/>
            </p14:xfrm>
          </p:contentPart>
        </mc:Choice>
        <mc:Fallback xmlns="">
          <p:pic>
            <p:nvPicPr>
              <p:cNvPr id="73" name="Ink 72">
                <a:extLst>
                  <a:ext uri="{FF2B5EF4-FFF2-40B4-BE49-F238E27FC236}">
                    <a16:creationId xmlns:a16="http://schemas.microsoft.com/office/drawing/2014/main" id="{2787D161-7FC5-EE51-C9AD-882384F5A333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4749840" y="1886256"/>
                <a:ext cx="122760" cy="15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8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953E30B2-07AC-69DF-88A2-BC509D25655E}"/>
                  </a:ext>
                </a:extLst>
              </p14:cNvPr>
              <p14:cNvContentPartPr/>
              <p14:nvPr/>
            </p14:nvContentPartPr>
            <p14:xfrm>
              <a:off x="4929480" y="1803816"/>
              <a:ext cx="418320" cy="158760"/>
            </p14:xfrm>
          </p:contentPart>
        </mc:Choice>
        <mc:Fallback xmlns=""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953E30B2-07AC-69DF-88A2-BC509D25655E}"/>
                  </a:ext>
                </a:extLst>
              </p:cNvPr>
              <p:cNvPicPr/>
              <p:nvPr/>
            </p:nvPicPr>
            <p:blipFill>
              <a:blip r:embed="rId139"/>
              <a:stretch>
                <a:fillRect/>
              </a:stretch>
            </p:blipFill>
            <p:spPr>
              <a:xfrm>
                <a:off x="4925160" y="1799496"/>
                <a:ext cx="426960" cy="16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0">
            <p14:nvContentPartPr>
              <p14:cNvPr id="75" name="Ink 74">
                <a:extLst>
                  <a:ext uri="{FF2B5EF4-FFF2-40B4-BE49-F238E27FC236}">
                    <a16:creationId xmlns:a16="http://schemas.microsoft.com/office/drawing/2014/main" id="{58605A71-88DE-541A-F12B-0D77593D1E54}"/>
                  </a:ext>
                </a:extLst>
              </p14:cNvPr>
              <p14:cNvContentPartPr/>
              <p14:nvPr/>
            </p14:nvContentPartPr>
            <p14:xfrm>
              <a:off x="5379840" y="1839096"/>
              <a:ext cx="97560" cy="243360"/>
            </p14:xfrm>
          </p:contentPart>
        </mc:Choice>
        <mc:Fallback xmlns="">
          <p:pic>
            <p:nvPicPr>
              <p:cNvPr id="75" name="Ink 74">
                <a:extLst>
                  <a:ext uri="{FF2B5EF4-FFF2-40B4-BE49-F238E27FC236}">
                    <a16:creationId xmlns:a16="http://schemas.microsoft.com/office/drawing/2014/main" id="{58605A71-88DE-541A-F12B-0D77593D1E54}"/>
                  </a:ext>
                </a:extLst>
              </p:cNvPr>
              <p:cNvPicPr/>
              <p:nvPr/>
            </p:nvPicPr>
            <p:blipFill>
              <a:blip r:embed="rId141"/>
              <a:stretch>
                <a:fillRect/>
              </a:stretch>
            </p:blipFill>
            <p:spPr>
              <a:xfrm>
                <a:off x="5375520" y="1834776"/>
                <a:ext cx="106200" cy="25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2">
            <p14:nvContentPartPr>
              <p14:cNvPr id="76" name="Ink 75">
                <a:extLst>
                  <a:ext uri="{FF2B5EF4-FFF2-40B4-BE49-F238E27FC236}">
                    <a16:creationId xmlns:a16="http://schemas.microsoft.com/office/drawing/2014/main" id="{1D797AFC-1CE5-D669-D349-3136E882B90B}"/>
                  </a:ext>
                </a:extLst>
              </p14:cNvPr>
              <p14:cNvContentPartPr/>
              <p14:nvPr/>
            </p14:nvContentPartPr>
            <p14:xfrm>
              <a:off x="5439960" y="1768896"/>
              <a:ext cx="92880" cy="90720"/>
            </p14:xfrm>
          </p:contentPart>
        </mc:Choice>
        <mc:Fallback xmlns="">
          <p:pic>
            <p:nvPicPr>
              <p:cNvPr id="76" name="Ink 75">
                <a:extLst>
                  <a:ext uri="{FF2B5EF4-FFF2-40B4-BE49-F238E27FC236}">
                    <a16:creationId xmlns:a16="http://schemas.microsoft.com/office/drawing/2014/main" id="{1D797AFC-1CE5-D669-D349-3136E882B90B}"/>
                  </a:ext>
                </a:extLst>
              </p:cNvPr>
              <p:cNvPicPr/>
              <p:nvPr/>
            </p:nvPicPr>
            <p:blipFill>
              <a:blip r:embed="rId143"/>
              <a:stretch>
                <a:fillRect/>
              </a:stretch>
            </p:blipFill>
            <p:spPr>
              <a:xfrm>
                <a:off x="5435640" y="1764576"/>
                <a:ext cx="101520" cy="9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4">
            <p14:nvContentPartPr>
              <p14:cNvPr id="77" name="Ink 76">
                <a:extLst>
                  <a:ext uri="{FF2B5EF4-FFF2-40B4-BE49-F238E27FC236}">
                    <a16:creationId xmlns:a16="http://schemas.microsoft.com/office/drawing/2014/main" id="{0DFDC7D7-727C-D64F-EE06-2C4C244B79A1}"/>
                  </a:ext>
                </a:extLst>
              </p14:cNvPr>
              <p14:cNvContentPartPr/>
              <p14:nvPr/>
            </p14:nvContentPartPr>
            <p14:xfrm>
              <a:off x="5641200" y="1829016"/>
              <a:ext cx="44280" cy="203760"/>
            </p14:xfrm>
          </p:contentPart>
        </mc:Choice>
        <mc:Fallback xmlns="">
          <p:pic>
            <p:nvPicPr>
              <p:cNvPr id="77" name="Ink 76">
                <a:extLst>
                  <a:ext uri="{FF2B5EF4-FFF2-40B4-BE49-F238E27FC236}">
                    <a16:creationId xmlns:a16="http://schemas.microsoft.com/office/drawing/2014/main" id="{0DFDC7D7-727C-D64F-EE06-2C4C244B79A1}"/>
                  </a:ext>
                </a:extLst>
              </p:cNvPr>
              <p:cNvPicPr/>
              <p:nvPr/>
            </p:nvPicPr>
            <p:blipFill>
              <a:blip r:embed="rId145"/>
              <a:stretch>
                <a:fillRect/>
              </a:stretch>
            </p:blipFill>
            <p:spPr>
              <a:xfrm>
                <a:off x="5636880" y="1824696"/>
                <a:ext cx="52920" cy="21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6">
            <p14:nvContentPartPr>
              <p14:cNvPr id="78" name="Ink 77">
                <a:extLst>
                  <a:ext uri="{FF2B5EF4-FFF2-40B4-BE49-F238E27FC236}">
                    <a16:creationId xmlns:a16="http://schemas.microsoft.com/office/drawing/2014/main" id="{19C631A1-C66E-87E9-37B3-6C06BF417371}"/>
                  </a:ext>
                </a:extLst>
              </p14:cNvPr>
              <p14:cNvContentPartPr/>
              <p14:nvPr/>
            </p14:nvContentPartPr>
            <p14:xfrm>
              <a:off x="5664240" y="1699056"/>
              <a:ext cx="68040" cy="114120"/>
            </p14:xfrm>
          </p:contentPart>
        </mc:Choice>
        <mc:Fallback xmlns="">
          <p:pic>
            <p:nvPicPr>
              <p:cNvPr id="78" name="Ink 77">
                <a:extLst>
                  <a:ext uri="{FF2B5EF4-FFF2-40B4-BE49-F238E27FC236}">
                    <a16:creationId xmlns:a16="http://schemas.microsoft.com/office/drawing/2014/main" id="{19C631A1-C66E-87E9-37B3-6C06BF417371}"/>
                  </a:ext>
                </a:extLst>
              </p:cNvPr>
              <p:cNvPicPr/>
              <p:nvPr/>
            </p:nvPicPr>
            <p:blipFill>
              <a:blip r:embed="rId147"/>
              <a:stretch>
                <a:fillRect/>
              </a:stretch>
            </p:blipFill>
            <p:spPr>
              <a:xfrm>
                <a:off x="5659920" y="1694736"/>
                <a:ext cx="76680" cy="12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8">
            <p14:nvContentPartPr>
              <p14:cNvPr id="79" name="Ink 78">
                <a:extLst>
                  <a:ext uri="{FF2B5EF4-FFF2-40B4-BE49-F238E27FC236}">
                    <a16:creationId xmlns:a16="http://schemas.microsoft.com/office/drawing/2014/main" id="{5898D7DF-2100-43BA-92EA-0ACCF4BDA36D}"/>
                  </a:ext>
                </a:extLst>
              </p14:cNvPr>
              <p14:cNvContentPartPr/>
              <p14:nvPr/>
            </p14:nvContentPartPr>
            <p14:xfrm>
              <a:off x="5814360" y="1696536"/>
              <a:ext cx="162000" cy="132480"/>
            </p14:xfrm>
          </p:contentPart>
        </mc:Choice>
        <mc:Fallback xmlns="">
          <p:pic>
            <p:nvPicPr>
              <p:cNvPr id="79" name="Ink 78">
                <a:extLst>
                  <a:ext uri="{FF2B5EF4-FFF2-40B4-BE49-F238E27FC236}">
                    <a16:creationId xmlns:a16="http://schemas.microsoft.com/office/drawing/2014/main" id="{5898D7DF-2100-43BA-92EA-0ACCF4BDA36D}"/>
                  </a:ext>
                </a:extLst>
              </p:cNvPr>
              <p:cNvPicPr/>
              <p:nvPr/>
            </p:nvPicPr>
            <p:blipFill>
              <a:blip r:embed="rId149"/>
              <a:stretch>
                <a:fillRect/>
              </a:stretch>
            </p:blipFill>
            <p:spPr>
              <a:xfrm>
                <a:off x="5810040" y="1692216"/>
                <a:ext cx="170640" cy="14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0">
            <p14:nvContentPartPr>
              <p14:cNvPr id="80" name="Ink 79">
                <a:extLst>
                  <a:ext uri="{FF2B5EF4-FFF2-40B4-BE49-F238E27FC236}">
                    <a16:creationId xmlns:a16="http://schemas.microsoft.com/office/drawing/2014/main" id="{AA4490C4-8661-FC20-8BBC-714761AFA10A}"/>
                  </a:ext>
                </a:extLst>
              </p14:cNvPr>
              <p14:cNvContentPartPr/>
              <p14:nvPr/>
            </p14:nvContentPartPr>
            <p14:xfrm>
              <a:off x="6058800" y="1504656"/>
              <a:ext cx="238320" cy="307440"/>
            </p14:xfrm>
          </p:contentPart>
        </mc:Choice>
        <mc:Fallback xmlns="">
          <p:pic>
            <p:nvPicPr>
              <p:cNvPr id="80" name="Ink 79">
                <a:extLst>
                  <a:ext uri="{FF2B5EF4-FFF2-40B4-BE49-F238E27FC236}">
                    <a16:creationId xmlns:a16="http://schemas.microsoft.com/office/drawing/2014/main" id="{AA4490C4-8661-FC20-8BBC-714761AFA10A}"/>
                  </a:ext>
                </a:extLst>
              </p:cNvPr>
              <p:cNvPicPr/>
              <p:nvPr/>
            </p:nvPicPr>
            <p:blipFill>
              <a:blip r:embed="rId151"/>
              <a:stretch>
                <a:fillRect/>
              </a:stretch>
            </p:blipFill>
            <p:spPr>
              <a:xfrm>
                <a:off x="6054480" y="1500336"/>
                <a:ext cx="246960" cy="316080"/>
              </a:xfrm>
              <a:prstGeom prst="rect">
                <a:avLst/>
              </a:prstGeom>
            </p:spPr>
          </p:pic>
        </mc:Fallback>
      </mc:AlternateContent>
      <p:grpSp>
        <p:nvGrpSpPr>
          <p:cNvPr id="98" name="Group 97">
            <a:extLst>
              <a:ext uri="{FF2B5EF4-FFF2-40B4-BE49-F238E27FC236}">
                <a16:creationId xmlns:a16="http://schemas.microsoft.com/office/drawing/2014/main" id="{C3E573B1-2C4C-85AB-88DF-E3BF97E61CBB}"/>
              </a:ext>
            </a:extLst>
          </p:cNvPr>
          <p:cNvGrpSpPr/>
          <p:nvPr/>
        </p:nvGrpSpPr>
        <p:grpSpPr>
          <a:xfrm>
            <a:off x="6151680" y="318096"/>
            <a:ext cx="656280" cy="428040"/>
            <a:chOff x="6151680" y="318096"/>
            <a:chExt cx="656280" cy="428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CCE74CC2-CAF6-E4A4-800A-A4EEDAA9EDCC}"/>
                    </a:ext>
                  </a:extLst>
                </p14:cNvPr>
                <p14:cNvContentPartPr/>
                <p14:nvPr/>
              </p14:nvContentPartPr>
              <p14:xfrm>
                <a:off x="6151680" y="485856"/>
                <a:ext cx="141120" cy="17352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CCE74CC2-CAF6-E4A4-800A-A4EEDAA9EDCC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6147360" y="481536"/>
                  <a:ext cx="149760" cy="1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63E2D642-7492-125C-37E6-D1D005CF2917}"/>
                    </a:ext>
                  </a:extLst>
                </p14:cNvPr>
                <p14:cNvContentPartPr/>
                <p14:nvPr/>
              </p14:nvContentPartPr>
              <p14:xfrm>
                <a:off x="6366240" y="526536"/>
                <a:ext cx="14400" cy="6624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63E2D642-7492-125C-37E6-D1D005CF2917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6361920" y="522216"/>
                  <a:ext cx="2304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09F103B1-885F-76A1-051A-2684C96E4D93}"/>
                    </a:ext>
                  </a:extLst>
                </p14:cNvPr>
                <p14:cNvContentPartPr/>
                <p14:nvPr/>
              </p14:nvContentPartPr>
              <p14:xfrm>
                <a:off x="6437880" y="368136"/>
                <a:ext cx="7200" cy="2124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09F103B1-885F-76A1-051A-2684C96E4D93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6433560" y="363816"/>
                  <a:ext cx="1584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0C3180A1-1BE3-CA90-CEAE-80494E47B65F}"/>
                    </a:ext>
                  </a:extLst>
                </p14:cNvPr>
                <p14:cNvContentPartPr/>
                <p14:nvPr/>
              </p14:nvContentPartPr>
              <p14:xfrm>
                <a:off x="6478920" y="318096"/>
                <a:ext cx="181080" cy="42804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0C3180A1-1BE3-CA90-CEAE-80494E47B65F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6474600" y="313776"/>
                  <a:ext cx="189720" cy="43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EE4888A9-333E-CA2D-32F2-C333BED52350}"/>
                    </a:ext>
                  </a:extLst>
                </p14:cNvPr>
                <p14:cNvContentPartPr/>
                <p14:nvPr/>
              </p14:nvContentPartPr>
              <p14:xfrm>
                <a:off x="6460920" y="565776"/>
                <a:ext cx="127440" cy="504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EE4888A9-333E-CA2D-32F2-C333BED52350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6456600" y="561456"/>
                  <a:ext cx="136080" cy="1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F14E1334-EDEE-7DB5-8C39-757598EE4B50}"/>
                    </a:ext>
                  </a:extLst>
                </p14:cNvPr>
                <p14:cNvContentPartPr/>
                <p14:nvPr/>
              </p14:nvContentPartPr>
              <p14:xfrm>
                <a:off x="6710400" y="394776"/>
                <a:ext cx="32760" cy="24516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F14E1334-EDEE-7DB5-8C39-757598EE4B50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6706080" y="390456"/>
                  <a:ext cx="41400" cy="25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5430FFDD-F21A-CF40-3816-968C1D72AE66}"/>
                    </a:ext>
                  </a:extLst>
                </p14:cNvPr>
                <p14:cNvContentPartPr/>
                <p14:nvPr/>
              </p14:nvContentPartPr>
              <p14:xfrm>
                <a:off x="6641280" y="503136"/>
                <a:ext cx="166680" cy="3492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5430FFDD-F21A-CF40-3816-968C1D72AE66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6636960" y="498816"/>
                  <a:ext cx="175320" cy="43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7" name="Group 96">
            <a:extLst>
              <a:ext uri="{FF2B5EF4-FFF2-40B4-BE49-F238E27FC236}">
                <a16:creationId xmlns:a16="http://schemas.microsoft.com/office/drawing/2014/main" id="{901BAE5A-6BF2-72B1-EA86-FF57C7DAC3CF}"/>
              </a:ext>
            </a:extLst>
          </p:cNvPr>
          <p:cNvGrpSpPr/>
          <p:nvPr/>
        </p:nvGrpSpPr>
        <p:grpSpPr>
          <a:xfrm>
            <a:off x="6939360" y="324216"/>
            <a:ext cx="556920" cy="439200"/>
            <a:chOff x="6939360" y="324216"/>
            <a:chExt cx="556920" cy="439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BDE99F3A-0F3D-45CF-D6D4-3E2EC2AD04A9}"/>
                    </a:ext>
                  </a:extLst>
                </p14:cNvPr>
                <p14:cNvContentPartPr/>
                <p14:nvPr/>
              </p14:nvContentPartPr>
              <p14:xfrm>
                <a:off x="6939360" y="335736"/>
                <a:ext cx="162000" cy="39888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BDE99F3A-0F3D-45CF-D6D4-3E2EC2AD04A9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6934680" y="331416"/>
                  <a:ext cx="170640" cy="40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7D0CE9F5-2B02-ABFE-3601-213C281AD7B1}"/>
                    </a:ext>
                  </a:extLst>
                </p14:cNvPr>
                <p14:cNvContentPartPr/>
                <p14:nvPr/>
              </p14:nvContentPartPr>
              <p14:xfrm>
                <a:off x="7163280" y="467496"/>
                <a:ext cx="77400" cy="12384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7D0CE9F5-2B02-ABFE-3601-213C281AD7B1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7158960" y="463176"/>
                  <a:ext cx="8604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30746168-E514-50FA-2CB9-2F94E6C9AB84}"/>
                    </a:ext>
                  </a:extLst>
                </p14:cNvPr>
                <p14:cNvContentPartPr/>
                <p14:nvPr/>
              </p14:nvContentPartPr>
              <p14:xfrm>
                <a:off x="7315560" y="324216"/>
                <a:ext cx="180720" cy="43920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30746168-E514-50FA-2CB9-2F94E6C9AB84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7311240" y="319896"/>
                  <a:ext cx="189360" cy="447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06261005-3810-9EFE-D4D2-EFEC04CA1212}"/>
              </a:ext>
            </a:extLst>
          </p:cNvPr>
          <p:cNvGrpSpPr/>
          <p:nvPr/>
        </p:nvGrpSpPr>
        <p:grpSpPr>
          <a:xfrm>
            <a:off x="3318840" y="2131776"/>
            <a:ext cx="1525680" cy="796320"/>
            <a:chOff x="3318840" y="2131776"/>
            <a:chExt cx="1525680" cy="796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418ABC9D-6D2A-A59B-CC01-320033FD69DD}"/>
                    </a:ext>
                  </a:extLst>
                </p14:cNvPr>
                <p14:cNvContentPartPr/>
                <p14:nvPr/>
              </p14:nvContentPartPr>
              <p14:xfrm>
                <a:off x="3363480" y="2138616"/>
                <a:ext cx="51120" cy="11232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418ABC9D-6D2A-A59B-CC01-320033FD69DD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3359160" y="2134296"/>
                  <a:ext cx="5976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A12DA5B5-AC67-774B-F69D-3CE5C2E94F98}"/>
                    </a:ext>
                  </a:extLst>
                </p14:cNvPr>
                <p14:cNvContentPartPr/>
                <p14:nvPr/>
              </p14:nvContentPartPr>
              <p14:xfrm>
                <a:off x="3488040" y="2324736"/>
                <a:ext cx="88200" cy="8136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A12DA5B5-AC67-774B-F69D-3CE5C2E94F98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3483720" y="2320416"/>
                  <a:ext cx="9684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414E8727-0074-87C3-F225-0CBC77EC4F72}"/>
                    </a:ext>
                  </a:extLst>
                </p14:cNvPr>
                <p14:cNvContentPartPr/>
                <p14:nvPr/>
              </p14:nvContentPartPr>
              <p14:xfrm>
                <a:off x="3652200" y="2444616"/>
                <a:ext cx="16560" cy="3600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414E8727-0074-87C3-F225-0CBC77EC4F72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3647880" y="2440296"/>
                  <a:ext cx="2520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F7CEE5A5-E4CA-762C-22FF-C767FE0EAD54}"/>
                    </a:ext>
                  </a:extLst>
                </p14:cNvPr>
                <p14:cNvContentPartPr/>
                <p14:nvPr/>
              </p14:nvContentPartPr>
              <p14:xfrm>
                <a:off x="3318840" y="2131776"/>
                <a:ext cx="183960" cy="18720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F7CEE5A5-E4CA-762C-22FF-C767FE0EAD54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3314520" y="2127456"/>
                  <a:ext cx="19260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11E9E4BD-64A1-B033-7731-A8C1FED5D579}"/>
                    </a:ext>
                  </a:extLst>
                </p14:cNvPr>
                <p14:cNvContentPartPr/>
                <p14:nvPr/>
              </p14:nvContentPartPr>
              <p14:xfrm>
                <a:off x="3607200" y="2561616"/>
                <a:ext cx="331560" cy="27864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11E9E4BD-64A1-B033-7731-A8C1FED5D579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3602880" y="2557296"/>
                  <a:ext cx="340200" cy="28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742B65A0-45CB-E813-860A-98A608F8F091}"/>
                    </a:ext>
                  </a:extLst>
                </p14:cNvPr>
                <p14:cNvContentPartPr/>
                <p14:nvPr/>
              </p14:nvContentPartPr>
              <p14:xfrm>
                <a:off x="3933720" y="2531016"/>
                <a:ext cx="102240" cy="10332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742B65A0-45CB-E813-860A-98A608F8F091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3929400" y="2526696"/>
                  <a:ext cx="11088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0518A786-0963-3519-5D1F-BFD1BB3450E0}"/>
                    </a:ext>
                  </a:extLst>
                </p14:cNvPr>
                <p14:cNvContentPartPr/>
                <p14:nvPr/>
              </p14:nvContentPartPr>
              <p14:xfrm>
                <a:off x="4079520" y="2456136"/>
                <a:ext cx="23400" cy="14256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0518A786-0963-3519-5D1F-BFD1BB3450E0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4075200" y="2451816"/>
                  <a:ext cx="3204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1492CA04-0694-3AEA-16CE-E7CF6EFF074C}"/>
                    </a:ext>
                  </a:extLst>
                </p14:cNvPr>
                <p14:cNvContentPartPr/>
                <p14:nvPr/>
              </p14:nvContentPartPr>
              <p14:xfrm>
                <a:off x="4077360" y="2525256"/>
                <a:ext cx="168840" cy="9540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1492CA04-0694-3AEA-16CE-E7CF6EFF074C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4073040" y="2520936"/>
                  <a:ext cx="17748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0FFBA2B4-BAE9-2174-2093-668838A00CEA}"/>
                    </a:ext>
                  </a:extLst>
                </p14:cNvPr>
                <p14:cNvContentPartPr/>
                <p14:nvPr/>
              </p14:nvContentPartPr>
              <p14:xfrm>
                <a:off x="4304880" y="2478096"/>
                <a:ext cx="79920" cy="11916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0FFBA2B4-BAE9-2174-2093-668838A00CEA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4300560" y="2473776"/>
                  <a:ext cx="8856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1155493C-547B-065C-74DA-50DB530C67FE}"/>
                    </a:ext>
                  </a:extLst>
                </p14:cNvPr>
                <p14:cNvContentPartPr/>
                <p14:nvPr/>
              </p14:nvContentPartPr>
              <p14:xfrm>
                <a:off x="4005360" y="2783016"/>
                <a:ext cx="122760" cy="11592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1155493C-547B-065C-74DA-50DB530C67FE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4001040" y="2778696"/>
                  <a:ext cx="13140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92760C4D-5345-AE56-B71B-70B8A6FC9897}"/>
                    </a:ext>
                  </a:extLst>
                </p14:cNvPr>
                <p14:cNvContentPartPr/>
                <p14:nvPr/>
              </p14:nvContentPartPr>
              <p14:xfrm>
                <a:off x="4195440" y="2696616"/>
                <a:ext cx="124560" cy="20520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92760C4D-5345-AE56-B71B-70B8A6FC9897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4191120" y="2692296"/>
                  <a:ext cx="13320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4A6FC6B0-3154-DB12-7EE3-03609597970F}"/>
                    </a:ext>
                  </a:extLst>
                </p14:cNvPr>
                <p14:cNvContentPartPr/>
                <p14:nvPr/>
              </p14:nvContentPartPr>
              <p14:xfrm>
                <a:off x="4391280" y="2843136"/>
                <a:ext cx="16560" cy="5796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4A6FC6B0-3154-DB12-7EE3-03609597970F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4386960" y="2838816"/>
                  <a:ext cx="2520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8A58FCF2-0C07-D0D1-137C-F01782A87E70}"/>
                    </a:ext>
                  </a:extLst>
                </p14:cNvPr>
                <p14:cNvContentPartPr/>
                <p14:nvPr/>
              </p14:nvContentPartPr>
              <p14:xfrm>
                <a:off x="4414320" y="2722896"/>
                <a:ext cx="23400" cy="3600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8A58FCF2-0C07-D0D1-137C-F01782A87E70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4410000" y="2718576"/>
                  <a:ext cx="3204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EBEDF2EF-E41A-6D1F-7D1F-282B2BA53525}"/>
                    </a:ext>
                  </a:extLst>
                </p14:cNvPr>
                <p14:cNvContentPartPr/>
                <p14:nvPr/>
              </p14:nvContentPartPr>
              <p14:xfrm>
                <a:off x="4482360" y="2667456"/>
                <a:ext cx="50400" cy="22680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EBEDF2EF-E41A-6D1F-7D1F-282B2BA53525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4478040" y="2663136"/>
                  <a:ext cx="59040" cy="23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B995BA30-4D18-AB1F-36AD-2CD7A3E4492E}"/>
                    </a:ext>
                  </a:extLst>
                </p14:cNvPr>
                <p14:cNvContentPartPr/>
                <p14:nvPr/>
              </p14:nvContentPartPr>
              <p14:xfrm>
                <a:off x="4612680" y="2700936"/>
                <a:ext cx="231840" cy="22716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B995BA30-4D18-AB1F-36AD-2CD7A3E4492E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4608360" y="2696616"/>
                  <a:ext cx="240480" cy="2358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6656454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3A6DE624-6792-8195-7C36-324CCC645F60}"/>
                  </a:ext>
                </a:extLst>
              </p14:cNvPr>
              <p14:cNvContentPartPr/>
              <p14:nvPr/>
            </p14:nvContentPartPr>
            <p14:xfrm>
              <a:off x="2524680" y="1214280"/>
              <a:ext cx="88920" cy="12204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3A6DE624-6792-8195-7C36-324CCC645F6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520360" y="1209960"/>
                <a:ext cx="97560" cy="13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11F4407F-C803-D632-0C3B-3B68E58F2507}"/>
                  </a:ext>
                </a:extLst>
              </p14:cNvPr>
              <p14:cNvContentPartPr/>
              <p14:nvPr/>
            </p14:nvContentPartPr>
            <p14:xfrm>
              <a:off x="1896480" y="2032200"/>
              <a:ext cx="34920" cy="1155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11F4407F-C803-D632-0C3B-3B68E58F250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892160" y="2027880"/>
                <a:ext cx="43560" cy="12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21FF517A-5C7A-34A5-7059-84A4F3B2C484}"/>
                  </a:ext>
                </a:extLst>
              </p14:cNvPr>
              <p14:cNvContentPartPr/>
              <p14:nvPr/>
            </p14:nvContentPartPr>
            <p14:xfrm>
              <a:off x="3065400" y="2070360"/>
              <a:ext cx="115560" cy="867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21FF517A-5C7A-34A5-7059-84A4F3B2C484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061080" y="2066040"/>
                <a:ext cx="124200" cy="9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06E77EBE-7C35-E880-3686-63F3FC78D1E9}"/>
                  </a:ext>
                </a:extLst>
              </p14:cNvPr>
              <p14:cNvContentPartPr/>
              <p14:nvPr/>
            </p14:nvContentPartPr>
            <p14:xfrm>
              <a:off x="1323720" y="510840"/>
              <a:ext cx="152640" cy="1425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06E77EBE-7C35-E880-3686-63F3FC78D1E9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319400" y="506520"/>
                <a:ext cx="161280" cy="15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902DF668-F852-5A21-7CC7-571BE98C8AED}"/>
                  </a:ext>
                </a:extLst>
              </p14:cNvPr>
              <p14:cNvContentPartPr/>
              <p14:nvPr/>
            </p14:nvContentPartPr>
            <p14:xfrm>
              <a:off x="1478160" y="532800"/>
              <a:ext cx="70920" cy="8568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902DF668-F852-5A21-7CC7-571BE98C8AED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473840" y="528480"/>
                <a:ext cx="79560" cy="9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453CC683-0CCC-1D00-1351-B60B75A04C9F}"/>
                  </a:ext>
                </a:extLst>
              </p14:cNvPr>
              <p14:cNvContentPartPr/>
              <p14:nvPr/>
            </p14:nvContentPartPr>
            <p14:xfrm>
              <a:off x="1577520" y="544320"/>
              <a:ext cx="77760" cy="669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453CC683-0CCC-1D00-1351-B60B75A04C9F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573200" y="540000"/>
                <a:ext cx="86400" cy="7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A9CC688E-5618-0759-A01E-A76E3650878F}"/>
                  </a:ext>
                </a:extLst>
              </p14:cNvPr>
              <p14:cNvContentPartPr/>
              <p14:nvPr/>
            </p14:nvContentPartPr>
            <p14:xfrm>
              <a:off x="1713960" y="443880"/>
              <a:ext cx="99720" cy="16380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A9CC688E-5618-0759-A01E-A76E3650878F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709640" y="439560"/>
                <a:ext cx="108360" cy="17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977D7CDF-E56E-1741-D562-115B852164C5}"/>
                  </a:ext>
                </a:extLst>
              </p14:cNvPr>
              <p14:cNvContentPartPr/>
              <p14:nvPr/>
            </p14:nvContentPartPr>
            <p14:xfrm>
              <a:off x="1709280" y="510840"/>
              <a:ext cx="148320" cy="252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977D7CDF-E56E-1741-D562-115B852164C5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704960" y="506520"/>
                <a:ext cx="156960" cy="1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B99F5012-0AAD-97D0-F866-A22808536012}"/>
                  </a:ext>
                </a:extLst>
              </p14:cNvPr>
              <p14:cNvContentPartPr/>
              <p14:nvPr/>
            </p14:nvContentPartPr>
            <p14:xfrm>
              <a:off x="2256840" y="473760"/>
              <a:ext cx="297720" cy="33948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B99F5012-0AAD-97D0-F866-A22808536012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2252520" y="469440"/>
                <a:ext cx="306360" cy="34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64C0D58E-2226-BDAD-88E6-4AFF47DC9F2B}"/>
                  </a:ext>
                </a:extLst>
              </p14:cNvPr>
              <p14:cNvContentPartPr/>
              <p14:nvPr/>
            </p14:nvContentPartPr>
            <p14:xfrm>
              <a:off x="2443320" y="740880"/>
              <a:ext cx="93240" cy="5148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64C0D58E-2226-BDAD-88E6-4AFF47DC9F2B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2439000" y="736560"/>
                <a:ext cx="101880" cy="6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3898D3E0-B3BA-C934-B5A4-EEAFA309F7F6}"/>
                  </a:ext>
                </a:extLst>
              </p14:cNvPr>
              <p14:cNvContentPartPr/>
              <p14:nvPr/>
            </p14:nvContentPartPr>
            <p14:xfrm>
              <a:off x="2526480" y="727200"/>
              <a:ext cx="95760" cy="9720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3898D3E0-B3BA-C934-B5A4-EEAFA309F7F6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2522160" y="722880"/>
                <a:ext cx="104400" cy="10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5380C543-44E4-F58B-A001-DC417BC99D3A}"/>
                  </a:ext>
                </a:extLst>
              </p14:cNvPr>
              <p14:cNvContentPartPr/>
              <p14:nvPr/>
            </p14:nvContentPartPr>
            <p14:xfrm>
              <a:off x="2354040" y="780480"/>
              <a:ext cx="381600" cy="40788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5380C543-44E4-F58B-A001-DC417BC99D3A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2349720" y="776160"/>
                <a:ext cx="390240" cy="41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61AE7A04-E6F7-3556-5970-70DF95029568}"/>
                  </a:ext>
                </a:extLst>
              </p14:cNvPr>
              <p14:cNvContentPartPr/>
              <p14:nvPr/>
            </p14:nvContentPartPr>
            <p14:xfrm>
              <a:off x="2210760" y="1139040"/>
              <a:ext cx="220320" cy="47844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61AE7A04-E6F7-3556-5970-70DF95029568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2206440" y="1134720"/>
                <a:ext cx="228960" cy="48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6AD89C2F-8D23-BE5C-FDCD-94D8C0ACE178}"/>
                  </a:ext>
                </a:extLst>
              </p14:cNvPr>
              <p14:cNvContentPartPr/>
              <p14:nvPr/>
            </p14:nvContentPartPr>
            <p14:xfrm>
              <a:off x="1753200" y="1575000"/>
              <a:ext cx="508680" cy="42300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6AD89C2F-8D23-BE5C-FDCD-94D8C0ACE178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1748880" y="1570680"/>
                <a:ext cx="517320" cy="43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B5927D3A-0BAD-C418-AEEB-1975DCA66FC0}"/>
                  </a:ext>
                </a:extLst>
              </p14:cNvPr>
              <p14:cNvContentPartPr/>
              <p14:nvPr/>
            </p14:nvContentPartPr>
            <p14:xfrm>
              <a:off x="2640960" y="1171440"/>
              <a:ext cx="441000" cy="46224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B5927D3A-0BAD-C418-AEEB-1975DCA66FC0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2636640" y="1167120"/>
                <a:ext cx="449640" cy="47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E5845929-7E6F-9832-E316-04BBE252A494}"/>
                  </a:ext>
                </a:extLst>
              </p14:cNvPr>
              <p14:cNvContentPartPr/>
              <p14:nvPr/>
            </p14:nvContentPartPr>
            <p14:xfrm>
              <a:off x="2824200" y="1628640"/>
              <a:ext cx="521640" cy="38808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E5845929-7E6F-9832-E316-04BBE252A494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2819880" y="1624320"/>
                <a:ext cx="530280" cy="39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750D9002-CA7B-EFF2-4FB8-319150E1EFD3}"/>
                  </a:ext>
                </a:extLst>
              </p14:cNvPr>
              <p14:cNvContentPartPr/>
              <p14:nvPr/>
            </p14:nvContentPartPr>
            <p14:xfrm>
              <a:off x="1455120" y="1971360"/>
              <a:ext cx="344880" cy="66924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750D9002-CA7B-EFF2-4FB8-319150E1EFD3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1450800" y="1967040"/>
                <a:ext cx="353520" cy="67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2C670047-441B-37AA-EE72-A14285511242}"/>
                  </a:ext>
                </a:extLst>
              </p14:cNvPr>
              <p14:cNvContentPartPr/>
              <p14:nvPr/>
            </p14:nvContentPartPr>
            <p14:xfrm>
              <a:off x="906120" y="2576160"/>
              <a:ext cx="676080" cy="71208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2C670047-441B-37AA-EE72-A14285511242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901800" y="2571840"/>
                <a:ext cx="684720" cy="72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977F83F3-5CFE-D4CC-7F8D-483DFEA51720}"/>
                  </a:ext>
                </a:extLst>
              </p14:cNvPr>
              <p14:cNvContentPartPr/>
              <p14:nvPr/>
            </p14:nvContentPartPr>
            <p14:xfrm>
              <a:off x="2090160" y="2001960"/>
              <a:ext cx="56160" cy="87804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977F83F3-5CFE-D4CC-7F8D-483DFEA51720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2085840" y="1997640"/>
                <a:ext cx="64800" cy="88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588227E9-34C1-9090-B354-A4B0AD7303AB}"/>
                  </a:ext>
                </a:extLst>
              </p14:cNvPr>
              <p14:cNvContentPartPr/>
              <p14:nvPr/>
            </p14:nvContentPartPr>
            <p14:xfrm>
              <a:off x="1806480" y="2653200"/>
              <a:ext cx="594000" cy="75060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588227E9-34C1-9090-B354-A4B0AD7303AB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1802160" y="2648880"/>
                <a:ext cx="602640" cy="75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5D030828-2A0F-9204-7C27-66CA8BA620D0}"/>
                  </a:ext>
                </a:extLst>
              </p14:cNvPr>
              <p14:cNvContentPartPr/>
              <p14:nvPr/>
            </p14:nvContentPartPr>
            <p14:xfrm>
              <a:off x="2704680" y="1971720"/>
              <a:ext cx="282600" cy="74484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5D030828-2A0F-9204-7C27-66CA8BA620D0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2700360" y="1967400"/>
                <a:ext cx="291240" cy="75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6203A174-1A76-03AB-4711-716DFC8A60B1}"/>
                  </a:ext>
                </a:extLst>
              </p14:cNvPr>
              <p14:cNvContentPartPr/>
              <p14:nvPr/>
            </p14:nvContentPartPr>
            <p14:xfrm>
              <a:off x="2485080" y="2699280"/>
              <a:ext cx="532080" cy="62676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6203A174-1A76-03AB-4711-716DFC8A60B1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2480760" y="2694960"/>
                <a:ext cx="540720" cy="63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EC8E7086-8841-6B59-0BD4-EA24710DB075}"/>
                  </a:ext>
                </a:extLst>
              </p14:cNvPr>
              <p14:cNvContentPartPr/>
              <p14:nvPr/>
            </p14:nvContentPartPr>
            <p14:xfrm>
              <a:off x="952200" y="3337920"/>
              <a:ext cx="97200" cy="13212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EC8E7086-8841-6B59-0BD4-EA24710DB075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947880" y="3333600"/>
                <a:ext cx="105840" cy="14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46D37FC6-2EF1-0166-12A0-65CC4CD17347}"/>
                  </a:ext>
                </a:extLst>
              </p14:cNvPr>
              <p14:cNvContentPartPr/>
              <p14:nvPr/>
            </p14:nvContentPartPr>
            <p14:xfrm>
              <a:off x="1896480" y="3444840"/>
              <a:ext cx="141120" cy="8892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46D37FC6-2EF1-0166-12A0-65CC4CD17347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1892160" y="3440520"/>
                <a:ext cx="149760" cy="9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638C2EBE-5EB1-AED9-BB3C-B2889D07A73E}"/>
                  </a:ext>
                </a:extLst>
              </p14:cNvPr>
              <p14:cNvContentPartPr/>
              <p14:nvPr/>
            </p14:nvContentPartPr>
            <p14:xfrm>
              <a:off x="1971360" y="3483720"/>
              <a:ext cx="27000" cy="11016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638C2EBE-5EB1-AED9-BB3C-B2889D07A73E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1967040" y="3479400"/>
                <a:ext cx="35640" cy="11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5EA4B153-D5CB-1655-8567-6B7916C77869}"/>
                  </a:ext>
                </a:extLst>
              </p14:cNvPr>
              <p14:cNvContentPartPr/>
              <p14:nvPr/>
            </p14:nvContentPartPr>
            <p14:xfrm>
              <a:off x="2640600" y="3411000"/>
              <a:ext cx="73440" cy="10152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5EA4B153-D5CB-1655-8567-6B7916C77869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2636280" y="3406680"/>
                <a:ext cx="82080" cy="11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5AD1E2BE-C606-DEA9-81CF-8E855A0DDC62}"/>
                  </a:ext>
                </a:extLst>
              </p14:cNvPr>
              <p14:cNvContentPartPr/>
              <p14:nvPr/>
            </p14:nvContentPartPr>
            <p14:xfrm>
              <a:off x="2707200" y="3404880"/>
              <a:ext cx="95040" cy="1080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5AD1E2BE-C606-DEA9-81CF-8E855A0DDC62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2702880" y="3400560"/>
                <a:ext cx="103680" cy="1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CDF9D620-5EFC-A963-B9C7-0BB428847344}"/>
                  </a:ext>
                </a:extLst>
              </p14:cNvPr>
              <p14:cNvContentPartPr/>
              <p14:nvPr/>
            </p14:nvContentPartPr>
            <p14:xfrm>
              <a:off x="1090440" y="2908440"/>
              <a:ext cx="210240" cy="16668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CDF9D620-5EFC-A963-B9C7-0BB428847344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1086120" y="2904120"/>
                <a:ext cx="218880" cy="17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85AA8813-1494-92F3-54BA-13A45950BC3A}"/>
                  </a:ext>
                </a:extLst>
              </p14:cNvPr>
              <p14:cNvContentPartPr/>
              <p14:nvPr/>
            </p14:nvContentPartPr>
            <p14:xfrm>
              <a:off x="2651760" y="2980080"/>
              <a:ext cx="152640" cy="16920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85AA8813-1494-92F3-54BA-13A45950BC3A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2647440" y="2975760"/>
                <a:ext cx="161280" cy="17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47D94B8B-473E-B3E7-AF79-15B412A61B47}"/>
                  </a:ext>
                </a:extLst>
              </p14:cNvPr>
              <p14:cNvContentPartPr/>
              <p14:nvPr/>
            </p14:nvContentPartPr>
            <p14:xfrm>
              <a:off x="2049120" y="2988576"/>
              <a:ext cx="37440" cy="20808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47D94B8B-473E-B3E7-AF79-15B412A61B47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2044800" y="2984256"/>
                <a:ext cx="46080" cy="21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CA663C8D-96A9-CAC0-32B3-699955625659}"/>
                  </a:ext>
                </a:extLst>
              </p14:cNvPr>
              <p14:cNvContentPartPr/>
              <p14:nvPr/>
            </p14:nvContentPartPr>
            <p14:xfrm>
              <a:off x="1940760" y="1711656"/>
              <a:ext cx="189720" cy="16164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CA663C8D-96A9-CAC0-32B3-699955625659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1936440" y="1707336"/>
                <a:ext cx="198360" cy="17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6F3F4AC4-F3AC-C038-3F6A-A48B2ABBACD9}"/>
                  </a:ext>
                </a:extLst>
              </p14:cNvPr>
              <p14:cNvContentPartPr/>
              <p14:nvPr/>
            </p14:nvContentPartPr>
            <p14:xfrm>
              <a:off x="2046600" y="1776096"/>
              <a:ext cx="46800" cy="17460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6F3F4AC4-F3AC-C038-3F6A-A48B2ABBACD9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2042280" y="1771776"/>
                <a:ext cx="55440" cy="18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6E0A3058-039A-95CD-DA45-F4D4B06FDB66}"/>
                  </a:ext>
                </a:extLst>
              </p14:cNvPr>
              <p14:cNvContentPartPr/>
              <p14:nvPr/>
            </p14:nvContentPartPr>
            <p14:xfrm>
              <a:off x="7236024" y="2926980"/>
              <a:ext cx="83160" cy="62208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6E0A3058-039A-95CD-DA45-F4D4B06FDB66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7231685" y="2922660"/>
                <a:ext cx="91838" cy="63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A29346FD-95C2-ECF6-D868-3C1611022C93}"/>
                  </a:ext>
                </a:extLst>
              </p14:cNvPr>
              <p14:cNvContentPartPr/>
              <p14:nvPr/>
            </p14:nvContentPartPr>
            <p14:xfrm>
              <a:off x="7181664" y="2825100"/>
              <a:ext cx="3445920" cy="72540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A29346FD-95C2-ECF6-D868-3C1611022C93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7177344" y="2820778"/>
                <a:ext cx="3454560" cy="73404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99A4EB14-998D-49CF-A46A-4C63BA45E1BA}"/>
                  </a:ext>
                </a:extLst>
              </p14:cNvPr>
              <p14:cNvContentPartPr/>
              <p14:nvPr/>
            </p14:nvContentPartPr>
            <p14:xfrm>
              <a:off x="7797624" y="2966940"/>
              <a:ext cx="37080" cy="59940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99A4EB14-998D-49CF-A46A-4C63BA45E1BA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7793262" y="2962623"/>
                <a:ext cx="45805" cy="60803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7DA9EBAB-DACD-D52B-CB0C-AE7B67EABBD0}"/>
                  </a:ext>
                </a:extLst>
              </p14:cNvPr>
              <p14:cNvContentPartPr/>
              <p14:nvPr/>
            </p14:nvContentPartPr>
            <p14:xfrm>
              <a:off x="8427624" y="2917260"/>
              <a:ext cx="25920" cy="58680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7DA9EBAB-DACD-D52B-CB0C-AE7B67EABBD0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8423304" y="2912940"/>
                <a:ext cx="34560" cy="59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CCC4FE49-5DAC-8241-FF9D-636744D17135}"/>
                  </a:ext>
                </a:extLst>
              </p14:cNvPr>
              <p14:cNvContentPartPr/>
              <p14:nvPr/>
            </p14:nvContentPartPr>
            <p14:xfrm>
              <a:off x="8953584" y="2848860"/>
              <a:ext cx="83160" cy="70092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CCC4FE49-5DAC-8241-FF9D-636744D17135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8949264" y="2844540"/>
                <a:ext cx="91800" cy="70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7C5941D5-E0DC-0AB1-ED3A-AF341AF4F717}"/>
                  </a:ext>
                </a:extLst>
              </p14:cNvPr>
              <p14:cNvContentPartPr/>
              <p14:nvPr/>
            </p14:nvContentPartPr>
            <p14:xfrm>
              <a:off x="9459744" y="2850660"/>
              <a:ext cx="54000" cy="642240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7C5941D5-E0DC-0AB1-ED3A-AF341AF4F717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9455424" y="2846342"/>
                <a:ext cx="62640" cy="65087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782D19DE-0DBF-18DE-A19E-940B773F7838}"/>
                  </a:ext>
                </a:extLst>
              </p14:cNvPr>
              <p14:cNvContentPartPr/>
              <p14:nvPr/>
            </p14:nvContentPartPr>
            <p14:xfrm>
              <a:off x="9948984" y="2818980"/>
              <a:ext cx="82080" cy="711720"/>
            </p14:xfrm>
          </p:contentPart>
        </mc:Choice>
        <mc:Fallback xmlns=""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782D19DE-0DBF-18DE-A19E-940B773F7838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9944664" y="2814660"/>
                <a:ext cx="90720" cy="72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4349969B-4491-E49E-6C75-67ED4E3DB086}"/>
                  </a:ext>
                </a:extLst>
              </p14:cNvPr>
              <p14:cNvContentPartPr/>
              <p14:nvPr/>
            </p14:nvContentPartPr>
            <p14:xfrm>
              <a:off x="8055744" y="3586860"/>
              <a:ext cx="25920" cy="85680"/>
            </p14:xfrm>
          </p:contentPart>
        </mc:Choice>
        <mc:Fallback xmlns=""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4349969B-4491-E49E-6C75-67ED4E3DB086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8051424" y="3582540"/>
                <a:ext cx="34560" cy="9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698D9871-03F1-18D2-55FA-DFA90E3B11A2}"/>
                  </a:ext>
                </a:extLst>
              </p14:cNvPr>
              <p14:cNvContentPartPr/>
              <p14:nvPr/>
            </p14:nvContentPartPr>
            <p14:xfrm>
              <a:off x="5733240" y="3450600"/>
              <a:ext cx="267840" cy="135720"/>
            </p14:xfrm>
          </p:contentPart>
        </mc:Choice>
        <mc:Fallback xmlns=""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698D9871-03F1-18D2-55FA-DFA90E3B11A2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5728920" y="3446280"/>
                <a:ext cx="276480" cy="14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40BBCC0E-7B65-A8F4-9199-294E09D3BD6C}"/>
                  </a:ext>
                </a:extLst>
              </p14:cNvPr>
              <p14:cNvContentPartPr/>
              <p14:nvPr/>
            </p14:nvContentPartPr>
            <p14:xfrm>
              <a:off x="5744040" y="3665880"/>
              <a:ext cx="21240" cy="265320"/>
            </p14:xfrm>
          </p:contentPart>
        </mc:Choice>
        <mc:Fallback xmlns=""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40BBCC0E-7B65-A8F4-9199-294E09D3BD6C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5739720" y="3661560"/>
                <a:ext cx="29880" cy="27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C5F7E284-E676-2C70-18EF-0B0AE3623AB9}"/>
                  </a:ext>
                </a:extLst>
              </p14:cNvPr>
              <p14:cNvContentPartPr/>
              <p14:nvPr/>
            </p14:nvContentPartPr>
            <p14:xfrm>
              <a:off x="5727840" y="3578040"/>
              <a:ext cx="457560" cy="335160"/>
            </p14:xfrm>
          </p:contentPart>
        </mc:Choice>
        <mc:Fallback xmlns=""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C5F7E284-E676-2C70-18EF-0B0AE3623AB9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5723520" y="3573720"/>
                <a:ext cx="466200" cy="34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185FE423-1F90-42B0-8A9A-B08CC3A78AB3}"/>
                  </a:ext>
                </a:extLst>
              </p14:cNvPr>
              <p14:cNvContentPartPr/>
              <p14:nvPr/>
            </p14:nvContentPartPr>
            <p14:xfrm>
              <a:off x="6067320" y="3237120"/>
              <a:ext cx="1139400" cy="520200"/>
            </p14:xfrm>
          </p:contentPart>
        </mc:Choice>
        <mc:Fallback xmlns=""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185FE423-1F90-42B0-8A9A-B08CC3A78AB3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6063000" y="3232800"/>
                <a:ext cx="1148040" cy="52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FADD6032-D223-79CB-6E85-E4BDA6D17E76}"/>
                  </a:ext>
                </a:extLst>
              </p14:cNvPr>
              <p14:cNvContentPartPr/>
              <p14:nvPr/>
            </p14:nvContentPartPr>
            <p14:xfrm>
              <a:off x="7127880" y="3161880"/>
              <a:ext cx="94680" cy="181800"/>
            </p14:xfrm>
          </p:contentPart>
        </mc:Choice>
        <mc:Fallback xmlns=""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FADD6032-D223-79CB-6E85-E4BDA6D17E76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7123560" y="3157560"/>
                <a:ext cx="103320" cy="19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2107EA3E-747D-58D2-0AA8-078348209897}"/>
                  </a:ext>
                </a:extLst>
              </p14:cNvPr>
              <p14:cNvContentPartPr/>
              <p14:nvPr/>
            </p14:nvContentPartPr>
            <p14:xfrm>
              <a:off x="7628640" y="3587760"/>
              <a:ext cx="123840" cy="99000"/>
            </p14:xfrm>
          </p:contentPart>
        </mc:Choice>
        <mc:Fallback xmlns=""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2107EA3E-747D-58D2-0AA8-078348209897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7624320" y="3583440"/>
                <a:ext cx="132480" cy="10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3EE045C6-6A08-6459-8558-C2C4DC6C6598}"/>
                  </a:ext>
                </a:extLst>
              </p14:cNvPr>
              <p14:cNvContentPartPr/>
              <p14:nvPr/>
            </p14:nvContentPartPr>
            <p14:xfrm>
              <a:off x="8673000" y="3574080"/>
              <a:ext cx="233640" cy="106200"/>
            </p14:xfrm>
          </p:contentPart>
        </mc:Choice>
        <mc:Fallback xmlns=""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3EE045C6-6A08-6459-8558-C2C4DC6C6598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8668680" y="3569760"/>
                <a:ext cx="242280" cy="11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18BAC7CB-E5A5-0F66-9766-CADBBC95B59D}"/>
                  </a:ext>
                </a:extLst>
              </p14:cNvPr>
              <p14:cNvContentPartPr/>
              <p14:nvPr/>
            </p14:nvContentPartPr>
            <p14:xfrm>
              <a:off x="9222720" y="3590280"/>
              <a:ext cx="130680" cy="114840"/>
            </p14:xfrm>
          </p:contentPart>
        </mc:Choice>
        <mc:Fallback xmlns=""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18BAC7CB-E5A5-0F66-9766-CADBBC95B59D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9218400" y="3585960"/>
                <a:ext cx="139320" cy="12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082907AE-BC95-352A-926A-2E96CC5A719E}"/>
                  </a:ext>
                </a:extLst>
              </p14:cNvPr>
              <p14:cNvContentPartPr/>
              <p14:nvPr/>
            </p14:nvContentPartPr>
            <p14:xfrm>
              <a:off x="9647880" y="3570840"/>
              <a:ext cx="146520" cy="79920"/>
            </p14:xfrm>
          </p:contentPart>
        </mc:Choice>
        <mc:Fallback xmlns=""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082907AE-BC95-352A-926A-2E96CC5A719E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9643560" y="3566520"/>
                <a:ext cx="155160" cy="8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5214F2AA-7E27-A0EC-9D85-1C6FF86BF1F7}"/>
                  </a:ext>
                </a:extLst>
              </p14:cNvPr>
              <p14:cNvContentPartPr/>
              <p14:nvPr/>
            </p14:nvContentPartPr>
            <p14:xfrm>
              <a:off x="9751920" y="3578760"/>
              <a:ext cx="30240" cy="112320"/>
            </p14:xfrm>
          </p:contentPart>
        </mc:Choice>
        <mc:Fallback xmlns=""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5214F2AA-7E27-A0EC-9D85-1C6FF86BF1F7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9747600" y="3574440"/>
                <a:ext cx="38880" cy="12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2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30966C1F-ED12-83BD-B52C-206CA5366D48}"/>
                  </a:ext>
                </a:extLst>
              </p14:cNvPr>
              <p14:cNvContentPartPr/>
              <p14:nvPr/>
            </p14:nvContentPartPr>
            <p14:xfrm>
              <a:off x="10102920" y="3584520"/>
              <a:ext cx="78120" cy="103680"/>
            </p14:xfrm>
          </p:contentPart>
        </mc:Choice>
        <mc:Fallback xmlns=""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30966C1F-ED12-83BD-B52C-206CA5366D48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10098600" y="3580200"/>
                <a:ext cx="86760" cy="11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4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3A6EAB88-D2E4-810B-B6DD-46E805367EA6}"/>
                  </a:ext>
                </a:extLst>
              </p14:cNvPr>
              <p14:cNvContentPartPr/>
              <p14:nvPr/>
            </p14:nvContentPartPr>
            <p14:xfrm>
              <a:off x="10181400" y="3560400"/>
              <a:ext cx="88200" cy="23400"/>
            </p14:xfrm>
          </p:contentPart>
        </mc:Choice>
        <mc:Fallback xmlns=""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3A6EAB88-D2E4-810B-B6DD-46E805367EA6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10177080" y="3556080"/>
                <a:ext cx="96840" cy="3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6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B969E9EB-A9A1-B3DE-01C7-3F0214477814}"/>
                  </a:ext>
                </a:extLst>
              </p14:cNvPr>
              <p14:cNvContentPartPr/>
              <p14:nvPr/>
            </p14:nvContentPartPr>
            <p14:xfrm>
              <a:off x="10689000" y="3533760"/>
              <a:ext cx="91080" cy="162720"/>
            </p14:xfrm>
          </p:contentPart>
        </mc:Choice>
        <mc:Fallback xmlns=""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B969E9EB-A9A1-B3DE-01C7-3F0214477814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10684680" y="3529440"/>
                <a:ext cx="99720" cy="17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8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533B02CF-D536-9D54-4BEF-482E3A0360A3}"/>
                  </a:ext>
                </a:extLst>
              </p14:cNvPr>
              <p14:cNvContentPartPr/>
              <p14:nvPr/>
            </p14:nvContentPartPr>
            <p14:xfrm>
              <a:off x="10590360" y="2863440"/>
              <a:ext cx="495360" cy="594360"/>
            </p14:xfrm>
          </p:contentPart>
        </mc:Choice>
        <mc:Fallback xmlns=""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533B02CF-D536-9D54-4BEF-482E3A0360A3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10586040" y="2859120"/>
                <a:ext cx="504000" cy="60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0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B2624825-A776-5C72-35C7-DD62404C1B47}"/>
                  </a:ext>
                </a:extLst>
              </p14:cNvPr>
              <p14:cNvContentPartPr/>
              <p14:nvPr/>
            </p14:nvContentPartPr>
            <p14:xfrm>
              <a:off x="10460760" y="3489840"/>
              <a:ext cx="493560" cy="44280"/>
            </p14:xfrm>
          </p:contentPart>
        </mc:Choice>
        <mc:Fallback xmlns=""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B2624825-A776-5C72-35C7-DD62404C1B47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10456440" y="3485520"/>
                <a:ext cx="502200" cy="5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2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EC6EC0C2-6859-535B-362B-C904C0FAF96B}"/>
                  </a:ext>
                </a:extLst>
              </p14:cNvPr>
              <p14:cNvContentPartPr/>
              <p14:nvPr/>
            </p14:nvContentPartPr>
            <p14:xfrm>
              <a:off x="8061120" y="3091536"/>
              <a:ext cx="201960" cy="169560"/>
            </p14:xfrm>
          </p:contentPart>
        </mc:Choice>
        <mc:Fallback xmlns=""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EC6EC0C2-6859-535B-362B-C904C0FAF96B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8056800" y="3087216"/>
                <a:ext cx="210600" cy="17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4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03539C7B-F590-728E-CB23-2E18BE22E596}"/>
                  </a:ext>
                </a:extLst>
              </p14:cNvPr>
              <p14:cNvContentPartPr/>
              <p14:nvPr/>
            </p14:nvContentPartPr>
            <p14:xfrm>
              <a:off x="8153280" y="3170016"/>
              <a:ext cx="59040" cy="173520"/>
            </p14:xfrm>
          </p:contentPart>
        </mc:Choice>
        <mc:Fallback xmlns=""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03539C7B-F590-728E-CB23-2E18BE22E596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8148960" y="3165696"/>
                <a:ext cx="67680" cy="18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6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C28B78F6-00A8-E972-97AA-EFC7F5E59FC0}"/>
                  </a:ext>
                </a:extLst>
              </p14:cNvPr>
              <p14:cNvContentPartPr/>
              <p14:nvPr/>
            </p14:nvContentPartPr>
            <p14:xfrm>
              <a:off x="9240480" y="3157416"/>
              <a:ext cx="160920" cy="209880"/>
            </p14:xfrm>
          </p:contentPart>
        </mc:Choice>
        <mc:Fallback xmlns=""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C28B78F6-00A8-E972-97AA-EFC7F5E59FC0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9236160" y="3153096"/>
                <a:ext cx="169560" cy="21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8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1CD9C2AC-C26E-A437-1C3A-E615F0C9BEB0}"/>
                  </a:ext>
                </a:extLst>
              </p14:cNvPr>
              <p14:cNvContentPartPr/>
              <p14:nvPr/>
            </p14:nvContentPartPr>
            <p14:xfrm>
              <a:off x="9745920" y="3099456"/>
              <a:ext cx="7200" cy="185400"/>
            </p14:xfrm>
          </p:contentPart>
        </mc:Choice>
        <mc:Fallback xmlns=""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1CD9C2AC-C26E-A437-1C3A-E615F0C9BEB0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9741600" y="3095136"/>
                <a:ext cx="15840" cy="19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0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719869E2-6F35-16B3-036A-1F3F1A303C58}"/>
                  </a:ext>
                </a:extLst>
              </p14:cNvPr>
              <p14:cNvContentPartPr/>
              <p14:nvPr/>
            </p14:nvContentPartPr>
            <p14:xfrm>
              <a:off x="10163880" y="3173256"/>
              <a:ext cx="286920" cy="153720"/>
            </p14:xfrm>
          </p:contentPart>
        </mc:Choice>
        <mc:Fallback xmlns=""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719869E2-6F35-16B3-036A-1F3F1A303C58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10159560" y="3168936"/>
                <a:ext cx="295560" cy="16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2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6C577CA7-8455-A9B6-C4F9-BE28C36C7EC7}"/>
                  </a:ext>
                </a:extLst>
              </p14:cNvPr>
              <p14:cNvContentPartPr/>
              <p14:nvPr/>
            </p14:nvContentPartPr>
            <p14:xfrm>
              <a:off x="10662480" y="3071736"/>
              <a:ext cx="247680" cy="294120"/>
            </p14:xfrm>
          </p:contentPart>
        </mc:Choice>
        <mc:Fallback xmlns=""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6C577CA7-8455-A9B6-C4F9-BE28C36C7EC7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10658160" y="3067416"/>
                <a:ext cx="256320" cy="30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4">
            <p14:nvContentPartPr>
              <p14:cNvPr id="92" name="Ink 91">
                <a:extLst>
                  <a:ext uri="{FF2B5EF4-FFF2-40B4-BE49-F238E27FC236}">
                    <a16:creationId xmlns:a16="http://schemas.microsoft.com/office/drawing/2014/main" id="{0025265D-B46D-C75D-CFB8-A60B1969A52F}"/>
                  </a:ext>
                </a:extLst>
              </p14:cNvPr>
              <p14:cNvContentPartPr/>
              <p14:nvPr/>
            </p14:nvContentPartPr>
            <p14:xfrm>
              <a:off x="3453480" y="5015376"/>
              <a:ext cx="30240" cy="47880"/>
            </p14:xfrm>
          </p:contentPart>
        </mc:Choice>
        <mc:Fallback xmlns="">
          <p:pic>
            <p:nvPicPr>
              <p:cNvPr id="92" name="Ink 91">
                <a:extLst>
                  <a:ext uri="{FF2B5EF4-FFF2-40B4-BE49-F238E27FC236}">
                    <a16:creationId xmlns:a16="http://schemas.microsoft.com/office/drawing/2014/main" id="{0025265D-B46D-C75D-CFB8-A60B1969A52F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3449160" y="5011056"/>
                <a:ext cx="38880" cy="56520"/>
              </a:xfrm>
              <a:prstGeom prst="rect">
                <a:avLst/>
              </a:prstGeom>
            </p:spPr>
          </p:pic>
        </mc:Fallback>
      </mc:AlternateContent>
      <p:grpSp>
        <p:nvGrpSpPr>
          <p:cNvPr id="96" name="Group 95">
            <a:extLst>
              <a:ext uri="{FF2B5EF4-FFF2-40B4-BE49-F238E27FC236}">
                <a16:creationId xmlns:a16="http://schemas.microsoft.com/office/drawing/2014/main" id="{2985A8A3-94BD-A63C-34A6-077016E63B3F}"/>
              </a:ext>
            </a:extLst>
          </p:cNvPr>
          <p:cNvGrpSpPr/>
          <p:nvPr/>
        </p:nvGrpSpPr>
        <p:grpSpPr>
          <a:xfrm>
            <a:off x="2465280" y="902736"/>
            <a:ext cx="184680" cy="182880"/>
            <a:chOff x="2465280" y="902736"/>
            <a:chExt cx="184680" cy="182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7E9F279D-255E-DD31-5C43-7C01FB7D802F}"/>
                    </a:ext>
                  </a:extLst>
                </p14:cNvPr>
                <p14:cNvContentPartPr/>
                <p14:nvPr/>
              </p14:nvContentPartPr>
              <p14:xfrm>
                <a:off x="2465280" y="902736"/>
                <a:ext cx="116640" cy="18288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7E9F279D-255E-DD31-5C43-7C01FB7D802F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2460960" y="898416"/>
                  <a:ext cx="12528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1950DB31-D6EA-76C0-CDF6-83CD30C0967B}"/>
                    </a:ext>
                  </a:extLst>
                </p14:cNvPr>
                <p14:cNvContentPartPr/>
                <p14:nvPr/>
              </p14:nvContentPartPr>
              <p14:xfrm>
                <a:off x="2525760" y="915696"/>
                <a:ext cx="124200" cy="4644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1950DB31-D6EA-76C0-CDF6-83CD30C0967B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2521440" y="911376"/>
                  <a:ext cx="132840" cy="55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30">
            <p14:nvContentPartPr>
              <p14:cNvPr id="95" name="Ink 94">
                <a:extLst>
                  <a:ext uri="{FF2B5EF4-FFF2-40B4-BE49-F238E27FC236}">
                    <a16:creationId xmlns:a16="http://schemas.microsoft.com/office/drawing/2014/main" id="{D607061F-80F8-D64B-AC52-76D310906C13}"/>
                  </a:ext>
                </a:extLst>
              </p14:cNvPr>
              <p14:cNvContentPartPr/>
              <p14:nvPr/>
            </p14:nvContentPartPr>
            <p14:xfrm>
              <a:off x="2983680" y="1726416"/>
              <a:ext cx="221040" cy="192600"/>
            </p14:xfrm>
          </p:contentPart>
        </mc:Choice>
        <mc:Fallback xmlns="">
          <p:pic>
            <p:nvPicPr>
              <p:cNvPr id="95" name="Ink 94">
                <a:extLst>
                  <a:ext uri="{FF2B5EF4-FFF2-40B4-BE49-F238E27FC236}">
                    <a16:creationId xmlns:a16="http://schemas.microsoft.com/office/drawing/2014/main" id="{D607061F-80F8-D64B-AC52-76D310906C13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2979360" y="1722096"/>
                <a:ext cx="229680" cy="201240"/>
              </a:xfrm>
              <a:prstGeom prst="rect">
                <a:avLst/>
              </a:prstGeom>
            </p:spPr>
          </p:pic>
        </mc:Fallback>
      </mc:AlternateContent>
      <p:grpSp>
        <p:nvGrpSpPr>
          <p:cNvPr id="100" name="Group 99">
            <a:extLst>
              <a:ext uri="{FF2B5EF4-FFF2-40B4-BE49-F238E27FC236}">
                <a16:creationId xmlns:a16="http://schemas.microsoft.com/office/drawing/2014/main" id="{1635FBF8-7C15-8084-F015-727819C6C57B}"/>
              </a:ext>
            </a:extLst>
          </p:cNvPr>
          <p:cNvGrpSpPr/>
          <p:nvPr/>
        </p:nvGrpSpPr>
        <p:grpSpPr>
          <a:xfrm>
            <a:off x="7433640" y="3146976"/>
            <a:ext cx="351360" cy="232560"/>
            <a:chOff x="7433640" y="3146976"/>
            <a:chExt cx="351360" cy="232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243C6DAD-BC41-C7D5-7063-C0F9E06C098C}"/>
                    </a:ext>
                  </a:extLst>
                </p14:cNvPr>
                <p14:cNvContentPartPr/>
                <p14:nvPr/>
              </p14:nvContentPartPr>
              <p14:xfrm>
                <a:off x="7433640" y="3149856"/>
                <a:ext cx="134640" cy="22968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243C6DAD-BC41-C7D5-7063-C0F9E06C098C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7429320" y="3145536"/>
                  <a:ext cx="143280" cy="23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0C70A958-B868-FEEB-BEFD-5BBE9EE98E30}"/>
                    </a:ext>
                  </a:extLst>
                </p14:cNvPr>
                <p14:cNvContentPartPr/>
                <p14:nvPr/>
              </p14:nvContentPartPr>
              <p14:xfrm>
                <a:off x="7565040" y="3146976"/>
                <a:ext cx="219960" cy="2124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0C70A958-B868-FEEB-BEFD-5BBE9EE98E30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7560720" y="3142656"/>
                  <a:ext cx="228600" cy="29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36">
            <p14:nvContentPartPr>
              <p14:cNvPr id="99" name="Ink 98">
                <a:extLst>
                  <a:ext uri="{FF2B5EF4-FFF2-40B4-BE49-F238E27FC236}">
                    <a16:creationId xmlns:a16="http://schemas.microsoft.com/office/drawing/2014/main" id="{BDD7A581-4231-4EC3-FE47-389B3ABD4951}"/>
                  </a:ext>
                </a:extLst>
              </p14:cNvPr>
              <p14:cNvContentPartPr/>
              <p14:nvPr/>
            </p14:nvContentPartPr>
            <p14:xfrm>
              <a:off x="8552520" y="3142656"/>
              <a:ext cx="203760" cy="225360"/>
            </p14:xfrm>
          </p:contentPart>
        </mc:Choice>
        <mc:Fallback xmlns="">
          <p:pic>
            <p:nvPicPr>
              <p:cNvPr id="99" name="Ink 98">
                <a:extLst>
                  <a:ext uri="{FF2B5EF4-FFF2-40B4-BE49-F238E27FC236}">
                    <a16:creationId xmlns:a16="http://schemas.microsoft.com/office/drawing/2014/main" id="{BDD7A581-4231-4EC3-FE47-389B3ABD4951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8548200" y="3138336"/>
                <a:ext cx="212400" cy="23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8">
            <p14:nvContentPartPr>
              <p14:cNvPr id="101" name="Ink 100">
                <a:extLst>
                  <a:ext uri="{FF2B5EF4-FFF2-40B4-BE49-F238E27FC236}">
                    <a16:creationId xmlns:a16="http://schemas.microsoft.com/office/drawing/2014/main" id="{DE728397-1C82-A5BD-BEE3-A82ED7E1CB90}"/>
                  </a:ext>
                </a:extLst>
              </p14:cNvPr>
              <p14:cNvContentPartPr/>
              <p14:nvPr/>
            </p14:nvContentPartPr>
            <p14:xfrm>
              <a:off x="10447920" y="3886056"/>
              <a:ext cx="564480" cy="94320"/>
            </p14:xfrm>
          </p:contentPart>
        </mc:Choice>
        <mc:Fallback xmlns="">
          <p:pic>
            <p:nvPicPr>
              <p:cNvPr id="101" name="Ink 100">
                <a:extLst>
                  <a:ext uri="{FF2B5EF4-FFF2-40B4-BE49-F238E27FC236}">
                    <a16:creationId xmlns:a16="http://schemas.microsoft.com/office/drawing/2014/main" id="{DE728397-1C82-A5BD-BEE3-A82ED7E1CB90}"/>
                  </a:ext>
                </a:extLst>
              </p:cNvPr>
              <p:cNvPicPr/>
              <p:nvPr/>
            </p:nvPicPr>
            <p:blipFill>
              <a:blip r:embed="rId139"/>
              <a:stretch>
                <a:fillRect/>
              </a:stretch>
            </p:blipFill>
            <p:spPr>
              <a:xfrm>
                <a:off x="10443600" y="3881736"/>
                <a:ext cx="573120" cy="102960"/>
              </a:xfrm>
              <a:prstGeom prst="rect">
                <a:avLst/>
              </a:prstGeom>
            </p:spPr>
          </p:pic>
        </mc:Fallback>
      </mc:AlternateContent>
      <p:grpSp>
        <p:nvGrpSpPr>
          <p:cNvPr id="114" name="Group 113">
            <a:extLst>
              <a:ext uri="{FF2B5EF4-FFF2-40B4-BE49-F238E27FC236}">
                <a16:creationId xmlns:a16="http://schemas.microsoft.com/office/drawing/2014/main" id="{0C5D01E8-9027-35FE-664D-2756105065AC}"/>
              </a:ext>
            </a:extLst>
          </p:cNvPr>
          <p:cNvGrpSpPr/>
          <p:nvPr/>
        </p:nvGrpSpPr>
        <p:grpSpPr>
          <a:xfrm>
            <a:off x="3737520" y="1162656"/>
            <a:ext cx="589680" cy="348120"/>
            <a:chOff x="3737520" y="1162656"/>
            <a:chExt cx="589680" cy="348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B0380092-6772-FC9B-ADF9-AC083CA57918}"/>
                    </a:ext>
                  </a:extLst>
                </p14:cNvPr>
                <p14:cNvContentPartPr/>
                <p14:nvPr/>
              </p14:nvContentPartPr>
              <p14:xfrm>
                <a:off x="3820680" y="1340496"/>
                <a:ext cx="37800" cy="17028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B0380092-6772-FC9B-ADF9-AC083CA57918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3816360" y="1336176"/>
                  <a:ext cx="4644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9F0F456A-72F8-0DB1-7FBF-C74D48A95B09}"/>
                    </a:ext>
                  </a:extLst>
                </p14:cNvPr>
                <p14:cNvContentPartPr/>
                <p14:nvPr/>
              </p14:nvContentPartPr>
              <p14:xfrm>
                <a:off x="3737520" y="1162656"/>
                <a:ext cx="330120" cy="27072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9F0F456A-72F8-0DB1-7FBF-C74D48A95B09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3733200" y="1158336"/>
                  <a:ext cx="338760" cy="27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9EAEE56A-EBA9-1423-F8B5-6ABF89D4E95B}"/>
                    </a:ext>
                  </a:extLst>
                </p14:cNvPr>
                <p14:cNvContentPartPr/>
                <p14:nvPr/>
              </p14:nvContentPartPr>
              <p14:xfrm>
                <a:off x="4181040" y="1388016"/>
                <a:ext cx="9720" cy="3024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9EAEE56A-EBA9-1423-F8B5-6ABF89D4E95B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4176720" y="1383696"/>
                  <a:ext cx="1836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F0CB8A51-E91E-00B8-E6B4-A999A9D1BD45}"/>
                    </a:ext>
                  </a:extLst>
                </p14:cNvPr>
                <p14:cNvContentPartPr/>
                <p14:nvPr/>
              </p14:nvContentPartPr>
              <p14:xfrm>
                <a:off x="4201920" y="1277136"/>
                <a:ext cx="5040" cy="2808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F0CB8A51-E91E-00B8-E6B4-A999A9D1BD45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4197600" y="1272816"/>
                  <a:ext cx="1368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48CE876C-CD30-B260-DD0C-ADE65ADA3156}"/>
                    </a:ext>
                  </a:extLst>
                </p14:cNvPr>
                <p14:cNvContentPartPr/>
                <p14:nvPr/>
              </p14:nvContentPartPr>
              <p14:xfrm>
                <a:off x="4276440" y="1303776"/>
                <a:ext cx="50760" cy="10764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48CE876C-CD30-B260-DD0C-ADE65ADA3156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4272120" y="1299456"/>
                  <a:ext cx="59400" cy="116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59D2BDCE-0CB5-E92C-8021-3FC893061075}"/>
              </a:ext>
            </a:extLst>
          </p:cNvPr>
          <p:cNvGrpSpPr/>
          <p:nvPr/>
        </p:nvGrpSpPr>
        <p:grpSpPr>
          <a:xfrm>
            <a:off x="4587840" y="1140696"/>
            <a:ext cx="189360" cy="217440"/>
            <a:chOff x="4587840" y="1140696"/>
            <a:chExt cx="189360" cy="217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4ED66090-410F-0D76-00C6-770D56434778}"/>
                    </a:ext>
                  </a:extLst>
                </p14:cNvPr>
                <p14:cNvContentPartPr/>
                <p14:nvPr/>
              </p14:nvContentPartPr>
              <p14:xfrm>
                <a:off x="4587840" y="1285056"/>
                <a:ext cx="34920" cy="7308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4ED66090-410F-0D76-00C6-770D56434778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4583520" y="1280736"/>
                  <a:ext cx="4356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01301FC6-DB22-B403-BD74-27A9A593A7EA}"/>
                    </a:ext>
                  </a:extLst>
                </p14:cNvPr>
                <p14:cNvContentPartPr/>
                <p14:nvPr/>
              </p14:nvContentPartPr>
              <p14:xfrm>
                <a:off x="4652280" y="1140696"/>
                <a:ext cx="14040" cy="6948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01301FC6-DB22-B403-BD74-27A9A593A7EA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4647960" y="1136376"/>
                  <a:ext cx="2268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58F022C5-CD92-1FA0-4CA0-4D948C562BC5}"/>
                    </a:ext>
                  </a:extLst>
                </p14:cNvPr>
                <p14:cNvContentPartPr/>
                <p14:nvPr/>
              </p14:nvContentPartPr>
              <p14:xfrm>
                <a:off x="4688640" y="1232136"/>
                <a:ext cx="88560" cy="12276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58F022C5-CD92-1FA0-4CA0-4D948C562BC5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4684320" y="1227816"/>
                  <a:ext cx="97200" cy="131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2" name="Group 141">
            <a:extLst>
              <a:ext uri="{FF2B5EF4-FFF2-40B4-BE49-F238E27FC236}">
                <a16:creationId xmlns:a16="http://schemas.microsoft.com/office/drawing/2014/main" id="{F0C8A560-CF1A-FDDE-CD43-597547368923}"/>
              </a:ext>
            </a:extLst>
          </p:cNvPr>
          <p:cNvGrpSpPr/>
          <p:nvPr/>
        </p:nvGrpSpPr>
        <p:grpSpPr>
          <a:xfrm>
            <a:off x="5015880" y="1161576"/>
            <a:ext cx="508320" cy="144720"/>
            <a:chOff x="5015880" y="1161576"/>
            <a:chExt cx="508320" cy="144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11087C71-6A02-70E3-EB76-526A309B7E75}"/>
                    </a:ext>
                  </a:extLst>
                </p14:cNvPr>
                <p14:cNvContentPartPr/>
                <p14:nvPr/>
              </p14:nvContentPartPr>
              <p14:xfrm>
                <a:off x="5015880" y="1223856"/>
                <a:ext cx="145080" cy="8244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11087C71-6A02-70E3-EB76-526A309B7E75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5011560" y="1219536"/>
                  <a:ext cx="15372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005EB47D-4C4F-ED1F-57FD-850F95CC9CEA}"/>
                    </a:ext>
                  </a:extLst>
                </p14:cNvPr>
                <p14:cNvContentPartPr/>
                <p14:nvPr/>
              </p14:nvContentPartPr>
              <p14:xfrm>
                <a:off x="5205960" y="1192536"/>
                <a:ext cx="70560" cy="11196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005EB47D-4C4F-ED1F-57FD-850F95CC9CEA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5201640" y="1188216"/>
                  <a:ext cx="7920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7EC1E89B-81D7-1476-40D4-C41EEBE75372}"/>
                    </a:ext>
                  </a:extLst>
                </p14:cNvPr>
                <p14:cNvContentPartPr/>
                <p14:nvPr/>
              </p14:nvContentPartPr>
              <p14:xfrm>
                <a:off x="5360400" y="1161576"/>
                <a:ext cx="163800" cy="13428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7EC1E89B-81D7-1476-40D4-C41EEBE75372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5356080" y="1157256"/>
                  <a:ext cx="172440" cy="142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62">
            <p14:nvContentPartPr>
              <p14:cNvPr id="116" name="Ink 115">
                <a:extLst>
                  <a:ext uri="{FF2B5EF4-FFF2-40B4-BE49-F238E27FC236}">
                    <a16:creationId xmlns:a16="http://schemas.microsoft.com/office/drawing/2014/main" id="{DEDA608F-5830-B2AA-E747-4D3C4FB63CB7}"/>
                  </a:ext>
                </a:extLst>
              </p14:cNvPr>
              <p14:cNvContentPartPr/>
              <p14:nvPr/>
            </p14:nvContentPartPr>
            <p14:xfrm>
              <a:off x="5880600" y="1133856"/>
              <a:ext cx="243360" cy="122400"/>
            </p14:xfrm>
          </p:contentPart>
        </mc:Choice>
        <mc:Fallback xmlns="">
          <p:pic>
            <p:nvPicPr>
              <p:cNvPr id="116" name="Ink 115">
                <a:extLst>
                  <a:ext uri="{FF2B5EF4-FFF2-40B4-BE49-F238E27FC236}">
                    <a16:creationId xmlns:a16="http://schemas.microsoft.com/office/drawing/2014/main" id="{DEDA608F-5830-B2AA-E747-4D3C4FB63CB7}"/>
                  </a:ext>
                </a:extLst>
              </p:cNvPr>
              <p:cNvPicPr/>
              <p:nvPr/>
            </p:nvPicPr>
            <p:blipFill>
              <a:blip r:embed="rId163"/>
              <a:stretch>
                <a:fillRect/>
              </a:stretch>
            </p:blipFill>
            <p:spPr>
              <a:xfrm>
                <a:off x="5876280" y="1129536"/>
                <a:ext cx="252000" cy="131040"/>
              </a:xfrm>
              <a:prstGeom prst="rect">
                <a:avLst/>
              </a:prstGeom>
            </p:spPr>
          </p:pic>
        </mc:Fallback>
      </mc:AlternateContent>
      <p:grpSp>
        <p:nvGrpSpPr>
          <p:cNvPr id="141" name="Group 140">
            <a:extLst>
              <a:ext uri="{FF2B5EF4-FFF2-40B4-BE49-F238E27FC236}">
                <a16:creationId xmlns:a16="http://schemas.microsoft.com/office/drawing/2014/main" id="{89193E9B-BFC4-47A3-C8F0-0A90437A0CE4}"/>
              </a:ext>
            </a:extLst>
          </p:cNvPr>
          <p:cNvGrpSpPr/>
          <p:nvPr/>
        </p:nvGrpSpPr>
        <p:grpSpPr>
          <a:xfrm>
            <a:off x="6392520" y="934416"/>
            <a:ext cx="1556640" cy="438120"/>
            <a:chOff x="6392520" y="934416"/>
            <a:chExt cx="1556640" cy="438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F8577096-55D4-90D9-B8F5-F18EC2F251A6}"/>
                    </a:ext>
                  </a:extLst>
                </p14:cNvPr>
                <p14:cNvContentPartPr/>
                <p14:nvPr/>
              </p14:nvContentPartPr>
              <p14:xfrm>
                <a:off x="6392520" y="934416"/>
                <a:ext cx="403920" cy="29808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F8577096-55D4-90D9-B8F5-F18EC2F251A6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6388200" y="930096"/>
                  <a:ext cx="412560" cy="30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18C2E5EA-A308-EDE4-2C11-65185651FD96}"/>
                    </a:ext>
                  </a:extLst>
                </p14:cNvPr>
                <p14:cNvContentPartPr/>
                <p14:nvPr/>
              </p14:nvContentPartPr>
              <p14:xfrm>
                <a:off x="6820920" y="1086336"/>
                <a:ext cx="164880" cy="10116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18C2E5EA-A308-EDE4-2C11-65185651FD96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6816600" y="1082016"/>
                  <a:ext cx="17352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55E662B7-3B45-4175-97A3-556E050CC247}"/>
                    </a:ext>
                  </a:extLst>
                </p14:cNvPr>
                <p14:cNvContentPartPr/>
                <p14:nvPr/>
              </p14:nvContentPartPr>
              <p14:xfrm>
                <a:off x="7029360" y="1065816"/>
                <a:ext cx="101880" cy="14364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55E662B7-3B45-4175-97A3-556E050CC247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7025040" y="1061496"/>
                  <a:ext cx="11052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6DCB9DED-0144-094F-CE36-0F0F9B92095F}"/>
                    </a:ext>
                  </a:extLst>
                </p14:cNvPr>
                <p14:cNvContentPartPr/>
                <p14:nvPr/>
              </p14:nvContentPartPr>
              <p14:xfrm>
                <a:off x="7017840" y="1078416"/>
                <a:ext cx="95040" cy="9864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6DCB9DED-0144-094F-CE36-0F0F9B92095F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7013520" y="1074096"/>
                  <a:ext cx="10368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5D279EFB-4B9B-C4C5-A797-E43DD7309493}"/>
                    </a:ext>
                  </a:extLst>
                </p14:cNvPr>
                <p14:cNvContentPartPr/>
                <p14:nvPr/>
              </p14:nvContentPartPr>
              <p14:xfrm>
                <a:off x="7197840" y="1133856"/>
                <a:ext cx="81360" cy="504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5D279EFB-4B9B-C4C5-A797-E43DD7309493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7193520" y="1129536"/>
                  <a:ext cx="90000" cy="1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D4760AE9-8912-78A9-25A1-0A1178D95D8C}"/>
                    </a:ext>
                  </a:extLst>
                </p14:cNvPr>
                <p14:cNvContentPartPr/>
                <p14:nvPr/>
              </p14:nvContentPartPr>
              <p14:xfrm>
                <a:off x="7364160" y="966456"/>
                <a:ext cx="85680" cy="21384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D4760AE9-8912-78A9-25A1-0A1178D95D8C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7359840" y="962136"/>
                  <a:ext cx="94320" cy="22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C2BC87C9-691C-55FB-FDBC-821EDE48D295}"/>
                    </a:ext>
                  </a:extLst>
                </p14:cNvPr>
                <p14:cNvContentPartPr/>
                <p14:nvPr/>
              </p14:nvContentPartPr>
              <p14:xfrm>
                <a:off x="7470360" y="941256"/>
                <a:ext cx="48960" cy="21348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C2BC87C9-691C-55FB-FDBC-821EDE48D295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7466040" y="936936"/>
                  <a:ext cx="57600" cy="22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288A906F-D53A-A7B8-3233-C63F0C3E60A2}"/>
                    </a:ext>
                  </a:extLst>
                </p14:cNvPr>
                <p14:cNvContentPartPr/>
                <p14:nvPr/>
              </p14:nvContentPartPr>
              <p14:xfrm>
                <a:off x="7378200" y="1070496"/>
                <a:ext cx="187560" cy="1080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288A906F-D53A-A7B8-3233-C63F0C3E60A2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7373880" y="1066176"/>
                  <a:ext cx="196200" cy="1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E57D3980-BA7D-202E-5BE6-B1679E27CC20}"/>
                    </a:ext>
                  </a:extLst>
                </p14:cNvPr>
                <p14:cNvContentPartPr/>
                <p14:nvPr/>
              </p14:nvContentPartPr>
              <p14:xfrm>
                <a:off x="7565040" y="1057536"/>
                <a:ext cx="104400" cy="9720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E57D3980-BA7D-202E-5BE6-B1679E27CC20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7560720" y="1053216"/>
                  <a:ext cx="11304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5AD38F35-967D-186F-43EA-39A1A9154F04}"/>
                    </a:ext>
                  </a:extLst>
                </p14:cNvPr>
                <p14:cNvContentPartPr/>
                <p14:nvPr/>
              </p14:nvContentPartPr>
              <p14:xfrm>
                <a:off x="7685280" y="1085256"/>
                <a:ext cx="145800" cy="6840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5AD38F35-967D-186F-43EA-39A1A9154F04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7680960" y="1080936"/>
                  <a:ext cx="154440" cy="7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41B3361E-1358-7B35-3034-6BD907BB9145}"/>
                    </a:ext>
                  </a:extLst>
                </p14:cNvPr>
                <p14:cNvContentPartPr/>
                <p14:nvPr/>
              </p14:nvContentPartPr>
              <p14:xfrm>
                <a:off x="7826760" y="1106136"/>
                <a:ext cx="66600" cy="26640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41B3361E-1358-7B35-3034-6BD907BB9145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7822440" y="1101816"/>
                  <a:ext cx="75240" cy="27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8CA67E24-17AD-F318-76F3-B2D7247C5C39}"/>
                    </a:ext>
                  </a:extLst>
                </p14:cNvPr>
                <p14:cNvContentPartPr/>
                <p14:nvPr/>
              </p14:nvContentPartPr>
              <p14:xfrm>
                <a:off x="7805520" y="1089216"/>
                <a:ext cx="143640" cy="7164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8CA67E24-17AD-F318-76F3-B2D7247C5C39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7801200" y="1084896"/>
                  <a:ext cx="152280" cy="80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0" name="Group 139">
            <a:extLst>
              <a:ext uri="{FF2B5EF4-FFF2-40B4-BE49-F238E27FC236}">
                <a16:creationId xmlns:a16="http://schemas.microsoft.com/office/drawing/2014/main" id="{79E18F77-6F5D-7F1D-8FF4-38941A88D14A}"/>
              </a:ext>
            </a:extLst>
          </p:cNvPr>
          <p:cNvGrpSpPr/>
          <p:nvPr/>
        </p:nvGrpSpPr>
        <p:grpSpPr>
          <a:xfrm>
            <a:off x="8218080" y="1059696"/>
            <a:ext cx="611280" cy="168120"/>
            <a:chOff x="8218080" y="1059696"/>
            <a:chExt cx="611280" cy="168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046E3C77-817E-9476-765A-0EED6A100DCA}"/>
                    </a:ext>
                  </a:extLst>
                </p14:cNvPr>
                <p14:cNvContentPartPr/>
                <p14:nvPr/>
              </p14:nvContentPartPr>
              <p14:xfrm>
                <a:off x="8218080" y="1063656"/>
                <a:ext cx="333720" cy="12636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046E3C77-817E-9476-765A-0EED6A100DCA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8213760" y="1059336"/>
                  <a:ext cx="34236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5BFF9FDB-941F-AE34-A41A-A9D4C7720AE2}"/>
                    </a:ext>
                  </a:extLst>
                </p14:cNvPr>
                <p14:cNvContentPartPr/>
                <p14:nvPr/>
              </p14:nvContentPartPr>
              <p14:xfrm>
                <a:off x="8606520" y="1059696"/>
                <a:ext cx="118440" cy="11340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5BFF9FDB-941F-AE34-A41A-A9D4C7720AE2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8602200" y="1055376"/>
                  <a:ext cx="12708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1FAC15F8-019C-C07E-66E1-F2E56DAFAB84}"/>
                    </a:ext>
                  </a:extLst>
                </p14:cNvPr>
                <p14:cNvContentPartPr/>
                <p14:nvPr/>
              </p14:nvContentPartPr>
              <p14:xfrm>
                <a:off x="8720280" y="1062216"/>
                <a:ext cx="360" cy="36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1FAC15F8-019C-C07E-66E1-F2E56DAFAB84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8715960" y="1057896"/>
                  <a:ext cx="900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C6BCBB59-1CBF-6A0C-0326-129FE3945E7B}"/>
                    </a:ext>
                  </a:extLst>
                </p14:cNvPr>
                <p14:cNvContentPartPr/>
                <p14:nvPr/>
              </p14:nvContentPartPr>
              <p14:xfrm>
                <a:off x="8720280" y="1062216"/>
                <a:ext cx="109080" cy="16560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C6BCBB59-1CBF-6A0C-0326-129FE3945E7B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8715960" y="1057896"/>
                  <a:ext cx="117720" cy="174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9" name="Group 138">
            <a:extLst>
              <a:ext uri="{FF2B5EF4-FFF2-40B4-BE49-F238E27FC236}">
                <a16:creationId xmlns:a16="http://schemas.microsoft.com/office/drawing/2014/main" id="{D4A1E3E8-E3BB-9CE2-0D31-C708415311F5}"/>
              </a:ext>
            </a:extLst>
          </p:cNvPr>
          <p:cNvGrpSpPr/>
          <p:nvPr/>
        </p:nvGrpSpPr>
        <p:grpSpPr>
          <a:xfrm>
            <a:off x="9085320" y="796536"/>
            <a:ext cx="880560" cy="501480"/>
            <a:chOff x="9085320" y="796536"/>
            <a:chExt cx="880560" cy="501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77DE5908-6AB3-4335-D1B9-765E1AC373B8}"/>
                    </a:ext>
                  </a:extLst>
                </p14:cNvPr>
                <p14:cNvContentPartPr/>
                <p14:nvPr/>
              </p14:nvContentPartPr>
              <p14:xfrm>
                <a:off x="9085320" y="1036296"/>
                <a:ext cx="171360" cy="10512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77DE5908-6AB3-4335-D1B9-765E1AC373B8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9081000" y="1031976"/>
                  <a:ext cx="18000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17D08448-4623-3520-E14C-8BA7D852751D}"/>
                    </a:ext>
                  </a:extLst>
                </p14:cNvPr>
                <p14:cNvContentPartPr/>
                <p14:nvPr/>
              </p14:nvContentPartPr>
              <p14:xfrm>
                <a:off x="9230400" y="1015776"/>
                <a:ext cx="178560" cy="28224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17D08448-4623-3520-E14C-8BA7D852751D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9226080" y="1011456"/>
                  <a:ext cx="187200" cy="29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938F3532-FDDE-4156-50E1-EAE92FEFF4A8}"/>
                    </a:ext>
                  </a:extLst>
                </p14:cNvPr>
                <p14:cNvContentPartPr/>
                <p14:nvPr/>
              </p14:nvContentPartPr>
              <p14:xfrm>
                <a:off x="9464040" y="976176"/>
                <a:ext cx="138960" cy="13068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938F3532-FDDE-4156-50E1-EAE92FEFF4A8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9459720" y="971856"/>
                  <a:ext cx="14760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809EE056-1816-6DCB-4133-76106F208142}"/>
                    </a:ext>
                  </a:extLst>
                </p14:cNvPr>
                <p14:cNvContentPartPr/>
                <p14:nvPr/>
              </p14:nvContentPartPr>
              <p14:xfrm>
                <a:off x="9702000" y="1022976"/>
                <a:ext cx="9720" cy="7380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809EE056-1816-6DCB-4133-76106F208142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9697680" y="1018656"/>
                  <a:ext cx="1836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C2820C9C-2CC2-E37E-8F2B-81799A59E2ED}"/>
                    </a:ext>
                  </a:extLst>
                </p14:cNvPr>
                <p14:cNvContentPartPr/>
                <p14:nvPr/>
              </p14:nvContentPartPr>
              <p14:xfrm>
                <a:off x="9771120" y="796536"/>
                <a:ext cx="360" cy="9144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C2820C9C-2CC2-E37E-8F2B-81799A59E2ED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9766800" y="792216"/>
                  <a:ext cx="900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05555F08-3C07-F934-FC9F-CB3F7D8365A8}"/>
                    </a:ext>
                  </a:extLst>
                </p14:cNvPr>
                <p14:cNvContentPartPr/>
                <p14:nvPr/>
              </p14:nvContentPartPr>
              <p14:xfrm>
                <a:off x="9819720" y="974376"/>
                <a:ext cx="146160" cy="11484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05555F08-3C07-F934-FC9F-CB3F7D8365A8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9815400" y="970056"/>
                  <a:ext cx="154800" cy="123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4" name="Group 163">
            <a:extLst>
              <a:ext uri="{FF2B5EF4-FFF2-40B4-BE49-F238E27FC236}">
                <a16:creationId xmlns:a16="http://schemas.microsoft.com/office/drawing/2014/main" id="{BB4E41E9-057C-B041-C779-057F772901F6}"/>
              </a:ext>
            </a:extLst>
          </p:cNvPr>
          <p:cNvGrpSpPr/>
          <p:nvPr/>
        </p:nvGrpSpPr>
        <p:grpSpPr>
          <a:xfrm>
            <a:off x="4516200" y="2033496"/>
            <a:ext cx="798480" cy="276480"/>
            <a:chOff x="4516200" y="2033496"/>
            <a:chExt cx="798480" cy="276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A5C5D3F1-743E-939F-08F7-102CA83E5600}"/>
                    </a:ext>
                  </a:extLst>
                </p14:cNvPr>
                <p14:cNvContentPartPr/>
                <p14:nvPr/>
              </p14:nvContentPartPr>
              <p14:xfrm>
                <a:off x="4516200" y="2091096"/>
                <a:ext cx="117360" cy="18072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A5C5D3F1-743E-939F-08F7-102CA83E5600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4511880" y="2086776"/>
                  <a:ext cx="12600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240F04FD-5571-1345-CC5B-24CE950E3BD8}"/>
                    </a:ext>
                  </a:extLst>
                </p14:cNvPr>
                <p14:cNvContentPartPr/>
                <p14:nvPr/>
              </p14:nvContentPartPr>
              <p14:xfrm>
                <a:off x="4696200" y="2072736"/>
                <a:ext cx="185040" cy="14688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240F04FD-5571-1345-CC5B-24CE950E3BD8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4691880" y="2068416"/>
                  <a:ext cx="19368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D7F4F507-DB33-2068-0536-2A1213B38A84}"/>
                    </a:ext>
                  </a:extLst>
                </p14:cNvPr>
                <p14:cNvContentPartPr/>
                <p14:nvPr/>
              </p14:nvContentPartPr>
              <p14:xfrm>
                <a:off x="4980240" y="2060136"/>
                <a:ext cx="180360" cy="13536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D7F4F507-DB33-2068-0536-2A1213B38A84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4975920" y="2055816"/>
                  <a:ext cx="18900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5A46E873-CA05-CE5D-A9B7-6554F196C0EA}"/>
                    </a:ext>
                  </a:extLst>
                </p14:cNvPr>
                <p14:cNvContentPartPr/>
                <p14:nvPr/>
              </p14:nvContentPartPr>
              <p14:xfrm>
                <a:off x="5228280" y="2098296"/>
                <a:ext cx="40680" cy="21168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5A46E873-CA05-CE5D-A9B7-6554F196C0EA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5223960" y="2093976"/>
                  <a:ext cx="4932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0E7F2D78-ED6B-4181-1806-30395B21C843}"/>
                    </a:ext>
                  </a:extLst>
                </p14:cNvPr>
                <p14:cNvContentPartPr/>
                <p14:nvPr/>
              </p14:nvContentPartPr>
              <p14:xfrm>
                <a:off x="5255280" y="2033496"/>
                <a:ext cx="59400" cy="7452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0E7F2D78-ED6B-4181-1806-30395B21C843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5250960" y="2029176"/>
                  <a:ext cx="68040" cy="83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3" name="Group 162">
            <a:extLst>
              <a:ext uri="{FF2B5EF4-FFF2-40B4-BE49-F238E27FC236}">
                <a16:creationId xmlns:a16="http://schemas.microsoft.com/office/drawing/2014/main" id="{FCD6E974-38F9-1E16-3B4D-69D24EEC602A}"/>
              </a:ext>
            </a:extLst>
          </p:cNvPr>
          <p:cNvGrpSpPr/>
          <p:nvPr/>
        </p:nvGrpSpPr>
        <p:grpSpPr>
          <a:xfrm>
            <a:off x="5642640" y="1798056"/>
            <a:ext cx="1240200" cy="484560"/>
            <a:chOff x="5642640" y="1798056"/>
            <a:chExt cx="1240200" cy="484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5337FE29-DEF2-DD2E-F6F2-0484ABBFFE2E}"/>
                    </a:ext>
                  </a:extLst>
                </p14:cNvPr>
                <p14:cNvContentPartPr/>
                <p14:nvPr/>
              </p14:nvContentPartPr>
              <p14:xfrm>
                <a:off x="5909040" y="1927296"/>
                <a:ext cx="5040" cy="1188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5337FE29-DEF2-DD2E-F6F2-0484ABBFFE2E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5904720" y="1922976"/>
                  <a:ext cx="13680" cy="2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B295335B-EC0E-6564-04DD-47E30EB52F86}"/>
                    </a:ext>
                  </a:extLst>
                </p14:cNvPr>
                <p14:cNvContentPartPr/>
                <p14:nvPr/>
              </p14:nvContentPartPr>
              <p14:xfrm>
                <a:off x="5895000" y="1927296"/>
                <a:ext cx="19080" cy="2052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B295335B-EC0E-6564-04DD-47E30EB52F86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5890680" y="1922976"/>
                  <a:ext cx="2772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7390836A-0632-E51C-5C08-BF5A84C68C0E}"/>
                    </a:ext>
                  </a:extLst>
                </p14:cNvPr>
                <p14:cNvContentPartPr/>
                <p14:nvPr/>
              </p14:nvContentPartPr>
              <p14:xfrm>
                <a:off x="5642640" y="1798056"/>
                <a:ext cx="361440" cy="48456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7390836A-0632-E51C-5C08-BF5A84C68C0E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5638320" y="1793736"/>
                  <a:ext cx="370080" cy="49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B56C0CF1-953D-EFF9-DECD-56693DAB0B97}"/>
                    </a:ext>
                  </a:extLst>
                </p14:cNvPr>
                <p14:cNvContentPartPr/>
                <p14:nvPr/>
              </p14:nvContentPartPr>
              <p14:xfrm>
                <a:off x="6008040" y="1985256"/>
                <a:ext cx="203760" cy="11592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B56C0CF1-953D-EFF9-DECD-56693DAB0B97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6003720" y="1980936"/>
                  <a:ext cx="21240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34B69D1A-1EF6-D8BF-E3F2-1F8182C9BAF4}"/>
                    </a:ext>
                  </a:extLst>
                </p14:cNvPr>
                <p14:cNvContentPartPr/>
                <p14:nvPr/>
              </p14:nvContentPartPr>
              <p14:xfrm>
                <a:off x="6268320" y="1829376"/>
                <a:ext cx="213840" cy="28908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34B69D1A-1EF6-D8BF-E3F2-1F8182C9BAF4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6264000" y="1825056"/>
                  <a:ext cx="222480" cy="29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EE874D6A-C5A1-7B19-0D28-D63A5C733836}"/>
                    </a:ext>
                  </a:extLst>
                </p14:cNvPr>
                <p14:cNvContentPartPr/>
                <p14:nvPr/>
              </p14:nvContentPartPr>
              <p14:xfrm>
                <a:off x="6512040" y="1917936"/>
                <a:ext cx="104040" cy="12384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EE874D6A-C5A1-7B19-0D28-D63A5C733836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6507720" y="1913616"/>
                  <a:ext cx="11268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58295ECE-A971-76D8-540C-1A34D2D06244}"/>
                    </a:ext>
                  </a:extLst>
                </p14:cNvPr>
                <p14:cNvContentPartPr/>
                <p14:nvPr/>
              </p14:nvContentPartPr>
              <p14:xfrm>
                <a:off x="6734880" y="1809576"/>
                <a:ext cx="147960" cy="28332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58295ECE-A971-76D8-540C-1A34D2D06244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6730560" y="1805256"/>
                  <a:ext cx="156600" cy="291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2" name="Group 161">
            <a:extLst>
              <a:ext uri="{FF2B5EF4-FFF2-40B4-BE49-F238E27FC236}">
                <a16:creationId xmlns:a16="http://schemas.microsoft.com/office/drawing/2014/main" id="{5B13FF9B-0D19-6822-30FE-71E79298247F}"/>
              </a:ext>
            </a:extLst>
          </p:cNvPr>
          <p:cNvGrpSpPr/>
          <p:nvPr/>
        </p:nvGrpSpPr>
        <p:grpSpPr>
          <a:xfrm>
            <a:off x="7072200" y="1705896"/>
            <a:ext cx="164880" cy="98640"/>
            <a:chOff x="7072200" y="1705896"/>
            <a:chExt cx="164880" cy="98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24C6E7F3-F689-579F-EBEA-C7C2F6D888A3}"/>
                    </a:ext>
                  </a:extLst>
                </p14:cNvPr>
                <p14:cNvContentPartPr/>
                <p14:nvPr/>
              </p14:nvContentPartPr>
              <p14:xfrm>
                <a:off x="7072200" y="1768176"/>
                <a:ext cx="163080" cy="3636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24C6E7F3-F689-579F-EBEA-C7C2F6D888A3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7067880" y="1763856"/>
                  <a:ext cx="17172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B2CB4E4E-7166-B102-1F94-0D5F0266D782}"/>
                    </a:ext>
                  </a:extLst>
                </p14:cNvPr>
                <p14:cNvContentPartPr/>
                <p14:nvPr/>
              </p14:nvContentPartPr>
              <p14:xfrm>
                <a:off x="7096320" y="1705896"/>
                <a:ext cx="140760" cy="9720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B2CB4E4E-7166-B102-1F94-0D5F0266D782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7092000" y="1701576"/>
                  <a:ext cx="149400" cy="105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36">
            <p14:nvContentPartPr>
              <p14:cNvPr id="157" name="Ink 156">
                <a:extLst>
                  <a:ext uri="{FF2B5EF4-FFF2-40B4-BE49-F238E27FC236}">
                    <a16:creationId xmlns:a16="http://schemas.microsoft.com/office/drawing/2014/main" id="{B8CE0A72-3ABE-AAB6-0C43-3137EF94F98A}"/>
                  </a:ext>
                </a:extLst>
              </p14:cNvPr>
              <p14:cNvContentPartPr/>
              <p14:nvPr/>
            </p14:nvContentPartPr>
            <p14:xfrm>
              <a:off x="7318080" y="1901736"/>
              <a:ext cx="222120" cy="101880"/>
            </p14:xfrm>
          </p:contentPart>
        </mc:Choice>
        <mc:Fallback xmlns="">
          <p:pic>
            <p:nvPicPr>
              <p:cNvPr id="157" name="Ink 156">
                <a:extLst>
                  <a:ext uri="{FF2B5EF4-FFF2-40B4-BE49-F238E27FC236}">
                    <a16:creationId xmlns:a16="http://schemas.microsoft.com/office/drawing/2014/main" id="{B8CE0A72-3ABE-AAB6-0C43-3137EF94F98A}"/>
                  </a:ext>
                </a:extLst>
              </p:cNvPr>
              <p:cNvPicPr/>
              <p:nvPr/>
            </p:nvPicPr>
            <p:blipFill>
              <a:blip r:embed="rId237"/>
              <a:stretch>
                <a:fillRect/>
              </a:stretch>
            </p:blipFill>
            <p:spPr>
              <a:xfrm>
                <a:off x="7313760" y="1897416"/>
                <a:ext cx="230760" cy="110520"/>
              </a:xfrm>
              <a:prstGeom prst="rect">
                <a:avLst/>
              </a:prstGeom>
            </p:spPr>
          </p:pic>
        </mc:Fallback>
      </mc:AlternateContent>
      <p:grpSp>
        <p:nvGrpSpPr>
          <p:cNvPr id="161" name="Group 160">
            <a:extLst>
              <a:ext uri="{FF2B5EF4-FFF2-40B4-BE49-F238E27FC236}">
                <a16:creationId xmlns:a16="http://schemas.microsoft.com/office/drawing/2014/main" id="{8007F863-0A98-27F6-EF3A-7E36BBD86A32}"/>
              </a:ext>
            </a:extLst>
          </p:cNvPr>
          <p:cNvGrpSpPr/>
          <p:nvPr/>
        </p:nvGrpSpPr>
        <p:grpSpPr>
          <a:xfrm>
            <a:off x="7750080" y="1620216"/>
            <a:ext cx="510840" cy="413280"/>
            <a:chOff x="7750080" y="1620216"/>
            <a:chExt cx="510840" cy="413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18BB4D67-7847-AF21-99C0-BE565A083836}"/>
                    </a:ext>
                  </a:extLst>
                </p14:cNvPr>
                <p14:cNvContentPartPr/>
                <p14:nvPr/>
              </p14:nvContentPartPr>
              <p14:xfrm>
                <a:off x="7750080" y="1620216"/>
                <a:ext cx="219960" cy="41328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18BB4D67-7847-AF21-99C0-BE565A083836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7745760" y="1615896"/>
                  <a:ext cx="228600" cy="42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4CEB3E76-B6BF-6575-220A-7A602F9720E8}"/>
                    </a:ext>
                  </a:extLst>
                </p14:cNvPr>
                <p14:cNvContentPartPr/>
                <p14:nvPr/>
              </p14:nvContentPartPr>
              <p14:xfrm>
                <a:off x="8036280" y="1831536"/>
                <a:ext cx="110520" cy="14472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4CEB3E76-B6BF-6575-220A-7A602F9720E8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8031960" y="1827216"/>
                  <a:ext cx="11916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DE98DF93-85CF-3363-CAC3-285B234E5B84}"/>
                    </a:ext>
                  </a:extLst>
                </p14:cNvPr>
                <p14:cNvContentPartPr/>
                <p14:nvPr/>
              </p14:nvContentPartPr>
              <p14:xfrm>
                <a:off x="8121960" y="1769256"/>
                <a:ext cx="138960" cy="1656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DE98DF93-85CF-3363-CAC3-285B234E5B84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8117640" y="1764936"/>
                  <a:ext cx="147600" cy="25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1" name="Group 170">
            <a:extLst>
              <a:ext uri="{FF2B5EF4-FFF2-40B4-BE49-F238E27FC236}">
                <a16:creationId xmlns:a16="http://schemas.microsoft.com/office/drawing/2014/main" id="{5156B4BA-648A-FD04-431C-129F0ECE0C70}"/>
              </a:ext>
            </a:extLst>
          </p:cNvPr>
          <p:cNvGrpSpPr/>
          <p:nvPr/>
        </p:nvGrpSpPr>
        <p:grpSpPr>
          <a:xfrm>
            <a:off x="8004960" y="1385496"/>
            <a:ext cx="1641600" cy="740520"/>
            <a:chOff x="8004960" y="1385496"/>
            <a:chExt cx="1641600" cy="740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BE7183C0-80A3-D634-2097-7E6CD8C570EF}"/>
                    </a:ext>
                  </a:extLst>
                </p14:cNvPr>
                <p14:cNvContentPartPr/>
                <p14:nvPr/>
              </p14:nvContentPartPr>
              <p14:xfrm>
                <a:off x="8004960" y="1755216"/>
                <a:ext cx="277920" cy="31860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BE7183C0-80A3-D634-2097-7E6CD8C570EF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8000640" y="1750896"/>
                  <a:ext cx="286560" cy="32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835137CE-3572-C2FD-90D5-F8899177DE3D}"/>
                    </a:ext>
                  </a:extLst>
                </p14:cNvPr>
                <p14:cNvContentPartPr/>
                <p14:nvPr/>
              </p14:nvContentPartPr>
              <p14:xfrm>
                <a:off x="8332200" y="1796616"/>
                <a:ext cx="176040" cy="10224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835137CE-3572-C2FD-90D5-F8899177DE3D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8327880" y="1792296"/>
                  <a:ext cx="18468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025C013F-B813-D66C-5A17-21F11D386D57}"/>
                    </a:ext>
                  </a:extLst>
                </p14:cNvPr>
                <p14:cNvContentPartPr/>
                <p14:nvPr/>
              </p14:nvContentPartPr>
              <p14:xfrm>
                <a:off x="8653320" y="1831536"/>
                <a:ext cx="120600" cy="1548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025C013F-B813-D66C-5A17-21F11D386D57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8649000" y="1827216"/>
                  <a:ext cx="12924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646ADDE9-52BB-1134-D738-0931D2F84A9B}"/>
                    </a:ext>
                  </a:extLst>
                </p14:cNvPr>
                <p14:cNvContentPartPr/>
                <p14:nvPr/>
              </p14:nvContentPartPr>
              <p14:xfrm>
                <a:off x="8909640" y="1734336"/>
                <a:ext cx="37440" cy="13140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646ADDE9-52BB-1134-D738-0931D2F84A9B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8905320" y="1730016"/>
                  <a:ext cx="4608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BBE98E6F-91A7-1B48-51AE-4121AC2C138F}"/>
                    </a:ext>
                  </a:extLst>
                </p14:cNvPr>
                <p14:cNvContentPartPr/>
                <p14:nvPr/>
              </p14:nvContentPartPr>
              <p14:xfrm>
                <a:off x="9013320" y="1528776"/>
                <a:ext cx="257400" cy="37548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BBE98E6F-91A7-1B48-51AE-4121AC2C138F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9009000" y="1524456"/>
                  <a:ext cx="266040" cy="38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963D30AE-B897-6BAF-42A5-9AA81FCA54B5}"/>
                    </a:ext>
                  </a:extLst>
                </p14:cNvPr>
                <p14:cNvContentPartPr/>
                <p14:nvPr/>
              </p14:nvContentPartPr>
              <p14:xfrm>
                <a:off x="9351360" y="1385496"/>
                <a:ext cx="295200" cy="74052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963D30AE-B897-6BAF-42A5-9AA81FCA54B5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9347040" y="1381176"/>
                  <a:ext cx="303840" cy="749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5" name="Group 174">
            <a:extLst>
              <a:ext uri="{FF2B5EF4-FFF2-40B4-BE49-F238E27FC236}">
                <a16:creationId xmlns:a16="http://schemas.microsoft.com/office/drawing/2014/main" id="{565F47A0-C15C-B570-7A6C-1DB96FD1B25B}"/>
              </a:ext>
            </a:extLst>
          </p:cNvPr>
          <p:cNvGrpSpPr/>
          <p:nvPr/>
        </p:nvGrpSpPr>
        <p:grpSpPr>
          <a:xfrm>
            <a:off x="4839480" y="2905416"/>
            <a:ext cx="490680" cy="156960"/>
            <a:chOff x="4839480" y="2905416"/>
            <a:chExt cx="490680" cy="156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9DDDAFFB-E34C-BDC7-D15C-276EA66F72E1}"/>
                    </a:ext>
                  </a:extLst>
                </p14:cNvPr>
                <p14:cNvContentPartPr/>
                <p14:nvPr/>
              </p14:nvContentPartPr>
              <p14:xfrm>
                <a:off x="4839480" y="2905416"/>
                <a:ext cx="256680" cy="15696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9DDDAFFB-E34C-BDC7-D15C-276EA66F72E1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4835160" y="2901096"/>
                  <a:ext cx="26532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D8397497-2AC6-373A-3E3C-9C25E8060417}"/>
                    </a:ext>
                  </a:extLst>
                </p14:cNvPr>
                <p14:cNvContentPartPr/>
                <p14:nvPr/>
              </p14:nvContentPartPr>
              <p14:xfrm>
                <a:off x="5206680" y="2926656"/>
                <a:ext cx="123480" cy="27720"/>
              </p14:xfrm>
            </p:contentPart>
          </mc:Choice>
          <mc:Fallback xmlns=""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D8397497-2AC6-373A-3E3C-9C25E8060417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5202360" y="2922336"/>
                  <a:ext cx="132120" cy="36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60">
            <p14:nvContentPartPr>
              <p14:cNvPr id="176" name="Ink 175">
                <a:extLst>
                  <a:ext uri="{FF2B5EF4-FFF2-40B4-BE49-F238E27FC236}">
                    <a16:creationId xmlns:a16="http://schemas.microsoft.com/office/drawing/2014/main" id="{CD32155A-CE3C-24FA-C756-7FC3BFAC261E}"/>
                  </a:ext>
                </a:extLst>
              </p14:cNvPr>
              <p14:cNvContentPartPr/>
              <p14:nvPr/>
            </p14:nvContentPartPr>
            <p14:xfrm>
              <a:off x="5423760" y="2907936"/>
              <a:ext cx="145440" cy="59400"/>
            </p14:xfrm>
          </p:contentPart>
        </mc:Choice>
        <mc:Fallback xmlns="">
          <p:pic>
            <p:nvPicPr>
              <p:cNvPr id="176" name="Ink 175">
                <a:extLst>
                  <a:ext uri="{FF2B5EF4-FFF2-40B4-BE49-F238E27FC236}">
                    <a16:creationId xmlns:a16="http://schemas.microsoft.com/office/drawing/2014/main" id="{CD32155A-CE3C-24FA-C756-7FC3BFAC261E}"/>
                  </a:ext>
                </a:extLst>
              </p:cNvPr>
              <p:cNvPicPr/>
              <p:nvPr/>
            </p:nvPicPr>
            <p:blipFill>
              <a:blip r:embed="rId261"/>
              <a:stretch>
                <a:fillRect/>
              </a:stretch>
            </p:blipFill>
            <p:spPr>
              <a:xfrm>
                <a:off x="5419440" y="2903616"/>
                <a:ext cx="154080" cy="68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695962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8D345ACB-F86D-19C2-B2BC-749483F0C58C}"/>
                  </a:ext>
                </a:extLst>
              </p14:cNvPr>
              <p14:cNvContentPartPr/>
              <p14:nvPr/>
            </p14:nvContentPartPr>
            <p14:xfrm>
              <a:off x="2524680" y="1214280"/>
              <a:ext cx="88920" cy="12204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8D345ACB-F86D-19C2-B2BC-749483F0C58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520360" y="1209960"/>
                <a:ext cx="97560" cy="13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CA209E84-AF79-B204-F7FD-219E3985CA33}"/>
                  </a:ext>
                </a:extLst>
              </p14:cNvPr>
              <p14:cNvContentPartPr/>
              <p14:nvPr/>
            </p14:nvContentPartPr>
            <p14:xfrm>
              <a:off x="1896480" y="2032200"/>
              <a:ext cx="34920" cy="1155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CA209E84-AF79-B204-F7FD-219E3985CA33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892160" y="2027880"/>
                <a:ext cx="43560" cy="12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AE637D6D-AD36-0DE3-58F7-4F4B597FA2BE}"/>
                  </a:ext>
                </a:extLst>
              </p14:cNvPr>
              <p14:cNvContentPartPr/>
              <p14:nvPr/>
            </p14:nvContentPartPr>
            <p14:xfrm>
              <a:off x="3065400" y="2070360"/>
              <a:ext cx="115560" cy="867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AE637D6D-AD36-0DE3-58F7-4F4B597FA2BE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061080" y="2066040"/>
                <a:ext cx="124200" cy="9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D5F095B9-8F19-E017-AA27-C175633F46A5}"/>
                  </a:ext>
                </a:extLst>
              </p14:cNvPr>
              <p14:cNvContentPartPr/>
              <p14:nvPr/>
            </p14:nvContentPartPr>
            <p14:xfrm>
              <a:off x="1323720" y="510840"/>
              <a:ext cx="152640" cy="1425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D5F095B9-8F19-E017-AA27-C175633F46A5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319400" y="506520"/>
                <a:ext cx="161280" cy="15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B546B4AC-6E70-1A85-FEA7-DF4C2440E105}"/>
                  </a:ext>
                </a:extLst>
              </p14:cNvPr>
              <p14:cNvContentPartPr/>
              <p14:nvPr/>
            </p14:nvContentPartPr>
            <p14:xfrm>
              <a:off x="1478160" y="532800"/>
              <a:ext cx="70920" cy="8568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B546B4AC-6E70-1A85-FEA7-DF4C2440E105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473840" y="528480"/>
                <a:ext cx="79560" cy="9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FD618639-4C19-3DD0-4D77-1673E11FEA8F}"/>
                  </a:ext>
                </a:extLst>
              </p14:cNvPr>
              <p14:cNvContentPartPr/>
              <p14:nvPr/>
            </p14:nvContentPartPr>
            <p14:xfrm>
              <a:off x="1577520" y="544320"/>
              <a:ext cx="77760" cy="669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FD618639-4C19-3DD0-4D77-1673E11FEA8F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573200" y="540000"/>
                <a:ext cx="86400" cy="7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68E8008B-514A-2C74-9D40-4F2C5DF42030}"/>
                  </a:ext>
                </a:extLst>
              </p14:cNvPr>
              <p14:cNvContentPartPr/>
              <p14:nvPr/>
            </p14:nvContentPartPr>
            <p14:xfrm>
              <a:off x="1713960" y="443880"/>
              <a:ext cx="99720" cy="16380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68E8008B-514A-2C74-9D40-4F2C5DF42030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1709640" y="439560"/>
                <a:ext cx="108360" cy="17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86109081-4520-C0CA-3EBD-DA909B6C97C8}"/>
                  </a:ext>
                </a:extLst>
              </p14:cNvPr>
              <p14:cNvContentPartPr/>
              <p14:nvPr/>
            </p14:nvContentPartPr>
            <p14:xfrm>
              <a:off x="1709280" y="510840"/>
              <a:ext cx="148320" cy="252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86109081-4520-C0CA-3EBD-DA909B6C97C8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1704960" y="506520"/>
                <a:ext cx="156960" cy="1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0D472E94-EA70-4A1B-6639-606AF6C7098F}"/>
                  </a:ext>
                </a:extLst>
              </p14:cNvPr>
              <p14:cNvContentPartPr/>
              <p14:nvPr/>
            </p14:nvContentPartPr>
            <p14:xfrm>
              <a:off x="2256840" y="473760"/>
              <a:ext cx="297720" cy="33948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0D472E94-EA70-4A1B-6639-606AF6C7098F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2252520" y="469440"/>
                <a:ext cx="306360" cy="34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01D1686E-D1A8-C9E1-8F8B-40567560F64C}"/>
                  </a:ext>
                </a:extLst>
              </p14:cNvPr>
              <p14:cNvContentPartPr/>
              <p14:nvPr/>
            </p14:nvContentPartPr>
            <p14:xfrm>
              <a:off x="2443320" y="740880"/>
              <a:ext cx="93240" cy="5148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01D1686E-D1A8-C9E1-8F8B-40567560F64C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2439000" y="736560"/>
                <a:ext cx="101880" cy="6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14BF8281-819F-E32E-AEAF-B40799AA2488}"/>
                  </a:ext>
                </a:extLst>
              </p14:cNvPr>
              <p14:cNvContentPartPr/>
              <p14:nvPr/>
            </p14:nvContentPartPr>
            <p14:xfrm>
              <a:off x="2526480" y="727200"/>
              <a:ext cx="95760" cy="9720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14BF8281-819F-E32E-AEAF-B40799AA2488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2522160" y="722880"/>
                <a:ext cx="104400" cy="10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F0B7C4E8-5E1B-D2BC-013E-3F77E184B2EC}"/>
                  </a:ext>
                </a:extLst>
              </p14:cNvPr>
              <p14:cNvContentPartPr/>
              <p14:nvPr/>
            </p14:nvContentPartPr>
            <p14:xfrm>
              <a:off x="2354040" y="780480"/>
              <a:ext cx="381600" cy="40788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F0B7C4E8-5E1B-D2BC-013E-3F77E184B2EC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2349720" y="776160"/>
                <a:ext cx="390240" cy="41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46EB5DBC-62D5-1955-3189-AC86EEC6CA43}"/>
                  </a:ext>
                </a:extLst>
              </p14:cNvPr>
              <p14:cNvContentPartPr/>
              <p14:nvPr/>
            </p14:nvContentPartPr>
            <p14:xfrm>
              <a:off x="2210760" y="1139040"/>
              <a:ext cx="220320" cy="47844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46EB5DBC-62D5-1955-3189-AC86EEC6CA43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2206440" y="1134720"/>
                <a:ext cx="228960" cy="48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2F1CD112-33C8-F8EE-07C0-D86F7E875186}"/>
                  </a:ext>
                </a:extLst>
              </p14:cNvPr>
              <p14:cNvContentPartPr/>
              <p14:nvPr/>
            </p14:nvContentPartPr>
            <p14:xfrm>
              <a:off x="1753200" y="1575000"/>
              <a:ext cx="508680" cy="42300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2F1CD112-33C8-F8EE-07C0-D86F7E875186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1748880" y="1570680"/>
                <a:ext cx="517320" cy="43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2660868E-A116-51C3-C10D-E4C7A17B5221}"/>
                  </a:ext>
                </a:extLst>
              </p14:cNvPr>
              <p14:cNvContentPartPr/>
              <p14:nvPr/>
            </p14:nvContentPartPr>
            <p14:xfrm>
              <a:off x="2640960" y="1171440"/>
              <a:ext cx="441000" cy="46224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2660868E-A116-51C3-C10D-E4C7A17B5221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2636640" y="1167120"/>
                <a:ext cx="449640" cy="47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98A62F0E-697A-2D48-2EDA-779F90BFFA6E}"/>
                  </a:ext>
                </a:extLst>
              </p14:cNvPr>
              <p14:cNvContentPartPr/>
              <p14:nvPr/>
            </p14:nvContentPartPr>
            <p14:xfrm>
              <a:off x="2824200" y="1628640"/>
              <a:ext cx="521640" cy="38808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98A62F0E-697A-2D48-2EDA-779F90BFFA6E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2819880" y="1624320"/>
                <a:ext cx="530280" cy="39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42FD38C1-FF96-86A1-F599-A06E5DCA69E2}"/>
                  </a:ext>
                </a:extLst>
              </p14:cNvPr>
              <p14:cNvContentPartPr/>
              <p14:nvPr/>
            </p14:nvContentPartPr>
            <p14:xfrm>
              <a:off x="1455120" y="1971360"/>
              <a:ext cx="344880" cy="66924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42FD38C1-FF96-86A1-F599-A06E5DCA69E2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1450800" y="1967040"/>
                <a:ext cx="353520" cy="67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0CE48F42-DB37-7B79-C0E9-C95785BC1CCD}"/>
                  </a:ext>
                </a:extLst>
              </p14:cNvPr>
              <p14:cNvContentPartPr/>
              <p14:nvPr/>
            </p14:nvContentPartPr>
            <p14:xfrm>
              <a:off x="906120" y="2576160"/>
              <a:ext cx="676080" cy="71208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0CE48F42-DB37-7B79-C0E9-C95785BC1CCD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901800" y="2571840"/>
                <a:ext cx="684720" cy="72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8BAB8D35-04E5-F388-518D-43CFA45EB4F5}"/>
                  </a:ext>
                </a:extLst>
              </p14:cNvPr>
              <p14:cNvContentPartPr/>
              <p14:nvPr/>
            </p14:nvContentPartPr>
            <p14:xfrm>
              <a:off x="2090160" y="2001960"/>
              <a:ext cx="56160" cy="87804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8BAB8D35-04E5-F388-518D-43CFA45EB4F5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2085840" y="1997640"/>
                <a:ext cx="64800" cy="88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C26CF84C-125F-883F-F991-030708B0F271}"/>
                  </a:ext>
                </a:extLst>
              </p14:cNvPr>
              <p14:cNvContentPartPr/>
              <p14:nvPr/>
            </p14:nvContentPartPr>
            <p14:xfrm>
              <a:off x="1806480" y="2653200"/>
              <a:ext cx="594000" cy="75060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C26CF84C-125F-883F-F991-030708B0F271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1802160" y="2648880"/>
                <a:ext cx="602640" cy="75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767865AD-01D4-CF03-A34F-5168D8CF6E61}"/>
                  </a:ext>
                </a:extLst>
              </p14:cNvPr>
              <p14:cNvContentPartPr/>
              <p14:nvPr/>
            </p14:nvContentPartPr>
            <p14:xfrm>
              <a:off x="2704680" y="1971720"/>
              <a:ext cx="282600" cy="74484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767865AD-01D4-CF03-A34F-5168D8CF6E61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2700360" y="1967400"/>
                <a:ext cx="291240" cy="75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41C686D7-35CF-2F98-35BB-112F12BB0C7C}"/>
                  </a:ext>
                </a:extLst>
              </p14:cNvPr>
              <p14:cNvContentPartPr/>
              <p14:nvPr/>
            </p14:nvContentPartPr>
            <p14:xfrm>
              <a:off x="2485080" y="2699280"/>
              <a:ext cx="532080" cy="62676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41C686D7-35CF-2F98-35BB-112F12BB0C7C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2480760" y="2694960"/>
                <a:ext cx="540720" cy="63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790CC8A4-2A87-94A9-978A-9ED94DE8E46B}"/>
                  </a:ext>
                </a:extLst>
              </p14:cNvPr>
              <p14:cNvContentPartPr/>
              <p14:nvPr/>
            </p14:nvContentPartPr>
            <p14:xfrm>
              <a:off x="952200" y="3337920"/>
              <a:ext cx="97200" cy="13212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790CC8A4-2A87-94A9-978A-9ED94DE8E46B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947880" y="3333600"/>
                <a:ext cx="105840" cy="14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ECBE712E-0B20-C983-2C0D-5E3544F18596}"/>
                  </a:ext>
                </a:extLst>
              </p14:cNvPr>
              <p14:cNvContentPartPr/>
              <p14:nvPr/>
            </p14:nvContentPartPr>
            <p14:xfrm>
              <a:off x="1896480" y="3444840"/>
              <a:ext cx="141120" cy="8892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ECBE712E-0B20-C983-2C0D-5E3544F18596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1892160" y="3440520"/>
                <a:ext cx="149760" cy="9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64A58A95-2697-E8B3-BCC5-A458CF636B0D}"/>
                  </a:ext>
                </a:extLst>
              </p14:cNvPr>
              <p14:cNvContentPartPr/>
              <p14:nvPr/>
            </p14:nvContentPartPr>
            <p14:xfrm>
              <a:off x="1971360" y="3483720"/>
              <a:ext cx="27000" cy="11016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64A58A95-2697-E8B3-BCC5-A458CF636B0D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1967040" y="3479400"/>
                <a:ext cx="35640" cy="11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E5D10868-EDB4-B076-5CFC-F7D4292119AB}"/>
                  </a:ext>
                </a:extLst>
              </p14:cNvPr>
              <p14:cNvContentPartPr/>
              <p14:nvPr/>
            </p14:nvContentPartPr>
            <p14:xfrm>
              <a:off x="2640600" y="3411000"/>
              <a:ext cx="73440" cy="10152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E5D10868-EDB4-B076-5CFC-F7D4292119AB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2636280" y="3406680"/>
                <a:ext cx="82080" cy="11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7509E643-138C-1FD3-9E72-A62BEBCB61B8}"/>
                  </a:ext>
                </a:extLst>
              </p14:cNvPr>
              <p14:cNvContentPartPr/>
              <p14:nvPr/>
            </p14:nvContentPartPr>
            <p14:xfrm>
              <a:off x="2707200" y="3404880"/>
              <a:ext cx="95040" cy="1080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7509E643-138C-1FD3-9E72-A62BEBCB61B8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2702880" y="3400560"/>
                <a:ext cx="103680" cy="1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1FCEC793-3286-CB5E-8AE7-9B60C59774B7}"/>
                  </a:ext>
                </a:extLst>
              </p14:cNvPr>
              <p14:cNvContentPartPr/>
              <p14:nvPr/>
            </p14:nvContentPartPr>
            <p14:xfrm>
              <a:off x="1090440" y="2908440"/>
              <a:ext cx="210240" cy="16668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1FCEC793-3286-CB5E-8AE7-9B60C59774B7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1086120" y="2904120"/>
                <a:ext cx="218880" cy="17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9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08681408-7CAF-165C-BB25-1BDEFA9B150F}"/>
                  </a:ext>
                </a:extLst>
              </p14:cNvPr>
              <p14:cNvContentPartPr/>
              <p14:nvPr/>
            </p14:nvContentPartPr>
            <p14:xfrm>
              <a:off x="2049120" y="2988576"/>
              <a:ext cx="37440" cy="20808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08681408-7CAF-165C-BB25-1BDEFA9B150F}"/>
                  </a:ext>
                </a:extLst>
              </p:cNvPr>
              <p:cNvPicPr/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2044800" y="2984256"/>
                <a:ext cx="46080" cy="21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1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D5E6EA67-DCAD-A4E4-60FA-208BB2A060A7}"/>
                  </a:ext>
                </a:extLst>
              </p14:cNvPr>
              <p14:cNvContentPartPr/>
              <p14:nvPr/>
            </p14:nvContentPartPr>
            <p14:xfrm>
              <a:off x="1940760" y="1711656"/>
              <a:ext cx="189720" cy="16164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D5E6EA67-DCAD-A4E4-60FA-208BB2A060A7}"/>
                  </a:ext>
                </a:extLst>
              </p:cNvPr>
              <p:cNvPicPr/>
              <p:nvPr/>
            </p:nvPicPr>
            <p:blipFill>
              <a:blip r:embed="rId62"/>
              <a:stretch>
                <a:fillRect/>
              </a:stretch>
            </p:blipFill>
            <p:spPr>
              <a:xfrm>
                <a:off x="1936440" y="1707336"/>
                <a:ext cx="198360" cy="17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3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847FF918-4C5B-00AD-1BEC-CCF36C724A4E}"/>
                  </a:ext>
                </a:extLst>
              </p14:cNvPr>
              <p14:cNvContentPartPr/>
              <p14:nvPr/>
            </p14:nvContentPartPr>
            <p14:xfrm>
              <a:off x="2046600" y="1776096"/>
              <a:ext cx="46800" cy="17460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847FF918-4C5B-00AD-1BEC-CCF36C724A4E}"/>
                  </a:ext>
                </a:extLst>
              </p:cNvPr>
              <p:cNvPicPr/>
              <p:nvPr/>
            </p:nvPicPr>
            <p:blipFill>
              <a:blip r:embed="rId64"/>
              <a:stretch>
                <a:fillRect/>
              </a:stretch>
            </p:blipFill>
            <p:spPr>
              <a:xfrm>
                <a:off x="2042280" y="1771776"/>
                <a:ext cx="55440" cy="18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5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6A682FF4-5ED9-4F61-5070-B80BABB1A443}"/>
                  </a:ext>
                </a:extLst>
              </p14:cNvPr>
              <p14:cNvContentPartPr/>
              <p14:nvPr/>
            </p14:nvContentPartPr>
            <p14:xfrm>
              <a:off x="7236024" y="2926980"/>
              <a:ext cx="83160" cy="62208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6A682FF4-5ED9-4F61-5070-B80BABB1A443}"/>
                  </a:ext>
                </a:extLst>
              </p:cNvPr>
              <p:cNvPicPr/>
              <p:nvPr/>
            </p:nvPicPr>
            <p:blipFill>
              <a:blip r:embed="rId66"/>
              <a:stretch>
                <a:fillRect/>
              </a:stretch>
            </p:blipFill>
            <p:spPr>
              <a:xfrm>
                <a:off x="7231685" y="2922660"/>
                <a:ext cx="91838" cy="63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7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19613549-D8A3-0B88-2F24-0260DA8533F5}"/>
                  </a:ext>
                </a:extLst>
              </p14:cNvPr>
              <p14:cNvContentPartPr/>
              <p14:nvPr/>
            </p14:nvContentPartPr>
            <p14:xfrm>
              <a:off x="7181664" y="2825100"/>
              <a:ext cx="3445920" cy="72540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19613549-D8A3-0B88-2F24-0260DA8533F5}"/>
                  </a:ext>
                </a:extLst>
              </p:cNvPr>
              <p:cNvPicPr/>
              <p:nvPr/>
            </p:nvPicPr>
            <p:blipFill>
              <a:blip r:embed="rId68"/>
              <a:stretch>
                <a:fillRect/>
              </a:stretch>
            </p:blipFill>
            <p:spPr>
              <a:xfrm>
                <a:off x="7177344" y="2820778"/>
                <a:ext cx="3454560" cy="73404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9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ADA72770-14D5-A4BF-1E3A-1369AECE4A7E}"/>
                  </a:ext>
                </a:extLst>
              </p14:cNvPr>
              <p14:cNvContentPartPr/>
              <p14:nvPr/>
            </p14:nvContentPartPr>
            <p14:xfrm>
              <a:off x="7797624" y="2966940"/>
              <a:ext cx="37080" cy="59940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ADA72770-14D5-A4BF-1E3A-1369AECE4A7E}"/>
                  </a:ext>
                </a:extLst>
              </p:cNvPr>
              <p:cNvPicPr/>
              <p:nvPr/>
            </p:nvPicPr>
            <p:blipFill>
              <a:blip r:embed="rId70"/>
              <a:stretch>
                <a:fillRect/>
              </a:stretch>
            </p:blipFill>
            <p:spPr>
              <a:xfrm>
                <a:off x="7793262" y="2962623"/>
                <a:ext cx="45805" cy="60803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1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5959CF46-A9E0-88A6-1555-477E986D7907}"/>
                  </a:ext>
                </a:extLst>
              </p14:cNvPr>
              <p14:cNvContentPartPr/>
              <p14:nvPr/>
            </p14:nvContentPartPr>
            <p14:xfrm>
              <a:off x="8427624" y="2917260"/>
              <a:ext cx="25920" cy="58680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5959CF46-A9E0-88A6-1555-477E986D7907}"/>
                  </a:ext>
                </a:extLst>
              </p:cNvPr>
              <p:cNvPicPr/>
              <p:nvPr/>
            </p:nvPicPr>
            <p:blipFill>
              <a:blip r:embed="rId72"/>
              <a:stretch>
                <a:fillRect/>
              </a:stretch>
            </p:blipFill>
            <p:spPr>
              <a:xfrm>
                <a:off x="8423304" y="2912940"/>
                <a:ext cx="34560" cy="59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3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FBC48148-473D-BD49-DB97-A0223DA54AA7}"/>
                  </a:ext>
                </a:extLst>
              </p14:cNvPr>
              <p14:cNvContentPartPr/>
              <p14:nvPr/>
            </p14:nvContentPartPr>
            <p14:xfrm>
              <a:off x="8953584" y="2848860"/>
              <a:ext cx="83160" cy="70092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FBC48148-473D-BD49-DB97-A0223DA54AA7}"/>
                  </a:ext>
                </a:extLst>
              </p:cNvPr>
              <p:cNvPicPr/>
              <p:nvPr/>
            </p:nvPicPr>
            <p:blipFill>
              <a:blip r:embed="rId74"/>
              <a:stretch>
                <a:fillRect/>
              </a:stretch>
            </p:blipFill>
            <p:spPr>
              <a:xfrm>
                <a:off x="8949264" y="2844540"/>
                <a:ext cx="91800" cy="70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5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EC43188B-D100-7A45-E57F-32DD9F28FA32}"/>
                  </a:ext>
                </a:extLst>
              </p14:cNvPr>
              <p14:cNvContentPartPr/>
              <p14:nvPr/>
            </p14:nvContentPartPr>
            <p14:xfrm>
              <a:off x="9459744" y="2850660"/>
              <a:ext cx="54000" cy="64224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EC43188B-D100-7A45-E57F-32DD9F28FA32}"/>
                  </a:ext>
                </a:extLst>
              </p:cNvPr>
              <p:cNvPicPr/>
              <p:nvPr/>
            </p:nvPicPr>
            <p:blipFill>
              <a:blip r:embed="rId76"/>
              <a:stretch>
                <a:fillRect/>
              </a:stretch>
            </p:blipFill>
            <p:spPr>
              <a:xfrm>
                <a:off x="9455424" y="2846342"/>
                <a:ext cx="62640" cy="65087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7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EE639A23-5F63-9969-639E-81A4F0C3ADE1}"/>
                  </a:ext>
                </a:extLst>
              </p14:cNvPr>
              <p14:cNvContentPartPr/>
              <p14:nvPr/>
            </p14:nvContentPartPr>
            <p14:xfrm>
              <a:off x="9948984" y="2818980"/>
              <a:ext cx="82080" cy="71172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EE639A23-5F63-9969-639E-81A4F0C3ADE1}"/>
                  </a:ext>
                </a:extLst>
              </p:cNvPr>
              <p:cNvPicPr/>
              <p:nvPr/>
            </p:nvPicPr>
            <p:blipFill>
              <a:blip r:embed="rId78"/>
              <a:stretch>
                <a:fillRect/>
              </a:stretch>
            </p:blipFill>
            <p:spPr>
              <a:xfrm>
                <a:off x="9944664" y="2814660"/>
                <a:ext cx="90720" cy="72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9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7EFE1A7A-FD0F-7113-FE11-E2C24F3660DF}"/>
                  </a:ext>
                </a:extLst>
              </p14:cNvPr>
              <p14:cNvContentPartPr/>
              <p14:nvPr/>
            </p14:nvContentPartPr>
            <p14:xfrm>
              <a:off x="8055744" y="3586860"/>
              <a:ext cx="25920" cy="85680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7EFE1A7A-FD0F-7113-FE11-E2C24F3660DF}"/>
                  </a:ext>
                </a:extLst>
              </p:cNvPr>
              <p:cNvPicPr/>
              <p:nvPr/>
            </p:nvPicPr>
            <p:blipFill>
              <a:blip r:embed="rId80"/>
              <a:stretch>
                <a:fillRect/>
              </a:stretch>
            </p:blipFill>
            <p:spPr>
              <a:xfrm>
                <a:off x="8051424" y="3582540"/>
                <a:ext cx="34560" cy="9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1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16521E99-9E7B-1DB6-B966-0CAD393A21AF}"/>
                  </a:ext>
                </a:extLst>
              </p14:cNvPr>
              <p14:cNvContentPartPr/>
              <p14:nvPr/>
            </p14:nvContentPartPr>
            <p14:xfrm>
              <a:off x="5733240" y="3450600"/>
              <a:ext cx="267840" cy="135720"/>
            </p14:xfrm>
          </p:contentPart>
        </mc:Choice>
        <mc:Fallback xmlns=""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16521E99-9E7B-1DB6-B966-0CAD393A21AF}"/>
                  </a:ext>
                </a:extLst>
              </p:cNvPr>
              <p:cNvPicPr/>
              <p:nvPr/>
            </p:nvPicPr>
            <p:blipFill>
              <a:blip r:embed="rId82"/>
              <a:stretch>
                <a:fillRect/>
              </a:stretch>
            </p:blipFill>
            <p:spPr>
              <a:xfrm>
                <a:off x="5728920" y="3446280"/>
                <a:ext cx="276480" cy="14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3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E43C94FE-978D-7C6D-4CC9-2AE6E514A0F6}"/>
                  </a:ext>
                </a:extLst>
              </p14:cNvPr>
              <p14:cNvContentPartPr/>
              <p14:nvPr/>
            </p14:nvContentPartPr>
            <p14:xfrm>
              <a:off x="5744040" y="3665880"/>
              <a:ext cx="21240" cy="265320"/>
            </p14:xfrm>
          </p:contentPart>
        </mc:Choice>
        <mc:Fallback xmlns=""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E43C94FE-978D-7C6D-4CC9-2AE6E514A0F6}"/>
                  </a:ext>
                </a:extLst>
              </p:cNvPr>
              <p:cNvPicPr/>
              <p:nvPr/>
            </p:nvPicPr>
            <p:blipFill>
              <a:blip r:embed="rId84"/>
              <a:stretch>
                <a:fillRect/>
              </a:stretch>
            </p:blipFill>
            <p:spPr>
              <a:xfrm>
                <a:off x="5739720" y="3661560"/>
                <a:ext cx="29880" cy="27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5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1959EEF2-6746-E040-B92C-14FC4508D614}"/>
                  </a:ext>
                </a:extLst>
              </p14:cNvPr>
              <p14:cNvContentPartPr/>
              <p14:nvPr/>
            </p14:nvContentPartPr>
            <p14:xfrm>
              <a:off x="5727840" y="3578040"/>
              <a:ext cx="457560" cy="335160"/>
            </p14:xfrm>
          </p:contentPart>
        </mc:Choice>
        <mc:Fallback xmlns=""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1959EEF2-6746-E040-B92C-14FC4508D614}"/>
                  </a:ext>
                </a:extLst>
              </p:cNvPr>
              <p:cNvPicPr/>
              <p:nvPr/>
            </p:nvPicPr>
            <p:blipFill>
              <a:blip r:embed="rId86"/>
              <a:stretch>
                <a:fillRect/>
              </a:stretch>
            </p:blipFill>
            <p:spPr>
              <a:xfrm>
                <a:off x="5723520" y="3573720"/>
                <a:ext cx="466200" cy="34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7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E61CC37F-ED6E-99A5-2C1A-8ED16F24ABD6}"/>
                  </a:ext>
                </a:extLst>
              </p14:cNvPr>
              <p14:cNvContentPartPr/>
              <p14:nvPr/>
            </p14:nvContentPartPr>
            <p14:xfrm>
              <a:off x="6067320" y="3237120"/>
              <a:ext cx="1139400" cy="520200"/>
            </p14:xfrm>
          </p:contentPart>
        </mc:Choice>
        <mc:Fallback xmlns=""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E61CC37F-ED6E-99A5-2C1A-8ED16F24ABD6}"/>
                  </a:ext>
                </a:extLst>
              </p:cNvPr>
              <p:cNvPicPr/>
              <p:nvPr/>
            </p:nvPicPr>
            <p:blipFill>
              <a:blip r:embed="rId88"/>
              <a:stretch>
                <a:fillRect/>
              </a:stretch>
            </p:blipFill>
            <p:spPr>
              <a:xfrm>
                <a:off x="6063000" y="3232800"/>
                <a:ext cx="1148040" cy="52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9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6096895A-8F3C-8C33-B27B-B328A36259F6}"/>
                  </a:ext>
                </a:extLst>
              </p14:cNvPr>
              <p14:cNvContentPartPr/>
              <p14:nvPr/>
            </p14:nvContentPartPr>
            <p14:xfrm>
              <a:off x="7127880" y="3161880"/>
              <a:ext cx="94680" cy="181800"/>
            </p14:xfrm>
          </p:contentPart>
        </mc:Choice>
        <mc:Fallback xmlns=""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6096895A-8F3C-8C33-B27B-B328A36259F6}"/>
                  </a:ext>
                </a:extLst>
              </p:cNvPr>
              <p:cNvPicPr/>
              <p:nvPr/>
            </p:nvPicPr>
            <p:blipFill>
              <a:blip r:embed="rId90"/>
              <a:stretch>
                <a:fillRect/>
              </a:stretch>
            </p:blipFill>
            <p:spPr>
              <a:xfrm>
                <a:off x="7123560" y="3157560"/>
                <a:ext cx="103320" cy="19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1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CC7F6CB7-90E4-479C-D22B-E9F5A7952DA7}"/>
                  </a:ext>
                </a:extLst>
              </p14:cNvPr>
              <p14:cNvContentPartPr/>
              <p14:nvPr/>
            </p14:nvContentPartPr>
            <p14:xfrm>
              <a:off x="7628640" y="3587760"/>
              <a:ext cx="123840" cy="99000"/>
            </p14:xfrm>
          </p:contentPart>
        </mc:Choice>
        <mc:Fallback xmlns=""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CC7F6CB7-90E4-479C-D22B-E9F5A7952DA7}"/>
                  </a:ext>
                </a:extLst>
              </p:cNvPr>
              <p:cNvPicPr/>
              <p:nvPr/>
            </p:nvPicPr>
            <p:blipFill>
              <a:blip r:embed="rId92"/>
              <a:stretch>
                <a:fillRect/>
              </a:stretch>
            </p:blipFill>
            <p:spPr>
              <a:xfrm>
                <a:off x="7624320" y="3583440"/>
                <a:ext cx="132480" cy="10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3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CE0E4FAC-5DE3-D18E-598B-F1F2CB3B7E33}"/>
                  </a:ext>
                </a:extLst>
              </p14:cNvPr>
              <p14:cNvContentPartPr/>
              <p14:nvPr/>
            </p14:nvContentPartPr>
            <p14:xfrm>
              <a:off x="8673000" y="3574080"/>
              <a:ext cx="233640" cy="106200"/>
            </p14:xfrm>
          </p:contentPart>
        </mc:Choice>
        <mc:Fallback xmlns=""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CE0E4FAC-5DE3-D18E-598B-F1F2CB3B7E33}"/>
                  </a:ext>
                </a:extLst>
              </p:cNvPr>
              <p:cNvPicPr/>
              <p:nvPr/>
            </p:nvPicPr>
            <p:blipFill>
              <a:blip r:embed="rId94"/>
              <a:stretch>
                <a:fillRect/>
              </a:stretch>
            </p:blipFill>
            <p:spPr>
              <a:xfrm>
                <a:off x="8668680" y="3569760"/>
                <a:ext cx="242280" cy="11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5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238B31F9-07A9-0E12-CDF8-CBD1E1AED55B}"/>
                  </a:ext>
                </a:extLst>
              </p14:cNvPr>
              <p14:cNvContentPartPr/>
              <p14:nvPr/>
            </p14:nvContentPartPr>
            <p14:xfrm>
              <a:off x="9222720" y="3590280"/>
              <a:ext cx="130680" cy="114840"/>
            </p14:xfrm>
          </p:contentPart>
        </mc:Choice>
        <mc:Fallback xmlns=""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238B31F9-07A9-0E12-CDF8-CBD1E1AED55B}"/>
                  </a:ext>
                </a:extLst>
              </p:cNvPr>
              <p:cNvPicPr/>
              <p:nvPr/>
            </p:nvPicPr>
            <p:blipFill>
              <a:blip r:embed="rId96"/>
              <a:stretch>
                <a:fillRect/>
              </a:stretch>
            </p:blipFill>
            <p:spPr>
              <a:xfrm>
                <a:off x="9218400" y="3585960"/>
                <a:ext cx="139320" cy="12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7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EDB1E3A9-7684-B23E-4638-E0FF3F04181B}"/>
                  </a:ext>
                </a:extLst>
              </p14:cNvPr>
              <p14:cNvContentPartPr/>
              <p14:nvPr/>
            </p14:nvContentPartPr>
            <p14:xfrm>
              <a:off x="9647880" y="3570840"/>
              <a:ext cx="146520" cy="79920"/>
            </p14:xfrm>
          </p:contentPart>
        </mc:Choice>
        <mc:Fallback xmlns=""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EDB1E3A9-7684-B23E-4638-E0FF3F04181B}"/>
                  </a:ext>
                </a:extLst>
              </p:cNvPr>
              <p:cNvPicPr/>
              <p:nvPr/>
            </p:nvPicPr>
            <p:blipFill>
              <a:blip r:embed="rId98"/>
              <a:stretch>
                <a:fillRect/>
              </a:stretch>
            </p:blipFill>
            <p:spPr>
              <a:xfrm>
                <a:off x="9643560" y="3566520"/>
                <a:ext cx="155160" cy="8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9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DB75CF66-DC07-36E0-9DD8-9E6190BCEECE}"/>
                  </a:ext>
                </a:extLst>
              </p14:cNvPr>
              <p14:cNvContentPartPr/>
              <p14:nvPr/>
            </p14:nvContentPartPr>
            <p14:xfrm>
              <a:off x="9751920" y="3578760"/>
              <a:ext cx="30240" cy="112320"/>
            </p14:xfrm>
          </p:contentPart>
        </mc:Choice>
        <mc:Fallback xmlns=""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DB75CF66-DC07-36E0-9DD8-9E6190BCEECE}"/>
                  </a:ext>
                </a:extLst>
              </p:cNvPr>
              <p:cNvPicPr/>
              <p:nvPr/>
            </p:nvPicPr>
            <p:blipFill>
              <a:blip r:embed="rId100"/>
              <a:stretch>
                <a:fillRect/>
              </a:stretch>
            </p:blipFill>
            <p:spPr>
              <a:xfrm>
                <a:off x="9747600" y="3574440"/>
                <a:ext cx="38880" cy="12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1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403FD70A-6254-BFFA-3C55-81261F35A58D}"/>
                  </a:ext>
                </a:extLst>
              </p14:cNvPr>
              <p14:cNvContentPartPr/>
              <p14:nvPr/>
            </p14:nvContentPartPr>
            <p14:xfrm>
              <a:off x="10102920" y="3584520"/>
              <a:ext cx="78120" cy="103680"/>
            </p14:xfrm>
          </p:contentPart>
        </mc:Choice>
        <mc:Fallback xmlns=""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403FD70A-6254-BFFA-3C55-81261F35A58D}"/>
                  </a:ext>
                </a:extLst>
              </p:cNvPr>
              <p:cNvPicPr/>
              <p:nvPr/>
            </p:nvPicPr>
            <p:blipFill>
              <a:blip r:embed="rId102"/>
              <a:stretch>
                <a:fillRect/>
              </a:stretch>
            </p:blipFill>
            <p:spPr>
              <a:xfrm>
                <a:off x="10098600" y="3580200"/>
                <a:ext cx="86760" cy="11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3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C60E7B61-73FD-92C9-5520-FF6EA485347D}"/>
                  </a:ext>
                </a:extLst>
              </p14:cNvPr>
              <p14:cNvContentPartPr/>
              <p14:nvPr/>
            </p14:nvContentPartPr>
            <p14:xfrm>
              <a:off x="10181400" y="3560400"/>
              <a:ext cx="88200" cy="23400"/>
            </p14:xfrm>
          </p:contentPart>
        </mc:Choice>
        <mc:Fallback xmlns=""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C60E7B61-73FD-92C9-5520-FF6EA485347D}"/>
                  </a:ext>
                </a:extLst>
              </p:cNvPr>
              <p:cNvPicPr/>
              <p:nvPr/>
            </p:nvPicPr>
            <p:blipFill>
              <a:blip r:embed="rId104"/>
              <a:stretch>
                <a:fillRect/>
              </a:stretch>
            </p:blipFill>
            <p:spPr>
              <a:xfrm>
                <a:off x="10177080" y="3556080"/>
                <a:ext cx="96840" cy="3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5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A1B0F38C-0566-1F74-C9D6-2B8334F013A7}"/>
                  </a:ext>
                </a:extLst>
              </p14:cNvPr>
              <p14:cNvContentPartPr/>
              <p14:nvPr/>
            </p14:nvContentPartPr>
            <p14:xfrm>
              <a:off x="10689000" y="3533760"/>
              <a:ext cx="91080" cy="162720"/>
            </p14:xfrm>
          </p:contentPart>
        </mc:Choice>
        <mc:Fallback xmlns=""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A1B0F38C-0566-1F74-C9D6-2B8334F013A7}"/>
                  </a:ext>
                </a:extLst>
              </p:cNvPr>
              <p:cNvPicPr/>
              <p:nvPr/>
            </p:nvPicPr>
            <p:blipFill>
              <a:blip r:embed="rId106"/>
              <a:stretch>
                <a:fillRect/>
              </a:stretch>
            </p:blipFill>
            <p:spPr>
              <a:xfrm>
                <a:off x="10684680" y="3529440"/>
                <a:ext cx="99720" cy="17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7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91B66F5A-B96E-6D7C-4D68-079D2F2F0968}"/>
                  </a:ext>
                </a:extLst>
              </p14:cNvPr>
              <p14:cNvContentPartPr/>
              <p14:nvPr/>
            </p14:nvContentPartPr>
            <p14:xfrm>
              <a:off x="10590360" y="2863440"/>
              <a:ext cx="495360" cy="594360"/>
            </p14:xfrm>
          </p:contentPart>
        </mc:Choice>
        <mc:Fallback xmlns=""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91B66F5A-B96E-6D7C-4D68-079D2F2F0968}"/>
                  </a:ext>
                </a:extLst>
              </p:cNvPr>
              <p:cNvPicPr/>
              <p:nvPr/>
            </p:nvPicPr>
            <p:blipFill>
              <a:blip r:embed="rId108"/>
              <a:stretch>
                <a:fillRect/>
              </a:stretch>
            </p:blipFill>
            <p:spPr>
              <a:xfrm>
                <a:off x="10586040" y="2859120"/>
                <a:ext cx="504000" cy="60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9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E879A781-C82C-8476-B381-DD2396385661}"/>
                  </a:ext>
                </a:extLst>
              </p14:cNvPr>
              <p14:cNvContentPartPr/>
              <p14:nvPr/>
            </p14:nvContentPartPr>
            <p14:xfrm>
              <a:off x="10460760" y="3489840"/>
              <a:ext cx="493560" cy="44280"/>
            </p14:xfrm>
          </p:contentPart>
        </mc:Choice>
        <mc:Fallback xmlns=""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E879A781-C82C-8476-B381-DD2396385661}"/>
                  </a:ext>
                </a:extLst>
              </p:cNvPr>
              <p:cNvPicPr/>
              <p:nvPr/>
            </p:nvPicPr>
            <p:blipFill>
              <a:blip r:embed="rId110"/>
              <a:stretch>
                <a:fillRect/>
              </a:stretch>
            </p:blipFill>
            <p:spPr>
              <a:xfrm>
                <a:off x="10456440" y="3485520"/>
                <a:ext cx="502200" cy="5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1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EC370106-A7CE-DE04-058A-89DFF133C9F8}"/>
                  </a:ext>
                </a:extLst>
              </p14:cNvPr>
              <p14:cNvContentPartPr/>
              <p14:nvPr/>
            </p14:nvContentPartPr>
            <p14:xfrm>
              <a:off x="8061120" y="3091536"/>
              <a:ext cx="201960" cy="169560"/>
            </p14:xfrm>
          </p:contentPart>
        </mc:Choice>
        <mc:Fallback xmlns=""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EC370106-A7CE-DE04-058A-89DFF133C9F8}"/>
                  </a:ext>
                </a:extLst>
              </p:cNvPr>
              <p:cNvPicPr/>
              <p:nvPr/>
            </p:nvPicPr>
            <p:blipFill>
              <a:blip r:embed="rId112"/>
              <a:stretch>
                <a:fillRect/>
              </a:stretch>
            </p:blipFill>
            <p:spPr>
              <a:xfrm>
                <a:off x="8056800" y="3087216"/>
                <a:ext cx="210600" cy="17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3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CA77822E-F95E-A84C-A631-75A566FA4FE2}"/>
                  </a:ext>
                </a:extLst>
              </p14:cNvPr>
              <p14:cNvContentPartPr/>
              <p14:nvPr/>
            </p14:nvContentPartPr>
            <p14:xfrm>
              <a:off x="8153280" y="3170016"/>
              <a:ext cx="59040" cy="173520"/>
            </p14:xfrm>
          </p:contentPart>
        </mc:Choice>
        <mc:Fallback xmlns=""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CA77822E-F95E-A84C-A631-75A566FA4FE2}"/>
                  </a:ext>
                </a:extLst>
              </p:cNvPr>
              <p:cNvPicPr/>
              <p:nvPr/>
            </p:nvPicPr>
            <p:blipFill>
              <a:blip r:embed="rId114"/>
              <a:stretch>
                <a:fillRect/>
              </a:stretch>
            </p:blipFill>
            <p:spPr>
              <a:xfrm>
                <a:off x="8148960" y="3165696"/>
                <a:ext cx="67680" cy="18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5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D7AA5011-ACC7-612A-2940-5A031CFF3574}"/>
                  </a:ext>
                </a:extLst>
              </p14:cNvPr>
              <p14:cNvContentPartPr/>
              <p14:nvPr/>
            </p14:nvContentPartPr>
            <p14:xfrm>
              <a:off x="9240480" y="3157416"/>
              <a:ext cx="160920" cy="209880"/>
            </p14:xfrm>
          </p:contentPart>
        </mc:Choice>
        <mc:Fallback xmlns=""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D7AA5011-ACC7-612A-2940-5A031CFF3574}"/>
                  </a:ext>
                </a:extLst>
              </p:cNvPr>
              <p:cNvPicPr/>
              <p:nvPr/>
            </p:nvPicPr>
            <p:blipFill>
              <a:blip r:embed="rId116"/>
              <a:stretch>
                <a:fillRect/>
              </a:stretch>
            </p:blipFill>
            <p:spPr>
              <a:xfrm>
                <a:off x="9236160" y="3153096"/>
                <a:ext cx="169560" cy="21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7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AEBB970A-705F-8D4D-4982-4A46FB92107E}"/>
                  </a:ext>
                </a:extLst>
              </p14:cNvPr>
              <p14:cNvContentPartPr/>
              <p14:nvPr/>
            </p14:nvContentPartPr>
            <p14:xfrm>
              <a:off x="9745920" y="3099456"/>
              <a:ext cx="7200" cy="185400"/>
            </p14:xfrm>
          </p:contentPart>
        </mc:Choice>
        <mc:Fallback xmlns=""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AEBB970A-705F-8D4D-4982-4A46FB92107E}"/>
                  </a:ext>
                </a:extLst>
              </p:cNvPr>
              <p:cNvPicPr/>
              <p:nvPr/>
            </p:nvPicPr>
            <p:blipFill>
              <a:blip r:embed="rId118"/>
              <a:stretch>
                <a:fillRect/>
              </a:stretch>
            </p:blipFill>
            <p:spPr>
              <a:xfrm>
                <a:off x="9741600" y="3095136"/>
                <a:ext cx="15840" cy="19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9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D1B27531-D3C8-8E3F-EBAD-B4974004205A}"/>
                  </a:ext>
                </a:extLst>
              </p14:cNvPr>
              <p14:cNvContentPartPr/>
              <p14:nvPr/>
            </p14:nvContentPartPr>
            <p14:xfrm>
              <a:off x="10662480" y="3071736"/>
              <a:ext cx="247680" cy="294120"/>
            </p14:xfrm>
          </p:contentPart>
        </mc:Choice>
        <mc:Fallback xmlns=""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D1B27531-D3C8-8E3F-EBAD-B4974004205A}"/>
                  </a:ext>
                </a:extLst>
              </p:cNvPr>
              <p:cNvPicPr/>
              <p:nvPr/>
            </p:nvPicPr>
            <p:blipFill>
              <a:blip r:embed="rId120"/>
              <a:stretch>
                <a:fillRect/>
              </a:stretch>
            </p:blipFill>
            <p:spPr>
              <a:xfrm>
                <a:off x="10658160" y="3067416"/>
                <a:ext cx="256320" cy="30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1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A00D436C-EE9D-E55C-1F9E-F792BF3ADF56}"/>
                  </a:ext>
                </a:extLst>
              </p14:cNvPr>
              <p14:cNvContentPartPr/>
              <p14:nvPr/>
            </p14:nvContentPartPr>
            <p14:xfrm>
              <a:off x="2983680" y="1726416"/>
              <a:ext cx="221040" cy="192600"/>
            </p14:xfrm>
          </p:contentPart>
        </mc:Choice>
        <mc:Fallback xmlns=""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A00D436C-EE9D-E55C-1F9E-F792BF3ADF56}"/>
                  </a:ext>
                </a:extLst>
              </p:cNvPr>
              <p:cNvPicPr/>
              <p:nvPr/>
            </p:nvPicPr>
            <p:blipFill>
              <a:blip r:embed="rId122"/>
              <a:stretch>
                <a:fillRect/>
              </a:stretch>
            </p:blipFill>
            <p:spPr>
              <a:xfrm>
                <a:off x="2979360" y="1722096"/>
                <a:ext cx="229680" cy="20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3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66617AF9-1D71-4C8E-ECF3-56FF818F0A03}"/>
                  </a:ext>
                </a:extLst>
              </p14:cNvPr>
              <p14:cNvContentPartPr/>
              <p14:nvPr/>
            </p14:nvContentPartPr>
            <p14:xfrm>
              <a:off x="8552520" y="3142656"/>
              <a:ext cx="203760" cy="225360"/>
            </p14:xfrm>
          </p:contentPart>
        </mc:Choice>
        <mc:Fallback xmlns=""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66617AF9-1D71-4C8E-ECF3-56FF818F0A03}"/>
                  </a:ext>
                </a:extLst>
              </p:cNvPr>
              <p:cNvPicPr/>
              <p:nvPr/>
            </p:nvPicPr>
            <p:blipFill>
              <a:blip r:embed="rId124"/>
              <a:stretch>
                <a:fillRect/>
              </a:stretch>
            </p:blipFill>
            <p:spPr>
              <a:xfrm>
                <a:off x="8548200" y="3138336"/>
                <a:ext cx="212400" cy="23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5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C50DFC90-E3AD-9F06-4F28-B1EA2DFBE499}"/>
                  </a:ext>
                </a:extLst>
              </p14:cNvPr>
              <p14:cNvContentPartPr/>
              <p14:nvPr/>
            </p14:nvContentPartPr>
            <p14:xfrm>
              <a:off x="3820680" y="1340496"/>
              <a:ext cx="37800" cy="170280"/>
            </p14:xfrm>
          </p:contentPart>
        </mc:Choice>
        <mc:Fallback xmlns=""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C50DFC90-E3AD-9F06-4F28-B1EA2DFBE499}"/>
                  </a:ext>
                </a:extLst>
              </p:cNvPr>
              <p:cNvPicPr/>
              <p:nvPr/>
            </p:nvPicPr>
            <p:blipFill>
              <a:blip r:embed="rId126"/>
              <a:stretch>
                <a:fillRect/>
              </a:stretch>
            </p:blipFill>
            <p:spPr>
              <a:xfrm>
                <a:off x="3816360" y="1336176"/>
                <a:ext cx="46440" cy="17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7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2B1A6502-F622-A20A-FBE0-BD354A7B0C6A}"/>
                  </a:ext>
                </a:extLst>
              </p14:cNvPr>
              <p14:cNvContentPartPr/>
              <p14:nvPr/>
            </p14:nvContentPartPr>
            <p14:xfrm>
              <a:off x="3737520" y="1162656"/>
              <a:ext cx="330120" cy="270720"/>
            </p14:xfrm>
          </p:contentPart>
        </mc:Choice>
        <mc:Fallback xmlns=""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2B1A6502-F622-A20A-FBE0-BD354A7B0C6A}"/>
                  </a:ext>
                </a:extLst>
              </p:cNvPr>
              <p:cNvPicPr/>
              <p:nvPr/>
            </p:nvPicPr>
            <p:blipFill>
              <a:blip r:embed="rId128"/>
              <a:stretch>
                <a:fillRect/>
              </a:stretch>
            </p:blipFill>
            <p:spPr>
              <a:xfrm>
                <a:off x="3733200" y="1158336"/>
                <a:ext cx="338760" cy="27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9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72208222-A38A-905C-9016-74CB228BBBB9}"/>
                  </a:ext>
                </a:extLst>
              </p14:cNvPr>
              <p14:cNvContentPartPr/>
              <p14:nvPr/>
            </p14:nvContentPartPr>
            <p14:xfrm>
              <a:off x="4181040" y="1388016"/>
              <a:ext cx="9720" cy="30240"/>
            </p14:xfrm>
          </p:contentPart>
        </mc:Choice>
        <mc:Fallback xmlns=""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72208222-A38A-905C-9016-74CB228BBBB9}"/>
                  </a:ext>
                </a:extLst>
              </p:cNvPr>
              <p:cNvPicPr/>
              <p:nvPr/>
            </p:nvPicPr>
            <p:blipFill>
              <a:blip r:embed="rId130"/>
              <a:stretch>
                <a:fillRect/>
              </a:stretch>
            </p:blipFill>
            <p:spPr>
              <a:xfrm>
                <a:off x="4176720" y="1383696"/>
                <a:ext cx="18360" cy="3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1">
            <p14:nvContentPartPr>
              <p14:cNvPr id="73" name="Ink 72">
                <a:extLst>
                  <a:ext uri="{FF2B5EF4-FFF2-40B4-BE49-F238E27FC236}">
                    <a16:creationId xmlns:a16="http://schemas.microsoft.com/office/drawing/2014/main" id="{ABC88126-0893-B847-9ED1-076A1AC7CCA8}"/>
                  </a:ext>
                </a:extLst>
              </p14:cNvPr>
              <p14:cNvContentPartPr/>
              <p14:nvPr/>
            </p14:nvContentPartPr>
            <p14:xfrm>
              <a:off x="4201920" y="1277136"/>
              <a:ext cx="5040" cy="28080"/>
            </p14:xfrm>
          </p:contentPart>
        </mc:Choice>
        <mc:Fallback xmlns="">
          <p:pic>
            <p:nvPicPr>
              <p:cNvPr id="73" name="Ink 72">
                <a:extLst>
                  <a:ext uri="{FF2B5EF4-FFF2-40B4-BE49-F238E27FC236}">
                    <a16:creationId xmlns:a16="http://schemas.microsoft.com/office/drawing/2014/main" id="{ABC88126-0893-B847-9ED1-076A1AC7CCA8}"/>
                  </a:ext>
                </a:extLst>
              </p:cNvPr>
              <p:cNvPicPr/>
              <p:nvPr/>
            </p:nvPicPr>
            <p:blipFill>
              <a:blip r:embed="rId132"/>
              <a:stretch>
                <a:fillRect/>
              </a:stretch>
            </p:blipFill>
            <p:spPr>
              <a:xfrm>
                <a:off x="4197600" y="1272816"/>
                <a:ext cx="13680" cy="3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3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D96493A1-BB97-F0E8-52E9-125FFE880495}"/>
                  </a:ext>
                </a:extLst>
              </p14:cNvPr>
              <p14:cNvContentPartPr/>
              <p14:nvPr/>
            </p14:nvContentPartPr>
            <p14:xfrm>
              <a:off x="4276440" y="1303776"/>
              <a:ext cx="50760" cy="107640"/>
            </p14:xfrm>
          </p:contentPart>
        </mc:Choice>
        <mc:Fallback xmlns=""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D96493A1-BB97-F0E8-52E9-125FFE880495}"/>
                  </a:ext>
                </a:extLst>
              </p:cNvPr>
              <p:cNvPicPr/>
              <p:nvPr/>
            </p:nvPicPr>
            <p:blipFill>
              <a:blip r:embed="rId134"/>
              <a:stretch>
                <a:fillRect/>
              </a:stretch>
            </p:blipFill>
            <p:spPr>
              <a:xfrm>
                <a:off x="4272120" y="1299456"/>
                <a:ext cx="59400" cy="11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5">
            <p14:nvContentPartPr>
              <p14:cNvPr id="75" name="Ink 74">
                <a:extLst>
                  <a:ext uri="{FF2B5EF4-FFF2-40B4-BE49-F238E27FC236}">
                    <a16:creationId xmlns:a16="http://schemas.microsoft.com/office/drawing/2014/main" id="{730B63AF-F231-C954-6B3C-3B6B4453EAC6}"/>
                  </a:ext>
                </a:extLst>
              </p14:cNvPr>
              <p14:cNvContentPartPr/>
              <p14:nvPr/>
            </p14:nvContentPartPr>
            <p14:xfrm>
              <a:off x="4587840" y="1285056"/>
              <a:ext cx="34920" cy="73080"/>
            </p14:xfrm>
          </p:contentPart>
        </mc:Choice>
        <mc:Fallback xmlns="">
          <p:pic>
            <p:nvPicPr>
              <p:cNvPr id="75" name="Ink 74">
                <a:extLst>
                  <a:ext uri="{FF2B5EF4-FFF2-40B4-BE49-F238E27FC236}">
                    <a16:creationId xmlns:a16="http://schemas.microsoft.com/office/drawing/2014/main" id="{730B63AF-F231-C954-6B3C-3B6B4453EAC6}"/>
                  </a:ext>
                </a:extLst>
              </p:cNvPr>
              <p:cNvPicPr/>
              <p:nvPr/>
            </p:nvPicPr>
            <p:blipFill>
              <a:blip r:embed="rId136"/>
              <a:stretch>
                <a:fillRect/>
              </a:stretch>
            </p:blipFill>
            <p:spPr>
              <a:xfrm>
                <a:off x="4583520" y="1280736"/>
                <a:ext cx="43560" cy="8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7">
            <p14:nvContentPartPr>
              <p14:cNvPr id="76" name="Ink 75">
                <a:extLst>
                  <a:ext uri="{FF2B5EF4-FFF2-40B4-BE49-F238E27FC236}">
                    <a16:creationId xmlns:a16="http://schemas.microsoft.com/office/drawing/2014/main" id="{750EAE2E-CA22-7AF0-55F2-7E4FB02EED3E}"/>
                  </a:ext>
                </a:extLst>
              </p14:cNvPr>
              <p14:cNvContentPartPr/>
              <p14:nvPr/>
            </p14:nvContentPartPr>
            <p14:xfrm>
              <a:off x="4652280" y="1140696"/>
              <a:ext cx="14040" cy="69480"/>
            </p14:xfrm>
          </p:contentPart>
        </mc:Choice>
        <mc:Fallback xmlns="">
          <p:pic>
            <p:nvPicPr>
              <p:cNvPr id="76" name="Ink 75">
                <a:extLst>
                  <a:ext uri="{FF2B5EF4-FFF2-40B4-BE49-F238E27FC236}">
                    <a16:creationId xmlns:a16="http://schemas.microsoft.com/office/drawing/2014/main" id="{750EAE2E-CA22-7AF0-55F2-7E4FB02EED3E}"/>
                  </a:ext>
                </a:extLst>
              </p:cNvPr>
              <p:cNvPicPr/>
              <p:nvPr/>
            </p:nvPicPr>
            <p:blipFill>
              <a:blip r:embed="rId138"/>
              <a:stretch>
                <a:fillRect/>
              </a:stretch>
            </p:blipFill>
            <p:spPr>
              <a:xfrm>
                <a:off x="4647960" y="1136376"/>
                <a:ext cx="22680" cy="7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9">
            <p14:nvContentPartPr>
              <p14:cNvPr id="77" name="Ink 76">
                <a:extLst>
                  <a:ext uri="{FF2B5EF4-FFF2-40B4-BE49-F238E27FC236}">
                    <a16:creationId xmlns:a16="http://schemas.microsoft.com/office/drawing/2014/main" id="{9337687B-3AD2-9BCA-2C05-5A42AF7B1A43}"/>
                  </a:ext>
                </a:extLst>
              </p14:cNvPr>
              <p14:cNvContentPartPr/>
              <p14:nvPr/>
            </p14:nvContentPartPr>
            <p14:xfrm>
              <a:off x="4688640" y="1232136"/>
              <a:ext cx="88560" cy="122760"/>
            </p14:xfrm>
          </p:contentPart>
        </mc:Choice>
        <mc:Fallback xmlns="">
          <p:pic>
            <p:nvPicPr>
              <p:cNvPr id="77" name="Ink 76">
                <a:extLst>
                  <a:ext uri="{FF2B5EF4-FFF2-40B4-BE49-F238E27FC236}">
                    <a16:creationId xmlns:a16="http://schemas.microsoft.com/office/drawing/2014/main" id="{9337687B-3AD2-9BCA-2C05-5A42AF7B1A43}"/>
                  </a:ext>
                </a:extLst>
              </p:cNvPr>
              <p:cNvPicPr/>
              <p:nvPr/>
            </p:nvPicPr>
            <p:blipFill>
              <a:blip r:embed="rId140"/>
              <a:stretch>
                <a:fillRect/>
              </a:stretch>
            </p:blipFill>
            <p:spPr>
              <a:xfrm>
                <a:off x="4684320" y="1227816"/>
                <a:ext cx="97200" cy="1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1">
            <p14:nvContentPartPr>
              <p14:cNvPr id="78" name="Ink 77">
                <a:extLst>
                  <a:ext uri="{FF2B5EF4-FFF2-40B4-BE49-F238E27FC236}">
                    <a16:creationId xmlns:a16="http://schemas.microsoft.com/office/drawing/2014/main" id="{0C337B62-C255-8E19-83EE-17750832E639}"/>
                  </a:ext>
                </a:extLst>
              </p14:cNvPr>
              <p14:cNvContentPartPr/>
              <p14:nvPr/>
            </p14:nvContentPartPr>
            <p14:xfrm>
              <a:off x="5015880" y="1223856"/>
              <a:ext cx="145080" cy="82440"/>
            </p14:xfrm>
          </p:contentPart>
        </mc:Choice>
        <mc:Fallback xmlns="">
          <p:pic>
            <p:nvPicPr>
              <p:cNvPr id="78" name="Ink 77">
                <a:extLst>
                  <a:ext uri="{FF2B5EF4-FFF2-40B4-BE49-F238E27FC236}">
                    <a16:creationId xmlns:a16="http://schemas.microsoft.com/office/drawing/2014/main" id="{0C337B62-C255-8E19-83EE-17750832E639}"/>
                  </a:ext>
                </a:extLst>
              </p:cNvPr>
              <p:cNvPicPr/>
              <p:nvPr/>
            </p:nvPicPr>
            <p:blipFill>
              <a:blip r:embed="rId142"/>
              <a:stretch>
                <a:fillRect/>
              </a:stretch>
            </p:blipFill>
            <p:spPr>
              <a:xfrm>
                <a:off x="5011560" y="1219536"/>
                <a:ext cx="153720" cy="9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3">
            <p14:nvContentPartPr>
              <p14:cNvPr id="79" name="Ink 78">
                <a:extLst>
                  <a:ext uri="{FF2B5EF4-FFF2-40B4-BE49-F238E27FC236}">
                    <a16:creationId xmlns:a16="http://schemas.microsoft.com/office/drawing/2014/main" id="{8394DC6E-7251-F3BC-5C36-624511908467}"/>
                  </a:ext>
                </a:extLst>
              </p14:cNvPr>
              <p14:cNvContentPartPr/>
              <p14:nvPr/>
            </p14:nvContentPartPr>
            <p14:xfrm>
              <a:off x="5205960" y="1192536"/>
              <a:ext cx="70560" cy="111960"/>
            </p14:xfrm>
          </p:contentPart>
        </mc:Choice>
        <mc:Fallback xmlns="">
          <p:pic>
            <p:nvPicPr>
              <p:cNvPr id="79" name="Ink 78">
                <a:extLst>
                  <a:ext uri="{FF2B5EF4-FFF2-40B4-BE49-F238E27FC236}">
                    <a16:creationId xmlns:a16="http://schemas.microsoft.com/office/drawing/2014/main" id="{8394DC6E-7251-F3BC-5C36-624511908467}"/>
                  </a:ext>
                </a:extLst>
              </p:cNvPr>
              <p:cNvPicPr/>
              <p:nvPr/>
            </p:nvPicPr>
            <p:blipFill>
              <a:blip r:embed="rId144"/>
              <a:stretch>
                <a:fillRect/>
              </a:stretch>
            </p:blipFill>
            <p:spPr>
              <a:xfrm>
                <a:off x="5201640" y="1188216"/>
                <a:ext cx="79200" cy="12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5">
            <p14:nvContentPartPr>
              <p14:cNvPr id="80" name="Ink 79">
                <a:extLst>
                  <a:ext uri="{FF2B5EF4-FFF2-40B4-BE49-F238E27FC236}">
                    <a16:creationId xmlns:a16="http://schemas.microsoft.com/office/drawing/2014/main" id="{FB001A0B-5CFA-53C5-B8B9-CC232727871F}"/>
                  </a:ext>
                </a:extLst>
              </p14:cNvPr>
              <p14:cNvContentPartPr/>
              <p14:nvPr/>
            </p14:nvContentPartPr>
            <p14:xfrm>
              <a:off x="5360400" y="1161576"/>
              <a:ext cx="163800" cy="134280"/>
            </p14:xfrm>
          </p:contentPart>
        </mc:Choice>
        <mc:Fallback xmlns="">
          <p:pic>
            <p:nvPicPr>
              <p:cNvPr id="80" name="Ink 79">
                <a:extLst>
                  <a:ext uri="{FF2B5EF4-FFF2-40B4-BE49-F238E27FC236}">
                    <a16:creationId xmlns:a16="http://schemas.microsoft.com/office/drawing/2014/main" id="{FB001A0B-5CFA-53C5-B8B9-CC232727871F}"/>
                  </a:ext>
                </a:extLst>
              </p:cNvPr>
              <p:cNvPicPr/>
              <p:nvPr/>
            </p:nvPicPr>
            <p:blipFill>
              <a:blip r:embed="rId146"/>
              <a:stretch>
                <a:fillRect/>
              </a:stretch>
            </p:blipFill>
            <p:spPr>
              <a:xfrm>
                <a:off x="5356080" y="1157256"/>
                <a:ext cx="172440" cy="14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7">
            <p14:nvContentPartPr>
              <p14:cNvPr id="81" name="Ink 80">
                <a:extLst>
                  <a:ext uri="{FF2B5EF4-FFF2-40B4-BE49-F238E27FC236}">
                    <a16:creationId xmlns:a16="http://schemas.microsoft.com/office/drawing/2014/main" id="{D41CB1DD-32E9-15F4-B4F5-DE3103598E44}"/>
                  </a:ext>
                </a:extLst>
              </p14:cNvPr>
              <p14:cNvContentPartPr/>
              <p14:nvPr/>
            </p14:nvContentPartPr>
            <p14:xfrm>
              <a:off x="5880600" y="1133856"/>
              <a:ext cx="243360" cy="122400"/>
            </p14:xfrm>
          </p:contentPart>
        </mc:Choice>
        <mc:Fallback xmlns="">
          <p:pic>
            <p:nvPicPr>
              <p:cNvPr id="81" name="Ink 80">
                <a:extLst>
                  <a:ext uri="{FF2B5EF4-FFF2-40B4-BE49-F238E27FC236}">
                    <a16:creationId xmlns:a16="http://schemas.microsoft.com/office/drawing/2014/main" id="{D41CB1DD-32E9-15F4-B4F5-DE3103598E44}"/>
                  </a:ext>
                </a:extLst>
              </p:cNvPr>
              <p:cNvPicPr/>
              <p:nvPr/>
            </p:nvPicPr>
            <p:blipFill>
              <a:blip r:embed="rId148"/>
              <a:stretch>
                <a:fillRect/>
              </a:stretch>
            </p:blipFill>
            <p:spPr>
              <a:xfrm>
                <a:off x="5876280" y="1129536"/>
                <a:ext cx="252000" cy="13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9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49C47294-02CC-FA5A-024A-54E79170170B}"/>
                  </a:ext>
                </a:extLst>
              </p14:cNvPr>
              <p14:cNvContentPartPr/>
              <p14:nvPr/>
            </p14:nvContentPartPr>
            <p14:xfrm>
              <a:off x="6392520" y="934416"/>
              <a:ext cx="403920" cy="298080"/>
            </p14:xfrm>
          </p:contentPart>
        </mc:Choice>
        <mc:Fallback xmlns=""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49C47294-02CC-FA5A-024A-54E79170170B}"/>
                  </a:ext>
                </a:extLst>
              </p:cNvPr>
              <p:cNvPicPr/>
              <p:nvPr/>
            </p:nvPicPr>
            <p:blipFill>
              <a:blip r:embed="rId150"/>
              <a:stretch>
                <a:fillRect/>
              </a:stretch>
            </p:blipFill>
            <p:spPr>
              <a:xfrm>
                <a:off x="6388200" y="930096"/>
                <a:ext cx="412560" cy="30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1">
            <p14:nvContentPartPr>
              <p14:cNvPr id="83" name="Ink 82">
                <a:extLst>
                  <a:ext uri="{FF2B5EF4-FFF2-40B4-BE49-F238E27FC236}">
                    <a16:creationId xmlns:a16="http://schemas.microsoft.com/office/drawing/2014/main" id="{1D268F83-E2CE-9501-9769-812588835A41}"/>
                  </a:ext>
                </a:extLst>
              </p14:cNvPr>
              <p14:cNvContentPartPr/>
              <p14:nvPr/>
            </p14:nvContentPartPr>
            <p14:xfrm>
              <a:off x="6820920" y="1086336"/>
              <a:ext cx="164880" cy="101160"/>
            </p14:xfrm>
          </p:contentPart>
        </mc:Choice>
        <mc:Fallback xmlns="">
          <p:pic>
            <p:nvPicPr>
              <p:cNvPr id="83" name="Ink 82">
                <a:extLst>
                  <a:ext uri="{FF2B5EF4-FFF2-40B4-BE49-F238E27FC236}">
                    <a16:creationId xmlns:a16="http://schemas.microsoft.com/office/drawing/2014/main" id="{1D268F83-E2CE-9501-9769-812588835A41}"/>
                  </a:ext>
                </a:extLst>
              </p:cNvPr>
              <p:cNvPicPr/>
              <p:nvPr/>
            </p:nvPicPr>
            <p:blipFill>
              <a:blip r:embed="rId152"/>
              <a:stretch>
                <a:fillRect/>
              </a:stretch>
            </p:blipFill>
            <p:spPr>
              <a:xfrm>
                <a:off x="6816600" y="1082016"/>
                <a:ext cx="173520" cy="10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3">
            <p14:nvContentPartPr>
              <p14:cNvPr id="84" name="Ink 83">
                <a:extLst>
                  <a:ext uri="{FF2B5EF4-FFF2-40B4-BE49-F238E27FC236}">
                    <a16:creationId xmlns:a16="http://schemas.microsoft.com/office/drawing/2014/main" id="{82328589-B5FC-9831-C1C3-286A1F9D81C5}"/>
                  </a:ext>
                </a:extLst>
              </p14:cNvPr>
              <p14:cNvContentPartPr/>
              <p14:nvPr/>
            </p14:nvContentPartPr>
            <p14:xfrm>
              <a:off x="7029360" y="1065816"/>
              <a:ext cx="101880" cy="143640"/>
            </p14:xfrm>
          </p:contentPart>
        </mc:Choice>
        <mc:Fallback xmlns="">
          <p:pic>
            <p:nvPicPr>
              <p:cNvPr id="84" name="Ink 83">
                <a:extLst>
                  <a:ext uri="{FF2B5EF4-FFF2-40B4-BE49-F238E27FC236}">
                    <a16:creationId xmlns:a16="http://schemas.microsoft.com/office/drawing/2014/main" id="{82328589-B5FC-9831-C1C3-286A1F9D81C5}"/>
                  </a:ext>
                </a:extLst>
              </p:cNvPr>
              <p:cNvPicPr/>
              <p:nvPr/>
            </p:nvPicPr>
            <p:blipFill>
              <a:blip r:embed="rId154"/>
              <a:stretch>
                <a:fillRect/>
              </a:stretch>
            </p:blipFill>
            <p:spPr>
              <a:xfrm>
                <a:off x="7025040" y="1061496"/>
                <a:ext cx="110520" cy="15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5">
            <p14:nvContentPartPr>
              <p14:cNvPr id="85" name="Ink 84">
                <a:extLst>
                  <a:ext uri="{FF2B5EF4-FFF2-40B4-BE49-F238E27FC236}">
                    <a16:creationId xmlns:a16="http://schemas.microsoft.com/office/drawing/2014/main" id="{3E204BD5-B19A-5CF6-7F78-A0E099582088}"/>
                  </a:ext>
                </a:extLst>
              </p14:cNvPr>
              <p14:cNvContentPartPr/>
              <p14:nvPr/>
            </p14:nvContentPartPr>
            <p14:xfrm>
              <a:off x="7017840" y="1078416"/>
              <a:ext cx="95040" cy="98640"/>
            </p14:xfrm>
          </p:contentPart>
        </mc:Choice>
        <mc:Fallback xmlns="">
          <p:pic>
            <p:nvPicPr>
              <p:cNvPr id="85" name="Ink 84">
                <a:extLst>
                  <a:ext uri="{FF2B5EF4-FFF2-40B4-BE49-F238E27FC236}">
                    <a16:creationId xmlns:a16="http://schemas.microsoft.com/office/drawing/2014/main" id="{3E204BD5-B19A-5CF6-7F78-A0E099582088}"/>
                  </a:ext>
                </a:extLst>
              </p:cNvPr>
              <p:cNvPicPr/>
              <p:nvPr/>
            </p:nvPicPr>
            <p:blipFill>
              <a:blip r:embed="rId156"/>
              <a:stretch>
                <a:fillRect/>
              </a:stretch>
            </p:blipFill>
            <p:spPr>
              <a:xfrm>
                <a:off x="7013520" y="1074096"/>
                <a:ext cx="103680" cy="10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7">
            <p14:nvContentPartPr>
              <p14:cNvPr id="86" name="Ink 85">
                <a:extLst>
                  <a:ext uri="{FF2B5EF4-FFF2-40B4-BE49-F238E27FC236}">
                    <a16:creationId xmlns:a16="http://schemas.microsoft.com/office/drawing/2014/main" id="{E04FDF14-0013-CCE5-E742-A0F2DBC8D1FA}"/>
                  </a:ext>
                </a:extLst>
              </p14:cNvPr>
              <p14:cNvContentPartPr/>
              <p14:nvPr/>
            </p14:nvContentPartPr>
            <p14:xfrm>
              <a:off x="7197840" y="1133856"/>
              <a:ext cx="81360" cy="5040"/>
            </p14:xfrm>
          </p:contentPart>
        </mc:Choice>
        <mc:Fallback xmlns="">
          <p:pic>
            <p:nvPicPr>
              <p:cNvPr id="86" name="Ink 85">
                <a:extLst>
                  <a:ext uri="{FF2B5EF4-FFF2-40B4-BE49-F238E27FC236}">
                    <a16:creationId xmlns:a16="http://schemas.microsoft.com/office/drawing/2014/main" id="{E04FDF14-0013-CCE5-E742-A0F2DBC8D1FA}"/>
                  </a:ext>
                </a:extLst>
              </p:cNvPr>
              <p:cNvPicPr/>
              <p:nvPr/>
            </p:nvPicPr>
            <p:blipFill>
              <a:blip r:embed="rId158"/>
              <a:stretch>
                <a:fillRect/>
              </a:stretch>
            </p:blipFill>
            <p:spPr>
              <a:xfrm>
                <a:off x="7193520" y="1129536"/>
                <a:ext cx="90000" cy="1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9">
            <p14:nvContentPartPr>
              <p14:cNvPr id="87" name="Ink 86">
                <a:extLst>
                  <a:ext uri="{FF2B5EF4-FFF2-40B4-BE49-F238E27FC236}">
                    <a16:creationId xmlns:a16="http://schemas.microsoft.com/office/drawing/2014/main" id="{95DFDC32-CE98-A58B-92C1-6A67E93BB427}"/>
                  </a:ext>
                </a:extLst>
              </p14:cNvPr>
              <p14:cNvContentPartPr/>
              <p14:nvPr/>
            </p14:nvContentPartPr>
            <p14:xfrm>
              <a:off x="7364160" y="966456"/>
              <a:ext cx="85680" cy="213840"/>
            </p14:xfrm>
          </p:contentPart>
        </mc:Choice>
        <mc:Fallback xmlns="">
          <p:pic>
            <p:nvPicPr>
              <p:cNvPr id="87" name="Ink 86">
                <a:extLst>
                  <a:ext uri="{FF2B5EF4-FFF2-40B4-BE49-F238E27FC236}">
                    <a16:creationId xmlns:a16="http://schemas.microsoft.com/office/drawing/2014/main" id="{95DFDC32-CE98-A58B-92C1-6A67E93BB427}"/>
                  </a:ext>
                </a:extLst>
              </p:cNvPr>
              <p:cNvPicPr/>
              <p:nvPr/>
            </p:nvPicPr>
            <p:blipFill>
              <a:blip r:embed="rId160"/>
              <a:stretch>
                <a:fillRect/>
              </a:stretch>
            </p:blipFill>
            <p:spPr>
              <a:xfrm>
                <a:off x="7359840" y="962136"/>
                <a:ext cx="94320" cy="22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1">
            <p14:nvContentPartPr>
              <p14:cNvPr id="88" name="Ink 87">
                <a:extLst>
                  <a:ext uri="{FF2B5EF4-FFF2-40B4-BE49-F238E27FC236}">
                    <a16:creationId xmlns:a16="http://schemas.microsoft.com/office/drawing/2014/main" id="{8DE4BDE7-4756-4D55-A48E-D47F3194CE1A}"/>
                  </a:ext>
                </a:extLst>
              </p14:cNvPr>
              <p14:cNvContentPartPr/>
              <p14:nvPr/>
            </p14:nvContentPartPr>
            <p14:xfrm>
              <a:off x="7470360" y="941256"/>
              <a:ext cx="48960" cy="213480"/>
            </p14:xfrm>
          </p:contentPart>
        </mc:Choice>
        <mc:Fallback xmlns="">
          <p:pic>
            <p:nvPicPr>
              <p:cNvPr id="88" name="Ink 87">
                <a:extLst>
                  <a:ext uri="{FF2B5EF4-FFF2-40B4-BE49-F238E27FC236}">
                    <a16:creationId xmlns:a16="http://schemas.microsoft.com/office/drawing/2014/main" id="{8DE4BDE7-4756-4D55-A48E-D47F3194CE1A}"/>
                  </a:ext>
                </a:extLst>
              </p:cNvPr>
              <p:cNvPicPr/>
              <p:nvPr/>
            </p:nvPicPr>
            <p:blipFill>
              <a:blip r:embed="rId162"/>
              <a:stretch>
                <a:fillRect/>
              </a:stretch>
            </p:blipFill>
            <p:spPr>
              <a:xfrm>
                <a:off x="7466040" y="936936"/>
                <a:ext cx="57600" cy="22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3">
            <p14:nvContentPartPr>
              <p14:cNvPr id="89" name="Ink 88">
                <a:extLst>
                  <a:ext uri="{FF2B5EF4-FFF2-40B4-BE49-F238E27FC236}">
                    <a16:creationId xmlns:a16="http://schemas.microsoft.com/office/drawing/2014/main" id="{3B0A701C-C004-6577-86FD-626775381D9E}"/>
                  </a:ext>
                </a:extLst>
              </p14:cNvPr>
              <p14:cNvContentPartPr/>
              <p14:nvPr/>
            </p14:nvContentPartPr>
            <p14:xfrm>
              <a:off x="7378200" y="1070496"/>
              <a:ext cx="187560" cy="10800"/>
            </p14:xfrm>
          </p:contentPart>
        </mc:Choice>
        <mc:Fallback xmlns="">
          <p:pic>
            <p:nvPicPr>
              <p:cNvPr id="89" name="Ink 88">
                <a:extLst>
                  <a:ext uri="{FF2B5EF4-FFF2-40B4-BE49-F238E27FC236}">
                    <a16:creationId xmlns:a16="http://schemas.microsoft.com/office/drawing/2014/main" id="{3B0A701C-C004-6577-86FD-626775381D9E}"/>
                  </a:ext>
                </a:extLst>
              </p:cNvPr>
              <p:cNvPicPr/>
              <p:nvPr/>
            </p:nvPicPr>
            <p:blipFill>
              <a:blip r:embed="rId164"/>
              <a:stretch>
                <a:fillRect/>
              </a:stretch>
            </p:blipFill>
            <p:spPr>
              <a:xfrm>
                <a:off x="7373880" y="1066176"/>
                <a:ext cx="196200" cy="1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5">
            <p14:nvContentPartPr>
              <p14:cNvPr id="90" name="Ink 89">
                <a:extLst>
                  <a:ext uri="{FF2B5EF4-FFF2-40B4-BE49-F238E27FC236}">
                    <a16:creationId xmlns:a16="http://schemas.microsoft.com/office/drawing/2014/main" id="{A745EB9A-0A17-12A7-5A85-9E8EFF1DD15D}"/>
                  </a:ext>
                </a:extLst>
              </p14:cNvPr>
              <p14:cNvContentPartPr/>
              <p14:nvPr/>
            </p14:nvContentPartPr>
            <p14:xfrm>
              <a:off x="7565040" y="1057536"/>
              <a:ext cx="104400" cy="97200"/>
            </p14:xfrm>
          </p:contentPart>
        </mc:Choice>
        <mc:Fallback xmlns="">
          <p:pic>
            <p:nvPicPr>
              <p:cNvPr id="90" name="Ink 89">
                <a:extLst>
                  <a:ext uri="{FF2B5EF4-FFF2-40B4-BE49-F238E27FC236}">
                    <a16:creationId xmlns:a16="http://schemas.microsoft.com/office/drawing/2014/main" id="{A745EB9A-0A17-12A7-5A85-9E8EFF1DD15D}"/>
                  </a:ext>
                </a:extLst>
              </p:cNvPr>
              <p:cNvPicPr/>
              <p:nvPr/>
            </p:nvPicPr>
            <p:blipFill>
              <a:blip r:embed="rId166"/>
              <a:stretch>
                <a:fillRect/>
              </a:stretch>
            </p:blipFill>
            <p:spPr>
              <a:xfrm>
                <a:off x="7560720" y="1053216"/>
                <a:ext cx="113040" cy="10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7">
            <p14:nvContentPartPr>
              <p14:cNvPr id="91" name="Ink 90">
                <a:extLst>
                  <a:ext uri="{FF2B5EF4-FFF2-40B4-BE49-F238E27FC236}">
                    <a16:creationId xmlns:a16="http://schemas.microsoft.com/office/drawing/2014/main" id="{B8A9DF90-C718-659C-C930-6E2A0D39F61F}"/>
                  </a:ext>
                </a:extLst>
              </p14:cNvPr>
              <p14:cNvContentPartPr/>
              <p14:nvPr/>
            </p14:nvContentPartPr>
            <p14:xfrm>
              <a:off x="7685280" y="1085256"/>
              <a:ext cx="145800" cy="68400"/>
            </p14:xfrm>
          </p:contentPart>
        </mc:Choice>
        <mc:Fallback xmlns="">
          <p:pic>
            <p:nvPicPr>
              <p:cNvPr id="91" name="Ink 90">
                <a:extLst>
                  <a:ext uri="{FF2B5EF4-FFF2-40B4-BE49-F238E27FC236}">
                    <a16:creationId xmlns:a16="http://schemas.microsoft.com/office/drawing/2014/main" id="{B8A9DF90-C718-659C-C930-6E2A0D39F61F}"/>
                  </a:ext>
                </a:extLst>
              </p:cNvPr>
              <p:cNvPicPr/>
              <p:nvPr/>
            </p:nvPicPr>
            <p:blipFill>
              <a:blip r:embed="rId168"/>
              <a:stretch>
                <a:fillRect/>
              </a:stretch>
            </p:blipFill>
            <p:spPr>
              <a:xfrm>
                <a:off x="7680960" y="1080936"/>
                <a:ext cx="154440" cy="7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9">
            <p14:nvContentPartPr>
              <p14:cNvPr id="92" name="Ink 91">
                <a:extLst>
                  <a:ext uri="{FF2B5EF4-FFF2-40B4-BE49-F238E27FC236}">
                    <a16:creationId xmlns:a16="http://schemas.microsoft.com/office/drawing/2014/main" id="{CBB19DE7-7DC2-53F7-7FFD-5A291076F3DD}"/>
                  </a:ext>
                </a:extLst>
              </p14:cNvPr>
              <p14:cNvContentPartPr/>
              <p14:nvPr/>
            </p14:nvContentPartPr>
            <p14:xfrm>
              <a:off x="7826760" y="1106136"/>
              <a:ext cx="66600" cy="266400"/>
            </p14:xfrm>
          </p:contentPart>
        </mc:Choice>
        <mc:Fallback xmlns="">
          <p:pic>
            <p:nvPicPr>
              <p:cNvPr id="92" name="Ink 91">
                <a:extLst>
                  <a:ext uri="{FF2B5EF4-FFF2-40B4-BE49-F238E27FC236}">
                    <a16:creationId xmlns:a16="http://schemas.microsoft.com/office/drawing/2014/main" id="{CBB19DE7-7DC2-53F7-7FFD-5A291076F3DD}"/>
                  </a:ext>
                </a:extLst>
              </p:cNvPr>
              <p:cNvPicPr/>
              <p:nvPr/>
            </p:nvPicPr>
            <p:blipFill>
              <a:blip r:embed="rId170"/>
              <a:stretch>
                <a:fillRect/>
              </a:stretch>
            </p:blipFill>
            <p:spPr>
              <a:xfrm>
                <a:off x="7822440" y="1101816"/>
                <a:ext cx="75240" cy="275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1">
            <p14:nvContentPartPr>
              <p14:cNvPr id="93" name="Ink 92">
                <a:extLst>
                  <a:ext uri="{FF2B5EF4-FFF2-40B4-BE49-F238E27FC236}">
                    <a16:creationId xmlns:a16="http://schemas.microsoft.com/office/drawing/2014/main" id="{AC21C23D-349A-E857-D454-8D8EBAE23BF5}"/>
                  </a:ext>
                </a:extLst>
              </p14:cNvPr>
              <p14:cNvContentPartPr/>
              <p14:nvPr/>
            </p14:nvContentPartPr>
            <p14:xfrm>
              <a:off x="7805520" y="1089216"/>
              <a:ext cx="143640" cy="71640"/>
            </p14:xfrm>
          </p:contentPart>
        </mc:Choice>
        <mc:Fallback xmlns="">
          <p:pic>
            <p:nvPicPr>
              <p:cNvPr id="93" name="Ink 92">
                <a:extLst>
                  <a:ext uri="{FF2B5EF4-FFF2-40B4-BE49-F238E27FC236}">
                    <a16:creationId xmlns:a16="http://schemas.microsoft.com/office/drawing/2014/main" id="{AC21C23D-349A-E857-D454-8D8EBAE23BF5}"/>
                  </a:ext>
                </a:extLst>
              </p:cNvPr>
              <p:cNvPicPr/>
              <p:nvPr/>
            </p:nvPicPr>
            <p:blipFill>
              <a:blip r:embed="rId172"/>
              <a:stretch>
                <a:fillRect/>
              </a:stretch>
            </p:blipFill>
            <p:spPr>
              <a:xfrm>
                <a:off x="7801200" y="1084896"/>
                <a:ext cx="152280" cy="8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3">
            <p14:nvContentPartPr>
              <p14:cNvPr id="94" name="Ink 93">
                <a:extLst>
                  <a:ext uri="{FF2B5EF4-FFF2-40B4-BE49-F238E27FC236}">
                    <a16:creationId xmlns:a16="http://schemas.microsoft.com/office/drawing/2014/main" id="{BF485738-B12C-2BEE-40C3-5E53B4AB6CC9}"/>
                  </a:ext>
                </a:extLst>
              </p14:cNvPr>
              <p14:cNvContentPartPr/>
              <p14:nvPr/>
            </p14:nvContentPartPr>
            <p14:xfrm>
              <a:off x="8218080" y="1063656"/>
              <a:ext cx="333720" cy="126360"/>
            </p14:xfrm>
          </p:contentPart>
        </mc:Choice>
        <mc:Fallback xmlns="">
          <p:pic>
            <p:nvPicPr>
              <p:cNvPr id="94" name="Ink 93">
                <a:extLst>
                  <a:ext uri="{FF2B5EF4-FFF2-40B4-BE49-F238E27FC236}">
                    <a16:creationId xmlns:a16="http://schemas.microsoft.com/office/drawing/2014/main" id="{BF485738-B12C-2BEE-40C3-5E53B4AB6CC9}"/>
                  </a:ext>
                </a:extLst>
              </p:cNvPr>
              <p:cNvPicPr/>
              <p:nvPr/>
            </p:nvPicPr>
            <p:blipFill>
              <a:blip r:embed="rId174"/>
              <a:stretch>
                <a:fillRect/>
              </a:stretch>
            </p:blipFill>
            <p:spPr>
              <a:xfrm>
                <a:off x="8213760" y="1059336"/>
                <a:ext cx="342360" cy="13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5">
            <p14:nvContentPartPr>
              <p14:cNvPr id="95" name="Ink 94">
                <a:extLst>
                  <a:ext uri="{FF2B5EF4-FFF2-40B4-BE49-F238E27FC236}">
                    <a16:creationId xmlns:a16="http://schemas.microsoft.com/office/drawing/2014/main" id="{7A456AF0-3A27-9E37-1AF9-FAC17F0FDC71}"/>
                  </a:ext>
                </a:extLst>
              </p14:cNvPr>
              <p14:cNvContentPartPr/>
              <p14:nvPr/>
            </p14:nvContentPartPr>
            <p14:xfrm>
              <a:off x="8606520" y="1059696"/>
              <a:ext cx="118440" cy="113400"/>
            </p14:xfrm>
          </p:contentPart>
        </mc:Choice>
        <mc:Fallback xmlns="">
          <p:pic>
            <p:nvPicPr>
              <p:cNvPr id="95" name="Ink 94">
                <a:extLst>
                  <a:ext uri="{FF2B5EF4-FFF2-40B4-BE49-F238E27FC236}">
                    <a16:creationId xmlns:a16="http://schemas.microsoft.com/office/drawing/2014/main" id="{7A456AF0-3A27-9E37-1AF9-FAC17F0FDC71}"/>
                  </a:ext>
                </a:extLst>
              </p:cNvPr>
              <p:cNvPicPr/>
              <p:nvPr/>
            </p:nvPicPr>
            <p:blipFill>
              <a:blip r:embed="rId176"/>
              <a:stretch>
                <a:fillRect/>
              </a:stretch>
            </p:blipFill>
            <p:spPr>
              <a:xfrm>
                <a:off x="8602200" y="1055376"/>
                <a:ext cx="127080" cy="12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7">
            <p14:nvContentPartPr>
              <p14:cNvPr id="96" name="Ink 95">
                <a:extLst>
                  <a:ext uri="{FF2B5EF4-FFF2-40B4-BE49-F238E27FC236}">
                    <a16:creationId xmlns:a16="http://schemas.microsoft.com/office/drawing/2014/main" id="{81631E2F-A671-BA87-E24E-A4161EB77C51}"/>
                  </a:ext>
                </a:extLst>
              </p14:cNvPr>
              <p14:cNvContentPartPr/>
              <p14:nvPr/>
            </p14:nvContentPartPr>
            <p14:xfrm>
              <a:off x="8720280" y="1062216"/>
              <a:ext cx="360" cy="360"/>
            </p14:xfrm>
          </p:contentPart>
        </mc:Choice>
        <mc:Fallback xmlns="">
          <p:pic>
            <p:nvPicPr>
              <p:cNvPr id="96" name="Ink 95">
                <a:extLst>
                  <a:ext uri="{FF2B5EF4-FFF2-40B4-BE49-F238E27FC236}">
                    <a16:creationId xmlns:a16="http://schemas.microsoft.com/office/drawing/2014/main" id="{81631E2F-A671-BA87-E24E-A4161EB77C51}"/>
                  </a:ext>
                </a:extLst>
              </p:cNvPr>
              <p:cNvPicPr/>
              <p:nvPr/>
            </p:nvPicPr>
            <p:blipFill>
              <a:blip r:embed="rId178"/>
              <a:stretch>
                <a:fillRect/>
              </a:stretch>
            </p:blipFill>
            <p:spPr>
              <a:xfrm>
                <a:off x="8715960" y="1057896"/>
                <a:ext cx="9000" cy="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9">
            <p14:nvContentPartPr>
              <p14:cNvPr id="97" name="Ink 96">
                <a:extLst>
                  <a:ext uri="{FF2B5EF4-FFF2-40B4-BE49-F238E27FC236}">
                    <a16:creationId xmlns:a16="http://schemas.microsoft.com/office/drawing/2014/main" id="{1B0FC966-AD47-18AA-3784-FB796D92F953}"/>
                  </a:ext>
                </a:extLst>
              </p14:cNvPr>
              <p14:cNvContentPartPr/>
              <p14:nvPr/>
            </p14:nvContentPartPr>
            <p14:xfrm>
              <a:off x="8720280" y="1062216"/>
              <a:ext cx="109080" cy="165600"/>
            </p14:xfrm>
          </p:contentPart>
        </mc:Choice>
        <mc:Fallback xmlns="">
          <p:pic>
            <p:nvPicPr>
              <p:cNvPr id="97" name="Ink 96">
                <a:extLst>
                  <a:ext uri="{FF2B5EF4-FFF2-40B4-BE49-F238E27FC236}">
                    <a16:creationId xmlns:a16="http://schemas.microsoft.com/office/drawing/2014/main" id="{1B0FC966-AD47-18AA-3784-FB796D92F953}"/>
                  </a:ext>
                </a:extLst>
              </p:cNvPr>
              <p:cNvPicPr/>
              <p:nvPr/>
            </p:nvPicPr>
            <p:blipFill>
              <a:blip r:embed="rId180"/>
              <a:stretch>
                <a:fillRect/>
              </a:stretch>
            </p:blipFill>
            <p:spPr>
              <a:xfrm>
                <a:off x="8715960" y="1057896"/>
                <a:ext cx="117720" cy="17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1">
            <p14:nvContentPartPr>
              <p14:cNvPr id="98" name="Ink 97">
                <a:extLst>
                  <a:ext uri="{FF2B5EF4-FFF2-40B4-BE49-F238E27FC236}">
                    <a16:creationId xmlns:a16="http://schemas.microsoft.com/office/drawing/2014/main" id="{2BB5B7D0-6589-E288-6D55-0CC79A999B3D}"/>
                  </a:ext>
                </a:extLst>
              </p14:cNvPr>
              <p14:cNvContentPartPr/>
              <p14:nvPr/>
            </p14:nvContentPartPr>
            <p14:xfrm>
              <a:off x="9085320" y="1036296"/>
              <a:ext cx="171360" cy="105120"/>
            </p14:xfrm>
          </p:contentPart>
        </mc:Choice>
        <mc:Fallback xmlns="">
          <p:pic>
            <p:nvPicPr>
              <p:cNvPr id="98" name="Ink 97">
                <a:extLst>
                  <a:ext uri="{FF2B5EF4-FFF2-40B4-BE49-F238E27FC236}">
                    <a16:creationId xmlns:a16="http://schemas.microsoft.com/office/drawing/2014/main" id="{2BB5B7D0-6589-E288-6D55-0CC79A999B3D}"/>
                  </a:ext>
                </a:extLst>
              </p:cNvPr>
              <p:cNvPicPr/>
              <p:nvPr/>
            </p:nvPicPr>
            <p:blipFill>
              <a:blip r:embed="rId182"/>
              <a:stretch>
                <a:fillRect/>
              </a:stretch>
            </p:blipFill>
            <p:spPr>
              <a:xfrm>
                <a:off x="9081000" y="1031976"/>
                <a:ext cx="180000" cy="11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3">
            <p14:nvContentPartPr>
              <p14:cNvPr id="99" name="Ink 98">
                <a:extLst>
                  <a:ext uri="{FF2B5EF4-FFF2-40B4-BE49-F238E27FC236}">
                    <a16:creationId xmlns:a16="http://schemas.microsoft.com/office/drawing/2014/main" id="{94E45E2B-4A7C-4A29-6F13-6652088161AF}"/>
                  </a:ext>
                </a:extLst>
              </p14:cNvPr>
              <p14:cNvContentPartPr/>
              <p14:nvPr/>
            </p14:nvContentPartPr>
            <p14:xfrm>
              <a:off x="9230400" y="1015776"/>
              <a:ext cx="178560" cy="282240"/>
            </p14:xfrm>
          </p:contentPart>
        </mc:Choice>
        <mc:Fallback xmlns="">
          <p:pic>
            <p:nvPicPr>
              <p:cNvPr id="99" name="Ink 98">
                <a:extLst>
                  <a:ext uri="{FF2B5EF4-FFF2-40B4-BE49-F238E27FC236}">
                    <a16:creationId xmlns:a16="http://schemas.microsoft.com/office/drawing/2014/main" id="{94E45E2B-4A7C-4A29-6F13-6652088161AF}"/>
                  </a:ext>
                </a:extLst>
              </p:cNvPr>
              <p:cNvPicPr/>
              <p:nvPr/>
            </p:nvPicPr>
            <p:blipFill>
              <a:blip r:embed="rId184"/>
              <a:stretch>
                <a:fillRect/>
              </a:stretch>
            </p:blipFill>
            <p:spPr>
              <a:xfrm>
                <a:off x="9226080" y="1011456"/>
                <a:ext cx="187200" cy="29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5">
            <p14:nvContentPartPr>
              <p14:cNvPr id="100" name="Ink 99">
                <a:extLst>
                  <a:ext uri="{FF2B5EF4-FFF2-40B4-BE49-F238E27FC236}">
                    <a16:creationId xmlns:a16="http://schemas.microsoft.com/office/drawing/2014/main" id="{6AEC1BEC-034C-0587-BBEB-D3F6824F6BC1}"/>
                  </a:ext>
                </a:extLst>
              </p14:cNvPr>
              <p14:cNvContentPartPr/>
              <p14:nvPr/>
            </p14:nvContentPartPr>
            <p14:xfrm>
              <a:off x="9464040" y="976176"/>
              <a:ext cx="138960" cy="130680"/>
            </p14:xfrm>
          </p:contentPart>
        </mc:Choice>
        <mc:Fallback xmlns="">
          <p:pic>
            <p:nvPicPr>
              <p:cNvPr id="100" name="Ink 99">
                <a:extLst>
                  <a:ext uri="{FF2B5EF4-FFF2-40B4-BE49-F238E27FC236}">
                    <a16:creationId xmlns:a16="http://schemas.microsoft.com/office/drawing/2014/main" id="{6AEC1BEC-034C-0587-BBEB-D3F6824F6BC1}"/>
                  </a:ext>
                </a:extLst>
              </p:cNvPr>
              <p:cNvPicPr/>
              <p:nvPr/>
            </p:nvPicPr>
            <p:blipFill>
              <a:blip r:embed="rId186"/>
              <a:stretch>
                <a:fillRect/>
              </a:stretch>
            </p:blipFill>
            <p:spPr>
              <a:xfrm>
                <a:off x="9459720" y="971856"/>
                <a:ext cx="147600" cy="13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7">
            <p14:nvContentPartPr>
              <p14:cNvPr id="101" name="Ink 100">
                <a:extLst>
                  <a:ext uri="{FF2B5EF4-FFF2-40B4-BE49-F238E27FC236}">
                    <a16:creationId xmlns:a16="http://schemas.microsoft.com/office/drawing/2014/main" id="{0D99C636-9DED-F560-5A5A-5B2F2F1EA3F4}"/>
                  </a:ext>
                </a:extLst>
              </p14:cNvPr>
              <p14:cNvContentPartPr/>
              <p14:nvPr/>
            </p14:nvContentPartPr>
            <p14:xfrm>
              <a:off x="9702000" y="1022976"/>
              <a:ext cx="9720" cy="73800"/>
            </p14:xfrm>
          </p:contentPart>
        </mc:Choice>
        <mc:Fallback xmlns="">
          <p:pic>
            <p:nvPicPr>
              <p:cNvPr id="101" name="Ink 100">
                <a:extLst>
                  <a:ext uri="{FF2B5EF4-FFF2-40B4-BE49-F238E27FC236}">
                    <a16:creationId xmlns:a16="http://schemas.microsoft.com/office/drawing/2014/main" id="{0D99C636-9DED-F560-5A5A-5B2F2F1EA3F4}"/>
                  </a:ext>
                </a:extLst>
              </p:cNvPr>
              <p:cNvPicPr/>
              <p:nvPr/>
            </p:nvPicPr>
            <p:blipFill>
              <a:blip r:embed="rId188"/>
              <a:stretch>
                <a:fillRect/>
              </a:stretch>
            </p:blipFill>
            <p:spPr>
              <a:xfrm>
                <a:off x="9697680" y="1018656"/>
                <a:ext cx="18360" cy="8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9">
            <p14:nvContentPartPr>
              <p14:cNvPr id="102" name="Ink 101">
                <a:extLst>
                  <a:ext uri="{FF2B5EF4-FFF2-40B4-BE49-F238E27FC236}">
                    <a16:creationId xmlns:a16="http://schemas.microsoft.com/office/drawing/2014/main" id="{8809F870-E582-CCB8-8C65-EAF1779D0621}"/>
                  </a:ext>
                </a:extLst>
              </p14:cNvPr>
              <p14:cNvContentPartPr/>
              <p14:nvPr/>
            </p14:nvContentPartPr>
            <p14:xfrm>
              <a:off x="9771120" y="796536"/>
              <a:ext cx="360" cy="91440"/>
            </p14:xfrm>
          </p:contentPart>
        </mc:Choice>
        <mc:Fallback xmlns="">
          <p:pic>
            <p:nvPicPr>
              <p:cNvPr id="102" name="Ink 101">
                <a:extLst>
                  <a:ext uri="{FF2B5EF4-FFF2-40B4-BE49-F238E27FC236}">
                    <a16:creationId xmlns:a16="http://schemas.microsoft.com/office/drawing/2014/main" id="{8809F870-E582-CCB8-8C65-EAF1779D0621}"/>
                  </a:ext>
                </a:extLst>
              </p:cNvPr>
              <p:cNvPicPr/>
              <p:nvPr/>
            </p:nvPicPr>
            <p:blipFill>
              <a:blip r:embed="rId190"/>
              <a:stretch>
                <a:fillRect/>
              </a:stretch>
            </p:blipFill>
            <p:spPr>
              <a:xfrm>
                <a:off x="9766800" y="792216"/>
                <a:ext cx="9000" cy="10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1">
            <p14:nvContentPartPr>
              <p14:cNvPr id="103" name="Ink 102">
                <a:extLst>
                  <a:ext uri="{FF2B5EF4-FFF2-40B4-BE49-F238E27FC236}">
                    <a16:creationId xmlns:a16="http://schemas.microsoft.com/office/drawing/2014/main" id="{ABFA765C-3DF6-3F42-4B79-0B0580B9EC73}"/>
                  </a:ext>
                </a:extLst>
              </p14:cNvPr>
              <p14:cNvContentPartPr/>
              <p14:nvPr/>
            </p14:nvContentPartPr>
            <p14:xfrm>
              <a:off x="9819720" y="974376"/>
              <a:ext cx="146160" cy="114840"/>
            </p14:xfrm>
          </p:contentPart>
        </mc:Choice>
        <mc:Fallback xmlns="">
          <p:pic>
            <p:nvPicPr>
              <p:cNvPr id="103" name="Ink 102">
                <a:extLst>
                  <a:ext uri="{FF2B5EF4-FFF2-40B4-BE49-F238E27FC236}">
                    <a16:creationId xmlns:a16="http://schemas.microsoft.com/office/drawing/2014/main" id="{ABFA765C-3DF6-3F42-4B79-0B0580B9EC73}"/>
                  </a:ext>
                </a:extLst>
              </p:cNvPr>
              <p:cNvPicPr/>
              <p:nvPr/>
            </p:nvPicPr>
            <p:blipFill>
              <a:blip r:embed="rId192"/>
              <a:stretch>
                <a:fillRect/>
              </a:stretch>
            </p:blipFill>
            <p:spPr>
              <a:xfrm>
                <a:off x="9815400" y="970056"/>
                <a:ext cx="154800" cy="12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3">
            <p14:nvContentPartPr>
              <p14:cNvPr id="104" name="Ink 103">
                <a:extLst>
                  <a:ext uri="{FF2B5EF4-FFF2-40B4-BE49-F238E27FC236}">
                    <a16:creationId xmlns:a16="http://schemas.microsoft.com/office/drawing/2014/main" id="{DEE1B85A-E600-F09B-0F3A-545AB24402E1}"/>
                  </a:ext>
                </a:extLst>
              </p14:cNvPr>
              <p14:cNvContentPartPr/>
              <p14:nvPr/>
            </p14:nvContentPartPr>
            <p14:xfrm>
              <a:off x="4516200" y="2091096"/>
              <a:ext cx="117360" cy="180720"/>
            </p14:xfrm>
          </p:contentPart>
        </mc:Choice>
        <mc:Fallback xmlns="">
          <p:pic>
            <p:nvPicPr>
              <p:cNvPr id="104" name="Ink 103">
                <a:extLst>
                  <a:ext uri="{FF2B5EF4-FFF2-40B4-BE49-F238E27FC236}">
                    <a16:creationId xmlns:a16="http://schemas.microsoft.com/office/drawing/2014/main" id="{DEE1B85A-E600-F09B-0F3A-545AB24402E1}"/>
                  </a:ext>
                </a:extLst>
              </p:cNvPr>
              <p:cNvPicPr/>
              <p:nvPr/>
            </p:nvPicPr>
            <p:blipFill>
              <a:blip r:embed="rId194"/>
              <a:stretch>
                <a:fillRect/>
              </a:stretch>
            </p:blipFill>
            <p:spPr>
              <a:xfrm>
                <a:off x="4511880" y="2086776"/>
                <a:ext cx="126000" cy="18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5">
            <p14:nvContentPartPr>
              <p14:cNvPr id="105" name="Ink 104">
                <a:extLst>
                  <a:ext uri="{FF2B5EF4-FFF2-40B4-BE49-F238E27FC236}">
                    <a16:creationId xmlns:a16="http://schemas.microsoft.com/office/drawing/2014/main" id="{3C260F94-76BC-A564-8189-E13CDEE339FE}"/>
                  </a:ext>
                </a:extLst>
              </p14:cNvPr>
              <p14:cNvContentPartPr/>
              <p14:nvPr/>
            </p14:nvContentPartPr>
            <p14:xfrm>
              <a:off x="4696200" y="2072736"/>
              <a:ext cx="185040" cy="146880"/>
            </p14:xfrm>
          </p:contentPart>
        </mc:Choice>
        <mc:Fallback xmlns="">
          <p:pic>
            <p:nvPicPr>
              <p:cNvPr id="105" name="Ink 104">
                <a:extLst>
                  <a:ext uri="{FF2B5EF4-FFF2-40B4-BE49-F238E27FC236}">
                    <a16:creationId xmlns:a16="http://schemas.microsoft.com/office/drawing/2014/main" id="{3C260F94-76BC-A564-8189-E13CDEE339FE}"/>
                  </a:ext>
                </a:extLst>
              </p:cNvPr>
              <p:cNvPicPr/>
              <p:nvPr/>
            </p:nvPicPr>
            <p:blipFill>
              <a:blip r:embed="rId196"/>
              <a:stretch>
                <a:fillRect/>
              </a:stretch>
            </p:blipFill>
            <p:spPr>
              <a:xfrm>
                <a:off x="4691880" y="2068416"/>
                <a:ext cx="193680" cy="15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7">
            <p14:nvContentPartPr>
              <p14:cNvPr id="106" name="Ink 105">
                <a:extLst>
                  <a:ext uri="{FF2B5EF4-FFF2-40B4-BE49-F238E27FC236}">
                    <a16:creationId xmlns:a16="http://schemas.microsoft.com/office/drawing/2014/main" id="{5C5B5D01-766E-4A65-08B8-809E6116C3BE}"/>
                  </a:ext>
                </a:extLst>
              </p14:cNvPr>
              <p14:cNvContentPartPr/>
              <p14:nvPr/>
            </p14:nvContentPartPr>
            <p14:xfrm>
              <a:off x="4980240" y="2060136"/>
              <a:ext cx="180360" cy="135360"/>
            </p14:xfrm>
          </p:contentPart>
        </mc:Choice>
        <mc:Fallback xmlns="">
          <p:pic>
            <p:nvPicPr>
              <p:cNvPr id="106" name="Ink 105">
                <a:extLst>
                  <a:ext uri="{FF2B5EF4-FFF2-40B4-BE49-F238E27FC236}">
                    <a16:creationId xmlns:a16="http://schemas.microsoft.com/office/drawing/2014/main" id="{5C5B5D01-766E-4A65-08B8-809E6116C3BE}"/>
                  </a:ext>
                </a:extLst>
              </p:cNvPr>
              <p:cNvPicPr/>
              <p:nvPr/>
            </p:nvPicPr>
            <p:blipFill>
              <a:blip r:embed="rId198"/>
              <a:stretch>
                <a:fillRect/>
              </a:stretch>
            </p:blipFill>
            <p:spPr>
              <a:xfrm>
                <a:off x="4975920" y="2055816"/>
                <a:ext cx="189000" cy="14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9">
            <p14:nvContentPartPr>
              <p14:cNvPr id="107" name="Ink 106">
                <a:extLst>
                  <a:ext uri="{FF2B5EF4-FFF2-40B4-BE49-F238E27FC236}">
                    <a16:creationId xmlns:a16="http://schemas.microsoft.com/office/drawing/2014/main" id="{9B57DD7E-D920-A3CD-32BD-E69E7CC9D900}"/>
                  </a:ext>
                </a:extLst>
              </p14:cNvPr>
              <p14:cNvContentPartPr/>
              <p14:nvPr/>
            </p14:nvContentPartPr>
            <p14:xfrm>
              <a:off x="5228280" y="2098296"/>
              <a:ext cx="40680" cy="211680"/>
            </p14:xfrm>
          </p:contentPart>
        </mc:Choice>
        <mc:Fallback xmlns="">
          <p:pic>
            <p:nvPicPr>
              <p:cNvPr id="107" name="Ink 106">
                <a:extLst>
                  <a:ext uri="{FF2B5EF4-FFF2-40B4-BE49-F238E27FC236}">
                    <a16:creationId xmlns:a16="http://schemas.microsoft.com/office/drawing/2014/main" id="{9B57DD7E-D920-A3CD-32BD-E69E7CC9D900}"/>
                  </a:ext>
                </a:extLst>
              </p:cNvPr>
              <p:cNvPicPr/>
              <p:nvPr/>
            </p:nvPicPr>
            <p:blipFill>
              <a:blip r:embed="rId200"/>
              <a:stretch>
                <a:fillRect/>
              </a:stretch>
            </p:blipFill>
            <p:spPr>
              <a:xfrm>
                <a:off x="5223960" y="2093976"/>
                <a:ext cx="49320" cy="22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1">
            <p14:nvContentPartPr>
              <p14:cNvPr id="108" name="Ink 107">
                <a:extLst>
                  <a:ext uri="{FF2B5EF4-FFF2-40B4-BE49-F238E27FC236}">
                    <a16:creationId xmlns:a16="http://schemas.microsoft.com/office/drawing/2014/main" id="{C461AF51-135A-4599-85D8-B16CBC94B6EC}"/>
                  </a:ext>
                </a:extLst>
              </p14:cNvPr>
              <p14:cNvContentPartPr/>
              <p14:nvPr/>
            </p14:nvContentPartPr>
            <p14:xfrm>
              <a:off x="5255280" y="2033496"/>
              <a:ext cx="59400" cy="74520"/>
            </p14:xfrm>
          </p:contentPart>
        </mc:Choice>
        <mc:Fallback xmlns="">
          <p:pic>
            <p:nvPicPr>
              <p:cNvPr id="108" name="Ink 107">
                <a:extLst>
                  <a:ext uri="{FF2B5EF4-FFF2-40B4-BE49-F238E27FC236}">
                    <a16:creationId xmlns:a16="http://schemas.microsoft.com/office/drawing/2014/main" id="{C461AF51-135A-4599-85D8-B16CBC94B6EC}"/>
                  </a:ext>
                </a:extLst>
              </p:cNvPr>
              <p:cNvPicPr/>
              <p:nvPr/>
            </p:nvPicPr>
            <p:blipFill>
              <a:blip r:embed="rId202"/>
              <a:stretch>
                <a:fillRect/>
              </a:stretch>
            </p:blipFill>
            <p:spPr>
              <a:xfrm>
                <a:off x="5250960" y="2029176"/>
                <a:ext cx="68040" cy="8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3">
            <p14:nvContentPartPr>
              <p14:cNvPr id="109" name="Ink 108">
                <a:extLst>
                  <a:ext uri="{FF2B5EF4-FFF2-40B4-BE49-F238E27FC236}">
                    <a16:creationId xmlns:a16="http://schemas.microsoft.com/office/drawing/2014/main" id="{5A3C3BB1-133D-02BF-793F-338FF305D84D}"/>
                  </a:ext>
                </a:extLst>
              </p14:cNvPr>
              <p14:cNvContentPartPr/>
              <p14:nvPr/>
            </p14:nvContentPartPr>
            <p14:xfrm>
              <a:off x="5909040" y="1927296"/>
              <a:ext cx="5040" cy="11880"/>
            </p14:xfrm>
          </p:contentPart>
        </mc:Choice>
        <mc:Fallback xmlns="">
          <p:pic>
            <p:nvPicPr>
              <p:cNvPr id="109" name="Ink 108">
                <a:extLst>
                  <a:ext uri="{FF2B5EF4-FFF2-40B4-BE49-F238E27FC236}">
                    <a16:creationId xmlns:a16="http://schemas.microsoft.com/office/drawing/2014/main" id="{5A3C3BB1-133D-02BF-793F-338FF305D84D}"/>
                  </a:ext>
                </a:extLst>
              </p:cNvPr>
              <p:cNvPicPr/>
              <p:nvPr/>
            </p:nvPicPr>
            <p:blipFill>
              <a:blip r:embed="rId204"/>
              <a:stretch>
                <a:fillRect/>
              </a:stretch>
            </p:blipFill>
            <p:spPr>
              <a:xfrm>
                <a:off x="5904720" y="1922976"/>
                <a:ext cx="13680" cy="2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5">
            <p14:nvContentPartPr>
              <p14:cNvPr id="110" name="Ink 109">
                <a:extLst>
                  <a:ext uri="{FF2B5EF4-FFF2-40B4-BE49-F238E27FC236}">
                    <a16:creationId xmlns:a16="http://schemas.microsoft.com/office/drawing/2014/main" id="{4EDDAFD8-9F28-AD82-FCA8-636AEE64D782}"/>
                  </a:ext>
                </a:extLst>
              </p14:cNvPr>
              <p14:cNvContentPartPr/>
              <p14:nvPr/>
            </p14:nvContentPartPr>
            <p14:xfrm>
              <a:off x="5895000" y="1927296"/>
              <a:ext cx="19080" cy="20520"/>
            </p14:xfrm>
          </p:contentPart>
        </mc:Choice>
        <mc:Fallback xmlns="">
          <p:pic>
            <p:nvPicPr>
              <p:cNvPr id="110" name="Ink 109">
                <a:extLst>
                  <a:ext uri="{FF2B5EF4-FFF2-40B4-BE49-F238E27FC236}">
                    <a16:creationId xmlns:a16="http://schemas.microsoft.com/office/drawing/2014/main" id="{4EDDAFD8-9F28-AD82-FCA8-636AEE64D782}"/>
                  </a:ext>
                </a:extLst>
              </p:cNvPr>
              <p:cNvPicPr/>
              <p:nvPr/>
            </p:nvPicPr>
            <p:blipFill>
              <a:blip r:embed="rId206"/>
              <a:stretch>
                <a:fillRect/>
              </a:stretch>
            </p:blipFill>
            <p:spPr>
              <a:xfrm>
                <a:off x="5890680" y="1922976"/>
                <a:ext cx="27720" cy="2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7">
            <p14:nvContentPartPr>
              <p14:cNvPr id="111" name="Ink 110">
                <a:extLst>
                  <a:ext uri="{FF2B5EF4-FFF2-40B4-BE49-F238E27FC236}">
                    <a16:creationId xmlns:a16="http://schemas.microsoft.com/office/drawing/2014/main" id="{470499E4-D8A1-65CB-D503-79A84925883A}"/>
                  </a:ext>
                </a:extLst>
              </p14:cNvPr>
              <p14:cNvContentPartPr/>
              <p14:nvPr/>
            </p14:nvContentPartPr>
            <p14:xfrm>
              <a:off x="5642640" y="1798056"/>
              <a:ext cx="361440" cy="484560"/>
            </p14:xfrm>
          </p:contentPart>
        </mc:Choice>
        <mc:Fallback xmlns="">
          <p:pic>
            <p:nvPicPr>
              <p:cNvPr id="111" name="Ink 110">
                <a:extLst>
                  <a:ext uri="{FF2B5EF4-FFF2-40B4-BE49-F238E27FC236}">
                    <a16:creationId xmlns:a16="http://schemas.microsoft.com/office/drawing/2014/main" id="{470499E4-D8A1-65CB-D503-79A84925883A}"/>
                  </a:ext>
                </a:extLst>
              </p:cNvPr>
              <p:cNvPicPr/>
              <p:nvPr/>
            </p:nvPicPr>
            <p:blipFill>
              <a:blip r:embed="rId208"/>
              <a:stretch>
                <a:fillRect/>
              </a:stretch>
            </p:blipFill>
            <p:spPr>
              <a:xfrm>
                <a:off x="5638320" y="1793736"/>
                <a:ext cx="370080" cy="49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9">
            <p14:nvContentPartPr>
              <p14:cNvPr id="112" name="Ink 111">
                <a:extLst>
                  <a:ext uri="{FF2B5EF4-FFF2-40B4-BE49-F238E27FC236}">
                    <a16:creationId xmlns:a16="http://schemas.microsoft.com/office/drawing/2014/main" id="{0837A7A8-98C4-597C-7099-23C0B030363B}"/>
                  </a:ext>
                </a:extLst>
              </p14:cNvPr>
              <p14:cNvContentPartPr/>
              <p14:nvPr/>
            </p14:nvContentPartPr>
            <p14:xfrm>
              <a:off x="6008040" y="1985256"/>
              <a:ext cx="203760" cy="115920"/>
            </p14:xfrm>
          </p:contentPart>
        </mc:Choice>
        <mc:Fallback xmlns="">
          <p:pic>
            <p:nvPicPr>
              <p:cNvPr id="112" name="Ink 111">
                <a:extLst>
                  <a:ext uri="{FF2B5EF4-FFF2-40B4-BE49-F238E27FC236}">
                    <a16:creationId xmlns:a16="http://schemas.microsoft.com/office/drawing/2014/main" id="{0837A7A8-98C4-597C-7099-23C0B030363B}"/>
                  </a:ext>
                </a:extLst>
              </p:cNvPr>
              <p:cNvPicPr/>
              <p:nvPr/>
            </p:nvPicPr>
            <p:blipFill>
              <a:blip r:embed="rId210"/>
              <a:stretch>
                <a:fillRect/>
              </a:stretch>
            </p:blipFill>
            <p:spPr>
              <a:xfrm>
                <a:off x="6003720" y="1980936"/>
                <a:ext cx="212400" cy="12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1">
            <p14:nvContentPartPr>
              <p14:cNvPr id="113" name="Ink 112">
                <a:extLst>
                  <a:ext uri="{FF2B5EF4-FFF2-40B4-BE49-F238E27FC236}">
                    <a16:creationId xmlns:a16="http://schemas.microsoft.com/office/drawing/2014/main" id="{5D650A77-3110-30A9-9F00-8A433FBAB730}"/>
                  </a:ext>
                </a:extLst>
              </p14:cNvPr>
              <p14:cNvContentPartPr/>
              <p14:nvPr/>
            </p14:nvContentPartPr>
            <p14:xfrm>
              <a:off x="6268320" y="1829376"/>
              <a:ext cx="213840" cy="289080"/>
            </p14:xfrm>
          </p:contentPart>
        </mc:Choice>
        <mc:Fallback xmlns="">
          <p:pic>
            <p:nvPicPr>
              <p:cNvPr id="113" name="Ink 112">
                <a:extLst>
                  <a:ext uri="{FF2B5EF4-FFF2-40B4-BE49-F238E27FC236}">
                    <a16:creationId xmlns:a16="http://schemas.microsoft.com/office/drawing/2014/main" id="{5D650A77-3110-30A9-9F00-8A433FBAB730}"/>
                  </a:ext>
                </a:extLst>
              </p:cNvPr>
              <p:cNvPicPr/>
              <p:nvPr/>
            </p:nvPicPr>
            <p:blipFill>
              <a:blip r:embed="rId212"/>
              <a:stretch>
                <a:fillRect/>
              </a:stretch>
            </p:blipFill>
            <p:spPr>
              <a:xfrm>
                <a:off x="6264000" y="1825056"/>
                <a:ext cx="222480" cy="29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3">
            <p14:nvContentPartPr>
              <p14:cNvPr id="114" name="Ink 113">
                <a:extLst>
                  <a:ext uri="{FF2B5EF4-FFF2-40B4-BE49-F238E27FC236}">
                    <a16:creationId xmlns:a16="http://schemas.microsoft.com/office/drawing/2014/main" id="{0D565E42-E1C0-20EC-E6E7-97D5B8EBF959}"/>
                  </a:ext>
                </a:extLst>
              </p14:cNvPr>
              <p14:cNvContentPartPr/>
              <p14:nvPr/>
            </p14:nvContentPartPr>
            <p14:xfrm>
              <a:off x="6512040" y="1917936"/>
              <a:ext cx="104040" cy="123840"/>
            </p14:xfrm>
          </p:contentPart>
        </mc:Choice>
        <mc:Fallback xmlns="">
          <p:pic>
            <p:nvPicPr>
              <p:cNvPr id="114" name="Ink 113">
                <a:extLst>
                  <a:ext uri="{FF2B5EF4-FFF2-40B4-BE49-F238E27FC236}">
                    <a16:creationId xmlns:a16="http://schemas.microsoft.com/office/drawing/2014/main" id="{0D565E42-E1C0-20EC-E6E7-97D5B8EBF959}"/>
                  </a:ext>
                </a:extLst>
              </p:cNvPr>
              <p:cNvPicPr/>
              <p:nvPr/>
            </p:nvPicPr>
            <p:blipFill>
              <a:blip r:embed="rId214"/>
              <a:stretch>
                <a:fillRect/>
              </a:stretch>
            </p:blipFill>
            <p:spPr>
              <a:xfrm>
                <a:off x="6507720" y="1913616"/>
                <a:ext cx="112680" cy="13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5">
            <p14:nvContentPartPr>
              <p14:cNvPr id="115" name="Ink 114">
                <a:extLst>
                  <a:ext uri="{FF2B5EF4-FFF2-40B4-BE49-F238E27FC236}">
                    <a16:creationId xmlns:a16="http://schemas.microsoft.com/office/drawing/2014/main" id="{BB463141-9371-8DC0-66D6-5D1D2D648C98}"/>
                  </a:ext>
                </a:extLst>
              </p14:cNvPr>
              <p14:cNvContentPartPr/>
              <p14:nvPr/>
            </p14:nvContentPartPr>
            <p14:xfrm>
              <a:off x="6734880" y="1809576"/>
              <a:ext cx="147960" cy="283320"/>
            </p14:xfrm>
          </p:contentPart>
        </mc:Choice>
        <mc:Fallback xmlns="">
          <p:pic>
            <p:nvPicPr>
              <p:cNvPr id="115" name="Ink 114">
                <a:extLst>
                  <a:ext uri="{FF2B5EF4-FFF2-40B4-BE49-F238E27FC236}">
                    <a16:creationId xmlns:a16="http://schemas.microsoft.com/office/drawing/2014/main" id="{BB463141-9371-8DC0-66D6-5D1D2D648C98}"/>
                  </a:ext>
                </a:extLst>
              </p:cNvPr>
              <p:cNvPicPr/>
              <p:nvPr/>
            </p:nvPicPr>
            <p:blipFill>
              <a:blip r:embed="rId216"/>
              <a:stretch>
                <a:fillRect/>
              </a:stretch>
            </p:blipFill>
            <p:spPr>
              <a:xfrm>
                <a:off x="6730560" y="1805256"/>
                <a:ext cx="156600" cy="29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7">
            <p14:nvContentPartPr>
              <p14:cNvPr id="116" name="Ink 115">
                <a:extLst>
                  <a:ext uri="{FF2B5EF4-FFF2-40B4-BE49-F238E27FC236}">
                    <a16:creationId xmlns:a16="http://schemas.microsoft.com/office/drawing/2014/main" id="{4042BE45-8A09-52FA-F4C0-225DC48E579A}"/>
                  </a:ext>
                </a:extLst>
              </p14:cNvPr>
              <p14:cNvContentPartPr/>
              <p14:nvPr/>
            </p14:nvContentPartPr>
            <p14:xfrm>
              <a:off x="7072200" y="1768176"/>
              <a:ext cx="163080" cy="36360"/>
            </p14:xfrm>
          </p:contentPart>
        </mc:Choice>
        <mc:Fallback xmlns="">
          <p:pic>
            <p:nvPicPr>
              <p:cNvPr id="116" name="Ink 115">
                <a:extLst>
                  <a:ext uri="{FF2B5EF4-FFF2-40B4-BE49-F238E27FC236}">
                    <a16:creationId xmlns:a16="http://schemas.microsoft.com/office/drawing/2014/main" id="{4042BE45-8A09-52FA-F4C0-225DC48E579A}"/>
                  </a:ext>
                </a:extLst>
              </p:cNvPr>
              <p:cNvPicPr/>
              <p:nvPr/>
            </p:nvPicPr>
            <p:blipFill>
              <a:blip r:embed="rId218"/>
              <a:stretch>
                <a:fillRect/>
              </a:stretch>
            </p:blipFill>
            <p:spPr>
              <a:xfrm>
                <a:off x="7067880" y="1763856"/>
                <a:ext cx="171720" cy="4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9">
            <p14:nvContentPartPr>
              <p14:cNvPr id="117" name="Ink 116">
                <a:extLst>
                  <a:ext uri="{FF2B5EF4-FFF2-40B4-BE49-F238E27FC236}">
                    <a16:creationId xmlns:a16="http://schemas.microsoft.com/office/drawing/2014/main" id="{20CB1CC6-1B13-3E94-33D2-7EA2DC4CEB19}"/>
                  </a:ext>
                </a:extLst>
              </p14:cNvPr>
              <p14:cNvContentPartPr/>
              <p14:nvPr/>
            </p14:nvContentPartPr>
            <p14:xfrm>
              <a:off x="7096320" y="1705896"/>
              <a:ext cx="140760" cy="97200"/>
            </p14:xfrm>
          </p:contentPart>
        </mc:Choice>
        <mc:Fallback xmlns="">
          <p:pic>
            <p:nvPicPr>
              <p:cNvPr id="117" name="Ink 116">
                <a:extLst>
                  <a:ext uri="{FF2B5EF4-FFF2-40B4-BE49-F238E27FC236}">
                    <a16:creationId xmlns:a16="http://schemas.microsoft.com/office/drawing/2014/main" id="{20CB1CC6-1B13-3E94-33D2-7EA2DC4CEB19}"/>
                  </a:ext>
                </a:extLst>
              </p:cNvPr>
              <p:cNvPicPr/>
              <p:nvPr/>
            </p:nvPicPr>
            <p:blipFill>
              <a:blip r:embed="rId220"/>
              <a:stretch>
                <a:fillRect/>
              </a:stretch>
            </p:blipFill>
            <p:spPr>
              <a:xfrm>
                <a:off x="7092000" y="1701576"/>
                <a:ext cx="149400" cy="10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1">
            <p14:nvContentPartPr>
              <p14:cNvPr id="118" name="Ink 117">
                <a:extLst>
                  <a:ext uri="{FF2B5EF4-FFF2-40B4-BE49-F238E27FC236}">
                    <a16:creationId xmlns:a16="http://schemas.microsoft.com/office/drawing/2014/main" id="{1348D5A1-B9D1-CB2A-7491-9C8657BA7EA6}"/>
                  </a:ext>
                </a:extLst>
              </p14:cNvPr>
              <p14:cNvContentPartPr/>
              <p14:nvPr/>
            </p14:nvContentPartPr>
            <p14:xfrm>
              <a:off x="7318080" y="1901736"/>
              <a:ext cx="222120" cy="101880"/>
            </p14:xfrm>
          </p:contentPart>
        </mc:Choice>
        <mc:Fallback xmlns="">
          <p:pic>
            <p:nvPicPr>
              <p:cNvPr id="118" name="Ink 117">
                <a:extLst>
                  <a:ext uri="{FF2B5EF4-FFF2-40B4-BE49-F238E27FC236}">
                    <a16:creationId xmlns:a16="http://schemas.microsoft.com/office/drawing/2014/main" id="{1348D5A1-B9D1-CB2A-7491-9C8657BA7EA6}"/>
                  </a:ext>
                </a:extLst>
              </p:cNvPr>
              <p:cNvPicPr/>
              <p:nvPr/>
            </p:nvPicPr>
            <p:blipFill>
              <a:blip r:embed="rId222"/>
              <a:stretch>
                <a:fillRect/>
              </a:stretch>
            </p:blipFill>
            <p:spPr>
              <a:xfrm>
                <a:off x="7313760" y="1897416"/>
                <a:ext cx="230760" cy="11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3">
            <p14:nvContentPartPr>
              <p14:cNvPr id="119" name="Ink 118">
                <a:extLst>
                  <a:ext uri="{FF2B5EF4-FFF2-40B4-BE49-F238E27FC236}">
                    <a16:creationId xmlns:a16="http://schemas.microsoft.com/office/drawing/2014/main" id="{8DDCB9D0-BF14-11B6-332E-9E9585E641DC}"/>
                  </a:ext>
                </a:extLst>
              </p14:cNvPr>
              <p14:cNvContentPartPr/>
              <p14:nvPr/>
            </p14:nvContentPartPr>
            <p14:xfrm>
              <a:off x="7750080" y="1620216"/>
              <a:ext cx="219960" cy="413280"/>
            </p14:xfrm>
          </p:contentPart>
        </mc:Choice>
        <mc:Fallback xmlns="">
          <p:pic>
            <p:nvPicPr>
              <p:cNvPr id="119" name="Ink 118">
                <a:extLst>
                  <a:ext uri="{FF2B5EF4-FFF2-40B4-BE49-F238E27FC236}">
                    <a16:creationId xmlns:a16="http://schemas.microsoft.com/office/drawing/2014/main" id="{8DDCB9D0-BF14-11B6-332E-9E9585E641DC}"/>
                  </a:ext>
                </a:extLst>
              </p:cNvPr>
              <p:cNvPicPr/>
              <p:nvPr/>
            </p:nvPicPr>
            <p:blipFill>
              <a:blip r:embed="rId224"/>
              <a:stretch>
                <a:fillRect/>
              </a:stretch>
            </p:blipFill>
            <p:spPr>
              <a:xfrm>
                <a:off x="7745760" y="1615896"/>
                <a:ext cx="228600" cy="42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5">
            <p14:nvContentPartPr>
              <p14:cNvPr id="120" name="Ink 119">
                <a:extLst>
                  <a:ext uri="{FF2B5EF4-FFF2-40B4-BE49-F238E27FC236}">
                    <a16:creationId xmlns:a16="http://schemas.microsoft.com/office/drawing/2014/main" id="{DF5A80D4-B12F-B482-5B79-92772EA70F09}"/>
                  </a:ext>
                </a:extLst>
              </p14:cNvPr>
              <p14:cNvContentPartPr/>
              <p14:nvPr/>
            </p14:nvContentPartPr>
            <p14:xfrm>
              <a:off x="8036280" y="1831536"/>
              <a:ext cx="110520" cy="144720"/>
            </p14:xfrm>
          </p:contentPart>
        </mc:Choice>
        <mc:Fallback xmlns="">
          <p:pic>
            <p:nvPicPr>
              <p:cNvPr id="120" name="Ink 119">
                <a:extLst>
                  <a:ext uri="{FF2B5EF4-FFF2-40B4-BE49-F238E27FC236}">
                    <a16:creationId xmlns:a16="http://schemas.microsoft.com/office/drawing/2014/main" id="{DF5A80D4-B12F-B482-5B79-92772EA70F09}"/>
                  </a:ext>
                </a:extLst>
              </p:cNvPr>
              <p:cNvPicPr/>
              <p:nvPr/>
            </p:nvPicPr>
            <p:blipFill>
              <a:blip r:embed="rId226"/>
              <a:stretch>
                <a:fillRect/>
              </a:stretch>
            </p:blipFill>
            <p:spPr>
              <a:xfrm>
                <a:off x="8031960" y="1827216"/>
                <a:ext cx="119160" cy="15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7">
            <p14:nvContentPartPr>
              <p14:cNvPr id="121" name="Ink 120">
                <a:extLst>
                  <a:ext uri="{FF2B5EF4-FFF2-40B4-BE49-F238E27FC236}">
                    <a16:creationId xmlns:a16="http://schemas.microsoft.com/office/drawing/2014/main" id="{1225778D-7EA0-3215-AB06-95A3F0685DC1}"/>
                  </a:ext>
                </a:extLst>
              </p14:cNvPr>
              <p14:cNvContentPartPr/>
              <p14:nvPr/>
            </p14:nvContentPartPr>
            <p14:xfrm>
              <a:off x="8121960" y="1769256"/>
              <a:ext cx="138960" cy="16560"/>
            </p14:xfrm>
          </p:contentPart>
        </mc:Choice>
        <mc:Fallback xmlns="">
          <p:pic>
            <p:nvPicPr>
              <p:cNvPr id="121" name="Ink 120">
                <a:extLst>
                  <a:ext uri="{FF2B5EF4-FFF2-40B4-BE49-F238E27FC236}">
                    <a16:creationId xmlns:a16="http://schemas.microsoft.com/office/drawing/2014/main" id="{1225778D-7EA0-3215-AB06-95A3F0685DC1}"/>
                  </a:ext>
                </a:extLst>
              </p:cNvPr>
              <p:cNvPicPr/>
              <p:nvPr/>
            </p:nvPicPr>
            <p:blipFill>
              <a:blip r:embed="rId228"/>
              <a:stretch>
                <a:fillRect/>
              </a:stretch>
            </p:blipFill>
            <p:spPr>
              <a:xfrm>
                <a:off x="8117640" y="1764936"/>
                <a:ext cx="147600" cy="2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9">
            <p14:nvContentPartPr>
              <p14:cNvPr id="122" name="Ink 121">
                <a:extLst>
                  <a:ext uri="{FF2B5EF4-FFF2-40B4-BE49-F238E27FC236}">
                    <a16:creationId xmlns:a16="http://schemas.microsoft.com/office/drawing/2014/main" id="{033E58B4-7021-A979-EBDA-09BC573391C8}"/>
                  </a:ext>
                </a:extLst>
              </p14:cNvPr>
              <p14:cNvContentPartPr/>
              <p14:nvPr/>
            </p14:nvContentPartPr>
            <p14:xfrm>
              <a:off x="8004960" y="1755216"/>
              <a:ext cx="277920" cy="318600"/>
            </p14:xfrm>
          </p:contentPart>
        </mc:Choice>
        <mc:Fallback xmlns="">
          <p:pic>
            <p:nvPicPr>
              <p:cNvPr id="122" name="Ink 121">
                <a:extLst>
                  <a:ext uri="{FF2B5EF4-FFF2-40B4-BE49-F238E27FC236}">
                    <a16:creationId xmlns:a16="http://schemas.microsoft.com/office/drawing/2014/main" id="{033E58B4-7021-A979-EBDA-09BC573391C8}"/>
                  </a:ext>
                </a:extLst>
              </p:cNvPr>
              <p:cNvPicPr/>
              <p:nvPr/>
            </p:nvPicPr>
            <p:blipFill>
              <a:blip r:embed="rId230"/>
              <a:stretch>
                <a:fillRect/>
              </a:stretch>
            </p:blipFill>
            <p:spPr>
              <a:xfrm>
                <a:off x="8000640" y="1750896"/>
                <a:ext cx="286560" cy="32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1">
            <p14:nvContentPartPr>
              <p14:cNvPr id="123" name="Ink 122">
                <a:extLst>
                  <a:ext uri="{FF2B5EF4-FFF2-40B4-BE49-F238E27FC236}">
                    <a16:creationId xmlns:a16="http://schemas.microsoft.com/office/drawing/2014/main" id="{816284D3-7C09-0CDB-0F75-AE254CFCAC40}"/>
                  </a:ext>
                </a:extLst>
              </p14:cNvPr>
              <p14:cNvContentPartPr/>
              <p14:nvPr/>
            </p14:nvContentPartPr>
            <p14:xfrm>
              <a:off x="8332200" y="1796616"/>
              <a:ext cx="176040" cy="102240"/>
            </p14:xfrm>
          </p:contentPart>
        </mc:Choice>
        <mc:Fallback xmlns="">
          <p:pic>
            <p:nvPicPr>
              <p:cNvPr id="123" name="Ink 122">
                <a:extLst>
                  <a:ext uri="{FF2B5EF4-FFF2-40B4-BE49-F238E27FC236}">
                    <a16:creationId xmlns:a16="http://schemas.microsoft.com/office/drawing/2014/main" id="{816284D3-7C09-0CDB-0F75-AE254CFCAC40}"/>
                  </a:ext>
                </a:extLst>
              </p:cNvPr>
              <p:cNvPicPr/>
              <p:nvPr/>
            </p:nvPicPr>
            <p:blipFill>
              <a:blip r:embed="rId232"/>
              <a:stretch>
                <a:fillRect/>
              </a:stretch>
            </p:blipFill>
            <p:spPr>
              <a:xfrm>
                <a:off x="8327880" y="1792296"/>
                <a:ext cx="184680" cy="11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3">
            <p14:nvContentPartPr>
              <p14:cNvPr id="124" name="Ink 123">
                <a:extLst>
                  <a:ext uri="{FF2B5EF4-FFF2-40B4-BE49-F238E27FC236}">
                    <a16:creationId xmlns:a16="http://schemas.microsoft.com/office/drawing/2014/main" id="{B6C2392A-3397-D5AA-9A0D-4FFA342D58F5}"/>
                  </a:ext>
                </a:extLst>
              </p14:cNvPr>
              <p14:cNvContentPartPr/>
              <p14:nvPr/>
            </p14:nvContentPartPr>
            <p14:xfrm>
              <a:off x="8653320" y="1831536"/>
              <a:ext cx="120600" cy="15480"/>
            </p14:xfrm>
          </p:contentPart>
        </mc:Choice>
        <mc:Fallback xmlns="">
          <p:pic>
            <p:nvPicPr>
              <p:cNvPr id="124" name="Ink 123">
                <a:extLst>
                  <a:ext uri="{FF2B5EF4-FFF2-40B4-BE49-F238E27FC236}">
                    <a16:creationId xmlns:a16="http://schemas.microsoft.com/office/drawing/2014/main" id="{B6C2392A-3397-D5AA-9A0D-4FFA342D58F5}"/>
                  </a:ext>
                </a:extLst>
              </p:cNvPr>
              <p:cNvPicPr/>
              <p:nvPr/>
            </p:nvPicPr>
            <p:blipFill>
              <a:blip r:embed="rId234"/>
              <a:stretch>
                <a:fillRect/>
              </a:stretch>
            </p:blipFill>
            <p:spPr>
              <a:xfrm>
                <a:off x="8649000" y="1827216"/>
                <a:ext cx="129240" cy="2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5">
            <p14:nvContentPartPr>
              <p14:cNvPr id="125" name="Ink 124">
                <a:extLst>
                  <a:ext uri="{FF2B5EF4-FFF2-40B4-BE49-F238E27FC236}">
                    <a16:creationId xmlns:a16="http://schemas.microsoft.com/office/drawing/2014/main" id="{349A95A6-8B75-49F4-D7F9-6470EEAE291C}"/>
                  </a:ext>
                </a:extLst>
              </p14:cNvPr>
              <p14:cNvContentPartPr/>
              <p14:nvPr/>
            </p14:nvContentPartPr>
            <p14:xfrm>
              <a:off x="8909640" y="1734336"/>
              <a:ext cx="37440" cy="131400"/>
            </p14:xfrm>
          </p:contentPart>
        </mc:Choice>
        <mc:Fallback xmlns="">
          <p:pic>
            <p:nvPicPr>
              <p:cNvPr id="125" name="Ink 124">
                <a:extLst>
                  <a:ext uri="{FF2B5EF4-FFF2-40B4-BE49-F238E27FC236}">
                    <a16:creationId xmlns:a16="http://schemas.microsoft.com/office/drawing/2014/main" id="{349A95A6-8B75-49F4-D7F9-6470EEAE291C}"/>
                  </a:ext>
                </a:extLst>
              </p:cNvPr>
              <p:cNvPicPr/>
              <p:nvPr/>
            </p:nvPicPr>
            <p:blipFill>
              <a:blip r:embed="rId236"/>
              <a:stretch>
                <a:fillRect/>
              </a:stretch>
            </p:blipFill>
            <p:spPr>
              <a:xfrm>
                <a:off x="8905320" y="1730016"/>
                <a:ext cx="46080" cy="14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7">
            <p14:nvContentPartPr>
              <p14:cNvPr id="126" name="Ink 125">
                <a:extLst>
                  <a:ext uri="{FF2B5EF4-FFF2-40B4-BE49-F238E27FC236}">
                    <a16:creationId xmlns:a16="http://schemas.microsoft.com/office/drawing/2014/main" id="{F71D272B-FD97-6689-C3BC-3711CF6DB682}"/>
                  </a:ext>
                </a:extLst>
              </p14:cNvPr>
              <p14:cNvContentPartPr/>
              <p14:nvPr/>
            </p14:nvContentPartPr>
            <p14:xfrm>
              <a:off x="9013320" y="1528776"/>
              <a:ext cx="257400" cy="375480"/>
            </p14:xfrm>
          </p:contentPart>
        </mc:Choice>
        <mc:Fallback xmlns="">
          <p:pic>
            <p:nvPicPr>
              <p:cNvPr id="126" name="Ink 125">
                <a:extLst>
                  <a:ext uri="{FF2B5EF4-FFF2-40B4-BE49-F238E27FC236}">
                    <a16:creationId xmlns:a16="http://schemas.microsoft.com/office/drawing/2014/main" id="{F71D272B-FD97-6689-C3BC-3711CF6DB682}"/>
                  </a:ext>
                </a:extLst>
              </p:cNvPr>
              <p:cNvPicPr/>
              <p:nvPr/>
            </p:nvPicPr>
            <p:blipFill>
              <a:blip r:embed="rId238"/>
              <a:stretch>
                <a:fillRect/>
              </a:stretch>
            </p:blipFill>
            <p:spPr>
              <a:xfrm>
                <a:off x="9009000" y="1524456"/>
                <a:ext cx="266040" cy="38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9">
            <p14:nvContentPartPr>
              <p14:cNvPr id="127" name="Ink 126">
                <a:extLst>
                  <a:ext uri="{FF2B5EF4-FFF2-40B4-BE49-F238E27FC236}">
                    <a16:creationId xmlns:a16="http://schemas.microsoft.com/office/drawing/2014/main" id="{8973487F-25E4-6F1A-7733-09509CFB3479}"/>
                  </a:ext>
                </a:extLst>
              </p14:cNvPr>
              <p14:cNvContentPartPr/>
              <p14:nvPr/>
            </p14:nvContentPartPr>
            <p14:xfrm>
              <a:off x="9351360" y="1385496"/>
              <a:ext cx="295200" cy="740520"/>
            </p14:xfrm>
          </p:contentPart>
        </mc:Choice>
        <mc:Fallback xmlns="">
          <p:pic>
            <p:nvPicPr>
              <p:cNvPr id="127" name="Ink 126">
                <a:extLst>
                  <a:ext uri="{FF2B5EF4-FFF2-40B4-BE49-F238E27FC236}">
                    <a16:creationId xmlns:a16="http://schemas.microsoft.com/office/drawing/2014/main" id="{8973487F-25E4-6F1A-7733-09509CFB3479}"/>
                  </a:ext>
                </a:extLst>
              </p:cNvPr>
              <p:cNvPicPr/>
              <p:nvPr/>
            </p:nvPicPr>
            <p:blipFill>
              <a:blip r:embed="rId240"/>
              <a:stretch>
                <a:fillRect/>
              </a:stretch>
            </p:blipFill>
            <p:spPr>
              <a:xfrm>
                <a:off x="9347040" y="1381176"/>
                <a:ext cx="303840" cy="74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1">
            <p14:nvContentPartPr>
              <p14:cNvPr id="128" name="Ink 127">
                <a:extLst>
                  <a:ext uri="{FF2B5EF4-FFF2-40B4-BE49-F238E27FC236}">
                    <a16:creationId xmlns:a16="http://schemas.microsoft.com/office/drawing/2014/main" id="{564326DD-953D-A531-2016-A3892C221435}"/>
                  </a:ext>
                </a:extLst>
              </p14:cNvPr>
              <p14:cNvContentPartPr/>
              <p14:nvPr/>
            </p14:nvContentPartPr>
            <p14:xfrm>
              <a:off x="4839480" y="2905416"/>
              <a:ext cx="256680" cy="156960"/>
            </p14:xfrm>
          </p:contentPart>
        </mc:Choice>
        <mc:Fallback xmlns="">
          <p:pic>
            <p:nvPicPr>
              <p:cNvPr id="128" name="Ink 127">
                <a:extLst>
                  <a:ext uri="{FF2B5EF4-FFF2-40B4-BE49-F238E27FC236}">
                    <a16:creationId xmlns:a16="http://schemas.microsoft.com/office/drawing/2014/main" id="{564326DD-953D-A531-2016-A3892C221435}"/>
                  </a:ext>
                </a:extLst>
              </p:cNvPr>
              <p:cNvPicPr/>
              <p:nvPr/>
            </p:nvPicPr>
            <p:blipFill>
              <a:blip r:embed="rId242"/>
              <a:stretch>
                <a:fillRect/>
              </a:stretch>
            </p:blipFill>
            <p:spPr>
              <a:xfrm>
                <a:off x="4835160" y="2901096"/>
                <a:ext cx="265320" cy="16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3">
            <p14:nvContentPartPr>
              <p14:cNvPr id="129" name="Ink 128">
                <a:extLst>
                  <a:ext uri="{FF2B5EF4-FFF2-40B4-BE49-F238E27FC236}">
                    <a16:creationId xmlns:a16="http://schemas.microsoft.com/office/drawing/2014/main" id="{32C59609-13BC-BDD9-0427-02FEBC5C2B3D}"/>
                  </a:ext>
                </a:extLst>
              </p14:cNvPr>
              <p14:cNvContentPartPr/>
              <p14:nvPr/>
            </p14:nvContentPartPr>
            <p14:xfrm>
              <a:off x="5206680" y="2926656"/>
              <a:ext cx="123480" cy="27720"/>
            </p14:xfrm>
          </p:contentPart>
        </mc:Choice>
        <mc:Fallback xmlns="">
          <p:pic>
            <p:nvPicPr>
              <p:cNvPr id="129" name="Ink 128">
                <a:extLst>
                  <a:ext uri="{FF2B5EF4-FFF2-40B4-BE49-F238E27FC236}">
                    <a16:creationId xmlns:a16="http://schemas.microsoft.com/office/drawing/2014/main" id="{32C59609-13BC-BDD9-0427-02FEBC5C2B3D}"/>
                  </a:ext>
                </a:extLst>
              </p:cNvPr>
              <p:cNvPicPr/>
              <p:nvPr/>
            </p:nvPicPr>
            <p:blipFill>
              <a:blip r:embed="rId244"/>
              <a:stretch>
                <a:fillRect/>
              </a:stretch>
            </p:blipFill>
            <p:spPr>
              <a:xfrm>
                <a:off x="5202360" y="2922336"/>
                <a:ext cx="132120" cy="3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5">
            <p14:nvContentPartPr>
              <p14:cNvPr id="130" name="Ink 129">
                <a:extLst>
                  <a:ext uri="{FF2B5EF4-FFF2-40B4-BE49-F238E27FC236}">
                    <a16:creationId xmlns:a16="http://schemas.microsoft.com/office/drawing/2014/main" id="{B08E1762-67F8-88D7-00D2-547CA087D777}"/>
                  </a:ext>
                </a:extLst>
              </p14:cNvPr>
              <p14:cNvContentPartPr/>
              <p14:nvPr/>
            </p14:nvContentPartPr>
            <p14:xfrm>
              <a:off x="5423760" y="2907936"/>
              <a:ext cx="145440" cy="59400"/>
            </p14:xfrm>
          </p:contentPart>
        </mc:Choice>
        <mc:Fallback xmlns="">
          <p:pic>
            <p:nvPicPr>
              <p:cNvPr id="130" name="Ink 129">
                <a:extLst>
                  <a:ext uri="{FF2B5EF4-FFF2-40B4-BE49-F238E27FC236}">
                    <a16:creationId xmlns:a16="http://schemas.microsoft.com/office/drawing/2014/main" id="{B08E1762-67F8-88D7-00D2-547CA087D777}"/>
                  </a:ext>
                </a:extLst>
              </p:cNvPr>
              <p:cNvPicPr/>
              <p:nvPr/>
            </p:nvPicPr>
            <p:blipFill>
              <a:blip r:embed="rId246"/>
              <a:stretch>
                <a:fillRect/>
              </a:stretch>
            </p:blipFill>
            <p:spPr>
              <a:xfrm>
                <a:off x="5419440" y="2903616"/>
                <a:ext cx="154080" cy="6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7">
            <p14:nvContentPartPr>
              <p14:cNvPr id="131" name="Ink 130">
                <a:extLst>
                  <a:ext uri="{FF2B5EF4-FFF2-40B4-BE49-F238E27FC236}">
                    <a16:creationId xmlns:a16="http://schemas.microsoft.com/office/drawing/2014/main" id="{E95F9A13-F88C-BA37-BC67-82CA966DF04C}"/>
                  </a:ext>
                </a:extLst>
              </p14:cNvPr>
              <p14:cNvContentPartPr/>
              <p14:nvPr/>
            </p14:nvContentPartPr>
            <p14:xfrm>
              <a:off x="4830120" y="5327496"/>
              <a:ext cx="11880" cy="16560"/>
            </p14:xfrm>
          </p:contentPart>
        </mc:Choice>
        <mc:Fallback xmlns="">
          <p:pic>
            <p:nvPicPr>
              <p:cNvPr id="131" name="Ink 130">
                <a:extLst>
                  <a:ext uri="{FF2B5EF4-FFF2-40B4-BE49-F238E27FC236}">
                    <a16:creationId xmlns:a16="http://schemas.microsoft.com/office/drawing/2014/main" id="{E95F9A13-F88C-BA37-BC67-82CA966DF04C}"/>
                  </a:ext>
                </a:extLst>
              </p:cNvPr>
              <p:cNvPicPr/>
              <p:nvPr/>
            </p:nvPicPr>
            <p:blipFill>
              <a:blip r:embed="rId248"/>
              <a:stretch>
                <a:fillRect/>
              </a:stretch>
            </p:blipFill>
            <p:spPr>
              <a:xfrm>
                <a:off x="4785480" y="5282496"/>
                <a:ext cx="101520" cy="10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9">
            <p14:nvContentPartPr>
              <p14:cNvPr id="132" name="Ink 131">
                <a:extLst>
                  <a:ext uri="{FF2B5EF4-FFF2-40B4-BE49-F238E27FC236}">
                    <a16:creationId xmlns:a16="http://schemas.microsoft.com/office/drawing/2014/main" id="{CE3AA7D3-E7AB-C2B9-D509-C4AC9B45BDEB}"/>
                  </a:ext>
                </a:extLst>
              </p14:cNvPr>
              <p14:cNvContentPartPr/>
              <p14:nvPr/>
            </p14:nvContentPartPr>
            <p14:xfrm>
              <a:off x="2494800" y="869256"/>
              <a:ext cx="189720" cy="247320"/>
            </p14:xfrm>
          </p:contentPart>
        </mc:Choice>
        <mc:Fallback xmlns="">
          <p:pic>
            <p:nvPicPr>
              <p:cNvPr id="132" name="Ink 131">
                <a:extLst>
                  <a:ext uri="{FF2B5EF4-FFF2-40B4-BE49-F238E27FC236}">
                    <a16:creationId xmlns:a16="http://schemas.microsoft.com/office/drawing/2014/main" id="{CE3AA7D3-E7AB-C2B9-D509-C4AC9B45BDEB}"/>
                  </a:ext>
                </a:extLst>
              </p:cNvPr>
              <p:cNvPicPr/>
              <p:nvPr/>
            </p:nvPicPr>
            <p:blipFill>
              <a:blip r:embed="rId250"/>
              <a:stretch>
                <a:fillRect/>
              </a:stretch>
            </p:blipFill>
            <p:spPr>
              <a:xfrm>
                <a:off x="2490480" y="864936"/>
                <a:ext cx="198360" cy="255960"/>
              </a:xfrm>
              <a:prstGeom prst="rect">
                <a:avLst/>
              </a:prstGeom>
            </p:spPr>
          </p:pic>
        </mc:Fallback>
      </mc:AlternateContent>
      <p:grpSp>
        <p:nvGrpSpPr>
          <p:cNvPr id="135" name="Group 134">
            <a:extLst>
              <a:ext uri="{FF2B5EF4-FFF2-40B4-BE49-F238E27FC236}">
                <a16:creationId xmlns:a16="http://schemas.microsoft.com/office/drawing/2014/main" id="{914E5F1E-8D4A-D9E4-1808-141EF1EAEB14}"/>
              </a:ext>
            </a:extLst>
          </p:cNvPr>
          <p:cNvGrpSpPr/>
          <p:nvPr/>
        </p:nvGrpSpPr>
        <p:grpSpPr>
          <a:xfrm>
            <a:off x="2637000" y="2962656"/>
            <a:ext cx="221040" cy="225000"/>
            <a:chOff x="2637000" y="2962656"/>
            <a:chExt cx="221040" cy="225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1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D9C6A18D-E225-0ACA-1AC5-E1AC706E48C9}"/>
                    </a:ext>
                  </a:extLst>
                </p14:cNvPr>
                <p14:cNvContentPartPr/>
                <p14:nvPr/>
              </p14:nvContentPartPr>
              <p14:xfrm>
                <a:off x="2637000" y="2962656"/>
                <a:ext cx="155160" cy="22500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D9C6A18D-E225-0ACA-1AC5-E1AC706E48C9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2632680" y="2958336"/>
                  <a:ext cx="163800" cy="23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3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D2D5FEDC-584A-C5E5-15E1-004EAF9D913E}"/>
                    </a:ext>
                  </a:extLst>
                </p14:cNvPr>
                <p14:cNvContentPartPr/>
                <p14:nvPr/>
              </p14:nvContentPartPr>
              <p14:xfrm>
                <a:off x="2735280" y="2969136"/>
                <a:ext cx="122760" cy="3132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D2D5FEDC-584A-C5E5-15E1-004EAF9D913E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2730960" y="2964816"/>
                  <a:ext cx="131400" cy="39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55">
            <p14:nvContentPartPr>
              <p14:cNvPr id="136" name="Ink 135">
                <a:extLst>
                  <a:ext uri="{FF2B5EF4-FFF2-40B4-BE49-F238E27FC236}">
                    <a16:creationId xmlns:a16="http://schemas.microsoft.com/office/drawing/2014/main" id="{46A8B886-1DF0-D943-199F-D518E5F6D5D4}"/>
                  </a:ext>
                </a:extLst>
              </p14:cNvPr>
              <p14:cNvContentPartPr/>
              <p14:nvPr/>
            </p14:nvContentPartPr>
            <p14:xfrm>
              <a:off x="7367760" y="3130776"/>
              <a:ext cx="292680" cy="244440"/>
            </p14:xfrm>
          </p:contentPart>
        </mc:Choice>
        <mc:Fallback xmlns="">
          <p:pic>
            <p:nvPicPr>
              <p:cNvPr id="136" name="Ink 135">
                <a:extLst>
                  <a:ext uri="{FF2B5EF4-FFF2-40B4-BE49-F238E27FC236}">
                    <a16:creationId xmlns:a16="http://schemas.microsoft.com/office/drawing/2014/main" id="{46A8B886-1DF0-D943-199F-D518E5F6D5D4}"/>
                  </a:ext>
                </a:extLst>
              </p:cNvPr>
              <p:cNvPicPr/>
              <p:nvPr/>
            </p:nvPicPr>
            <p:blipFill>
              <a:blip r:embed="rId256"/>
              <a:stretch>
                <a:fillRect/>
              </a:stretch>
            </p:blipFill>
            <p:spPr>
              <a:xfrm>
                <a:off x="7363440" y="3126456"/>
                <a:ext cx="301320" cy="253080"/>
              </a:xfrm>
              <a:prstGeom prst="rect">
                <a:avLst/>
              </a:prstGeom>
            </p:spPr>
          </p:pic>
        </mc:Fallback>
      </mc:AlternateContent>
      <p:grpSp>
        <p:nvGrpSpPr>
          <p:cNvPr id="139" name="Group 138">
            <a:extLst>
              <a:ext uri="{FF2B5EF4-FFF2-40B4-BE49-F238E27FC236}">
                <a16:creationId xmlns:a16="http://schemas.microsoft.com/office/drawing/2014/main" id="{E5170FB6-1F46-59EF-A2DD-0D5D3542AFBA}"/>
              </a:ext>
            </a:extLst>
          </p:cNvPr>
          <p:cNvGrpSpPr/>
          <p:nvPr/>
        </p:nvGrpSpPr>
        <p:grpSpPr>
          <a:xfrm>
            <a:off x="10196280" y="3113496"/>
            <a:ext cx="217440" cy="233640"/>
            <a:chOff x="10196280" y="3113496"/>
            <a:chExt cx="217440" cy="233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7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7173AACF-FF97-EC8C-ED45-6D553E835A39}"/>
                    </a:ext>
                  </a:extLst>
                </p14:cNvPr>
                <p14:cNvContentPartPr/>
                <p14:nvPr/>
              </p14:nvContentPartPr>
              <p14:xfrm>
                <a:off x="10196280" y="3114936"/>
                <a:ext cx="145800" cy="23220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7173AACF-FF97-EC8C-ED45-6D553E835A39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10191960" y="3110616"/>
                  <a:ext cx="154440" cy="24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9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4DD17323-34B1-B844-8611-9F84846BCC3D}"/>
                    </a:ext>
                  </a:extLst>
                </p14:cNvPr>
                <p14:cNvContentPartPr/>
                <p14:nvPr/>
              </p14:nvContentPartPr>
              <p14:xfrm>
                <a:off x="10318680" y="3113496"/>
                <a:ext cx="95040" cy="3852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4DD17323-34B1-B844-8611-9F84846BCC3D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10314360" y="3109176"/>
                  <a:ext cx="103680" cy="47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8" name="Group 147">
            <a:extLst>
              <a:ext uri="{FF2B5EF4-FFF2-40B4-BE49-F238E27FC236}">
                <a16:creationId xmlns:a16="http://schemas.microsoft.com/office/drawing/2014/main" id="{8BECCFA2-B4A8-C213-7B6E-A727B8B6623B}"/>
              </a:ext>
            </a:extLst>
          </p:cNvPr>
          <p:cNvGrpSpPr/>
          <p:nvPr/>
        </p:nvGrpSpPr>
        <p:grpSpPr>
          <a:xfrm>
            <a:off x="10022400" y="3845736"/>
            <a:ext cx="1211400" cy="586800"/>
            <a:chOff x="10022400" y="3845736"/>
            <a:chExt cx="1211400" cy="586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1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C7638074-7FBB-F759-0158-FA995FD5665E}"/>
                    </a:ext>
                  </a:extLst>
                </p14:cNvPr>
                <p14:cNvContentPartPr/>
                <p14:nvPr/>
              </p14:nvContentPartPr>
              <p14:xfrm>
                <a:off x="10022400" y="3845736"/>
                <a:ext cx="966600" cy="17892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C7638074-7FBB-F759-0158-FA995FD5665E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10018080" y="3841416"/>
                  <a:ext cx="97524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3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82BA801F-1646-0057-BDB0-CF930A3D3D9B}"/>
                    </a:ext>
                  </a:extLst>
                </p14:cNvPr>
                <p14:cNvContentPartPr/>
                <p14:nvPr/>
              </p14:nvContentPartPr>
              <p14:xfrm>
                <a:off x="10189800" y="4246416"/>
                <a:ext cx="111240" cy="12384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82BA801F-1646-0057-BDB0-CF930A3D3D9B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10185480" y="4242096"/>
                  <a:ext cx="11988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5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9566ECEF-98AD-13FC-6697-8C2715E25878}"/>
                    </a:ext>
                  </a:extLst>
                </p14:cNvPr>
                <p14:cNvContentPartPr/>
                <p14:nvPr/>
              </p14:nvContentPartPr>
              <p14:xfrm>
                <a:off x="10389960" y="4238136"/>
                <a:ext cx="259560" cy="13068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9566ECEF-98AD-13FC-6697-8C2715E25878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10385640" y="4233816"/>
                  <a:ext cx="26820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7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98B606C0-588E-8539-F115-411E1EC2487D}"/>
                    </a:ext>
                  </a:extLst>
                </p14:cNvPr>
                <p14:cNvContentPartPr/>
                <p14:nvPr/>
              </p14:nvContentPartPr>
              <p14:xfrm>
                <a:off x="10755000" y="4104216"/>
                <a:ext cx="360" cy="36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98B606C0-588E-8539-F115-411E1EC2487D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10750680" y="4099896"/>
                  <a:ext cx="900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9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2163BE4A-695F-FC74-DA49-F96B194B5BE8}"/>
                    </a:ext>
                  </a:extLst>
                </p14:cNvPr>
                <p14:cNvContentPartPr/>
                <p14:nvPr/>
              </p14:nvContentPartPr>
              <p14:xfrm>
                <a:off x="10755000" y="4104216"/>
                <a:ext cx="360" cy="36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2163BE4A-695F-FC74-DA49-F96B194B5BE8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10750680" y="4099896"/>
                  <a:ext cx="900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B9F6E816-53BD-D0A2-E7BE-2C4013F9C16F}"/>
                    </a:ext>
                  </a:extLst>
                </p14:cNvPr>
                <p14:cNvContentPartPr/>
                <p14:nvPr/>
              </p14:nvContentPartPr>
              <p14:xfrm>
                <a:off x="10711440" y="4104216"/>
                <a:ext cx="54720" cy="26460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B9F6E816-53BD-D0A2-E7BE-2C4013F9C16F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10707120" y="4099896"/>
                  <a:ext cx="63360" cy="27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EA7CA8C1-6815-EBBE-BE25-60E77BD0C862}"/>
                    </a:ext>
                  </a:extLst>
                </p14:cNvPr>
                <p14:cNvContentPartPr/>
                <p14:nvPr/>
              </p14:nvContentPartPr>
              <p14:xfrm>
                <a:off x="10692720" y="4260456"/>
                <a:ext cx="205920" cy="10872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EA7CA8C1-6815-EBBE-BE25-60E77BD0C862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10688400" y="4256136"/>
                  <a:ext cx="21456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79504A13-2F20-0317-695C-74568739D30C}"/>
                    </a:ext>
                  </a:extLst>
                </p14:cNvPr>
                <p14:cNvContentPartPr/>
                <p14:nvPr/>
              </p14:nvContentPartPr>
              <p14:xfrm>
                <a:off x="10960920" y="4084416"/>
                <a:ext cx="272880" cy="34812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79504A13-2F20-0317-695C-74568739D30C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10956600" y="4080096"/>
                  <a:ext cx="281520" cy="3567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34821662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C065F25F-958D-CE1D-BDFA-FA02E15515BB}"/>
                  </a:ext>
                </a:extLst>
              </p14:cNvPr>
              <p14:cNvContentPartPr/>
              <p14:nvPr/>
            </p14:nvContentPartPr>
            <p14:xfrm>
              <a:off x="2524680" y="1214280"/>
              <a:ext cx="88920" cy="12204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C065F25F-958D-CE1D-BDFA-FA02E15515B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520360" y="1209960"/>
                <a:ext cx="97560" cy="13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06E9D047-82F4-1FD4-8836-0BA0D3F55657}"/>
                  </a:ext>
                </a:extLst>
              </p14:cNvPr>
              <p14:cNvContentPartPr/>
              <p14:nvPr/>
            </p14:nvContentPartPr>
            <p14:xfrm>
              <a:off x="1896480" y="2032200"/>
              <a:ext cx="34920" cy="1155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06E9D047-82F4-1FD4-8836-0BA0D3F5565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892160" y="2027880"/>
                <a:ext cx="43560" cy="12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1BC263E2-DB2C-1C53-6C4B-B3BD6AB6E626}"/>
                  </a:ext>
                </a:extLst>
              </p14:cNvPr>
              <p14:cNvContentPartPr/>
              <p14:nvPr/>
            </p14:nvContentPartPr>
            <p14:xfrm>
              <a:off x="3065400" y="2070360"/>
              <a:ext cx="115560" cy="867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1BC263E2-DB2C-1C53-6C4B-B3BD6AB6E626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061080" y="2066040"/>
                <a:ext cx="124200" cy="9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BA50AE48-7F52-5A91-5881-148A3E29D2F5}"/>
                  </a:ext>
                </a:extLst>
              </p14:cNvPr>
              <p14:cNvContentPartPr/>
              <p14:nvPr/>
            </p14:nvContentPartPr>
            <p14:xfrm>
              <a:off x="1323720" y="510840"/>
              <a:ext cx="152640" cy="1425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BA50AE48-7F52-5A91-5881-148A3E29D2F5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319400" y="506520"/>
                <a:ext cx="161280" cy="15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A6103D00-94A8-7E17-F865-6BA112F7C398}"/>
                  </a:ext>
                </a:extLst>
              </p14:cNvPr>
              <p14:cNvContentPartPr/>
              <p14:nvPr/>
            </p14:nvContentPartPr>
            <p14:xfrm>
              <a:off x="1478160" y="532800"/>
              <a:ext cx="70920" cy="8568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A6103D00-94A8-7E17-F865-6BA112F7C398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473840" y="528480"/>
                <a:ext cx="79560" cy="9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E4619A95-5FC6-30C5-92D4-CCAF19B96515}"/>
                  </a:ext>
                </a:extLst>
              </p14:cNvPr>
              <p14:cNvContentPartPr/>
              <p14:nvPr/>
            </p14:nvContentPartPr>
            <p14:xfrm>
              <a:off x="1577520" y="544320"/>
              <a:ext cx="77760" cy="669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E4619A95-5FC6-30C5-92D4-CCAF19B96515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573200" y="540000"/>
                <a:ext cx="86400" cy="7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FC4D874A-2A47-3A86-621F-CCF697C6EFCF}"/>
                  </a:ext>
                </a:extLst>
              </p14:cNvPr>
              <p14:cNvContentPartPr/>
              <p14:nvPr/>
            </p14:nvContentPartPr>
            <p14:xfrm>
              <a:off x="1713960" y="443880"/>
              <a:ext cx="99720" cy="16380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FC4D874A-2A47-3A86-621F-CCF697C6EFCF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709640" y="439560"/>
                <a:ext cx="108360" cy="17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73DD54BA-BF7E-7969-C0C2-FF4AAEA960F2}"/>
                  </a:ext>
                </a:extLst>
              </p14:cNvPr>
              <p14:cNvContentPartPr/>
              <p14:nvPr/>
            </p14:nvContentPartPr>
            <p14:xfrm>
              <a:off x="1709280" y="510840"/>
              <a:ext cx="148320" cy="252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73DD54BA-BF7E-7969-C0C2-FF4AAEA960F2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704960" y="506520"/>
                <a:ext cx="156960" cy="1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4479EDB3-8540-66F2-F8E3-97AAC35024C5}"/>
                  </a:ext>
                </a:extLst>
              </p14:cNvPr>
              <p14:cNvContentPartPr/>
              <p14:nvPr/>
            </p14:nvContentPartPr>
            <p14:xfrm>
              <a:off x="2256840" y="473760"/>
              <a:ext cx="297720" cy="33948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4479EDB3-8540-66F2-F8E3-97AAC35024C5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2252520" y="469440"/>
                <a:ext cx="306360" cy="34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E81EC557-019A-BC5C-5E5D-A9B1E51127C0}"/>
                  </a:ext>
                </a:extLst>
              </p14:cNvPr>
              <p14:cNvContentPartPr/>
              <p14:nvPr/>
            </p14:nvContentPartPr>
            <p14:xfrm>
              <a:off x="2443320" y="740880"/>
              <a:ext cx="93240" cy="5148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E81EC557-019A-BC5C-5E5D-A9B1E51127C0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2439000" y="736560"/>
                <a:ext cx="101880" cy="6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D5DB660B-D6BA-6754-99CE-5607A24A91EF}"/>
                  </a:ext>
                </a:extLst>
              </p14:cNvPr>
              <p14:cNvContentPartPr/>
              <p14:nvPr/>
            </p14:nvContentPartPr>
            <p14:xfrm>
              <a:off x="2526480" y="727200"/>
              <a:ext cx="95760" cy="9720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D5DB660B-D6BA-6754-99CE-5607A24A91EF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2522160" y="722880"/>
                <a:ext cx="104400" cy="10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0B2B8E0C-0602-44FD-617A-84F033217B91}"/>
                  </a:ext>
                </a:extLst>
              </p14:cNvPr>
              <p14:cNvContentPartPr/>
              <p14:nvPr/>
            </p14:nvContentPartPr>
            <p14:xfrm>
              <a:off x="2354040" y="780480"/>
              <a:ext cx="381600" cy="40788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0B2B8E0C-0602-44FD-617A-84F033217B91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2349720" y="776160"/>
                <a:ext cx="390240" cy="41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43757715-F0F6-ABA9-30DB-FD20611EC39A}"/>
                  </a:ext>
                </a:extLst>
              </p14:cNvPr>
              <p14:cNvContentPartPr/>
              <p14:nvPr/>
            </p14:nvContentPartPr>
            <p14:xfrm>
              <a:off x="2210760" y="1139040"/>
              <a:ext cx="220320" cy="47844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43757715-F0F6-ABA9-30DB-FD20611EC39A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2206440" y="1134720"/>
                <a:ext cx="228960" cy="48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244E1B2A-F698-5E21-FA52-7356B184EA6A}"/>
                  </a:ext>
                </a:extLst>
              </p14:cNvPr>
              <p14:cNvContentPartPr/>
              <p14:nvPr/>
            </p14:nvContentPartPr>
            <p14:xfrm>
              <a:off x="1753200" y="1575000"/>
              <a:ext cx="508680" cy="42300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244E1B2A-F698-5E21-FA52-7356B184EA6A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1748880" y="1570680"/>
                <a:ext cx="517320" cy="43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1843AC67-C475-1773-DF04-14B85A0AB9CE}"/>
                  </a:ext>
                </a:extLst>
              </p14:cNvPr>
              <p14:cNvContentPartPr/>
              <p14:nvPr/>
            </p14:nvContentPartPr>
            <p14:xfrm>
              <a:off x="2640960" y="1171440"/>
              <a:ext cx="441000" cy="46224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1843AC67-C475-1773-DF04-14B85A0AB9CE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2636640" y="1167120"/>
                <a:ext cx="449640" cy="47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2FFCFE55-208E-3AF6-BC14-FA2A67712BC6}"/>
                  </a:ext>
                </a:extLst>
              </p14:cNvPr>
              <p14:cNvContentPartPr/>
              <p14:nvPr/>
            </p14:nvContentPartPr>
            <p14:xfrm>
              <a:off x="2824200" y="1628640"/>
              <a:ext cx="521640" cy="38808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2FFCFE55-208E-3AF6-BC14-FA2A67712BC6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2819880" y="1624320"/>
                <a:ext cx="530280" cy="39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3DEF18B8-D1C2-18A3-BD3E-B16066B248B3}"/>
                  </a:ext>
                </a:extLst>
              </p14:cNvPr>
              <p14:cNvContentPartPr/>
              <p14:nvPr/>
            </p14:nvContentPartPr>
            <p14:xfrm>
              <a:off x="1455120" y="1971360"/>
              <a:ext cx="344880" cy="66924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3DEF18B8-D1C2-18A3-BD3E-B16066B248B3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1450800" y="1967040"/>
                <a:ext cx="353520" cy="67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E4C8BC12-04A9-5982-3731-424A0FA571CD}"/>
                  </a:ext>
                </a:extLst>
              </p14:cNvPr>
              <p14:cNvContentPartPr/>
              <p14:nvPr/>
            </p14:nvContentPartPr>
            <p14:xfrm>
              <a:off x="906120" y="2576160"/>
              <a:ext cx="676080" cy="71208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E4C8BC12-04A9-5982-3731-424A0FA571CD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901800" y="2571840"/>
                <a:ext cx="684720" cy="72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4926F436-F02C-28A7-A5E2-B379B5D6E6A5}"/>
                  </a:ext>
                </a:extLst>
              </p14:cNvPr>
              <p14:cNvContentPartPr/>
              <p14:nvPr/>
            </p14:nvContentPartPr>
            <p14:xfrm>
              <a:off x="2090160" y="2001960"/>
              <a:ext cx="56160" cy="87804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4926F436-F02C-28A7-A5E2-B379B5D6E6A5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2085840" y="1997640"/>
                <a:ext cx="64800" cy="88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E018BF95-1429-1929-59BB-D61D2FAFEE19}"/>
                  </a:ext>
                </a:extLst>
              </p14:cNvPr>
              <p14:cNvContentPartPr/>
              <p14:nvPr/>
            </p14:nvContentPartPr>
            <p14:xfrm>
              <a:off x="1806480" y="2653200"/>
              <a:ext cx="594000" cy="75060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E018BF95-1429-1929-59BB-D61D2FAFEE19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1802160" y="2648880"/>
                <a:ext cx="602640" cy="75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A5E1F4BB-7448-3C4B-1620-954564A247B5}"/>
                  </a:ext>
                </a:extLst>
              </p14:cNvPr>
              <p14:cNvContentPartPr/>
              <p14:nvPr/>
            </p14:nvContentPartPr>
            <p14:xfrm>
              <a:off x="952200" y="3337920"/>
              <a:ext cx="97200" cy="13212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A5E1F4BB-7448-3C4B-1620-954564A247B5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947880" y="3333600"/>
                <a:ext cx="105840" cy="14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B826AFAA-4B25-3B51-85F2-78FC2C851F1A}"/>
                  </a:ext>
                </a:extLst>
              </p14:cNvPr>
              <p14:cNvContentPartPr/>
              <p14:nvPr/>
            </p14:nvContentPartPr>
            <p14:xfrm>
              <a:off x="1896480" y="3444840"/>
              <a:ext cx="141120" cy="8892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B826AFAA-4B25-3B51-85F2-78FC2C851F1A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1892160" y="3440520"/>
                <a:ext cx="149760" cy="9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E6A297CE-3C1C-8D49-2059-C7E38DE716F9}"/>
                  </a:ext>
                </a:extLst>
              </p14:cNvPr>
              <p14:cNvContentPartPr/>
              <p14:nvPr/>
            </p14:nvContentPartPr>
            <p14:xfrm>
              <a:off x="1971360" y="3483720"/>
              <a:ext cx="27000" cy="11016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E6A297CE-3C1C-8D49-2059-C7E38DE716F9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1967040" y="3479400"/>
                <a:ext cx="35640" cy="11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7F470895-A046-0411-ED67-6C8F3BAA88BB}"/>
                  </a:ext>
                </a:extLst>
              </p14:cNvPr>
              <p14:cNvContentPartPr/>
              <p14:nvPr/>
            </p14:nvContentPartPr>
            <p14:xfrm>
              <a:off x="1090440" y="2908440"/>
              <a:ext cx="210240" cy="16668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7F470895-A046-0411-ED67-6C8F3BAA88BB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1086120" y="2904120"/>
                <a:ext cx="218880" cy="17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50847528-A8D5-03DC-E3A0-237A33C965A7}"/>
                  </a:ext>
                </a:extLst>
              </p14:cNvPr>
              <p14:cNvContentPartPr/>
              <p14:nvPr/>
            </p14:nvContentPartPr>
            <p14:xfrm>
              <a:off x="2049120" y="2988576"/>
              <a:ext cx="37440" cy="20808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50847528-A8D5-03DC-E3A0-237A33C965A7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2044800" y="2984256"/>
                <a:ext cx="46080" cy="21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39C76255-FB8A-4A74-89D8-7C1277A20883}"/>
                  </a:ext>
                </a:extLst>
              </p14:cNvPr>
              <p14:cNvContentPartPr/>
              <p14:nvPr/>
            </p14:nvContentPartPr>
            <p14:xfrm>
              <a:off x="1940760" y="1711656"/>
              <a:ext cx="189720" cy="16164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39C76255-FB8A-4A74-89D8-7C1277A20883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1936440" y="1707336"/>
                <a:ext cx="198360" cy="17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CE6E10FD-D9EE-2FFB-F42D-D45C0967CE44}"/>
                  </a:ext>
                </a:extLst>
              </p14:cNvPr>
              <p14:cNvContentPartPr/>
              <p14:nvPr/>
            </p14:nvContentPartPr>
            <p14:xfrm>
              <a:off x="2046600" y="1776096"/>
              <a:ext cx="46800" cy="17460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CE6E10FD-D9EE-2FFB-F42D-D45C0967CE44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2042280" y="1771776"/>
                <a:ext cx="55440" cy="18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B91C2CA6-2941-52DC-5E26-627B73D715DB}"/>
                  </a:ext>
                </a:extLst>
              </p14:cNvPr>
              <p14:cNvContentPartPr/>
              <p14:nvPr/>
            </p14:nvContentPartPr>
            <p14:xfrm>
              <a:off x="2983680" y="1726416"/>
              <a:ext cx="221040" cy="19260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B91C2CA6-2941-52DC-5E26-627B73D715DB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2979360" y="1722096"/>
                <a:ext cx="229680" cy="20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E0C34E10-BCF5-530D-74AA-EBECA5331A09}"/>
                  </a:ext>
                </a:extLst>
              </p14:cNvPr>
              <p14:cNvContentPartPr/>
              <p14:nvPr/>
            </p14:nvContentPartPr>
            <p14:xfrm>
              <a:off x="2494800" y="869256"/>
              <a:ext cx="189720" cy="24732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E0C34E10-BCF5-530D-74AA-EBECA5331A09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2490480" y="864936"/>
                <a:ext cx="198360" cy="25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45AFD9A5-BEE8-4F04-0568-857E5A030605}"/>
                  </a:ext>
                </a:extLst>
              </p14:cNvPr>
              <p14:cNvContentPartPr/>
              <p14:nvPr/>
            </p14:nvContentPartPr>
            <p14:xfrm>
              <a:off x="4172040" y="6329736"/>
              <a:ext cx="23400" cy="36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45AFD9A5-BEE8-4F04-0568-857E5A030605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4167720" y="6325416"/>
                <a:ext cx="32040" cy="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2B253B3E-C3A8-5698-8B89-246709768135}"/>
                  </a:ext>
                </a:extLst>
              </p14:cNvPr>
              <p14:cNvContentPartPr/>
              <p14:nvPr/>
            </p14:nvContentPartPr>
            <p14:xfrm>
              <a:off x="7236024" y="2926980"/>
              <a:ext cx="83160" cy="62208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2B253B3E-C3A8-5698-8B89-246709768135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7231685" y="2922660"/>
                <a:ext cx="91838" cy="63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483A80CF-0EF5-FD1B-7FEB-45D32423A9D9}"/>
                  </a:ext>
                </a:extLst>
              </p14:cNvPr>
              <p14:cNvContentPartPr/>
              <p14:nvPr/>
            </p14:nvContentPartPr>
            <p14:xfrm>
              <a:off x="7181664" y="2825100"/>
              <a:ext cx="3445920" cy="72540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483A80CF-0EF5-FD1B-7FEB-45D32423A9D9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7177344" y="2820778"/>
                <a:ext cx="3454560" cy="73404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1E680F89-15A0-9A95-4BD0-84E723BA632C}"/>
                  </a:ext>
                </a:extLst>
              </p14:cNvPr>
              <p14:cNvContentPartPr/>
              <p14:nvPr/>
            </p14:nvContentPartPr>
            <p14:xfrm>
              <a:off x="7797624" y="2966940"/>
              <a:ext cx="37080" cy="59940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1E680F89-15A0-9A95-4BD0-84E723BA632C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7793262" y="2962623"/>
                <a:ext cx="45805" cy="60803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05580ECF-4253-AC97-8601-FFFE2967C1AE}"/>
                  </a:ext>
                </a:extLst>
              </p14:cNvPr>
              <p14:cNvContentPartPr/>
              <p14:nvPr/>
            </p14:nvContentPartPr>
            <p14:xfrm>
              <a:off x="8427624" y="2917260"/>
              <a:ext cx="25920" cy="586800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05580ECF-4253-AC97-8601-FFFE2967C1AE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8423304" y="2912940"/>
                <a:ext cx="34560" cy="59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14AC4F67-C1C7-D7B6-FFE5-5F3A1BEE3486}"/>
                  </a:ext>
                </a:extLst>
              </p14:cNvPr>
              <p14:cNvContentPartPr/>
              <p14:nvPr/>
            </p14:nvContentPartPr>
            <p14:xfrm>
              <a:off x="8953584" y="2848860"/>
              <a:ext cx="83160" cy="700920"/>
            </p14:xfrm>
          </p:contentPart>
        </mc:Choice>
        <mc:Fallback xmlns=""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14AC4F67-C1C7-D7B6-FFE5-5F3A1BEE3486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8949264" y="2844540"/>
                <a:ext cx="91800" cy="70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97F4ABCD-81DA-7166-A560-0325F275E60D}"/>
                  </a:ext>
                </a:extLst>
              </p14:cNvPr>
              <p14:cNvContentPartPr/>
              <p14:nvPr/>
            </p14:nvContentPartPr>
            <p14:xfrm>
              <a:off x="9459744" y="2850660"/>
              <a:ext cx="54000" cy="642240"/>
            </p14:xfrm>
          </p:contentPart>
        </mc:Choice>
        <mc:Fallback xmlns=""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97F4ABCD-81DA-7166-A560-0325F275E60D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9455424" y="2846342"/>
                <a:ext cx="62640" cy="65087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C2975264-AF2E-BFFC-84AE-8C89FD266DA8}"/>
                  </a:ext>
                </a:extLst>
              </p14:cNvPr>
              <p14:cNvContentPartPr/>
              <p14:nvPr/>
            </p14:nvContentPartPr>
            <p14:xfrm>
              <a:off x="9948984" y="2818980"/>
              <a:ext cx="82080" cy="711720"/>
            </p14:xfrm>
          </p:contentPart>
        </mc:Choice>
        <mc:Fallback xmlns=""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C2975264-AF2E-BFFC-84AE-8C89FD266DA8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9944664" y="2814660"/>
                <a:ext cx="90720" cy="72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2F9751D4-C35B-94DB-92F8-69DE6CF1A972}"/>
                  </a:ext>
                </a:extLst>
              </p14:cNvPr>
              <p14:cNvContentPartPr/>
              <p14:nvPr/>
            </p14:nvContentPartPr>
            <p14:xfrm>
              <a:off x="8055744" y="3586860"/>
              <a:ext cx="25920" cy="85680"/>
            </p14:xfrm>
          </p:contentPart>
        </mc:Choice>
        <mc:Fallback xmlns=""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2F9751D4-C35B-94DB-92F8-69DE6CF1A972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8051424" y="3582540"/>
                <a:ext cx="34560" cy="9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D34AA176-B7D8-57D4-4E74-6FAFED3D6F7F}"/>
                  </a:ext>
                </a:extLst>
              </p14:cNvPr>
              <p14:cNvContentPartPr/>
              <p14:nvPr/>
            </p14:nvContentPartPr>
            <p14:xfrm>
              <a:off x="5733240" y="3450600"/>
              <a:ext cx="267840" cy="135720"/>
            </p14:xfrm>
          </p:contentPart>
        </mc:Choice>
        <mc:Fallback xmlns=""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D34AA176-B7D8-57D4-4E74-6FAFED3D6F7F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5728920" y="3446280"/>
                <a:ext cx="276480" cy="14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6C7BD566-333F-9C00-6E2D-1BE904D2AB6F}"/>
                  </a:ext>
                </a:extLst>
              </p14:cNvPr>
              <p14:cNvContentPartPr/>
              <p14:nvPr/>
            </p14:nvContentPartPr>
            <p14:xfrm>
              <a:off x="5744040" y="3665880"/>
              <a:ext cx="21240" cy="265320"/>
            </p14:xfrm>
          </p:contentPart>
        </mc:Choice>
        <mc:Fallback xmlns=""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6C7BD566-333F-9C00-6E2D-1BE904D2AB6F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5739720" y="3661560"/>
                <a:ext cx="29880" cy="27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47BB5DDC-2EED-F839-89CE-39E84CD39DF2}"/>
                  </a:ext>
                </a:extLst>
              </p14:cNvPr>
              <p14:cNvContentPartPr/>
              <p14:nvPr/>
            </p14:nvContentPartPr>
            <p14:xfrm>
              <a:off x="5727840" y="3578040"/>
              <a:ext cx="457560" cy="335160"/>
            </p14:xfrm>
          </p:contentPart>
        </mc:Choice>
        <mc:Fallback xmlns=""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47BB5DDC-2EED-F839-89CE-39E84CD39DF2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5723520" y="3573720"/>
                <a:ext cx="466200" cy="34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D6B425DE-932E-4FC1-C734-F8B59BE5D3C5}"/>
                  </a:ext>
                </a:extLst>
              </p14:cNvPr>
              <p14:cNvContentPartPr/>
              <p14:nvPr/>
            </p14:nvContentPartPr>
            <p14:xfrm>
              <a:off x="6067320" y="3237120"/>
              <a:ext cx="1139400" cy="520200"/>
            </p14:xfrm>
          </p:contentPart>
        </mc:Choice>
        <mc:Fallback xmlns=""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D6B425DE-932E-4FC1-C734-F8B59BE5D3C5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6063000" y="3232800"/>
                <a:ext cx="1148040" cy="52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AA24B547-7BBA-CA16-AE35-2BC059457CDB}"/>
                  </a:ext>
                </a:extLst>
              </p14:cNvPr>
              <p14:cNvContentPartPr/>
              <p14:nvPr/>
            </p14:nvContentPartPr>
            <p14:xfrm>
              <a:off x="7127880" y="3161880"/>
              <a:ext cx="94680" cy="181800"/>
            </p14:xfrm>
          </p:contentPart>
        </mc:Choice>
        <mc:Fallback xmlns=""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AA24B547-7BBA-CA16-AE35-2BC059457CDB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7123560" y="3157560"/>
                <a:ext cx="103320" cy="19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7C7610A3-4B3D-4B9E-F62B-711AF47E90CC}"/>
                  </a:ext>
                </a:extLst>
              </p14:cNvPr>
              <p14:cNvContentPartPr/>
              <p14:nvPr/>
            </p14:nvContentPartPr>
            <p14:xfrm>
              <a:off x="7628640" y="3587760"/>
              <a:ext cx="123840" cy="99000"/>
            </p14:xfrm>
          </p:contentPart>
        </mc:Choice>
        <mc:Fallback xmlns=""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7C7610A3-4B3D-4B9E-F62B-711AF47E90CC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7624320" y="3583440"/>
                <a:ext cx="132480" cy="10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53523EC4-2B87-2D25-700D-8774236281C5}"/>
                  </a:ext>
                </a:extLst>
              </p14:cNvPr>
              <p14:cNvContentPartPr/>
              <p14:nvPr/>
            </p14:nvContentPartPr>
            <p14:xfrm>
              <a:off x="8673000" y="3574080"/>
              <a:ext cx="233640" cy="106200"/>
            </p14:xfrm>
          </p:contentPart>
        </mc:Choice>
        <mc:Fallback xmlns=""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53523EC4-2B87-2D25-700D-8774236281C5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8668680" y="3569760"/>
                <a:ext cx="242280" cy="11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68850B37-77AC-152B-9221-3F7DCF9F1B5E}"/>
                  </a:ext>
                </a:extLst>
              </p14:cNvPr>
              <p14:cNvContentPartPr/>
              <p14:nvPr/>
            </p14:nvContentPartPr>
            <p14:xfrm>
              <a:off x="9222720" y="3590280"/>
              <a:ext cx="130680" cy="114840"/>
            </p14:xfrm>
          </p:contentPart>
        </mc:Choice>
        <mc:Fallback xmlns=""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68850B37-77AC-152B-9221-3F7DCF9F1B5E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9218400" y="3585960"/>
                <a:ext cx="139320" cy="12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8414E8E3-CD8C-74D2-773D-8B09D455B22E}"/>
                  </a:ext>
                </a:extLst>
              </p14:cNvPr>
              <p14:cNvContentPartPr/>
              <p14:nvPr/>
            </p14:nvContentPartPr>
            <p14:xfrm>
              <a:off x="9647880" y="3570840"/>
              <a:ext cx="146520" cy="79920"/>
            </p14:xfrm>
          </p:contentPart>
        </mc:Choice>
        <mc:Fallback xmlns=""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8414E8E3-CD8C-74D2-773D-8B09D455B22E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9643560" y="3566520"/>
                <a:ext cx="155160" cy="8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DD620642-3FA9-C9C9-28C3-DC9156D55E04}"/>
                  </a:ext>
                </a:extLst>
              </p14:cNvPr>
              <p14:cNvContentPartPr/>
              <p14:nvPr/>
            </p14:nvContentPartPr>
            <p14:xfrm>
              <a:off x="9751920" y="3578760"/>
              <a:ext cx="30240" cy="112320"/>
            </p14:xfrm>
          </p:contentPart>
        </mc:Choice>
        <mc:Fallback xmlns=""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DD620642-3FA9-C9C9-28C3-DC9156D55E04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9747600" y="3574440"/>
                <a:ext cx="38880" cy="12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EF1F0C86-E177-4CC5-D62C-B3127CCAE2B6}"/>
                  </a:ext>
                </a:extLst>
              </p14:cNvPr>
              <p14:cNvContentPartPr/>
              <p14:nvPr/>
            </p14:nvContentPartPr>
            <p14:xfrm>
              <a:off x="10102920" y="3584520"/>
              <a:ext cx="78120" cy="103680"/>
            </p14:xfrm>
          </p:contentPart>
        </mc:Choice>
        <mc:Fallback xmlns=""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EF1F0C86-E177-4CC5-D62C-B3127CCAE2B6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10098600" y="3580200"/>
                <a:ext cx="86760" cy="11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95DC7478-16F2-0542-0C5A-A1C1EE96D982}"/>
                  </a:ext>
                </a:extLst>
              </p14:cNvPr>
              <p14:cNvContentPartPr/>
              <p14:nvPr/>
            </p14:nvContentPartPr>
            <p14:xfrm>
              <a:off x="10181400" y="3560400"/>
              <a:ext cx="88200" cy="23400"/>
            </p14:xfrm>
          </p:contentPart>
        </mc:Choice>
        <mc:Fallback xmlns=""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95DC7478-16F2-0542-0C5A-A1C1EE96D982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10177080" y="3556080"/>
                <a:ext cx="96840" cy="3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2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497B63FF-B16B-9B5B-967C-A914BAA0612A}"/>
                  </a:ext>
                </a:extLst>
              </p14:cNvPr>
              <p14:cNvContentPartPr/>
              <p14:nvPr/>
            </p14:nvContentPartPr>
            <p14:xfrm>
              <a:off x="10689000" y="3533760"/>
              <a:ext cx="91080" cy="162720"/>
            </p14:xfrm>
          </p:contentPart>
        </mc:Choice>
        <mc:Fallback xmlns=""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497B63FF-B16B-9B5B-967C-A914BAA0612A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10684680" y="3529440"/>
                <a:ext cx="99720" cy="17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4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58D2A391-76A0-FE83-D3C2-7B915BAC0CE9}"/>
                  </a:ext>
                </a:extLst>
              </p14:cNvPr>
              <p14:cNvContentPartPr/>
              <p14:nvPr/>
            </p14:nvContentPartPr>
            <p14:xfrm>
              <a:off x="10590360" y="2863440"/>
              <a:ext cx="495360" cy="594360"/>
            </p14:xfrm>
          </p:contentPart>
        </mc:Choice>
        <mc:Fallback xmlns=""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58D2A391-76A0-FE83-D3C2-7B915BAC0CE9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10586040" y="2859120"/>
                <a:ext cx="504000" cy="60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6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7E7B95E4-E1C4-C5A8-D6E1-122DC3B8DC99}"/>
                  </a:ext>
                </a:extLst>
              </p14:cNvPr>
              <p14:cNvContentPartPr/>
              <p14:nvPr/>
            </p14:nvContentPartPr>
            <p14:xfrm>
              <a:off x="10460760" y="3489840"/>
              <a:ext cx="493560" cy="44280"/>
            </p14:xfrm>
          </p:contentPart>
        </mc:Choice>
        <mc:Fallback xmlns=""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7E7B95E4-E1C4-C5A8-D6E1-122DC3B8DC99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10456440" y="3485520"/>
                <a:ext cx="502200" cy="5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8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43646DE2-5B9D-6E93-7AE9-1CF7BD70B600}"/>
                  </a:ext>
                </a:extLst>
              </p14:cNvPr>
              <p14:cNvContentPartPr/>
              <p14:nvPr/>
            </p14:nvContentPartPr>
            <p14:xfrm>
              <a:off x="8061120" y="3091536"/>
              <a:ext cx="201960" cy="169560"/>
            </p14:xfrm>
          </p:contentPart>
        </mc:Choice>
        <mc:Fallback xmlns=""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43646DE2-5B9D-6E93-7AE9-1CF7BD70B600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8056800" y="3087216"/>
                <a:ext cx="210600" cy="17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0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B99A5093-D25C-7115-CCA9-5BC29106CC08}"/>
                  </a:ext>
                </a:extLst>
              </p14:cNvPr>
              <p14:cNvContentPartPr/>
              <p14:nvPr/>
            </p14:nvContentPartPr>
            <p14:xfrm>
              <a:off x="8153280" y="3170016"/>
              <a:ext cx="59040" cy="173520"/>
            </p14:xfrm>
          </p:contentPart>
        </mc:Choice>
        <mc:Fallback xmlns=""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B99A5093-D25C-7115-CCA9-5BC29106CC08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8148960" y="3165696"/>
                <a:ext cx="67680" cy="18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2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DDE45114-C0E7-F9AB-E2E7-EA1791FA51ED}"/>
                  </a:ext>
                </a:extLst>
              </p14:cNvPr>
              <p14:cNvContentPartPr/>
              <p14:nvPr/>
            </p14:nvContentPartPr>
            <p14:xfrm>
              <a:off x="9240480" y="3157416"/>
              <a:ext cx="160920" cy="209880"/>
            </p14:xfrm>
          </p:contentPart>
        </mc:Choice>
        <mc:Fallback xmlns=""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DDE45114-C0E7-F9AB-E2E7-EA1791FA51ED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9236160" y="3153096"/>
                <a:ext cx="169560" cy="21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4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7CDAE8B5-A96F-810E-221E-0F40AAFB57BC}"/>
                  </a:ext>
                </a:extLst>
              </p14:cNvPr>
              <p14:cNvContentPartPr/>
              <p14:nvPr/>
            </p14:nvContentPartPr>
            <p14:xfrm>
              <a:off x="9745920" y="3099456"/>
              <a:ext cx="7200" cy="185400"/>
            </p14:xfrm>
          </p:contentPart>
        </mc:Choice>
        <mc:Fallback xmlns=""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7CDAE8B5-A96F-810E-221E-0F40AAFB57BC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9741600" y="3095136"/>
                <a:ext cx="15840" cy="19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6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A7DA0A0F-E313-FEFC-9E03-111250C817EB}"/>
                  </a:ext>
                </a:extLst>
              </p14:cNvPr>
              <p14:cNvContentPartPr/>
              <p14:nvPr/>
            </p14:nvContentPartPr>
            <p14:xfrm>
              <a:off x="10662480" y="3071736"/>
              <a:ext cx="247680" cy="294120"/>
            </p14:xfrm>
          </p:contentPart>
        </mc:Choice>
        <mc:Fallback xmlns=""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A7DA0A0F-E313-FEFC-9E03-111250C817EB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10658160" y="3067416"/>
                <a:ext cx="256320" cy="30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8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04B5B2B3-8C98-2D92-6BD2-5E734FA8E78B}"/>
                  </a:ext>
                </a:extLst>
              </p14:cNvPr>
              <p14:cNvContentPartPr/>
              <p14:nvPr/>
            </p14:nvContentPartPr>
            <p14:xfrm>
              <a:off x="8552520" y="3142656"/>
              <a:ext cx="203760" cy="225360"/>
            </p14:xfrm>
          </p:contentPart>
        </mc:Choice>
        <mc:Fallback xmlns=""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04B5B2B3-8C98-2D92-6BD2-5E734FA8E78B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8548200" y="3138336"/>
                <a:ext cx="212400" cy="23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0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184E9AD7-D29F-9B08-6486-046F18358ED4}"/>
                  </a:ext>
                </a:extLst>
              </p14:cNvPr>
              <p14:cNvContentPartPr/>
              <p14:nvPr/>
            </p14:nvContentPartPr>
            <p14:xfrm>
              <a:off x="7367760" y="3130776"/>
              <a:ext cx="292680" cy="244440"/>
            </p14:xfrm>
          </p:contentPart>
        </mc:Choice>
        <mc:Fallback xmlns=""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184E9AD7-D29F-9B08-6486-046F18358ED4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7363440" y="3126456"/>
                <a:ext cx="301320" cy="25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2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23E42E59-23E8-D4DF-5170-D4DB5F94C7FB}"/>
                  </a:ext>
                </a:extLst>
              </p14:cNvPr>
              <p14:cNvContentPartPr/>
              <p14:nvPr/>
            </p14:nvContentPartPr>
            <p14:xfrm>
              <a:off x="10196280" y="3114936"/>
              <a:ext cx="145800" cy="232200"/>
            </p14:xfrm>
          </p:contentPart>
        </mc:Choice>
        <mc:Fallback xmlns=""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23E42E59-23E8-D4DF-5170-D4DB5F94C7FB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10191960" y="3110616"/>
                <a:ext cx="154440" cy="24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4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070483AA-91A5-3C13-0EB1-E3C053C0EB65}"/>
                  </a:ext>
                </a:extLst>
              </p14:cNvPr>
              <p14:cNvContentPartPr/>
              <p14:nvPr/>
            </p14:nvContentPartPr>
            <p14:xfrm>
              <a:off x="10318680" y="3113496"/>
              <a:ext cx="95040" cy="38520"/>
            </p14:xfrm>
          </p:contentPart>
        </mc:Choice>
        <mc:Fallback xmlns=""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070483AA-91A5-3C13-0EB1-E3C053C0EB65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10314360" y="3109176"/>
                <a:ext cx="103680" cy="4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6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A8837692-CE80-6367-F16E-B9BF177F9059}"/>
                  </a:ext>
                </a:extLst>
              </p14:cNvPr>
              <p14:cNvContentPartPr/>
              <p14:nvPr/>
            </p14:nvContentPartPr>
            <p14:xfrm>
              <a:off x="10022400" y="3845736"/>
              <a:ext cx="966600" cy="178920"/>
            </p14:xfrm>
          </p:contentPart>
        </mc:Choice>
        <mc:Fallback xmlns=""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A8837692-CE80-6367-F16E-B9BF177F9059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10018080" y="3841416"/>
                <a:ext cx="975240" cy="18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8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69B7D98E-3533-1128-956C-6DF4BC35C2A8}"/>
                  </a:ext>
                </a:extLst>
              </p14:cNvPr>
              <p14:cNvContentPartPr/>
              <p14:nvPr/>
            </p14:nvContentPartPr>
            <p14:xfrm>
              <a:off x="10189800" y="4246416"/>
              <a:ext cx="111240" cy="123840"/>
            </p14:xfrm>
          </p:contentPart>
        </mc:Choice>
        <mc:Fallback xmlns=""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69B7D98E-3533-1128-956C-6DF4BC35C2A8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10185480" y="4242096"/>
                <a:ext cx="119880" cy="13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0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AE84771A-5357-92F0-4B37-49305D2E9A55}"/>
                  </a:ext>
                </a:extLst>
              </p14:cNvPr>
              <p14:cNvContentPartPr/>
              <p14:nvPr/>
            </p14:nvContentPartPr>
            <p14:xfrm>
              <a:off x="10389960" y="4238136"/>
              <a:ext cx="259560" cy="130680"/>
            </p14:xfrm>
          </p:contentPart>
        </mc:Choice>
        <mc:Fallback xmlns=""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AE84771A-5357-92F0-4B37-49305D2E9A55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10385640" y="4233816"/>
                <a:ext cx="268200" cy="13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2">
            <p14:nvContentPartPr>
              <p14:cNvPr id="73" name="Ink 72">
                <a:extLst>
                  <a:ext uri="{FF2B5EF4-FFF2-40B4-BE49-F238E27FC236}">
                    <a16:creationId xmlns:a16="http://schemas.microsoft.com/office/drawing/2014/main" id="{73EEC1B4-907A-09D8-15F6-ABFC3631CF27}"/>
                  </a:ext>
                </a:extLst>
              </p14:cNvPr>
              <p14:cNvContentPartPr/>
              <p14:nvPr/>
            </p14:nvContentPartPr>
            <p14:xfrm>
              <a:off x="10755000" y="4104216"/>
              <a:ext cx="360" cy="360"/>
            </p14:xfrm>
          </p:contentPart>
        </mc:Choice>
        <mc:Fallback xmlns="">
          <p:pic>
            <p:nvPicPr>
              <p:cNvPr id="73" name="Ink 72">
                <a:extLst>
                  <a:ext uri="{FF2B5EF4-FFF2-40B4-BE49-F238E27FC236}">
                    <a16:creationId xmlns:a16="http://schemas.microsoft.com/office/drawing/2014/main" id="{73EEC1B4-907A-09D8-15F6-ABFC3631CF27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10750680" y="4099896"/>
                <a:ext cx="9000" cy="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4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11870E44-433B-63EF-1BD9-59007B05DFD9}"/>
                  </a:ext>
                </a:extLst>
              </p14:cNvPr>
              <p14:cNvContentPartPr/>
              <p14:nvPr/>
            </p14:nvContentPartPr>
            <p14:xfrm>
              <a:off x="10755000" y="4104216"/>
              <a:ext cx="360" cy="360"/>
            </p14:xfrm>
          </p:contentPart>
        </mc:Choice>
        <mc:Fallback xmlns=""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11870E44-433B-63EF-1BD9-59007B05DFD9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10750680" y="4099896"/>
                <a:ext cx="9000" cy="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5">
            <p14:nvContentPartPr>
              <p14:cNvPr id="75" name="Ink 74">
                <a:extLst>
                  <a:ext uri="{FF2B5EF4-FFF2-40B4-BE49-F238E27FC236}">
                    <a16:creationId xmlns:a16="http://schemas.microsoft.com/office/drawing/2014/main" id="{1CA80B39-409F-4E82-9075-A5BB2780A37B}"/>
                  </a:ext>
                </a:extLst>
              </p14:cNvPr>
              <p14:cNvContentPartPr/>
              <p14:nvPr/>
            </p14:nvContentPartPr>
            <p14:xfrm>
              <a:off x="10711440" y="4104216"/>
              <a:ext cx="54720" cy="264600"/>
            </p14:xfrm>
          </p:contentPart>
        </mc:Choice>
        <mc:Fallback xmlns="">
          <p:pic>
            <p:nvPicPr>
              <p:cNvPr id="75" name="Ink 74">
                <a:extLst>
                  <a:ext uri="{FF2B5EF4-FFF2-40B4-BE49-F238E27FC236}">
                    <a16:creationId xmlns:a16="http://schemas.microsoft.com/office/drawing/2014/main" id="{1CA80B39-409F-4E82-9075-A5BB2780A37B}"/>
                  </a:ext>
                </a:extLst>
              </p:cNvPr>
              <p:cNvPicPr/>
              <p:nvPr/>
            </p:nvPicPr>
            <p:blipFill>
              <a:blip r:embed="rId136"/>
              <a:stretch>
                <a:fillRect/>
              </a:stretch>
            </p:blipFill>
            <p:spPr>
              <a:xfrm>
                <a:off x="10707120" y="4099896"/>
                <a:ext cx="63360" cy="27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7">
            <p14:nvContentPartPr>
              <p14:cNvPr id="76" name="Ink 75">
                <a:extLst>
                  <a:ext uri="{FF2B5EF4-FFF2-40B4-BE49-F238E27FC236}">
                    <a16:creationId xmlns:a16="http://schemas.microsoft.com/office/drawing/2014/main" id="{F2B4E526-8D29-ECB6-016F-8A928C3FE90A}"/>
                  </a:ext>
                </a:extLst>
              </p14:cNvPr>
              <p14:cNvContentPartPr/>
              <p14:nvPr/>
            </p14:nvContentPartPr>
            <p14:xfrm>
              <a:off x="10692720" y="4260456"/>
              <a:ext cx="205920" cy="108720"/>
            </p14:xfrm>
          </p:contentPart>
        </mc:Choice>
        <mc:Fallback xmlns="">
          <p:pic>
            <p:nvPicPr>
              <p:cNvPr id="76" name="Ink 75">
                <a:extLst>
                  <a:ext uri="{FF2B5EF4-FFF2-40B4-BE49-F238E27FC236}">
                    <a16:creationId xmlns:a16="http://schemas.microsoft.com/office/drawing/2014/main" id="{F2B4E526-8D29-ECB6-016F-8A928C3FE90A}"/>
                  </a:ext>
                </a:extLst>
              </p:cNvPr>
              <p:cNvPicPr/>
              <p:nvPr/>
            </p:nvPicPr>
            <p:blipFill>
              <a:blip r:embed="rId138"/>
              <a:stretch>
                <a:fillRect/>
              </a:stretch>
            </p:blipFill>
            <p:spPr>
              <a:xfrm>
                <a:off x="10688400" y="4256136"/>
                <a:ext cx="214560" cy="11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9">
            <p14:nvContentPartPr>
              <p14:cNvPr id="77" name="Ink 76">
                <a:extLst>
                  <a:ext uri="{FF2B5EF4-FFF2-40B4-BE49-F238E27FC236}">
                    <a16:creationId xmlns:a16="http://schemas.microsoft.com/office/drawing/2014/main" id="{27626898-1B0C-0BE9-C335-9F3529F32F31}"/>
                  </a:ext>
                </a:extLst>
              </p14:cNvPr>
              <p14:cNvContentPartPr/>
              <p14:nvPr/>
            </p14:nvContentPartPr>
            <p14:xfrm>
              <a:off x="10960920" y="4084416"/>
              <a:ext cx="272880" cy="348120"/>
            </p14:xfrm>
          </p:contentPart>
        </mc:Choice>
        <mc:Fallback xmlns="">
          <p:pic>
            <p:nvPicPr>
              <p:cNvPr id="77" name="Ink 76">
                <a:extLst>
                  <a:ext uri="{FF2B5EF4-FFF2-40B4-BE49-F238E27FC236}">
                    <a16:creationId xmlns:a16="http://schemas.microsoft.com/office/drawing/2014/main" id="{27626898-1B0C-0BE9-C335-9F3529F32F31}"/>
                  </a:ext>
                </a:extLst>
              </p:cNvPr>
              <p:cNvPicPr/>
              <p:nvPr/>
            </p:nvPicPr>
            <p:blipFill>
              <a:blip r:embed="rId140"/>
              <a:stretch>
                <a:fillRect/>
              </a:stretch>
            </p:blipFill>
            <p:spPr>
              <a:xfrm>
                <a:off x="10956600" y="4080096"/>
                <a:ext cx="281520" cy="35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1">
            <p14:nvContentPartPr>
              <p14:cNvPr id="78" name="Ink 77">
                <a:extLst>
                  <a:ext uri="{FF2B5EF4-FFF2-40B4-BE49-F238E27FC236}">
                    <a16:creationId xmlns:a16="http://schemas.microsoft.com/office/drawing/2014/main" id="{D0677C54-0590-3E93-7DF5-09D48C454C83}"/>
                  </a:ext>
                </a:extLst>
              </p14:cNvPr>
              <p14:cNvContentPartPr/>
              <p14:nvPr/>
            </p14:nvContentPartPr>
            <p14:xfrm>
              <a:off x="6525720" y="5915376"/>
              <a:ext cx="23400" cy="10800"/>
            </p14:xfrm>
          </p:contentPart>
        </mc:Choice>
        <mc:Fallback xmlns="">
          <p:pic>
            <p:nvPicPr>
              <p:cNvPr id="78" name="Ink 77">
                <a:extLst>
                  <a:ext uri="{FF2B5EF4-FFF2-40B4-BE49-F238E27FC236}">
                    <a16:creationId xmlns:a16="http://schemas.microsoft.com/office/drawing/2014/main" id="{D0677C54-0590-3E93-7DF5-09D48C454C83}"/>
                  </a:ext>
                </a:extLst>
              </p:cNvPr>
              <p:cNvPicPr/>
              <p:nvPr/>
            </p:nvPicPr>
            <p:blipFill>
              <a:blip r:embed="rId142"/>
              <a:stretch>
                <a:fillRect/>
              </a:stretch>
            </p:blipFill>
            <p:spPr>
              <a:xfrm>
                <a:off x="6481080" y="5870376"/>
                <a:ext cx="113040" cy="100440"/>
              </a:xfrm>
              <a:prstGeom prst="rect">
                <a:avLst/>
              </a:prstGeom>
            </p:spPr>
          </p:pic>
        </mc:Fallback>
      </mc:AlternateContent>
      <p:grpSp>
        <p:nvGrpSpPr>
          <p:cNvPr id="98" name="Group 97">
            <a:extLst>
              <a:ext uri="{FF2B5EF4-FFF2-40B4-BE49-F238E27FC236}">
                <a16:creationId xmlns:a16="http://schemas.microsoft.com/office/drawing/2014/main" id="{B88DDA78-CE3F-4F7F-30EF-455A22C789DB}"/>
              </a:ext>
            </a:extLst>
          </p:cNvPr>
          <p:cNvGrpSpPr/>
          <p:nvPr/>
        </p:nvGrpSpPr>
        <p:grpSpPr>
          <a:xfrm>
            <a:off x="4824360" y="677376"/>
            <a:ext cx="1480680" cy="434520"/>
            <a:chOff x="4824360" y="677376"/>
            <a:chExt cx="1480680" cy="434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3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CB2DC4BB-16AF-608C-49B1-3E4180C422A5}"/>
                    </a:ext>
                  </a:extLst>
                </p14:cNvPr>
                <p14:cNvContentPartPr/>
                <p14:nvPr/>
              </p14:nvContentPartPr>
              <p14:xfrm>
                <a:off x="4824360" y="938376"/>
                <a:ext cx="121680" cy="9864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CB2DC4BB-16AF-608C-49B1-3E4180C422A5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4820040" y="934056"/>
                  <a:ext cx="13032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5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5516C9F8-25F9-7108-7615-705D26521C50}"/>
                    </a:ext>
                  </a:extLst>
                </p14:cNvPr>
                <p14:cNvContentPartPr/>
                <p14:nvPr/>
              </p14:nvContentPartPr>
              <p14:xfrm>
                <a:off x="5072760" y="957096"/>
                <a:ext cx="25920" cy="4320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5516C9F8-25F9-7108-7615-705D26521C50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5068440" y="952776"/>
                  <a:ext cx="3456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7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E9DBE690-1EC6-FDAF-C5D3-68A26D63160C}"/>
                    </a:ext>
                  </a:extLst>
                </p14:cNvPr>
                <p14:cNvContentPartPr/>
                <p14:nvPr/>
              </p14:nvContentPartPr>
              <p14:xfrm>
                <a:off x="5098320" y="786096"/>
                <a:ext cx="44280" cy="2700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E9DBE690-1EC6-FDAF-C5D3-68A26D63160C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5094000" y="781776"/>
                  <a:ext cx="5292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9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B775F4AD-B528-18B8-2983-E9B064DA5B37}"/>
                    </a:ext>
                  </a:extLst>
                </p14:cNvPr>
                <p14:cNvContentPartPr/>
                <p14:nvPr/>
              </p14:nvContentPartPr>
              <p14:xfrm>
                <a:off x="5185800" y="677376"/>
                <a:ext cx="272880" cy="43452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B775F4AD-B528-18B8-2983-E9B064DA5B37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5181480" y="673056"/>
                  <a:ext cx="281520" cy="44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1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E66BF5C4-93F6-8E13-3D0F-5547FF07E907}"/>
                    </a:ext>
                  </a:extLst>
                </p14:cNvPr>
                <p14:cNvContentPartPr/>
                <p14:nvPr/>
              </p14:nvContentPartPr>
              <p14:xfrm>
                <a:off x="5236920" y="953856"/>
                <a:ext cx="85680" cy="504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E66BF5C4-93F6-8E13-3D0F-5547FF07E907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5232600" y="949536"/>
                  <a:ext cx="94320" cy="1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3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BCCCBA28-4BC1-B2F5-4158-E8605ADDC785}"/>
                    </a:ext>
                  </a:extLst>
                </p14:cNvPr>
                <p14:cNvContentPartPr/>
                <p14:nvPr/>
              </p14:nvContentPartPr>
              <p14:xfrm>
                <a:off x="5456160" y="761976"/>
                <a:ext cx="57960" cy="28512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BCCCBA28-4BC1-B2F5-4158-E8605ADDC785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5451840" y="757656"/>
                  <a:ext cx="66600" cy="29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5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439FE746-A4E1-8C63-D499-12ACF5CB846F}"/>
                    </a:ext>
                  </a:extLst>
                </p14:cNvPr>
                <p14:cNvContentPartPr/>
                <p14:nvPr/>
              </p14:nvContentPartPr>
              <p14:xfrm>
                <a:off x="5373000" y="893736"/>
                <a:ext cx="208080" cy="2808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439FE746-A4E1-8C63-D499-12ACF5CB846F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5368680" y="889416"/>
                  <a:ext cx="21672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7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7EA400BD-E8C1-D9A4-6E01-5DBA01C180A9}"/>
                    </a:ext>
                  </a:extLst>
                </p14:cNvPr>
                <p14:cNvContentPartPr/>
                <p14:nvPr/>
              </p14:nvContentPartPr>
              <p14:xfrm>
                <a:off x="5711400" y="727056"/>
                <a:ext cx="221400" cy="35532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7EA400BD-E8C1-D9A4-6E01-5DBA01C180A9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5707080" y="722736"/>
                  <a:ext cx="230040" cy="36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9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F1C46C03-D0C5-7E98-F6A7-B683E91AB7EF}"/>
                    </a:ext>
                  </a:extLst>
                </p14:cNvPr>
                <p14:cNvContentPartPr/>
                <p14:nvPr/>
              </p14:nvContentPartPr>
              <p14:xfrm>
                <a:off x="5920560" y="876816"/>
                <a:ext cx="138600" cy="13104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F1C46C03-D0C5-7E98-F6A7-B683E91AB7EF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5916240" y="872496"/>
                  <a:ext cx="14724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1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7A6C06AA-71DB-501F-846C-6C56D078F009}"/>
                    </a:ext>
                  </a:extLst>
                </p14:cNvPr>
                <p14:cNvContentPartPr/>
                <p14:nvPr/>
              </p14:nvContentPartPr>
              <p14:xfrm>
                <a:off x="6152040" y="719496"/>
                <a:ext cx="153000" cy="38124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7A6C06AA-71DB-501F-846C-6C56D078F009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6147720" y="715176"/>
                  <a:ext cx="161640" cy="389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63">
            <p14:nvContentPartPr>
              <p14:cNvPr id="99" name="Ink 98">
                <a:extLst>
                  <a:ext uri="{FF2B5EF4-FFF2-40B4-BE49-F238E27FC236}">
                    <a16:creationId xmlns:a16="http://schemas.microsoft.com/office/drawing/2014/main" id="{F6FF00EC-B152-EC14-54C5-45797AD90323}"/>
                  </a:ext>
                </a:extLst>
              </p14:cNvPr>
              <p14:cNvContentPartPr/>
              <p14:nvPr/>
            </p14:nvContentPartPr>
            <p14:xfrm>
              <a:off x="1014120" y="2101536"/>
              <a:ext cx="115920" cy="44280"/>
            </p14:xfrm>
          </p:contentPart>
        </mc:Choice>
        <mc:Fallback xmlns="">
          <p:pic>
            <p:nvPicPr>
              <p:cNvPr id="99" name="Ink 98">
                <a:extLst>
                  <a:ext uri="{FF2B5EF4-FFF2-40B4-BE49-F238E27FC236}">
                    <a16:creationId xmlns:a16="http://schemas.microsoft.com/office/drawing/2014/main" id="{F6FF00EC-B152-EC14-54C5-45797AD90323}"/>
                  </a:ext>
                </a:extLst>
              </p:cNvPr>
              <p:cNvPicPr/>
              <p:nvPr/>
            </p:nvPicPr>
            <p:blipFill>
              <a:blip r:embed="rId164"/>
              <a:stretch>
                <a:fillRect/>
              </a:stretch>
            </p:blipFill>
            <p:spPr>
              <a:xfrm>
                <a:off x="1009800" y="2097216"/>
                <a:ext cx="124560" cy="52920"/>
              </a:xfrm>
              <a:prstGeom prst="rect">
                <a:avLst/>
              </a:prstGeom>
            </p:spPr>
          </p:pic>
        </mc:Fallback>
      </mc:AlternateContent>
      <p:grpSp>
        <p:nvGrpSpPr>
          <p:cNvPr id="116" name="Group 115">
            <a:extLst>
              <a:ext uri="{FF2B5EF4-FFF2-40B4-BE49-F238E27FC236}">
                <a16:creationId xmlns:a16="http://schemas.microsoft.com/office/drawing/2014/main" id="{00EF47A2-A55C-B51E-C556-72A9A2D1E205}"/>
              </a:ext>
            </a:extLst>
          </p:cNvPr>
          <p:cNvGrpSpPr/>
          <p:nvPr/>
        </p:nvGrpSpPr>
        <p:grpSpPr>
          <a:xfrm>
            <a:off x="1365480" y="1865376"/>
            <a:ext cx="302400" cy="153720"/>
            <a:chOff x="1365480" y="1865376"/>
            <a:chExt cx="302400" cy="153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5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1B1E6D90-A290-0292-4C6A-98F096BE1B72}"/>
                    </a:ext>
                  </a:extLst>
                </p14:cNvPr>
                <p14:cNvContentPartPr/>
                <p14:nvPr/>
              </p14:nvContentPartPr>
              <p14:xfrm>
                <a:off x="1365480" y="1907496"/>
                <a:ext cx="256680" cy="10440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1B1E6D90-A290-0292-4C6A-98F096BE1B72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1361160" y="1903176"/>
                  <a:ext cx="265320" cy="11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7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10C14902-06E5-FA0B-15C4-30EA7CB4CA58}"/>
                    </a:ext>
                  </a:extLst>
                </p14:cNvPr>
                <p14:cNvContentPartPr/>
                <p14:nvPr/>
              </p14:nvContentPartPr>
              <p14:xfrm>
                <a:off x="1573560" y="1865376"/>
                <a:ext cx="94320" cy="15372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10C14902-06E5-FA0B-15C4-30EA7CB4CA58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1569240" y="1861056"/>
                  <a:ext cx="102960" cy="162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F4E47C73-9D3D-487A-A6ED-AE75421C8BF8}"/>
              </a:ext>
            </a:extLst>
          </p:cNvPr>
          <p:cNvGrpSpPr/>
          <p:nvPr/>
        </p:nvGrpSpPr>
        <p:grpSpPr>
          <a:xfrm>
            <a:off x="32400" y="2055456"/>
            <a:ext cx="739800" cy="501480"/>
            <a:chOff x="32400" y="2055456"/>
            <a:chExt cx="739800" cy="501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9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B30F0CEA-AD44-0A4F-7F1F-7F4DC3C8E7BE}"/>
                    </a:ext>
                  </a:extLst>
                </p14:cNvPr>
                <p14:cNvContentPartPr/>
                <p14:nvPr/>
              </p14:nvContentPartPr>
              <p14:xfrm>
                <a:off x="32400" y="2141136"/>
                <a:ext cx="154800" cy="27612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B30F0CEA-AD44-0A4F-7F1F-7F4DC3C8E7BE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28080" y="2136816"/>
                  <a:ext cx="163440" cy="28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1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2D008289-E144-88F0-611A-57202DC68C1A}"/>
                    </a:ext>
                  </a:extLst>
                </p14:cNvPr>
                <p14:cNvContentPartPr/>
                <p14:nvPr/>
              </p14:nvContentPartPr>
              <p14:xfrm>
                <a:off x="210600" y="2124216"/>
                <a:ext cx="146880" cy="11988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2D008289-E144-88F0-611A-57202DC68C1A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206280" y="2119896"/>
                  <a:ext cx="155520" cy="12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3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464D26C0-8657-3D9B-9081-D6E062FB4726}"/>
                    </a:ext>
                  </a:extLst>
                </p14:cNvPr>
                <p14:cNvContentPartPr/>
                <p14:nvPr/>
              </p14:nvContentPartPr>
              <p14:xfrm>
                <a:off x="392400" y="2149056"/>
                <a:ext cx="88560" cy="7092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464D26C0-8657-3D9B-9081-D6E062FB4726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388080" y="2144736"/>
                  <a:ext cx="9720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5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D45DD87A-1125-98DE-5187-335E376F7F4B}"/>
                    </a:ext>
                  </a:extLst>
                </p14:cNvPr>
                <p14:cNvContentPartPr/>
                <p14:nvPr/>
              </p14:nvContentPartPr>
              <p14:xfrm>
                <a:off x="513720" y="2055456"/>
                <a:ext cx="15840" cy="15264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D45DD87A-1125-98DE-5187-335E376F7F4B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509400" y="2051136"/>
                  <a:ext cx="24480" cy="16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7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F7B6F4A6-050B-407D-6A73-26D0AD270C31}"/>
                    </a:ext>
                  </a:extLst>
                </p14:cNvPr>
                <p14:cNvContentPartPr/>
                <p14:nvPr/>
              </p14:nvContentPartPr>
              <p14:xfrm>
                <a:off x="510840" y="2124576"/>
                <a:ext cx="109080" cy="9216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F7B6F4A6-050B-407D-6A73-26D0AD270C31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506520" y="2120256"/>
                  <a:ext cx="117720" cy="10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9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E23B3D6A-E648-1862-E9D3-5EB00727CBA5}"/>
                    </a:ext>
                  </a:extLst>
                </p14:cNvPr>
                <p14:cNvContentPartPr/>
                <p14:nvPr/>
              </p14:nvContentPartPr>
              <p14:xfrm>
                <a:off x="645840" y="2082096"/>
                <a:ext cx="45360" cy="11268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E23B3D6A-E648-1862-E9D3-5EB00727CBA5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641520" y="2077776"/>
                  <a:ext cx="5400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1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1218C0A7-80E5-7306-50DC-70D0A3AA9CFD}"/>
                    </a:ext>
                  </a:extLst>
                </p14:cNvPr>
                <p14:cNvContentPartPr/>
                <p14:nvPr/>
              </p14:nvContentPartPr>
              <p14:xfrm>
                <a:off x="242280" y="2423016"/>
                <a:ext cx="100440" cy="13392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1218C0A7-80E5-7306-50DC-70D0A3AA9CFD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237960" y="2418696"/>
                  <a:ext cx="10908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3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968BACCA-1ED8-CE9F-F409-F812AFC53657}"/>
                    </a:ext>
                  </a:extLst>
                </p14:cNvPr>
                <p14:cNvContentPartPr/>
                <p14:nvPr/>
              </p14:nvContentPartPr>
              <p14:xfrm>
                <a:off x="369360" y="2363976"/>
                <a:ext cx="95400" cy="13536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968BACCA-1ED8-CE9F-F409-F812AFC53657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365040" y="2359656"/>
                  <a:ext cx="10404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5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25F4FBA9-D20C-2275-2151-09CFEB106229}"/>
                    </a:ext>
                  </a:extLst>
                </p14:cNvPr>
                <p14:cNvContentPartPr/>
                <p14:nvPr/>
              </p14:nvContentPartPr>
              <p14:xfrm>
                <a:off x="513000" y="2471256"/>
                <a:ext cx="11880" cy="4176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25F4FBA9-D20C-2275-2151-09CFEB106229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508680" y="2466936"/>
                  <a:ext cx="2052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7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6BFE236A-7D6C-E07E-F681-FCFB961CE8A0}"/>
                    </a:ext>
                  </a:extLst>
                </p14:cNvPr>
                <p14:cNvContentPartPr/>
                <p14:nvPr/>
              </p14:nvContentPartPr>
              <p14:xfrm>
                <a:off x="496800" y="2323296"/>
                <a:ext cx="7200" cy="2808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6BFE236A-7D6C-E07E-F681-FCFB961CE8A0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492480" y="2318976"/>
                  <a:ext cx="1584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9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0666E6DB-C5E8-2E21-111D-039B50EE3E5F}"/>
                    </a:ext>
                  </a:extLst>
                </p14:cNvPr>
                <p14:cNvContentPartPr/>
                <p14:nvPr/>
              </p14:nvContentPartPr>
              <p14:xfrm>
                <a:off x="586800" y="2407896"/>
                <a:ext cx="21240" cy="9360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0666E6DB-C5E8-2E21-111D-039B50EE3E5F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582480" y="2403576"/>
                  <a:ext cx="2988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1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B5666A30-14DF-EE5A-AD89-FBC3AA9EBEF9}"/>
                    </a:ext>
                  </a:extLst>
                </p14:cNvPr>
                <p14:cNvContentPartPr/>
                <p14:nvPr/>
              </p14:nvContentPartPr>
              <p14:xfrm>
                <a:off x="676800" y="2278656"/>
                <a:ext cx="95400" cy="22788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B5666A30-14DF-EE5A-AD89-FBC3AA9EBEF9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672480" y="2274336"/>
                  <a:ext cx="104040" cy="23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3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0E251D5B-A3FD-89B5-7104-63F760C0954E}"/>
                    </a:ext>
                  </a:extLst>
                </p14:cNvPr>
                <p14:cNvContentPartPr/>
                <p14:nvPr/>
              </p14:nvContentPartPr>
              <p14:xfrm>
                <a:off x="570600" y="2370816"/>
                <a:ext cx="11880" cy="6840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0E251D5B-A3FD-89B5-7104-63F760C0954E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566280" y="2366496"/>
                  <a:ext cx="20520" cy="77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95">
            <p14:nvContentPartPr>
              <p14:cNvPr id="127" name="Ink 126">
                <a:extLst>
                  <a:ext uri="{FF2B5EF4-FFF2-40B4-BE49-F238E27FC236}">
                    <a16:creationId xmlns:a16="http://schemas.microsoft.com/office/drawing/2014/main" id="{BA1B4F3E-BFC6-159A-414B-4218DCEA7909}"/>
                  </a:ext>
                </a:extLst>
              </p14:cNvPr>
              <p14:cNvContentPartPr/>
              <p14:nvPr/>
            </p14:nvContentPartPr>
            <p14:xfrm>
              <a:off x="1993680" y="3738096"/>
              <a:ext cx="34920" cy="22320"/>
            </p14:xfrm>
          </p:contentPart>
        </mc:Choice>
        <mc:Fallback xmlns="">
          <p:pic>
            <p:nvPicPr>
              <p:cNvPr id="127" name="Ink 126">
                <a:extLst>
                  <a:ext uri="{FF2B5EF4-FFF2-40B4-BE49-F238E27FC236}">
                    <a16:creationId xmlns:a16="http://schemas.microsoft.com/office/drawing/2014/main" id="{BA1B4F3E-BFC6-159A-414B-4218DCEA7909}"/>
                  </a:ext>
                </a:extLst>
              </p:cNvPr>
              <p:cNvPicPr/>
              <p:nvPr/>
            </p:nvPicPr>
            <p:blipFill>
              <a:blip r:embed="rId196"/>
              <a:stretch>
                <a:fillRect/>
              </a:stretch>
            </p:blipFill>
            <p:spPr>
              <a:xfrm>
                <a:off x="1989360" y="3733776"/>
                <a:ext cx="43560" cy="30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685754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FC7BE9-E0F8-17CA-8BA6-D7CDE13AA0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D28F6EE6-ECCA-DA99-46FC-987CBAC4B453}"/>
                  </a:ext>
                </a:extLst>
              </p14:cNvPr>
              <p14:cNvContentPartPr/>
              <p14:nvPr/>
            </p14:nvContentPartPr>
            <p14:xfrm>
              <a:off x="2524680" y="1214280"/>
              <a:ext cx="88920" cy="12204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D28F6EE6-ECCA-DA99-46FC-987CBAC4B45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520360" y="1209960"/>
                <a:ext cx="97560" cy="13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78278600-D016-7A94-BA38-B539EF300D56}"/>
                  </a:ext>
                </a:extLst>
              </p14:cNvPr>
              <p14:cNvContentPartPr/>
              <p14:nvPr/>
            </p14:nvContentPartPr>
            <p14:xfrm>
              <a:off x="1896480" y="2032200"/>
              <a:ext cx="34920" cy="1155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78278600-D016-7A94-BA38-B539EF300D5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892160" y="2027880"/>
                <a:ext cx="43560" cy="12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106B779E-23F8-A83F-CA8D-312A3AC95CC3}"/>
                  </a:ext>
                </a:extLst>
              </p14:cNvPr>
              <p14:cNvContentPartPr/>
              <p14:nvPr/>
            </p14:nvContentPartPr>
            <p14:xfrm>
              <a:off x="3065400" y="2070360"/>
              <a:ext cx="115560" cy="867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106B779E-23F8-A83F-CA8D-312A3AC95CC3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061080" y="2066040"/>
                <a:ext cx="124200" cy="9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E6F29A29-57CC-8F90-C2CE-BF9A9A7141E8}"/>
                  </a:ext>
                </a:extLst>
              </p14:cNvPr>
              <p14:cNvContentPartPr/>
              <p14:nvPr/>
            </p14:nvContentPartPr>
            <p14:xfrm>
              <a:off x="1323720" y="510840"/>
              <a:ext cx="152640" cy="1425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E6F29A29-57CC-8F90-C2CE-BF9A9A7141E8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319400" y="506520"/>
                <a:ext cx="161280" cy="15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B61B98C6-9A89-B5CB-9762-6893A81F1AE3}"/>
                  </a:ext>
                </a:extLst>
              </p14:cNvPr>
              <p14:cNvContentPartPr/>
              <p14:nvPr/>
            </p14:nvContentPartPr>
            <p14:xfrm>
              <a:off x="1478160" y="532800"/>
              <a:ext cx="70920" cy="8568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B61B98C6-9A89-B5CB-9762-6893A81F1AE3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473840" y="528480"/>
                <a:ext cx="79560" cy="9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6A62977D-B419-86ED-20D4-1768276889CD}"/>
                  </a:ext>
                </a:extLst>
              </p14:cNvPr>
              <p14:cNvContentPartPr/>
              <p14:nvPr/>
            </p14:nvContentPartPr>
            <p14:xfrm>
              <a:off x="1577520" y="544320"/>
              <a:ext cx="77760" cy="669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6A62977D-B419-86ED-20D4-1768276889CD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573200" y="540000"/>
                <a:ext cx="86400" cy="7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7462F9D9-42C2-C4F2-2DC8-7A04BC7B6BDC}"/>
                  </a:ext>
                </a:extLst>
              </p14:cNvPr>
              <p14:cNvContentPartPr/>
              <p14:nvPr/>
            </p14:nvContentPartPr>
            <p14:xfrm>
              <a:off x="1713960" y="443880"/>
              <a:ext cx="99720" cy="16380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7462F9D9-42C2-C4F2-2DC8-7A04BC7B6BDC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709640" y="439560"/>
                <a:ext cx="108360" cy="17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B2344E6F-FC16-EFE4-C571-225247AFCBC5}"/>
                  </a:ext>
                </a:extLst>
              </p14:cNvPr>
              <p14:cNvContentPartPr/>
              <p14:nvPr/>
            </p14:nvContentPartPr>
            <p14:xfrm>
              <a:off x="1709280" y="510840"/>
              <a:ext cx="148320" cy="252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B2344E6F-FC16-EFE4-C571-225247AFCBC5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704960" y="506520"/>
                <a:ext cx="156960" cy="1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5C614376-9E8A-057F-6F27-21A57B30282A}"/>
                  </a:ext>
                </a:extLst>
              </p14:cNvPr>
              <p14:cNvContentPartPr/>
              <p14:nvPr/>
            </p14:nvContentPartPr>
            <p14:xfrm>
              <a:off x="2256840" y="473760"/>
              <a:ext cx="297720" cy="33948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5C614376-9E8A-057F-6F27-21A57B30282A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2252520" y="469440"/>
                <a:ext cx="306360" cy="34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07E91CFB-30FC-F508-707A-AEF2FA908E51}"/>
                  </a:ext>
                </a:extLst>
              </p14:cNvPr>
              <p14:cNvContentPartPr/>
              <p14:nvPr/>
            </p14:nvContentPartPr>
            <p14:xfrm>
              <a:off x="2443320" y="740880"/>
              <a:ext cx="93240" cy="5148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07E91CFB-30FC-F508-707A-AEF2FA908E51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2439000" y="736560"/>
                <a:ext cx="101880" cy="6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E1BB3607-3F63-2CA5-F3C6-B77AFC03FC98}"/>
                  </a:ext>
                </a:extLst>
              </p14:cNvPr>
              <p14:cNvContentPartPr/>
              <p14:nvPr/>
            </p14:nvContentPartPr>
            <p14:xfrm>
              <a:off x="2526480" y="727200"/>
              <a:ext cx="95760" cy="9720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E1BB3607-3F63-2CA5-F3C6-B77AFC03FC98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2522160" y="722880"/>
                <a:ext cx="104400" cy="10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ECA9756E-449B-10ED-615A-91E87ECB10AF}"/>
                  </a:ext>
                </a:extLst>
              </p14:cNvPr>
              <p14:cNvContentPartPr/>
              <p14:nvPr/>
            </p14:nvContentPartPr>
            <p14:xfrm>
              <a:off x="2354040" y="780480"/>
              <a:ext cx="381600" cy="40788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ECA9756E-449B-10ED-615A-91E87ECB10AF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2349720" y="776160"/>
                <a:ext cx="390240" cy="41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81EB1B6A-11BF-860B-E84E-114AADD3F5F8}"/>
                  </a:ext>
                </a:extLst>
              </p14:cNvPr>
              <p14:cNvContentPartPr/>
              <p14:nvPr/>
            </p14:nvContentPartPr>
            <p14:xfrm>
              <a:off x="2210760" y="1139040"/>
              <a:ext cx="220320" cy="47844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81EB1B6A-11BF-860B-E84E-114AADD3F5F8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2206440" y="1134720"/>
                <a:ext cx="228960" cy="48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FE83C746-837C-93FE-432A-FB8C9DB69B6E}"/>
                  </a:ext>
                </a:extLst>
              </p14:cNvPr>
              <p14:cNvContentPartPr/>
              <p14:nvPr/>
            </p14:nvContentPartPr>
            <p14:xfrm>
              <a:off x="1753200" y="1575000"/>
              <a:ext cx="508680" cy="42300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FE83C746-837C-93FE-432A-FB8C9DB69B6E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1748880" y="1570680"/>
                <a:ext cx="517320" cy="43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0B126888-8A00-3DB3-CAA5-B1096854DE16}"/>
                  </a:ext>
                </a:extLst>
              </p14:cNvPr>
              <p14:cNvContentPartPr/>
              <p14:nvPr/>
            </p14:nvContentPartPr>
            <p14:xfrm>
              <a:off x="2640960" y="1171440"/>
              <a:ext cx="441000" cy="46224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0B126888-8A00-3DB3-CAA5-B1096854DE16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2636640" y="1167120"/>
                <a:ext cx="449640" cy="47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8834BC14-577E-A066-43EC-B939966753FD}"/>
                  </a:ext>
                </a:extLst>
              </p14:cNvPr>
              <p14:cNvContentPartPr/>
              <p14:nvPr/>
            </p14:nvContentPartPr>
            <p14:xfrm>
              <a:off x="2824200" y="1628640"/>
              <a:ext cx="521640" cy="38808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8834BC14-577E-A066-43EC-B939966753FD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2819880" y="1624320"/>
                <a:ext cx="530280" cy="39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9E658310-F3AC-15FB-900A-C64C4B36C2EC}"/>
                  </a:ext>
                </a:extLst>
              </p14:cNvPr>
              <p14:cNvContentPartPr/>
              <p14:nvPr/>
            </p14:nvContentPartPr>
            <p14:xfrm>
              <a:off x="1455120" y="1971360"/>
              <a:ext cx="344880" cy="66924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9E658310-F3AC-15FB-900A-C64C4B36C2EC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1450800" y="1967040"/>
                <a:ext cx="353520" cy="67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2F9F03A4-2732-159B-0D2C-D6033F383709}"/>
                  </a:ext>
                </a:extLst>
              </p14:cNvPr>
              <p14:cNvContentPartPr/>
              <p14:nvPr/>
            </p14:nvContentPartPr>
            <p14:xfrm>
              <a:off x="906120" y="2576160"/>
              <a:ext cx="676080" cy="71208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2F9F03A4-2732-159B-0D2C-D6033F383709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901800" y="2571840"/>
                <a:ext cx="684720" cy="72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46166E44-D7F9-B873-152A-5F8866324982}"/>
                  </a:ext>
                </a:extLst>
              </p14:cNvPr>
              <p14:cNvContentPartPr/>
              <p14:nvPr/>
            </p14:nvContentPartPr>
            <p14:xfrm>
              <a:off x="2090160" y="2001960"/>
              <a:ext cx="56160" cy="87804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46166E44-D7F9-B873-152A-5F8866324982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2085840" y="1997640"/>
                <a:ext cx="64800" cy="88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29498977-BF64-F69C-BDB3-0F1096946568}"/>
                  </a:ext>
                </a:extLst>
              </p14:cNvPr>
              <p14:cNvContentPartPr/>
              <p14:nvPr/>
            </p14:nvContentPartPr>
            <p14:xfrm>
              <a:off x="1806480" y="2653200"/>
              <a:ext cx="594000" cy="75060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29498977-BF64-F69C-BDB3-0F1096946568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1802160" y="2648880"/>
                <a:ext cx="602640" cy="75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E2D5FA32-F402-B83A-E096-F94009728429}"/>
                  </a:ext>
                </a:extLst>
              </p14:cNvPr>
              <p14:cNvContentPartPr/>
              <p14:nvPr/>
            </p14:nvContentPartPr>
            <p14:xfrm>
              <a:off x="952200" y="3337920"/>
              <a:ext cx="97200" cy="13212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E2D5FA32-F402-B83A-E096-F94009728429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947880" y="3333600"/>
                <a:ext cx="105840" cy="14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14513600-B01D-FF16-77BE-9DDD12CB9977}"/>
                  </a:ext>
                </a:extLst>
              </p14:cNvPr>
              <p14:cNvContentPartPr/>
              <p14:nvPr/>
            </p14:nvContentPartPr>
            <p14:xfrm>
              <a:off x="1896480" y="3444840"/>
              <a:ext cx="141120" cy="8892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14513600-B01D-FF16-77BE-9DDD12CB9977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1892160" y="3440520"/>
                <a:ext cx="149760" cy="9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FA9CA92E-4C65-9681-250C-602DFEF55824}"/>
                  </a:ext>
                </a:extLst>
              </p14:cNvPr>
              <p14:cNvContentPartPr/>
              <p14:nvPr/>
            </p14:nvContentPartPr>
            <p14:xfrm>
              <a:off x="1971360" y="3483720"/>
              <a:ext cx="27000" cy="11016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FA9CA92E-4C65-9681-250C-602DFEF55824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1967040" y="3479400"/>
                <a:ext cx="35640" cy="11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CB61186A-84B2-998B-417D-1C33BAB798E5}"/>
                  </a:ext>
                </a:extLst>
              </p14:cNvPr>
              <p14:cNvContentPartPr/>
              <p14:nvPr/>
            </p14:nvContentPartPr>
            <p14:xfrm>
              <a:off x="1090440" y="2908440"/>
              <a:ext cx="210240" cy="16668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CB61186A-84B2-998B-417D-1C33BAB798E5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1086120" y="2904120"/>
                <a:ext cx="218880" cy="17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7E44A35D-F3A0-F253-F616-B1A189E37F59}"/>
                  </a:ext>
                </a:extLst>
              </p14:cNvPr>
              <p14:cNvContentPartPr/>
              <p14:nvPr/>
            </p14:nvContentPartPr>
            <p14:xfrm>
              <a:off x="2049120" y="2988576"/>
              <a:ext cx="37440" cy="20808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7E44A35D-F3A0-F253-F616-B1A189E37F59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2044800" y="2984256"/>
                <a:ext cx="46080" cy="21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5DCA73B5-0646-A149-04FC-D8B28E37F8BC}"/>
                  </a:ext>
                </a:extLst>
              </p14:cNvPr>
              <p14:cNvContentPartPr/>
              <p14:nvPr/>
            </p14:nvContentPartPr>
            <p14:xfrm>
              <a:off x="2983680" y="1726416"/>
              <a:ext cx="221040" cy="19260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5DCA73B5-0646-A149-04FC-D8B28E37F8BC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2979360" y="1722096"/>
                <a:ext cx="229680" cy="20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12CF62AB-BC36-2243-71DD-30A0945B11DE}"/>
                  </a:ext>
                </a:extLst>
              </p14:cNvPr>
              <p14:cNvContentPartPr/>
              <p14:nvPr/>
            </p14:nvContentPartPr>
            <p14:xfrm>
              <a:off x="4172040" y="6329736"/>
              <a:ext cx="23400" cy="36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12CF62AB-BC36-2243-71DD-30A0945B11DE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4167720" y="6325416"/>
                <a:ext cx="32040" cy="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99F66FD4-8F5A-9058-74A1-D42BD65501BF}"/>
                  </a:ext>
                </a:extLst>
              </p14:cNvPr>
              <p14:cNvContentPartPr/>
              <p14:nvPr/>
            </p14:nvContentPartPr>
            <p14:xfrm>
              <a:off x="7236024" y="2926980"/>
              <a:ext cx="83160" cy="62208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99F66FD4-8F5A-9058-74A1-D42BD65501BF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7231685" y="2922660"/>
                <a:ext cx="91838" cy="63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1EC233D5-99C7-1BBE-30A1-D00B036799D8}"/>
                  </a:ext>
                </a:extLst>
              </p14:cNvPr>
              <p14:cNvContentPartPr/>
              <p14:nvPr/>
            </p14:nvContentPartPr>
            <p14:xfrm>
              <a:off x="7181664" y="2825100"/>
              <a:ext cx="3445920" cy="72540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1EC233D5-99C7-1BBE-30A1-D00B036799D8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7177344" y="2820778"/>
                <a:ext cx="3454560" cy="73404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BBDC1780-747B-83DC-1E4C-8C94F7CCC1B2}"/>
                  </a:ext>
                </a:extLst>
              </p14:cNvPr>
              <p14:cNvContentPartPr/>
              <p14:nvPr/>
            </p14:nvContentPartPr>
            <p14:xfrm>
              <a:off x="7797624" y="2966940"/>
              <a:ext cx="37080" cy="59940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BBDC1780-747B-83DC-1E4C-8C94F7CCC1B2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7793262" y="2962623"/>
                <a:ext cx="45805" cy="60803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3CB89DBF-DA81-37BA-51EE-48728B0AFEB4}"/>
                  </a:ext>
                </a:extLst>
              </p14:cNvPr>
              <p14:cNvContentPartPr/>
              <p14:nvPr/>
            </p14:nvContentPartPr>
            <p14:xfrm>
              <a:off x="8427624" y="2917260"/>
              <a:ext cx="25920" cy="586800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3CB89DBF-DA81-37BA-51EE-48728B0AFEB4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8423304" y="2912940"/>
                <a:ext cx="34560" cy="59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8A8DF6D0-06DA-4C96-F5ED-9782A994F9CE}"/>
                  </a:ext>
                </a:extLst>
              </p14:cNvPr>
              <p14:cNvContentPartPr/>
              <p14:nvPr/>
            </p14:nvContentPartPr>
            <p14:xfrm>
              <a:off x="8953584" y="2848860"/>
              <a:ext cx="83160" cy="700920"/>
            </p14:xfrm>
          </p:contentPart>
        </mc:Choice>
        <mc:Fallback xmlns=""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8A8DF6D0-06DA-4C96-F5ED-9782A994F9CE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8949264" y="2844540"/>
                <a:ext cx="91800" cy="70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79178B60-F347-F63B-8528-8C88D9B2A6DD}"/>
                  </a:ext>
                </a:extLst>
              </p14:cNvPr>
              <p14:cNvContentPartPr/>
              <p14:nvPr/>
            </p14:nvContentPartPr>
            <p14:xfrm>
              <a:off x="9459744" y="2850660"/>
              <a:ext cx="54000" cy="642240"/>
            </p14:xfrm>
          </p:contentPart>
        </mc:Choice>
        <mc:Fallback xmlns=""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79178B60-F347-F63B-8528-8C88D9B2A6DD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9455424" y="2846342"/>
                <a:ext cx="62640" cy="65087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9DF35DFC-DFD3-A27E-A7D0-6FA939F3C544}"/>
                  </a:ext>
                </a:extLst>
              </p14:cNvPr>
              <p14:cNvContentPartPr/>
              <p14:nvPr/>
            </p14:nvContentPartPr>
            <p14:xfrm>
              <a:off x="9948984" y="2818980"/>
              <a:ext cx="82080" cy="711720"/>
            </p14:xfrm>
          </p:contentPart>
        </mc:Choice>
        <mc:Fallback xmlns=""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9DF35DFC-DFD3-A27E-A7D0-6FA939F3C544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9944664" y="2814660"/>
                <a:ext cx="90720" cy="72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96445184-1741-90B7-B416-C4B0833398DC}"/>
                  </a:ext>
                </a:extLst>
              </p14:cNvPr>
              <p14:cNvContentPartPr/>
              <p14:nvPr/>
            </p14:nvContentPartPr>
            <p14:xfrm>
              <a:off x="8055744" y="3586860"/>
              <a:ext cx="25920" cy="85680"/>
            </p14:xfrm>
          </p:contentPart>
        </mc:Choice>
        <mc:Fallback xmlns=""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96445184-1741-90B7-B416-C4B0833398DC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8051424" y="3582540"/>
                <a:ext cx="34560" cy="9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06F8CAA7-426B-E6A5-3C97-9F36F2A9BFCC}"/>
                  </a:ext>
                </a:extLst>
              </p14:cNvPr>
              <p14:cNvContentPartPr/>
              <p14:nvPr/>
            </p14:nvContentPartPr>
            <p14:xfrm>
              <a:off x="5733240" y="3450600"/>
              <a:ext cx="267840" cy="135720"/>
            </p14:xfrm>
          </p:contentPart>
        </mc:Choice>
        <mc:Fallback xmlns=""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06F8CAA7-426B-E6A5-3C97-9F36F2A9BFCC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5728920" y="3446280"/>
                <a:ext cx="276480" cy="14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33047DF3-C4A9-0823-79D8-A969C6B2172A}"/>
                  </a:ext>
                </a:extLst>
              </p14:cNvPr>
              <p14:cNvContentPartPr/>
              <p14:nvPr/>
            </p14:nvContentPartPr>
            <p14:xfrm>
              <a:off x="5744040" y="3665880"/>
              <a:ext cx="21240" cy="265320"/>
            </p14:xfrm>
          </p:contentPart>
        </mc:Choice>
        <mc:Fallback xmlns=""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33047DF3-C4A9-0823-79D8-A969C6B2172A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5739720" y="3661560"/>
                <a:ext cx="29880" cy="27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7727E899-8243-26DF-55D1-C7E0DFEB97B6}"/>
                  </a:ext>
                </a:extLst>
              </p14:cNvPr>
              <p14:cNvContentPartPr/>
              <p14:nvPr/>
            </p14:nvContentPartPr>
            <p14:xfrm>
              <a:off x="5727840" y="3578040"/>
              <a:ext cx="457560" cy="335160"/>
            </p14:xfrm>
          </p:contentPart>
        </mc:Choice>
        <mc:Fallback xmlns=""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7727E899-8243-26DF-55D1-C7E0DFEB97B6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5723520" y="3573720"/>
                <a:ext cx="466200" cy="34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65CC8DAD-BE81-3A42-9892-A32CC6C62C22}"/>
                  </a:ext>
                </a:extLst>
              </p14:cNvPr>
              <p14:cNvContentPartPr/>
              <p14:nvPr/>
            </p14:nvContentPartPr>
            <p14:xfrm>
              <a:off x="6067320" y="3237120"/>
              <a:ext cx="1139400" cy="520200"/>
            </p14:xfrm>
          </p:contentPart>
        </mc:Choice>
        <mc:Fallback xmlns=""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65CC8DAD-BE81-3A42-9892-A32CC6C62C22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6063000" y="3232800"/>
                <a:ext cx="1148040" cy="52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BCAB7EF5-54CF-C6C6-C6CC-08C0B517DFD0}"/>
                  </a:ext>
                </a:extLst>
              </p14:cNvPr>
              <p14:cNvContentPartPr/>
              <p14:nvPr/>
            </p14:nvContentPartPr>
            <p14:xfrm>
              <a:off x="7127880" y="3161880"/>
              <a:ext cx="94680" cy="181800"/>
            </p14:xfrm>
          </p:contentPart>
        </mc:Choice>
        <mc:Fallback xmlns=""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BCAB7EF5-54CF-C6C6-C6CC-08C0B517DFD0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7123560" y="3157560"/>
                <a:ext cx="103320" cy="19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527B67CB-7F2F-9099-7261-4D8509010531}"/>
                  </a:ext>
                </a:extLst>
              </p14:cNvPr>
              <p14:cNvContentPartPr/>
              <p14:nvPr/>
            </p14:nvContentPartPr>
            <p14:xfrm>
              <a:off x="7628640" y="3587760"/>
              <a:ext cx="123840" cy="99000"/>
            </p14:xfrm>
          </p:contentPart>
        </mc:Choice>
        <mc:Fallback xmlns=""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527B67CB-7F2F-9099-7261-4D8509010531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7624320" y="3583440"/>
                <a:ext cx="132480" cy="10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A40C86FB-8CBD-CF3C-ED11-794B7DEECBDC}"/>
                  </a:ext>
                </a:extLst>
              </p14:cNvPr>
              <p14:cNvContentPartPr/>
              <p14:nvPr/>
            </p14:nvContentPartPr>
            <p14:xfrm>
              <a:off x="8673000" y="3574080"/>
              <a:ext cx="233640" cy="106200"/>
            </p14:xfrm>
          </p:contentPart>
        </mc:Choice>
        <mc:Fallback xmlns=""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A40C86FB-8CBD-CF3C-ED11-794B7DEECBDC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8668680" y="3569760"/>
                <a:ext cx="242280" cy="11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9CEBA422-FE53-A5E4-78BE-8C365B37C269}"/>
                  </a:ext>
                </a:extLst>
              </p14:cNvPr>
              <p14:cNvContentPartPr/>
              <p14:nvPr/>
            </p14:nvContentPartPr>
            <p14:xfrm>
              <a:off x="9222720" y="3590280"/>
              <a:ext cx="130680" cy="114840"/>
            </p14:xfrm>
          </p:contentPart>
        </mc:Choice>
        <mc:Fallback xmlns=""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9CEBA422-FE53-A5E4-78BE-8C365B37C269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9218400" y="3585960"/>
                <a:ext cx="139320" cy="12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1083F1FB-DF18-BA9F-1A65-289D922604BB}"/>
                  </a:ext>
                </a:extLst>
              </p14:cNvPr>
              <p14:cNvContentPartPr/>
              <p14:nvPr/>
            </p14:nvContentPartPr>
            <p14:xfrm>
              <a:off x="9647880" y="3570840"/>
              <a:ext cx="146520" cy="79920"/>
            </p14:xfrm>
          </p:contentPart>
        </mc:Choice>
        <mc:Fallback xmlns=""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1083F1FB-DF18-BA9F-1A65-289D922604BB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9643560" y="3566520"/>
                <a:ext cx="155160" cy="8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CBE617D4-C12E-64E5-AEEB-688207CE75CF}"/>
                  </a:ext>
                </a:extLst>
              </p14:cNvPr>
              <p14:cNvContentPartPr/>
              <p14:nvPr/>
            </p14:nvContentPartPr>
            <p14:xfrm>
              <a:off x="9751920" y="3578760"/>
              <a:ext cx="30240" cy="112320"/>
            </p14:xfrm>
          </p:contentPart>
        </mc:Choice>
        <mc:Fallback xmlns=""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CBE617D4-C12E-64E5-AEEB-688207CE75CF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9747600" y="3574440"/>
                <a:ext cx="38880" cy="12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519F45B5-4259-32C1-1BB1-9E47B735CFD8}"/>
                  </a:ext>
                </a:extLst>
              </p14:cNvPr>
              <p14:cNvContentPartPr/>
              <p14:nvPr/>
            </p14:nvContentPartPr>
            <p14:xfrm>
              <a:off x="10102920" y="3584520"/>
              <a:ext cx="78120" cy="103680"/>
            </p14:xfrm>
          </p:contentPart>
        </mc:Choice>
        <mc:Fallback xmlns=""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519F45B5-4259-32C1-1BB1-9E47B735CFD8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10098600" y="3580200"/>
                <a:ext cx="86760" cy="11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8F8F01ED-7DA6-0744-1B2A-33095B6322FD}"/>
                  </a:ext>
                </a:extLst>
              </p14:cNvPr>
              <p14:cNvContentPartPr/>
              <p14:nvPr/>
            </p14:nvContentPartPr>
            <p14:xfrm>
              <a:off x="10181400" y="3560400"/>
              <a:ext cx="88200" cy="23400"/>
            </p14:xfrm>
          </p:contentPart>
        </mc:Choice>
        <mc:Fallback xmlns=""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8F8F01ED-7DA6-0744-1B2A-33095B6322FD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10177080" y="3556080"/>
                <a:ext cx="96840" cy="3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AF9B1E6A-E702-67ED-BF30-F065E34AC2B4}"/>
                  </a:ext>
                </a:extLst>
              </p14:cNvPr>
              <p14:cNvContentPartPr/>
              <p14:nvPr/>
            </p14:nvContentPartPr>
            <p14:xfrm>
              <a:off x="10689000" y="3533760"/>
              <a:ext cx="91080" cy="162720"/>
            </p14:xfrm>
          </p:contentPart>
        </mc:Choice>
        <mc:Fallback xmlns=""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AF9B1E6A-E702-67ED-BF30-F065E34AC2B4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10684680" y="3529440"/>
                <a:ext cx="99720" cy="17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C47F443B-2E55-10D6-7B10-98107663F468}"/>
                  </a:ext>
                </a:extLst>
              </p14:cNvPr>
              <p14:cNvContentPartPr/>
              <p14:nvPr/>
            </p14:nvContentPartPr>
            <p14:xfrm>
              <a:off x="10590360" y="2863440"/>
              <a:ext cx="495360" cy="594360"/>
            </p14:xfrm>
          </p:contentPart>
        </mc:Choice>
        <mc:Fallback xmlns=""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C47F443B-2E55-10D6-7B10-98107663F468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10586040" y="2859120"/>
                <a:ext cx="504000" cy="60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1757CB2E-8559-A9C1-C46C-A36BCF409F6A}"/>
                  </a:ext>
                </a:extLst>
              </p14:cNvPr>
              <p14:cNvContentPartPr/>
              <p14:nvPr/>
            </p14:nvContentPartPr>
            <p14:xfrm>
              <a:off x="10460760" y="3489840"/>
              <a:ext cx="493560" cy="44280"/>
            </p14:xfrm>
          </p:contentPart>
        </mc:Choice>
        <mc:Fallback xmlns=""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1757CB2E-8559-A9C1-C46C-A36BCF409F6A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10456440" y="3485520"/>
                <a:ext cx="502200" cy="5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2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EB600B84-ADAC-1974-5237-6A4A2818D303}"/>
                  </a:ext>
                </a:extLst>
              </p14:cNvPr>
              <p14:cNvContentPartPr/>
              <p14:nvPr/>
            </p14:nvContentPartPr>
            <p14:xfrm>
              <a:off x="9240480" y="3157416"/>
              <a:ext cx="160920" cy="209880"/>
            </p14:xfrm>
          </p:contentPart>
        </mc:Choice>
        <mc:Fallback xmlns=""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EB600B84-ADAC-1974-5237-6A4A2818D303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9236160" y="3153096"/>
                <a:ext cx="169560" cy="21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4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875DF314-FE34-D922-22B8-8FB077A8DF3F}"/>
                  </a:ext>
                </a:extLst>
              </p14:cNvPr>
              <p14:cNvContentPartPr/>
              <p14:nvPr/>
            </p14:nvContentPartPr>
            <p14:xfrm>
              <a:off x="9745920" y="3099456"/>
              <a:ext cx="7200" cy="185400"/>
            </p14:xfrm>
          </p:contentPart>
        </mc:Choice>
        <mc:Fallback xmlns=""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875DF314-FE34-D922-22B8-8FB077A8DF3F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9741600" y="3095136"/>
                <a:ext cx="15840" cy="19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6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D3116EEA-E835-9437-C122-2D7BCB573E45}"/>
                  </a:ext>
                </a:extLst>
              </p14:cNvPr>
              <p14:cNvContentPartPr/>
              <p14:nvPr/>
            </p14:nvContentPartPr>
            <p14:xfrm>
              <a:off x="10662480" y="3071736"/>
              <a:ext cx="247680" cy="294120"/>
            </p14:xfrm>
          </p:contentPart>
        </mc:Choice>
        <mc:Fallback xmlns=""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D3116EEA-E835-9437-C122-2D7BCB573E45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10658160" y="3067416"/>
                <a:ext cx="256320" cy="30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8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FCB3E77F-7B45-77CB-5C0F-C1ECB6854359}"/>
                  </a:ext>
                </a:extLst>
              </p14:cNvPr>
              <p14:cNvContentPartPr/>
              <p14:nvPr/>
            </p14:nvContentPartPr>
            <p14:xfrm>
              <a:off x="8552520" y="3142656"/>
              <a:ext cx="203760" cy="225360"/>
            </p14:xfrm>
          </p:contentPart>
        </mc:Choice>
        <mc:Fallback xmlns=""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FCB3E77F-7B45-77CB-5C0F-C1ECB6854359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8548200" y="3138336"/>
                <a:ext cx="212400" cy="23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0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B2996BF4-78C7-E71D-D10D-3E722BD9B525}"/>
                  </a:ext>
                </a:extLst>
              </p14:cNvPr>
              <p14:cNvContentPartPr/>
              <p14:nvPr/>
            </p14:nvContentPartPr>
            <p14:xfrm>
              <a:off x="10196280" y="3114936"/>
              <a:ext cx="145800" cy="232200"/>
            </p14:xfrm>
          </p:contentPart>
        </mc:Choice>
        <mc:Fallback xmlns=""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B2996BF4-78C7-E71D-D10D-3E722BD9B525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10191960" y="3110616"/>
                <a:ext cx="154440" cy="24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2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FA3741A0-CC06-F930-43B2-5410A508949B}"/>
                  </a:ext>
                </a:extLst>
              </p14:cNvPr>
              <p14:cNvContentPartPr/>
              <p14:nvPr/>
            </p14:nvContentPartPr>
            <p14:xfrm>
              <a:off x="10318680" y="3113496"/>
              <a:ext cx="95040" cy="38520"/>
            </p14:xfrm>
          </p:contentPart>
        </mc:Choice>
        <mc:Fallback xmlns=""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FA3741A0-CC06-F930-43B2-5410A508949B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10314360" y="3109176"/>
                <a:ext cx="103680" cy="4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4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9B90E8D7-85C5-36A8-1B0A-A462A6FC295A}"/>
                  </a:ext>
                </a:extLst>
              </p14:cNvPr>
              <p14:cNvContentPartPr/>
              <p14:nvPr/>
            </p14:nvContentPartPr>
            <p14:xfrm>
              <a:off x="10022400" y="3845736"/>
              <a:ext cx="966600" cy="178920"/>
            </p14:xfrm>
          </p:contentPart>
        </mc:Choice>
        <mc:Fallback xmlns=""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9B90E8D7-85C5-36A8-1B0A-A462A6FC295A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10018080" y="3841416"/>
                <a:ext cx="975240" cy="18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6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A28347CD-7D50-957D-086A-2467FA446D7D}"/>
                  </a:ext>
                </a:extLst>
              </p14:cNvPr>
              <p14:cNvContentPartPr/>
              <p14:nvPr/>
            </p14:nvContentPartPr>
            <p14:xfrm>
              <a:off x="10189800" y="4246416"/>
              <a:ext cx="111240" cy="123840"/>
            </p14:xfrm>
          </p:contentPart>
        </mc:Choice>
        <mc:Fallback xmlns=""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A28347CD-7D50-957D-086A-2467FA446D7D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10185480" y="4242096"/>
                <a:ext cx="119880" cy="13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8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D92BEF7C-6AC0-3359-6812-07E0D47531A2}"/>
                  </a:ext>
                </a:extLst>
              </p14:cNvPr>
              <p14:cNvContentPartPr/>
              <p14:nvPr/>
            </p14:nvContentPartPr>
            <p14:xfrm>
              <a:off x="10389960" y="4238136"/>
              <a:ext cx="259560" cy="130680"/>
            </p14:xfrm>
          </p:contentPart>
        </mc:Choice>
        <mc:Fallback xmlns=""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D92BEF7C-6AC0-3359-6812-07E0D47531A2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10385640" y="4233816"/>
                <a:ext cx="268200" cy="13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0">
            <p14:nvContentPartPr>
              <p14:cNvPr id="73" name="Ink 72">
                <a:extLst>
                  <a:ext uri="{FF2B5EF4-FFF2-40B4-BE49-F238E27FC236}">
                    <a16:creationId xmlns:a16="http://schemas.microsoft.com/office/drawing/2014/main" id="{E7538450-625A-72ED-141D-F3F56FE332CA}"/>
                  </a:ext>
                </a:extLst>
              </p14:cNvPr>
              <p14:cNvContentPartPr/>
              <p14:nvPr/>
            </p14:nvContentPartPr>
            <p14:xfrm>
              <a:off x="10755000" y="4104216"/>
              <a:ext cx="360" cy="360"/>
            </p14:xfrm>
          </p:contentPart>
        </mc:Choice>
        <mc:Fallback xmlns="">
          <p:pic>
            <p:nvPicPr>
              <p:cNvPr id="73" name="Ink 72">
                <a:extLst>
                  <a:ext uri="{FF2B5EF4-FFF2-40B4-BE49-F238E27FC236}">
                    <a16:creationId xmlns:a16="http://schemas.microsoft.com/office/drawing/2014/main" id="{E7538450-625A-72ED-141D-F3F56FE332CA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10750680" y="4099896"/>
                <a:ext cx="9000" cy="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2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28B6D858-3D8C-EAF4-D7DA-86A769377FBF}"/>
                  </a:ext>
                </a:extLst>
              </p14:cNvPr>
              <p14:cNvContentPartPr/>
              <p14:nvPr/>
            </p14:nvContentPartPr>
            <p14:xfrm>
              <a:off x="10755000" y="4104216"/>
              <a:ext cx="360" cy="360"/>
            </p14:xfrm>
          </p:contentPart>
        </mc:Choice>
        <mc:Fallback xmlns=""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28B6D858-3D8C-EAF4-D7DA-86A769377FBF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10750680" y="4099896"/>
                <a:ext cx="9000" cy="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3">
            <p14:nvContentPartPr>
              <p14:cNvPr id="75" name="Ink 74">
                <a:extLst>
                  <a:ext uri="{FF2B5EF4-FFF2-40B4-BE49-F238E27FC236}">
                    <a16:creationId xmlns:a16="http://schemas.microsoft.com/office/drawing/2014/main" id="{28877EC4-A5C2-AA1C-27A3-D936403C2A1B}"/>
                  </a:ext>
                </a:extLst>
              </p14:cNvPr>
              <p14:cNvContentPartPr/>
              <p14:nvPr/>
            </p14:nvContentPartPr>
            <p14:xfrm>
              <a:off x="10711440" y="4104216"/>
              <a:ext cx="54720" cy="264600"/>
            </p14:xfrm>
          </p:contentPart>
        </mc:Choice>
        <mc:Fallback xmlns="">
          <p:pic>
            <p:nvPicPr>
              <p:cNvPr id="75" name="Ink 74">
                <a:extLst>
                  <a:ext uri="{FF2B5EF4-FFF2-40B4-BE49-F238E27FC236}">
                    <a16:creationId xmlns:a16="http://schemas.microsoft.com/office/drawing/2014/main" id="{28877EC4-A5C2-AA1C-27A3-D936403C2A1B}"/>
                  </a:ext>
                </a:extLst>
              </p:cNvPr>
              <p:cNvPicPr/>
              <p:nvPr/>
            </p:nvPicPr>
            <p:blipFill>
              <a:blip r:embed="rId124"/>
              <a:stretch>
                <a:fillRect/>
              </a:stretch>
            </p:blipFill>
            <p:spPr>
              <a:xfrm>
                <a:off x="10707120" y="4099896"/>
                <a:ext cx="63360" cy="27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5">
            <p14:nvContentPartPr>
              <p14:cNvPr id="76" name="Ink 75">
                <a:extLst>
                  <a:ext uri="{FF2B5EF4-FFF2-40B4-BE49-F238E27FC236}">
                    <a16:creationId xmlns:a16="http://schemas.microsoft.com/office/drawing/2014/main" id="{6461D239-F0B6-568C-3FEA-453A21F2B824}"/>
                  </a:ext>
                </a:extLst>
              </p14:cNvPr>
              <p14:cNvContentPartPr/>
              <p14:nvPr/>
            </p14:nvContentPartPr>
            <p14:xfrm>
              <a:off x="10692720" y="4260456"/>
              <a:ext cx="205920" cy="108720"/>
            </p14:xfrm>
          </p:contentPart>
        </mc:Choice>
        <mc:Fallback xmlns="">
          <p:pic>
            <p:nvPicPr>
              <p:cNvPr id="76" name="Ink 75">
                <a:extLst>
                  <a:ext uri="{FF2B5EF4-FFF2-40B4-BE49-F238E27FC236}">
                    <a16:creationId xmlns:a16="http://schemas.microsoft.com/office/drawing/2014/main" id="{6461D239-F0B6-568C-3FEA-453A21F2B824}"/>
                  </a:ext>
                </a:extLst>
              </p:cNvPr>
              <p:cNvPicPr/>
              <p:nvPr/>
            </p:nvPicPr>
            <p:blipFill>
              <a:blip r:embed="rId126"/>
              <a:stretch>
                <a:fillRect/>
              </a:stretch>
            </p:blipFill>
            <p:spPr>
              <a:xfrm>
                <a:off x="10688400" y="4256136"/>
                <a:ext cx="214560" cy="11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7">
            <p14:nvContentPartPr>
              <p14:cNvPr id="77" name="Ink 76">
                <a:extLst>
                  <a:ext uri="{FF2B5EF4-FFF2-40B4-BE49-F238E27FC236}">
                    <a16:creationId xmlns:a16="http://schemas.microsoft.com/office/drawing/2014/main" id="{B61F7EBD-68B0-062B-B562-91B65098A818}"/>
                  </a:ext>
                </a:extLst>
              </p14:cNvPr>
              <p14:cNvContentPartPr/>
              <p14:nvPr/>
            </p14:nvContentPartPr>
            <p14:xfrm>
              <a:off x="10960920" y="4084416"/>
              <a:ext cx="272880" cy="348120"/>
            </p14:xfrm>
          </p:contentPart>
        </mc:Choice>
        <mc:Fallback xmlns="">
          <p:pic>
            <p:nvPicPr>
              <p:cNvPr id="77" name="Ink 76">
                <a:extLst>
                  <a:ext uri="{FF2B5EF4-FFF2-40B4-BE49-F238E27FC236}">
                    <a16:creationId xmlns:a16="http://schemas.microsoft.com/office/drawing/2014/main" id="{B61F7EBD-68B0-062B-B562-91B65098A818}"/>
                  </a:ext>
                </a:extLst>
              </p:cNvPr>
              <p:cNvPicPr/>
              <p:nvPr/>
            </p:nvPicPr>
            <p:blipFill>
              <a:blip r:embed="rId128"/>
              <a:stretch>
                <a:fillRect/>
              </a:stretch>
            </p:blipFill>
            <p:spPr>
              <a:xfrm>
                <a:off x="10956600" y="4080096"/>
                <a:ext cx="281520" cy="35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9">
            <p14:nvContentPartPr>
              <p14:cNvPr id="78" name="Ink 77">
                <a:extLst>
                  <a:ext uri="{FF2B5EF4-FFF2-40B4-BE49-F238E27FC236}">
                    <a16:creationId xmlns:a16="http://schemas.microsoft.com/office/drawing/2014/main" id="{68A1A08D-5A1F-4075-146F-BF5466F6ACBD}"/>
                  </a:ext>
                </a:extLst>
              </p14:cNvPr>
              <p14:cNvContentPartPr/>
              <p14:nvPr/>
            </p14:nvContentPartPr>
            <p14:xfrm>
              <a:off x="6525720" y="5915376"/>
              <a:ext cx="23400" cy="10800"/>
            </p14:xfrm>
          </p:contentPart>
        </mc:Choice>
        <mc:Fallback xmlns="">
          <p:pic>
            <p:nvPicPr>
              <p:cNvPr id="78" name="Ink 77">
                <a:extLst>
                  <a:ext uri="{FF2B5EF4-FFF2-40B4-BE49-F238E27FC236}">
                    <a16:creationId xmlns:a16="http://schemas.microsoft.com/office/drawing/2014/main" id="{68A1A08D-5A1F-4075-146F-BF5466F6ACBD}"/>
                  </a:ext>
                </a:extLst>
              </p:cNvPr>
              <p:cNvPicPr/>
              <p:nvPr/>
            </p:nvPicPr>
            <p:blipFill>
              <a:blip r:embed="rId130"/>
              <a:stretch>
                <a:fillRect/>
              </a:stretch>
            </p:blipFill>
            <p:spPr>
              <a:xfrm>
                <a:off x="6481080" y="5870376"/>
                <a:ext cx="113040" cy="100440"/>
              </a:xfrm>
              <a:prstGeom prst="rect">
                <a:avLst/>
              </a:prstGeom>
            </p:spPr>
          </p:pic>
        </mc:Fallback>
      </mc:AlternateContent>
      <p:grpSp>
        <p:nvGrpSpPr>
          <p:cNvPr id="98" name="Group 97">
            <a:extLst>
              <a:ext uri="{FF2B5EF4-FFF2-40B4-BE49-F238E27FC236}">
                <a16:creationId xmlns:a16="http://schemas.microsoft.com/office/drawing/2014/main" id="{3255C33F-5AEA-BF35-36FD-AC18563FCB53}"/>
              </a:ext>
            </a:extLst>
          </p:cNvPr>
          <p:cNvGrpSpPr/>
          <p:nvPr/>
        </p:nvGrpSpPr>
        <p:grpSpPr>
          <a:xfrm>
            <a:off x="4824360" y="677376"/>
            <a:ext cx="1480680" cy="434520"/>
            <a:chOff x="4824360" y="677376"/>
            <a:chExt cx="1480680" cy="434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04DC1266-FFB6-D137-851C-2ED9ECAC9918}"/>
                    </a:ext>
                  </a:extLst>
                </p14:cNvPr>
                <p14:cNvContentPartPr/>
                <p14:nvPr/>
              </p14:nvContentPartPr>
              <p14:xfrm>
                <a:off x="4824360" y="938376"/>
                <a:ext cx="121680" cy="9864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04DC1266-FFB6-D137-851C-2ED9ECAC9918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4820040" y="934056"/>
                  <a:ext cx="13032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3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CF9805F0-8370-13C0-8D96-BA04A54A4F06}"/>
                    </a:ext>
                  </a:extLst>
                </p14:cNvPr>
                <p14:cNvContentPartPr/>
                <p14:nvPr/>
              </p14:nvContentPartPr>
              <p14:xfrm>
                <a:off x="5072760" y="957096"/>
                <a:ext cx="25920" cy="4320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CF9805F0-8370-13C0-8D96-BA04A54A4F06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5068440" y="952776"/>
                  <a:ext cx="3456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5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13CF018E-8086-A36F-1D86-B580D196C8E3}"/>
                    </a:ext>
                  </a:extLst>
                </p14:cNvPr>
                <p14:cNvContentPartPr/>
                <p14:nvPr/>
              </p14:nvContentPartPr>
              <p14:xfrm>
                <a:off x="5098320" y="786096"/>
                <a:ext cx="44280" cy="2700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13CF018E-8086-A36F-1D86-B580D196C8E3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5094000" y="781776"/>
                  <a:ext cx="5292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7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9EF875CF-4242-100C-A6D7-5DE8816FE512}"/>
                    </a:ext>
                  </a:extLst>
                </p14:cNvPr>
                <p14:cNvContentPartPr/>
                <p14:nvPr/>
              </p14:nvContentPartPr>
              <p14:xfrm>
                <a:off x="5185800" y="677376"/>
                <a:ext cx="272880" cy="43452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9EF875CF-4242-100C-A6D7-5DE8816FE512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5181480" y="673056"/>
                  <a:ext cx="281520" cy="44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9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C00113C1-E988-F3F3-EC02-465BCE965800}"/>
                    </a:ext>
                  </a:extLst>
                </p14:cNvPr>
                <p14:cNvContentPartPr/>
                <p14:nvPr/>
              </p14:nvContentPartPr>
              <p14:xfrm>
                <a:off x="5236920" y="953856"/>
                <a:ext cx="85680" cy="504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C00113C1-E988-F3F3-EC02-465BCE965800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5232600" y="949536"/>
                  <a:ext cx="94320" cy="1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1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ADD0C4DB-6E3C-BB5C-0873-CC5BF61A1D0E}"/>
                    </a:ext>
                  </a:extLst>
                </p14:cNvPr>
                <p14:cNvContentPartPr/>
                <p14:nvPr/>
              </p14:nvContentPartPr>
              <p14:xfrm>
                <a:off x="5456160" y="761976"/>
                <a:ext cx="57960" cy="28512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ADD0C4DB-6E3C-BB5C-0873-CC5BF61A1D0E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5451840" y="757656"/>
                  <a:ext cx="66600" cy="29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3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2082A3CA-D494-0910-6C62-050889DE6A2F}"/>
                    </a:ext>
                  </a:extLst>
                </p14:cNvPr>
                <p14:cNvContentPartPr/>
                <p14:nvPr/>
              </p14:nvContentPartPr>
              <p14:xfrm>
                <a:off x="5373000" y="893736"/>
                <a:ext cx="208080" cy="2808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2082A3CA-D494-0910-6C62-050889DE6A2F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5368680" y="889416"/>
                  <a:ext cx="21672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5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D9C40D97-1E12-4667-5CD6-C764E607A602}"/>
                    </a:ext>
                  </a:extLst>
                </p14:cNvPr>
                <p14:cNvContentPartPr/>
                <p14:nvPr/>
              </p14:nvContentPartPr>
              <p14:xfrm>
                <a:off x="5711400" y="727056"/>
                <a:ext cx="221400" cy="35532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D9C40D97-1E12-4667-5CD6-C764E607A602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5707080" y="722736"/>
                  <a:ext cx="230040" cy="36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7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9DD110DC-75BD-EF15-7E03-E3260AB997D3}"/>
                    </a:ext>
                  </a:extLst>
                </p14:cNvPr>
                <p14:cNvContentPartPr/>
                <p14:nvPr/>
              </p14:nvContentPartPr>
              <p14:xfrm>
                <a:off x="5920560" y="876816"/>
                <a:ext cx="138600" cy="13104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9DD110DC-75BD-EF15-7E03-E3260AB997D3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5916240" y="872496"/>
                  <a:ext cx="14724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9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9D3816B0-DDCD-9D51-3246-34D1D4BEDFA8}"/>
                    </a:ext>
                  </a:extLst>
                </p14:cNvPr>
                <p14:cNvContentPartPr/>
                <p14:nvPr/>
              </p14:nvContentPartPr>
              <p14:xfrm>
                <a:off x="6152040" y="719496"/>
                <a:ext cx="153000" cy="38124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9D3816B0-DDCD-9D51-3246-34D1D4BEDFA8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6147720" y="715176"/>
                  <a:ext cx="161640" cy="389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51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A3E3D923-2413-25FA-8CAA-200674BBDFC9}"/>
                  </a:ext>
                </a:extLst>
              </p14:cNvPr>
              <p14:cNvContentPartPr/>
              <p14:nvPr/>
            </p14:nvContentPartPr>
            <p14:xfrm>
              <a:off x="1427760" y="4809816"/>
              <a:ext cx="9720" cy="1548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A3E3D923-2413-25FA-8CAA-200674BBDFC9}"/>
                  </a:ext>
                </a:extLst>
              </p:cNvPr>
              <p:cNvPicPr/>
              <p:nvPr/>
            </p:nvPicPr>
            <p:blipFill>
              <a:blip r:embed="rId152"/>
              <a:stretch>
                <a:fillRect/>
              </a:stretch>
            </p:blipFill>
            <p:spPr>
              <a:xfrm>
                <a:off x="1423440" y="4805496"/>
                <a:ext cx="18360" cy="24120"/>
              </a:xfrm>
              <a:prstGeom prst="rect">
                <a:avLst/>
              </a:prstGeom>
            </p:spPr>
          </p:pic>
        </mc:Fallback>
      </mc:AlternateContent>
      <p:grpSp>
        <p:nvGrpSpPr>
          <p:cNvPr id="28" name="Group 27">
            <a:extLst>
              <a:ext uri="{FF2B5EF4-FFF2-40B4-BE49-F238E27FC236}">
                <a16:creationId xmlns:a16="http://schemas.microsoft.com/office/drawing/2014/main" id="{690D04E1-950F-FF2E-43C6-D2E9B6521433}"/>
              </a:ext>
            </a:extLst>
          </p:cNvPr>
          <p:cNvGrpSpPr/>
          <p:nvPr/>
        </p:nvGrpSpPr>
        <p:grpSpPr>
          <a:xfrm>
            <a:off x="2501280" y="872496"/>
            <a:ext cx="174240" cy="282600"/>
            <a:chOff x="2501280" y="872496"/>
            <a:chExt cx="174240" cy="282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3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E7B41D7F-3FC6-5DB1-E12F-6816B69AF916}"/>
                    </a:ext>
                  </a:extLst>
                </p14:cNvPr>
                <p14:cNvContentPartPr/>
                <p14:nvPr/>
              </p14:nvContentPartPr>
              <p14:xfrm>
                <a:off x="2501280" y="872496"/>
                <a:ext cx="174240" cy="18720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E7B41D7F-3FC6-5DB1-E12F-6816B69AF916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2496960" y="868176"/>
                  <a:ext cx="18288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5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091554E6-56DF-9811-3AC1-7B9EA582DCF2}"/>
                    </a:ext>
                  </a:extLst>
                </p14:cNvPr>
                <p14:cNvContentPartPr/>
                <p14:nvPr/>
              </p14:nvContentPartPr>
              <p14:xfrm>
                <a:off x="2585160" y="973296"/>
                <a:ext cx="51120" cy="18180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091554E6-56DF-9811-3AC1-7B9EA582DCF2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2580840" y="968976"/>
                  <a:ext cx="59760" cy="190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57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1396C149-83C6-0EA0-3CCB-947E0BA55A96}"/>
                  </a:ext>
                </a:extLst>
              </p14:cNvPr>
              <p14:cNvContentPartPr/>
              <p14:nvPr/>
            </p14:nvContentPartPr>
            <p14:xfrm>
              <a:off x="1889640" y="1781496"/>
              <a:ext cx="201240" cy="14436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1396C149-83C6-0EA0-3CCB-947E0BA55A96}"/>
                  </a:ext>
                </a:extLst>
              </p:cNvPr>
              <p:cNvPicPr/>
              <p:nvPr/>
            </p:nvPicPr>
            <p:blipFill>
              <a:blip r:embed="rId158"/>
              <a:stretch>
                <a:fillRect/>
              </a:stretch>
            </p:blipFill>
            <p:spPr>
              <a:xfrm>
                <a:off x="1885320" y="1777176"/>
                <a:ext cx="209880" cy="15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9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96C5FA92-1CBE-4BCA-6851-DD384327D1CB}"/>
                  </a:ext>
                </a:extLst>
              </p14:cNvPr>
              <p14:cNvContentPartPr/>
              <p14:nvPr/>
            </p14:nvContentPartPr>
            <p14:xfrm>
              <a:off x="266040" y="3554496"/>
              <a:ext cx="28080" cy="144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96C5FA92-1CBE-4BCA-6851-DD384327D1CB}"/>
                  </a:ext>
                </a:extLst>
              </p:cNvPr>
              <p:cNvPicPr/>
              <p:nvPr/>
            </p:nvPicPr>
            <p:blipFill>
              <a:blip r:embed="rId160"/>
              <a:stretch>
                <a:fillRect/>
              </a:stretch>
            </p:blipFill>
            <p:spPr>
              <a:xfrm>
                <a:off x="261720" y="3550176"/>
                <a:ext cx="36720" cy="1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1">
            <p14:nvContentPartPr>
              <p14:cNvPr id="79" name="Ink 78">
                <a:extLst>
                  <a:ext uri="{FF2B5EF4-FFF2-40B4-BE49-F238E27FC236}">
                    <a16:creationId xmlns:a16="http://schemas.microsoft.com/office/drawing/2014/main" id="{9B62FAC1-6180-40F7-ACD3-7F837A984F7C}"/>
                  </a:ext>
                </a:extLst>
              </p14:cNvPr>
              <p14:cNvContentPartPr/>
              <p14:nvPr/>
            </p14:nvContentPartPr>
            <p14:xfrm>
              <a:off x="439200" y="3407976"/>
              <a:ext cx="39600" cy="22320"/>
            </p14:xfrm>
          </p:contentPart>
        </mc:Choice>
        <mc:Fallback xmlns="">
          <p:pic>
            <p:nvPicPr>
              <p:cNvPr id="79" name="Ink 78">
                <a:extLst>
                  <a:ext uri="{FF2B5EF4-FFF2-40B4-BE49-F238E27FC236}">
                    <a16:creationId xmlns:a16="http://schemas.microsoft.com/office/drawing/2014/main" id="{9B62FAC1-6180-40F7-ACD3-7F837A984F7C}"/>
                  </a:ext>
                </a:extLst>
              </p:cNvPr>
              <p:cNvPicPr/>
              <p:nvPr/>
            </p:nvPicPr>
            <p:blipFill>
              <a:blip r:embed="rId162"/>
              <a:stretch>
                <a:fillRect/>
              </a:stretch>
            </p:blipFill>
            <p:spPr>
              <a:xfrm>
                <a:off x="434880" y="3403656"/>
                <a:ext cx="48240" cy="30960"/>
              </a:xfrm>
              <a:prstGeom prst="rect">
                <a:avLst/>
              </a:prstGeom>
            </p:spPr>
          </p:pic>
        </mc:Fallback>
      </mc:AlternateContent>
      <p:grpSp>
        <p:nvGrpSpPr>
          <p:cNvPr id="83" name="Group 82">
            <a:extLst>
              <a:ext uri="{FF2B5EF4-FFF2-40B4-BE49-F238E27FC236}">
                <a16:creationId xmlns:a16="http://schemas.microsoft.com/office/drawing/2014/main" id="{41D5F390-8048-3064-71C4-9BB718E34168}"/>
              </a:ext>
            </a:extLst>
          </p:cNvPr>
          <p:cNvGrpSpPr/>
          <p:nvPr/>
        </p:nvGrpSpPr>
        <p:grpSpPr>
          <a:xfrm>
            <a:off x="600840" y="3122496"/>
            <a:ext cx="211320" cy="201240"/>
            <a:chOff x="600840" y="3122496"/>
            <a:chExt cx="211320" cy="201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3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8C846285-117B-AF2D-891B-90AA49BED8AD}"/>
                    </a:ext>
                  </a:extLst>
                </p14:cNvPr>
                <p14:cNvContentPartPr/>
                <p14:nvPr/>
              </p14:nvContentPartPr>
              <p14:xfrm>
                <a:off x="600840" y="3299256"/>
                <a:ext cx="25920" cy="2448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8C846285-117B-AF2D-891B-90AA49BED8AD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596520" y="3294936"/>
                  <a:ext cx="3456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5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6BF7B7C5-6C7D-5708-6B15-A2567EE10701}"/>
                    </a:ext>
                  </a:extLst>
                </p14:cNvPr>
                <p14:cNvContentPartPr/>
                <p14:nvPr/>
              </p14:nvContentPartPr>
              <p14:xfrm>
                <a:off x="725400" y="3207096"/>
                <a:ext cx="9720" cy="720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6BF7B7C5-6C7D-5708-6B15-A2567EE10701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721080" y="3202776"/>
                  <a:ext cx="18360" cy="1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7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5F3FEDAD-9896-01DD-905F-B3BD743F888F}"/>
                    </a:ext>
                  </a:extLst>
                </p14:cNvPr>
                <p14:cNvContentPartPr/>
                <p14:nvPr/>
              </p14:nvContentPartPr>
              <p14:xfrm>
                <a:off x="713520" y="3122496"/>
                <a:ext cx="98640" cy="15624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5F3FEDAD-9896-01DD-905F-B3BD743F888F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709200" y="3118176"/>
                  <a:ext cx="107280" cy="164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5B3B84D2-1AD6-AC0C-8268-6881FFA7172E}"/>
              </a:ext>
            </a:extLst>
          </p:cNvPr>
          <p:cNvGrpSpPr/>
          <p:nvPr/>
        </p:nvGrpSpPr>
        <p:grpSpPr>
          <a:xfrm>
            <a:off x="-42840" y="3672216"/>
            <a:ext cx="803160" cy="504000"/>
            <a:chOff x="-42840" y="3672216"/>
            <a:chExt cx="803160" cy="504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9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B2209C50-CFBF-572B-2E2C-D455107BA5B7}"/>
                    </a:ext>
                  </a:extLst>
                </p14:cNvPr>
                <p14:cNvContentPartPr/>
                <p14:nvPr/>
              </p14:nvContentPartPr>
              <p14:xfrm>
                <a:off x="-42840" y="3752136"/>
                <a:ext cx="151920" cy="22320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B2209C50-CFBF-572B-2E2C-D455107BA5B7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-47160" y="3747816"/>
                  <a:ext cx="160560" cy="23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1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3BE04214-5643-BD8B-8E41-83D990A1B471}"/>
                    </a:ext>
                  </a:extLst>
                </p14:cNvPr>
                <p14:cNvContentPartPr/>
                <p14:nvPr/>
              </p14:nvContentPartPr>
              <p14:xfrm>
                <a:off x="104040" y="3746016"/>
                <a:ext cx="101880" cy="8604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3BE04214-5643-BD8B-8E41-83D990A1B471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99720" y="3741696"/>
                  <a:ext cx="110520" cy="9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3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6BE0E5AC-D68D-FE4A-D87B-FFC28686CEFB}"/>
                    </a:ext>
                  </a:extLst>
                </p14:cNvPr>
                <p14:cNvContentPartPr/>
                <p14:nvPr/>
              </p14:nvContentPartPr>
              <p14:xfrm>
                <a:off x="209520" y="3755376"/>
                <a:ext cx="50040" cy="7884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6BE0E5AC-D68D-FE4A-D87B-FFC28686CEFB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205200" y="3751056"/>
                  <a:ext cx="5868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5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2340BB38-7C57-299A-5722-E3088C0FC293}"/>
                    </a:ext>
                  </a:extLst>
                </p14:cNvPr>
                <p14:cNvContentPartPr/>
                <p14:nvPr/>
              </p14:nvContentPartPr>
              <p14:xfrm>
                <a:off x="281880" y="3672216"/>
                <a:ext cx="18720" cy="14364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2340BB38-7C57-299A-5722-E3088C0FC293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277560" y="3667896"/>
                  <a:ext cx="2736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7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4CEFFCA8-939E-4813-399A-D2D09C1AE8E1}"/>
                    </a:ext>
                  </a:extLst>
                </p14:cNvPr>
                <p14:cNvContentPartPr/>
                <p14:nvPr/>
              </p14:nvContentPartPr>
              <p14:xfrm>
                <a:off x="325800" y="3758976"/>
                <a:ext cx="81360" cy="5940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4CEFFCA8-939E-4813-399A-D2D09C1AE8E1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321480" y="3754656"/>
                  <a:ext cx="9000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9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CC383A19-CA2D-17C0-D7A6-65E9EF5BF1C2}"/>
                    </a:ext>
                  </a:extLst>
                </p14:cNvPr>
                <p14:cNvContentPartPr/>
                <p14:nvPr/>
              </p14:nvContentPartPr>
              <p14:xfrm>
                <a:off x="443520" y="3732336"/>
                <a:ext cx="21600" cy="11700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CC383A19-CA2D-17C0-D7A6-65E9EF5BF1C2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439200" y="3728016"/>
                  <a:ext cx="3024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1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7F812367-50B2-3428-EFF2-EFF0A33F7E27}"/>
                    </a:ext>
                  </a:extLst>
                </p14:cNvPr>
                <p14:cNvContentPartPr/>
                <p14:nvPr/>
              </p14:nvContentPartPr>
              <p14:xfrm>
                <a:off x="133920" y="4017096"/>
                <a:ext cx="86040" cy="10620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7F812367-50B2-3428-EFF2-EFF0A33F7E27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129600" y="4012776"/>
                  <a:ext cx="9468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3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B8311A6D-D17F-24B9-3CAA-67E054DB3E63}"/>
                    </a:ext>
                  </a:extLst>
                </p14:cNvPr>
                <p14:cNvContentPartPr/>
                <p14:nvPr/>
              </p14:nvContentPartPr>
              <p14:xfrm>
                <a:off x="219600" y="3944376"/>
                <a:ext cx="132120" cy="19008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B8311A6D-D17F-24B9-3CAA-67E054DB3E63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215280" y="3940056"/>
                  <a:ext cx="14076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5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EDC34115-7D19-261E-CE83-F4D0C8472461}"/>
                    </a:ext>
                  </a:extLst>
                </p14:cNvPr>
                <p14:cNvContentPartPr/>
                <p14:nvPr/>
              </p14:nvContentPartPr>
              <p14:xfrm>
                <a:off x="395280" y="4082256"/>
                <a:ext cx="9720" cy="4896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EDC34115-7D19-261E-CE83-F4D0C8472461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390960" y="4077936"/>
                  <a:ext cx="1836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7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38B1D7D9-27F5-FCE3-0379-8005EFA9E37A}"/>
                    </a:ext>
                  </a:extLst>
                </p14:cNvPr>
                <p14:cNvContentPartPr/>
                <p14:nvPr/>
              </p14:nvContentPartPr>
              <p14:xfrm>
                <a:off x="381240" y="3903336"/>
                <a:ext cx="18720" cy="8244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38B1D7D9-27F5-FCE3-0379-8005EFA9E37A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376920" y="3899016"/>
                  <a:ext cx="2736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9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C7E7EA3B-5B2A-D67B-DBE1-E6FC47EA2CDC}"/>
                    </a:ext>
                  </a:extLst>
                </p14:cNvPr>
                <p14:cNvContentPartPr/>
                <p14:nvPr/>
              </p14:nvContentPartPr>
              <p14:xfrm>
                <a:off x="487440" y="4010256"/>
                <a:ext cx="72000" cy="16272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C7E7EA3B-5B2A-D67B-DBE1-E6FC47EA2CDC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483120" y="4005936"/>
                  <a:ext cx="8064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1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AD463990-D6E2-4987-071D-94F894FCB96F}"/>
                    </a:ext>
                  </a:extLst>
                </p14:cNvPr>
                <p14:cNvContentPartPr/>
                <p14:nvPr/>
              </p14:nvContentPartPr>
              <p14:xfrm>
                <a:off x="591480" y="3833496"/>
                <a:ext cx="168840" cy="34272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AD463990-D6E2-4987-071D-94F894FCB96F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587160" y="3829176"/>
                  <a:ext cx="177480" cy="351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9CF3EAE7-8B94-2060-0915-F8DC42B2A139}"/>
              </a:ext>
            </a:extLst>
          </p:cNvPr>
          <p:cNvGrpSpPr/>
          <p:nvPr/>
        </p:nvGrpSpPr>
        <p:grpSpPr>
          <a:xfrm>
            <a:off x="7476480" y="3205656"/>
            <a:ext cx="185040" cy="264960"/>
            <a:chOff x="7476480" y="3205656"/>
            <a:chExt cx="185040" cy="264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3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603BB8B2-2A4A-B406-C4E8-D4B0AFE8FB62}"/>
                    </a:ext>
                  </a:extLst>
                </p14:cNvPr>
                <p14:cNvContentPartPr/>
                <p14:nvPr/>
              </p14:nvContentPartPr>
              <p14:xfrm>
                <a:off x="7476480" y="3205656"/>
                <a:ext cx="185040" cy="16308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603BB8B2-2A4A-B406-C4E8-D4B0AFE8FB62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7472160" y="3201336"/>
                  <a:ext cx="19368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5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B3871BF5-C050-24D6-DF28-DEF22B483E97}"/>
                    </a:ext>
                  </a:extLst>
                </p14:cNvPr>
                <p14:cNvContentPartPr/>
                <p14:nvPr/>
              </p14:nvContentPartPr>
              <p14:xfrm>
                <a:off x="7590600" y="3290256"/>
                <a:ext cx="25920" cy="18036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B3871BF5-C050-24D6-DF28-DEF22B483E97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7586280" y="3285936"/>
                  <a:ext cx="34560" cy="189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97">
            <p14:nvContentPartPr>
              <p14:cNvPr id="128" name="Ink 127">
                <a:extLst>
                  <a:ext uri="{FF2B5EF4-FFF2-40B4-BE49-F238E27FC236}">
                    <a16:creationId xmlns:a16="http://schemas.microsoft.com/office/drawing/2014/main" id="{A97360B6-55E9-439F-79B4-9CCC157FA47E}"/>
                  </a:ext>
                </a:extLst>
              </p14:cNvPr>
              <p14:cNvContentPartPr/>
              <p14:nvPr/>
            </p14:nvContentPartPr>
            <p14:xfrm>
              <a:off x="7969320" y="3236976"/>
              <a:ext cx="240480" cy="139320"/>
            </p14:xfrm>
          </p:contentPart>
        </mc:Choice>
        <mc:Fallback xmlns="">
          <p:pic>
            <p:nvPicPr>
              <p:cNvPr id="128" name="Ink 127">
                <a:extLst>
                  <a:ext uri="{FF2B5EF4-FFF2-40B4-BE49-F238E27FC236}">
                    <a16:creationId xmlns:a16="http://schemas.microsoft.com/office/drawing/2014/main" id="{A97360B6-55E9-439F-79B4-9CCC157FA47E}"/>
                  </a:ext>
                </a:extLst>
              </p:cNvPr>
              <p:cNvPicPr/>
              <p:nvPr/>
            </p:nvPicPr>
            <p:blipFill>
              <a:blip r:embed="rId198"/>
              <a:stretch>
                <a:fillRect/>
              </a:stretch>
            </p:blipFill>
            <p:spPr>
              <a:xfrm>
                <a:off x="7965000" y="3232656"/>
                <a:ext cx="249120" cy="147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069573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D1FDFC-F2DF-83CF-5F1C-11DAC6AB90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B3CF988D-A2A6-4A9A-4E80-E8BE309581DA}"/>
                  </a:ext>
                </a:extLst>
              </p14:cNvPr>
              <p14:cNvContentPartPr/>
              <p14:nvPr/>
            </p14:nvContentPartPr>
            <p14:xfrm>
              <a:off x="2524680" y="1214280"/>
              <a:ext cx="88920" cy="12204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B3CF988D-A2A6-4A9A-4E80-E8BE309581D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520360" y="1209960"/>
                <a:ext cx="97560" cy="13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BE4AE687-4121-254D-C6E2-9A0850A8BB9C}"/>
                  </a:ext>
                </a:extLst>
              </p14:cNvPr>
              <p14:cNvContentPartPr/>
              <p14:nvPr/>
            </p14:nvContentPartPr>
            <p14:xfrm>
              <a:off x="1896480" y="2032200"/>
              <a:ext cx="34920" cy="1155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BE4AE687-4121-254D-C6E2-9A0850A8BB9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892160" y="2027880"/>
                <a:ext cx="43560" cy="12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5E2A1803-5AF3-6C80-52A8-09DD1D6B556F}"/>
                  </a:ext>
                </a:extLst>
              </p14:cNvPr>
              <p14:cNvContentPartPr/>
              <p14:nvPr/>
            </p14:nvContentPartPr>
            <p14:xfrm>
              <a:off x="3065400" y="2070360"/>
              <a:ext cx="115560" cy="867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5E2A1803-5AF3-6C80-52A8-09DD1D6B556F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061080" y="2066040"/>
                <a:ext cx="124200" cy="9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280B6378-3FEA-472C-534F-48D2238A18D8}"/>
                  </a:ext>
                </a:extLst>
              </p14:cNvPr>
              <p14:cNvContentPartPr/>
              <p14:nvPr/>
            </p14:nvContentPartPr>
            <p14:xfrm>
              <a:off x="1323720" y="510840"/>
              <a:ext cx="152640" cy="1425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280B6378-3FEA-472C-534F-48D2238A18D8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319400" y="506520"/>
                <a:ext cx="161280" cy="15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52E8DB5C-E4B8-5251-B34A-6B40ECFDA536}"/>
                  </a:ext>
                </a:extLst>
              </p14:cNvPr>
              <p14:cNvContentPartPr/>
              <p14:nvPr/>
            </p14:nvContentPartPr>
            <p14:xfrm>
              <a:off x="1478160" y="532800"/>
              <a:ext cx="70920" cy="8568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52E8DB5C-E4B8-5251-B34A-6B40ECFDA536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473840" y="528480"/>
                <a:ext cx="79560" cy="9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E29DB844-B708-EC4F-DEC3-078D20B15699}"/>
                  </a:ext>
                </a:extLst>
              </p14:cNvPr>
              <p14:cNvContentPartPr/>
              <p14:nvPr/>
            </p14:nvContentPartPr>
            <p14:xfrm>
              <a:off x="1577520" y="544320"/>
              <a:ext cx="77760" cy="669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E29DB844-B708-EC4F-DEC3-078D20B15699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573200" y="540000"/>
                <a:ext cx="86400" cy="7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97FE691E-74E1-E350-5017-EE256B0F5A2D}"/>
                  </a:ext>
                </a:extLst>
              </p14:cNvPr>
              <p14:cNvContentPartPr/>
              <p14:nvPr/>
            </p14:nvContentPartPr>
            <p14:xfrm>
              <a:off x="1713960" y="443880"/>
              <a:ext cx="99720" cy="16380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97FE691E-74E1-E350-5017-EE256B0F5A2D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709640" y="439560"/>
                <a:ext cx="108360" cy="17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8768CD25-3AC5-4604-195B-F8E42F3BCA0B}"/>
                  </a:ext>
                </a:extLst>
              </p14:cNvPr>
              <p14:cNvContentPartPr/>
              <p14:nvPr/>
            </p14:nvContentPartPr>
            <p14:xfrm>
              <a:off x="1709280" y="510840"/>
              <a:ext cx="148320" cy="252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8768CD25-3AC5-4604-195B-F8E42F3BCA0B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704960" y="506520"/>
                <a:ext cx="156960" cy="1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F9E8C4C6-255E-BAAD-324B-1B02C5E9891C}"/>
                  </a:ext>
                </a:extLst>
              </p14:cNvPr>
              <p14:cNvContentPartPr/>
              <p14:nvPr/>
            </p14:nvContentPartPr>
            <p14:xfrm>
              <a:off x="2256840" y="473760"/>
              <a:ext cx="297720" cy="33948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F9E8C4C6-255E-BAAD-324B-1B02C5E9891C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2252520" y="469440"/>
                <a:ext cx="306360" cy="34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C57245B0-E960-2826-6DB0-35D26DFDE845}"/>
                  </a:ext>
                </a:extLst>
              </p14:cNvPr>
              <p14:cNvContentPartPr/>
              <p14:nvPr/>
            </p14:nvContentPartPr>
            <p14:xfrm>
              <a:off x="2443320" y="740880"/>
              <a:ext cx="93240" cy="5148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C57245B0-E960-2826-6DB0-35D26DFDE845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2439000" y="736560"/>
                <a:ext cx="101880" cy="6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CE2F2943-5214-EADB-DEB2-5665EC78A437}"/>
                  </a:ext>
                </a:extLst>
              </p14:cNvPr>
              <p14:cNvContentPartPr/>
              <p14:nvPr/>
            </p14:nvContentPartPr>
            <p14:xfrm>
              <a:off x="2526480" y="727200"/>
              <a:ext cx="95760" cy="9720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CE2F2943-5214-EADB-DEB2-5665EC78A437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2522160" y="722880"/>
                <a:ext cx="104400" cy="10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0031BB28-6BFC-9F32-09D0-C871C79AFA75}"/>
                  </a:ext>
                </a:extLst>
              </p14:cNvPr>
              <p14:cNvContentPartPr/>
              <p14:nvPr/>
            </p14:nvContentPartPr>
            <p14:xfrm>
              <a:off x="2354040" y="780480"/>
              <a:ext cx="381600" cy="40788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0031BB28-6BFC-9F32-09D0-C871C79AFA75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2349720" y="776160"/>
                <a:ext cx="390240" cy="41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7D2ADD76-8BA8-8880-D0FF-7742BFB519D6}"/>
                  </a:ext>
                </a:extLst>
              </p14:cNvPr>
              <p14:cNvContentPartPr/>
              <p14:nvPr/>
            </p14:nvContentPartPr>
            <p14:xfrm>
              <a:off x="2210760" y="1139040"/>
              <a:ext cx="220320" cy="47844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7D2ADD76-8BA8-8880-D0FF-7742BFB519D6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2206440" y="1134720"/>
                <a:ext cx="228960" cy="48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2963D951-B3B1-E498-CF6A-59847A048423}"/>
                  </a:ext>
                </a:extLst>
              </p14:cNvPr>
              <p14:cNvContentPartPr/>
              <p14:nvPr/>
            </p14:nvContentPartPr>
            <p14:xfrm>
              <a:off x="1753200" y="1575000"/>
              <a:ext cx="508680" cy="42300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2963D951-B3B1-E498-CF6A-59847A048423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1748880" y="1570680"/>
                <a:ext cx="517320" cy="43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0B236CC9-F728-32B8-434F-A2E80EB3DA35}"/>
                  </a:ext>
                </a:extLst>
              </p14:cNvPr>
              <p14:cNvContentPartPr/>
              <p14:nvPr/>
            </p14:nvContentPartPr>
            <p14:xfrm>
              <a:off x="2640960" y="1171440"/>
              <a:ext cx="441000" cy="46224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0B236CC9-F728-32B8-434F-A2E80EB3DA35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2636640" y="1167120"/>
                <a:ext cx="449640" cy="47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8AFC7129-5755-91E4-AB5D-7C541704D41B}"/>
                  </a:ext>
                </a:extLst>
              </p14:cNvPr>
              <p14:cNvContentPartPr/>
              <p14:nvPr/>
            </p14:nvContentPartPr>
            <p14:xfrm>
              <a:off x="2824200" y="1628640"/>
              <a:ext cx="521640" cy="38808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8AFC7129-5755-91E4-AB5D-7C541704D41B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2819880" y="1624320"/>
                <a:ext cx="530280" cy="39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FEB08F36-7B62-4371-0FE3-C04B61170B66}"/>
                  </a:ext>
                </a:extLst>
              </p14:cNvPr>
              <p14:cNvContentPartPr/>
              <p14:nvPr/>
            </p14:nvContentPartPr>
            <p14:xfrm>
              <a:off x="1455120" y="1971360"/>
              <a:ext cx="344880" cy="66924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FEB08F36-7B62-4371-0FE3-C04B61170B66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1450800" y="1967040"/>
                <a:ext cx="353520" cy="67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88F55147-AA8A-0174-CD85-04919BC6ADC8}"/>
                  </a:ext>
                </a:extLst>
              </p14:cNvPr>
              <p14:cNvContentPartPr/>
              <p14:nvPr/>
            </p14:nvContentPartPr>
            <p14:xfrm>
              <a:off x="906120" y="2576160"/>
              <a:ext cx="676080" cy="71208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88F55147-AA8A-0174-CD85-04919BC6ADC8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901800" y="2571840"/>
                <a:ext cx="684720" cy="72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EC7664CF-A16B-7442-981D-DD85CB81BA6F}"/>
                  </a:ext>
                </a:extLst>
              </p14:cNvPr>
              <p14:cNvContentPartPr/>
              <p14:nvPr/>
            </p14:nvContentPartPr>
            <p14:xfrm>
              <a:off x="2090160" y="2001960"/>
              <a:ext cx="56160" cy="87804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EC7664CF-A16B-7442-981D-DD85CB81BA6F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2085840" y="1997640"/>
                <a:ext cx="64800" cy="88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ED78283D-FF48-3DF6-C531-0DFB7D7CB04D}"/>
                  </a:ext>
                </a:extLst>
              </p14:cNvPr>
              <p14:cNvContentPartPr/>
              <p14:nvPr/>
            </p14:nvContentPartPr>
            <p14:xfrm>
              <a:off x="1806480" y="2653200"/>
              <a:ext cx="594000" cy="75060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ED78283D-FF48-3DF6-C531-0DFB7D7CB04D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1802160" y="2648880"/>
                <a:ext cx="602640" cy="75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A3A1A957-82B4-21C9-B8E0-FCE6361BB6EC}"/>
                  </a:ext>
                </a:extLst>
              </p14:cNvPr>
              <p14:cNvContentPartPr/>
              <p14:nvPr/>
            </p14:nvContentPartPr>
            <p14:xfrm>
              <a:off x="952200" y="3337920"/>
              <a:ext cx="97200" cy="13212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A3A1A957-82B4-21C9-B8E0-FCE6361BB6EC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947880" y="3333600"/>
                <a:ext cx="105840" cy="14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52454370-DB0A-E022-90C1-F4B1E6E942B6}"/>
                  </a:ext>
                </a:extLst>
              </p14:cNvPr>
              <p14:cNvContentPartPr/>
              <p14:nvPr/>
            </p14:nvContentPartPr>
            <p14:xfrm>
              <a:off x="1896480" y="3444840"/>
              <a:ext cx="141120" cy="8892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52454370-DB0A-E022-90C1-F4B1E6E942B6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1892160" y="3440520"/>
                <a:ext cx="149760" cy="9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F9D4F216-1785-A153-2C7C-6454CDC28A8C}"/>
                  </a:ext>
                </a:extLst>
              </p14:cNvPr>
              <p14:cNvContentPartPr/>
              <p14:nvPr/>
            </p14:nvContentPartPr>
            <p14:xfrm>
              <a:off x="1971360" y="3483720"/>
              <a:ext cx="27000" cy="11016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F9D4F216-1785-A153-2C7C-6454CDC28A8C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1967040" y="3479400"/>
                <a:ext cx="35640" cy="11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C5D5F0C2-7509-47D8-401D-F1183F19BEA2}"/>
                  </a:ext>
                </a:extLst>
              </p14:cNvPr>
              <p14:cNvContentPartPr/>
              <p14:nvPr/>
            </p14:nvContentPartPr>
            <p14:xfrm>
              <a:off x="2049120" y="2988576"/>
              <a:ext cx="37440" cy="20808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C5D5F0C2-7509-47D8-401D-F1183F19BEA2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2044800" y="2984256"/>
                <a:ext cx="46080" cy="21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89E0BED0-AA64-C4E7-CB9E-C2A07CCFB072}"/>
                  </a:ext>
                </a:extLst>
              </p14:cNvPr>
              <p14:cNvContentPartPr/>
              <p14:nvPr/>
            </p14:nvContentPartPr>
            <p14:xfrm>
              <a:off x="2983680" y="1726416"/>
              <a:ext cx="221040" cy="19260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89E0BED0-AA64-C4E7-CB9E-C2A07CCFB072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2979360" y="1722096"/>
                <a:ext cx="229680" cy="20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F5A61735-9F7C-28F3-4C09-3D3072905C59}"/>
                  </a:ext>
                </a:extLst>
              </p14:cNvPr>
              <p14:cNvContentPartPr/>
              <p14:nvPr/>
            </p14:nvContentPartPr>
            <p14:xfrm>
              <a:off x="4172040" y="6329736"/>
              <a:ext cx="23400" cy="36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F5A61735-9F7C-28F3-4C09-3D3072905C59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4167720" y="6325416"/>
                <a:ext cx="32040" cy="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9D90CCF9-2FB3-7D7E-4FFA-CEE53887A4FA}"/>
                  </a:ext>
                </a:extLst>
              </p14:cNvPr>
              <p14:cNvContentPartPr/>
              <p14:nvPr/>
            </p14:nvContentPartPr>
            <p14:xfrm>
              <a:off x="7236024" y="2926980"/>
              <a:ext cx="83160" cy="62208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9D90CCF9-2FB3-7D7E-4FFA-CEE53887A4FA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7231685" y="2922660"/>
                <a:ext cx="91838" cy="63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BA939CC0-A62E-A15B-154A-A2D895DF1A0F}"/>
                  </a:ext>
                </a:extLst>
              </p14:cNvPr>
              <p14:cNvContentPartPr/>
              <p14:nvPr/>
            </p14:nvContentPartPr>
            <p14:xfrm>
              <a:off x="7181664" y="2825100"/>
              <a:ext cx="3445920" cy="72540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BA939CC0-A62E-A15B-154A-A2D895DF1A0F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7177344" y="2820778"/>
                <a:ext cx="3454560" cy="73404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75EC1CD1-8EAB-105D-6BE1-BEC4D7FA71DF}"/>
                  </a:ext>
                </a:extLst>
              </p14:cNvPr>
              <p14:cNvContentPartPr/>
              <p14:nvPr/>
            </p14:nvContentPartPr>
            <p14:xfrm>
              <a:off x="7797624" y="2966940"/>
              <a:ext cx="37080" cy="59940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75EC1CD1-8EAB-105D-6BE1-BEC4D7FA71DF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7793262" y="2962623"/>
                <a:ext cx="45805" cy="60803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E6ED678D-6D63-7CE2-0E8E-493B07664175}"/>
                  </a:ext>
                </a:extLst>
              </p14:cNvPr>
              <p14:cNvContentPartPr/>
              <p14:nvPr/>
            </p14:nvContentPartPr>
            <p14:xfrm>
              <a:off x="8427624" y="2917260"/>
              <a:ext cx="25920" cy="586800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E6ED678D-6D63-7CE2-0E8E-493B07664175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8423304" y="2912940"/>
                <a:ext cx="34560" cy="59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5F1BE438-8989-F112-D70D-FC4FD4C2C26B}"/>
                  </a:ext>
                </a:extLst>
              </p14:cNvPr>
              <p14:cNvContentPartPr/>
              <p14:nvPr/>
            </p14:nvContentPartPr>
            <p14:xfrm>
              <a:off x="8953584" y="2848860"/>
              <a:ext cx="83160" cy="700920"/>
            </p14:xfrm>
          </p:contentPart>
        </mc:Choice>
        <mc:Fallback xmlns=""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5F1BE438-8989-F112-D70D-FC4FD4C2C26B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8949264" y="2844540"/>
                <a:ext cx="91800" cy="70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7758405B-BD87-FCE4-2D3C-4BFABE0BF5CE}"/>
                  </a:ext>
                </a:extLst>
              </p14:cNvPr>
              <p14:cNvContentPartPr/>
              <p14:nvPr/>
            </p14:nvContentPartPr>
            <p14:xfrm>
              <a:off x="9459744" y="2850660"/>
              <a:ext cx="54000" cy="642240"/>
            </p14:xfrm>
          </p:contentPart>
        </mc:Choice>
        <mc:Fallback xmlns=""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7758405B-BD87-FCE4-2D3C-4BFABE0BF5CE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9455424" y="2846342"/>
                <a:ext cx="62640" cy="65087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B245EEC9-F6A7-66A1-EBD8-CED19448FB35}"/>
                  </a:ext>
                </a:extLst>
              </p14:cNvPr>
              <p14:cNvContentPartPr/>
              <p14:nvPr/>
            </p14:nvContentPartPr>
            <p14:xfrm>
              <a:off x="9948984" y="2818980"/>
              <a:ext cx="82080" cy="711720"/>
            </p14:xfrm>
          </p:contentPart>
        </mc:Choice>
        <mc:Fallback xmlns=""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B245EEC9-F6A7-66A1-EBD8-CED19448FB35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9944664" y="2814660"/>
                <a:ext cx="90720" cy="72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58CC9D58-E59A-C75B-E6FC-D0E92BC7DC42}"/>
                  </a:ext>
                </a:extLst>
              </p14:cNvPr>
              <p14:cNvContentPartPr/>
              <p14:nvPr/>
            </p14:nvContentPartPr>
            <p14:xfrm>
              <a:off x="8055744" y="3586860"/>
              <a:ext cx="25920" cy="85680"/>
            </p14:xfrm>
          </p:contentPart>
        </mc:Choice>
        <mc:Fallback xmlns=""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58CC9D58-E59A-C75B-E6FC-D0E92BC7DC42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8051424" y="3582540"/>
                <a:ext cx="34560" cy="9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1C9E3E69-F7A5-BB18-0653-4BA9888351E7}"/>
                  </a:ext>
                </a:extLst>
              </p14:cNvPr>
              <p14:cNvContentPartPr/>
              <p14:nvPr/>
            </p14:nvContentPartPr>
            <p14:xfrm>
              <a:off x="5733240" y="3450600"/>
              <a:ext cx="267840" cy="135720"/>
            </p14:xfrm>
          </p:contentPart>
        </mc:Choice>
        <mc:Fallback xmlns=""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1C9E3E69-F7A5-BB18-0653-4BA9888351E7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5728920" y="3446280"/>
                <a:ext cx="276480" cy="14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566FF277-980C-2FE6-D74D-D4B2402C54D9}"/>
                  </a:ext>
                </a:extLst>
              </p14:cNvPr>
              <p14:cNvContentPartPr/>
              <p14:nvPr/>
            </p14:nvContentPartPr>
            <p14:xfrm>
              <a:off x="5744040" y="3665880"/>
              <a:ext cx="21240" cy="265320"/>
            </p14:xfrm>
          </p:contentPart>
        </mc:Choice>
        <mc:Fallback xmlns=""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566FF277-980C-2FE6-D74D-D4B2402C54D9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5739720" y="3661560"/>
                <a:ext cx="29880" cy="27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1B40271D-1D0D-0420-4178-C39A786A34C0}"/>
                  </a:ext>
                </a:extLst>
              </p14:cNvPr>
              <p14:cNvContentPartPr/>
              <p14:nvPr/>
            </p14:nvContentPartPr>
            <p14:xfrm>
              <a:off x="5727840" y="3578040"/>
              <a:ext cx="457560" cy="335160"/>
            </p14:xfrm>
          </p:contentPart>
        </mc:Choice>
        <mc:Fallback xmlns=""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1B40271D-1D0D-0420-4178-C39A786A34C0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5723520" y="3573720"/>
                <a:ext cx="466200" cy="34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5AE4EF72-C2D6-0A2C-8140-D4311F0CBF76}"/>
                  </a:ext>
                </a:extLst>
              </p14:cNvPr>
              <p14:cNvContentPartPr/>
              <p14:nvPr/>
            </p14:nvContentPartPr>
            <p14:xfrm>
              <a:off x="6067320" y="3237120"/>
              <a:ext cx="1139400" cy="520200"/>
            </p14:xfrm>
          </p:contentPart>
        </mc:Choice>
        <mc:Fallback xmlns=""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5AE4EF72-C2D6-0A2C-8140-D4311F0CBF76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6063000" y="3232800"/>
                <a:ext cx="1148040" cy="52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33DF282B-9085-1B8B-EBB4-2C482B6ECF1E}"/>
                  </a:ext>
                </a:extLst>
              </p14:cNvPr>
              <p14:cNvContentPartPr/>
              <p14:nvPr/>
            </p14:nvContentPartPr>
            <p14:xfrm>
              <a:off x="7127880" y="3161880"/>
              <a:ext cx="94680" cy="181800"/>
            </p14:xfrm>
          </p:contentPart>
        </mc:Choice>
        <mc:Fallback xmlns=""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33DF282B-9085-1B8B-EBB4-2C482B6ECF1E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7123560" y="3157560"/>
                <a:ext cx="103320" cy="19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D4BA5CE4-D42D-6F33-70E9-49980F22287C}"/>
                  </a:ext>
                </a:extLst>
              </p14:cNvPr>
              <p14:cNvContentPartPr/>
              <p14:nvPr/>
            </p14:nvContentPartPr>
            <p14:xfrm>
              <a:off x="7628640" y="3587760"/>
              <a:ext cx="123840" cy="99000"/>
            </p14:xfrm>
          </p:contentPart>
        </mc:Choice>
        <mc:Fallback xmlns=""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D4BA5CE4-D42D-6F33-70E9-49980F22287C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7624320" y="3583440"/>
                <a:ext cx="132480" cy="10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C46C5E54-B31F-BD94-8796-041468FAAD7A}"/>
                  </a:ext>
                </a:extLst>
              </p14:cNvPr>
              <p14:cNvContentPartPr/>
              <p14:nvPr/>
            </p14:nvContentPartPr>
            <p14:xfrm>
              <a:off x="8673000" y="3574080"/>
              <a:ext cx="233640" cy="106200"/>
            </p14:xfrm>
          </p:contentPart>
        </mc:Choice>
        <mc:Fallback xmlns=""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C46C5E54-B31F-BD94-8796-041468FAAD7A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8668680" y="3569760"/>
                <a:ext cx="242280" cy="11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9CBA2EF6-1488-B1BE-95C6-ED6EB7D8F926}"/>
                  </a:ext>
                </a:extLst>
              </p14:cNvPr>
              <p14:cNvContentPartPr/>
              <p14:nvPr/>
            </p14:nvContentPartPr>
            <p14:xfrm>
              <a:off x="9222720" y="3590280"/>
              <a:ext cx="130680" cy="114840"/>
            </p14:xfrm>
          </p:contentPart>
        </mc:Choice>
        <mc:Fallback xmlns=""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9CBA2EF6-1488-B1BE-95C6-ED6EB7D8F926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9218400" y="3585960"/>
                <a:ext cx="139320" cy="12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C13521CE-F6A1-B880-6C44-88667E8F6C55}"/>
                  </a:ext>
                </a:extLst>
              </p14:cNvPr>
              <p14:cNvContentPartPr/>
              <p14:nvPr/>
            </p14:nvContentPartPr>
            <p14:xfrm>
              <a:off x="9647880" y="3570840"/>
              <a:ext cx="146520" cy="79920"/>
            </p14:xfrm>
          </p:contentPart>
        </mc:Choice>
        <mc:Fallback xmlns=""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C13521CE-F6A1-B880-6C44-88667E8F6C55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9643560" y="3566520"/>
                <a:ext cx="155160" cy="8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CE1CD5D5-CDA8-87DA-16CE-D25DE0880614}"/>
                  </a:ext>
                </a:extLst>
              </p14:cNvPr>
              <p14:cNvContentPartPr/>
              <p14:nvPr/>
            </p14:nvContentPartPr>
            <p14:xfrm>
              <a:off x="9751920" y="3578760"/>
              <a:ext cx="30240" cy="112320"/>
            </p14:xfrm>
          </p:contentPart>
        </mc:Choice>
        <mc:Fallback xmlns=""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CE1CD5D5-CDA8-87DA-16CE-D25DE0880614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9747600" y="3574440"/>
                <a:ext cx="38880" cy="12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4C198135-C3C2-D78E-A75C-603368EFCF4C}"/>
                  </a:ext>
                </a:extLst>
              </p14:cNvPr>
              <p14:cNvContentPartPr/>
              <p14:nvPr/>
            </p14:nvContentPartPr>
            <p14:xfrm>
              <a:off x="10102920" y="3584520"/>
              <a:ext cx="78120" cy="103680"/>
            </p14:xfrm>
          </p:contentPart>
        </mc:Choice>
        <mc:Fallback xmlns=""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4C198135-C3C2-D78E-A75C-603368EFCF4C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10098600" y="3580200"/>
                <a:ext cx="86760" cy="11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993AC2C6-4C8A-2B57-F747-C73CCD0E0161}"/>
                  </a:ext>
                </a:extLst>
              </p14:cNvPr>
              <p14:cNvContentPartPr/>
              <p14:nvPr/>
            </p14:nvContentPartPr>
            <p14:xfrm>
              <a:off x="10181400" y="3560400"/>
              <a:ext cx="88200" cy="23400"/>
            </p14:xfrm>
          </p:contentPart>
        </mc:Choice>
        <mc:Fallback xmlns=""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993AC2C6-4C8A-2B57-F747-C73CCD0E0161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10177080" y="3556080"/>
                <a:ext cx="96840" cy="3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919AAF71-B2C6-0C63-A449-FF3768905E35}"/>
                  </a:ext>
                </a:extLst>
              </p14:cNvPr>
              <p14:cNvContentPartPr/>
              <p14:nvPr/>
            </p14:nvContentPartPr>
            <p14:xfrm>
              <a:off x="10689000" y="3533760"/>
              <a:ext cx="91080" cy="162720"/>
            </p14:xfrm>
          </p:contentPart>
        </mc:Choice>
        <mc:Fallback xmlns=""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919AAF71-B2C6-0C63-A449-FF3768905E35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10684680" y="3529440"/>
                <a:ext cx="99720" cy="17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D9092906-05F9-91E5-FC27-458B70C12ABF}"/>
                  </a:ext>
                </a:extLst>
              </p14:cNvPr>
              <p14:cNvContentPartPr/>
              <p14:nvPr/>
            </p14:nvContentPartPr>
            <p14:xfrm>
              <a:off x="10590360" y="2863440"/>
              <a:ext cx="495360" cy="594360"/>
            </p14:xfrm>
          </p:contentPart>
        </mc:Choice>
        <mc:Fallback xmlns=""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D9092906-05F9-91E5-FC27-458B70C12ABF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10586040" y="2859120"/>
                <a:ext cx="504000" cy="60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8F152F4B-79C8-23EC-C2C1-DDE731F37CE0}"/>
                  </a:ext>
                </a:extLst>
              </p14:cNvPr>
              <p14:cNvContentPartPr/>
              <p14:nvPr/>
            </p14:nvContentPartPr>
            <p14:xfrm>
              <a:off x="10460760" y="3489840"/>
              <a:ext cx="493560" cy="44280"/>
            </p14:xfrm>
          </p:contentPart>
        </mc:Choice>
        <mc:Fallback xmlns=""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8F152F4B-79C8-23EC-C2C1-DDE731F37CE0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10456440" y="3485520"/>
                <a:ext cx="502200" cy="5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AF12F8CF-1277-CCEC-8E7C-FD80109D4186}"/>
                  </a:ext>
                </a:extLst>
              </p14:cNvPr>
              <p14:cNvContentPartPr/>
              <p14:nvPr/>
            </p14:nvContentPartPr>
            <p14:xfrm>
              <a:off x="9240480" y="3157416"/>
              <a:ext cx="160920" cy="209880"/>
            </p14:xfrm>
          </p:contentPart>
        </mc:Choice>
        <mc:Fallback xmlns=""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AF12F8CF-1277-CCEC-8E7C-FD80109D4186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9236160" y="3153096"/>
                <a:ext cx="169560" cy="21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2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DE543B88-AB5D-C092-55E1-23E6E0E491AF}"/>
                  </a:ext>
                </a:extLst>
              </p14:cNvPr>
              <p14:cNvContentPartPr/>
              <p14:nvPr/>
            </p14:nvContentPartPr>
            <p14:xfrm>
              <a:off x="9745920" y="3099456"/>
              <a:ext cx="7200" cy="185400"/>
            </p14:xfrm>
          </p:contentPart>
        </mc:Choice>
        <mc:Fallback xmlns=""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DE543B88-AB5D-C092-55E1-23E6E0E491AF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9741600" y="3095136"/>
                <a:ext cx="15840" cy="19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4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D1D4D6C4-46C8-CE78-A7FA-97C4626078A5}"/>
                  </a:ext>
                </a:extLst>
              </p14:cNvPr>
              <p14:cNvContentPartPr/>
              <p14:nvPr/>
            </p14:nvContentPartPr>
            <p14:xfrm>
              <a:off x="10662480" y="3071736"/>
              <a:ext cx="247680" cy="294120"/>
            </p14:xfrm>
          </p:contentPart>
        </mc:Choice>
        <mc:Fallback xmlns=""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D1D4D6C4-46C8-CE78-A7FA-97C4626078A5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10658160" y="3067416"/>
                <a:ext cx="256320" cy="30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6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9A914038-F9E3-6F2F-2E19-9DC4EC87F3D9}"/>
                  </a:ext>
                </a:extLst>
              </p14:cNvPr>
              <p14:cNvContentPartPr/>
              <p14:nvPr/>
            </p14:nvContentPartPr>
            <p14:xfrm>
              <a:off x="8552520" y="3142656"/>
              <a:ext cx="203760" cy="225360"/>
            </p14:xfrm>
          </p:contentPart>
        </mc:Choice>
        <mc:Fallback xmlns=""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9A914038-F9E3-6F2F-2E19-9DC4EC87F3D9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8548200" y="3138336"/>
                <a:ext cx="212400" cy="23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8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6082BB59-B6A1-CF66-F486-41AE244A3682}"/>
                  </a:ext>
                </a:extLst>
              </p14:cNvPr>
              <p14:cNvContentPartPr/>
              <p14:nvPr/>
            </p14:nvContentPartPr>
            <p14:xfrm>
              <a:off x="10196280" y="3114936"/>
              <a:ext cx="145800" cy="232200"/>
            </p14:xfrm>
          </p:contentPart>
        </mc:Choice>
        <mc:Fallback xmlns=""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6082BB59-B6A1-CF66-F486-41AE244A3682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10191960" y="3110616"/>
                <a:ext cx="154440" cy="24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0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AE1E0A4E-239B-2810-3C33-2EB6A37A1C87}"/>
                  </a:ext>
                </a:extLst>
              </p14:cNvPr>
              <p14:cNvContentPartPr/>
              <p14:nvPr/>
            </p14:nvContentPartPr>
            <p14:xfrm>
              <a:off x="10318680" y="3113496"/>
              <a:ext cx="95040" cy="38520"/>
            </p14:xfrm>
          </p:contentPart>
        </mc:Choice>
        <mc:Fallback xmlns=""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AE1E0A4E-239B-2810-3C33-2EB6A37A1C87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10314360" y="3109176"/>
                <a:ext cx="103680" cy="4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2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43C89BDC-AD71-4F2F-5844-F979553CE330}"/>
                  </a:ext>
                </a:extLst>
              </p14:cNvPr>
              <p14:cNvContentPartPr/>
              <p14:nvPr/>
            </p14:nvContentPartPr>
            <p14:xfrm>
              <a:off x="10022400" y="3845736"/>
              <a:ext cx="966600" cy="178920"/>
            </p14:xfrm>
          </p:contentPart>
        </mc:Choice>
        <mc:Fallback xmlns=""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43C89BDC-AD71-4F2F-5844-F979553CE330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10018080" y="3841416"/>
                <a:ext cx="975240" cy="18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4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64166EB5-2B1E-619C-EC23-7FBAB6344E82}"/>
                  </a:ext>
                </a:extLst>
              </p14:cNvPr>
              <p14:cNvContentPartPr/>
              <p14:nvPr/>
            </p14:nvContentPartPr>
            <p14:xfrm>
              <a:off x="10189800" y="4246416"/>
              <a:ext cx="111240" cy="123840"/>
            </p14:xfrm>
          </p:contentPart>
        </mc:Choice>
        <mc:Fallback xmlns=""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64166EB5-2B1E-619C-EC23-7FBAB6344E82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10185480" y="4242096"/>
                <a:ext cx="119880" cy="13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6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29505B6A-7C83-1E69-3A6B-36207C90746D}"/>
                  </a:ext>
                </a:extLst>
              </p14:cNvPr>
              <p14:cNvContentPartPr/>
              <p14:nvPr/>
            </p14:nvContentPartPr>
            <p14:xfrm>
              <a:off x="10389960" y="4238136"/>
              <a:ext cx="259560" cy="130680"/>
            </p14:xfrm>
          </p:contentPart>
        </mc:Choice>
        <mc:Fallback xmlns=""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29505B6A-7C83-1E69-3A6B-36207C90746D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10385640" y="4233816"/>
                <a:ext cx="268200" cy="13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8">
            <p14:nvContentPartPr>
              <p14:cNvPr id="73" name="Ink 72">
                <a:extLst>
                  <a:ext uri="{FF2B5EF4-FFF2-40B4-BE49-F238E27FC236}">
                    <a16:creationId xmlns:a16="http://schemas.microsoft.com/office/drawing/2014/main" id="{92B03B80-9445-0703-8693-AC7371895AA6}"/>
                  </a:ext>
                </a:extLst>
              </p14:cNvPr>
              <p14:cNvContentPartPr/>
              <p14:nvPr/>
            </p14:nvContentPartPr>
            <p14:xfrm>
              <a:off x="10755000" y="4104216"/>
              <a:ext cx="360" cy="360"/>
            </p14:xfrm>
          </p:contentPart>
        </mc:Choice>
        <mc:Fallback xmlns="">
          <p:pic>
            <p:nvPicPr>
              <p:cNvPr id="73" name="Ink 72">
                <a:extLst>
                  <a:ext uri="{FF2B5EF4-FFF2-40B4-BE49-F238E27FC236}">
                    <a16:creationId xmlns:a16="http://schemas.microsoft.com/office/drawing/2014/main" id="{92B03B80-9445-0703-8693-AC7371895AA6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10750680" y="4099896"/>
                <a:ext cx="9000" cy="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0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FDBDDE62-F111-DDE2-4E17-07E40F5F5E26}"/>
                  </a:ext>
                </a:extLst>
              </p14:cNvPr>
              <p14:cNvContentPartPr/>
              <p14:nvPr/>
            </p14:nvContentPartPr>
            <p14:xfrm>
              <a:off x="10755000" y="4104216"/>
              <a:ext cx="360" cy="360"/>
            </p14:xfrm>
          </p:contentPart>
        </mc:Choice>
        <mc:Fallback xmlns=""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FDBDDE62-F111-DDE2-4E17-07E40F5F5E26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10750680" y="4099896"/>
                <a:ext cx="9000" cy="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1">
            <p14:nvContentPartPr>
              <p14:cNvPr id="75" name="Ink 74">
                <a:extLst>
                  <a:ext uri="{FF2B5EF4-FFF2-40B4-BE49-F238E27FC236}">
                    <a16:creationId xmlns:a16="http://schemas.microsoft.com/office/drawing/2014/main" id="{11F8206F-BB08-DD75-85ED-A60A4230B27A}"/>
                  </a:ext>
                </a:extLst>
              </p14:cNvPr>
              <p14:cNvContentPartPr/>
              <p14:nvPr/>
            </p14:nvContentPartPr>
            <p14:xfrm>
              <a:off x="10711440" y="4104216"/>
              <a:ext cx="54720" cy="264600"/>
            </p14:xfrm>
          </p:contentPart>
        </mc:Choice>
        <mc:Fallback xmlns="">
          <p:pic>
            <p:nvPicPr>
              <p:cNvPr id="75" name="Ink 74">
                <a:extLst>
                  <a:ext uri="{FF2B5EF4-FFF2-40B4-BE49-F238E27FC236}">
                    <a16:creationId xmlns:a16="http://schemas.microsoft.com/office/drawing/2014/main" id="{11F8206F-BB08-DD75-85ED-A60A4230B27A}"/>
                  </a:ext>
                </a:extLst>
              </p:cNvPr>
              <p:cNvPicPr/>
              <p:nvPr/>
            </p:nvPicPr>
            <p:blipFill>
              <a:blip r:embed="rId122"/>
              <a:stretch>
                <a:fillRect/>
              </a:stretch>
            </p:blipFill>
            <p:spPr>
              <a:xfrm>
                <a:off x="10707120" y="4099896"/>
                <a:ext cx="63360" cy="27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3">
            <p14:nvContentPartPr>
              <p14:cNvPr id="76" name="Ink 75">
                <a:extLst>
                  <a:ext uri="{FF2B5EF4-FFF2-40B4-BE49-F238E27FC236}">
                    <a16:creationId xmlns:a16="http://schemas.microsoft.com/office/drawing/2014/main" id="{887DBC85-B2E6-147A-EE37-24A794215087}"/>
                  </a:ext>
                </a:extLst>
              </p14:cNvPr>
              <p14:cNvContentPartPr/>
              <p14:nvPr/>
            </p14:nvContentPartPr>
            <p14:xfrm>
              <a:off x="10692720" y="4260456"/>
              <a:ext cx="205920" cy="108720"/>
            </p14:xfrm>
          </p:contentPart>
        </mc:Choice>
        <mc:Fallback xmlns="">
          <p:pic>
            <p:nvPicPr>
              <p:cNvPr id="76" name="Ink 75">
                <a:extLst>
                  <a:ext uri="{FF2B5EF4-FFF2-40B4-BE49-F238E27FC236}">
                    <a16:creationId xmlns:a16="http://schemas.microsoft.com/office/drawing/2014/main" id="{887DBC85-B2E6-147A-EE37-24A794215087}"/>
                  </a:ext>
                </a:extLst>
              </p:cNvPr>
              <p:cNvPicPr/>
              <p:nvPr/>
            </p:nvPicPr>
            <p:blipFill>
              <a:blip r:embed="rId124"/>
              <a:stretch>
                <a:fillRect/>
              </a:stretch>
            </p:blipFill>
            <p:spPr>
              <a:xfrm>
                <a:off x="10688400" y="4256136"/>
                <a:ext cx="214560" cy="11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5">
            <p14:nvContentPartPr>
              <p14:cNvPr id="77" name="Ink 76">
                <a:extLst>
                  <a:ext uri="{FF2B5EF4-FFF2-40B4-BE49-F238E27FC236}">
                    <a16:creationId xmlns:a16="http://schemas.microsoft.com/office/drawing/2014/main" id="{061122BC-C973-61C4-F303-C00B6F9CEDE8}"/>
                  </a:ext>
                </a:extLst>
              </p14:cNvPr>
              <p14:cNvContentPartPr/>
              <p14:nvPr/>
            </p14:nvContentPartPr>
            <p14:xfrm>
              <a:off x="10960920" y="4084416"/>
              <a:ext cx="272880" cy="348120"/>
            </p14:xfrm>
          </p:contentPart>
        </mc:Choice>
        <mc:Fallback xmlns="">
          <p:pic>
            <p:nvPicPr>
              <p:cNvPr id="77" name="Ink 76">
                <a:extLst>
                  <a:ext uri="{FF2B5EF4-FFF2-40B4-BE49-F238E27FC236}">
                    <a16:creationId xmlns:a16="http://schemas.microsoft.com/office/drawing/2014/main" id="{061122BC-C973-61C4-F303-C00B6F9CEDE8}"/>
                  </a:ext>
                </a:extLst>
              </p:cNvPr>
              <p:cNvPicPr/>
              <p:nvPr/>
            </p:nvPicPr>
            <p:blipFill>
              <a:blip r:embed="rId126"/>
              <a:stretch>
                <a:fillRect/>
              </a:stretch>
            </p:blipFill>
            <p:spPr>
              <a:xfrm>
                <a:off x="10956600" y="4080096"/>
                <a:ext cx="281520" cy="35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7">
            <p14:nvContentPartPr>
              <p14:cNvPr id="78" name="Ink 77">
                <a:extLst>
                  <a:ext uri="{FF2B5EF4-FFF2-40B4-BE49-F238E27FC236}">
                    <a16:creationId xmlns:a16="http://schemas.microsoft.com/office/drawing/2014/main" id="{CF36A9F9-4096-B42C-A066-17D481A01AEB}"/>
                  </a:ext>
                </a:extLst>
              </p14:cNvPr>
              <p14:cNvContentPartPr/>
              <p14:nvPr/>
            </p14:nvContentPartPr>
            <p14:xfrm>
              <a:off x="6525720" y="5915376"/>
              <a:ext cx="23400" cy="10800"/>
            </p14:xfrm>
          </p:contentPart>
        </mc:Choice>
        <mc:Fallback xmlns="">
          <p:pic>
            <p:nvPicPr>
              <p:cNvPr id="78" name="Ink 77">
                <a:extLst>
                  <a:ext uri="{FF2B5EF4-FFF2-40B4-BE49-F238E27FC236}">
                    <a16:creationId xmlns:a16="http://schemas.microsoft.com/office/drawing/2014/main" id="{CF36A9F9-4096-B42C-A066-17D481A01AEB}"/>
                  </a:ext>
                </a:extLst>
              </p:cNvPr>
              <p:cNvPicPr/>
              <p:nvPr/>
            </p:nvPicPr>
            <p:blipFill>
              <a:blip r:embed="rId128"/>
              <a:stretch>
                <a:fillRect/>
              </a:stretch>
            </p:blipFill>
            <p:spPr>
              <a:xfrm>
                <a:off x="6481080" y="5870376"/>
                <a:ext cx="113040" cy="10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9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0046D6EF-F6B2-7E9A-4FBB-3F66E49AE53E}"/>
                  </a:ext>
                </a:extLst>
              </p14:cNvPr>
              <p14:cNvContentPartPr/>
              <p14:nvPr/>
            </p14:nvContentPartPr>
            <p14:xfrm>
              <a:off x="1427760" y="4809816"/>
              <a:ext cx="9720" cy="1548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0046D6EF-F6B2-7E9A-4FBB-3F66E49AE53E}"/>
                  </a:ext>
                </a:extLst>
              </p:cNvPr>
              <p:cNvPicPr/>
              <p:nvPr/>
            </p:nvPicPr>
            <p:blipFill>
              <a:blip r:embed="rId130"/>
              <a:stretch>
                <a:fillRect/>
              </a:stretch>
            </p:blipFill>
            <p:spPr>
              <a:xfrm>
                <a:off x="1423440" y="4805496"/>
                <a:ext cx="18360" cy="24120"/>
              </a:xfrm>
              <a:prstGeom prst="rect">
                <a:avLst/>
              </a:prstGeom>
            </p:spPr>
          </p:pic>
        </mc:Fallback>
      </mc:AlternateContent>
      <p:grpSp>
        <p:nvGrpSpPr>
          <p:cNvPr id="28" name="Group 27">
            <a:extLst>
              <a:ext uri="{FF2B5EF4-FFF2-40B4-BE49-F238E27FC236}">
                <a16:creationId xmlns:a16="http://schemas.microsoft.com/office/drawing/2014/main" id="{F0BC91C2-4986-D06D-F6F5-93DB4EE6FFBB}"/>
              </a:ext>
            </a:extLst>
          </p:cNvPr>
          <p:cNvGrpSpPr/>
          <p:nvPr/>
        </p:nvGrpSpPr>
        <p:grpSpPr>
          <a:xfrm>
            <a:off x="2501280" y="872496"/>
            <a:ext cx="174240" cy="282600"/>
            <a:chOff x="2501280" y="872496"/>
            <a:chExt cx="174240" cy="282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59AE6D83-7018-9153-BC94-571AF20432B4}"/>
                    </a:ext>
                  </a:extLst>
                </p14:cNvPr>
                <p14:cNvContentPartPr/>
                <p14:nvPr/>
              </p14:nvContentPartPr>
              <p14:xfrm>
                <a:off x="2501280" y="872496"/>
                <a:ext cx="174240" cy="18720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59AE6D83-7018-9153-BC94-571AF20432B4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2496960" y="868176"/>
                  <a:ext cx="18288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3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1E32DC5C-6209-935D-1A74-7BEACF1328CC}"/>
                    </a:ext>
                  </a:extLst>
                </p14:cNvPr>
                <p14:cNvContentPartPr/>
                <p14:nvPr/>
              </p14:nvContentPartPr>
              <p14:xfrm>
                <a:off x="2585160" y="973296"/>
                <a:ext cx="51120" cy="18180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1E32DC5C-6209-935D-1A74-7BEACF1328CC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2580840" y="968976"/>
                  <a:ext cx="59760" cy="190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3F187BCD-9255-8D2E-64DB-BF996A502D32}"/>
              </a:ext>
            </a:extLst>
          </p:cNvPr>
          <p:cNvGrpSpPr/>
          <p:nvPr/>
        </p:nvGrpSpPr>
        <p:grpSpPr>
          <a:xfrm>
            <a:off x="7476480" y="3205656"/>
            <a:ext cx="185040" cy="264960"/>
            <a:chOff x="7476480" y="3205656"/>
            <a:chExt cx="185040" cy="264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5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2E8B6B50-57F7-BDEB-5EB8-14E8053566C0}"/>
                    </a:ext>
                  </a:extLst>
                </p14:cNvPr>
                <p14:cNvContentPartPr/>
                <p14:nvPr/>
              </p14:nvContentPartPr>
              <p14:xfrm>
                <a:off x="7476480" y="3205656"/>
                <a:ext cx="185040" cy="16308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2E8B6B50-57F7-BDEB-5EB8-14E8053566C0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7472160" y="3201336"/>
                  <a:ext cx="19368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7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180B94E3-CA92-1C52-A42F-423D1A1460EF}"/>
                    </a:ext>
                  </a:extLst>
                </p14:cNvPr>
                <p14:cNvContentPartPr/>
                <p14:nvPr/>
              </p14:nvContentPartPr>
              <p14:xfrm>
                <a:off x="7590600" y="3290256"/>
                <a:ext cx="25920" cy="18036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180B94E3-CA92-1C52-A42F-423D1A1460EF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7586280" y="3285936"/>
                  <a:ext cx="34560" cy="189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39">
            <p14:nvContentPartPr>
              <p14:cNvPr id="128" name="Ink 127">
                <a:extLst>
                  <a:ext uri="{FF2B5EF4-FFF2-40B4-BE49-F238E27FC236}">
                    <a16:creationId xmlns:a16="http://schemas.microsoft.com/office/drawing/2014/main" id="{A8CB6BDF-04B6-2BE0-16B5-0237FB08F5EA}"/>
                  </a:ext>
                </a:extLst>
              </p14:cNvPr>
              <p14:cNvContentPartPr/>
              <p14:nvPr/>
            </p14:nvContentPartPr>
            <p14:xfrm>
              <a:off x="7969320" y="3236976"/>
              <a:ext cx="240480" cy="139320"/>
            </p14:xfrm>
          </p:contentPart>
        </mc:Choice>
        <mc:Fallback xmlns="">
          <p:pic>
            <p:nvPicPr>
              <p:cNvPr id="128" name="Ink 127">
                <a:extLst>
                  <a:ext uri="{FF2B5EF4-FFF2-40B4-BE49-F238E27FC236}">
                    <a16:creationId xmlns:a16="http://schemas.microsoft.com/office/drawing/2014/main" id="{A8CB6BDF-04B6-2BE0-16B5-0237FB08F5EA}"/>
                  </a:ext>
                </a:extLst>
              </p:cNvPr>
              <p:cNvPicPr/>
              <p:nvPr/>
            </p:nvPicPr>
            <p:blipFill>
              <a:blip r:embed="rId140"/>
              <a:stretch>
                <a:fillRect/>
              </a:stretch>
            </p:blipFill>
            <p:spPr>
              <a:xfrm>
                <a:off x="7965000" y="3232656"/>
                <a:ext cx="249120" cy="147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1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0A6D30E5-800F-E3D2-8AE1-805AFDB150DE}"/>
                  </a:ext>
                </a:extLst>
              </p14:cNvPr>
              <p14:cNvContentPartPr/>
              <p14:nvPr/>
            </p14:nvContentPartPr>
            <p14:xfrm>
              <a:off x="1878120" y="1773576"/>
              <a:ext cx="179640" cy="17352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0A6D30E5-800F-E3D2-8AE1-805AFDB150DE}"/>
                  </a:ext>
                </a:extLst>
              </p:cNvPr>
              <p:cNvPicPr/>
              <p:nvPr/>
            </p:nvPicPr>
            <p:blipFill>
              <a:blip r:embed="rId142"/>
              <a:stretch>
                <a:fillRect/>
              </a:stretch>
            </p:blipFill>
            <p:spPr>
              <a:xfrm>
                <a:off x="1873800" y="1769256"/>
                <a:ext cx="188280" cy="18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3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6FCE613B-01AF-EC08-E378-8F2CA3B291B6}"/>
                  </a:ext>
                </a:extLst>
              </p14:cNvPr>
              <p14:cNvContentPartPr/>
              <p14:nvPr/>
            </p14:nvContentPartPr>
            <p14:xfrm>
              <a:off x="1158840" y="2871936"/>
              <a:ext cx="167400" cy="15516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6FCE613B-01AF-EC08-E378-8F2CA3B291B6}"/>
                  </a:ext>
                </a:extLst>
              </p:cNvPr>
              <p:cNvPicPr/>
              <p:nvPr/>
            </p:nvPicPr>
            <p:blipFill>
              <a:blip r:embed="rId144"/>
              <a:stretch>
                <a:fillRect/>
              </a:stretch>
            </p:blipFill>
            <p:spPr>
              <a:xfrm>
                <a:off x="1154520" y="2867616"/>
                <a:ext cx="176040" cy="163800"/>
              </a:xfrm>
              <a:prstGeom prst="rect">
                <a:avLst/>
              </a:prstGeom>
            </p:spPr>
          </p:pic>
        </mc:Fallback>
      </mc:AlternateContent>
      <p:grpSp>
        <p:nvGrpSpPr>
          <p:cNvPr id="101" name="Group 100">
            <a:extLst>
              <a:ext uri="{FF2B5EF4-FFF2-40B4-BE49-F238E27FC236}">
                <a16:creationId xmlns:a16="http://schemas.microsoft.com/office/drawing/2014/main" id="{CE0E4FC6-763D-661C-4131-5D3CA328E2BB}"/>
              </a:ext>
            </a:extLst>
          </p:cNvPr>
          <p:cNvGrpSpPr/>
          <p:nvPr/>
        </p:nvGrpSpPr>
        <p:grpSpPr>
          <a:xfrm>
            <a:off x="4291920" y="519336"/>
            <a:ext cx="650520" cy="511920"/>
            <a:chOff x="4291920" y="519336"/>
            <a:chExt cx="650520" cy="511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5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3C1CC11E-6A46-D0B6-1C15-233238B46F9C}"/>
                    </a:ext>
                  </a:extLst>
                </p14:cNvPr>
                <p14:cNvContentPartPr/>
                <p14:nvPr/>
              </p14:nvContentPartPr>
              <p14:xfrm>
                <a:off x="4303440" y="603936"/>
                <a:ext cx="74160" cy="28764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3C1CC11E-6A46-D0B6-1C15-233238B46F9C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4299120" y="599616"/>
                  <a:ext cx="82800" cy="29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7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E02B5EB0-F5B4-24FC-C64C-CE549CEE9863}"/>
                    </a:ext>
                  </a:extLst>
                </p14:cNvPr>
                <p14:cNvContentPartPr/>
                <p14:nvPr/>
              </p14:nvContentPartPr>
              <p14:xfrm>
                <a:off x="4393800" y="519336"/>
                <a:ext cx="182880" cy="33840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E02B5EB0-F5B4-24FC-C64C-CE549CEE9863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4389480" y="515016"/>
                  <a:ext cx="191520" cy="34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9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E1D942A2-13CB-D3AD-F99B-1D0615C790B9}"/>
                    </a:ext>
                  </a:extLst>
                </p14:cNvPr>
                <p14:cNvContentPartPr/>
                <p14:nvPr/>
              </p14:nvContentPartPr>
              <p14:xfrm>
                <a:off x="4291920" y="724896"/>
                <a:ext cx="164520" cy="504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E1D942A2-13CB-D3AD-F99B-1D0615C790B9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4287600" y="720576"/>
                  <a:ext cx="173160" cy="1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1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A3877CC1-3CDA-9072-B550-7952F3481F1C}"/>
                    </a:ext>
                  </a:extLst>
                </p14:cNvPr>
                <p14:cNvContentPartPr/>
                <p14:nvPr/>
              </p14:nvContentPartPr>
              <p14:xfrm>
                <a:off x="4532400" y="749376"/>
                <a:ext cx="111240" cy="9720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A3877CC1-3CDA-9072-B550-7952F3481F1C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4528080" y="745056"/>
                  <a:ext cx="11988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3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2CB73090-EE5A-0557-FF9F-F93654DCFF60}"/>
                    </a:ext>
                  </a:extLst>
                </p14:cNvPr>
                <p14:cNvContentPartPr/>
                <p14:nvPr/>
              </p14:nvContentPartPr>
              <p14:xfrm>
                <a:off x="4658760" y="749376"/>
                <a:ext cx="139320" cy="9540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2CB73090-EE5A-0557-FF9F-F93654DCFF60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4654440" y="745056"/>
                  <a:ext cx="14796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5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4BB7FD65-F96E-4557-3E9A-87D82B0061A1}"/>
                    </a:ext>
                  </a:extLst>
                </p14:cNvPr>
                <p14:cNvContentPartPr/>
                <p14:nvPr/>
              </p14:nvContentPartPr>
              <p14:xfrm>
                <a:off x="4795200" y="718416"/>
                <a:ext cx="147240" cy="31284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4BB7FD65-F96E-4557-3E9A-87D82B0061A1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4790880" y="714096"/>
                  <a:ext cx="155880" cy="321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57">
            <p14:nvContentPartPr>
              <p14:cNvPr id="102" name="Ink 101">
                <a:extLst>
                  <a:ext uri="{FF2B5EF4-FFF2-40B4-BE49-F238E27FC236}">
                    <a16:creationId xmlns:a16="http://schemas.microsoft.com/office/drawing/2014/main" id="{6B4E03DC-36A6-B8EE-7359-4688243630BC}"/>
                  </a:ext>
                </a:extLst>
              </p14:cNvPr>
              <p14:cNvContentPartPr/>
              <p14:nvPr/>
            </p14:nvContentPartPr>
            <p14:xfrm>
              <a:off x="5162760" y="789696"/>
              <a:ext cx="106560" cy="77760"/>
            </p14:xfrm>
          </p:contentPart>
        </mc:Choice>
        <mc:Fallback xmlns="">
          <p:pic>
            <p:nvPicPr>
              <p:cNvPr id="102" name="Ink 101">
                <a:extLst>
                  <a:ext uri="{FF2B5EF4-FFF2-40B4-BE49-F238E27FC236}">
                    <a16:creationId xmlns:a16="http://schemas.microsoft.com/office/drawing/2014/main" id="{6B4E03DC-36A6-B8EE-7359-4688243630BC}"/>
                  </a:ext>
                </a:extLst>
              </p:cNvPr>
              <p:cNvPicPr/>
              <p:nvPr/>
            </p:nvPicPr>
            <p:blipFill>
              <a:blip r:embed="rId158"/>
              <a:stretch>
                <a:fillRect/>
              </a:stretch>
            </p:blipFill>
            <p:spPr>
              <a:xfrm>
                <a:off x="5158440" y="785376"/>
                <a:ext cx="115200" cy="86400"/>
              </a:xfrm>
              <a:prstGeom prst="rect">
                <a:avLst/>
              </a:prstGeom>
            </p:spPr>
          </p:pic>
        </mc:Fallback>
      </mc:AlternateContent>
      <p:grpSp>
        <p:nvGrpSpPr>
          <p:cNvPr id="113" name="Group 112">
            <a:extLst>
              <a:ext uri="{FF2B5EF4-FFF2-40B4-BE49-F238E27FC236}">
                <a16:creationId xmlns:a16="http://schemas.microsoft.com/office/drawing/2014/main" id="{84B20853-9AA1-C81F-F6E3-3E84B661C36C}"/>
              </a:ext>
            </a:extLst>
          </p:cNvPr>
          <p:cNvGrpSpPr/>
          <p:nvPr/>
        </p:nvGrpSpPr>
        <p:grpSpPr>
          <a:xfrm>
            <a:off x="5567040" y="626976"/>
            <a:ext cx="802080" cy="315360"/>
            <a:chOff x="5567040" y="626976"/>
            <a:chExt cx="802080" cy="315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9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AD2BF6FA-4228-1529-3A16-5967D88C3E37}"/>
                    </a:ext>
                  </a:extLst>
                </p14:cNvPr>
                <p14:cNvContentPartPr/>
                <p14:nvPr/>
              </p14:nvContentPartPr>
              <p14:xfrm>
                <a:off x="5567040" y="639216"/>
                <a:ext cx="127440" cy="16812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AD2BF6FA-4228-1529-3A16-5967D88C3E37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5562720" y="634896"/>
                  <a:ext cx="13608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1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59B36473-BE52-A68E-DFC8-F46769CC4B9B}"/>
                    </a:ext>
                  </a:extLst>
                </p14:cNvPr>
                <p14:cNvContentPartPr/>
                <p14:nvPr/>
              </p14:nvContentPartPr>
              <p14:xfrm>
                <a:off x="5726520" y="663696"/>
                <a:ext cx="402120" cy="13248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59B36473-BE52-A68E-DFC8-F46769CC4B9B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5722200" y="659376"/>
                  <a:ext cx="41076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3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0625ADE4-7E26-A1D7-01C2-33580077A75F}"/>
                    </a:ext>
                  </a:extLst>
                </p14:cNvPr>
                <p14:cNvContentPartPr/>
                <p14:nvPr/>
              </p14:nvContentPartPr>
              <p14:xfrm>
                <a:off x="6199560" y="626976"/>
                <a:ext cx="169560" cy="31536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0625ADE4-7E26-A1D7-01C2-33580077A75F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6195240" y="622656"/>
                  <a:ext cx="178200" cy="324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6973E4DD-2EBE-A356-75C0-15FB173CA8DA}"/>
              </a:ext>
            </a:extLst>
          </p:cNvPr>
          <p:cNvGrpSpPr/>
          <p:nvPr/>
        </p:nvGrpSpPr>
        <p:grpSpPr>
          <a:xfrm>
            <a:off x="6838200" y="385416"/>
            <a:ext cx="186840" cy="383760"/>
            <a:chOff x="6838200" y="385416"/>
            <a:chExt cx="186840" cy="383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5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D945E070-5D0B-408F-79BC-48B43FAE3282}"/>
                    </a:ext>
                  </a:extLst>
                </p14:cNvPr>
                <p14:cNvContentPartPr/>
                <p14:nvPr/>
              </p14:nvContentPartPr>
              <p14:xfrm>
                <a:off x="6838200" y="385416"/>
                <a:ext cx="186840" cy="21528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D945E070-5D0B-408F-79BC-48B43FAE3282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6833880" y="381096"/>
                  <a:ext cx="195480" cy="22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7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4BB69A88-5485-7E6E-1A40-3970FE27C8D8}"/>
                    </a:ext>
                  </a:extLst>
                </p14:cNvPr>
                <p14:cNvContentPartPr/>
                <p14:nvPr/>
              </p14:nvContentPartPr>
              <p14:xfrm>
                <a:off x="6906960" y="519336"/>
                <a:ext cx="44280" cy="24984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4BB69A88-5485-7E6E-1A40-3970FE27C8D8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6902640" y="515016"/>
                  <a:ext cx="52920" cy="258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EBE0DFA9-028F-5660-0CAB-B7FFC8EC65B3}"/>
              </a:ext>
            </a:extLst>
          </p:cNvPr>
          <p:cNvGrpSpPr/>
          <p:nvPr/>
        </p:nvGrpSpPr>
        <p:grpSpPr>
          <a:xfrm>
            <a:off x="7472880" y="362736"/>
            <a:ext cx="605520" cy="261000"/>
            <a:chOff x="7472880" y="362736"/>
            <a:chExt cx="605520" cy="261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9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49B004F1-9133-86C5-A731-03B93ECA09BC}"/>
                    </a:ext>
                  </a:extLst>
                </p14:cNvPr>
                <p14:cNvContentPartPr/>
                <p14:nvPr/>
              </p14:nvContentPartPr>
              <p14:xfrm>
                <a:off x="7472880" y="437976"/>
                <a:ext cx="342360" cy="18576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49B004F1-9133-86C5-A731-03B93ECA09BC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7468560" y="433656"/>
                  <a:ext cx="35100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1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CBF40383-9782-6EA8-AB73-2A1E7D3DA54A}"/>
                    </a:ext>
                  </a:extLst>
                </p14:cNvPr>
                <p14:cNvContentPartPr/>
                <p14:nvPr/>
              </p14:nvContentPartPr>
              <p14:xfrm>
                <a:off x="7821720" y="362736"/>
                <a:ext cx="256680" cy="24840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CBF40383-9782-6EA8-AB73-2A1E7D3DA54A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7817400" y="358416"/>
                  <a:ext cx="265320" cy="257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73">
            <p14:nvContentPartPr>
              <p14:cNvPr id="110" name="Ink 109">
                <a:extLst>
                  <a:ext uri="{FF2B5EF4-FFF2-40B4-BE49-F238E27FC236}">
                    <a16:creationId xmlns:a16="http://schemas.microsoft.com/office/drawing/2014/main" id="{9784415F-E2D6-C280-4B5B-15FCCD9B75AC}"/>
                  </a:ext>
                </a:extLst>
              </p14:cNvPr>
              <p14:cNvContentPartPr/>
              <p14:nvPr/>
            </p14:nvContentPartPr>
            <p14:xfrm>
              <a:off x="8593200" y="279576"/>
              <a:ext cx="38520" cy="387000"/>
            </p14:xfrm>
          </p:contentPart>
        </mc:Choice>
        <mc:Fallback xmlns="">
          <p:pic>
            <p:nvPicPr>
              <p:cNvPr id="110" name="Ink 109">
                <a:extLst>
                  <a:ext uri="{FF2B5EF4-FFF2-40B4-BE49-F238E27FC236}">
                    <a16:creationId xmlns:a16="http://schemas.microsoft.com/office/drawing/2014/main" id="{9784415F-E2D6-C280-4B5B-15FCCD9B75AC}"/>
                  </a:ext>
                </a:extLst>
              </p:cNvPr>
              <p:cNvPicPr/>
              <p:nvPr/>
            </p:nvPicPr>
            <p:blipFill>
              <a:blip r:embed="rId174"/>
              <a:stretch>
                <a:fillRect/>
              </a:stretch>
            </p:blipFill>
            <p:spPr>
              <a:xfrm>
                <a:off x="8588880" y="275256"/>
                <a:ext cx="47160" cy="395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208733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B94E48-9272-ACD4-8E39-DE4FBA6A28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78617D71-14D5-BA0A-F534-78D504510357}"/>
                  </a:ext>
                </a:extLst>
              </p14:cNvPr>
              <p14:cNvContentPartPr/>
              <p14:nvPr/>
            </p14:nvContentPartPr>
            <p14:xfrm>
              <a:off x="2524680" y="1214280"/>
              <a:ext cx="88920" cy="12204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78617D71-14D5-BA0A-F534-78D50451035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520360" y="1209960"/>
                <a:ext cx="97560" cy="13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8D2054C7-CC60-E533-645A-DFCFE061FC67}"/>
                  </a:ext>
                </a:extLst>
              </p14:cNvPr>
              <p14:cNvContentPartPr/>
              <p14:nvPr/>
            </p14:nvContentPartPr>
            <p14:xfrm>
              <a:off x="1323720" y="510840"/>
              <a:ext cx="152640" cy="1425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8D2054C7-CC60-E533-645A-DFCFE061FC6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319400" y="506520"/>
                <a:ext cx="161280" cy="15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4E3E06E1-50CF-B076-62D0-73F05D76FD85}"/>
                  </a:ext>
                </a:extLst>
              </p14:cNvPr>
              <p14:cNvContentPartPr/>
              <p14:nvPr/>
            </p14:nvContentPartPr>
            <p14:xfrm>
              <a:off x="1478160" y="532800"/>
              <a:ext cx="70920" cy="8568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4E3E06E1-50CF-B076-62D0-73F05D76FD85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473840" y="528480"/>
                <a:ext cx="79560" cy="9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69E063E0-4D49-65F8-365E-5B6BABF7AE00}"/>
                  </a:ext>
                </a:extLst>
              </p14:cNvPr>
              <p14:cNvContentPartPr/>
              <p14:nvPr/>
            </p14:nvContentPartPr>
            <p14:xfrm>
              <a:off x="1577520" y="544320"/>
              <a:ext cx="77760" cy="669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69E063E0-4D49-65F8-365E-5B6BABF7AE00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573200" y="540000"/>
                <a:ext cx="86400" cy="7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E59ADD72-EB11-B989-7AD6-A059F336D55D}"/>
                  </a:ext>
                </a:extLst>
              </p14:cNvPr>
              <p14:cNvContentPartPr/>
              <p14:nvPr/>
            </p14:nvContentPartPr>
            <p14:xfrm>
              <a:off x="1713960" y="443880"/>
              <a:ext cx="99720" cy="16380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E59ADD72-EB11-B989-7AD6-A059F336D55D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709640" y="439560"/>
                <a:ext cx="108360" cy="17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229AC526-8571-1128-C423-237F5BD4FD77}"/>
                  </a:ext>
                </a:extLst>
              </p14:cNvPr>
              <p14:cNvContentPartPr/>
              <p14:nvPr/>
            </p14:nvContentPartPr>
            <p14:xfrm>
              <a:off x="1709280" y="510840"/>
              <a:ext cx="148320" cy="252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229AC526-8571-1128-C423-237F5BD4FD77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704960" y="506520"/>
                <a:ext cx="156960" cy="1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85415A83-C09B-6C2A-8CD8-559F1E480A59}"/>
                  </a:ext>
                </a:extLst>
              </p14:cNvPr>
              <p14:cNvContentPartPr/>
              <p14:nvPr/>
            </p14:nvContentPartPr>
            <p14:xfrm>
              <a:off x="2256840" y="473760"/>
              <a:ext cx="297720" cy="33948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85415A83-C09B-6C2A-8CD8-559F1E480A59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252520" y="469440"/>
                <a:ext cx="306360" cy="34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9062C388-99A6-2016-5A8B-FA8960E945C5}"/>
                  </a:ext>
                </a:extLst>
              </p14:cNvPr>
              <p14:cNvContentPartPr/>
              <p14:nvPr/>
            </p14:nvContentPartPr>
            <p14:xfrm>
              <a:off x="2443320" y="740880"/>
              <a:ext cx="93240" cy="5148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9062C388-99A6-2016-5A8B-FA8960E945C5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2439000" y="736560"/>
                <a:ext cx="101880" cy="6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71BCF998-36FA-71D2-1051-96F94F83E2FC}"/>
                  </a:ext>
                </a:extLst>
              </p14:cNvPr>
              <p14:cNvContentPartPr/>
              <p14:nvPr/>
            </p14:nvContentPartPr>
            <p14:xfrm>
              <a:off x="2526480" y="727200"/>
              <a:ext cx="95760" cy="9720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71BCF998-36FA-71D2-1051-96F94F83E2FC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2522160" y="722880"/>
                <a:ext cx="104400" cy="10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E81A4D31-870A-EC7C-CA35-5BA46EFB7A3F}"/>
                  </a:ext>
                </a:extLst>
              </p14:cNvPr>
              <p14:cNvContentPartPr/>
              <p14:nvPr/>
            </p14:nvContentPartPr>
            <p14:xfrm>
              <a:off x="2354040" y="780480"/>
              <a:ext cx="381600" cy="40788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E81A4D31-870A-EC7C-CA35-5BA46EFB7A3F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2349720" y="776160"/>
                <a:ext cx="390240" cy="41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42FC1097-2C78-683E-4D10-910A266E6D87}"/>
                  </a:ext>
                </a:extLst>
              </p14:cNvPr>
              <p14:cNvContentPartPr/>
              <p14:nvPr/>
            </p14:nvContentPartPr>
            <p14:xfrm>
              <a:off x="4172040" y="6329736"/>
              <a:ext cx="23400" cy="36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42FC1097-2C78-683E-4D10-910A266E6D87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4167720" y="6325416"/>
                <a:ext cx="32040" cy="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63EE08B2-1AE5-195D-0C72-B492328D153F}"/>
                  </a:ext>
                </a:extLst>
              </p14:cNvPr>
              <p14:cNvContentPartPr/>
              <p14:nvPr/>
            </p14:nvContentPartPr>
            <p14:xfrm>
              <a:off x="7236024" y="2926980"/>
              <a:ext cx="83160" cy="62208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63EE08B2-1AE5-195D-0C72-B492328D153F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7231685" y="2922660"/>
                <a:ext cx="91838" cy="63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38FE2B9E-56F3-FFC2-DDE0-984C15600F4D}"/>
                  </a:ext>
                </a:extLst>
              </p14:cNvPr>
              <p14:cNvContentPartPr/>
              <p14:nvPr/>
            </p14:nvContentPartPr>
            <p14:xfrm>
              <a:off x="7181664" y="2825100"/>
              <a:ext cx="3445920" cy="72540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38FE2B9E-56F3-FFC2-DDE0-984C15600F4D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7177344" y="2820778"/>
                <a:ext cx="3454560" cy="73404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C3DC2DC6-88D5-D1D5-1E51-BC7311C624FC}"/>
                  </a:ext>
                </a:extLst>
              </p14:cNvPr>
              <p14:cNvContentPartPr/>
              <p14:nvPr/>
            </p14:nvContentPartPr>
            <p14:xfrm>
              <a:off x="7797624" y="2966940"/>
              <a:ext cx="37080" cy="59940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C3DC2DC6-88D5-D1D5-1E51-BC7311C624FC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7793262" y="2962623"/>
                <a:ext cx="45805" cy="60803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BAA049A5-5218-F56C-20FC-38853508ACF6}"/>
                  </a:ext>
                </a:extLst>
              </p14:cNvPr>
              <p14:cNvContentPartPr/>
              <p14:nvPr/>
            </p14:nvContentPartPr>
            <p14:xfrm>
              <a:off x="8427624" y="2917260"/>
              <a:ext cx="25920" cy="586800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BAA049A5-5218-F56C-20FC-38853508ACF6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8423304" y="2912940"/>
                <a:ext cx="34560" cy="59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FF1F9F10-9553-CFC4-F0C6-C6725606E51D}"/>
                  </a:ext>
                </a:extLst>
              </p14:cNvPr>
              <p14:cNvContentPartPr/>
              <p14:nvPr/>
            </p14:nvContentPartPr>
            <p14:xfrm>
              <a:off x="8953584" y="2848860"/>
              <a:ext cx="83160" cy="700920"/>
            </p14:xfrm>
          </p:contentPart>
        </mc:Choice>
        <mc:Fallback xmlns=""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FF1F9F10-9553-CFC4-F0C6-C6725606E51D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8949264" y="2844540"/>
                <a:ext cx="91800" cy="70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57F05E09-DCB8-90CF-45E3-1540D534C0B9}"/>
                  </a:ext>
                </a:extLst>
              </p14:cNvPr>
              <p14:cNvContentPartPr/>
              <p14:nvPr/>
            </p14:nvContentPartPr>
            <p14:xfrm>
              <a:off x="9459744" y="2850660"/>
              <a:ext cx="54000" cy="642240"/>
            </p14:xfrm>
          </p:contentPart>
        </mc:Choice>
        <mc:Fallback xmlns=""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57F05E09-DCB8-90CF-45E3-1540D534C0B9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9455424" y="2846342"/>
                <a:ext cx="62640" cy="65087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1EEE7F8B-221D-F96D-9977-B5139D2428CD}"/>
                  </a:ext>
                </a:extLst>
              </p14:cNvPr>
              <p14:cNvContentPartPr/>
              <p14:nvPr/>
            </p14:nvContentPartPr>
            <p14:xfrm>
              <a:off x="9948984" y="2818980"/>
              <a:ext cx="82080" cy="711720"/>
            </p14:xfrm>
          </p:contentPart>
        </mc:Choice>
        <mc:Fallback xmlns=""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1EEE7F8B-221D-F96D-9977-B5139D2428CD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9944664" y="2814660"/>
                <a:ext cx="90720" cy="72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86ED0F7D-B101-4243-8887-2D5A9335FB47}"/>
                  </a:ext>
                </a:extLst>
              </p14:cNvPr>
              <p14:cNvContentPartPr/>
              <p14:nvPr/>
            </p14:nvContentPartPr>
            <p14:xfrm>
              <a:off x="8055744" y="3586860"/>
              <a:ext cx="25920" cy="85680"/>
            </p14:xfrm>
          </p:contentPart>
        </mc:Choice>
        <mc:Fallback xmlns=""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86ED0F7D-B101-4243-8887-2D5A9335FB47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8051424" y="3582540"/>
                <a:ext cx="34560" cy="9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24FFD805-87F1-0F9C-52F3-EE78AB775A4C}"/>
                  </a:ext>
                </a:extLst>
              </p14:cNvPr>
              <p14:cNvContentPartPr/>
              <p14:nvPr/>
            </p14:nvContentPartPr>
            <p14:xfrm>
              <a:off x="5733240" y="3450600"/>
              <a:ext cx="267840" cy="135720"/>
            </p14:xfrm>
          </p:contentPart>
        </mc:Choice>
        <mc:Fallback xmlns=""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24FFD805-87F1-0F9C-52F3-EE78AB775A4C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5728920" y="3446280"/>
                <a:ext cx="276480" cy="14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9A546595-E054-D8D4-2CE1-DCBDD12E74DE}"/>
                  </a:ext>
                </a:extLst>
              </p14:cNvPr>
              <p14:cNvContentPartPr/>
              <p14:nvPr/>
            </p14:nvContentPartPr>
            <p14:xfrm>
              <a:off x="5744040" y="3665880"/>
              <a:ext cx="21240" cy="265320"/>
            </p14:xfrm>
          </p:contentPart>
        </mc:Choice>
        <mc:Fallback xmlns=""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9A546595-E054-D8D4-2CE1-DCBDD12E74DE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5739720" y="3661560"/>
                <a:ext cx="29880" cy="27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A232879E-B856-7299-8339-29715D299F33}"/>
                  </a:ext>
                </a:extLst>
              </p14:cNvPr>
              <p14:cNvContentPartPr/>
              <p14:nvPr/>
            </p14:nvContentPartPr>
            <p14:xfrm>
              <a:off x="5727840" y="3578040"/>
              <a:ext cx="457560" cy="335160"/>
            </p14:xfrm>
          </p:contentPart>
        </mc:Choice>
        <mc:Fallback xmlns=""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A232879E-B856-7299-8339-29715D299F33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5723520" y="3573720"/>
                <a:ext cx="466200" cy="34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BA4CA78D-79F1-E58D-6B4C-ED9A96BD02A2}"/>
                  </a:ext>
                </a:extLst>
              </p14:cNvPr>
              <p14:cNvContentPartPr/>
              <p14:nvPr/>
            </p14:nvContentPartPr>
            <p14:xfrm>
              <a:off x="6067320" y="3237120"/>
              <a:ext cx="1139400" cy="520200"/>
            </p14:xfrm>
          </p:contentPart>
        </mc:Choice>
        <mc:Fallback xmlns=""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BA4CA78D-79F1-E58D-6B4C-ED9A96BD02A2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6063000" y="3232800"/>
                <a:ext cx="1148040" cy="52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612562A3-4320-8909-3A94-8BB77A364884}"/>
                  </a:ext>
                </a:extLst>
              </p14:cNvPr>
              <p14:cNvContentPartPr/>
              <p14:nvPr/>
            </p14:nvContentPartPr>
            <p14:xfrm>
              <a:off x="7127880" y="3161880"/>
              <a:ext cx="94680" cy="181800"/>
            </p14:xfrm>
          </p:contentPart>
        </mc:Choice>
        <mc:Fallback xmlns=""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612562A3-4320-8909-3A94-8BB77A364884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7123560" y="3157560"/>
                <a:ext cx="103320" cy="19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CFE25B1C-A4D4-3494-426B-3027456D1444}"/>
                  </a:ext>
                </a:extLst>
              </p14:cNvPr>
              <p14:cNvContentPartPr/>
              <p14:nvPr/>
            </p14:nvContentPartPr>
            <p14:xfrm>
              <a:off x="7628640" y="3587760"/>
              <a:ext cx="123840" cy="99000"/>
            </p14:xfrm>
          </p:contentPart>
        </mc:Choice>
        <mc:Fallback xmlns=""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CFE25B1C-A4D4-3494-426B-3027456D1444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7624320" y="3583440"/>
                <a:ext cx="132480" cy="10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77B9021D-BB55-CDED-98E1-8D1D2D8D7611}"/>
                  </a:ext>
                </a:extLst>
              </p14:cNvPr>
              <p14:cNvContentPartPr/>
              <p14:nvPr/>
            </p14:nvContentPartPr>
            <p14:xfrm>
              <a:off x="8673000" y="3574080"/>
              <a:ext cx="233640" cy="106200"/>
            </p14:xfrm>
          </p:contentPart>
        </mc:Choice>
        <mc:Fallback xmlns=""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77B9021D-BB55-CDED-98E1-8D1D2D8D7611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8668680" y="3569760"/>
                <a:ext cx="242280" cy="11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01ED44B1-42CA-2219-7120-FDA86FB3FC19}"/>
                  </a:ext>
                </a:extLst>
              </p14:cNvPr>
              <p14:cNvContentPartPr/>
              <p14:nvPr/>
            </p14:nvContentPartPr>
            <p14:xfrm>
              <a:off x="9222720" y="3590280"/>
              <a:ext cx="130680" cy="114840"/>
            </p14:xfrm>
          </p:contentPart>
        </mc:Choice>
        <mc:Fallback xmlns=""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01ED44B1-42CA-2219-7120-FDA86FB3FC19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9218400" y="3585960"/>
                <a:ext cx="139320" cy="12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B218AD2C-7FB4-7317-2050-8B450DEAA226}"/>
                  </a:ext>
                </a:extLst>
              </p14:cNvPr>
              <p14:cNvContentPartPr/>
              <p14:nvPr/>
            </p14:nvContentPartPr>
            <p14:xfrm>
              <a:off x="9647880" y="3570840"/>
              <a:ext cx="146520" cy="79920"/>
            </p14:xfrm>
          </p:contentPart>
        </mc:Choice>
        <mc:Fallback xmlns=""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B218AD2C-7FB4-7317-2050-8B450DEAA226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9643560" y="3566520"/>
                <a:ext cx="155160" cy="8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0D512C61-3464-B2C7-2626-4B42E4C4D109}"/>
                  </a:ext>
                </a:extLst>
              </p14:cNvPr>
              <p14:cNvContentPartPr/>
              <p14:nvPr/>
            </p14:nvContentPartPr>
            <p14:xfrm>
              <a:off x="9751920" y="3578760"/>
              <a:ext cx="30240" cy="112320"/>
            </p14:xfrm>
          </p:contentPart>
        </mc:Choice>
        <mc:Fallback xmlns=""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0D512C61-3464-B2C7-2626-4B42E4C4D109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9747600" y="3574440"/>
                <a:ext cx="38880" cy="12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1924D686-33A6-2DB1-73A0-F94D97072AC4}"/>
                  </a:ext>
                </a:extLst>
              </p14:cNvPr>
              <p14:cNvContentPartPr/>
              <p14:nvPr/>
            </p14:nvContentPartPr>
            <p14:xfrm>
              <a:off x="10102920" y="3584520"/>
              <a:ext cx="78120" cy="103680"/>
            </p14:xfrm>
          </p:contentPart>
        </mc:Choice>
        <mc:Fallback xmlns=""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1924D686-33A6-2DB1-73A0-F94D97072AC4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10098600" y="3580200"/>
                <a:ext cx="86760" cy="11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EED5EFBD-FD60-E880-5578-40D8C196AF12}"/>
                  </a:ext>
                </a:extLst>
              </p14:cNvPr>
              <p14:cNvContentPartPr/>
              <p14:nvPr/>
            </p14:nvContentPartPr>
            <p14:xfrm>
              <a:off x="10181400" y="3560400"/>
              <a:ext cx="88200" cy="23400"/>
            </p14:xfrm>
          </p:contentPart>
        </mc:Choice>
        <mc:Fallback xmlns=""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EED5EFBD-FD60-E880-5578-40D8C196AF12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10177080" y="3556080"/>
                <a:ext cx="96840" cy="3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385E1679-6155-B761-DF14-B6C659C49323}"/>
                  </a:ext>
                </a:extLst>
              </p14:cNvPr>
              <p14:cNvContentPartPr/>
              <p14:nvPr/>
            </p14:nvContentPartPr>
            <p14:xfrm>
              <a:off x="10689000" y="3533760"/>
              <a:ext cx="91080" cy="162720"/>
            </p14:xfrm>
          </p:contentPart>
        </mc:Choice>
        <mc:Fallback xmlns=""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385E1679-6155-B761-DF14-B6C659C49323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10684680" y="3529440"/>
                <a:ext cx="99720" cy="17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C880EBD2-4EF7-0C68-9810-3732A2E5D429}"/>
                  </a:ext>
                </a:extLst>
              </p14:cNvPr>
              <p14:cNvContentPartPr/>
              <p14:nvPr/>
            </p14:nvContentPartPr>
            <p14:xfrm>
              <a:off x="10590360" y="2863440"/>
              <a:ext cx="495360" cy="594360"/>
            </p14:xfrm>
          </p:contentPart>
        </mc:Choice>
        <mc:Fallback xmlns=""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C880EBD2-4EF7-0C68-9810-3732A2E5D429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10586040" y="2859120"/>
                <a:ext cx="504000" cy="60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18FC4DC7-51BC-77C1-B2A2-25C170CB8A07}"/>
                  </a:ext>
                </a:extLst>
              </p14:cNvPr>
              <p14:cNvContentPartPr/>
              <p14:nvPr/>
            </p14:nvContentPartPr>
            <p14:xfrm>
              <a:off x="10460760" y="3489840"/>
              <a:ext cx="493560" cy="44280"/>
            </p14:xfrm>
          </p:contentPart>
        </mc:Choice>
        <mc:Fallback xmlns=""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18FC4DC7-51BC-77C1-B2A2-25C170CB8A07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10456440" y="3485520"/>
                <a:ext cx="502200" cy="5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848E9B62-B1AF-109E-F739-5F0E9569C02D}"/>
                  </a:ext>
                </a:extLst>
              </p14:cNvPr>
              <p14:cNvContentPartPr/>
              <p14:nvPr/>
            </p14:nvContentPartPr>
            <p14:xfrm>
              <a:off x="10662480" y="3071736"/>
              <a:ext cx="247680" cy="294120"/>
            </p14:xfrm>
          </p:contentPart>
        </mc:Choice>
        <mc:Fallback xmlns=""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848E9B62-B1AF-109E-F739-5F0E9569C02D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10658160" y="3067416"/>
                <a:ext cx="256320" cy="30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AA8844A1-FD29-7B66-03F1-70112F05D629}"/>
                  </a:ext>
                </a:extLst>
              </p14:cNvPr>
              <p14:cNvContentPartPr/>
              <p14:nvPr/>
            </p14:nvContentPartPr>
            <p14:xfrm>
              <a:off x="10196280" y="3114936"/>
              <a:ext cx="145800" cy="232200"/>
            </p14:xfrm>
          </p:contentPart>
        </mc:Choice>
        <mc:Fallback xmlns=""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AA8844A1-FD29-7B66-03F1-70112F05D629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10191960" y="3110616"/>
                <a:ext cx="154440" cy="24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3DA16B34-2340-545A-1EF9-1CA43436DAC8}"/>
                  </a:ext>
                </a:extLst>
              </p14:cNvPr>
              <p14:cNvContentPartPr/>
              <p14:nvPr/>
            </p14:nvContentPartPr>
            <p14:xfrm>
              <a:off x="10318680" y="3113496"/>
              <a:ext cx="95040" cy="38520"/>
            </p14:xfrm>
          </p:contentPart>
        </mc:Choice>
        <mc:Fallback xmlns=""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3DA16B34-2340-545A-1EF9-1CA43436DAC8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10314360" y="3109176"/>
                <a:ext cx="103680" cy="4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7B9ACF1D-CB48-4DDE-73EF-E5F262AB5459}"/>
                  </a:ext>
                </a:extLst>
              </p14:cNvPr>
              <p14:cNvContentPartPr/>
              <p14:nvPr/>
            </p14:nvContentPartPr>
            <p14:xfrm>
              <a:off x="1427760" y="4809816"/>
              <a:ext cx="9720" cy="1548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7B9ACF1D-CB48-4DDE-73EF-E5F262AB5459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1423440" y="4805496"/>
                <a:ext cx="18360" cy="24120"/>
              </a:xfrm>
              <a:prstGeom prst="rect">
                <a:avLst/>
              </a:prstGeom>
            </p:spPr>
          </p:pic>
        </mc:Fallback>
      </mc:AlternateContent>
      <p:grpSp>
        <p:nvGrpSpPr>
          <p:cNvPr id="87" name="Group 86">
            <a:extLst>
              <a:ext uri="{FF2B5EF4-FFF2-40B4-BE49-F238E27FC236}">
                <a16:creationId xmlns:a16="http://schemas.microsoft.com/office/drawing/2014/main" id="{B5300055-361B-6A1F-F922-4C474F76F64D}"/>
              </a:ext>
            </a:extLst>
          </p:cNvPr>
          <p:cNvGrpSpPr/>
          <p:nvPr/>
        </p:nvGrpSpPr>
        <p:grpSpPr>
          <a:xfrm>
            <a:off x="9622440" y="3168936"/>
            <a:ext cx="207000" cy="287640"/>
            <a:chOff x="9622440" y="3168936"/>
            <a:chExt cx="207000" cy="287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EE71FC26-2C70-4F99-E757-F798ECC5AA8F}"/>
                    </a:ext>
                  </a:extLst>
                </p14:cNvPr>
                <p14:cNvContentPartPr/>
                <p14:nvPr/>
              </p14:nvContentPartPr>
              <p14:xfrm>
                <a:off x="9622440" y="3168936"/>
                <a:ext cx="207000" cy="17856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EE71FC26-2C70-4F99-E757-F798ECC5AA8F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9618120" y="3164616"/>
                  <a:ext cx="21564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AE7EFC80-A6A6-5DE7-88D8-9D1A032FB030}"/>
                    </a:ext>
                  </a:extLst>
                </p14:cNvPr>
                <p14:cNvContentPartPr/>
                <p14:nvPr/>
              </p14:nvContentPartPr>
              <p14:xfrm>
                <a:off x="9736560" y="3276216"/>
                <a:ext cx="55800" cy="18036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AE7EFC80-A6A6-5DE7-88D8-9D1A032FB030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9732240" y="3271896"/>
                  <a:ext cx="64440" cy="189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5F0AA7F6-FA30-BBC0-C4CD-6890B041C9BD}"/>
              </a:ext>
            </a:extLst>
          </p:cNvPr>
          <p:cNvGrpSpPr/>
          <p:nvPr/>
        </p:nvGrpSpPr>
        <p:grpSpPr>
          <a:xfrm>
            <a:off x="9959760" y="4131936"/>
            <a:ext cx="992880" cy="292320"/>
            <a:chOff x="9959760" y="4131936"/>
            <a:chExt cx="992880" cy="292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B289F53A-1CD4-D8AC-C1AB-C3F243E47656}"/>
                    </a:ext>
                  </a:extLst>
                </p14:cNvPr>
                <p14:cNvContentPartPr/>
                <p14:nvPr/>
              </p14:nvContentPartPr>
              <p14:xfrm>
                <a:off x="9959760" y="4239576"/>
                <a:ext cx="109800" cy="8244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B289F53A-1CD4-D8AC-C1AB-C3F243E47656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9955440" y="4235256"/>
                  <a:ext cx="11844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2899C924-2B36-05A7-9D37-1BBFC309A753}"/>
                    </a:ext>
                  </a:extLst>
                </p14:cNvPr>
                <p14:cNvContentPartPr/>
                <p14:nvPr/>
              </p14:nvContentPartPr>
              <p14:xfrm>
                <a:off x="10114920" y="4217616"/>
                <a:ext cx="155520" cy="9756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2899C924-2B36-05A7-9D37-1BBFC309A753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0110600" y="4213296"/>
                  <a:ext cx="16416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D856EB62-DCD7-636F-59AB-9BEE5212651A}"/>
                    </a:ext>
                  </a:extLst>
                </p14:cNvPr>
                <p14:cNvContentPartPr/>
                <p14:nvPr/>
              </p14:nvContentPartPr>
              <p14:xfrm>
                <a:off x="10327680" y="4241736"/>
                <a:ext cx="192240" cy="10188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D856EB62-DCD7-636F-59AB-9BEE5212651A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0323360" y="4237416"/>
                  <a:ext cx="20088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28DB31E9-0A97-CAD6-FD2B-257298C67DDC}"/>
                    </a:ext>
                  </a:extLst>
                </p14:cNvPr>
                <p14:cNvContentPartPr/>
                <p14:nvPr/>
              </p14:nvContentPartPr>
              <p14:xfrm>
                <a:off x="10658880" y="4131936"/>
                <a:ext cx="293760" cy="29232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28DB31E9-0A97-CAD6-FD2B-257298C67DDC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0654560" y="4127616"/>
                  <a:ext cx="302400" cy="300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5" name="Group 154">
            <a:extLst>
              <a:ext uri="{FF2B5EF4-FFF2-40B4-BE49-F238E27FC236}">
                <a16:creationId xmlns:a16="http://schemas.microsoft.com/office/drawing/2014/main" id="{9DA60405-3927-C5A2-9EA2-971D3F3EEE52}"/>
              </a:ext>
            </a:extLst>
          </p:cNvPr>
          <p:cNvGrpSpPr/>
          <p:nvPr/>
        </p:nvGrpSpPr>
        <p:grpSpPr>
          <a:xfrm>
            <a:off x="4721760" y="906336"/>
            <a:ext cx="762480" cy="304920"/>
            <a:chOff x="4721760" y="906336"/>
            <a:chExt cx="762480" cy="304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ABED6627-4112-9500-E6AA-C31B5F2C50FF}"/>
                    </a:ext>
                  </a:extLst>
                </p14:cNvPr>
                <p14:cNvContentPartPr/>
                <p14:nvPr/>
              </p14:nvContentPartPr>
              <p14:xfrm>
                <a:off x="4721760" y="993456"/>
                <a:ext cx="94680" cy="12348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ABED6627-4112-9500-E6AA-C31B5F2C50FF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4717440" y="989136"/>
                  <a:ext cx="10332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E8438E92-3E63-8378-F187-1C7406067A3B}"/>
                    </a:ext>
                  </a:extLst>
                </p14:cNvPr>
                <p14:cNvContentPartPr/>
                <p14:nvPr/>
              </p14:nvContentPartPr>
              <p14:xfrm>
                <a:off x="4931640" y="906336"/>
                <a:ext cx="238320" cy="16488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E8438E92-3E63-8378-F187-1C7406067A3B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4927320" y="902016"/>
                  <a:ext cx="246960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5AEBDA28-894C-8903-157F-E57E1A27B201}"/>
                    </a:ext>
                  </a:extLst>
                </p14:cNvPr>
                <p14:cNvContentPartPr/>
                <p14:nvPr/>
              </p14:nvContentPartPr>
              <p14:xfrm>
                <a:off x="5201640" y="946656"/>
                <a:ext cx="141840" cy="6732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5AEBDA28-894C-8903-157F-E57E1A27B201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5197320" y="942336"/>
                  <a:ext cx="150480" cy="7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300066C4-99BE-3EDE-9B77-4C885EAA506F}"/>
                    </a:ext>
                  </a:extLst>
                </p14:cNvPr>
                <p14:cNvContentPartPr/>
                <p14:nvPr/>
              </p14:nvContentPartPr>
              <p14:xfrm>
                <a:off x="5383440" y="951696"/>
                <a:ext cx="100800" cy="25956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300066C4-99BE-3EDE-9B77-4C885EAA506F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5379120" y="947376"/>
                  <a:ext cx="109440" cy="268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4" name="Group 153">
            <a:extLst>
              <a:ext uri="{FF2B5EF4-FFF2-40B4-BE49-F238E27FC236}">
                <a16:creationId xmlns:a16="http://schemas.microsoft.com/office/drawing/2014/main" id="{76911966-2C25-8A61-830E-6353645692DC}"/>
              </a:ext>
            </a:extLst>
          </p:cNvPr>
          <p:cNvGrpSpPr/>
          <p:nvPr/>
        </p:nvGrpSpPr>
        <p:grpSpPr>
          <a:xfrm>
            <a:off x="6342480" y="738576"/>
            <a:ext cx="775080" cy="220320"/>
            <a:chOff x="6342480" y="738576"/>
            <a:chExt cx="775080" cy="220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E9E42177-B32B-5261-541D-86960495522C}"/>
                    </a:ext>
                  </a:extLst>
                </p14:cNvPr>
                <p14:cNvContentPartPr/>
                <p14:nvPr/>
              </p14:nvContentPartPr>
              <p14:xfrm>
                <a:off x="6342480" y="868176"/>
                <a:ext cx="380160" cy="9072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E9E42177-B32B-5261-541D-86960495522C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6338160" y="863856"/>
                  <a:ext cx="38880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3FE86F2D-4903-D2A0-712F-34525FF98688}"/>
                    </a:ext>
                  </a:extLst>
                </p14:cNvPr>
                <p14:cNvContentPartPr/>
                <p14:nvPr/>
              </p14:nvContentPartPr>
              <p14:xfrm>
                <a:off x="6772320" y="738576"/>
                <a:ext cx="345240" cy="19224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3FE86F2D-4903-D2A0-712F-34525FF98688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6768000" y="734256"/>
                  <a:ext cx="353880" cy="200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3" name="Group 152">
            <a:extLst>
              <a:ext uri="{FF2B5EF4-FFF2-40B4-BE49-F238E27FC236}">
                <a16:creationId xmlns:a16="http://schemas.microsoft.com/office/drawing/2014/main" id="{6DA86940-FB36-EBAF-F10F-11BA1BD44A74}"/>
              </a:ext>
            </a:extLst>
          </p:cNvPr>
          <p:cNvGrpSpPr/>
          <p:nvPr/>
        </p:nvGrpSpPr>
        <p:grpSpPr>
          <a:xfrm>
            <a:off x="4975920" y="1478016"/>
            <a:ext cx="822600" cy="115920"/>
            <a:chOff x="4975920" y="1478016"/>
            <a:chExt cx="822600" cy="115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A9758435-2CD4-7950-8AB7-E248F974B066}"/>
                    </a:ext>
                  </a:extLst>
                </p14:cNvPr>
                <p14:cNvContentPartPr/>
                <p14:nvPr/>
              </p14:nvContentPartPr>
              <p14:xfrm>
                <a:off x="4975920" y="1496376"/>
                <a:ext cx="210600" cy="9756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A9758435-2CD4-7950-8AB7-E248F974B066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4971600" y="1492056"/>
                  <a:ext cx="21924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094EB544-5680-6B60-364E-2348D4FCBEE9}"/>
                    </a:ext>
                  </a:extLst>
                </p14:cNvPr>
                <p14:cNvContentPartPr/>
                <p14:nvPr/>
              </p14:nvContentPartPr>
              <p14:xfrm>
                <a:off x="5340600" y="1478016"/>
                <a:ext cx="129600" cy="2448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094EB544-5680-6B60-364E-2348D4FCBEE9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5336280" y="1473696"/>
                  <a:ext cx="13824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510FAD19-2D9D-07C9-FB1D-827E870DB4F1}"/>
                    </a:ext>
                  </a:extLst>
                </p14:cNvPr>
                <p14:cNvContentPartPr/>
                <p14:nvPr/>
              </p14:nvContentPartPr>
              <p14:xfrm>
                <a:off x="5639040" y="1484136"/>
                <a:ext cx="159480" cy="252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510FAD19-2D9D-07C9-FB1D-827E870DB4F1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5634720" y="1479816"/>
                  <a:ext cx="168120" cy="11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2" name="Group 151">
            <a:extLst>
              <a:ext uri="{FF2B5EF4-FFF2-40B4-BE49-F238E27FC236}">
                <a16:creationId xmlns:a16="http://schemas.microsoft.com/office/drawing/2014/main" id="{85A7948C-7A2A-8AFF-9C72-88E4770D70B9}"/>
              </a:ext>
            </a:extLst>
          </p:cNvPr>
          <p:cNvGrpSpPr/>
          <p:nvPr/>
        </p:nvGrpSpPr>
        <p:grpSpPr>
          <a:xfrm>
            <a:off x="5011920" y="1822536"/>
            <a:ext cx="1297440" cy="403200"/>
            <a:chOff x="5011920" y="1822536"/>
            <a:chExt cx="1297440" cy="403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501FCFA3-40FD-2D6D-48A3-8ABF0D7200CA}"/>
                    </a:ext>
                  </a:extLst>
                </p14:cNvPr>
                <p14:cNvContentPartPr/>
                <p14:nvPr/>
              </p14:nvContentPartPr>
              <p14:xfrm>
                <a:off x="5011920" y="2023056"/>
                <a:ext cx="100440" cy="12744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501FCFA3-40FD-2D6D-48A3-8ABF0D7200CA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5007600" y="2018736"/>
                  <a:ext cx="109080" cy="13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73446F73-E689-AD27-111D-9BCD27F0FD77}"/>
                    </a:ext>
                  </a:extLst>
                </p14:cNvPr>
                <p14:cNvContentPartPr/>
                <p14:nvPr/>
              </p14:nvContentPartPr>
              <p14:xfrm>
                <a:off x="5225400" y="2048616"/>
                <a:ext cx="16560" cy="7380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73446F73-E689-AD27-111D-9BCD27F0FD77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5221080" y="2044296"/>
                  <a:ext cx="2520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3BED78A8-4127-719B-A55E-C672CEA7F9C3}"/>
                    </a:ext>
                  </a:extLst>
                </p14:cNvPr>
                <p14:cNvContentPartPr/>
                <p14:nvPr/>
              </p14:nvContentPartPr>
              <p14:xfrm>
                <a:off x="5310720" y="1863936"/>
                <a:ext cx="53640" cy="3960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3BED78A8-4127-719B-A55E-C672CEA7F9C3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5306400" y="1859616"/>
                  <a:ext cx="6228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4037488B-256E-0470-A978-18FE46B3E7D9}"/>
                    </a:ext>
                  </a:extLst>
                </p14:cNvPr>
                <p14:cNvContentPartPr/>
                <p14:nvPr/>
              </p14:nvContentPartPr>
              <p14:xfrm>
                <a:off x="5338440" y="1822536"/>
                <a:ext cx="263520" cy="40320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4037488B-256E-0470-A978-18FE46B3E7D9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5334120" y="1818216"/>
                  <a:ext cx="272160" cy="41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09A5F9CE-27C3-58DE-AB09-E5FD52861003}"/>
                    </a:ext>
                  </a:extLst>
                </p14:cNvPr>
                <p14:cNvContentPartPr/>
                <p14:nvPr/>
              </p14:nvContentPartPr>
              <p14:xfrm>
                <a:off x="5414760" y="1993176"/>
                <a:ext cx="145800" cy="144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09A5F9CE-27C3-58DE-AB09-E5FD52861003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5410440" y="1988856"/>
                  <a:ext cx="154440" cy="1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5343B427-7D2D-6524-71C6-4F13B82B6169}"/>
                    </a:ext>
                  </a:extLst>
                </p14:cNvPr>
                <p14:cNvContentPartPr/>
                <p14:nvPr/>
              </p14:nvContentPartPr>
              <p14:xfrm>
                <a:off x="5625000" y="1875456"/>
                <a:ext cx="76680" cy="23580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5343B427-7D2D-6524-71C6-4F13B82B6169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5620680" y="1871136"/>
                  <a:ext cx="85320" cy="24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FC017C26-93E7-39E2-8675-E988C0C9FD8D}"/>
                    </a:ext>
                  </a:extLst>
                </p14:cNvPr>
                <p14:cNvContentPartPr/>
                <p14:nvPr/>
              </p14:nvContentPartPr>
              <p14:xfrm>
                <a:off x="5581080" y="1973376"/>
                <a:ext cx="224280" cy="1296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FC017C26-93E7-39E2-8675-E988C0C9FD8D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5576760" y="1969056"/>
                  <a:ext cx="23292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5FF12CD3-E38E-2CDC-FB16-27F4C6B299F9}"/>
                    </a:ext>
                  </a:extLst>
                </p14:cNvPr>
                <p14:cNvContentPartPr/>
                <p14:nvPr/>
              </p14:nvContentPartPr>
              <p14:xfrm>
                <a:off x="5809680" y="1843056"/>
                <a:ext cx="143640" cy="29592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5FF12CD3-E38E-2CDC-FB16-27F4C6B299F9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5805360" y="1838736"/>
                  <a:ext cx="152280" cy="30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04EB4D68-2CBF-183B-5EB8-A62C9B2E40EE}"/>
                    </a:ext>
                  </a:extLst>
                </p14:cNvPr>
                <p14:cNvContentPartPr/>
                <p14:nvPr/>
              </p14:nvContentPartPr>
              <p14:xfrm>
                <a:off x="6044760" y="1925136"/>
                <a:ext cx="78120" cy="12384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04EB4D68-2CBF-183B-5EB8-A62C9B2E40EE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6040440" y="1920816"/>
                  <a:ext cx="8676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D819E70F-FA11-C2B8-9127-62FB03740984}"/>
                    </a:ext>
                  </a:extLst>
                </p14:cNvPr>
                <p14:cNvContentPartPr/>
                <p14:nvPr/>
              </p14:nvContentPartPr>
              <p14:xfrm>
                <a:off x="6213960" y="1858176"/>
                <a:ext cx="95400" cy="26352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D819E70F-FA11-C2B8-9127-62FB03740984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6209640" y="1853856"/>
                  <a:ext cx="104040" cy="272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28">
            <p14:nvContentPartPr>
              <p14:cNvPr id="158" name="Ink 157">
                <a:extLst>
                  <a:ext uri="{FF2B5EF4-FFF2-40B4-BE49-F238E27FC236}">
                    <a16:creationId xmlns:a16="http://schemas.microsoft.com/office/drawing/2014/main" id="{A3228FD4-9532-E053-5F94-5327134DD509}"/>
                  </a:ext>
                </a:extLst>
              </p14:cNvPr>
              <p14:cNvContentPartPr/>
              <p14:nvPr/>
            </p14:nvContentPartPr>
            <p14:xfrm>
              <a:off x="9119880" y="3128256"/>
              <a:ext cx="190440" cy="187560"/>
            </p14:xfrm>
          </p:contentPart>
        </mc:Choice>
        <mc:Fallback xmlns="">
          <p:pic>
            <p:nvPicPr>
              <p:cNvPr id="158" name="Ink 157">
                <a:extLst>
                  <a:ext uri="{FF2B5EF4-FFF2-40B4-BE49-F238E27FC236}">
                    <a16:creationId xmlns:a16="http://schemas.microsoft.com/office/drawing/2014/main" id="{A3228FD4-9532-E053-5F94-5327134DD509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9115560" y="3123936"/>
                <a:ext cx="199080" cy="19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0">
            <p14:nvContentPartPr>
              <p14:cNvPr id="171" name="Ink 170">
                <a:extLst>
                  <a:ext uri="{FF2B5EF4-FFF2-40B4-BE49-F238E27FC236}">
                    <a16:creationId xmlns:a16="http://schemas.microsoft.com/office/drawing/2014/main" id="{548D6CC0-CA5C-D784-AB7B-EF863E0DA752}"/>
                  </a:ext>
                </a:extLst>
              </p14:cNvPr>
              <p14:cNvContentPartPr/>
              <p14:nvPr/>
            </p14:nvContentPartPr>
            <p14:xfrm>
              <a:off x="8683200" y="3142296"/>
              <a:ext cx="169200" cy="235080"/>
            </p14:xfrm>
          </p:contentPart>
        </mc:Choice>
        <mc:Fallback xmlns="">
          <p:pic>
            <p:nvPicPr>
              <p:cNvPr id="171" name="Ink 170">
                <a:extLst>
                  <a:ext uri="{FF2B5EF4-FFF2-40B4-BE49-F238E27FC236}">
                    <a16:creationId xmlns:a16="http://schemas.microsoft.com/office/drawing/2014/main" id="{548D6CC0-CA5C-D784-AB7B-EF863E0DA752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8678880" y="3137976"/>
                <a:ext cx="177840" cy="24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2">
            <p14:nvContentPartPr>
              <p14:cNvPr id="178" name="Ink 177">
                <a:extLst>
                  <a:ext uri="{FF2B5EF4-FFF2-40B4-BE49-F238E27FC236}">
                    <a16:creationId xmlns:a16="http://schemas.microsoft.com/office/drawing/2014/main" id="{F7AC06FF-6378-1AC5-EAB0-12582EA46947}"/>
                  </a:ext>
                </a:extLst>
              </p14:cNvPr>
              <p14:cNvContentPartPr/>
              <p14:nvPr/>
            </p14:nvContentPartPr>
            <p14:xfrm>
              <a:off x="5883480" y="736416"/>
              <a:ext cx="55800" cy="365760"/>
            </p14:xfrm>
          </p:contentPart>
        </mc:Choice>
        <mc:Fallback xmlns="">
          <p:pic>
            <p:nvPicPr>
              <p:cNvPr id="178" name="Ink 177">
                <a:extLst>
                  <a:ext uri="{FF2B5EF4-FFF2-40B4-BE49-F238E27FC236}">
                    <a16:creationId xmlns:a16="http://schemas.microsoft.com/office/drawing/2014/main" id="{F7AC06FF-6378-1AC5-EAB0-12582EA46947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5879160" y="732096"/>
                <a:ext cx="64440" cy="37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4">
            <p14:nvContentPartPr>
              <p14:cNvPr id="179" name="Ink 178">
                <a:extLst>
                  <a:ext uri="{FF2B5EF4-FFF2-40B4-BE49-F238E27FC236}">
                    <a16:creationId xmlns:a16="http://schemas.microsoft.com/office/drawing/2014/main" id="{79DAB5BE-185A-1522-A52C-A8934003CD78}"/>
                  </a:ext>
                </a:extLst>
              </p14:cNvPr>
              <p14:cNvContentPartPr/>
              <p14:nvPr/>
            </p14:nvContentPartPr>
            <p14:xfrm>
              <a:off x="7400880" y="689976"/>
              <a:ext cx="222480" cy="236160"/>
            </p14:xfrm>
          </p:contentPart>
        </mc:Choice>
        <mc:Fallback xmlns="">
          <p:pic>
            <p:nvPicPr>
              <p:cNvPr id="179" name="Ink 178">
                <a:extLst>
                  <a:ext uri="{FF2B5EF4-FFF2-40B4-BE49-F238E27FC236}">
                    <a16:creationId xmlns:a16="http://schemas.microsoft.com/office/drawing/2014/main" id="{79DAB5BE-185A-1522-A52C-A8934003CD78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7396560" y="685656"/>
                <a:ext cx="231120" cy="24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6">
            <p14:nvContentPartPr>
              <p14:cNvPr id="180" name="Ink 179">
                <a:extLst>
                  <a:ext uri="{FF2B5EF4-FFF2-40B4-BE49-F238E27FC236}">
                    <a16:creationId xmlns:a16="http://schemas.microsoft.com/office/drawing/2014/main" id="{48005B24-B2ED-E565-0EE7-7F2BD20E2B39}"/>
                  </a:ext>
                </a:extLst>
              </p14:cNvPr>
              <p14:cNvContentPartPr/>
              <p14:nvPr/>
            </p14:nvContentPartPr>
            <p14:xfrm>
              <a:off x="2511720" y="946296"/>
              <a:ext cx="113040" cy="180720"/>
            </p14:xfrm>
          </p:contentPart>
        </mc:Choice>
        <mc:Fallback xmlns="">
          <p:pic>
            <p:nvPicPr>
              <p:cNvPr id="180" name="Ink 179">
                <a:extLst>
                  <a:ext uri="{FF2B5EF4-FFF2-40B4-BE49-F238E27FC236}">
                    <a16:creationId xmlns:a16="http://schemas.microsoft.com/office/drawing/2014/main" id="{48005B24-B2ED-E565-0EE7-7F2BD20E2B39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2507400" y="941976"/>
                <a:ext cx="121680" cy="18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8">
            <p14:nvContentPartPr>
              <p14:cNvPr id="182" name="Ink 181">
                <a:extLst>
                  <a:ext uri="{FF2B5EF4-FFF2-40B4-BE49-F238E27FC236}">
                    <a16:creationId xmlns:a16="http://schemas.microsoft.com/office/drawing/2014/main" id="{CC49EEAD-9BE7-719D-3F28-7C38848D905A}"/>
                  </a:ext>
                </a:extLst>
              </p14:cNvPr>
              <p14:cNvContentPartPr/>
              <p14:nvPr/>
            </p14:nvContentPartPr>
            <p14:xfrm>
              <a:off x="8066520" y="3094416"/>
              <a:ext cx="28080" cy="280440"/>
            </p14:xfrm>
          </p:contentPart>
        </mc:Choice>
        <mc:Fallback xmlns="">
          <p:pic>
            <p:nvPicPr>
              <p:cNvPr id="182" name="Ink 181">
                <a:extLst>
                  <a:ext uri="{FF2B5EF4-FFF2-40B4-BE49-F238E27FC236}">
                    <a16:creationId xmlns:a16="http://schemas.microsoft.com/office/drawing/2014/main" id="{CC49EEAD-9BE7-719D-3F28-7C38848D905A}"/>
                  </a:ext>
                </a:extLst>
              </p:cNvPr>
              <p:cNvPicPr/>
              <p:nvPr/>
            </p:nvPicPr>
            <p:blipFill>
              <a:blip r:embed="rId139"/>
              <a:stretch>
                <a:fillRect/>
              </a:stretch>
            </p:blipFill>
            <p:spPr>
              <a:xfrm>
                <a:off x="8062200" y="3090096"/>
                <a:ext cx="36720" cy="28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0">
            <p14:nvContentPartPr>
              <p14:cNvPr id="183" name="Ink 182">
                <a:extLst>
                  <a:ext uri="{FF2B5EF4-FFF2-40B4-BE49-F238E27FC236}">
                    <a16:creationId xmlns:a16="http://schemas.microsoft.com/office/drawing/2014/main" id="{46BAC1BF-821C-D1B7-1F7E-DD72F76676EA}"/>
                  </a:ext>
                </a:extLst>
              </p14:cNvPr>
              <p14:cNvContentPartPr/>
              <p14:nvPr/>
            </p14:nvContentPartPr>
            <p14:xfrm>
              <a:off x="7463160" y="3225096"/>
              <a:ext cx="218160" cy="214560"/>
            </p14:xfrm>
          </p:contentPart>
        </mc:Choice>
        <mc:Fallback xmlns="">
          <p:pic>
            <p:nvPicPr>
              <p:cNvPr id="183" name="Ink 182">
                <a:extLst>
                  <a:ext uri="{FF2B5EF4-FFF2-40B4-BE49-F238E27FC236}">
                    <a16:creationId xmlns:a16="http://schemas.microsoft.com/office/drawing/2014/main" id="{46BAC1BF-821C-D1B7-1F7E-DD72F76676EA}"/>
                  </a:ext>
                </a:extLst>
              </p:cNvPr>
              <p:cNvPicPr/>
              <p:nvPr/>
            </p:nvPicPr>
            <p:blipFill>
              <a:blip r:embed="rId141"/>
              <a:stretch>
                <a:fillRect/>
              </a:stretch>
            </p:blipFill>
            <p:spPr>
              <a:xfrm>
                <a:off x="7458840" y="3220776"/>
                <a:ext cx="226800" cy="22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2">
            <p14:nvContentPartPr>
              <p14:cNvPr id="184" name="Ink 183">
                <a:extLst>
                  <a:ext uri="{FF2B5EF4-FFF2-40B4-BE49-F238E27FC236}">
                    <a16:creationId xmlns:a16="http://schemas.microsoft.com/office/drawing/2014/main" id="{27D09425-16BD-D581-3BB8-765DCCAFBF8B}"/>
                  </a:ext>
                </a:extLst>
              </p14:cNvPr>
              <p14:cNvContentPartPr/>
              <p14:nvPr/>
            </p14:nvContentPartPr>
            <p14:xfrm>
              <a:off x="8042040" y="3791736"/>
              <a:ext cx="2875680" cy="246960"/>
            </p14:xfrm>
          </p:contentPart>
        </mc:Choice>
        <mc:Fallback xmlns="">
          <p:pic>
            <p:nvPicPr>
              <p:cNvPr id="184" name="Ink 183">
                <a:extLst>
                  <a:ext uri="{FF2B5EF4-FFF2-40B4-BE49-F238E27FC236}">
                    <a16:creationId xmlns:a16="http://schemas.microsoft.com/office/drawing/2014/main" id="{27D09425-16BD-D581-3BB8-765DCCAFBF8B}"/>
                  </a:ext>
                </a:extLst>
              </p:cNvPr>
              <p:cNvPicPr/>
              <p:nvPr/>
            </p:nvPicPr>
            <p:blipFill>
              <a:blip r:embed="rId143"/>
              <a:stretch>
                <a:fillRect/>
              </a:stretch>
            </p:blipFill>
            <p:spPr>
              <a:xfrm>
                <a:off x="8037720" y="3787416"/>
                <a:ext cx="2884320" cy="25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4">
            <p14:nvContentPartPr>
              <p14:cNvPr id="185" name="Ink 184">
                <a:extLst>
                  <a:ext uri="{FF2B5EF4-FFF2-40B4-BE49-F238E27FC236}">
                    <a16:creationId xmlns:a16="http://schemas.microsoft.com/office/drawing/2014/main" id="{7D63965A-C412-8675-91F0-A8A52222CBA9}"/>
                  </a:ext>
                </a:extLst>
              </p14:cNvPr>
              <p14:cNvContentPartPr/>
              <p14:nvPr/>
            </p14:nvContentPartPr>
            <p14:xfrm>
              <a:off x="6433200" y="5896656"/>
              <a:ext cx="360" cy="360"/>
            </p14:xfrm>
          </p:contentPart>
        </mc:Choice>
        <mc:Fallback xmlns="">
          <p:pic>
            <p:nvPicPr>
              <p:cNvPr id="185" name="Ink 184">
                <a:extLst>
                  <a:ext uri="{FF2B5EF4-FFF2-40B4-BE49-F238E27FC236}">
                    <a16:creationId xmlns:a16="http://schemas.microsoft.com/office/drawing/2014/main" id="{7D63965A-C412-8675-91F0-A8A52222CBA9}"/>
                  </a:ext>
                </a:extLst>
              </p:cNvPr>
              <p:cNvPicPr/>
              <p:nvPr/>
            </p:nvPicPr>
            <p:blipFill>
              <a:blip r:embed="rId145"/>
              <a:stretch>
                <a:fillRect/>
              </a:stretch>
            </p:blipFill>
            <p:spPr>
              <a:xfrm>
                <a:off x="6428880" y="5892336"/>
                <a:ext cx="9000" cy="9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196377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</TotalTime>
  <Words>70</Words>
  <Application>Microsoft Office PowerPoint</Application>
  <PresentationFormat>Widescreen</PresentationFormat>
  <Paragraphs>13</Paragraphs>
  <Slides>23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Aptos</vt:lpstr>
      <vt:lpstr>Aptos Display</vt:lpstr>
      <vt:lpstr>Arial</vt:lpstr>
      <vt:lpstr>Office Theme</vt:lpstr>
      <vt:lpstr>Heap</vt:lpstr>
      <vt:lpstr>Heap</vt:lpstr>
      <vt:lpstr>PowerPoint Presentation</vt:lpstr>
      <vt:lpstr>Max-Heap</vt:lpstr>
      <vt:lpstr>Min-Heap</vt:lpstr>
      <vt:lpstr>How an array relate to a binary tree  (heap in this case)</vt:lpstr>
      <vt:lpstr>PowerPoint Presentation</vt:lpstr>
      <vt:lpstr>To Heapify (or Build Heap)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Heap Sort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Cape Peninsula University of Technology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Tem Makhurane</dc:creator>
  <cp:lastModifiedBy>Tem Makhurane</cp:lastModifiedBy>
  <cp:revision>2</cp:revision>
  <dcterms:created xsi:type="dcterms:W3CDTF">2025-02-20T15:05:07Z</dcterms:created>
  <dcterms:modified xsi:type="dcterms:W3CDTF">2025-02-20T19:54:30Z</dcterms:modified>
</cp:coreProperties>
</file>